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Layouts/slideLayout6.xml" ContentType="application/vnd.openxmlformats-officedocument.presentationml.slideLayout+xml"/>
  <Override PartName="/ppt/notesSlides/notesSlide38.xml" ContentType="application/vnd.openxmlformats-officedocument.presentationml.notesSlide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3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notesSlides/notesSlide3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notesSlides/notesSlide18.xml" ContentType="application/vnd.openxmlformats-officedocument.presentationml.notesSlide+xml"/>
  <Override PartName="/ppt/notesSlides/notesSlide36.xml" ContentType="application/vnd.openxmlformats-officedocument.presentationml.notesSlide+xml"/>
  <Default Extension="wmf" ContentType="image/x-wmf"/>
  <Default Extension="rels" ContentType="application/vnd.openxmlformats-package.relationship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5"/>
  </p:notesMasterIdLst>
  <p:sldIdLst>
    <p:sldId id="270" r:id="rId2"/>
    <p:sldId id="311" r:id="rId3"/>
    <p:sldId id="285" r:id="rId4"/>
    <p:sldId id="284" r:id="rId5"/>
    <p:sldId id="312" r:id="rId6"/>
    <p:sldId id="313" r:id="rId7"/>
    <p:sldId id="286" r:id="rId8"/>
    <p:sldId id="283" r:id="rId9"/>
    <p:sldId id="287" r:id="rId10"/>
    <p:sldId id="282" r:id="rId11"/>
    <p:sldId id="288" r:id="rId12"/>
    <p:sldId id="310" r:id="rId13"/>
    <p:sldId id="309" r:id="rId14"/>
    <p:sldId id="308" r:id="rId15"/>
    <p:sldId id="307" r:id="rId16"/>
    <p:sldId id="314" r:id="rId17"/>
    <p:sldId id="324" r:id="rId18"/>
    <p:sldId id="306" r:id="rId19"/>
    <p:sldId id="315" r:id="rId20"/>
    <p:sldId id="316" r:id="rId21"/>
    <p:sldId id="305" r:id="rId22"/>
    <p:sldId id="304" r:id="rId23"/>
    <p:sldId id="317" r:id="rId24"/>
    <p:sldId id="318" r:id="rId25"/>
    <p:sldId id="325" r:id="rId26"/>
    <p:sldId id="303" r:id="rId27"/>
    <p:sldId id="319" r:id="rId28"/>
    <p:sldId id="328" r:id="rId29"/>
    <p:sldId id="302" r:id="rId30"/>
    <p:sldId id="326" r:id="rId31"/>
    <p:sldId id="301" r:id="rId32"/>
    <p:sldId id="300" r:id="rId33"/>
    <p:sldId id="320" r:id="rId34"/>
    <p:sldId id="327" r:id="rId35"/>
    <p:sldId id="299" r:id="rId36"/>
    <p:sldId id="298" r:id="rId37"/>
    <p:sldId id="297" r:id="rId38"/>
    <p:sldId id="321" r:id="rId39"/>
    <p:sldId id="322" r:id="rId40"/>
    <p:sldId id="296" r:id="rId41"/>
    <p:sldId id="295" r:id="rId42"/>
    <p:sldId id="323" r:id="rId43"/>
    <p:sldId id="294" r:id="rId44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00" autoAdjust="0"/>
    <p:restoredTop sz="43511" autoAdjust="0"/>
  </p:normalViewPr>
  <p:slideViewPr>
    <p:cSldViewPr>
      <p:cViewPr>
        <p:scale>
          <a:sx n="40" d="100"/>
          <a:sy n="40" d="100"/>
        </p:scale>
        <p:origin x="-402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CB23E0B5-1469-4723-9084-019D61E5A3A2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AD00ED73-9821-4811-BECB-0E8900184890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dirty="0" smtClean="0"/>
              <a:t>1-  OUVRE LES CIEUX SUR MOI UNE PORTE OUVERTE SE TIENT DEVANT MOI</a:t>
            </a:r>
          </a:p>
          <a:p>
            <a:pPr>
              <a:defRPr/>
            </a:pPr>
            <a:r>
              <a:rPr lang="fr-FR" dirty="0" smtClean="0"/>
              <a:t>     open up the </a:t>
            </a:r>
            <a:r>
              <a:rPr lang="fr-FR" dirty="0" err="1" smtClean="0"/>
              <a:t>heavens</a:t>
            </a:r>
            <a:r>
              <a:rPr lang="fr-FR" dirty="0" smtClean="0"/>
              <a:t> </a:t>
            </a:r>
            <a:r>
              <a:rPr lang="fr-FR" dirty="0" err="1" smtClean="0"/>
              <a:t>there’s</a:t>
            </a:r>
            <a:r>
              <a:rPr lang="fr-FR" dirty="0" smtClean="0"/>
              <a:t> an open </a:t>
            </a:r>
            <a:r>
              <a:rPr lang="fr-FR" dirty="0" err="1" smtClean="0"/>
              <a:t>door</a:t>
            </a:r>
            <a:r>
              <a:rPr lang="fr-FR" dirty="0" smtClean="0"/>
              <a:t> standing right </a:t>
            </a:r>
            <a:r>
              <a:rPr lang="fr-FR" dirty="0" err="1" smtClean="0"/>
              <a:t>before</a:t>
            </a:r>
            <a:r>
              <a:rPr lang="fr-FR" dirty="0" smtClean="0"/>
              <a:t> me
2-  JE VOIS LA LUMIÈRE ET ELLE M’EMMÈNE PLUS HAUT</a:t>
            </a:r>
          </a:p>
          <a:p>
            <a:pPr>
              <a:defRPr/>
            </a:pPr>
            <a:r>
              <a:rPr lang="fr-FR" dirty="0" smtClean="0"/>
              <a:t>      i </a:t>
            </a:r>
            <a:r>
              <a:rPr lang="fr-FR" dirty="0" err="1" smtClean="0"/>
              <a:t>can</a:t>
            </a:r>
            <a:r>
              <a:rPr lang="fr-FR" dirty="0" smtClean="0"/>
              <a:t> </a:t>
            </a:r>
            <a:r>
              <a:rPr lang="fr-FR" dirty="0" err="1" smtClean="0"/>
              <a:t>see</a:t>
            </a:r>
            <a:r>
              <a:rPr lang="fr-FR" dirty="0" smtClean="0"/>
              <a:t> the light and </a:t>
            </a:r>
            <a:r>
              <a:rPr lang="fr-FR" dirty="0" err="1" smtClean="0"/>
              <a:t>it’s</a:t>
            </a:r>
            <a:r>
              <a:rPr lang="fr-FR" dirty="0" smtClean="0"/>
              <a:t> </a:t>
            </a:r>
            <a:r>
              <a:rPr lang="fr-FR" dirty="0" err="1" smtClean="0"/>
              <a:t>taking</a:t>
            </a:r>
            <a:r>
              <a:rPr lang="fr-FR" dirty="0" smtClean="0"/>
              <a:t> me </a:t>
            </a:r>
            <a:r>
              <a:rPr lang="fr-FR" dirty="0" err="1" smtClean="0"/>
              <a:t>higher</a:t>
            </a:r>
            <a:r>
              <a:rPr lang="fr-FR" dirty="0" smtClean="0"/>
              <a:t>
3-  ELLE M’EMMÈNE PLUS HAUT</a:t>
            </a:r>
          </a:p>
          <a:p>
            <a:pPr>
              <a:defRPr/>
            </a:pPr>
            <a:r>
              <a:rPr lang="fr-FR" dirty="0" smtClean="0"/>
              <a:t>      </a:t>
            </a:r>
            <a:r>
              <a:rPr lang="fr-FR" dirty="0" err="1" smtClean="0"/>
              <a:t>it’s</a:t>
            </a:r>
            <a:r>
              <a:rPr lang="fr-FR" dirty="0" smtClean="0"/>
              <a:t> </a:t>
            </a:r>
            <a:r>
              <a:rPr lang="fr-FR" dirty="0" err="1" smtClean="0"/>
              <a:t>taking</a:t>
            </a:r>
            <a:r>
              <a:rPr lang="fr-FR" dirty="0" smtClean="0"/>
              <a:t> me </a:t>
            </a:r>
            <a:r>
              <a:rPr lang="fr-FR" dirty="0" err="1" smtClean="0"/>
              <a:t>higher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    </a:t>
            </a:r>
          </a:p>
          <a:p>
            <a:pPr>
              <a:defRPr/>
            </a:pPr>
            <a:r>
              <a:rPr lang="fr-FR" dirty="0" smtClean="0"/>
              <a:t>	4-  OUVRE LES CIEUX SUR MOI MONTRE-MOI</a:t>
            </a:r>
          </a:p>
          <a:p>
            <a:pPr>
              <a:defRPr/>
            </a:pPr>
            <a:r>
              <a:rPr lang="fr-FR" dirty="0" smtClean="0"/>
              <a:t>                        open up the </a:t>
            </a:r>
            <a:r>
              <a:rPr lang="fr-FR" dirty="0" err="1" smtClean="0"/>
              <a:t>heavens</a:t>
            </a:r>
            <a:r>
              <a:rPr lang="fr-FR" dirty="0" smtClean="0"/>
              <a:t> let me </a:t>
            </a:r>
            <a:r>
              <a:rPr lang="fr-FR" dirty="0" err="1" smtClean="0"/>
              <a:t>see</a:t>
            </a:r>
            <a:r>
              <a:rPr lang="fr-FR" dirty="0" smtClean="0"/>
              <a:t>   
	5-  LA VOIE QUE TU AS TRACÉE POUR MOI OUI J’ENTENDS CE SON</a:t>
            </a:r>
          </a:p>
          <a:p>
            <a:pPr>
              <a:defRPr/>
            </a:pPr>
            <a:r>
              <a:rPr lang="fr-FR" dirty="0" smtClean="0"/>
              <a:t>                        the </a:t>
            </a:r>
            <a:r>
              <a:rPr lang="fr-FR" dirty="0" err="1" smtClean="0"/>
              <a:t>way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set </a:t>
            </a:r>
            <a:r>
              <a:rPr lang="fr-FR" dirty="0" err="1" smtClean="0"/>
              <a:t>before</a:t>
            </a:r>
            <a:r>
              <a:rPr lang="fr-FR" dirty="0" smtClean="0"/>
              <a:t> me i </a:t>
            </a:r>
            <a:r>
              <a:rPr lang="fr-FR" dirty="0" err="1" smtClean="0"/>
              <a:t>can</a:t>
            </a:r>
            <a:r>
              <a:rPr lang="fr-FR" dirty="0" smtClean="0"/>
              <a:t> </a:t>
            </a:r>
            <a:r>
              <a:rPr lang="fr-FR" dirty="0" err="1" smtClean="0"/>
              <a:t>hear</a:t>
            </a:r>
            <a:r>
              <a:rPr lang="fr-FR" dirty="0" smtClean="0"/>
              <a:t> the </a:t>
            </a:r>
            <a:r>
              <a:rPr lang="fr-FR" dirty="0" err="1" smtClean="0"/>
              <a:t>sound</a:t>
            </a:r>
            <a:r>
              <a:rPr lang="fr-FR" dirty="0" smtClean="0"/>
              <a:t> 
	6-  ET IL M’EMMÈNE PLUS HAUT </a:t>
            </a:r>
          </a:p>
          <a:p>
            <a:pPr>
              <a:defRPr/>
            </a:pPr>
            <a:r>
              <a:rPr lang="fr-FR" dirty="0" smtClean="0"/>
              <a:t>                         and </a:t>
            </a:r>
            <a:r>
              <a:rPr lang="fr-FR" dirty="0" err="1" smtClean="0"/>
              <a:t>it’s</a:t>
            </a:r>
            <a:r>
              <a:rPr lang="fr-FR" dirty="0" smtClean="0"/>
              <a:t> </a:t>
            </a:r>
            <a:r>
              <a:rPr lang="fr-FR" dirty="0" err="1" smtClean="0"/>
              <a:t>taking</a:t>
            </a:r>
            <a:r>
              <a:rPr lang="fr-FR" dirty="0" smtClean="0"/>
              <a:t> me </a:t>
            </a:r>
            <a:r>
              <a:rPr lang="fr-FR" dirty="0" err="1" smtClean="0"/>
              <a:t>higher</a:t>
            </a:r>
            <a:r>
              <a:rPr lang="fr-FR" dirty="0" smtClean="0"/>
              <a:t>
	7-  IL M’EMMÈNE PLUS HAUT IL M’EMMÈNE PLUS HAUT </a:t>
            </a:r>
          </a:p>
          <a:p>
            <a:pPr>
              <a:defRPr/>
            </a:pPr>
            <a:r>
              <a:rPr lang="fr-FR" dirty="0" smtClean="0"/>
              <a:t>                         </a:t>
            </a:r>
            <a:r>
              <a:rPr lang="fr-FR" dirty="0" err="1" smtClean="0"/>
              <a:t>its</a:t>
            </a:r>
            <a:r>
              <a:rPr lang="fr-FR" dirty="0" smtClean="0"/>
              <a:t> </a:t>
            </a:r>
            <a:r>
              <a:rPr lang="fr-FR" dirty="0" err="1" smtClean="0"/>
              <a:t>taking</a:t>
            </a:r>
            <a:r>
              <a:rPr lang="fr-FR" dirty="0" smtClean="0"/>
              <a:t> me </a:t>
            </a:r>
            <a:r>
              <a:rPr lang="fr-FR" dirty="0" err="1" smtClean="0"/>
              <a:t>higher</a:t>
            </a:r>
            <a:r>
              <a:rPr lang="fr-FR" dirty="0" smtClean="0"/>
              <a:t>
	8-  IL M’EMMÈNE PLUS HAUT </a:t>
            </a:r>
          </a:p>
          <a:p>
            <a:pPr>
              <a:defRPr/>
            </a:pPr>
            <a:r>
              <a:rPr lang="fr-FR" dirty="0" smtClean="0"/>
              <a:t>                         </a:t>
            </a:r>
            <a:r>
              <a:rPr lang="fr-FR" dirty="0" err="1" smtClean="0"/>
              <a:t>its</a:t>
            </a:r>
            <a:r>
              <a:rPr lang="fr-FR" dirty="0" smtClean="0"/>
              <a:t> </a:t>
            </a:r>
            <a:r>
              <a:rPr lang="fr-FR" dirty="0" err="1" smtClean="0"/>
              <a:t>taking</a:t>
            </a:r>
            <a:r>
              <a:rPr lang="fr-FR" dirty="0" smtClean="0"/>
              <a:t> me </a:t>
            </a:r>
            <a:r>
              <a:rPr lang="fr-FR" dirty="0" err="1" smtClean="0"/>
              <a:t>higher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   </a:t>
            </a:r>
          </a:p>
          <a:p>
            <a:pPr>
              <a:defRPr/>
            </a:pPr>
            <a:r>
              <a:rPr lang="fr-FR" dirty="0" smtClean="0"/>
              <a:t>9-  TU ME DONNES L’AMOUR INFINI ET TOUT CE DONT J’AI BESOIN ICI </a:t>
            </a:r>
          </a:p>
          <a:p>
            <a:pPr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you've</a:t>
            </a:r>
            <a:r>
              <a:rPr lang="fr-FR" dirty="0" smtClean="0"/>
              <a:t> </a:t>
            </a:r>
            <a:r>
              <a:rPr lang="fr-FR" dirty="0" err="1" smtClean="0"/>
              <a:t>given</a:t>
            </a:r>
            <a:r>
              <a:rPr lang="fr-FR" dirty="0" smtClean="0"/>
              <a:t> me love </a:t>
            </a:r>
            <a:r>
              <a:rPr lang="fr-FR" dirty="0" err="1" smtClean="0"/>
              <a:t>unfailing</a:t>
            </a:r>
            <a:r>
              <a:rPr lang="fr-FR" dirty="0" smtClean="0"/>
              <a:t> </a:t>
            </a:r>
            <a:r>
              <a:rPr lang="fr-FR" dirty="0" err="1" smtClean="0"/>
              <a:t>you've</a:t>
            </a:r>
            <a:r>
              <a:rPr lang="fr-FR" dirty="0" smtClean="0"/>
              <a:t> </a:t>
            </a:r>
            <a:r>
              <a:rPr lang="fr-FR" dirty="0" err="1" smtClean="0"/>
              <a:t>given</a:t>
            </a:r>
            <a:r>
              <a:rPr lang="fr-FR" dirty="0" smtClean="0"/>
              <a:t> me </a:t>
            </a:r>
            <a:r>
              <a:rPr lang="fr-FR" dirty="0" err="1" smtClean="0"/>
              <a:t>everything</a:t>
            </a:r>
            <a:r>
              <a:rPr lang="fr-FR" dirty="0" smtClean="0"/>
              <a:t> i </a:t>
            </a:r>
            <a:r>
              <a:rPr lang="fr-FR" dirty="0" err="1" smtClean="0"/>
              <a:t>need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 10-  TU ME DONNES TA FAVEUR ET AUSSI JE PEUX VOIR ET J’ENTENDS </a:t>
            </a:r>
          </a:p>
          <a:p>
            <a:pPr>
              <a:defRPr/>
            </a:pPr>
            <a:r>
              <a:rPr lang="fr-FR" dirty="0" smtClean="0"/>
              <a:t>      </a:t>
            </a:r>
            <a:r>
              <a:rPr lang="fr-FR" dirty="0" err="1" smtClean="0"/>
              <a:t>you've</a:t>
            </a:r>
            <a:r>
              <a:rPr lang="fr-FR" dirty="0" smtClean="0"/>
              <a:t> </a:t>
            </a:r>
            <a:r>
              <a:rPr lang="fr-FR" dirty="0" err="1" smtClean="0"/>
              <a:t>given</a:t>
            </a:r>
            <a:r>
              <a:rPr lang="fr-FR" dirty="0" smtClean="0"/>
              <a:t> me </a:t>
            </a:r>
            <a:r>
              <a:rPr lang="fr-FR" dirty="0" err="1" smtClean="0"/>
              <a:t>favor</a:t>
            </a:r>
            <a:r>
              <a:rPr lang="fr-FR" dirty="0" smtClean="0"/>
              <a:t> </a:t>
            </a:r>
            <a:r>
              <a:rPr lang="fr-FR" dirty="0" err="1" smtClean="0"/>
              <a:t>given</a:t>
            </a:r>
            <a:r>
              <a:rPr lang="fr-FR" dirty="0" smtClean="0"/>
              <a:t> me </a:t>
            </a:r>
            <a:r>
              <a:rPr lang="fr-FR" dirty="0" err="1" smtClean="0"/>
              <a:t>eyes</a:t>
            </a:r>
            <a:r>
              <a:rPr lang="fr-FR" dirty="0" smtClean="0"/>
              <a:t> to </a:t>
            </a:r>
            <a:r>
              <a:rPr lang="fr-FR" dirty="0" err="1" smtClean="0"/>
              <a:t>see</a:t>
            </a:r>
            <a:r>
              <a:rPr lang="fr-FR" dirty="0" smtClean="0"/>
              <a:t>, </a:t>
            </a:r>
            <a:r>
              <a:rPr lang="fr-FR" dirty="0" err="1" smtClean="0"/>
              <a:t>ears</a:t>
            </a:r>
            <a:r>
              <a:rPr lang="fr-FR" dirty="0" smtClean="0"/>
              <a:t> to </a:t>
            </a:r>
            <a:r>
              <a:rPr lang="fr-FR" dirty="0" err="1" smtClean="0"/>
              <a:t>hear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 11-  TES PROMESSES POUR MOI </a:t>
            </a:r>
          </a:p>
          <a:p>
            <a:pPr>
              <a:defRPr/>
            </a:pPr>
            <a:r>
              <a:rPr lang="fr-FR" dirty="0" smtClean="0"/>
              <a:t>      </a:t>
            </a:r>
            <a:r>
              <a:rPr lang="fr-FR" dirty="0" err="1" smtClean="0"/>
              <a:t>your</a:t>
            </a:r>
            <a:r>
              <a:rPr lang="fr-FR" dirty="0" smtClean="0"/>
              <a:t> promises for me   
</a:t>
            </a:r>
          </a:p>
          <a:p>
            <a:pPr>
              <a:defRPr/>
            </a:pPr>
            <a:r>
              <a:rPr lang="fr-FR" dirty="0" smtClean="0"/>
              <a:t>	12-  TES VOIES DÉPASSENT MES VOIES TES PENSÉES PLUS GRANDES QUE MOI </a:t>
            </a:r>
          </a:p>
          <a:p>
            <a:pPr>
              <a:defRPr/>
            </a:pPr>
            <a:r>
              <a:rPr lang="fr-FR" dirty="0" smtClean="0"/>
              <a:t>                        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ways</a:t>
            </a:r>
            <a:r>
              <a:rPr lang="fr-FR" dirty="0" smtClean="0"/>
              <a:t> are </a:t>
            </a:r>
            <a:r>
              <a:rPr lang="fr-FR" dirty="0" err="1" smtClean="0"/>
              <a:t>higher</a:t>
            </a:r>
            <a:r>
              <a:rPr lang="fr-FR" dirty="0" smtClean="0"/>
              <a:t> </a:t>
            </a:r>
            <a:r>
              <a:rPr lang="fr-FR" dirty="0" err="1" smtClean="0"/>
              <a:t>than</a:t>
            </a:r>
            <a:r>
              <a:rPr lang="fr-FR" dirty="0" smtClean="0"/>
              <a:t> mine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thoughts</a:t>
            </a:r>
            <a:r>
              <a:rPr lang="fr-FR" dirty="0" smtClean="0"/>
              <a:t> are </a:t>
            </a:r>
            <a:r>
              <a:rPr lang="fr-FR" dirty="0" err="1" smtClean="0"/>
              <a:t>higher</a:t>
            </a:r>
            <a:r>
              <a:rPr lang="fr-FR" dirty="0" smtClean="0"/>
              <a:t> </a:t>
            </a:r>
            <a:r>
              <a:rPr lang="fr-FR" dirty="0" err="1" smtClean="0"/>
              <a:t>than</a:t>
            </a:r>
            <a:r>
              <a:rPr lang="fr-FR" dirty="0" smtClean="0"/>
              <a:t> mine
	13-  JE ME CONFIE EN TA PAROLE JE FAIS UN PAS DE FOI </a:t>
            </a:r>
          </a:p>
          <a:p>
            <a:pPr>
              <a:defRPr/>
            </a:pPr>
            <a:r>
              <a:rPr lang="fr-FR" dirty="0" smtClean="0"/>
              <a:t>                         i put </a:t>
            </a:r>
            <a:r>
              <a:rPr lang="fr-FR" dirty="0" err="1" smtClean="0"/>
              <a:t>my</a:t>
            </a:r>
            <a:r>
              <a:rPr lang="fr-FR" dirty="0" smtClean="0"/>
              <a:t> trust in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words</a:t>
            </a:r>
            <a:r>
              <a:rPr lang="fr-FR" dirty="0" smtClean="0"/>
              <a:t> and </a:t>
            </a:r>
            <a:r>
              <a:rPr lang="fr-FR" dirty="0" err="1" smtClean="0"/>
              <a:t>so</a:t>
            </a:r>
            <a:r>
              <a:rPr lang="fr-FR" dirty="0" smtClean="0"/>
              <a:t> i </a:t>
            </a:r>
            <a:r>
              <a:rPr lang="fr-FR" dirty="0" err="1" smtClean="0"/>
              <a:t>take</a:t>
            </a:r>
            <a:r>
              <a:rPr lang="fr-FR" dirty="0" smtClean="0"/>
              <a:t> a </a:t>
            </a:r>
            <a:r>
              <a:rPr lang="fr-FR" dirty="0" err="1" smtClean="0"/>
              <a:t>step</a:t>
            </a:r>
            <a:r>
              <a:rPr lang="fr-FR" dirty="0" smtClean="0"/>
              <a:t>
	14-  PAR CETTE PORTE D’ENTRÉE  JUSQU’À MA DESTINÉE  
                          </a:t>
            </a:r>
            <a:r>
              <a:rPr lang="fr-FR" dirty="0" err="1" smtClean="0"/>
              <a:t>through</a:t>
            </a:r>
            <a:r>
              <a:rPr lang="fr-FR" dirty="0" smtClean="0"/>
              <a:t> the open </a:t>
            </a:r>
            <a:r>
              <a:rPr lang="fr-FR" dirty="0" err="1" smtClean="0"/>
              <a:t>door</a:t>
            </a:r>
            <a:r>
              <a:rPr lang="fr-FR" dirty="0" smtClean="0"/>
              <a:t> </a:t>
            </a:r>
            <a:r>
              <a:rPr lang="fr-FR" dirty="0" err="1" smtClean="0"/>
              <a:t>into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destiny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15-  OUVRE LES CIEUX SUR MOI UNE PORTE OUVERTE SE TIENT DEVANT MOI</a:t>
            </a:r>
          </a:p>
          <a:p>
            <a:pPr>
              <a:defRPr/>
            </a:pPr>
            <a:r>
              <a:rPr lang="fr-FR" dirty="0" smtClean="0"/>
              <a:t>       open up the </a:t>
            </a:r>
            <a:r>
              <a:rPr lang="fr-FR" dirty="0" err="1" smtClean="0"/>
              <a:t>heavens</a:t>
            </a:r>
            <a:r>
              <a:rPr lang="fr-FR" dirty="0" smtClean="0"/>
              <a:t> </a:t>
            </a:r>
            <a:r>
              <a:rPr lang="fr-FR" dirty="0" err="1" smtClean="0"/>
              <a:t>there’s</a:t>
            </a:r>
            <a:r>
              <a:rPr lang="fr-FR" dirty="0" smtClean="0"/>
              <a:t> an open </a:t>
            </a:r>
            <a:r>
              <a:rPr lang="fr-FR" dirty="0" err="1" smtClean="0"/>
              <a:t>door</a:t>
            </a:r>
            <a:r>
              <a:rPr lang="fr-FR" dirty="0" smtClean="0"/>
              <a:t> standing right </a:t>
            </a:r>
            <a:r>
              <a:rPr lang="fr-FR" dirty="0" err="1" smtClean="0"/>
              <a:t>before</a:t>
            </a:r>
            <a:r>
              <a:rPr lang="fr-FR" dirty="0" smtClean="0"/>
              <a:t> me
16-  JE VOIS LA LUMIÈRE ET ELLE M’EMMÈNE PLUS HAUT</a:t>
            </a:r>
          </a:p>
          <a:p>
            <a:pPr>
              <a:defRPr/>
            </a:pPr>
            <a:r>
              <a:rPr lang="fr-FR" dirty="0" smtClean="0"/>
              <a:t>        i </a:t>
            </a:r>
            <a:r>
              <a:rPr lang="fr-FR" dirty="0" err="1" smtClean="0"/>
              <a:t>can</a:t>
            </a:r>
            <a:r>
              <a:rPr lang="fr-FR" dirty="0" smtClean="0"/>
              <a:t> </a:t>
            </a:r>
            <a:r>
              <a:rPr lang="fr-FR" dirty="0" err="1" smtClean="0"/>
              <a:t>see</a:t>
            </a:r>
            <a:r>
              <a:rPr lang="fr-FR" dirty="0" smtClean="0"/>
              <a:t> the light and </a:t>
            </a:r>
            <a:r>
              <a:rPr lang="fr-FR" dirty="0" err="1" smtClean="0"/>
              <a:t>it’s</a:t>
            </a:r>
            <a:r>
              <a:rPr lang="fr-FR" dirty="0" smtClean="0"/>
              <a:t> </a:t>
            </a:r>
            <a:r>
              <a:rPr lang="fr-FR" dirty="0" err="1" smtClean="0"/>
              <a:t>taking</a:t>
            </a:r>
            <a:r>
              <a:rPr lang="fr-FR" dirty="0" smtClean="0"/>
              <a:t> me </a:t>
            </a:r>
            <a:r>
              <a:rPr lang="fr-FR" dirty="0" err="1" smtClean="0"/>
              <a:t>higher</a:t>
            </a:r>
            <a:r>
              <a:rPr lang="fr-FR" dirty="0" smtClean="0"/>
              <a:t>
17-  ELLE M’EMMÈNE PLUS HAUT</a:t>
            </a:r>
          </a:p>
          <a:p>
            <a:pPr>
              <a:defRPr/>
            </a:pPr>
            <a:r>
              <a:rPr lang="fr-FR" dirty="0" smtClean="0"/>
              <a:t>        </a:t>
            </a:r>
            <a:r>
              <a:rPr lang="fr-FR" dirty="0" err="1" smtClean="0"/>
              <a:t>it’s</a:t>
            </a:r>
            <a:r>
              <a:rPr lang="fr-FR" dirty="0" smtClean="0"/>
              <a:t> </a:t>
            </a:r>
            <a:r>
              <a:rPr lang="fr-FR" dirty="0" err="1" smtClean="0"/>
              <a:t>taking</a:t>
            </a:r>
            <a:r>
              <a:rPr lang="fr-FR" dirty="0" smtClean="0"/>
              <a:t> me </a:t>
            </a:r>
            <a:r>
              <a:rPr lang="fr-FR" dirty="0" err="1" smtClean="0"/>
              <a:t>higher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 </a:t>
            </a:r>
          </a:p>
          <a:p>
            <a:pPr>
              <a:defRPr/>
            </a:pPr>
            <a:r>
              <a:rPr lang="fr-FR" dirty="0" smtClean="0"/>
              <a:t>	18-  OUVRE LES CIEUX SUR MOI MONTRE-MOI</a:t>
            </a:r>
          </a:p>
          <a:p>
            <a:pPr>
              <a:defRPr/>
            </a:pPr>
            <a:r>
              <a:rPr lang="fr-FR" dirty="0" smtClean="0"/>
              <a:t>                          open up the </a:t>
            </a:r>
            <a:r>
              <a:rPr lang="fr-FR" dirty="0" err="1" smtClean="0"/>
              <a:t>heavens</a:t>
            </a:r>
            <a:r>
              <a:rPr lang="fr-FR" dirty="0" smtClean="0"/>
              <a:t> let me </a:t>
            </a:r>
            <a:r>
              <a:rPr lang="fr-FR" dirty="0" err="1" smtClean="0"/>
              <a:t>see</a:t>
            </a:r>
            <a:r>
              <a:rPr lang="fr-FR" dirty="0" smtClean="0"/>
              <a:t>  
	19-  LA VOIE QUE TU AS TRACÉE POUR MOI OUI J’ENTENDS CE SON</a:t>
            </a:r>
          </a:p>
          <a:p>
            <a:pPr>
              <a:defRPr/>
            </a:pPr>
            <a:r>
              <a:rPr lang="fr-FR" dirty="0" smtClean="0"/>
              <a:t>                           the </a:t>
            </a:r>
            <a:r>
              <a:rPr lang="fr-FR" dirty="0" err="1" smtClean="0"/>
              <a:t>way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set </a:t>
            </a:r>
            <a:r>
              <a:rPr lang="fr-FR" dirty="0" err="1" smtClean="0"/>
              <a:t>before</a:t>
            </a:r>
            <a:r>
              <a:rPr lang="fr-FR" dirty="0" smtClean="0"/>
              <a:t> me i </a:t>
            </a:r>
            <a:r>
              <a:rPr lang="fr-FR" dirty="0" err="1" smtClean="0"/>
              <a:t>can</a:t>
            </a:r>
            <a:r>
              <a:rPr lang="fr-FR" dirty="0" smtClean="0"/>
              <a:t> </a:t>
            </a:r>
            <a:r>
              <a:rPr lang="fr-FR" dirty="0" err="1" smtClean="0"/>
              <a:t>hear</a:t>
            </a:r>
            <a:r>
              <a:rPr lang="fr-FR" dirty="0" smtClean="0"/>
              <a:t> the </a:t>
            </a:r>
            <a:r>
              <a:rPr lang="fr-FR" dirty="0" err="1" smtClean="0"/>
              <a:t>sound</a:t>
            </a:r>
            <a:r>
              <a:rPr lang="fr-FR" dirty="0" smtClean="0"/>
              <a:t> and
	20-  QUI NOUS EMMÈNE PLUS HAUT </a:t>
            </a:r>
          </a:p>
          <a:p>
            <a:pPr>
              <a:defRPr/>
            </a:pPr>
            <a:r>
              <a:rPr lang="fr-FR" dirty="0" smtClean="0"/>
              <a:t>                           </a:t>
            </a:r>
            <a:r>
              <a:rPr lang="fr-FR" dirty="0" err="1" smtClean="0"/>
              <a:t>it’s</a:t>
            </a:r>
            <a:r>
              <a:rPr lang="fr-FR" dirty="0" smtClean="0"/>
              <a:t> </a:t>
            </a:r>
            <a:r>
              <a:rPr lang="fr-FR" dirty="0" err="1" smtClean="0"/>
              <a:t>taking</a:t>
            </a:r>
            <a:r>
              <a:rPr lang="fr-FR" dirty="0" smtClean="0"/>
              <a:t> us </a:t>
            </a:r>
            <a:r>
              <a:rPr lang="fr-FR" dirty="0" err="1" smtClean="0"/>
              <a:t>higher</a:t>
            </a:r>
            <a:r>
              <a:rPr lang="fr-FR" dirty="0" smtClean="0"/>
              <a:t>
	21-  IL NOUS EMMÈNE PLUS HAUT IL NOUS EMMÈNE PLUS HAUT </a:t>
            </a:r>
          </a:p>
          <a:p>
            <a:pPr>
              <a:defRPr/>
            </a:pPr>
            <a:r>
              <a:rPr lang="fr-FR" dirty="0" smtClean="0"/>
              <a:t>                            </a:t>
            </a:r>
            <a:r>
              <a:rPr lang="fr-FR" dirty="0" err="1" smtClean="0"/>
              <a:t>it’s</a:t>
            </a:r>
            <a:r>
              <a:rPr lang="fr-FR" dirty="0" smtClean="0"/>
              <a:t> </a:t>
            </a:r>
            <a:r>
              <a:rPr lang="fr-FR" dirty="0" err="1" smtClean="0"/>
              <a:t>taking</a:t>
            </a:r>
            <a:r>
              <a:rPr lang="fr-FR" dirty="0" smtClean="0"/>
              <a:t> us </a:t>
            </a:r>
            <a:r>
              <a:rPr lang="fr-FR" dirty="0" err="1" smtClean="0"/>
              <a:t>higher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 
22-  OPEN UP THE HEAVENS THERE’S AN OPEN 
23-  DOOR STANDING RIGHT BEFORE ME I CAN SEE THE LIGHT AND IT’S TAKING 
24-  ME HIGHER 
25-  IT’S TAKING ME HIGHER 
</a:t>
            </a:r>
          </a:p>
          <a:p>
            <a:pPr>
              <a:defRPr/>
            </a:pPr>
            <a:r>
              <a:rPr lang="fr-FR" dirty="0" smtClean="0"/>
              <a:t>	26-  OPEN UP THE HEAVENS LET ME SEE THE WAY THAT YOU SET BEFORE ME  
	27-  I CAN HEAR THE SOUND AND IT’S TAKING  
	28-  ME HIGHER ITS TAKING ME HIGHER 
</a:t>
            </a:r>
          </a:p>
          <a:p>
            <a:pPr>
              <a:defRPr/>
            </a:pPr>
            <a:r>
              <a:rPr lang="fr-FR" dirty="0" smtClean="0"/>
              <a:t>29-  YOU'VE GIVEN ME LOVE UNFAILING YOU'VE GIVEN ME EVERYTHING I NEED  
30-  YOU'VE GIVEN ME FAVOR GIVEN ME 
31-  EYES TO SEE, EARS TO HEAR YOUR PROMISES FOR ME  
</a:t>
            </a:r>
          </a:p>
          <a:p>
            <a:pPr>
              <a:defRPr/>
            </a:pPr>
            <a:r>
              <a:rPr lang="fr-FR" dirty="0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pPr>
              <a:defRPr/>
            </a:pPr>
            <a:r>
              <a:rPr lang="fr-FR" dirty="0" smtClean="0"/>
              <a:t>37-  OPEN UP THE HEAVENS THERE’S AN OPEN  
38-  DOOR STANDING RIGHT BEFORE ME 
39-  I CAN SEE THE LIGHT AND IT’S TAKING ME HIGHER 
40-  IT’S TAKING ME HIGHER    
</a:t>
            </a:r>
          </a:p>
          <a:p>
            <a:pPr>
              <a:defRPr/>
            </a:pPr>
            <a:r>
              <a:rPr lang="fr-FR" dirty="0" smtClean="0"/>
              <a:t>	41-  OPEN UP THE HEAVENS LET ME SEE THE WAY THAT YOU SET BEFORE ME  
	42-  I CAN HEAR THE SOUND AND IT’S TAKING US HIGHER 
	43-  ITS TAKING US HIGHER</a:t>
            </a:r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OUVRE LES CIEUX SUR MOI UNE PORTE OUVERTE SE TIENT DEVANT MOI</a:t>
            </a:r>
          </a:p>
          <a:p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r>
              <a:rPr lang="fr-FR" smtClean="0"/>
              <a:t>      i can see the light and it’s taking me higher
3-  ELLE M’EMMÈNE PLUS HAUT</a:t>
            </a:r>
          </a:p>
          <a:p>
            <a:r>
              <a:rPr lang="fr-FR" smtClean="0"/>
              <a:t>      it’s taking me higher</a:t>
            </a:r>
          </a:p>
          <a:p>
            <a:r>
              <a:rPr lang="fr-FR" smtClean="0"/>
              <a:t>    </a:t>
            </a:r>
          </a:p>
          <a:p>
            <a:r>
              <a:rPr lang="fr-FR" smtClean="0"/>
              <a:t>	4-  OUVRE LES CIEUX SUR MOI MONTRE-MOI</a:t>
            </a:r>
          </a:p>
          <a:p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r>
              <a:rPr lang="fr-FR" smtClean="0"/>
              <a:t>                        the way that you set before me i can hear the sound 
	6-  ET IL M’EMMÈNE PLUS HAUT </a:t>
            </a:r>
          </a:p>
          <a:p>
            <a:r>
              <a:rPr lang="fr-FR" smtClean="0"/>
              <a:t>                         and it’s taking me higher
	7-  IL M’EMMÈNE PLUS HAUT IL M’EMMÈNE PLUS HAUT </a:t>
            </a:r>
          </a:p>
          <a:p>
            <a:r>
              <a:rPr lang="fr-FR" smtClean="0"/>
              <a:t>                         its taking me higher
	8-  IL M’EMMÈNE PLUS HAUT </a:t>
            </a:r>
          </a:p>
          <a:p>
            <a:r>
              <a:rPr lang="fr-FR" smtClean="0"/>
              <a:t>                         its taking me higher</a:t>
            </a:r>
          </a:p>
          <a:p>
            <a:r>
              <a:rPr lang="fr-FR" smtClean="0"/>
              <a:t>   </a:t>
            </a:r>
          </a:p>
          <a:p>
            <a:r>
              <a:rPr lang="fr-FR" smtClean="0"/>
              <a:t>9-  TU ME DONNES L’AMOUR INFINI ET TOUT CE DONT J’AI BESOIN ICI </a:t>
            </a:r>
          </a:p>
          <a:p>
            <a:r>
              <a:rPr lang="fr-FR" smtClean="0"/>
              <a:t>     you've given me love unfailing you've given me everything i need</a:t>
            </a:r>
          </a:p>
          <a:p>
            <a:r>
              <a:rPr lang="fr-FR" smtClean="0"/>
              <a:t> 10-  TU ME DONNES TA FAVEUR ET AUSSI JE PEUX VOIR ET J’ENTENDS </a:t>
            </a:r>
          </a:p>
          <a:p>
            <a:r>
              <a:rPr lang="fr-FR" smtClean="0"/>
              <a:t>      you've given me favor given me eyes to see, ears to hear</a:t>
            </a:r>
          </a:p>
          <a:p>
            <a:r>
              <a:rPr lang="fr-FR" smtClean="0"/>
              <a:t> 11-  TES PROMESSES POUR MOI </a:t>
            </a:r>
          </a:p>
          <a:p>
            <a:r>
              <a:rPr lang="fr-FR" smtClean="0"/>
              <a:t>      your promises for me   
</a:t>
            </a:r>
          </a:p>
          <a:p>
            <a:r>
              <a:rPr lang="fr-FR" smtClean="0"/>
              <a:t>	12-  TES VOIES DÉPASSENT MES VOIES TES PENSÉES PLUS GRANDES QUE MOI </a:t>
            </a:r>
          </a:p>
          <a:p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endParaRPr lang="fr-FR" smtClean="0"/>
          </a:p>
          <a:p>
            <a:r>
              <a:rPr lang="fr-FR" smtClean="0"/>
              <a:t>15-  OUVRE LES CIEUX SUR MOI UNE PORTE OUVERTE SE TIENT DEVANT MOI</a:t>
            </a:r>
          </a:p>
          <a:p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r>
              <a:rPr lang="fr-FR" smtClean="0"/>
              <a:t>        i can see the light and it’s taking me higher
17-  ELLE M’EMMÈNE PLUS HAUT</a:t>
            </a:r>
          </a:p>
          <a:p>
            <a:r>
              <a:rPr lang="fr-FR" smtClean="0"/>
              <a:t>        it’s taking me higher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18-  OUVRE LES CIEUX SUR MOI MONTRE-MOI</a:t>
            </a:r>
          </a:p>
          <a:p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r>
              <a:rPr lang="fr-FR" smtClean="0"/>
              <a:t>                           the way that you set before me i can hear the sound and
	20-  QUI NOUS EMMÈNE PLUS HAUT </a:t>
            </a:r>
          </a:p>
          <a:p>
            <a:r>
              <a:rPr lang="fr-FR" smtClean="0"/>
              <a:t>                           it’s taking us higher
	21-  IL NOUS EMMÈNE PLUS HAUT IL NOUS EMMÈNE PLUS HAUT </a:t>
            </a:r>
          </a:p>
          <a:p>
            <a:r>
              <a:rPr lang="fr-FR" smtClean="0"/>
              <a:t>                            it’s taking us higher</a:t>
            </a:r>
          </a:p>
          <a:p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pPr>
              <a:defRPr/>
            </a:pPr>
            <a:r>
              <a:rPr lang="fr-FR" smtClean="0"/>
              <a:t>      i can see the light and it’s taking me higher
3-  ELLE M’EMMÈNE PLUS HAUT</a:t>
            </a:r>
          </a:p>
          <a:p>
            <a:pPr>
              <a:defRPr/>
            </a:pPr>
            <a:r>
              <a:rPr lang="fr-FR" smtClean="0"/>
              <a:t>      it’s taking me higher</a:t>
            </a:r>
          </a:p>
          <a:p>
            <a:pPr>
              <a:defRPr/>
            </a:pPr>
            <a:r>
              <a:rPr lang="fr-FR" smtClean="0"/>
              <a:t>    </a:t>
            </a:r>
          </a:p>
          <a:p>
            <a:pPr>
              <a:defRPr/>
            </a:pPr>
            <a:r>
              <a:rPr lang="fr-FR" smtClean="0"/>
              <a:t>	4-  OUVRE LES CIEUX SUR MOI MONTRE-MOI</a:t>
            </a:r>
          </a:p>
          <a:p>
            <a:pPr>
              <a:defRPr/>
            </a:pPr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the way that you set before me i can hear the sound 
	6-  ET IL M’EMMÈNE PLUS HAUT </a:t>
            </a:r>
          </a:p>
          <a:p>
            <a:pPr>
              <a:defRPr/>
            </a:pPr>
            <a:r>
              <a:rPr lang="fr-FR" smtClean="0"/>
              <a:t>                         and it’s taking me higher
	7-  IL M’EMMÈNE PLUS HAUT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
	8- 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</a:t>
            </a:r>
          </a:p>
          <a:p>
            <a:pPr>
              <a:defRPr/>
            </a:pPr>
            <a:r>
              <a:rPr lang="fr-FR" smtClean="0"/>
              <a:t>   </a:t>
            </a:r>
          </a:p>
          <a:p>
            <a:pPr>
              <a:defRPr/>
            </a:pPr>
            <a:r>
              <a:rPr lang="fr-FR" smtClean="0"/>
              <a:t>9-  TU ME DONNES L’AMOUR INFINI ET TOUT CE DONT J’AI BESOIN ICI </a:t>
            </a:r>
          </a:p>
          <a:p>
            <a:pPr>
              <a:defRPr/>
            </a:pPr>
            <a:r>
              <a:rPr lang="fr-FR" smtClean="0"/>
              <a:t>     you've given me love unfailing you've given me everything i need</a:t>
            </a:r>
          </a:p>
          <a:p>
            <a:pPr>
              <a:defRPr/>
            </a:pPr>
            <a:r>
              <a:rPr lang="fr-FR" smtClean="0"/>
              <a:t> 10-  TU ME DONNES TA FAVEUR ET AUSSI JE PEUX VOIR ET J’ENTENDS </a:t>
            </a:r>
          </a:p>
          <a:p>
            <a:pPr>
              <a:defRPr/>
            </a:pPr>
            <a:r>
              <a:rPr lang="fr-FR" smtClean="0"/>
              <a:t>      you've given me favor given me eyes to see, ears to hear</a:t>
            </a:r>
          </a:p>
          <a:p>
            <a:pPr>
              <a:defRPr/>
            </a:pPr>
            <a:r>
              <a:rPr lang="fr-FR" smtClean="0"/>
              <a:t> 11-  TES PROMESSES POUR MOI </a:t>
            </a:r>
          </a:p>
          <a:p>
            <a:pPr>
              <a:defRPr/>
            </a:pPr>
            <a:r>
              <a:rPr lang="fr-FR" smtClean="0"/>
              <a:t>      your promises for me   
</a:t>
            </a:r>
          </a:p>
          <a:p>
            <a:pPr>
              <a:defRPr/>
            </a:pPr>
            <a:r>
              <a:rPr lang="fr-FR" smtClean="0"/>
              <a:t>	12-  TES VOIES DÉPASSENT MES VOIES TES PENSÉES PLUS GRANDES QUE MOI </a:t>
            </a:r>
          </a:p>
          <a:p>
            <a:pPr>
              <a:defRPr/>
            </a:pPr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pPr>
              <a:defRPr/>
            </a:pPr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pPr>
              <a:defRPr/>
            </a:pPr>
            <a:r>
              <a:rPr lang="fr-FR" smtClean="0"/>
              <a:t>        i can see the light and it’s taking me higher
17-  ELLE M’EMMÈNE PLUS HAUT</a:t>
            </a:r>
          </a:p>
          <a:p>
            <a:pPr>
              <a:defRPr/>
            </a:pPr>
            <a:r>
              <a:rPr lang="fr-FR" smtClean="0"/>
              <a:t>        it’s taking me higher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18-  OUVRE LES CIEUX SUR MOI MONTRE-MOI</a:t>
            </a:r>
          </a:p>
          <a:p>
            <a:pPr>
              <a:defRPr/>
            </a:pPr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   the way that you set before me i can hear the sound and
	20-  QUI NOUS EMMÈNE PLUS HAUT </a:t>
            </a:r>
          </a:p>
          <a:p>
            <a:pPr>
              <a:defRPr/>
            </a:pPr>
            <a:r>
              <a:rPr lang="fr-FR" smtClean="0"/>
              <a:t>                           it’s taking us higher
	21-  IL NOUS EMMÈNE PLUS HAUT IL NOUS EMMÈNE PLUS HAUT </a:t>
            </a:r>
          </a:p>
          <a:p>
            <a:pPr>
              <a:defRPr/>
            </a:pPr>
            <a:r>
              <a:rPr lang="fr-FR" smtClean="0"/>
              <a:t>                            it’s taking us higher</a:t>
            </a:r>
          </a:p>
          <a:p>
            <a:pPr>
              <a:defRPr/>
            </a:pPr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pPr>
              <a:defRPr/>
            </a:pPr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pPr>
              <a:defRPr/>
            </a:pPr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pPr>
              <a:defRPr/>
            </a:pPr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pPr>
              <a:defRPr/>
            </a:pPr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pPr>
              <a:defRPr/>
            </a:pPr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  <p:sp>
        <p:nvSpPr>
          <p:cNvPr id="481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OUVRE LES CIEUX SUR MOI UNE PORTE OUVERTE SE TIENT DEVANT MOI</a:t>
            </a:r>
          </a:p>
          <a:p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r>
              <a:rPr lang="fr-FR" smtClean="0"/>
              <a:t>      i can see the light and it’s taking me higher
3-  ELLE M’EMMÈNE PLUS HAUT</a:t>
            </a:r>
          </a:p>
          <a:p>
            <a:r>
              <a:rPr lang="fr-FR" smtClean="0"/>
              <a:t>      it’s taking me higher</a:t>
            </a:r>
          </a:p>
          <a:p>
            <a:r>
              <a:rPr lang="fr-FR" smtClean="0"/>
              <a:t>    </a:t>
            </a:r>
          </a:p>
          <a:p>
            <a:r>
              <a:rPr lang="fr-FR" smtClean="0"/>
              <a:t>	4-  OUVRE LES CIEUX SUR MOI MONTRE-MOI</a:t>
            </a:r>
          </a:p>
          <a:p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r>
              <a:rPr lang="fr-FR" smtClean="0"/>
              <a:t>                        the way that you set before me i can hear the sound 
	6-  ET IL M’EMMÈNE PLUS HAUT </a:t>
            </a:r>
          </a:p>
          <a:p>
            <a:r>
              <a:rPr lang="fr-FR" smtClean="0"/>
              <a:t>                         and it’s taking me higher
	7-  IL M’EMMÈNE PLUS HAUT IL M’EMMÈNE PLUS HAUT </a:t>
            </a:r>
          </a:p>
          <a:p>
            <a:r>
              <a:rPr lang="fr-FR" smtClean="0"/>
              <a:t>                         its taking me higher
	8-  IL M’EMMÈNE PLUS HAUT </a:t>
            </a:r>
          </a:p>
          <a:p>
            <a:r>
              <a:rPr lang="fr-FR" smtClean="0"/>
              <a:t>                         its taking me higher</a:t>
            </a:r>
          </a:p>
          <a:p>
            <a:r>
              <a:rPr lang="fr-FR" smtClean="0"/>
              <a:t>   </a:t>
            </a:r>
          </a:p>
          <a:p>
            <a:r>
              <a:rPr lang="fr-FR" smtClean="0"/>
              <a:t>9-  TU ME DONNES L’AMOUR INFINI ET TOUT CE DONT J’AI BESOIN ICI </a:t>
            </a:r>
          </a:p>
          <a:p>
            <a:r>
              <a:rPr lang="fr-FR" smtClean="0"/>
              <a:t>     you've given me love unfailing you've given me everything i need</a:t>
            </a:r>
          </a:p>
          <a:p>
            <a:r>
              <a:rPr lang="fr-FR" smtClean="0"/>
              <a:t> 10-  TU ME DONNES TA FAVEUR ET AUSSI JE PEUX VOIR ET J’ENTENDS </a:t>
            </a:r>
          </a:p>
          <a:p>
            <a:r>
              <a:rPr lang="fr-FR" smtClean="0"/>
              <a:t>      you've given me favor given me eyes to see, ears to hear</a:t>
            </a:r>
          </a:p>
          <a:p>
            <a:r>
              <a:rPr lang="fr-FR" smtClean="0"/>
              <a:t> 11-  TES PROMESSES POUR MOI </a:t>
            </a:r>
          </a:p>
          <a:p>
            <a:r>
              <a:rPr lang="fr-FR" smtClean="0"/>
              <a:t>      your promises for me   
</a:t>
            </a:r>
          </a:p>
          <a:p>
            <a:r>
              <a:rPr lang="fr-FR" smtClean="0"/>
              <a:t>	12-  TES VOIES DÉPASSENT MES VOIES TES PENSÉES PLUS GRANDES QUE MOI </a:t>
            </a:r>
          </a:p>
          <a:p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endParaRPr lang="fr-FR" smtClean="0"/>
          </a:p>
          <a:p>
            <a:r>
              <a:rPr lang="fr-FR" smtClean="0"/>
              <a:t>15-  OUVRE LES CIEUX SUR MOI UNE PORTE OUVERTE SE TIENT DEVANT MOI</a:t>
            </a:r>
          </a:p>
          <a:p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r>
              <a:rPr lang="fr-FR" smtClean="0"/>
              <a:t>        i can see the light and it’s taking me higher
17-  ELLE M’EMMÈNE PLUS HAUT</a:t>
            </a:r>
          </a:p>
          <a:p>
            <a:r>
              <a:rPr lang="fr-FR" smtClean="0"/>
              <a:t>        it’s taking me higher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18-  OUVRE LES CIEUX SUR MOI MONTRE-MOI</a:t>
            </a:r>
          </a:p>
          <a:p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r>
              <a:rPr lang="fr-FR" smtClean="0"/>
              <a:t>                           the way that you set before me i can hear the sound and
	20-  QUI NOUS EMMÈNE PLUS HAUT </a:t>
            </a:r>
          </a:p>
          <a:p>
            <a:r>
              <a:rPr lang="fr-FR" smtClean="0"/>
              <a:t>                           it’s taking us higher
	21-  IL NOUS EMMÈNE PLUS HAUT IL NOUS EMMÈNE PLUS HAUT </a:t>
            </a:r>
          </a:p>
          <a:p>
            <a:r>
              <a:rPr lang="fr-FR" smtClean="0"/>
              <a:t>                            it’s taking us higher</a:t>
            </a:r>
          </a:p>
          <a:p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pPr>
              <a:defRPr/>
            </a:pPr>
            <a:r>
              <a:rPr lang="fr-FR" smtClean="0"/>
              <a:t>      i can see the light and it’s taking me higher
3-  ELLE M’EMMÈNE PLUS HAUT</a:t>
            </a:r>
          </a:p>
          <a:p>
            <a:pPr>
              <a:defRPr/>
            </a:pPr>
            <a:r>
              <a:rPr lang="fr-FR" smtClean="0"/>
              <a:t>      it’s taking me higher</a:t>
            </a:r>
          </a:p>
          <a:p>
            <a:pPr>
              <a:defRPr/>
            </a:pPr>
            <a:r>
              <a:rPr lang="fr-FR" smtClean="0"/>
              <a:t>    </a:t>
            </a:r>
          </a:p>
          <a:p>
            <a:pPr>
              <a:defRPr/>
            </a:pPr>
            <a:r>
              <a:rPr lang="fr-FR" smtClean="0"/>
              <a:t>	4-  OUVRE LES CIEUX SUR MOI MONTRE-MOI</a:t>
            </a:r>
          </a:p>
          <a:p>
            <a:pPr>
              <a:defRPr/>
            </a:pPr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the way that you set before me i can hear the sound 
	6-  ET IL M’EMMÈNE PLUS HAUT </a:t>
            </a:r>
          </a:p>
          <a:p>
            <a:pPr>
              <a:defRPr/>
            </a:pPr>
            <a:r>
              <a:rPr lang="fr-FR" smtClean="0"/>
              <a:t>                         and it’s taking me higher
	7-  IL M’EMMÈNE PLUS HAUT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
	8- 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</a:t>
            </a:r>
          </a:p>
          <a:p>
            <a:pPr>
              <a:defRPr/>
            </a:pPr>
            <a:r>
              <a:rPr lang="fr-FR" smtClean="0"/>
              <a:t>   </a:t>
            </a:r>
          </a:p>
          <a:p>
            <a:pPr>
              <a:defRPr/>
            </a:pPr>
            <a:r>
              <a:rPr lang="fr-FR" smtClean="0"/>
              <a:t>9-  TU ME DONNES L’AMOUR INFINI ET TOUT CE DONT J’AI BESOIN ICI </a:t>
            </a:r>
          </a:p>
          <a:p>
            <a:pPr>
              <a:defRPr/>
            </a:pPr>
            <a:r>
              <a:rPr lang="fr-FR" smtClean="0"/>
              <a:t>     you've given me love unfailing you've given me everything i need</a:t>
            </a:r>
          </a:p>
          <a:p>
            <a:pPr>
              <a:defRPr/>
            </a:pPr>
            <a:r>
              <a:rPr lang="fr-FR" smtClean="0"/>
              <a:t> 10-  TU ME DONNES TA FAVEUR ET AUSSI JE PEUX VOIR ET J’ENTENDS </a:t>
            </a:r>
          </a:p>
          <a:p>
            <a:pPr>
              <a:defRPr/>
            </a:pPr>
            <a:r>
              <a:rPr lang="fr-FR" smtClean="0"/>
              <a:t>      you've given me favor given me eyes to see, ears to hear</a:t>
            </a:r>
          </a:p>
          <a:p>
            <a:pPr>
              <a:defRPr/>
            </a:pPr>
            <a:r>
              <a:rPr lang="fr-FR" smtClean="0"/>
              <a:t> 11-  TES PROMESSES POUR MOI </a:t>
            </a:r>
          </a:p>
          <a:p>
            <a:pPr>
              <a:defRPr/>
            </a:pPr>
            <a:r>
              <a:rPr lang="fr-FR" smtClean="0"/>
              <a:t>      your promises for me   
</a:t>
            </a:r>
          </a:p>
          <a:p>
            <a:pPr>
              <a:defRPr/>
            </a:pPr>
            <a:r>
              <a:rPr lang="fr-FR" smtClean="0"/>
              <a:t>	12-  TES VOIES DÉPASSENT MES VOIES TES PENSÉES PLUS GRANDES QUE MOI </a:t>
            </a:r>
          </a:p>
          <a:p>
            <a:pPr>
              <a:defRPr/>
            </a:pPr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pPr>
              <a:defRPr/>
            </a:pPr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pPr>
              <a:defRPr/>
            </a:pPr>
            <a:r>
              <a:rPr lang="fr-FR" smtClean="0"/>
              <a:t>        i can see the light and it’s taking me higher
17-  ELLE M’EMMÈNE PLUS HAUT</a:t>
            </a:r>
          </a:p>
          <a:p>
            <a:pPr>
              <a:defRPr/>
            </a:pPr>
            <a:r>
              <a:rPr lang="fr-FR" smtClean="0"/>
              <a:t>        it’s taking me higher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18-  OUVRE LES CIEUX SUR MOI MONTRE-MOI</a:t>
            </a:r>
          </a:p>
          <a:p>
            <a:pPr>
              <a:defRPr/>
            </a:pPr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   the way that you set before me i can hear the sound and
	20-  QUI NOUS EMMÈNE PLUS HAUT </a:t>
            </a:r>
          </a:p>
          <a:p>
            <a:pPr>
              <a:defRPr/>
            </a:pPr>
            <a:r>
              <a:rPr lang="fr-FR" smtClean="0"/>
              <a:t>                           it’s taking us higher
	21-  IL NOUS EMMÈNE PLUS HAUT IL NOUS EMMÈNE PLUS HAUT </a:t>
            </a:r>
          </a:p>
          <a:p>
            <a:pPr>
              <a:defRPr/>
            </a:pPr>
            <a:r>
              <a:rPr lang="fr-FR" smtClean="0"/>
              <a:t>                            it’s taking us higher</a:t>
            </a:r>
          </a:p>
          <a:p>
            <a:pPr>
              <a:defRPr/>
            </a:pPr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pPr>
              <a:defRPr/>
            </a:pPr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pPr>
              <a:defRPr/>
            </a:pPr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pPr>
              <a:defRPr/>
            </a:pPr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pPr>
              <a:defRPr/>
            </a:pPr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pPr>
              <a:defRPr/>
            </a:pPr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  <p:sp>
        <p:nvSpPr>
          <p:cNvPr id="491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OUVRE LES CIEUX SUR MOI UNE PORTE OUVERTE SE TIENT DEVANT MOI</a:t>
            </a:r>
          </a:p>
          <a:p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r>
              <a:rPr lang="fr-FR" smtClean="0"/>
              <a:t>      i can see the light and it’s taking me higher
3-  ELLE M’EMMÈNE PLUS HAUT</a:t>
            </a:r>
          </a:p>
          <a:p>
            <a:r>
              <a:rPr lang="fr-FR" smtClean="0"/>
              <a:t>      it’s taking me higher</a:t>
            </a:r>
          </a:p>
          <a:p>
            <a:r>
              <a:rPr lang="fr-FR" smtClean="0"/>
              <a:t>    </a:t>
            </a:r>
          </a:p>
          <a:p>
            <a:r>
              <a:rPr lang="fr-FR" smtClean="0"/>
              <a:t>	4-  OUVRE LES CIEUX SUR MOI MONTRE-MOI</a:t>
            </a:r>
          </a:p>
          <a:p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r>
              <a:rPr lang="fr-FR" smtClean="0"/>
              <a:t>                        the way that you set before me i can hear the sound 
	6-  ET IL M’EMMÈNE PLUS HAUT </a:t>
            </a:r>
          </a:p>
          <a:p>
            <a:r>
              <a:rPr lang="fr-FR" smtClean="0"/>
              <a:t>                         and it’s taking me higher
	7-  IL M’EMMÈNE PLUS HAUT IL M’EMMÈNE PLUS HAUT </a:t>
            </a:r>
          </a:p>
          <a:p>
            <a:r>
              <a:rPr lang="fr-FR" smtClean="0"/>
              <a:t>                         its taking me higher
	8-  IL M’EMMÈNE PLUS HAUT </a:t>
            </a:r>
          </a:p>
          <a:p>
            <a:r>
              <a:rPr lang="fr-FR" smtClean="0"/>
              <a:t>                         its taking me higher</a:t>
            </a:r>
          </a:p>
          <a:p>
            <a:r>
              <a:rPr lang="fr-FR" smtClean="0"/>
              <a:t>   </a:t>
            </a:r>
          </a:p>
          <a:p>
            <a:r>
              <a:rPr lang="fr-FR" smtClean="0"/>
              <a:t>9-  TU ME DONNES L’AMOUR INFINI ET TOUT CE DONT J’AI BESOIN ICI </a:t>
            </a:r>
          </a:p>
          <a:p>
            <a:r>
              <a:rPr lang="fr-FR" smtClean="0"/>
              <a:t>     you've given me love unfailing you've given me everything i need</a:t>
            </a:r>
          </a:p>
          <a:p>
            <a:r>
              <a:rPr lang="fr-FR" smtClean="0"/>
              <a:t> 10-  TU ME DONNES TA FAVEUR ET AUSSI JE PEUX VOIR ET J’ENTENDS </a:t>
            </a:r>
          </a:p>
          <a:p>
            <a:r>
              <a:rPr lang="fr-FR" smtClean="0"/>
              <a:t>      you've given me favor given me eyes to see, ears to hear</a:t>
            </a:r>
          </a:p>
          <a:p>
            <a:r>
              <a:rPr lang="fr-FR" smtClean="0"/>
              <a:t> 11-  TES PROMESSES POUR MOI </a:t>
            </a:r>
          </a:p>
          <a:p>
            <a:r>
              <a:rPr lang="fr-FR" smtClean="0"/>
              <a:t>      your promises for me   
</a:t>
            </a:r>
          </a:p>
          <a:p>
            <a:r>
              <a:rPr lang="fr-FR" smtClean="0"/>
              <a:t>	12-  TES VOIES DÉPASSENT MES VOIES TES PENSÉES PLUS GRANDES QUE MOI </a:t>
            </a:r>
          </a:p>
          <a:p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endParaRPr lang="fr-FR" smtClean="0"/>
          </a:p>
          <a:p>
            <a:r>
              <a:rPr lang="fr-FR" smtClean="0"/>
              <a:t>15-  OUVRE LES CIEUX SUR MOI UNE PORTE OUVERTE SE TIENT DEVANT MOI</a:t>
            </a:r>
          </a:p>
          <a:p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r>
              <a:rPr lang="fr-FR" smtClean="0"/>
              <a:t>        i can see the light and it’s taking me higher
17-  ELLE M’EMMÈNE PLUS HAUT</a:t>
            </a:r>
          </a:p>
          <a:p>
            <a:r>
              <a:rPr lang="fr-FR" smtClean="0"/>
              <a:t>        it’s taking me higher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18-  OUVRE LES CIEUX SUR MOI MONTRE-MOI</a:t>
            </a:r>
          </a:p>
          <a:p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r>
              <a:rPr lang="fr-FR" smtClean="0"/>
              <a:t>                           the way that you set before me i can hear the sound and
	20-  QUI NOUS EMMÈNE PLUS HAUT </a:t>
            </a:r>
          </a:p>
          <a:p>
            <a:r>
              <a:rPr lang="fr-FR" smtClean="0"/>
              <a:t>                           it’s taking us higher
	21-  IL NOUS EMMÈNE PLUS HAUT IL NOUS EMMÈNE PLUS HAUT </a:t>
            </a:r>
          </a:p>
          <a:p>
            <a:r>
              <a:rPr lang="fr-FR" smtClean="0"/>
              <a:t>                            it’s taking us higher</a:t>
            </a:r>
          </a:p>
          <a:p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pPr>
              <a:defRPr/>
            </a:pPr>
            <a:r>
              <a:rPr lang="fr-FR" smtClean="0"/>
              <a:t>      i can see the light and it’s taking me higher
3-  ELLE M’EMMÈNE PLUS HAUT</a:t>
            </a:r>
          </a:p>
          <a:p>
            <a:pPr>
              <a:defRPr/>
            </a:pPr>
            <a:r>
              <a:rPr lang="fr-FR" smtClean="0"/>
              <a:t>      it’s taking me higher</a:t>
            </a:r>
          </a:p>
          <a:p>
            <a:pPr>
              <a:defRPr/>
            </a:pPr>
            <a:r>
              <a:rPr lang="fr-FR" smtClean="0"/>
              <a:t>    </a:t>
            </a:r>
          </a:p>
          <a:p>
            <a:pPr>
              <a:defRPr/>
            </a:pPr>
            <a:r>
              <a:rPr lang="fr-FR" smtClean="0"/>
              <a:t>	4-  OUVRE LES CIEUX SUR MOI MONTRE-MOI</a:t>
            </a:r>
          </a:p>
          <a:p>
            <a:pPr>
              <a:defRPr/>
            </a:pPr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the way that you set before me i can hear the sound 
	6-  ET IL M’EMMÈNE PLUS HAUT </a:t>
            </a:r>
          </a:p>
          <a:p>
            <a:pPr>
              <a:defRPr/>
            </a:pPr>
            <a:r>
              <a:rPr lang="fr-FR" smtClean="0"/>
              <a:t>                         and it’s taking me higher
	7-  IL M’EMMÈNE PLUS HAUT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
	8- 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</a:t>
            </a:r>
          </a:p>
          <a:p>
            <a:pPr>
              <a:defRPr/>
            </a:pPr>
            <a:r>
              <a:rPr lang="fr-FR" smtClean="0"/>
              <a:t>   </a:t>
            </a:r>
          </a:p>
          <a:p>
            <a:pPr>
              <a:defRPr/>
            </a:pPr>
            <a:r>
              <a:rPr lang="fr-FR" smtClean="0"/>
              <a:t>9-  TU ME DONNES L’AMOUR INFINI ET TOUT CE DONT J’AI BESOIN ICI </a:t>
            </a:r>
          </a:p>
          <a:p>
            <a:pPr>
              <a:defRPr/>
            </a:pPr>
            <a:r>
              <a:rPr lang="fr-FR" smtClean="0"/>
              <a:t>     you've given me love unfailing you've given me everything i need</a:t>
            </a:r>
          </a:p>
          <a:p>
            <a:pPr>
              <a:defRPr/>
            </a:pPr>
            <a:r>
              <a:rPr lang="fr-FR" smtClean="0"/>
              <a:t> 10-  TU ME DONNES TA FAVEUR ET AUSSI JE PEUX VOIR ET J’ENTENDS </a:t>
            </a:r>
          </a:p>
          <a:p>
            <a:pPr>
              <a:defRPr/>
            </a:pPr>
            <a:r>
              <a:rPr lang="fr-FR" smtClean="0"/>
              <a:t>      you've given me favor given me eyes to see, ears to hear</a:t>
            </a:r>
          </a:p>
          <a:p>
            <a:pPr>
              <a:defRPr/>
            </a:pPr>
            <a:r>
              <a:rPr lang="fr-FR" smtClean="0"/>
              <a:t> 11-  TES PROMESSES POUR MOI </a:t>
            </a:r>
          </a:p>
          <a:p>
            <a:pPr>
              <a:defRPr/>
            </a:pPr>
            <a:r>
              <a:rPr lang="fr-FR" smtClean="0"/>
              <a:t>      your promises for me   
</a:t>
            </a:r>
          </a:p>
          <a:p>
            <a:pPr>
              <a:defRPr/>
            </a:pPr>
            <a:r>
              <a:rPr lang="fr-FR" smtClean="0"/>
              <a:t>	12-  TES VOIES DÉPASSENT MES VOIES TES PENSÉES PLUS GRANDES QUE MOI </a:t>
            </a:r>
          </a:p>
          <a:p>
            <a:pPr>
              <a:defRPr/>
            </a:pPr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pPr>
              <a:defRPr/>
            </a:pPr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pPr>
              <a:defRPr/>
            </a:pPr>
            <a:r>
              <a:rPr lang="fr-FR" smtClean="0"/>
              <a:t>        i can see the light and it’s taking me higher
17-  ELLE M’EMMÈNE PLUS HAUT</a:t>
            </a:r>
          </a:p>
          <a:p>
            <a:pPr>
              <a:defRPr/>
            </a:pPr>
            <a:r>
              <a:rPr lang="fr-FR" smtClean="0"/>
              <a:t>        it’s taking me higher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18-  OUVRE LES CIEUX SUR MOI MONTRE-MOI</a:t>
            </a:r>
          </a:p>
          <a:p>
            <a:pPr>
              <a:defRPr/>
            </a:pPr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   the way that you set before me i can hear the sound and
	20-  QUI NOUS EMMÈNE PLUS HAUT </a:t>
            </a:r>
          </a:p>
          <a:p>
            <a:pPr>
              <a:defRPr/>
            </a:pPr>
            <a:r>
              <a:rPr lang="fr-FR" smtClean="0"/>
              <a:t>                           it’s taking us higher
	21-  IL NOUS EMMÈNE PLUS HAUT IL NOUS EMMÈNE PLUS HAUT </a:t>
            </a:r>
          </a:p>
          <a:p>
            <a:pPr>
              <a:defRPr/>
            </a:pPr>
            <a:r>
              <a:rPr lang="fr-FR" smtClean="0"/>
              <a:t>                            it’s taking us higher</a:t>
            </a:r>
          </a:p>
          <a:p>
            <a:pPr>
              <a:defRPr/>
            </a:pPr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pPr>
              <a:defRPr/>
            </a:pPr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pPr>
              <a:defRPr/>
            </a:pPr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pPr>
              <a:defRPr/>
            </a:pPr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pPr>
              <a:defRPr/>
            </a:pPr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pPr>
              <a:defRPr/>
            </a:pPr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  <p:sp>
        <p:nvSpPr>
          <p:cNvPr id="501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OUVRE LES CIEUX SUR MOI UNE PORTE OUVERTE SE TIENT DEVANT MOI</a:t>
            </a:r>
          </a:p>
          <a:p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r>
              <a:rPr lang="fr-FR" smtClean="0"/>
              <a:t>      i can see the light and it’s taking me higher
3-  ELLE M’EMMÈNE PLUS HAUT</a:t>
            </a:r>
          </a:p>
          <a:p>
            <a:r>
              <a:rPr lang="fr-FR" smtClean="0"/>
              <a:t>      it’s taking me higher</a:t>
            </a:r>
          </a:p>
          <a:p>
            <a:r>
              <a:rPr lang="fr-FR" smtClean="0"/>
              <a:t>    </a:t>
            </a:r>
          </a:p>
          <a:p>
            <a:r>
              <a:rPr lang="fr-FR" smtClean="0"/>
              <a:t>	4-  OUVRE LES CIEUX SUR MOI MONTRE-MOI</a:t>
            </a:r>
          </a:p>
          <a:p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r>
              <a:rPr lang="fr-FR" smtClean="0"/>
              <a:t>                        the way that you set before me i can hear the sound 
	6-  ET IL M’EMMÈNE PLUS HAUT </a:t>
            </a:r>
          </a:p>
          <a:p>
            <a:r>
              <a:rPr lang="fr-FR" smtClean="0"/>
              <a:t>                         and it’s taking me higher
	7-  IL M’EMMÈNE PLUS HAUT IL M’EMMÈNE PLUS HAUT </a:t>
            </a:r>
          </a:p>
          <a:p>
            <a:r>
              <a:rPr lang="fr-FR" smtClean="0"/>
              <a:t>                         its taking me higher
	8-  IL M’EMMÈNE PLUS HAUT </a:t>
            </a:r>
          </a:p>
          <a:p>
            <a:r>
              <a:rPr lang="fr-FR" smtClean="0"/>
              <a:t>                         its taking me higher</a:t>
            </a:r>
          </a:p>
          <a:p>
            <a:r>
              <a:rPr lang="fr-FR" smtClean="0"/>
              <a:t>   </a:t>
            </a:r>
          </a:p>
          <a:p>
            <a:r>
              <a:rPr lang="fr-FR" smtClean="0"/>
              <a:t>9-  TU ME DONNES L’AMOUR INFINI ET TOUT CE DONT J’AI BESOIN ICI </a:t>
            </a:r>
          </a:p>
          <a:p>
            <a:r>
              <a:rPr lang="fr-FR" smtClean="0"/>
              <a:t>     you've given me love unfailing you've given me everything i need</a:t>
            </a:r>
          </a:p>
          <a:p>
            <a:r>
              <a:rPr lang="fr-FR" smtClean="0"/>
              <a:t> 10-  TU ME DONNES TA FAVEUR ET AUSSI JE PEUX VOIR ET J’ENTENDS </a:t>
            </a:r>
          </a:p>
          <a:p>
            <a:r>
              <a:rPr lang="fr-FR" smtClean="0"/>
              <a:t>      you've given me favor given me eyes to see, ears to hear</a:t>
            </a:r>
          </a:p>
          <a:p>
            <a:r>
              <a:rPr lang="fr-FR" smtClean="0"/>
              <a:t> 11-  TES PROMESSES POUR MOI </a:t>
            </a:r>
          </a:p>
          <a:p>
            <a:r>
              <a:rPr lang="fr-FR" smtClean="0"/>
              <a:t>      your promises for me   
</a:t>
            </a:r>
          </a:p>
          <a:p>
            <a:r>
              <a:rPr lang="fr-FR" smtClean="0"/>
              <a:t>	12-  TES VOIES DÉPASSENT MES VOIES TES PENSÉES PLUS GRANDES QUE MOI </a:t>
            </a:r>
          </a:p>
          <a:p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endParaRPr lang="fr-FR" smtClean="0"/>
          </a:p>
          <a:p>
            <a:r>
              <a:rPr lang="fr-FR" smtClean="0"/>
              <a:t>15-  OUVRE LES CIEUX SUR MOI UNE PORTE OUVERTE SE TIENT DEVANT MOI</a:t>
            </a:r>
          </a:p>
          <a:p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r>
              <a:rPr lang="fr-FR" smtClean="0"/>
              <a:t>        i can see the light and it’s taking me higher
17-  ELLE M’EMMÈNE PLUS HAUT</a:t>
            </a:r>
          </a:p>
          <a:p>
            <a:r>
              <a:rPr lang="fr-FR" smtClean="0"/>
              <a:t>        it’s taking me higher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18-  OUVRE LES CIEUX SUR MOI MONTRE-MOI</a:t>
            </a:r>
          </a:p>
          <a:p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r>
              <a:rPr lang="fr-FR" smtClean="0"/>
              <a:t>                           the way that you set before me i can hear the sound and
	20-  QUI NOUS EMMÈNE PLUS HAUT </a:t>
            </a:r>
          </a:p>
          <a:p>
            <a:r>
              <a:rPr lang="fr-FR" smtClean="0"/>
              <a:t>                           it’s taking us higher
	21-  IL NOUS EMMÈNE PLUS HAUT IL NOUS EMMÈNE PLUS HAUT </a:t>
            </a:r>
          </a:p>
          <a:p>
            <a:r>
              <a:rPr lang="fr-FR" smtClean="0"/>
              <a:t>                            it’s taking us higher</a:t>
            </a:r>
          </a:p>
          <a:p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pPr>
              <a:defRPr/>
            </a:pPr>
            <a:r>
              <a:rPr lang="fr-FR" smtClean="0"/>
              <a:t>      i can see the light and it’s taking me higher
3-  ELLE M’EMMÈNE PLUS HAUT</a:t>
            </a:r>
          </a:p>
          <a:p>
            <a:pPr>
              <a:defRPr/>
            </a:pPr>
            <a:r>
              <a:rPr lang="fr-FR" smtClean="0"/>
              <a:t>      it’s taking me higher</a:t>
            </a:r>
          </a:p>
          <a:p>
            <a:pPr>
              <a:defRPr/>
            </a:pPr>
            <a:r>
              <a:rPr lang="fr-FR" smtClean="0"/>
              <a:t>    </a:t>
            </a:r>
          </a:p>
          <a:p>
            <a:pPr>
              <a:defRPr/>
            </a:pPr>
            <a:r>
              <a:rPr lang="fr-FR" smtClean="0"/>
              <a:t>	4-  OUVRE LES CIEUX SUR MOI MONTRE-MOI</a:t>
            </a:r>
          </a:p>
          <a:p>
            <a:pPr>
              <a:defRPr/>
            </a:pPr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the way that you set before me i can hear the sound 
	6-  ET IL M’EMMÈNE PLUS HAUT </a:t>
            </a:r>
          </a:p>
          <a:p>
            <a:pPr>
              <a:defRPr/>
            </a:pPr>
            <a:r>
              <a:rPr lang="fr-FR" smtClean="0"/>
              <a:t>                         and it’s taking me higher
	7-  IL M’EMMÈNE PLUS HAUT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
	8- 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</a:t>
            </a:r>
          </a:p>
          <a:p>
            <a:pPr>
              <a:defRPr/>
            </a:pPr>
            <a:r>
              <a:rPr lang="fr-FR" smtClean="0"/>
              <a:t>   </a:t>
            </a:r>
          </a:p>
          <a:p>
            <a:pPr>
              <a:defRPr/>
            </a:pPr>
            <a:r>
              <a:rPr lang="fr-FR" smtClean="0"/>
              <a:t>9-  TU ME DONNES L’AMOUR INFINI ET TOUT CE DONT J’AI BESOIN ICI </a:t>
            </a:r>
          </a:p>
          <a:p>
            <a:pPr>
              <a:defRPr/>
            </a:pPr>
            <a:r>
              <a:rPr lang="fr-FR" smtClean="0"/>
              <a:t>     you've given me love unfailing you've given me everything i need</a:t>
            </a:r>
          </a:p>
          <a:p>
            <a:pPr>
              <a:defRPr/>
            </a:pPr>
            <a:r>
              <a:rPr lang="fr-FR" smtClean="0"/>
              <a:t> 10-  TU ME DONNES TA FAVEUR ET AUSSI JE PEUX VOIR ET J’ENTENDS </a:t>
            </a:r>
          </a:p>
          <a:p>
            <a:pPr>
              <a:defRPr/>
            </a:pPr>
            <a:r>
              <a:rPr lang="fr-FR" smtClean="0"/>
              <a:t>      you've given me favor given me eyes to see, ears to hear</a:t>
            </a:r>
          </a:p>
          <a:p>
            <a:pPr>
              <a:defRPr/>
            </a:pPr>
            <a:r>
              <a:rPr lang="fr-FR" smtClean="0"/>
              <a:t> 11-  TES PROMESSES POUR MOI </a:t>
            </a:r>
          </a:p>
          <a:p>
            <a:pPr>
              <a:defRPr/>
            </a:pPr>
            <a:r>
              <a:rPr lang="fr-FR" smtClean="0"/>
              <a:t>      your promises for me   
</a:t>
            </a:r>
          </a:p>
          <a:p>
            <a:pPr>
              <a:defRPr/>
            </a:pPr>
            <a:r>
              <a:rPr lang="fr-FR" smtClean="0"/>
              <a:t>	12-  TES VOIES DÉPASSENT MES VOIES TES PENSÉES PLUS GRANDES QUE MOI </a:t>
            </a:r>
          </a:p>
          <a:p>
            <a:pPr>
              <a:defRPr/>
            </a:pPr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pPr>
              <a:defRPr/>
            </a:pPr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pPr>
              <a:defRPr/>
            </a:pPr>
            <a:r>
              <a:rPr lang="fr-FR" smtClean="0"/>
              <a:t>        i can see the light and it’s taking me higher
17-  ELLE M’EMMÈNE PLUS HAUT</a:t>
            </a:r>
          </a:p>
          <a:p>
            <a:pPr>
              <a:defRPr/>
            </a:pPr>
            <a:r>
              <a:rPr lang="fr-FR" smtClean="0"/>
              <a:t>        it’s taking me higher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18-  OUVRE LES CIEUX SUR MOI MONTRE-MOI</a:t>
            </a:r>
          </a:p>
          <a:p>
            <a:pPr>
              <a:defRPr/>
            </a:pPr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   the way that you set before me i can hear the sound and
	20-  QUI NOUS EMMÈNE PLUS HAUT </a:t>
            </a:r>
          </a:p>
          <a:p>
            <a:pPr>
              <a:defRPr/>
            </a:pPr>
            <a:r>
              <a:rPr lang="fr-FR" smtClean="0"/>
              <a:t>                           it’s taking us higher
	21-  IL NOUS EMMÈNE PLUS HAUT IL NOUS EMMÈNE PLUS HAUT </a:t>
            </a:r>
          </a:p>
          <a:p>
            <a:pPr>
              <a:defRPr/>
            </a:pPr>
            <a:r>
              <a:rPr lang="fr-FR" smtClean="0"/>
              <a:t>                            it’s taking us higher</a:t>
            </a:r>
          </a:p>
          <a:p>
            <a:pPr>
              <a:defRPr/>
            </a:pPr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pPr>
              <a:defRPr/>
            </a:pPr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pPr>
              <a:defRPr/>
            </a:pPr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pPr>
              <a:defRPr/>
            </a:pPr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pPr>
              <a:defRPr/>
            </a:pPr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pPr>
              <a:defRPr/>
            </a:pPr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  <p:sp>
        <p:nvSpPr>
          <p:cNvPr id="512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OUVRE LES CIEUX SUR MOI UNE PORTE OUVERTE SE TIENT DEVANT MOI</a:t>
            </a:r>
          </a:p>
          <a:p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r>
              <a:rPr lang="fr-FR" smtClean="0"/>
              <a:t>      i can see the light and it’s taking me higher
3-  ELLE M’EMMÈNE PLUS HAUT</a:t>
            </a:r>
          </a:p>
          <a:p>
            <a:r>
              <a:rPr lang="fr-FR" smtClean="0"/>
              <a:t>      it’s taking me higher</a:t>
            </a:r>
          </a:p>
          <a:p>
            <a:r>
              <a:rPr lang="fr-FR" smtClean="0"/>
              <a:t>    </a:t>
            </a:r>
          </a:p>
          <a:p>
            <a:r>
              <a:rPr lang="fr-FR" smtClean="0"/>
              <a:t>	4-  OUVRE LES CIEUX SUR MOI MONTRE-MOI</a:t>
            </a:r>
          </a:p>
          <a:p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r>
              <a:rPr lang="fr-FR" smtClean="0"/>
              <a:t>                        the way that you set before me i can hear the sound 
	6-  ET IL M’EMMÈNE PLUS HAUT </a:t>
            </a:r>
          </a:p>
          <a:p>
            <a:r>
              <a:rPr lang="fr-FR" smtClean="0"/>
              <a:t>                         and it’s taking me higher
	7-  IL M’EMMÈNE PLUS HAUT IL M’EMMÈNE PLUS HAUT </a:t>
            </a:r>
          </a:p>
          <a:p>
            <a:r>
              <a:rPr lang="fr-FR" smtClean="0"/>
              <a:t>                         its taking me higher
	8-  IL M’EMMÈNE PLUS HAUT </a:t>
            </a:r>
          </a:p>
          <a:p>
            <a:r>
              <a:rPr lang="fr-FR" smtClean="0"/>
              <a:t>                         its taking me higher</a:t>
            </a:r>
          </a:p>
          <a:p>
            <a:r>
              <a:rPr lang="fr-FR" smtClean="0"/>
              <a:t>   </a:t>
            </a:r>
          </a:p>
          <a:p>
            <a:r>
              <a:rPr lang="fr-FR" smtClean="0"/>
              <a:t>9-  TU ME DONNES L’AMOUR INFINI ET TOUT CE DONT J’AI BESOIN ICI </a:t>
            </a:r>
          </a:p>
          <a:p>
            <a:r>
              <a:rPr lang="fr-FR" smtClean="0"/>
              <a:t>     you've given me love unfailing you've given me everything i need</a:t>
            </a:r>
          </a:p>
          <a:p>
            <a:r>
              <a:rPr lang="fr-FR" smtClean="0"/>
              <a:t> 10-  TU ME DONNES TA FAVEUR ET AUSSI JE PEUX VOIR ET J’ENTENDS </a:t>
            </a:r>
          </a:p>
          <a:p>
            <a:r>
              <a:rPr lang="fr-FR" smtClean="0"/>
              <a:t>      you've given me favor given me eyes to see, ears to hear</a:t>
            </a:r>
          </a:p>
          <a:p>
            <a:r>
              <a:rPr lang="fr-FR" smtClean="0"/>
              <a:t> 11-  TES PROMESSES POUR MOI </a:t>
            </a:r>
          </a:p>
          <a:p>
            <a:r>
              <a:rPr lang="fr-FR" smtClean="0"/>
              <a:t>      your promises for me   
</a:t>
            </a:r>
          </a:p>
          <a:p>
            <a:r>
              <a:rPr lang="fr-FR" smtClean="0"/>
              <a:t>	12-  TES VOIES DÉPASSENT MES VOIES TES PENSÉES PLUS GRANDES QUE MOI </a:t>
            </a:r>
          </a:p>
          <a:p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endParaRPr lang="fr-FR" smtClean="0"/>
          </a:p>
          <a:p>
            <a:r>
              <a:rPr lang="fr-FR" smtClean="0"/>
              <a:t>15-  OUVRE LES CIEUX SUR MOI UNE PORTE OUVERTE SE TIENT DEVANT MOI</a:t>
            </a:r>
          </a:p>
          <a:p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r>
              <a:rPr lang="fr-FR" smtClean="0"/>
              <a:t>        i can see the light and it’s taking me higher
17-  ELLE M’EMMÈNE PLUS HAUT</a:t>
            </a:r>
          </a:p>
          <a:p>
            <a:r>
              <a:rPr lang="fr-FR" smtClean="0"/>
              <a:t>        it’s taking me higher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18-  OUVRE LES CIEUX SUR MOI MONTRE-MOI</a:t>
            </a:r>
          </a:p>
          <a:p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r>
              <a:rPr lang="fr-FR" smtClean="0"/>
              <a:t>                           the way that you set before me i can hear the sound and
	20-  QUI NOUS EMMÈNE PLUS HAUT </a:t>
            </a:r>
          </a:p>
          <a:p>
            <a:r>
              <a:rPr lang="fr-FR" smtClean="0"/>
              <a:t>                           it’s taking us higher
	21-  IL NOUS EMMÈNE PLUS HAUT IL NOUS EMMÈNE PLUS HAUT </a:t>
            </a:r>
          </a:p>
          <a:p>
            <a:r>
              <a:rPr lang="fr-FR" smtClean="0"/>
              <a:t>                            it’s taking us higher</a:t>
            </a:r>
          </a:p>
          <a:p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pPr>
              <a:defRPr/>
            </a:pPr>
            <a:r>
              <a:rPr lang="fr-FR" smtClean="0"/>
              <a:t>      i can see the light and it’s taking me higher
3-  ELLE M’EMMÈNE PLUS HAUT</a:t>
            </a:r>
          </a:p>
          <a:p>
            <a:pPr>
              <a:defRPr/>
            </a:pPr>
            <a:r>
              <a:rPr lang="fr-FR" smtClean="0"/>
              <a:t>      it’s taking me higher</a:t>
            </a:r>
          </a:p>
          <a:p>
            <a:pPr>
              <a:defRPr/>
            </a:pPr>
            <a:r>
              <a:rPr lang="fr-FR" smtClean="0"/>
              <a:t>    </a:t>
            </a:r>
          </a:p>
          <a:p>
            <a:pPr>
              <a:defRPr/>
            </a:pPr>
            <a:r>
              <a:rPr lang="fr-FR" smtClean="0"/>
              <a:t>	4-  OUVRE LES CIEUX SUR MOI MONTRE-MOI</a:t>
            </a:r>
          </a:p>
          <a:p>
            <a:pPr>
              <a:defRPr/>
            </a:pPr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the way that you set before me i can hear the sound 
	6-  ET IL M’EMMÈNE PLUS HAUT </a:t>
            </a:r>
          </a:p>
          <a:p>
            <a:pPr>
              <a:defRPr/>
            </a:pPr>
            <a:r>
              <a:rPr lang="fr-FR" smtClean="0"/>
              <a:t>                         and it’s taking me higher
	7-  IL M’EMMÈNE PLUS HAUT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
	8- 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</a:t>
            </a:r>
          </a:p>
          <a:p>
            <a:pPr>
              <a:defRPr/>
            </a:pPr>
            <a:r>
              <a:rPr lang="fr-FR" smtClean="0"/>
              <a:t>   </a:t>
            </a:r>
          </a:p>
          <a:p>
            <a:pPr>
              <a:defRPr/>
            </a:pPr>
            <a:r>
              <a:rPr lang="fr-FR" smtClean="0"/>
              <a:t>9-  TU ME DONNES L’AMOUR INFINI ET TOUT CE DONT J’AI BESOIN ICI </a:t>
            </a:r>
          </a:p>
          <a:p>
            <a:pPr>
              <a:defRPr/>
            </a:pPr>
            <a:r>
              <a:rPr lang="fr-FR" smtClean="0"/>
              <a:t>     you've given me love unfailing you've given me everything i need</a:t>
            </a:r>
          </a:p>
          <a:p>
            <a:pPr>
              <a:defRPr/>
            </a:pPr>
            <a:r>
              <a:rPr lang="fr-FR" smtClean="0"/>
              <a:t> 10-  TU ME DONNES TA FAVEUR ET AUSSI JE PEUX VOIR ET J’ENTENDS </a:t>
            </a:r>
          </a:p>
          <a:p>
            <a:pPr>
              <a:defRPr/>
            </a:pPr>
            <a:r>
              <a:rPr lang="fr-FR" smtClean="0"/>
              <a:t>      you've given me favor given me eyes to see, ears to hear</a:t>
            </a:r>
          </a:p>
          <a:p>
            <a:pPr>
              <a:defRPr/>
            </a:pPr>
            <a:r>
              <a:rPr lang="fr-FR" smtClean="0"/>
              <a:t> 11-  TES PROMESSES POUR MOI </a:t>
            </a:r>
          </a:p>
          <a:p>
            <a:pPr>
              <a:defRPr/>
            </a:pPr>
            <a:r>
              <a:rPr lang="fr-FR" smtClean="0"/>
              <a:t>      your promises for me   
</a:t>
            </a:r>
          </a:p>
          <a:p>
            <a:pPr>
              <a:defRPr/>
            </a:pPr>
            <a:r>
              <a:rPr lang="fr-FR" smtClean="0"/>
              <a:t>	12-  TES VOIES DÉPASSENT MES VOIES TES PENSÉES PLUS GRANDES QUE MOI </a:t>
            </a:r>
          </a:p>
          <a:p>
            <a:pPr>
              <a:defRPr/>
            </a:pPr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pPr>
              <a:defRPr/>
            </a:pPr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pPr>
              <a:defRPr/>
            </a:pPr>
            <a:r>
              <a:rPr lang="fr-FR" smtClean="0"/>
              <a:t>        i can see the light and it’s taking me higher
17-  ELLE M’EMMÈNE PLUS HAUT</a:t>
            </a:r>
          </a:p>
          <a:p>
            <a:pPr>
              <a:defRPr/>
            </a:pPr>
            <a:r>
              <a:rPr lang="fr-FR" smtClean="0"/>
              <a:t>        it’s taking me higher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18-  OUVRE LES CIEUX SUR MOI MONTRE-MOI</a:t>
            </a:r>
          </a:p>
          <a:p>
            <a:pPr>
              <a:defRPr/>
            </a:pPr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   the way that you set before me i can hear the sound and
	20-  QUI NOUS EMMÈNE PLUS HAUT </a:t>
            </a:r>
          </a:p>
          <a:p>
            <a:pPr>
              <a:defRPr/>
            </a:pPr>
            <a:r>
              <a:rPr lang="fr-FR" smtClean="0"/>
              <a:t>                           it’s taking us higher
	21-  IL NOUS EMMÈNE PLUS HAUT IL NOUS EMMÈNE PLUS HAUT </a:t>
            </a:r>
          </a:p>
          <a:p>
            <a:pPr>
              <a:defRPr/>
            </a:pPr>
            <a:r>
              <a:rPr lang="fr-FR" smtClean="0"/>
              <a:t>                            it’s taking us higher</a:t>
            </a:r>
          </a:p>
          <a:p>
            <a:pPr>
              <a:defRPr/>
            </a:pPr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pPr>
              <a:defRPr/>
            </a:pPr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pPr>
              <a:defRPr/>
            </a:pPr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pPr>
              <a:defRPr/>
            </a:pPr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pPr>
              <a:defRPr/>
            </a:pPr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pPr>
              <a:defRPr/>
            </a:pPr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  <p:sp>
        <p:nvSpPr>
          <p:cNvPr id="522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OUVRE LES CIEUX SUR MOI UNE PORTE OUVERTE SE TIENT DEVANT MOI</a:t>
            </a:r>
          </a:p>
          <a:p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r>
              <a:rPr lang="fr-FR" smtClean="0"/>
              <a:t>      i can see the light and it’s taking me higher
3-  ELLE M’EMMÈNE PLUS HAUT</a:t>
            </a:r>
          </a:p>
          <a:p>
            <a:r>
              <a:rPr lang="fr-FR" smtClean="0"/>
              <a:t>      it’s taking me higher</a:t>
            </a:r>
          </a:p>
          <a:p>
            <a:r>
              <a:rPr lang="fr-FR" smtClean="0"/>
              <a:t>    </a:t>
            </a:r>
          </a:p>
          <a:p>
            <a:r>
              <a:rPr lang="fr-FR" smtClean="0"/>
              <a:t>	4-  OUVRE LES CIEUX SUR MOI MONTRE-MOI</a:t>
            </a:r>
          </a:p>
          <a:p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r>
              <a:rPr lang="fr-FR" smtClean="0"/>
              <a:t>                        the way that you set before me i can hear the sound 
	6-  ET IL M’EMMÈNE PLUS HAUT </a:t>
            </a:r>
          </a:p>
          <a:p>
            <a:r>
              <a:rPr lang="fr-FR" smtClean="0"/>
              <a:t>                         and it’s taking me higher
	7-  IL M’EMMÈNE PLUS HAUT IL M’EMMÈNE PLUS HAUT </a:t>
            </a:r>
          </a:p>
          <a:p>
            <a:r>
              <a:rPr lang="fr-FR" smtClean="0"/>
              <a:t>                         its taking me higher
	8-  IL M’EMMÈNE PLUS HAUT </a:t>
            </a:r>
          </a:p>
          <a:p>
            <a:r>
              <a:rPr lang="fr-FR" smtClean="0"/>
              <a:t>                         its taking me higher</a:t>
            </a:r>
          </a:p>
          <a:p>
            <a:r>
              <a:rPr lang="fr-FR" smtClean="0"/>
              <a:t>   </a:t>
            </a:r>
          </a:p>
          <a:p>
            <a:r>
              <a:rPr lang="fr-FR" smtClean="0"/>
              <a:t>9-  TU ME DONNES L’AMOUR INFINI ET TOUT CE DONT J’AI BESOIN ICI </a:t>
            </a:r>
          </a:p>
          <a:p>
            <a:r>
              <a:rPr lang="fr-FR" smtClean="0"/>
              <a:t>     you've given me love unfailing you've given me everything i need</a:t>
            </a:r>
          </a:p>
          <a:p>
            <a:r>
              <a:rPr lang="fr-FR" smtClean="0"/>
              <a:t> 10-  TU ME DONNES TA FAVEUR ET AUSSI JE PEUX VOIR ET J’ENTENDS </a:t>
            </a:r>
          </a:p>
          <a:p>
            <a:r>
              <a:rPr lang="fr-FR" smtClean="0"/>
              <a:t>      you've given me favor given me eyes to see, ears to hear</a:t>
            </a:r>
          </a:p>
          <a:p>
            <a:r>
              <a:rPr lang="fr-FR" smtClean="0"/>
              <a:t> 11-  TES PROMESSES POUR MOI </a:t>
            </a:r>
          </a:p>
          <a:p>
            <a:r>
              <a:rPr lang="fr-FR" smtClean="0"/>
              <a:t>      your promises for me   
</a:t>
            </a:r>
          </a:p>
          <a:p>
            <a:r>
              <a:rPr lang="fr-FR" smtClean="0"/>
              <a:t>	12-  TES VOIES DÉPASSENT MES VOIES TES PENSÉES PLUS GRANDES QUE MOI </a:t>
            </a:r>
          </a:p>
          <a:p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endParaRPr lang="fr-FR" smtClean="0"/>
          </a:p>
          <a:p>
            <a:r>
              <a:rPr lang="fr-FR" smtClean="0"/>
              <a:t>15-  OUVRE LES CIEUX SUR MOI UNE PORTE OUVERTE SE TIENT DEVANT MOI</a:t>
            </a:r>
          </a:p>
          <a:p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r>
              <a:rPr lang="fr-FR" smtClean="0"/>
              <a:t>        i can see the light and it’s taking me higher
17-  ELLE M’EMMÈNE PLUS HAUT</a:t>
            </a:r>
          </a:p>
          <a:p>
            <a:r>
              <a:rPr lang="fr-FR" smtClean="0"/>
              <a:t>        it’s taking me higher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18-  OUVRE LES CIEUX SUR MOI MONTRE-MOI</a:t>
            </a:r>
          </a:p>
          <a:p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r>
              <a:rPr lang="fr-FR" smtClean="0"/>
              <a:t>                           the way that you set before me i can hear the sound and
	20-  QUI NOUS EMMÈNE PLUS HAUT </a:t>
            </a:r>
          </a:p>
          <a:p>
            <a:r>
              <a:rPr lang="fr-FR" smtClean="0"/>
              <a:t>                           it’s taking us higher
	21-  IL NOUS EMMÈNE PLUS HAUT IL NOUS EMMÈNE PLUS HAUT </a:t>
            </a:r>
          </a:p>
          <a:p>
            <a:r>
              <a:rPr lang="fr-FR" smtClean="0"/>
              <a:t>                            it’s taking us higher</a:t>
            </a:r>
          </a:p>
          <a:p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pPr>
              <a:defRPr/>
            </a:pPr>
            <a:r>
              <a:rPr lang="fr-FR" smtClean="0"/>
              <a:t>      i can see the light and it’s taking me higher
3-  ELLE M’EMMÈNE PLUS HAUT</a:t>
            </a:r>
          </a:p>
          <a:p>
            <a:pPr>
              <a:defRPr/>
            </a:pPr>
            <a:r>
              <a:rPr lang="fr-FR" smtClean="0"/>
              <a:t>      it’s taking me higher</a:t>
            </a:r>
          </a:p>
          <a:p>
            <a:pPr>
              <a:defRPr/>
            </a:pPr>
            <a:r>
              <a:rPr lang="fr-FR" smtClean="0"/>
              <a:t>    </a:t>
            </a:r>
          </a:p>
          <a:p>
            <a:pPr>
              <a:defRPr/>
            </a:pPr>
            <a:r>
              <a:rPr lang="fr-FR" smtClean="0"/>
              <a:t>	4-  OUVRE LES CIEUX SUR MOI MONTRE-MOI</a:t>
            </a:r>
          </a:p>
          <a:p>
            <a:pPr>
              <a:defRPr/>
            </a:pPr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the way that you set before me i can hear the sound 
	6-  ET IL M’EMMÈNE PLUS HAUT </a:t>
            </a:r>
          </a:p>
          <a:p>
            <a:pPr>
              <a:defRPr/>
            </a:pPr>
            <a:r>
              <a:rPr lang="fr-FR" smtClean="0"/>
              <a:t>                         and it’s taking me higher
	7-  IL M’EMMÈNE PLUS HAUT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
	8- 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</a:t>
            </a:r>
          </a:p>
          <a:p>
            <a:pPr>
              <a:defRPr/>
            </a:pPr>
            <a:r>
              <a:rPr lang="fr-FR" smtClean="0"/>
              <a:t>   </a:t>
            </a:r>
          </a:p>
          <a:p>
            <a:pPr>
              <a:defRPr/>
            </a:pPr>
            <a:r>
              <a:rPr lang="fr-FR" smtClean="0"/>
              <a:t>9-  TU ME DONNES L’AMOUR INFINI ET TOUT CE DONT J’AI BESOIN ICI </a:t>
            </a:r>
          </a:p>
          <a:p>
            <a:pPr>
              <a:defRPr/>
            </a:pPr>
            <a:r>
              <a:rPr lang="fr-FR" smtClean="0"/>
              <a:t>     you've given me love unfailing you've given me everything i need</a:t>
            </a:r>
          </a:p>
          <a:p>
            <a:pPr>
              <a:defRPr/>
            </a:pPr>
            <a:r>
              <a:rPr lang="fr-FR" smtClean="0"/>
              <a:t> 10-  TU ME DONNES TA FAVEUR ET AUSSI JE PEUX VOIR ET J’ENTENDS </a:t>
            </a:r>
          </a:p>
          <a:p>
            <a:pPr>
              <a:defRPr/>
            </a:pPr>
            <a:r>
              <a:rPr lang="fr-FR" smtClean="0"/>
              <a:t>      you've given me favor given me eyes to see, ears to hear</a:t>
            </a:r>
          </a:p>
          <a:p>
            <a:pPr>
              <a:defRPr/>
            </a:pPr>
            <a:r>
              <a:rPr lang="fr-FR" smtClean="0"/>
              <a:t> 11-  TES PROMESSES POUR MOI </a:t>
            </a:r>
          </a:p>
          <a:p>
            <a:pPr>
              <a:defRPr/>
            </a:pPr>
            <a:r>
              <a:rPr lang="fr-FR" smtClean="0"/>
              <a:t>      your promises for me   
</a:t>
            </a:r>
          </a:p>
          <a:p>
            <a:pPr>
              <a:defRPr/>
            </a:pPr>
            <a:r>
              <a:rPr lang="fr-FR" smtClean="0"/>
              <a:t>	12-  TES VOIES DÉPASSENT MES VOIES TES PENSÉES PLUS GRANDES QUE MOI </a:t>
            </a:r>
          </a:p>
          <a:p>
            <a:pPr>
              <a:defRPr/>
            </a:pPr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pPr>
              <a:defRPr/>
            </a:pPr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pPr>
              <a:defRPr/>
            </a:pPr>
            <a:r>
              <a:rPr lang="fr-FR" smtClean="0"/>
              <a:t>        i can see the light and it’s taking me higher
17-  ELLE M’EMMÈNE PLUS HAUT</a:t>
            </a:r>
          </a:p>
          <a:p>
            <a:pPr>
              <a:defRPr/>
            </a:pPr>
            <a:r>
              <a:rPr lang="fr-FR" smtClean="0"/>
              <a:t>        it’s taking me higher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18-  OUVRE LES CIEUX SUR MOI MONTRE-MOI</a:t>
            </a:r>
          </a:p>
          <a:p>
            <a:pPr>
              <a:defRPr/>
            </a:pPr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   the way that you set before me i can hear the sound and
	20-  QUI NOUS EMMÈNE PLUS HAUT </a:t>
            </a:r>
          </a:p>
          <a:p>
            <a:pPr>
              <a:defRPr/>
            </a:pPr>
            <a:r>
              <a:rPr lang="fr-FR" smtClean="0"/>
              <a:t>                           it’s taking us higher
	21-  IL NOUS EMMÈNE PLUS HAUT IL NOUS EMMÈNE PLUS HAUT </a:t>
            </a:r>
          </a:p>
          <a:p>
            <a:pPr>
              <a:defRPr/>
            </a:pPr>
            <a:r>
              <a:rPr lang="fr-FR" smtClean="0"/>
              <a:t>                            it’s taking us higher</a:t>
            </a:r>
          </a:p>
          <a:p>
            <a:pPr>
              <a:defRPr/>
            </a:pPr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pPr>
              <a:defRPr/>
            </a:pPr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pPr>
              <a:defRPr/>
            </a:pPr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pPr>
              <a:defRPr/>
            </a:pPr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pPr>
              <a:defRPr/>
            </a:pPr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pPr>
              <a:defRPr/>
            </a:pPr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  <p:sp>
        <p:nvSpPr>
          <p:cNvPr id="532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OUVRE LES CIEUX SUR MOI UNE PORTE OUVERTE SE TIENT DEVANT MOI</a:t>
            </a:r>
          </a:p>
          <a:p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r>
              <a:rPr lang="fr-FR" smtClean="0"/>
              <a:t>      i can see the light and it’s taking me higher
3-  ELLE M’EMMÈNE PLUS HAUT</a:t>
            </a:r>
          </a:p>
          <a:p>
            <a:r>
              <a:rPr lang="fr-FR" smtClean="0"/>
              <a:t>      it’s taking me higher</a:t>
            </a:r>
          </a:p>
          <a:p>
            <a:r>
              <a:rPr lang="fr-FR" smtClean="0"/>
              <a:t>    </a:t>
            </a:r>
          </a:p>
          <a:p>
            <a:r>
              <a:rPr lang="fr-FR" smtClean="0"/>
              <a:t>	4-  OUVRE LES CIEUX SUR MOI MONTRE-MOI</a:t>
            </a:r>
          </a:p>
          <a:p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r>
              <a:rPr lang="fr-FR" smtClean="0"/>
              <a:t>                        the way that you set before me i can hear the sound 
	6-  ET IL M’EMMÈNE PLUS HAUT </a:t>
            </a:r>
          </a:p>
          <a:p>
            <a:r>
              <a:rPr lang="fr-FR" smtClean="0"/>
              <a:t>                         and it’s taking me higher
	7-  IL M’EMMÈNE PLUS HAUT IL M’EMMÈNE PLUS HAUT </a:t>
            </a:r>
          </a:p>
          <a:p>
            <a:r>
              <a:rPr lang="fr-FR" smtClean="0"/>
              <a:t>                         its taking me higher
	8-  IL M’EMMÈNE PLUS HAUT </a:t>
            </a:r>
          </a:p>
          <a:p>
            <a:r>
              <a:rPr lang="fr-FR" smtClean="0"/>
              <a:t>                         its taking me higher</a:t>
            </a:r>
          </a:p>
          <a:p>
            <a:r>
              <a:rPr lang="fr-FR" smtClean="0"/>
              <a:t>   </a:t>
            </a:r>
          </a:p>
          <a:p>
            <a:r>
              <a:rPr lang="fr-FR" smtClean="0"/>
              <a:t>9-  TU ME DONNES L’AMOUR INFINI ET TOUT CE DONT J’AI BESOIN ICI </a:t>
            </a:r>
          </a:p>
          <a:p>
            <a:r>
              <a:rPr lang="fr-FR" smtClean="0"/>
              <a:t>     you've given me love unfailing you've given me everything i need</a:t>
            </a:r>
          </a:p>
          <a:p>
            <a:r>
              <a:rPr lang="fr-FR" smtClean="0"/>
              <a:t> 10-  TU ME DONNES TA FAVEUR ET AUSSI JE PEUX VOIR ET J’ENTENDS </a:t>
            </a:r>
          </a:p>
          <a:p>
            <a:r>
              <a:rPr lang="fr-FR" smtClean="0"/>
              <a:t>      you've given me favor given me eyes to see, ears to hear</a:t>
            </a:r>
          </a:p>
          <a:p>
            <a:r>
              <a:rPr lang="fr-FR" smtClean="0"/>
              <a:t> 11-  TES PROMESSES POUR MOI </a:t>
            </a:r>
          </a:p>
          <a:p>
            <a:r>
              <a:rPr lang="fr-FR" smtClean="0"/>
              <a:t>      your promises for me   
</a:t>
            </a:r>
          </a:p>
          <a:p>
            <a:r>
              <a:rPr lang="fr-FR" smtClean="0"/>
              <a:t>	12-  TES VOIES DÉPASSENT MES VOIES TES PENSÉES PLUS GRANDES QUE MOI </a:t>
            </a:r>
          </a:p>
          <a:p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endParaRPr lang="fr-FR" smtClean="0"/>
          </a:p>
          <a:p>
            <a:r>
              <a:rPr lang="fr-FR" smtClean="0"/>
              <a:t>15-  OUVRE LES CIEUX SUR MOI UNE PORTE OUVERTE SE TIENT DEVANT MOI</a:t>
            </a:r>
          </a:p>
          <a:p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r>
              <a:rPr lang="fr-FR" smtClean="0"/>
              <a:t>        i can see the light and it’s taking me higher
17-  ELLE M’EMMÈNE PLUS HAUT</a:t>
            </a:r>
          </a:p>
          <a:p>
            <a:r>
              <a:rPr lang="fr-FR" smtClean="0"/>
              <a:t>        it’s taking me higher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18-  OUVRE LES CIEUX SUR MOI MONTRE-MOI</a:t>
            </a:r>
          </a:p>
          <a:p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r>
              <a:rPr lang="fr-FR" smtClean="0"/>
              <a:t>                           the way that you set before me i can hear the sound and
	20-  QUI NOUS EMMÈNE PLUS HAUT </a:t>
            </a:r>
          </a:p>
          <a:p>
            <a:r>
              <a:rPr lang="fr-FR" smtClean="0"/>
              <a:t>                           it’s taking us higher
	21-  IL NOUS EMMÈNE PLUS HAUT IL NOUS EMMÈNE PLUS HAUT </a:t>
            </a:r>
          </a:p>
          <a:p>
            <a:r>
              <a:rPr lang="fr-FR" smtClean="0"/>
              <a:t>                            it’s taking us higher</a:t>
            </a:r>
          </a:p>
          <a:p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pPr>
              <a:defRPr/>
            </a:pPr>
            <a:r>
              <a:rPr lang="fr-FR" smtClean="0"/>
              <a:t>      i can see the light and it’s taking me higher
3-  ELLE M’EMMÈNE PLUS HAUT</a:t>
            </a:r>
          </a:p>
          <a:p>
            <a:pPr>
              <a:defRPr/>
            </a:pPr>
            <a:r>
              <a:rPr lang="fr-FR" smtClean="0"/>
              <a:t>      it’s taking me higher</a:t>
            </a:r>
          </a:p>
          <a:p>
            <a:pPr>
              <a:defRPr/>
            </a:pPr>
            <a:r>
              <a:rPr lang="fr-FR" smtClean="0"/>
              <a:t>    </a:t>
            </a:r>
          </a:p>
          <a:p>
            <a:pPr>
              <a:defRPr/>
            </a:pPr>
            <a:r>
              <a:rPr lang="fr-FR" smtClean="0"/>
              <a:t>	4-  OUVRE LES CIEUX SUR MOI MONTRE-MOI</a:t>
            </a:r>
          </a:p>
          <a:p>
            <a:pPr>
              <a:defRPr/>
            </a:pPr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the way that you set before me i can hear the sound 
	6-  ET IL M’EMMÈNE PLUS HAUT </a:t>
            </a:r>
          </a:p>
          <a:p>
            <a:pPr>
              <a:defRPr/>
            </a:pPr>
            <a:r>
              <a:rPr lang="fr-FR" smtClean="0"/>
              <a:t>                         and it’s taking me higher
	7-  IL M’EMMÈNE PLUS HAUT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
	8- 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</a:t>
            </a:r>
          </a:p>
          <a:p>
            <a:pPr>
              <a:defRPr/>
            </a:pPr>
            <a:r>
              <a:rPr lang="fr-FR" smtClean="0"/>
              <a:t>   </a:t>
            </a:r>
          </a:p>
          <a:p>
            <a:pPr>
              <a:defRPr/>
            </a:pPr>
            <a:r>
              <a:rPr lang="fr-FR" smtClean="0"/>
              <a:t>9-  TU ME DONNES L’AMOUR INFINI ET TOUT CE DONT J’AI BESOIN ICI </a:t>
            </a:r>
          </a:p>
          <a:p>
            <a:pPr>
              <a:defRPr/>
            </a:pPr>
            <a:r>
              <a:rPr lang="fr-FR" smtClean="0"/>
              <a:t>     you've given me love unfailing you've given me everything i need</a:t>
            </a:r>
          </a:p>
          <a:p>
            <a:pPr>
              <a:defRPr/>
            </a:pPr>
            <a:r>
              <a:rPr lang="fr-FR" smtClean="0"/>
              <a:t> 10-  TU ME DONNES TA FAVEUR ET AUSSI JE PEUX VOIR ET J’ENTENDS </a:t>
            </a:r>
          </a:p>
          <a:p>
            <a:pPr>
              <a:defRPr/>
            </a:pPr>
            <a:r>
              <a:rPr lang="fr-FR" smtClean="0"/>
              <a:t>      you've given me favor given me eyes to see, ears to hear</a:t>
            </a:r>
          </a:p>
          <a:p>
            <a:pPr>
              <a:defRPr/>
            </a:pPr>
            <a:r>
              <a:rPr lang="fr-FR" smtClean="0"/>
              <a:t> 11-  TES PROMESSES POUR MOI </a:t>
            </a:r>
          </a:p>
          <a:p>
            <a:pPr>
              <a:defRPr/>
            </a:pPr>
            <a:r>
              <a:rPr lang="fr-FR" smtClean="0"/>
              <a:t>      your promises for me   
</a:t>
            </a:r>
          </a:p>
          <a:p>
            <a:pPr>
              <a:defRPr/>
            </a:pPr>
            <a:r>
              <a:rPr lang="fr-FR" smtClean="0"/>
              <a:t>	12-  TES VOIES DÉPASSENT MES VOIES TES PENSÉES PLUS GRANDES QUE MOI </a:t>
            </a:r>
          </a:p>
          <a:p>
            <a:pPr>
              <a:defRPr/>
            </a:pPr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pPr>
              <a:defRPr/>
            </a:pPr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pPr>
              <a:defRPr/>
            </a:pPr>
            <a:r>
              <a:rPr lang="fr-FR" smtClean="0"/>
              <a:t>        i can see the light and it’s taking me higher
17-  ELLE M’EMMÈNE PLUS HAUT</a:t>
            </a:r>
          </a:p>
          <a:p>
            <a:pPr>
              <a:defRPr/>
            </a:pPr>
            <a:r>
              <a:rPr lang="fr-FR" smtClean="0"/>
              <a:t>        it’s taking me higher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18-  OUVRE LES CIEUX SUR MOI MONTRE-MOI</a:t>
            </a:r>
          </a:p>
          <a:p>
            <a:pPr>
              <a:defRPr/>
            </a:pPr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   the way that you set before me i can hear the sound and
	20-  QUI NOUS EMMÈNE PLUS HAUT </a:t>
            </a:r>
          </a:p>
          <a:p>
            <a:pPr>
              <a:defRPr/>
            </a:pPr>
            <a:r>
              <a:rPr lang="fr-FR" smtClean="0"/>
              <a:t>                           it’s taking us higher
	21-  IL NOUS EMMÈNE PLUS HAUT IL NOUS EMMÈNE PLUS HAUT </a:t>
            </a:r>
          </a:p>
          <a:p>
            <a:pPr>
              <a:defRPr/>
            </a:pPr>
            <a:r>
              <a:rPr lang="fr-FR" smtClean="0"/>
              <a:t>                            it’s taking us higher</a:t>
            </a:r>
          </a:p>
          <a:p>
            <a:pPr>
              <a:defRPr/>
            </a:pPr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pPr>
              <a:defRPr/>
            </a:pPr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pPr>
              <a:defRPr/>
            </a:pPr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pPr>
              <a:defRPr/>
            </a:pPr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pPr>
              <a:defRPr/>
            </a:pPr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pPr>
              <a:defRPr/>
            </a:pPr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  <p:sp>
        <p:nvSpPr>
          <p:cNvPr id="542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OUVRE LES CIEUX SUR MOI UNE PORTE OUVERTE SE TIENT DEVANT MOI</a:t>
            </a:r>
          </a:p>
          <a:p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r>
              <a:rPr lang="fr-FR" smtClean="0"/>
              <a:t>      i can see the light and it’s taking me higher
3-  ELLE M’EMMÈNE PLUS HAUT</a:t>
            </a:r>
          </a:p>
          <a:p>
            <a:r>
              <a:rPr lang="fr-FR" smtClean="0"/>
              <a:t>      it’s taking me higher</a:t>
            </a:r>
          </a:p>
          <a:p>
            <a:r>
              <a:rPr lang="fr-FR" smtClean="0"/>
              <a:t>    </a:t>
            </a:r>
          </a:p>
          <a:p>
            <a:r>
              <a:rPr lang="fr-FR" smtClean="0"/>
              <a:t>	4-  OUVRE LES CIEUX SUR MOI MONTRE-MOI</a:t>
            </a:r>
          </a:p>
          <a:p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r>
              <a:rPr lang="fr-FR" smtClean="0"/>
              <a:t>                        the way that you set before me i can hear the sound 
	6-  ET IL M’EMMÈNE PLUS HAUT </a:t>
            </a:r>
          </a:p>
          <a:p>
            <a:r>
              <a:rPr lang="fr-FR" smtClean="0"/>
              <a:t>                         and it’s taking me higher
	7-  IL M’EMMÈNE PLUS HAUT IL M’EMMÈNE PLUS HAUT </a:t>
            </a:r>
          </a:p>
          <a:p>
            <a:r>
              <a:rPr lang="fr-FR" smtClean="0"/>
              <a:t>                         its taking me higher
	8-  IL M’EMMÈNE PLUS HAUT </a:t>
            </a:r>
          </a:p>
          <a:p>
            <a:r>
              <a:rPr lang="fr-FR" smtClean="0"/>
              <a:t>                         its taking me higher</a:t>
            </a:r>
          </a:p>
          <a:p>
            <a:r>
              <a:rPr lang="fr-FR" smtClean="0"/>
              <a:t>   </a:t>
            </a:r>
          </a:p>
          <a:p>
            <a:r>
              <a:rPr lang="fr-FR" smtClean="0"/>
              <a:t>9-  TU ME DONNES L’AMOUR INFINI ET TOUT CE DONT J’AI BESOIN ICI </a:t>
            </a:r>
          </a:p>
          <a:p>
            <a:r>
              <a:rPr lang="fr-FR" smtClean="0"/>
              <a:t>     you've given me love unfailing you've given me everything i need</a:t>
            </a:r>
          </a:p>
          <a:p>
            <a:r>
              <a:rPr lang="fr-FR" smtClean="0"/>
              <a:t> 10-  TU ME DONNES TA FAVEUR ET AUSSI JE PEUX VOIR ET J’ENTENDS </a:t>
            </a:r>
          </a:p>
          <a:p>
            <a:r>
              <a:rPr lang="fr-FR" smtClean="0"/>
              <a:t>      you've given me favor given me eyes to see, ears to hear</a:t>
            </a:r>
          </a:p>
          <a:p>
            <a:r>
              <a:rPr lang="fr-FR" smtClean="0"/>
              <a:t> 11-  TES PROMESSES POUR MOI </a:t>
            </a:r>
          </a:p>
          <a:p>
            <a:r>
              <a:rPr lang="fr-FR" smtClean="0"/>
              <a:t>      your promises for me   
</a:t>
            </a:r>
          </a:p>
          <a:p>
            <a:r>
              <a:rPr lang="fr-FR" smtClean="0"/>
              <a:t>	12-  TES VOIES DÉPASSENT MES VOIES TES PENSÉES PLUS GRANDES QUE MOI </a:t>
            </a:r>
          </a:p>
          <a:p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endParaRPr lang="fr-FR" smtClean="0"/>
          </a:p>
          <a:p>
            <a:r>
              <a:rPr lang="fr-FR" smtClean="0"/>
              <a:t>15-  OUVRE LES CIEUX SUR MOI UNE PORTE OUVERTE SE TIENT DEVANT MOI</a:t>
            </a:r>
          </a:p>
          <a:p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r>
              <a:rPr lang="fr-FR" smtClean="0"/>
              <a:t>        i can see the light and it’s taking me higher
17-  ELLE M’EMMÈNE PLUS HAUT</a:t>
            </a:r>
          </a:p>
          <a:p>
            <a:r>
              <a:rPr lang="fr-FR" smtClean="0"/>
              <a:t>        it’s taking me higher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18-  OUVRE LES CIEUX SUR MOI MONTRE-MOI</a:t>
            </a:r>
          </a:p>
          <a:p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r>
              <a:rPr lang="fr-FR" smtClean="0"/>
              <a:t>                           the way that you set before me i can hear the sound and
	20-  QUI NOUS EMMÈNE PLUS HAUT </a:t>
            </a:r>
          </a:p>
          <a:p>
            <a:r>
              <a:rPr lang="fr-FR" smtClean="0"/>
              <a:t>                           it’s taking us higher
	21-  IL NOUS EMMÈNE PLUS HAUT IL NOUS EMMÈNE PLUS HAUT </a:t>
            </a:r>
          </a:p>
          <a:p>
            <a:r>
              <a:rPr lang="fr-FR" smtClean="0"/>
              <a:t>                            it’s taking us higher</a:t>
            </a:r>
          </a:p>
          <a:p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pPr>
              <a:defRPr/>
            </a:pPr>
            <a:r>
              <a:rPr lang="fr-FR" smtClean="0"/>
              <a:t>      i can see the light and it’s taking me higher
3-  ELLE M’EMMÈNE PLUS HAUT</a:t>
            </a:r>
          </a:p>
          <a:p>
            <a:pPr>
              <a:defRPr/>
            </a:pPr>
            <a:r>
              <a:rPr lang="fr-FR" smtClean="0"/>
              <a:t>      it’s taking me higher</a:t>
            </a:r>
          </a:p>
          <a:p>
            <a:pPr>
              <a:defRPr/>
            </a:pPr>
            <a:r>
              <a:rPr lang="fr-FR" smtClean="0"/>
              <a:t>    </a:t>
            </a:r>
          </a:p>
          <a:p>
            <a:pPr>
              <a:defRPr/>
            </a:pPr>
            <a:r>
              <a:rPr lang="fr-FR" smtClean="0"/>
              <a:t>	4-  OUVRE LES CIEUX SUR MOI MONTRE-MOI</a:t>
            </a:r>
          </a:p>
          <a:p>
            <a:pPr>
              <a:defRPr/>
            </a:pPr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the way that you set before me i can hear the sound 
	6-  ET IL M’EMMÈNE PLUS HAUT </a:t>
            </a:r>
          </a:p>
          <a:p>
            <a:pPr>
              <a:defRPr/>
            </a:pPr>
            <a:r>
              <a:rPr lang="fr-FR" smtClean="0"/>
              <a:t>                         and it’s taking me higher
	7-  IL M’EMMÈNE PLUS HAUT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
	8- 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</a:t>
            </a:r>
          </a:p>
          <a:p>
            <a:pPr>
              <a:defRPr/>
            </a:pPr>
            <a:r>
              <a:rPr lang="fr-FR" smtClean="0"/>
              <a:t>   </a:t>
            </a:r>
          </a:p>
          <a:p>
            <a:pPr>
              <a:defRPr/>
            </a:pPr>
            <a:r>
              <a:rPr lang="fr-FR" smtClean="0"/>
              <a:t>9-  TU ME DONNES L’AMOUR INFINI ET TOUT CE DONT J’AI BESOIN ICI </a:t>
            </a:r>
          </a:p>
          <a:p>
            <a:pPr>
              <a:defRPr/>
            </a:pPr>
            <a:r>
              <a:rPr lang="fr-FR" smtClean="0"/>
              <a:t>     you've given me love unfailing you've given me everything i need</a:t>
            </a:r>
          </a:p>
          <a:p>
            <a:pPr>
              <a:defRPr/>
            </a:pPr>
            <a:r>
              <a:rPr lang="fr-FR" smtClean="0"/>
              <a:t> 10-  TU ME DONNES TA FAVEUR ET AUSSI JE PEUX VOIR ET J’ENTENDS </a:t>
            </a:r>
          </a:p>
          <a:p>
            <a:pPr>
              <a:defRPr/>
            </a:pPr>
            <a:r>
              <a:rPr lang="fr-FR" smtClean="0"/>
              <a:t>      you've given me favor given me eyes to see, ears to hear</a:t>
            </a:r>
          </a:p>
          <a:p>
            <a:pPr>
              <a:defRPr/>
            </a:pPr>
            <a:r>
              <a:rPr lang="fr-FR" smtClean="0"/>
              <a:t> 11-  TES PROMESSES POUR MOI </a:t>
            </a:r>
          </a:p>
          <a:p>
            <a:pPr>
              <a:defRPr/>
            </a:pPr>
            <a:r>
              <a:rPr lang="fr-FR" smtClean="0"/>
              <a:t>      your promises for me   
</a:t>
            </a:r>
          </a:p>
          <a:p>
            <a:pPr>
              <a:defRPr/>
            </a:pPr>
            <a:r>
              <a:rPr lang="fr-FR" smtClean="0"/>
              <a:t>	12-  TES VOIES DÉPASSENT MES VOIES TES PENSÉES PLUS GRANDES QUE MOI </a:t>
            </a:r>
          </a:p>
          <a:p>
            <a:pPr>
              <a:defRPr/>
            </a:pPr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pPr>
              <a:defRPr/>
            </a:pPr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pPr>
              <a:defRPr/>
            </a:pPr>
            <a:r>
              <a:rPr lang="fr-FR" smtClean="0"/>
              <a:t>        i can see the light and it’s taking me higher
17-  ELLE M’EMMÈNE PLUS HAUT</a:t>
            </a:r>
          </a:p>
          <a:p>
            <a:pPr>
              <a:defRPr/>
            </a:pPr>
            <a:r>
              <a:rPr lang="fr-FR" smtClean="0"/>
              <a:t>        it’s taking me higher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18-  OUVRE LES CIEUX SUR MOI MONTRE-MOI</a:t>
            </a:r>
          </a:p>
          <a:p>
            <a:pPr>
              <a:defRPr/>
            </a:pPr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   the way that you set before me i can hear the sound and
	20-  QUI NOUS EMMÈNE PLUS HAUT </a:t>
            </a:r>
          </a:p>
          <a:p>
            <a:pPr>
              <a:defRPr/>
            </a:pPr>
            <a:r>
              <a:rPr lang="fr-FR" smtClean="0"/>
              <a:t>                           it’s taking us higher
	21-  IL NOUS EMMÈNE PLUS HAUT IL NOUS EMMÈNE PLUS HAUT </a:t>
            </a:r>
          </a:p>
          <a:p>
            <a:pPr>
              <a:defRPr/>
            </a:pPr>
            <a:r>
              <a:rPr lang="fr-FR" smtClean="0"/>
              <a:t>                            it’s taking us higher</a:t>
            </a:r>
          </a:p>
          <a:p>
            <a:pPr>
              <a:defRPr/>
            </a:pPr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pPr>
              <a:defRPr/>
            </a:pPr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pPr>
              <a:defRPr/>
            </a:pPr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pPr>
              <a:defRPr/>
            </a:pPr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pPr>
              <a:defRPr/>
            </a:pPr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pPr>
              <a:defRPr/>
            </a:pPr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  <p:sp>
        <p:nvSpPr>
          <p:cNvPr id="553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OUVRE LES CIEUX SUR MOI UNE PORTE OUVERTE SE TIENT DEVANT MOI</a:t>
            </a:r>
          </a:p>
          <a:p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r>
              <a:rPr lang="fr-FR" smtClean="0"/>
              <a:t>      i can see the light and it’s taking me higher
3-  ELLE M’EMMÈNE PLUS HAUT</a:t>
            </a:r>
          </a:p>
          <a:p>
            <a:r>
              <a:rPr lang="fr-FR" smtClean="0"/>
              <a:t>      it’s taking me higher</a:t>
            </a:r>
          </a:p>
          <a:p>
            <a:r>
              <a:rPr lang="fr-FR" smtClean="0"/>
              <a:t>    </a:t>
            </a:r>
          </a:p>
          <a:p>
            <a:r>
              <a:rPr lang="fr-FR" smtClean="0"/>
              <a:t>	4-  OUVRE LES CIEUX SUR MOI MONTRE-MOI</a:t>
            </a:r>
          </a:p>
          <a:p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r>
              <a:rPr lang="fr-FR" smtClean="0"/>
              <a:t>                        the way that you set before me i can hear the sound 
	6-  ET IL M’EMMÈNE PLUS HAUT </a:t>
            </a:r>
          </a:p>
          <a:p>
            <a:r>
              <a:rPr lang="fr-FR" smtClean="0"/>
              <a:t>                         and it’s taking me higher
	7-  IL M’EMMÈNE PLUS HAUT IL M’EMMÈNE PLUS HAUT </a:t>
            </a:r>
          </a:p>
          <a:p>
            <a:r>
              <a:rPr lang="fr-FR" smtClean="0"/>
              <a:t>                         its taking me higher
	8-  IL M’EMMÈNE PLUS HAUT </a:t>
            </a:r>
          </a:p>
          <a:p>
            <a:r>
              <a:rPr lang="fr-FR" smtClean="0"/>
              <a:t>                         its taking me higher</a:t>
            </a:r>
          </a:p>
          <a:p>
            <a:r>
              <a:rPr lang="fr-FR" smtClean="0"/>
              <a:t>   </a:t>
            </a:r>
          </a:p>
          <a:p>
            <a:r>
              <a:rPr lang="fr-FR" smtClean="0"/>
              <a:t>9-  TU ME DONNES L’AMOUR INFINI ET TOUT CE DONT J’AI BESOIN ICI </a:t>
            </a:r>
          </a:p>
          <a:p>
            <a:r>
              <a:rPr lang="fr-FR" smtClean="0"/>
              <a:t>     you've given me love unfailing you've given me everything i need</a:t>
            </a:r>
          </a:p>
          <a:p>
            <a:r>
              <a:rPr lang="fr-FR" smtClean="0"/>
              <a:t> 10-  TU ME DONNES TA FAVEUR ET AUSSI JE PEUX VOIR ET J’ENTENDS </a:t>
            </a:r>
          </a:p>
          <a:p>
            <a:r>
              <a:rPr lang="fr-FR" smtClean="0"/>
              <a:t>      you've given me favor given me eyes to see, ears to hear</a:t>
            </a:r>
          </a:p>
          <a:p>
            <a:r>
              <a:rPr lang="fr-FR" smtClean="0"/>
              <a:t> 11-  TES PROMESSES POUR MOI </a:t>
            </a:r>
          </a:p>
          <a:p>
            <a:r>
              <a:rPr lang="fr-FR" smtClean="0"/>
              <a:t>      your promises for me   
</a:t>
            </a:r>
          </a:p>
          <a:p>
            <a:r>
              <a:rPr lang="fr-FR" smtClean="0"/>
              <a:t>	12-  TES VOIES DÉPASSENT MES VOIES TES PENSÉES PLUS GRANDES QUE MOI </a:t>
            </a:r>
          </a:p>
          <a:p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endParaRPr lang="fr-FR" smtClean="0"/>
          </a:p>
          <a:p>
            <a:r>
              <a:rPr lang="fr-FR" smtClean="0"/>
              <a:t>15-  OUVRE LES CIEUX SUR MOI UNE PORTE OUVERTE SE TIENT DEVANT MOI</a:t>
            </a:r>
          </a:p>
          <a:p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r>
              <a:rPr lang="fr-FR" smtClean="0"/>
              <a:t>        i can see the light and it’s taking me higher
17-  ELLE M’EMMÈNE PLUS HAUT</a:t>
            </a:r>
          </a:p>
          <a:p>
            <a:r>
              <a:rPr lang="fr-FR" smtClean="0"/>
              <a:t>        it’s taking me higher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18-  OUVRE LES CIEUX SUR MOI MONTRE-MOI</a:t>
            </a:r>
          </a:p>
          <a:p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r>
              <a:rPr lang="fr-FR" smtClean="0"/>
              <a:t>                           the way that you set before me i can hear the sound and
	20-  QUI NOUS EMMÈNE PLUS HAUT </a:t>
            </a:r>
          </a:p>
          <a:p>
            <a:r>
              <a:rPr lang="fr-FR" smtClean="0"/>
              <a:t>                           it’s taking us higher
	21-  IL NOUS EMMÈNE PLUS HAUT IL NOUS EMMÈNE PLUS HAUT </a:t>
            </a:r>
          </a:p>
          <a:p>
            <a:r>
              <a:rPr lang="fr-FR" smtClean="0"/>
              <a:t>                            it’s taking us higher</a:t>
            </a:r>
          </a:p>
          <a:p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pPr>
              <a:defRPr/>
            </a:pPr>
            <a:r>
              <a:rPr lang="fr-FR" smtClean="0"/>
              <a:t>      i can see the light and it’s taking me higher
3-  ELLE M’EMMÈNE PLUS HAUT</a:t>
            </a:r>
          </a:p>
          <a:p>
            <a:pPr>
              <a:defRPr/>
            </a:pPr>
            <a:r>
              <a:rPr lang="fr-FR" smtClean="0"/>
              <a:t>      it’s taking me higher</a:t>
            </a:r>
          </a:p>
          <a:p>
            <a:pPr>
              <a:defRPr/>
            </a:pPr>
            <a:r>
              <a:rPr lang="fr-FR" smtClean="0"/>
              <a:t>    </a:t>
            </a:r>
          </a:p>
          <a:p>
            <a:pPr>
              <a:defRPr/>
            </a:pPr>
            <a:r>
              <a:rPr lang="fr-FR" smtClean="0"/>
              <a:t>	4-  OUVRE LES CIEUX SUR MOI MONTRE-MOI</a:t>
            </a:r>
          </a:p>
          <a:p>
            <a:pPr>
              <a:defRPr/>
            </a:pPr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the way that you set before me i can hear the sound 
	6-  ET IL M’EMMÈNE PLUS HAUT </a:t>
            </a:r>
          </a:p>
          <a:p>
            <a:pPr>
              <a:defRPr/>
            </a:pPr>
            <a:r>
              <a:rPr lang="fr-FR" smtClean="0"/>
              <a:t>                         and it’s taking me higher
	7-  IL M’EMMÈNE PLUS HAUT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
	8- 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</a:t>
            </a:r>
          </a:p>
          <a:p>
            <a:pPr>
              <a:defRPr/>
            </a:pPr>
            <a:r>
              <a:rPr lang="fr-FR" smtClean="0"/>
              <a:t>   </a:t>
            </a:r>
          </a:p>
          <a:p>
            <a:pPr>
              <a:defRPr/>
            </a:pPr>
            <a:r>
              <a:rPr lang="fr-FR" smtClean="0"/>
              <a:t>9-  TU ME DONNES L’AMOUR INFINI ET TOUT CE DONT J’AI BESOIN ICI </a:t>
            </a:r>
          </a:p>
          <a:p>
            <a:pPr>
              <a:defRPr/>
            </a:pPr>
            <a:r>
              <a:rPr lang="fr-FR" smtClean="0"/>
              <a:t>     you've given me love unfailing you've given me everything i need</a:t>
            </a:r>
          </a:p>
          <a:p>
            <a:pPr>
              <a:defRPr/>
            </a:pPr>
            <a:r>
              <a:rPr lang="fr-FR" smtClean="0"/>
              <a:t> 10-  TU ME DONNES TA FAVEUR ET AUSSI JE PEUX VOIR ET J’ENTENDS </a:t>
            </a:r>
          </a:p>
          <a:p>
            <a:pPr>
              <a:defRPr/>
            </a:pPr>
            <a:r>
              <a:rPr lang="fr-FR" smtClean="0"/>
              <a:t>      you've given me favor given me eyes to see, ears to hear</a:t>
            </a:r>
          </a:p>
          <a:p>
            <a:pPr>
              <a:defRPr/>
            </a:pPr>
            <a:r>
              <a:rPr lang="fr-FR" smtClean="0"/>
              <a:t> 11-  TES PROMESSES POUR MOI </a:t>
            </a:r>
          </a:p>
          <a:p>
            <a:pPr>
              <a:defRPr/>
            </a:pPr>
            <a:r>
              <a:rPr lang="fr-FR" smtClean="0"/>
              <a:t>      your promises for me   
</a:t>
            </a:r>
          </a:p>
          <a:p>
            <a:pPr>
              <a:defRPr/>
            </a:pPr>
            <a:r>
              <a:rPr lang="fr-FR" smtClean="0"/>
              <a:t>	12-  TES VOIES DÉPASSENT MES VOIES TES PENSÉES PLUS GRANDES QUE MOI </a:t>
            </a:r>
          </a:p>
          <a:p>
            <a:pPr>
              <a:defRPr/>
            </a:pPr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pPr>
              <a:defRPr/>
            </a:pPr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pPr>
              <a:defRPr/>
            </a:pPr>
            <a:r>
              <a:rPr lang="fr-FR" smtClean="0"/>
              <a:t>        i can see the light and it’s taking me higher
17-  ELLE M’EMMÈNE PLUS HAUT</a:t>
            </a:r>
          </a:p>
          <a:p>
            <a:pPr>
              <a:defRPr/>
            </a:pPr>
            <a:r>
              <a:rPr lang="fr-FR" smtClean="0"/>
              <a:t>        it’s taking me higher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18-  OUVRE LES CIEUX SUR MOI MONTRE-MOI</a:t>
            </a:r>
          </a:p>
          <a:p>
            <a:pPr>
              <a:defRPr/>
            </a:pPr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   the way that you set before me i can hear the sound and
	20-  QUI NOUS EMMÈNE PLUS HAUT </a:t>
            </a:r>
          </a:p>
          <a:p>
            <a:pPr>
              <a:defRPr/>
            </a:pPr>
            <a:r>
              <a:rPr lang="fr-FR" smtClean="0"/>
              <a:t>                           it’s taking us higher
	21-  IL NOUS EMMÈNE PLUS HAUT IL NOUS EMMÈNE PLUS HAUT </a:t>
            </a:r>
          </a:p>
          <a:p>
            <a:pPr>
              <a:defRPr/>
            </a:pPr>
            <a:r>
              <a:rPr lang="fr-FR" smtClean="0"/>
              <a:t>                            it’s taking us higher</a:t>
            </a:r>
          </a:p>
          <a:p>
            <a:pPr>
              <a:defRPr/>
            </a:pPr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pPr>
              <a:defRPr/>
            </a:pPr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pPr>
              <a:defRPr/>
            </a:pPr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pPr>
              <a:defRPr/>
            </a:pPr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pPr>
              <a:defRPr/>
            </a:pPr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pPr>
              <a:defRPr/>
            </a:pPr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  <p:sp>
        <p:nvSpPr>
          <p:cNvPr id="563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OUVRE LES CIEUX SUR MOI UNE PORTE OUVERTE SE TIENT DEVANT MOI</a:t>
            </a:r>
          </a:p>
          <a:p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r>
              <a:rPr lang="fr-FR" smtClean="0"/>
              <a:t>      i can see the light and it’s taking me higher
3-  ELLE M’EMMÈNE PLUS HAUT</a:t>
            </a:r>
          </a:p>
          <a:p>
            <a:r>
              <a:rPr lang="fr-FR" smtClean="0"/>
              <a:t>      it’s taking me higher</a:t>
            </a:r>
          </a:p>
          <a:p>
            <a:r>
              <a:rPr lang="fr-FR" smtClean="0"/>
              <a:t>    </a:t>
            </a:r>
          </a:p>
          <a:p>
            <a:r>
              <a:rPr lang="fr-FR" smtClean="0"/>
              <a:t>	4-  OUVRE LES CIEUX SUR MOI MONTRE-MOI</a:t>
            </a:r>
          </a:p>
          <a:p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r>
              <a:rPr lang="fr-FR" smtClean="0"/>
              <a:t>                        the way that you set before me i can hear the sound 
	6-  ET IL M’EMMÈNE PLUS HAUT </a:t>
            </a:r>
          </a:p>
          <a:p>
            <a:r>
              <a:rPr lang="fr-FR" smtClean="0"/>
              <a:t>                         and it’s taking me higher
	7-  IL M’EMMÈNE PLUS HAUT IL M’EMMÈNE PLUS HAUT </a:t>
            </a:r>
          </a:p>
          <a:p>
            <a:r>
              <a:rPr lang="fr-FR" smtClean="0"/>
              <a:t>                         its taking me higher
	8-  IL M’EMMÈNE PLUS HAUT </a:t>
            </a:r>
          </a:p>
          <a:p>
            <a:r>
              <a:rPr lang="fr-FR" smtClean="0"/>
              <a:t>                         its taking me higher</a:t>
            </a:r>
          </a:p>
          <a:p>
            <a:r>
              <a:rPr lang="fr-FR" smtClean="0"/>
              <a:t>   </a:t>
            </a:r>
          </a:p>
          <a:p>
            <a:r>
              <a:rPr lang="fr-FR" smtClean="0"/>
              <a:t>9-  TU ME DONNES L’AMOUR INFINI ET TOUT CE DONT J’AI BESOIN ICI </a:t>
            </a:r>
          </a:p>
          <a:p>
            <a:r>
              <a:rPr lang="fr-FR" smtClean="0"/>
              <a:t>     you've given me love unfailing you've given me everything i need</a:t>
            </a:r>
          </a:p>
          <a:p>
            <a:r>
              <a:rPr lang="fr-FR" smtClean="0"/>
              <a:t> 10-  TU ME DONNES TA FAVEUR ET AUSSI JE PEUX VOIR ET J’ENTENDS </a:t>
            </a:r>
          </a:p>
          <a:p>
            <a:r>
              <a:rPr lang="fr-FR" smtClean="0"/>
              <a:t>      you've given me favor given me eyes to see, ears to hear</a:t>
            </a:r>
          </a:p>
          <a:p>
            <a:r>
              <a:rPr lang="fr-FR" smtClean="0"/>
              <a:t> 11-  TES PROMESSES POUR MOI </a:t>
            </a:r>
          </a:p>
          <a:p>
            <a:r>
              <a:rPr lang="fr-FR" smtClean="0"/>
              <a:t>      your promises for me   
</a:t>
            </a:r>
          </a:p>
          <a:p>
            <a:r>
              <a:rPr lang="fr-FR" smtClean="0"/>
              <a:t>	12-  TES VOIES DÉPASSENT MES VOIES TES PENSÉES PLUS GRANDES QUE MOI </a:t>
            </a:r>
          </a:p>
          <a:p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endParaRPr lang="fr-FR" smtClean="0"/>
          </a:p>
          <a:p>
            <a:r>
              <a:rPr lang="fr-FR" smtClean="0"/>
              <a:t>15-  OUVRE LES CIEUX SUR MOI UNE PORTE OUVERTE SE TIENT DEVANT MOI</a:t>
            </a:r>
          </a:p>
          <a:p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r>
              <a:rPr lang="fr-FR" smtClean="0"/>
              <a:t>        i can see the light and it’s taking me higher
17-  ELLE M’EMMÈNE PLUS HAUT</a:t>
            </a:r>
          </a:p>
          <a:p>
            <a:r>
              <a:rPr lang="fr-FR" smtClean="0"/>
              <a:t>        it’s taking me higher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18-  OUVRE LES CIEUX SUR MOI MONTRE-MOI</a:t>
            </a:r>
          </a:p>
          <a:p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r>
              <a:rPr lang="fr-FR" smtClean="0"/>
              <a:t>                           the way that you set before me i can hear the sound and
	20-  QUI NOUS EMMÈNE PLUS HAUT </a:t>
            </a:r>
          </a:p>
          <a:p>
            <a:r>
              <a:rPr lang="fr-FR" smtClean="0"/>
              <a:t>                           it’s taking us higher
	21-  IL NOUS EMMÈNE PLUS HAUT IL NOUS EMMÈNE PLUS HAUT </a:t>
            </a:r>
          </a:p>
          <a:p>
            <a:r>
              <a:rPr lang="fr-FR" smtClean="0"/>
              <a:t>                            it’s taking us higher</a:t>
            </a:r>
          </a:p>
          <a:p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pPr>
              <a:defRPr/>
            </a:pPr>
            <a:r>
              <a:rPr lang="fr-FR" smtClean="0"/>
              <a:t>      i can see the light and it’s taking me higher
3-  ELLE M’EMMÈNE PLUS HAUT</a:t>
            </a:r>
          </a:p>
          <a:p>
            <a:pPr>
              <a:defRPr/>
            </a:pPr>
            <a:r>
              <a:rPr lang="fr-FR" smtClean="0"/>
              <a:t>      it’s taking me higher</a:t>
            </a:r>
          </a:p>
          <a:p>
            <a:pPr>
              <a:defRPr/>
            </a:pPr>
            <a:r>
              <a:rPr lang="fr-FR" smtClean="0"/>
              <a:t>    </a:t>
            </a:r>
          </a:p>
          <a:p>
            <a:pPr>
              <a:defRPr/>
            </a:pPr>
            <a:r>
              <a:rPr lang="fr-FR" smtClean="0"/>
              <a:t>	4-  OUVRE LES CIEUX SUR MOI MONTRE-MOI</a:t>
            </a:r>
          </a:p>
          <a:p>
            <a:pPr>
              <a:defRPr/>
            </a:pPr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the way that you set before me i can hear the sound 
	6-  ET IL M’EMMÈNE PLUS HAUT </a:t>
            </a:r>
          </a:p>
          <a:p>
            <a:pPr>
              <a:defRPr/>
            </a:pPr>
            <a:r>
              <a:rPr lang="fr-FR" smtClean="0"/>
              <a:t>                         and it’s taking me higher
	7-  IL M’EMMÈNE PLUS HAUT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
	8- 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</a:t>
            </a:r>
          </a:p>
          <a:p>
            <a:pPr>
              <a:defRPr/>
            </a:pPr>
            <a:r>
              <a:rPr lang="fr-FR" smtClean="0"/>
              <a:t>   </a:t>
            </a:r>
          </a:p>
          <a:p>
            <a:pPr>
              <a:defRPr/>
            </a:pPr>
            <a:r>
              <a:rPr lang="fr-FR" smtClean="0"/>
              <a:t>9-  TU ME DONNES L’AMOUR INFINI ET TOUT CE DONT J’AI BESOIN ICI </a:t>
            </a:r>
          </a:p>
          <a:p>
            <a:pPr>
              <a:defRPr/>
            </a:pPr>
            <a:r>
              <a:rPr lang="fr-FR" smtClean="0"/>
              <a:t>     you've given me love unfailing you've given me everything i need</a:t>
            </a:r>
          </a:p>
          <a:p>
            <a:pPr>
              <a:defRPr/>
            </a:pPr>
            <a:r>
              <a:rPr lang="fr-FR" smtClean="0"/>
              <a:t> 10-  TU ME DONNES TA FAVEUR ET AUSSI JE PEUX VOIR ET J’ENTENDS </a:t>
            </a:r>
          </a:p>
          <a:p>
            <a:pPr>
              <a:defRPr/>
            </a:pPr>
            <a:r>
              <a:rPr lang="fr-FR" smtClean="0"/>
              <a:t>      you've given me favor given me eyes to see, ears to hear</a:t>
            </a:r>
          </a:p>
          <a:p>
            <a:pPr>
              <a:defRPr/>
            </a:pPr>
            <a:r>
              <a:rPr lang="fr-FR" smtClean="0"/>
              <a:t> 11-  TES PROMESSES POUR MOI </a:t>
            </a:r>
          </a:p>
          <a:p>
            <a:pPr>
              <a:defRPr/>
            </a:pPr>
            <a:r>
              <a:rPr lang="fr-FR" smtClean="0"/>
              <a:t>      your promises for me   
</a:t>
            </a:r>
          </a:p>
          <a:p>
            <a:pPr>
              <a:defRPr/>
            </a:pPr>
            <a:r>
              <a:rPr lang="fr-FR" smtClean="0"/>
              <a:t>	12-  TES VOIES DÉPASSENT MES VOIES TES PENSÉES PLUS GRANDES QUE MOI </a:t>
            </a:r>
          </a:p>
          <a:p>
            <a:pPr>
              <a:defRPr/>
            </a:pPr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pPr>
              <a:defRPr/>
            </a:pPr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pPr>
              <a:defRPr/>
            </a:pPr>
            <a:r>
              <a:rPr lang="fr-FR" smtClean="0"/>
              <a:t>        i can see the light and it’s taking me higher
17-  ELLE M’EMMÈNE PLUS HAUT</a:t>
            </a:r>
          </a:p>
          <a:p>
            <a:pPr>
              <a:defRPr/>
            </a:pPr>
            <a:r>
              <a:rPr lang="fr-FR" smtClean="0"/>
              <a:t>        it’s taking me higher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18-  OUVRE LES CIEUX SUR MOI MONTRE-MOI</a:t>
            </a:r>
          </a:p>
          <a:p>
            <a:pPr>
              <a:defRPr/>
            </a:pPr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   the way that you set before me i can hear the sound and
	20-  QUI NOUS EMMÈNE PLUS HAUT </a:t>
            </a:r>
          </a:p>
          <a:p>
            <a:pPr>
              <a:defRPr/>
            </a:pPr>
            <a:r>
              <a:rPr lang="fr-FR" smtClean="0"/>
              <a:t>                           it’s taking us higher
	21-  IL NOUS EMMÈNE PLUS HAUT IL NOUS EMMÈNE PLUS HAUT </a:t>
            </a:r>
          </a:p>
          <a:p>
            <a:pPr>
              <a:defRPr/>
            </a:pPr>
            <a:r>
              <a:rPr lang="fr-FR" smtClean="0"/>
              <a:t>                            it’s taking us higher</a:t>
            </a:r>
          </a:p>
          <a:p>
            <a:pPr>
              <a:defRPr/>
            </a:pPr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pPr>
              <a:defRPr/>
            </a:pPr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pPr>
              <a:defRPr/>
            </a:pPr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pPr>
              <a:defRPr/>
            </a:pPr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pPr>
              <a:defRPr/>
            </a:pPr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pPr>
              <a:defRPr/>
            </a:pPr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  <p:sp>
        <p:nvSpPr>
          <p:cNvPr id="573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OUVRE LES CIEUX SUR MOI UNE PORTE OUVERTE SE TIENT DEVANT MOI</a:t>
            </a:r>
          </a:p>
          <a:p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r>
              <a:rPr lang="fr-FR" smtClean="0"/>
              <a:t>      i can see the light and it’s taking me higher
3-  ELLE M’EMMÈNE PLUS HAUT</a:t>
            </a:r>
          </a:p>
          <a:p>
            <a:r>
              <a:rPr lang="fr-FR" smtClean="0"/>
              <a:t>      it’s taking me higher</a:t>
            </a:r>
          </a:p>
          <a:p>
            <a:r>
              <a:rPr lang="fr-FR" smtClean="0"/>
              <a:t>    </a:t>
            </a:r>
          </a:p>
          <a:p>
            <a:r>
              <a:rPr lang="fr-FR" smtClean="0"/>
              <a:t>	4-  OUVRE LES CIEUX SUR MOI MONTRE-MOI</a:t>
            </a:r>
          </a:p>
          <a:p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r>
              <a:rPr lang="fr-FR" smtClean="0"/>
              <a:t>                        the way that you set before me i can hear the sound 
	6-  ET IL M’EMMÈNE PLUS HAUT </a:t>
            </a:r>
          </a:p>
          <a:p>
            <a:r>
              <a:rPr lang="fr-FR" smtClean="0"/>
              <a:t>                         and it’s taking me higher
	7-  IL M’EMMÈNE PLUS HAUT IL M’EMMÈNE PLUS HAUT </a:t>
            </a:r>
          </a:p>
          <a:p>
            <a:r>
              <a:rPr lang="fr-FR" smtClean="0"/>
              <a:t>                         its taking me higher
	8-  IL M’EMMÈNE PLUS HAUT </a:t>
            </a:r>
          </a:p>
          <a:p>
            <a:r>
              <a:rPr lang="fr-FR" smtClean="0"/>
              <a:t>                         its taking me higher</a:t>
            </a:r>
          </a:p>
          <a:p>
            <a:r>
              <a:rPr lang="fr-FR" smtClean="0"/>
              <a:t>   </a:t>
            </a:r>
          </a:p>
          <a:p>
            <a:r>
              <a:rPr lang="fr-FR" smtClean="0"/>
              <a:t>9-  TU ME DONNES L’AMOUR INFINI ET TOUT CE DONT J’AI BESOIN ICI </a:t>
            </a:r>
          </a:p>
          <a:p>
            <a:r>
              <a:rPr lang="fr-FR" smtClean="0"/>
              <a:t>     you've given me love unfailing you've given me everything i need</a:t>
            </a:r>
          </a:p>
          <a:p>
            <a:r>
              <a:rPr lang="fr-FR" smtClean="0"/>
              <a:t> 10-  TU ME DONNES TA FAVEUR ET AUSSI JE PEUX VOIR ET J’ENTENDS </a:t>
            </a:r>
          </a:p>
          <a:p>
            <a:r>
              <a:rPr lang="fr-FR" smtClean="0"/>
              <a:t>      you've given me favor given me eyes to see, ears to hear</a:t>
            </a:r>
          </a:p>
          <a:p>
            <a:r>
              <a:rPr lang="fr-FR" smtClean="0"/>
              <a:t> 11-  TES PROMESSES POUR MOI </a:t>
            </a:r>
          </a:p>
          <a:p>
            <a:r>
              <a:rPr lang="fr-FR" smtClean="0"/>
              <a:t>      your promises for me   
</a:t>
            </a:r>
          </a:p>
          <a:p>
            <a:r>
              <a:rPr lang="fr-FR" smtClean="0"/>
              <a:t>	12-  TES VOIES DÉPASSENT MES VOIES TES PENSÉES PLUS GRANDES QUE MOI </a:t>
            </a:r>
          </a:p>
          <a:p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endParaRPr lang="fr-FR" smtClean="0"/>
          </a:p>
          <a:p>
            <a:r>
              <a:rPr lang="fr-FR" smtClean="0"/>
              <a:t>15-  OUVRE LES CIEUX SUR MOI UNE PORTE OUVERTE SE TIENT DEVANT MOI</a:t>
            </a:r>
          </a:p>
          <a:p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r>
              <a:rPr lang="fr-FR" smtClean="0"/>
              <a:t>        i can see the light and it’s taking me higher
17-  ELLE M’EMMÈNE PLUS HAUT</a:t>
            </a:r>
          </a:p>
          <a:p>
            <a:r>
              <a:rPr lang="fr-FR" smtClean="0"/>
              <a:t>        it’s taking me higher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18-  OUVRE LES CIEUX SUR MOI MONTRE-MOI</a:t>
            </a:r>
          </a:p>
          <a:p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r>
              <a:rPr lang="fr-FR" smtClean="0"/>
              <a:t>                           the way that you set before me i can hear the sound and
	20-  QUI NOUS EMMÈNE PLUS HAUT </a:t>
            </a:r>
          </a:p>
          <a:p>
            <a:r>
              <a:rPr lang="fr-FR" smtClean="0"/>
              <a:t>                           it’s taking us higher
	21-  IL NOUS EMMÈNE PLUS HAUT IL NOUS EMMÈNE PLUS HAUT </a:t>
            </a:r>
          </a:p>
          <a:p>
            <a:r>
              <a:rPr lang="fr-FR" smtClean="0"/>
              <a:t>                            it’s taking us higher</a:t>
            </a:r>
          </a:p>
          <a:p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pPr>
              <a:defRPr/>
            </a:pPr>
            <a:r>
              <a:rPr lang="fr-FR" smtClean="0"/>
              <a:t>      i can see the light and it’s taking me higher
3-  ELLE M’EMMÈNE PLUS HAUT</a:t>
            </a:r>
          </a:p>
          <a:p>
            <a:pPr>
              <a:defRPr/>
            </a:pPr>
            <a:r>
              <a:rPr lang="fr-FR" smtClean="0"/>
              <a:t>      it’s taking me higher</a:t>
            </a:r>
          </a:p>
          <a:p>
            <a:pPr>
              <a:defRPr/>
            </a:pPr>
            <a:r>
              <a:rPr lang="fr-FR" smtClean="0"/>
              <a:t>    </a:t>
            </a:r>
          </a:p>
          <a:p>
            <a:pPr>
              <a:defRPr/>
            </a:pPr>
            <a:r>
              <a:rPr lang="fr-FR" smtClean="0"/>
              <a:t>	4-  OUVRE LES CIEUX SUR MOI MONTRE-MOI</a:t>
            </a:r>
          </a:p>
          <a:p>
            <a:pPr>
              <a:defRPr/>
            </a:pPr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the way that you set before me i can hear the sound 
	6-  ET IL M’EMMÈNE PLUS HAUT </a:t>
            </a:r>
          </a:p>
          <a:p>
            <a:pPr>
              <a:defRPr/>
            </a:pPr>
            <a:r>
              <a:rPr lang="fr-FR" smtClean="0"/>
              <a:t>                         and it’s taking me higher
	7-  IL M’EMMÈNE PLUS HAUT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
	8- 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</a:t>
            </a:r>
          </a:p>
          <a:p>
            <a:pPr>
              <a:defRPr/>
            </a:pPr>
            <a:r>
              <a:rPr lang="fr-FR" smtClean="0"/>
              <a:t>   </a:t>
            </a:r>
          </a:p>
          <a:p>
            <a:pPr>
              <a:defRPr/>
            </a:pPr>
            <a:r>
              <a:rPr lang="fr-FR" smtClean="0"/>
              <a:t>9-  TU ME DONNES L’AMOUR INFINI ET TOUT CE DONT J’AI BESOIN ICI </a:t>
            </a:r>
          </a:p>
          <a:p>
            <a:pPr>
              <a:defRPr/>
            </a:pPr>
            <a:r>
              <a:rPr lang="fr-FR" smtClean="0"/>
              <a:t>     you've given me love unfailing you've given me everything i need</a:t>
            </a:r>
          </a:p>
          <a:p>
            <a:pPr>
              <a:defRPr/>
            </a:pPr>
            <a:r>
              <a:rPr lang="fr-FR" smtClean="0"/>
              <a:t> 10-  TU ME DONNES TA FAVEUR ET AUSSI JE PEUX VOIR ET J’ENTENDS </a:t>
            </a:r>
          </a:p>
          <a:p>
            <a:pPr>
              <a:defRPr/>
            </a:pPr>
            <a:r>
              <a:rPr lang="fr-FR" smtClean="0"/>
              <a:t>      you've given me favor given me eyes to see, ears to hear</a:t>
            </a:r>
          </a:p>
          <a:p>
            <a:pPr>
              <a:defRPr/>
            </a:pPr>
            <a:r>
              <a:rPr lang="fr-FR" smtClean="0"/>
              <a:t> 11-  TES PROMESSES POUR MOI </a:t>
            </a:r>
          </a:p>
          <a:p>
            <a:pPr>
              <a:defRPr/>
            </a:pPr>
            <a:r>
              <a:rPr lang="fr-FR" smtClean="0"/>
              <a:t>      your promises for me   
</a:t>
            </a:r>
          </a:p>
          <a:p>
            <a:pPr>
              <a:defRPr/>
            </a:pPr>
            <a:r>
              <a:rPr lang="fr-FR" smtClean="0"/>
              <a:t>	12-  TES VOIES DÉPASSENT MES VOIES TES PENSÉES PLUS GRANDES QUE MOI </a:t>
            </a:r>
          </a:p>
          <a:p>
            <a:pPr>
              <a:defRPr/>
            </a:pPr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pPr>
              <a:defRPr/>
            </a:pPr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pPr>
              <a:defRPr/>
            </a:pPr>
            <a:r>
              <a:rPr lang="fr-FR" smtClean="0"/>
              <a:t>        i can see the light and it’s taking me higher
17-  ELLE M’EMMÈNE PLUS HAUT</a:t>
            </a:r>
          </a:p>
          <a:p>
            <a:pPr>
              <a:defRPr/>
            </a:pPr>
            <a:r>
              <a:rPr lang="fr-FR" smtClean="0"/>
              <a:t>        it’s taking me higher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18-  OUVRE LES CIEUX SUR MOI MONTRE-MOI</a:t>
            </a:r>
          </a:p>
          <a:p>
            <a:pPr>
              <a:defRPr/>
            </a:pPr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   the way that you set before me i can hear the sound and
	20-  QUI NOUS EMMÈNE PLUS HAUT </a:t>
            </a:r>
          </a:p>
          <a:p>
            <a:pPr>
              <a:defRPr/>
            </a:pPr>
            <a:r>
              <a:rPr lang="fr-FR" smtClean="0"/>
              <a:t>                           it’s taking us higher
	21-  IL NOUS EMMÈNE PLUS HAUT IL NOUS EMMÈNE PLUS HAUT </a:t>
            </a:r>
          </a:p>
          <a:p>
            <a:pPr>
              <a:defRPr/>
            </a:pPr>
            <a:r>
              <a:rPr lang="fr-FR" smtClean="0"/>
              <a:t>                            it’s taking us higher</a:t>
            </a:r>
          </a:p>
          <a:p>
            <a:pPr>
              <a:defRPr/>
            </a:pPr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pPr>
              <a:defRPr/>
            </a:pPr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pPr>
              <a:defRPr/>
            </a:pPr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pPr>
              <a:defRPr/>
            </a:pPr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pPr>
              <a:defRPr/>
            </a:pPr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pPr>
              <a:defRPr/>
            </a:pPr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  <p:sp>
        <p:nvSpPr>
          <p:cNvPr id="583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OUVRE LES CIEUX SUR MOI UNE PORTE OUVERTE SE TIENT DEVANT MOI</a:t>
            </a:r>
          </a:p>
          <a:p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r>
              <a:rPr lang="fr-FR" smtClean="0"/>
              <a:t>      i can see the light and it’s taking me higher
3-  ELLE M’EMMÈNE PLUS HAUT</a:t>
            </a:r>
          </a:p>
          <a:p>
            <a:r>
              <a:rPr lang="fr-FR" smtClean="0"/>
              <a:t>      it’s taking me higher</a:t>
            </a:r>
          </a:p>
          <a:p>
            <a:r>
              <a:rPr lang="fr-FR" smtClean="0"/>
              <a:t>    </a:t>
            </a:r>
          </a:p>
          <a:p>
            <a:r>
              <a:rPr lang="fr-FR" smtClean="0"/>
              <a:t>	4-  OUVRE LES CIEUX SUR MOI MONTRE-MOI</a:t>
            </a:r>
          </a:p>
          <a:p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r>
              <a:rPr lang="fr-FR" smtClean="0"/>
              <a:t>                        the way that you set before me i can hear the sound 
	6-  ET IL M’EMMÈNE PLUS HAUT </a:t>
            </a:r>
          </a:p>
          <a:p>
            <a:r>
              <a:rPr lang="fr-FR" smtClean="0"/>
              <a:t>                         and it’s taking me higher
	7-  IL M’EMMÈNE PLUS HAUT IL M’EMMÈNE PLUS HAUT </a:t>
            </a:r>
          </a:p>
          <a:p>
            <a:r>
              <a:rPr lang="fr-FR" smtClean="0"/>
              <a:t>                         its taking me higher
	8-  IL M’EMMÈNE PLUS HAUT </a:t>
            </a:r>
          </a:p>
          <a:p>
            <a:r>
              <a:rPr lang="fr-FR" smtClean="0"/>
              <a:t>                         its taking me higher</a:t>
            </a:r>
          </a:p>
          <a:p>
            <a:r>
              <a:rPr lang="fr-FR" smtClean="0"/>
              <a:t>   </a:t>
            </a:r>
          </a:p>
          <a:p>
            <a:r>
              <a:rPr lang="fr-FR" smtClean="0"/>
              <a:t>9-  TU ME DONNES L’AMOUR INFINI ET TOUT CE DONT J’AI BESOIN ICI </a:t>
            </a:r>
          </a:p>
          <a:p>
            <a:r>
              <a:rPr lang="fr-FR" smtClean="0"/>
              <a:t>     you've given me love unfailing you've given me everything i need</a:t>
            </a:r>
          </a:p>
          <a:p>
            <a:r>
              <a:rPr lang="fr-FR" smtClean="0"/>
              <a:t> 10-  TU ME DONNES TA FAVEUR ET AUSSI JE PEUX VOIR ET J’ENTENDS </a:t>
            </a:r>
          </a:p>
          <a:p>
            <a:r>
              <a:rPr lang="fr-FR" smtClean="0"/>
              <a:t>      you've given me favor given me eyes to see, ears to hear</a:t>
            </a:r>
          </a:p>
          <a:p>
            <a:r>
              <a:rPr lang="fr-FR" smtClean="0"/>
              <a:t> 11-  TES PROMESSES POUR MOI </a:t>
            </a:r>
          </a:p>
          <a:p>
            <a:r>
              <a:rPr lang="fr-FR" smtClean="0"/>
              <a:t>      your promises for me   
</a:t>
            </a:r>
          </a:p>
          <a:p>
            <a:r>
              <a:rPr lang="fr-FR" smtClean="0"/>
              <a:t>	12-  TES VOIES DÉPASSENT MES VOIES TES PENSÉES PLUS GRANDES QUE MOI </a:t>
            </a:r>
          </a:p>
          <a:p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endParaRPr lang="fr-FR" smtClean="0"/>
          </a:p>
          <a:p>
            <a:r>
              <a:rPr lang="fr-FR" smtClean="0"/>
              <a:t>15-  OUVRE LES CIEUX SUR MOI UNE PORTE OUVERTE SE TIENT DEVANT MOI</a:t>
            </a:r>
          </a:p>
          <a:p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r>
              <a:rPr lang="fr-FR" smtClean="0"/>
              <a:t>        i can see the light and it’s taking me higher
17-  ELLE M’EMMÈNE PLUS HAUT</a:t>
            </a:r>
          </a:p>
          <a:p>
            <a:r>
              <a:rPr lang="fr-FR" smtClean="0"/>
              <a:t>        it’s taking me higher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18-  OUVRE LES CIEUX SUR MOI MONTRE-MOI</a:t>
            </a:r>
          </a:p>
          <a:p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r>
              <a:rPr lang="fr-FR" smtClean="0"/>
              <a:t>                           the way that you set before me i can hear the sound and
	20-  QUI NOUS EMMÈNE PLUS HAUT </a:t>
            </a:r>
          </a:p>
          <a:p>
            <a:r>
              <a:rPr lang="fr-FR" smtClean="0"/>
              <a:t>                           it’s taking us higher
	21-  IL NOUS EMMÈNE PLUS HAUT IL NOUS EMMÈNE PLUS HAUT </a:t>
            </a:r>
          </a:p>
          <a:p>
            <a:r>
              <a:rPr lang="fr-FR" smtClean="0"/>
              <a:t>                            it’s taking us higher</a:t>
            </a:r>
          </a:p>
          <a:p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pPr>
              <a:defRPr/>
            </a:pPr>
            <a:r>
              <a:rPr lang="fr-FR" smtClean="0"/>
              <a:t>      i can see the light and it’s taking me higher
3-  ELLE M’EMMÈNE PLUS HAUT</a:t>
            </a:r>
          </a:p>
          <a:p>
            <a:pPr>
              <a:defRPr/>
            </a:pPr>
            <a:r>
              <a:rPr lang="fr-FR" smtClean="0"/>
              <a:t>      it’s taking me higher</a:t>
            </a:r>
          </a:p>
          <a:p>
            <a:pPr>
              <a:defRPr/>
            </a:pPr>
            <a:r>
              <a:rPr lang="fr-FR" smtClean="0"/>
              <a:t>    </a:t>
            </a:r>
          </a:p>
          <a:p>
            <a:pPr>
              <a:defRPr/>
            </a:pPr>
            <a:r>
              <a:rPr lang="fr-FR" smtClean="0"/>
              <a:t>	4-  OUVRE LES CIEUX SUR MOI MONTRE-MOI</a:t>
            </a:r>
          </a:p>
          <a:p>
            <a:pPr>
              <a:defRPr/>
            </a:pPr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the way that you set before me i can hear the sound 
	6-  ET IL M’EMMÈNE PLUS HAUT </a:t>
            </a:r>
          </a:p>
          <a:p>
            <a:pPr>
              <a:defRPr/>
            </a:pPr>
            <a:r>
              <a:rPr lang="fr-FR" smtClean="0"/>
              <a:t>                         and it’s taking me higher
	7-  IL M’EMMÈNE PLUS HAUT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
	8- 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</a:t>
            </a:r>
          </a:p>
          <a:p>
            <a:pPr>
              <a:defRPr/>
            </a:pPr>
            <a:r>
              <a:rPr lang="fr-FR" smtClean="0"/>
              <a:t>   </a:t>
            </a:r>
          </a:p>
          <a:p>
            <a:pPr>
              <a:defRPr/>
            </a:pPr>
            <a:r>
              <a:rPr lang="fr-FR" smtClean="0"/>
              <a:t>9-  TU ME DONNES L’AMOUR INFINI ET TOUT CE DONT J’AI BESOIN ICI </a:t>
            </a:r>
          </a:p>
          <a:p>
            <a:pPr>
              <a:defRPr/>
            </a:pPr>
            <a:r>
              <a:rPr lang="fr-FR" smtClean="0"/>
              <a:t>     you've given me love unfailing you've given me everything i need</a:t>
            </a:r>
          </a:p>
          <a:p>
            <a:pPr>
              <a:defRPr/>
            </a:pPr>
            <a:r>
              <a:rPr lang="fr-FR" smtClean="0"/>
              <a:t> 10-  TU ME DONNES TA FAVEUR ET AUSSI JE PEUX VOIR ET J’ENTENDS </a:t>
            </a:r>
          </a:p>
          <a:p>
            <a:pPr>
              <a:defRPr/>
            </a:pPr>
            <a:r>
              <a:rPr lang="fr-FR" smtClean="0"/>
              <a:t>      you've given me favor given me eyes to see, ears to hear</a:t>
            </a:r>
          </a:p>
          <a:p>
            <a:pPr>
              <a:defRPr/>
            </a:pPr>
            <a:r>
              <a:rPr lang="fr-FR" smtClean="0"/>
              <a:t> 11-  TES PROMESSES POUR MOI </a:t>
            </a:r>
          </a:p>
          <a:p>
            <a:pPr>
              <a:defRPr/>
            </a:pPr>
            <a:r>
              <a:rPr lang="fr-FR" smtClean="0"/>
              <a:t>      your promises for me   
</a:t>
            </a:r>
          </a:p>
          <a:p>
            <a:pPr>
              <a:defRPr/>
            </a:pPr>
            <a:r>
              <a:rPr lang="fr-FR" smtClean="0"/>
              <a:t>	12-  TES VOIES DÉPASSENT MES VOIES TES PENSÉES PLUS GRANDES QUE MOI </a:t>
            </a:r>
          </a:p>
          <a:p>
            <a:pPr>
              <a:defRPr/>
            </a:pPr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pPr>
              <a:defRPr/>
            </a:pPr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pPr>
              <a:defRPr/>
            </a:pPr>
            <a:r>
              <a:rPr lang="fr-FR" smtClean="0"/>
              <a:t>        i can see the light and it’s taking me higher
17-  ELLE M’EMMÈNE PLUS HAUT</a:t>
            </a:r>
          </a:p>
          <a:p>
            <a:pPr>
              <a:defRPr/>
            </a:pPr>
            <a:r>
              <a:rPr lang="fr-FR" smtClean="0"/>
              <a:t>        it’s taking me higher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18-  OUVRE LES CIEUX SUR MOI MONTRE-MOI</a:t>
            </a:r>
          </a:p>
          <a:p>
            <a:pPr>
              <a:defRPr/>
            </a:pPr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   the way that you set before me i can hear the sound and
	20-  QUI NOUS EMMÈNE PLUS HAUT </a:t>
            </a:r>
          </a:p>
          <a:p>
            <a:pPr>
              <a:defRPr/>
            </a:pPr>
            <a:r>
              <a:rPr lang="fr-FR" smtClean="0"/>
              <a:t>                           it’s taking us higher
	21-  IL NOUS EMMÈNE PLUS HAUT IL NOUS EMMÈNE PLUS HAUT </a:t>
            </a:r>
          </a:p>
          <a:p>
            <a:pPr>
              <a:defRPr/>
            </a:pPr>
            <a:r>
              <a:rPr lang="fr-FR" smtClean="0"/>
              <a:t>                            it’s taking us higher</a:t>
            </a:r>
          </a:p>
          <a:p>
            <a:pPr>
              <a:defRPr/>
            </a:pPr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pPr>
              <a:defRPr/>
            </a:pPr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pPr>
              <a:defRPr/>
            </a:pPr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pPr>
              <a:defRPr/>
            </a:pPr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pPr>
              <a:defRPr/>
            </a:pPr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pPr>
              <a:defRPr/>
            </a:pPr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  <p:sp>
        <p:nvSpPr>
          <p:cNvPr id="593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OUVRE LES CIEUX SUR MOI UNE PORTE OUVERTE SE TIENT DEVANT MOI</a:t>
            </a:r>
          </a:p>
          <a:p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r>
              <a:rPr lang="fr-FR" smtClean="0"/>
              <a:t>      i can see the light and it’s taking me higher
3-  ELLE M’EMMÈNE PLUS HAUT</a:t>
            </a:r>
          </a:p>
          <a:p>
            <a:r>
              <a:rPr lang="fr-FR" smtClean="0"/>
              <a:t>      it’s taking me higher</a:t>
            </a:r>
          </a:p>
          <a:p>
            <a:r>
              <a:rPr lang="fr-FR" smtClean="0"/>
              <a:t>    </a:t>
            </a:r>
          </a:p>
          <a:p>
            <a:r>
              <a:rPr lang="fr-FR" smtClean="0"/>
              <a:t>	4-  OUVRE LES CIEUX SUR MOI MONTRE-MOI</a:t>
            </a:r>
          </a:p>
          <a:p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r>
              <a:rPr lang="fr-FR" smtClean="0"/>
              <a:t>                        the way that you set before me i can hear the sound 
	6-  ET IL M’EMMÈNE PLUS HAUT </a:t>
            </a:r>
          </a:p>
          <a:p>
            <a:r>
              <a:rPr lang="fr-FR" smtClean="0"/>
              <a:t>                         and it’s taking me higher
	7-  IL M’EMMÈNE PLUS HAUT IL M’EMMÈNE PLUS HAUT </a:t>
            </a:r>
          </a:p>
          <a:p>
            <a:r>
              <a:rPr lang="fr-FR" smtClean="0"/>
              <a:t>                         its taking me higher
	8-  IL M’EMMÈNE PLUS HAUT </a:t>
            </a:r>
          </a:p>
          <a:p>
            <a:r>
              <a:rPr lang="fr-FR" smtClean="0"/>
              <a:t>                         its taking me higher</a:t>
            </a:r>
          </a:p>
          <a:p>
            <a:r>
              <a:rPr lang="fr-FR" smtClean="0"/>
              <a:t>   </a:t>
            </a:r>
          </a:p>
          <a:p>
            <a:r>
              <a:rPr lang="fr-FR" smtClean="0"/>
              <a:t>9-  TU ME DONNES L’AMOUR INFINI ET TOUT CE DONT J’AI BESOIN ICI </a:t>
            </a:r>
          </a:p>
          <a:p>
            <a:r>
              <a:rPr lang="fr-FR" smtClean="0"/>
              <a:t>     you've given me love unfailing you've given me everything i need</a:t>
            </a:r>
          </a:p>
          <a:p>
            <a:r>
              <a:rPr lang="fr-FR" smtClean="0"/>
              <a:t> 10-  TU ME DONNES TA FAVEUR ET AUSSI JE PEUX VOIR ET J’ENTENDS </a:t>
            </a:r>
          </a:p>
          <a:p>
            <a:r>
              <a:rPr lang="fr-FR" smtClean="0"/>
              <a:t>      you've given me favor given me eyes to see, ears to hear</a:t>
            </a:r>
          </a:p>
          <a:p>
            <a:r>
              <a:rPr lang="fr-FR" smtClean="0"/>
              <a:t> 11-  TES PROMESSES POUR MOI </a:t>
            </a:r>
          </a:p>
          <a:p>
            <a:r>
              <a:rPr lang="fr-FR" smtClean="0"/>
              <a:t>      your promises for me   
</a:t>
            </a:r>
          </a:p>
          <a:p>
            <a:r>
              <a:rPr lang="fr-FR" smtClean="0"/>
              <a:t>	12-  TES VOIES DÉPASSENT MES VOIES TES PENSÉES PLUS GRANDES QUE MOI </a:t>
            </a:r>
          </a:p>
          <a:p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endParaRPr lang="fr-FR" smtClean="0"/>
          </a:p>
          <a:p>
            <a:r>
              <a:rPr lang="fr-FR" smtClean="0"/>
              <a:t>15-  OUVRE LES CIEUX SUR MOI UNE PORTE OUVERTE SE TIENT DEVANT MOI</a:t>
            </a:r>
          </a:p>
          <a:p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r>
              <a:rPr lang="fr-FR" smtClean="0"/>
              <a:t>        i can see the light and it’s taking me higher
17-  ELLE M’EMMÈNE PLUS HAUT</a:t>
            </a:r>
          </a:p>
          <a:p>
            <a:r>
              <a:rPr lang="fr-FR" smtClean="0"/>
              <a:t>        it’s taking me higher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18-  OUVRE LES CIEUX SUR MOI MONTRE-MOI</a:t>
            </a:r>
          </a:p>
          <a:p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r>
              <a:rPr lang="fr-FR" smtClean="0"/>
              <a:t>                           the way that you set before me i can hear the sound and
	20-  QUI NOUS EMMÈNE PLUS HAUT </a:t>
            </a:r>
          </a:p>
          <a:p>
            <a:r>
              <a:rPr lang="fr-FR" smtClean="0"/>
              <a:t>                           it’s taking us higher
	21-  IL NOUS EMMÈNE PLUS HAUT IL NOUS EMMÈNE PLUS HAUT </a:t>
            </a:r>
          </a:p>
          <a:p>
            <a:r>
              <a:rPr lang="fr-FR" smtClean="0"/>
              <a:t>                            it’s taking us higher</a:t>
            </a:r>
          </a:p>
          <a:p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pPr>
              <a:defRPr/>
            </a:pPr>
            <a:r>
              <a:rPr lang="fr-FR" smtClean="0"/>
              <a:t>      i can see the light and it’s taking me higher
3-  ELLE M’EMMÈNE PLUS HAUT</a:t>
            </a:r>
          </a:p>
          <a:p>
            <a:pPr>
              <a:defRPr/>
            </a:pPr>
            <a:r>
              <a:rPr lang="fr-FR" smtClean="0"/>
              <a:t>      it’s taking me higher</a:t>
            </a:r>
          </a:p>
          <a:p>
            <a:pPr>
              <a:defRPr/>
            </a:pPr>
            <a:r>
              <a:rPr lang="fr-FR" smtClean="0"/>
              <a:t>    </a:t>
            </a:r>
          </a:p>
          <a:p>
            <a:pPr>
              <a:defRPr/>
            </a:pPr>
            <a:r>
              <a:rPr lang="fr-FR" smtClean="0"/>
              <a:t>	4-  OUVRE LES CIEUX SUR MOI MONTRE-MOI</a:t>
            </a:r>
          </a:p>
          <a:p>
            <a:pPr>
              <a:defRPr/>
            </a:pPr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the way that you set before me i can hear the sound 
	6-  ET IL M’EMMÈNE PLUS HAUT </a:t>
            </a:r>
          </a:p>
          <a:p>
            <a:pPr>
              <a:defRPr/>
            </a:pPr>
            <a:r>
              <a:rPr lang="fr-FR" smtClean="0"/>
              <a:t>                         and it’s taking me higher
	7-  IL M’EMMÈNE PLUS HAUT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
	8- 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</a:t>
            </a:r>
          </a:p>
          <a:p>
            <a:pPr>
              <a:defRPr/>
            </a:pPr>
            <a:r>
              <a:rPr lang="fr-FR" smtClean="0"/>
              <a:t>   </a:t>
            </a:r>
          </a:p>
          <a:p>
            <a:pPr>
              <a:defRPr/>
            </a:pPr>
            <a:r>
              <a:rPr lang="fr-FR" smtClean="0"/>
              <a:t>9-  TU ME DONNES L’AMOUR INFINI ET TOUT CE DONT J’AI BESOIN ICI </a:t>
            </a:r>
          </a:p>
          <a:p>
            <a:pPr>
              <a:defRPr/>
            </a:pPr>
            <a:r>
              <a:rPr lang="fr-FR" smtClean="0"/>
              <a:t>     you've given me love unfailing you've given me everything i need</a:t>
            </a:r>
          </a:p>
          <a:p>
            <a:pPr>
              <a:defRPr/>
            </a:pPr>
            <a:r>
              <a:rPr lang="fr-FR" smtClean="0"/>
              <a:t> 10-  TU ME DONNES TA FAVEUR ET AUSSI JE PEUX VOIR ET J’ENTENDS </a:t>
            </a:r>
          </a:p>
          <a:p>
            <a:pPr>
              <a:defRPr/>
            </a:pPr>
            <a:r>
              <a:rPr lang="fr-FR" smtClean="0"/>
              <a:t>      you've given me favor given me eyes to see, ears to hear</a:t>
            </a:r>
          </a:p>
          <a:p>
            <a:pPr>
              <a:defRPr/>
            </a:pPr>
            <a:r>
              <a:rPr lang="fr-FR" smtClean="0"/>
              <a:t> 11-  TES PROMESSES POUR MOI </a:t>
            </a:r>
          </a:p>
          <a:p>
            <a:pPr>
              <a:defRPr/>
            </a:pPr>
            <a:r>
              <a:rPr lang="fr-FR" smtClean="0"/>
              <a:t>      your promises for me   
</a:t>
            </a:r>
          </a:p>
          <a:p>
            <a:pPr>
              <a:defRPr/>
            </a:pPr>
            <a:r>
              <a:rPr lang="fr-FR" smtClean="0"/>
              <a:t>	12-  TES VOIES DÉPASSENT MES VOIES TES PENSÉES PLUS GRANDES QUE MOI </a:t>
            </a:r>
          </a:p>
          <a:p>
            <a:pPr>
              <a:defRPr/>
            </a:pPr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pPr>
              <a:defRPr/>
            </a:pPr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pPr>
              <a:defRPr/>
            </a:pPr>
            <a:r>
              <a:rPr lang="fr-FR" smtClean="0"/>
              <a:t>        i can see the light and it’s taking me higher
17-  ELLE M’EMMÈNE PLUS HAUT</a:t>
            </a:r>
          </a:p>
          <a:p>
            <a:pPr>
              <a:defRPr/>
            </a:pPr>
            <a:r>
              <a:rPr lang="fr-FR" smtClean="0"/>
              <a:t>        it’s taking me higher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18-  OUVRE LES CIEUX SUR MOI MONTRE-MOI</a:t>
            </a:r>
          </a:p>
          <a:p>
            <a:pPr>
              <a:defRPr/>
            </a:pPr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   the way that you set before me i can hear the sound and
	20-  QUI NOUS EMMÈNE PLUS HAUT </a:t>
            </a:r>
          </a:p>
          <a:p>
            <a:pPr>
              <a:defRPr/>
            </a:pPr>
            <a:r>
              <a:rPr lang="fr-FR" smtClean="0"/>
              <a:t>                           it’s taking us higher
	21-  IL NOUS EMMÈNE PLUS HAUT IL NOUS EMMÈNE PLUS HAUT </a:t>
            </a:r>
          </a:p>
          <a:p>
            <a:pPr>
              <a:defRPr/>
            </a:pPr>
            <a:r>
              <a:rPr lang="fr-FR" smtClean="0"/>
              <a:t>                            it’s taking us higher</a:t>
            </a:r>
          </a:p>
          <a:p>
            <a:pPr>
              <a:defRPr/>
            </a:pPr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pPr>
              <a:defRPr/>
            </a:pPr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pPr>
              <a:defRPr/>
            </a:pPr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pPr>
              <a:defRPr/>
            </a:pPr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pPr>
              <a:defRPr/>
            </a:pPr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pPr>
              <a:defRPr/>
            </a:pPr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  <p:sp>
        <p:nvSpPr>
          <p:cNvPr id="604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OUVRE LES CIEUX SUR MOI UNE PORTE OUVERTE SE TIENT DEVANT MOI</a:t>
            </a:r>
          </a:p>
          <a:p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r>
              <a:rPr lang="fr-FR" smtClean="0"/>
              <a:t>      i can see the light and it’s taking me higher
3-  ELLE M’EMMÈNE PLUS HAUT</a:t>
            </a:r>
          </a:p>
          <a:p>
            <a:r>
              <a:rPr lang="fr-FR" smtClean="0"/>
              <a:t>      it’s taking me higher</a:t>
            </a:r>
          </a:p>
          <a:p>
            <a:r>
              <a:rPr lang="fr-FR" smtClean="0"/>
              <a:t>    </a:t>
            </a:r>
          </a:p>
          <a:p>
            <a:r>
              <a:rPr lang="fr-FR" smtClean="0"/>
              <a:t>	4-  OUVRE LES CIEUX SUR MOI MONTRE-MOI</a:t>
            </a:r>
          </a:p>
          <a:p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r>
              <a:rPr lang="fr-FR" smtClean="0"/>
              <a:t>                        the way that you set before me i can hear the sound 
	6-  ET IL M’EMMÈNE PLUS HAUT </a:t>
            </a:r>
          </a:p>
          <a:p>
            <a:r>
              <a:rPr lang="fr-FR" smtClean="0"/>
              <a:t>                         and it’s taking me higher
	7-  IL M’EMMÈNE PLUS HAUT IL M’EMMÈNE PLUS HAUT </a:t>
            </a:r>
          </a:p>
          <a:p>
            <a:r>
              <a:rPr lang="fr-FR" smtClean="0"/>
              <a:t>                         its taking me higher
	8-  IL M’EMMÈNE PLUS HAUT </a:t>
            </a:r>
          </a:p>
          <a:p>
            <a:r>
              <a:rPr lang="fr-FR" smtClean="0"/>
              <a:t>                         its taking me higher</a:t>
            </a:r>
          </a:p>
          <a:p>
            <a:r>
              <a:rPr lang="fr-FR" smtClean="0"/>
              <a:t>   </a:t>
            </a:r>
          </a:p>
          <a:p>
            <a:r>
              <a:rPr lang="fr-FR" smtClean="0"/>
              <a:t>9-  TU ME DONNES L’AMOUR INFINI ET TOUT CE DONT J’AI BESOIN ICI </a:t>
            </a:r>
          </a:p>
          <a:p>
            <a:r>
              <a:rPr lang="fr-FR" smtClean="0"/>
              <a:t>     you've given me love unfailing you've given me everything i need</a:t>
            </a:r>
          </a:p>
          <a:p>
            <a:r>
              <a:rPr lang="fr-FR" smtClean="0"/>
              <a:t> 10-  TU ME DONNES TA FAVEUR ET AUSSI JE PEUX VOIR ET J’ENTENDS </a:t>
            </a:r>
          </a:p>
          <a:p>
            <a:r>
              <a:rPr lang="fr-FR" smtClean="0"/>
              <a:t>      you've given me favor given me eyes to see, ears to hear</a:t>
            </a:r>
          </a:p>
          <a:p>
            <a:r>
              <a:rPr lang="fr-FR" smtClean="0"/>
              <a:t> 11-  TES PROMESSES POUR MOI </a:t>
            </a:r>
          </a:p>
          <a:p>
            <a:r>
              <a:rPr lang="fr-FR" smtClean="0"/>
              <a:t>      your promises for me   
</a:t>
            </a:r>
          </a:p>
          <a:p>
            <a:r>
              <a:rPr lang="fr-FR" smtClean="0"/>
              <a:t>	12-  TES VOIES DÉPASSENT MES VOIES TES PENSÉES PLUS GRANDES QUE MOI </a:t>
            </a:r>
          </a:p>
          <a:p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endParaRPr lang="fr-FR" smtClean="0"/>
          </a:p>
          <a:p>
            <a:r>
              <a:rPr lang="fr-FR" smtClean="0"/>
              <a:t>15-  OUVRE LES CIEUX SUR MOI UNE PORTE OUVERTE SE TIENT DEVANT MOI</a:t>
            </a:r>
          </a:p>
          <a:p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r>
              <a:rPr lang="fr-FR" smtClean="0"/>
              <a:t>        i can see the light and it’s taking me higher
17-  ELLE M’EMMÈNE PLUS HAUT</a:t>
            </a:r>
          </a:p>
          <a:p>
            <a:r>
              <a:rPr lang="fr-FR" smtClean="0"/>
              <a:t>        it’s taking me higher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18-  OUVRE LES CIEUX SUR MOI MONTRE-MOI</a:t>
            </a:r>
          </a:p>
          <a:p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r>
              <a:rPr lang="fr-FR" smtClean="0"/>
              <a:t>                           the way that you set before me i can hear the sound and
	20-  QUI NOUS EMMÈNE PLUS HAUT </a:t>
            </a:r>
          </a:p>
          <a:p>
            <a:r>
              <a:rPr lang="fr-FR" smtClean="0"/>
              <a:t>                           it’s taking us higher
	21-  IL NOUS EMMÈNE PLUS HAUT IL NOUS EMMÈNE PLUS HAUT </a:t>
            </a:r>
          </a:p>
          <a:p>
            <a:r>
              <a:rPr lang="fr-FR" smtClean="0"/>
              <a:t>                            it’s taking us higher</a:t>
            </a:r>
          </a:p>
          <a:p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pPr>
              <a:defRPr/>
            </a:pPr>
            <a:r>
              <a:rPr lang="fr-FR" smtClean="0"/>
              <a:t>      i can see the light and it’s taking me higher
3-  ELLE M’EMMÈNE PLUS HAUT</a:t>
            </a:r>
          </a:p>
          <a:p>
            <a:pPr>
              <a:defRPr/>
            </a:pPr>
            <a:r>
              <a:rPr lang="fr-FR" smtClean="0"/>
              <a:t>      it’s taking me higher</a:t>
            </a:r>
          </a:p>
          <a:p>
            <a:pPr>
              <a:defRPr/>
            </a:pPr>
            <a:r>
              <a:rPr lang="fr-FR" smtClean="0"/>
              <a:t>    </a:t>
            </a:r>
          </a:p>
          <a:p>
            <a:pPr>
              <a:defRPr/>
            </a:pPr>
            <a:r>
              <a:rPr lang="fr-FR" smtClean="0"/>
              <a:t>	4-  OUVRE LES CIEUX SUR MOI MONTRE-MOI</a:t>
            </a:r>
          </a:p>
          <a:p>
            <a:pPr>
              <a:defRPr/>
            </a:pPr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the way that you set before me i can hear the sound 
	6-  ET IL M’EMMÈNE PLUS HAUT </a:t>
            </a:r>
          </a:p>
          <a:p>
            <a:pPr>
              <a:defRPr/>
            </a:pPr>
            <a:r>
              <a:rPr lang="fr-FR" smtClean="0"/>
              <a:t>                         and it’s taking me higher
	7-  IL M’EMMÈNE PLUS HAUT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
	8- 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</a:t>
            </a:r>
          </a:p>
          <a:p>
            <a:pPr>
              <a:defRPr/>
            </a:pPr>
            <a:r>
              <a:rPr lang="fr-FR" smtClean="0"/>
              <a:t>   </a:t>
            </a:r>
          </a:p>
          <a:p>
            <a:pPr>
              <a:defRPr/>
            </a:pPr>
            <a:r>
              <a:rPr lang="fr-FR" smtClean="0"/>
              <a:t>9-  TU ME DONNES L’AMOUR INFINI ET TOUT CE DONT J’AI BESOIN ICI </a:t>
            </a:r>
          </a:p>
          <a:p>
            <a:pPr>
              <a:defRPr/>
            </a:pPr>
            <a:r>
              <a:rPr lang="fr-FR" smtClean="0"/>
              <a:t>     you've given me love unfailing you've given me everything i need</a:t>
            </a:r>
          </a:p>
          <a:p>
            <a:pPr>
              <a:defRPr/>
            </a:pPr>
            <a:r>
              <a:rPr lang="fr-FR" smtClean="0"/>
              <a:t> 10-  TU ME DONNES TA FAVEUR ET AUSSI JE PEUX VOIR ET J’ENTENDS </a:t>
            </a:r>
          </a:p>
          <a:p>
            <a:pPr>
              <a:defRPr/>
            </a:pPr>
            <a:r>
              <a:rPr lang="fr-FR" smtClean="0"/>
              <a:t>      you've given me favor given me eyes to see, ears to hear</a:t>
            </a:r>
          </a:p>
          <a:p>
            <a:pPr>
              <a:defRPr/>
            </a:pPr>
            <a:r>
              <a:rPr lang="fr-FR" smtClean="0"/>
              <a:t> 11-  TES PROMESSES POUR MOI </a:t>
            </a:r>
          </a:p>
          <a:p>
            <a:pPr>
              <a:defRPr/>
            </a:pPr>
            <a:r>
              <a:rPr lang="fr-FR" smtClean="0"/>
              <a:t>      your promises for me   
</a:t>
            </a:r>
          </a:p>
          <a:p>
            <a:pPr>
              <a:defRPr/>
            </a:pPr>
            <a:r>
              <a:rPr lang="fr-FR" smtClean="0"/>
              <a:t>	12-  TES VOIES DÉPASSENT MES VOIES TES PENSÉES PLUS GRANDES QUE MOI </a:t>
            </a:r>
          </a:p>
          <a:p>
            <a:pPr>
              <a:defRPr/>
            </a:pPr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pPr>
              <a:defRPr/>
            </a:pPr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pPr>
              <a:defRPr/>
            </a:pPr>
            <a:r>
              <a:rPr lang="fr-FR" smtClean="0"/>
              <a:t>        i can see the light and it’s taking me higher
17-  ELLE M’EMMÈNE PLUS HAUT</a:t>
            </a:r>
          </a:p>
          <a:p>
            <a:pPr>
              <a:defRPr/>
            </a:pPr>
            <a:r>
              <a:rPr lang="fr-FR" smtClean="0"/>
              <a:t>        it’s taking me higher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18-  OUVRE LES CIEUX SUR MOI MONTRE-MOI</a:t>
            </a:r>
          </a:p>
          <a:p>
            <a:pPr>
              <a:defRPr/>
            </a:pPr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   the way that you set before me i can hear the sound and
	20-  QUI NOUS EMMÈNE PLUS HAUT </a:t>
            </a:r>
          </a:p>
          <a:p>
            <a:pPr>
              <a:defRPr/>
            </a:pPr>
            <a:r>
              <a:rPr lang="fr-FR" smtClean="0"/>
              <a:t>                           it’s taking us higher
	21-  IL NOUS EMMÈNE PLUS HAUT IL NOUS EMMÈNE PLUS HAUT </a:t>
            </a:r>
          </a:p>
          <a:p>
            <a:pPr>
              <a:defRPr/>
            </a:pPr>
            <a:r>
              <a:rPr lang="fr-FR" smtClean="0"/>
              <a:t>                            it’s taking us higher</a:t>
            </a:r>
          </a:p>
          <a:p>
            <a:pPr>
              <a:defRPr/>
            </a:pPr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pPr>
              <a:defRPr/>
            </a:pPr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pPr>
              <a:defRPr/>
            </a:pPr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pPr>
              <a:defRPr/>
            </a:pPr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pPr>
              <a:defRPr/>
            </a:pPr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pPr>
              <a:defRPr/>
            </a:pPr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  <p:sp>
        <p:nvSpPr>
          <p:cNvPr id="614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OUVRE LES CIEUX SUR MOI UNE PORTE OUVERTE SE TIENT DEVANT MOI</a:t>
            </a:r>
          </a:p>
          <a:p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r>
              <a:rPr lang="fr-FR" smtClean="0"/>
              <a:t>      i can see the light and it’s taking me higher
3-  ELLE M’EMMÈNE PLUS HAUT</a:t>
            </a:r>
          </a:p>
          <a:p>
            <a:r>
              <a:rPr lang="fr-FR" smtClean="0"/>
              <a:t>      it’s taking me higher</a:t>
            </a:r>
          </a:p>
          <a:p>
            <a:r>
              <a:rPr lang="fr-FR" smtClean="0"/>
              <a:t>    </a:t>
            </a:r>
          </a:p>
          <a:p>
            <a:r>
              <a:rPr lang="fr-FR" smtClean="0"/>
              <a:t>	4-  OUVRE LES CIEUX SUR MOI MONTRE-MOI</a:t>
            </a:r>
          </a:p>
          <a:p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r>
              <a:rPr lang="fr-FR" smtClean="0"/>
              <a:t>                        the way that you set before me i can hear the sound 
	6-  ET IL M’EMMÈNE PLUS HAUT </a:t>
            </a:r>
          </a:p>
          <a:p>
            <a:r>
              <a:rPr lang="fr-FR" smtClean="0"/>
              <a:t>                         and it’s taking me higher
	7-  IL M’EMMÈNE PLUS HAUT IL M’EMMÈNE PLUS HAUT </a:t>
            </a:r>
          </a:p>
          <a:p>
            <a:r>
              <a:rPr lang="fr-FR" smtClean="0"/>
              <a:t>                         its taking me higher
	8-  IL M’EMMÈNE PLUS HAUT </a:t>
            </a:r>
          </a:p>
          <a:p>
            <a:r>
              <a:rPr lang="fr-FR" smtClean="0"/>
              <a:t>                         its taking me higher</a:t>
            </a:r>
          </a:p>
          <a:p>
            <a:r>
              <a:rPr lang="fr-FR" smtClean="0"/>
              <a:t>   </a:t>
            </a:r>
          </a:p>
          <a:p>
            <a:r>
              <a:rPr lang="fr-FR" smtClean="0"/>
              <a:t>9-  TU ME DONNES L’AMOUR INFINI ET TOUT CE DONT J’AI BESOIN ICI </a:t>
            </a:r>
          </a:p>
          <a:p>
            <a:r>
              <a:rPr lang="fr-FR" smtClean="0"/>
              <a:t>     you've given me love unfailing you've given me everything i need</a:t>
            </a:r>
          </a:p>
          <a:p>
            <a:r>
              <a:rPr lang="fr-FR" smtClean="0"/>
              <a:t> 10-  TU ME DONNES TA FAVEUR ET AUSSI JE PEUX VOIR ET J’ENTENDS </a:t>
            </a:r>
          </a:p>
          <a:p>
            <a:r>
              <a:rPr lang="fr-FR" smtClean="0"/>
              <a:t>      you've given me favor given me eyes to see, ears to hear</a:t>
            </a:r>
          </a:p>
          <a:p>
            <a:r>
              <a:rPr lang="fr-FR" smtClean="0"/>
              <a:t> 11-  TES PROMESSES POUR MOI </a:t>
            </a:r>
          </a:p>
          <a:p>
            <a:r>
              <a:rPr lang="fr-FR" smtClean="0"/>
              <a:t>      your promises for me   
</a:t>
            </a:r>
          </a:p>
          <a:p>
            <a:r>
              <a:rPr lang="fr-FR" smtClean="0"/>
              <a:t>	12-  TES VOIES DÉPASSENT MES VOIES TES PENSÉES PLUS GRANDES QUE MOI </a:t>
            </a:r>
          </a:p>
          <a:p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endParaRPr lang="fr-FR" smtClean="0"/>
          </a:p>
          <a:p>
            <a:r>
              <a:rPr lang="fr-FR" smtClean="0"/>
              <a:t>15-  OUVRE LES CIEUX SUR MOI UNE PORTE OUVERTE SE TIENT DEVANT MOI</a:t>
            </a:r>
          </a:p>
          <a:p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r>
              <a:rPr lang="fr-FR" smtClean="0"/>
              <a:t>        i can see the light and it’s taking me higher
17-  ELLE M’EMMÈNE PLUS HAUT</a:t>
            </a:r>
          </a:p>
          <a:p>
            <a:r>
              <a:rPr lang="fr-FR" smtClean="0"/>
              <a:t>        it’s taking me higher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18-  OUVRE LES CIEUX SUR MOI MONTRE-MOI</a:t>
            </a:r>
          </a:p>
          <a:p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r>
              <a:rPr lang="fr-FR" smtClean="0"/>
              <a:t>                           the way that you set before me i can hear the sound and
	20-  QUI NOUS EMMÈNE PLUS HAUT </a:t>
            </a:r>
          </a:p>
          <a:p>
            <a:r>
              <a:rPr lang="fr-FR" smtClean="0"/>
              <a:t>                           it’s taking us higher
	21-  IL NOUS EMMÈNE PLUS HAUT IL NOUS EMMÈNE PLUS HAUT </a:t>
            </a:r>
          </a:p>
          <a:p>
            <a:r>
              <a:rPr lang="fr-FR" smtClean="0"/>
              <a:t>                            it’s taking us higher</a:t>
            </a:r>
          </a:p>
          <a:p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pPr>
              <a:defRPr/>
            </a:pPr>
            <a:r>
              <a:rPr lang="fr-FR" smtClean="0"/>
              <a:t>      i can see the light and it’s taking me higher
3-  ELLE M’EMMÈNE PLUS HAUT</a:t>
            </a:r>
          </a:p>
          <a:p>
            <a:pPr>
              <a:defRPr/>
            </a:pPr>
            <a:r>
              <a:rPr lang="fr-FR" smtClean="0"/>
              <a:t>      it’s taking me higher</a:t>
            </a:r>
          </a:p>
          <a:p>
            <a:pPr>
              <a:defRPr/>
            </a:pPr>
            <a:r>
              <a:rPr lang="fr-FR" smtClean="0"/>
              <a:t>    </a:t>
            </a:r>
          </a:p>
          <a:p>
            <a:pPr>
              <a:defRPr/>
            </a:pPr>
            <a:r>
              <a:rPr lang="fr-FR" smtClean="0"/>
              <a:t>	4-  OUVRE LES CIEUX SUR MOI MONTRE-MOI</a:t>
            </a:r>
          </a:p>
          <a:p>
            <a:pPr>
              <a:defRPr/>
            </a:pPr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the way that you set before me i can hear the sound 
	6-  ET IL M’EMMÈNE PLUS HAUT </a:t>
            </a:r>
          </a:p>
          <a:p>
            <a:pPr>
              <a:defRPr/>
            </a:pPr>
            <a:r>
              <a:rPr lang="fr-FR" smtClean="0"/>
              <a:t>                         and it’s taking me higher
	7-  IL M’EMMÈNE PLUS HAUT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
	8- 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</a:t>
            </a:r>
          </a:p>
          <a:p>
            <a:pPr>
              <a:defRPr/>
            </a:pPr>
            <a:r>
              <a:rPr lang="fr-FR" smtClean="0"/>
              <a:t>   </a:t>
            </a:r>
          </a:p>
          <a:p>
            <a:pPr>
              <a:defRPr/>
            </a:pPr>
            <a:r>
              <a:rPr lang="fr-FR" smtClean="0"/>
              <a:t>9-  TU ME DONNES L’AMOUR INFINI ET TOUT CE DONT J’AI BESOIN ICI </a:t>
            </a:r>
          </a:p>
          <a:p>
            <a:pPr>
              <a:defRPr/>
            </a:pPr>
            <a:r>
              <a:rPr lang="fr-FR" smtClean="0"/>
              <a:t>     you've given me love unfailing you've given me everything i need</a:t>
            </a:r>
          </a:p>
          <a:p>
            <a:pPr>
              <a:defRPr/>
            </a:pPr>
            <a:r>
              <a:rPr lang="fr-FR" smtClean="0"/>
              <a:t> 10-  TU ME DONNES TA FAVEUR ET AUSSI JE PEUX VOIR ET J’ENTENDS </a:t>
            </a:r>
          </a:p>
          <a:p>
            <a:pPr>
              <a:defRPr/>
            </a:pPr>
            <a:r>
              <a:rPr lang="fr-FR" smtClean="0"/>
              <a:t>      you've given me favor given me eyes to see, ears to hear</a:t>
            </a:r>
          </a:p>
          <a:p>
            <a:pPr>
              <a:defRPr/>
            </a:pPr>
            <a:r>
              <a:rPr lang="fr-FR" smtClean="0"/>
              <a:t> 11-  TES PROMESSES POUR MOI </a:t>
            </a:r>
          </a:p>
          <a:p>
            <a:pPr>
              <a:defRPr/>
            </a:pPr>
            <a:r>
              <a:rPr lang="fr-FR" smtClean="0"/>
              <a:t>      your promises for me   
</a:t>
            </a:r>
          </a:p>
          <a:p>
            <a:pPr>
              <a:defRPr/>
            </a:pPr>
            <a:r>
              <a:rPr lang="fr-FR" smtClean="0"/>
              <a:t>	12-  TES VOIES DÉPASSENT MES VOIES TES PENSÉES PLUS GRANDES QUE MOI </a:t>
            </a:r>
          </a:p>
          <a:p>
            <a:pPr>
              <a:defRPr/>
            </a:pPr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pPr>
              <a:defRPr/>
            </a:pPr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pPr>
              <a:defRPr/>
            </a:pPr>
            <a:r>
              <a:rPr lang="fr-FR" smtClean="0"/>
              <a:t>        i can see the light and it’s taking me higher
17-  ELLE M’EMMÈNE PLUS HAUT</a:t>
            </a:r>
          </a:p>
          <a:p>
            <a:pPr>
              <a:defRPr/>
            </a:pPr>
            <a:r>
              <a:rPr lang="fr-FR" smtClean="0"/>
              <a:t>        it’s taking me higher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18-  OUVRE LES CIEUX SUR MOI MONTRE-MOI</a:t>
            </a:r>
          </a:p>
          <a:p>
            <a:pPr>
              <a:defRPr/>
            </a:pPr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   the way that you set before me i can hear the sound and
	20-  QUI NOUS EMMÈNE PLUS HAUT </a:t>
            </a:r>
          </a:p>
          <a:p>
            <a:pPr>
              <a:defRPr/>
            </a:pPr>
            <a:r>
              <a:rPr lang="fr-FR" smtClean="0"/>
              <a:t>                           it’s taking us higher
	21-  IL NOUS EMMÈNE PLUS HAUT IL NOUS EMMÈNE PLUS HAUT </a:t>
            </a:r>
          </a:p>
          <a:p>
            <a:pPr>
              <a:defRPr/>
            </a:pPr>
            <a:r>
              <a:rPr lang="fr-FR" smtClean="0"/>
              <a:t>                            it’s taking us higher</a:t>
            </a:r>
          </a:p>
          <a:p>
            <a:pPr>
              <a:defRPr/>
            </a:pPr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pPr>
              <a:defRPr/>
            </a:pPr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pPr>
              <a:defRPr/>
            </a:pPr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pPr>
              <a:defRPr/>
            </a:pPr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pPr>
              <a:defRPr/>
            </a:pPr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pPr>
              <a:defRPr/>
            </a:pPr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  <p:sp>
        <p:nvSpPr>
          <p:cNvPr id="624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OUVRE LES CIEUX SUR MOI UNE PORTE OUVERTE SE TIENT DEVANT MOI</a:t>
            </a:r>
          </a:p>
          <a:p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r>
              <a:rPr lang="fr-FR" smtClean="0"/>
              <a:t>      i can see the light and it’s taking me higher
3-  ELLE M’EMMÈNE PLUS HAUT</a:t>
            </a:r>
          </a:p>
          <a:p>
            <a:r>
              <a:rPr lang="fr-FR" smtClean="0"/>
              <a:t>      it’s taking me higher</a:t>
            </a:r>
          </a:p>
          <a:p>
            <a:r>
              <a:rPr lang="fr-FR" smtClean="0"/>
              <a:t>    </a:t>
            </a:r>
          </a:p>
          <a:p>
            <a:r>
              <a:rPr lang="fr-FR" smtClean="0"/>
              <a:t>	4-  OUVRE LES CIEUX SUR MOI MONTRE-MOI</a:t>
            </a:r>
          </a:p>
          <a:p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r>
              <a:rPr lang="fr-FR" smtClean="0"/>
              <a:t>                        the way that you set before me i can hear the sound 
	6-  ET IL M’EMMÈNE PLUS HAUT </a:t>
            </a:r>
          </a:p>
          <a:p>
            <a:r>
              <a:rPr lang="fr-FR" smtClean="0"/>
              <a:t>                         and it’s taking me higher
	7-  IL M’EMMÈNE PLUS HAUT IL M’EMMÈNE PLUS HAUT </a:t>
            </a:r>
          </a:p>
          <a:p>
            <a:r>
              <a:rPr lang="fr-FR" smtClean="0"/>
              <a:t>                         its taking me higher
	8-  IL M’EMMÈNE PLUS HAUT </a:t>
            </a:r>
          </a:p>
          <a:p>
            <a:r>
              <a:rPr lang="fr-FR" smtClean="0"/>
              <a:t>                         its taking me higher</a:t>
            </a:r>
          </a:p>
          <a:p>
            <a:r>
              <a:rPr lang="fr-FR" smtClean="0"/>
              <a:t>   </a:t>
            </a:r>
          </a:p>
          <a:p>
            <a:r>
              <a:rPr lang="fr-FR" smtClean="0"/>
              <a:t>9-  TU ME DONNES L’AMOUR INFINI ET TOUT CE DONT J’AI BESOIN ICI </a:t>
            </a:r>
          </a:p>
          <a:p>
            <a:r>
              <a:rPr lang="fr-FR" smtClean="0"/>
              <a:t>     you've given me love unfailing you've given me everything i need</a:t>
            </a:r>
          </a:p>
          <a:p>
            <a:r>
              <a:rPr lang="fr-FR" smtClean="0"/>
              <a:t> 10-  TU ME DONNES TA FAVEUR ET AUSSI JE PEUX VOIR ET J’ENTENDS </a:t>
            </a:r>
          </a:p>
          <a:p>
            <a:r>
              <a:rPr lang="fr-FR" smtClean="0"/>
              <a:t>      you've given me favor given me eyes to see, ears to hear</a:t>
            </a:r>
          </a:p>
          <a:p>
            <a:r>
              <a:rPr lang="fr-FR" smtClean="0"/>
              <a:t> 11-  TES PROMESSES POUR MOI </a:t>
            </a:r>
          </a:p>
          <a:p>
            <a:r>
              <a:rPr lang="fr-FR" smtClean="0"/>
              <a:t>      your promises for me   
</a:t>
            </a:r>
          </a:p>
          <a:p>
            <a:r>
              <a:rPr lang="fr-FR" smtClean="0"/>
              <a:t>	12-  TES VOIES DÉPASSENT MES VOIES TES PENSÉES PLUS GRANDES QUE MOI </a:t>
            </a:r>
          </a:p>
          <a:p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endParaRPr lang="fr-FR" smtClean="0"/>
          </a:p>
          <a:p>
            <a:r>
              <a:rPr lang="fr-FR" smtClean="0"/>
              <a:t>15-  OUVRE LES CIEUX SUR MOI UNE PORTE OUVERTE SE TIENT DEVANT MOI</a:t>
            </a:r>
          </a:p>
          <a:p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r>
              <a:rPr lang="fr-FR" smtClean="0"/>
              <a:t>        i can see the light and it’s taking me higher
17-  ELLE M’EMMÈNE PLUS HAUT</a:t>
            </a:r>
          </a:p>
          <a:p>
            <a:r>
              <a:rPr lang="fr-FR" smtClean="0"/>
              <a:t>        it’s taking me higher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18-  OUVRE LES CIEUX SUR MOI MONTRE-MOI</a:t>
            </a:r>
          </a:p>
          <a:p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r>
              <a:rPr lang="fr-FR" smtClean="0"/>
              <a:t>                           the way that you set before me i can hear the sound and
	20-  QUI NOUS EMMÈNE PLUS HAUT </a:t>
            </a:r>
          </a:p>
          <a:p>
            <a:r>
              <a:rPr lang="fr-FR" smtClean="0"/>
              <a:t>                           it’s taking us higher
	21-  IL NOUS EMMÈNE PLUS HAUT IL NOUS EMMÈNE PLUS HAUT </a:t>
            </a:r>
          </a:p>
          <a:p>
            <a:r>
              <a:rPr lang="fr-FR" smtClean="0"/>
              <a:t>                            it’s taking us higher</a:t>
            </a:r>
          </a:p>
          <a:p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pPr>
              <a:defRPr/>
            </a:pPr>
            <a:r>
              <a:rPr lang="fr-FR" smtClean="0"/>
              <a:t>      i can see the light and it’s taking me higher
3-  ELLE M’EMMÈNE PLUS HAUT</a:t>
            </a:r>
          </a:p>
          <a:p>
            <a:pPr>
              <a:defRPr/>
            </a:pPr>
            <a:r>
              <a:rPr lang="fr-FR" smtClean="0"/>
              <a:t>      it’s taking me higher</a:t>
            </a:r>
          </a:p>
          <a:p>
            <a:pPr>
              <a:defRPr/>
            </a:pPr>
            <a:r>
              <a:rPr lang="fr-FR" smtClean="0"/>
              <a:t>    </a:t>
            </a:r>
          </a:p>
          <a:p>
            <a:pPr>
              <a:defRPr/>
            </a:pPr>
            <a:r>
              <a:rPr lang="fr-FR" smtClean="0"/>
              <a:t>	4-  OUVRE LES CIEUX SUR MOI MONTRE-MOI</a:t>
            </a:r>
          </a:p>
          <a:p>
            <a:pPr>
              <a:defRPr/>
            </a:pPr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the way that you set before me i can hear the sound 
	6-  ET IL M’EMMÈNE PLUS HAUT </a:t>
            </a:r>
          </a:p>
          <a:p>
            <a:pPr>
              <a:defRPr/>
            </a:pPr>
            <a:r>
              <a:rPr lang="fr-FR" smtClean="0"/>
              <a:t>                         and it’s taking me higher
	7-  IL M’EMMÈNE PLUS HAUT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
	8- 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</a:t>
            </a:r>
          </a:p>
          <a:p>
            <a:pPr>
              <a:defRPr/>
            </a:pPr>
            <a:r>
              <a:rPr lang="fr-FR" smtClean="0"/>
              <a:t>   </a:t>
            </a:r>
          </a:p>
          <a:p>
            <a:pPr>
              <a:defRPr/>
            </a:pPr>
            <a:r>
              <a:rPr lang="fr-FR" smtClean="0"/>
              <a:t>9-  TU ME DONNES L’AMOUR INFINI ET TOUT CE DONT J’AI BESOIN ICI </a:t>
            </a:r>
          </a:p>
          <a:p>
            <a:pPr>
              <a:defRPr/>
            </a:pPr>
            <a:r>
              <a:rPr lang="fr-FR" smtClean="0"/>
              <a:t>     you've given me love unfailing you've given me everything i need</a:t>
            </a:r>
          </a:p>
          <a:p>
            <a:pPr>
              <a:defRPr/>
            </a:pPr>
            <a:r>
              <a:rPr lang="fr-FR" smtClean="0"/>
              <a:t> 10-  TU ME DONNES TA FAVEUR ET AUSSI JE PEUX VOIR ET J’ENTENDS </a:t>
            </a:r>
          </a:p>
          <a:p>
            <a:pPr>
              <a:defRPr/>
            </a:pPr>
            <a:r>
              <a:rPr lang="fr-FR" smtClean="0"/>
              <a:t>      you've given me favor given me eyes to see, ears to hear</a:t>
            </a:r>
          </a:p>
          <a:p>
            <a:pPr>
              <a:defRPr/>
            </a:pPr>
            <a:r>
              <a:rPr lang="fr-FR" smtClean="0"/>
              <a:t> 11-  TES PROMESSES POUR MOI </a:t>
            </a:r>
          </a:p>
          <a:p>
            <a:pPr>
              <a:defRPr/>
            </a:pPr>
            <a:r>
              <a:rPr lang="fr-FR" smtClean="0"/>
              <a:t>      your promises for me   
</a:t>
            </a:r>
          </a:p>
          <a:p>
            <a:pPr>
              <a:defRPr/>
            </a:pPr>
            <a:r>
              <a:rPr lang="fr-FR" smtClean="0"/>
              <a:t>	12-  TES VOIES DÉPASSENT MES VOIES TES PENSÉES PLUS GRANDES QUE MOI </a:t>
            </a:r>
          </a:p>
          <a:p>
            <a:pPr>
              <a:defRPr/>
            </a:pPr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pPr>
              <a:defRPr/>
            </a:pPr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pPr>
              <a:defRPr/>
            </a:pPr>
            <a:r>
              <a:rPr lang="fr-FR" smtClean="0"/>
              <a:t>        i can see the light and it’s taking me higher
17-  ELLE M’EMMÈNE PLUS HAUT</a:t>
            </a:r>
          </a:p>
          <a:p>
            <a:pPr>
              <a:defRPr/>
            </a:pPr>
            <a:r>
              <a:rPr lang="fr-FR" smtClean="0"/>
              <a:t>        it’s taking me higher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18-  OUVRE LES CIEUX SUR MOI MONTRE-MOI</a:t>
            </a:r>
          </a:p>
          <a:p>
            <a:pPr>
              <a:defRPr/>
            </a:pPr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   the way that you set before me i can hear the sound and
	20-  QUI NOUS EMMÈNE PLUS HAUT </a:t>
            </a:r>
          </a:p>
          <a:p>
            <a:pPr>
              <a:defRPr/>
            </a:pPr>
            <a:r>
              <a:rPr lang="fr-FR" smtClean="0"/>
              <a:t>                           it’s taking us higher
	21-  IL NOUS EMMÈNE PLUS HAUT IL NOUS EMMÈNE PLUS HAUT </a:t>
            </a:r>
          </a:p>
          <a:p>
            <a:pPr>
              <a:defRPr/>
            </a:pPr>
            <a:r>
              <a:rPr lang="fr-FR" smtClean="0"/>
              <a:t>                            it’s taking us higher</a:t>
            </a:r>
          </a:p>
          <a:p>
            <a:pPr>
              <a:defRPr/>
            </a:pPr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pPr>
              <a:defRPr/>
            </a:pPr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pPr>
              <a:defRPr/>
            </a:pPr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pPr>
              <a:defRPr/>
            </a:pPr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pPr>
              <a:defRPr/>
            </a:pPr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pPr>
              <a:defRPr/>
            </a:pPr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  <p:sp>
        <p:nvSpPr>
          <p:cNvPr id="634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OUVRE LES CIEUX SUR MOI UNE PORTE OUVERTE SE TIENT DEVANT MOI</a:t>
            </a:r>
          </a:p>
          <a:p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r>
              <a:rPr lang="fr-FR" smtClean="0"/>
              <a:t>      i can see the light and it’s taking me higher
3-  ELLE M’EMMÈNE PLUS HAUT</a:t>
            </a:r>
          </a:p>
          <a:p>
            <a:r>
              <a:rPr lang="fr-FR" smtClean="0"/>
              <a:t>      it’s taking me higher</a:t>
            </a:r>
          </a:p>
          <a:p>
            <a:r>
              <a:rPr lang="fr-FR" smtClean="0"/>
              <a:t>    </a:t>
            </a:r>
          </a:p>
          <a:p>
            <a:r>
              <a:rPr lang="fr-FR" smtClean="0"/>
              <a:t>	4-  OUVRE LES CIEUX SUR MOI MONTRE-MOI</a:t>
            </a:r>
          </a:p>
          <a:p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r>
              <a:rPr lang="fr-FR" smtClean="0"/>
              <a:t>                        the way that you set before me i can hear the sound 
	6-  ET IL M’EMMÈNE PLUS HAUT </a:t>
            </a:r>
          </a:p>
          <a:p>
            <a:r>
              <a:rPr lang="fr-FR" smtClean="0"/>
              <a:t>                         and it’s taking me higher
	7-  IL M’EMMÈNE PLUS HAUT IL M’EMMÈNE PLUS HAUT </a:t>
            </a:r>
          </a:p>
          <a:p>
            <a:r>
              <a:rPr lang="fr-FR" smtClean="0"/>
              <a:t>                         its taking me higher
	8-  IL M’EMMÈNE PLUS HAUT </a:t>
            </a:r>
          </a:p>
          <a:p>
            <a:r>
              <a:rPr lang="fr-FR" smtClean="0"/>
              <a:t>                         its taking me higher</a:t>
            </a:r>
          </a:p>
          <a:p>
            <a:r>
              <a:rPr lang="fr-FR" smtClean="0"/>
              <a:t>   </a:t>
            </a:r>
          </a:p>
          <a:p>
            <a:r>
              <a:rPr lang="fr-FR" smtClean="0"/>
              <a:t>9-  TU ME DONNES L’AMOUR INFINI ET TOUT CE DONT J’AI BESOIN ICI </a:t>
            </a:r>
          </a:p>
          <a:p>
            <a:r>
              <a:rPr lang="fr-FR" smtClean="0"/>
              <a:t>     you've given me love unfailing you've given me everything i need</a:t>
            </a:r>
          </a:p>
          <a:p>
            <a:r>
              <a:rPr lang="fr-FR" smtClean="0"/>
              <a:t> 10-  TU ME DONNES TA FAVEUR ET AUSSI JE PEUX VOIR ET J’ENTENDS </a:t>
            </a:r>
          </a:p>
          <a:p>
            <a:r>
              <a:rPr lang="fr-FR" smtClean="0"/>
              <a:t>      you've given me favor given me eyes to see, ears to hear</a:t>
            </a:r>
          </a:p>
          <a:p>
            <a:r>
              <a:rPr lang="fr-FR" smtClean="0"/>
              <a:t> 11-  TES PROMESSES POUR MOI </a:t>
            </a:r>
          </a:p>
          <a:p>
            <a:r>
              <a:rPr lang="fr-FR" smtClean="0"/>
              <a:t>      your promises for me   
</a:t>
            </a:r>
          </a:p>
          <a:p>
            <a:r>
              <a:rPr lang="fr-FR" smtClean="0"/>
              <a:t>	12-  TES VOIES DÉPASSENT MES VOIES TES PENSÉES PLUS GRANDES QUE MOI </a:t>
            </a:r>
          </a:p>
          <a:p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endParaRPr lang="fr-FR" smtClean="0"/>
          </a:p>
          <a:p>
            <a:r>
              <a:rPr lang="fr-FR" smtClean="0"/>
              <a:t>15-  OUVRE LES CIEUX SUR MOI UNE PORTE OUVERTE SE TIENT DEVANT MOI</a:t>
            </a:r>
          </a:p>
          <a:p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r>
              <a:rPr lang="fr-FR" smtClean="0"/>
              <a:t>        i can see the light and it’s taking me higher
17-  ELLE M’EMMÈNE PLUS HAUT</a:t>
            </a:r>
          </a:p>
          <a:p>
            <a:r>
              <a:rPr lang="fr-FR" smtClean="0"/>
              <a:t>        it’s taking me higher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18-  OUVRE LES CIEUX SUR MOI MONTRE-MOI</a:t>
            </a:r>
          </a:p>
          <a:p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r>
              <a:rPr lang="fr-FR" smtClean="0"/>
              <a:t>                           the way that you set before me i can hear the sound and
	20-  QUI NOUS EMMÈNE PLUS HAUT </a:t>
            </a:r>
          </a:p>
          <a:p>
            <a:r>
              <a:rPr lang="fr-FR" smtClean="0"/>
              <a:t>                           it’s taking us higher
	21-  IL NOUS EMMÈNE PLUS HAUT IL NOUS EMMÈNE PLUS HAUT </a:t>
            </a:r>
          </a:p>
          <a:p>
            <a:r>
              <a:rPr lang="fr-FR" smtClean="0"/>
              <a:t>                            it’s taking us higher</a:t>
            </a:r>
          </a:p>
          <a:p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pPr>
              <a:defRPr/>
            </a:pPr>
            <a:r>
              <a:rPr lang="fr-FR" smtClean="0"/>
              <a:t>      i can see the light and it’s taking me higher
3-  ELLE M’EMMÈNE PLUS HAUT</a:t>
            </a:r>
          </a:p>
          <a:p>
            <a:pPr>
              <a:defRPr/>
            </a:pPr>
            <a:r>
              <a:rPr lang="fr-FR" smtClean="0"/>
              <a:t>      it’s taking me higher</a:t>
            </a:r>
          </a:p>
          <a:p>
            <a:pPr>
              <a:defRPr/>
            </a:pPr>
            <a:r>
              <a:rPr lang="fr-FR" smtClean="0"/>
              <a:t>    </a:t>
            </a:r>
          </a:p>
          <a:p>
            <a:pPr>
              <a:defRPr/>
            </a:pPr>
            <a:r>
              <a:rPr lang="fr-FR" smtClean="0"/>
              <a:t>	4-  OUVRE LES CIEUX SUR MOI MONTRE-MOI</a:t>
            </a:r>
          </a:p>
          <a:p>
            <a:pPr>
              <a:defRPr/>
            </a:pPr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the way that you set before me i can hear the sound 
	6-  ET IL M’EMMÈNE PLUS HAUT </a:t>
            </a:r>
          </a:p>
          <a:p>
            <a:pPr>
              <a:defRPr/>
            </a:pPr>
            <a:r>
              <a:rPr lang="fr-FR" smtClean="0"/>
              <a:t>                         and it’s taking me higher
	7-  IL M’EMMÈNE PLUS HAUT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
	8- 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</a:t>
            </a:r>
          </a:p>
          <a:p>
            <a:pPr>
              <a:defRPr/>
            </a:pPr>
            <a:r>
              <a:rPr lang="fr-FR" smtClean="0"/>
              <a:t>   </a:t>
            </a:r>
          </a:p>
          <a:p>
            <a:pPr>
              <a:defRPr/>
            </a:pPr>
            <a:r>
              <a:rPr lang="fr-FR" smtClean="0"/>
              <a:t>9-  TU ME DONNES L’AMOUR INFINI ET TOUT CE DONT J’AI BESOIN ICI </a:t>
            </a:r>
          </a:p>
          <a:p>
            <a:pPr>
              <a:defRPr/>
            </a:pPr>
            <a:r>
              <a:rPr lang="fr-FR" smtClean="0"/>
              <a:t>     you've given me love unfailing you've given me everything i need</a:t>
            </a:r>
          </a:p>
          <a:p>
            <a:pPr>
              <a:defRPr/>
            </a:pPr>
            <a:r>
              <a:rPr lang="fr-FR" smtClean="0"/>
              <a:t> 10-  TU ME DONNES TA FAVEUR ET AUSSI JE PEUX VOIR ET J’ENTENDS </a:t>
            </a:r>
          </a:p>
          <a:p>
            <a:pPr>
              <a:defRPr/>
            </a:pPr>
            <a:r>
              <a:rPr lang="fr-FR" smtClean="0"/>
              <a:t>      you've given me favor given me eyes to see, ears to hear</a:t>
            </a:r>
          </a:p>
          <a:p>
            <a:pPr>
              <a:defRPr/>
            </a:pPr>
            <a:r>
              <a:rPr lang="fr-FR" smtClean="0"/>
              <a:t> 11-  TES PROMESSES POUR MOI </a:t>
            </a:r>
          </a:p>
          <a:p>
            <a:pPr>
              <a:defRPr/>
            </a:pPr>
            <a:r>
              <a:rPr lang="fr-FR" smtClean="0"/>
              <a:t>      your promises for me   
</a:t>
            </a:r>
          </a:p>
          <a:p>
            <a:pPr>
              <a:defRPr/>
            </a:pPr>
            <a:r>
              <a:rPr lang="fr-FR" smtClean="0"/>
              <a:t>	12-  TES VOIES DÉPASSENT MES VOIES TES PENSÉES PLUS GRANDES QUE MOI </a:t>
            </a:r>
          </a:p>
          <a:p>
            <a:pPr>
              <a:defRPr/>
            </a:pPr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pPr>
              <a:defRPr/>
            </a:pPr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pPr>
              <a:defRPr/>
            </a:pPr>
            <a:r>
              <a:rPr lang="fr-FR" smtClean="0"/>
              <a:t>        i can see the light and it’s taking me higher
17-  ELLE M’EMMÈNE PLUS HAUT</a:t>
            </a:r>
          </a:p>
          <a:p>
            <a:pPr>
              <a:defRPr/>
            </a:pPr>
            <a:r>
              <a:rPr lang="fr-FR" smtClean="0"/>
              <a:t>        it’s taking me higher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18-  OUVRE LES CIEUX SUR MOI MONTRE-MOI</a:t>
            </a:r>
          </a:p>
          <a:p>
            <a:pPr>
              <a:defRPr/>
            </a:pPr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   the way that you set before me i can hear the sound and
	20-  QUI NOUS EMMÈNE PLUS HAUT </a:t>
            </a:r>
          </a:p>
          <a:p>
            <a:pPr>
              <a:defRPr/>
            </a:pPr>
            <a:r>
              <a:rPr lang="fr-FR" smtClean="0"/>
              <a:t>                           it’s taking us higher
	21-  IL NOUS EMMÈNE PLUS HAUT IL NOUS EMMÈNE PLUS HAUT </a:t>
            </a:r>
          </a:p>
          <a:p>
            <a:pPr>
              <a:defRPr/>
            </a:pPr>
            <a:r>
              <a:rPr lang="fr-FR" smtClean="0"/>
              <a:t>                            it’s taking us higher</a:t>
            </a:r>
          </a:p>
          <a:p>
            <a:pPr>
              <a:defRPr/>
            </a:pPr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pPr>
              <a:defRPr/>
            </a:pPr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pPr>
              <a:defRPr/>
            </a:pPr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pPr>
              <a:defRPr/>
            </a:pPr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pPr>
              <a:defRPr/>
            </a:pPr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pPr>
              <a:defRPr/>
            </a:pPr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  <p:sp>
        <p:nvSpPr>
          <p:cNvPr id="645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OUVRE LES CIEUX SUR MOI UNE PORTE OUVERTE SE TIENT DEVANT MOI</a:t>
            </a:r>
          </a:p>
          <a:p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r>
              <a:rPr lang="fr-FR" smtClean="0"/>
              <a:t>      i can see the light and it’s taking me higher
3-  ELLE M’EMMÈNE PLUS HAUT</a:t>
            </a:r>
          </a:p>
          <a:p>
            <a:r>
              <a:rPr lang="fr-FR" smtClean="0"/>
              <a:t>      it’s taking me higher</a:t>
            </a:r>
          </a:p>
          <a:p>
            <a:r>
              <a:rPr lang="fr-FR" smtClean="0"/>
              <a:t>    </a:t>
            </a:r>
          </a:p>
          <a:p>
            <a:r>
              <a:rPr lang="fr-FR" smtClean="0"/>
              <a:t>	4-  OUVRE LES CIEUX SUR MOI MONTRE-MOI</a:t>
            </a:r>
          </a:p>
          <a:p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r>
              <a:rPr lang="fr-FR" smtClean="0"/>
              <a:t>                        the way that you set before me i can hear the sound 
	6-  ET IL M’EMMÈNE PLUS HAUT </a:t>
            </a:r>
          </a:p>
          <a:p>
            <a:r>
              <a:rPr lang="fr-FR" smtClean="0"/>
              <a:t>                         and it’s taking me higher
	7-  IL M’EMMÈNE PLUS HAUT IL M’EMMÈNE PLUS HAUT </a:t>
            </a:r>
          </a:p>
          <a:p>
            <a:r>
              <a:rPr lang="fr-FR" smtClean="0"/>
              <a:t>                         its taking me higher
	8-  IL M’EMMÈNE PLUS HAUT </a:t>
            </a:r>
          </a:p>
          <a:p>
            <a:r>
              <a:rPr lang="fr-FR" smtClean="0"/>
              <a:t>                         its taking me higher</a:t>
            </a:r>
          </a:p>
          <a:p>
            <a:r>
              <a:rPr lang="fr-FR" smtClean="0"/>
              <a:t>   </a:t>
            </a:r>
          </a:p>
          <a:p>
            <a:r>
              <a:rPr lang="fr-FR" smtClean="0"/>
              <a:t>9-  TU ME DONNES L’AMOUR INFINI ET TOUT CE DONT J’AI BESOIN ICI </a:t>
            </a:r>
          </a:p>
          <a:p>
            <a:r>
              <a:rPr lang="fr-FR" smtClean="0"/>
              <a:t>     you've given me love unfailing you've given me everything i need</a:t>
            </a:r>
          </a:p>
          <a:p>
            <a:r>
              <a:rPr lang="fr-FR" smtClean="0"/>
              <a:t> 10-  TU ME DONNES TA FAVEUR ET AUSSI JE PEUX VOIR ET J’ENTENDS </a:t>
            </a:r>
          </a:p>
          <a:p>
            <a:r>
              <a:rPr lang="fr-FR" smtClean="0"/>
              <a:t>      you've given me favor given me eyes to see, ears to hear</a:t>
            </a:r>
          </a:p>
          <a:p>
            <a:r>
              <a:rPr lang="fr-FR" smtClean="0"/>
              <a:t> 11-  TES PROMESSES POUR MOI </a:t>
            </a:r>
          </a:p>
          <a:p>
            <a:r>
              <a:rPr lang="fr-FR" smtClean="0"/>
              <a:t>      your promises for me   
</a:t>
            </a:r>
          </a:p>
          <a:p>
            <a:r>
              <a:rPr lang="fr-FR" smtClean="0"/>
              <a:t>	12-  TES VOIES DÉPASSENT MES VOIES TES PENSÉES PLUS GRANDES QUE MOI </a:t>
            </a:r>
          </a:p>
          <a:p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endParaRPr lang="fr-FR" smtClean="0"/>
          </a:p>
          <a:p>
            <a:r>
              <a:rPr lang="fr-FR" smtClean="0"/>
              <a:t>15-  OUVRE LES CIEUX SUR MOI UNE PORTE OUVERTE SE TIENT DEVANT MOI</a:t>
            </a:r>
          </a:p>
          <a:p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r>
              <a:rPr lang="fr-FR" smtClean="0"/>
              <a:t>        i can see the light and it’s taking me higher
17-  ELLE M’EMMÈNE PLUS HAUT</a:t>
            </a:r>
          </a:p>
          <a:p>
            <a:r>
              <a:rPr lang="fr-FR" smtClean="0"/>
              <a:t>        it’s taking me higher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18-  OUVRE LES CIEUX SUR MOI MONTRE-MOI</a:t>
            </a:r>
          </a:p>
          <a:p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r>
              <a:rPr lang="fr-FR" smtClean="0"/>
              <a:t>                           the way that you set before me i can hear the sound and
	20-  QUI NOUS EMMÈNE PLUS HAUT </a:t>
            </a:r>
          </a:p>
          <a:p>
            <a:r>
              <a:rPr lang="fr-FR" smtClean="0"/>
              <a:t>                           it’s taking us higher
	21-  IL NOUS EMMÈNE PLUS HAUT IL NOUS EMMÈNE PLUS HAUT </a:t>
            </a:r>
          </a:p>
          <a:p>
            <a:r>
              <a:rPr lang="fr-FR" smtClean="0"/>
              <a:t>                            it’s taking us higher</a:t>
            </a:r>
          </a:p>
          <a:p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pPr>
              <a:defRPr/>
            </a:pPr>
            <a:r>
              <a:rPr lang="fr-FR" smtClean="0"/>
              <a:t>      i can see the light and it’s taking me higher
3-  ELLE M’EMMÈNE PLUS HAUT</a:t>
            </a:r>
          </a:p>
          <a:p>
            <a:pPr>
              <a:defRPr/>
            </a:pPr>
            <a:r>
              <a:rPr lang="fr-FR" smtClean="0"/>
              <a:t>      it’s taking me higher</a:t>
            </a:r>
          </a:p>
          <a:p>
            <a:pPr>
              <a:defRPr/>
            </a:pPr>
            <a:r>
              <a:rPr lang="fr-FR" smtClean="0"/>
              <a:t>    </a:t>
            </a:r>
          </a:p>
          <a:p>
            <a:pPr>
              <a:defRPr/>
            </a:pPr>
            <a:r>
              <a:rPr lang="fr-FR" smtClean="0"/>
              <a:t>	4-  OUVRE LES CIEUX SUR MOI MONTRE-MOI</a:t>
            </a:r>
          </a:p>
          <a:p>
            <a:pPr>
              <a:defRPr/>
            </a:pPr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the way that you set before me i can hear the sound 
	6-  ET IL M’EMMÈNE PLUS HAUT </a:t>
            </a:r>
          </a:p>
          <a:p>
            <a:pPr>
              <a:defRPr/>
            </a:pPr>
            <a:r>
              <a:rPr lang="fr-FR" smtClean="0"/>
              <a:t>                         and it’s taking me higher
	7-  IL M’EMMÈNE PLUS HAUT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
	8- 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</a:t>
            </a:r>
          </a:p>
          <a:p>
            <a:pPr>
              <a:defRPr/>
            </a:pPr>
            <a:r>
              <a:rPr lang="fr-FR" smtClean="0"/>
              <a:t>   </a:t>
            </a:r>
          </a:p>
          <a:p>
            <a:pPr>
              <a:defRPr/>
            </a:pPr>
            <a:r>
              <a:rPr lang="fr-FR" smtClean="0"/>
              <a:t>9-  TU ME DONNES L’AMOUR INFINI ET TOUT CE DONT J’AI BESOIN ICI </a:t>
            </a:r>
          </a:p>
          <a:p>
            <a:pPr>
              <a:defRPr/>
            </a:pPr>
            <a:r>
              <a:rPr lang="fr-FR" smtClean="0"/>
              <a:t>     you've given me love unfailing you've given me everything i need</a:t>
            </a:r>
          </a:p>
          <a:p>
            <a:pPr>
              <a:defRPr/>
            </a:pPr>
            <a:r>
              <a:rPr lang="fr-FR" smtClean="0"/>
              <a:t> 10-  TU ME DONNES TA FAVEUR ET AUSSI JE PEUX VOIR ET J’ENTENDS </a:t>
            </a:r>
          </a:p>
          <a:p>
            <a:pPr>
              <a:defRPr/>
            </a:pPr>
            <a:r>
              <a:rPr lang="fr-FR" smtClean="0"/>
              <a:t>      you've given me favor given me eyes to see, ears to hear</a:t>
            </a:r>
          </a:p>
          <a:p>
            <a:pPr>
              <a:defRPr/>
            </a:pPr>
            <a:r>
              <a:rPr lang="fr-FR" smtClean="0"/>
              <a:t> 11-  TES PROMESSES POUR MOI </a:t>
            </a:r>
          </a:p>
          <a:p>
            <a:pPr>
              <a:defRPr/>
            </a:pPr>
            <a:r>
              <a:rPr lang="fr-FR" smtClean="0"/>
              <a:t>      your promises for me   
</a:t>
            </a:r>
          </a:p>
          <a:p>
            <a:pPr>
              <a:defRPr/>
            </a:pPr>
            <a:r>
              <a:rPr lang="fr-FR" smtClean="0"/>
              <a:t>	12-  TES VOIES DÉPASSENT MES VOIES TES PENSÉES PLUS GRANDES QUE MOI </a:t>
            </a:r>
          </a:p>
          <a:p>
            <a:pPr>
              <a:defRPr/>
            </a:pPr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pPr>
              <a:defRPr/>
            </a:pPr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pPr>
              <a:defRPr/>
            </a:pPr>
            <a:r>
              <a:rPr lang="fr-FR" smtClean="0"/>
              <a:t>        i can see the light and it’s taking me higher
17-  ELLE M’EMMÈNE PLUS HAUT</a:t>
            </a:r>
          </a:p>
          <a:p>
            <a:pPr>
              <a:defRPr/>
            </a:pPr>
            <a:r>
              <a:rPr lang="fr-FR" smtClean="0"/>
              <a:t>        it’s taking me higher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18-  OUVRE LES CIEUX SUR MOI MONTRE-MOI</a:t>
            </a:r>
          </a:p>
          <a:p>
            <a:pPr>
              <a:defRPr/>
            </a:pPr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   the way that you set before me i can hear the sound and
	20-  QUI NOUS EMMÈNE PLUS HAUT </a:t>
            </a:r>
          </a:p>
          <a:p>
            <a:pPr>
              <a:defRPr/>
            </a:pPr>
            <a:r>
              <a:rPr lang="fr-FR" smtClean="0"/>
              <a:t>                           it’s taking us higher
	21-  IL NOUS EMMÈNE PLUS HAUT IL NOUS EMMÈNE PLUS HAUT </a:t>
            </a:r>
          </a:p>
          <a:p>
            <a:pPr>
              <a:defRPr/>
            </a:pPr>
            <a:r>
              <a:rPr lang="fr-FR" smtClean="0"/>
              <a:t>                            it’s taking us higher</a:t>
            </a:r>
          </a:p>
          <a:p>
            <a:pPr>
              <a:defRPr/>
            </a:pPr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pPr>
              <a:defRPr/>
            </a:pPr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pPr>
              <a:defRPr/>
            </a:pPr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pPr>
              <a:defRPr/>
            </a:pPr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pPr>
              <a:defRPr/>
            </a:pPr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pPr>
              <a:defRPr/>
            </a:pPr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  <p:sp>
        <p:nvSpPr>
          <p:cNvPr id="655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OUVRE LES CIEUX SUR MOI UNE PORTE OUVERTE SE TIENT DEVANT MOI</a:t>
            </a:r>
          </a:p>
          <a:p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r>
              <a:rPr lang="fr-FR" smtClean="0"/>
              <a:t>      i can see the light and it’s taking me higher
3-  ELLE M’EMMÈNE PLUS HAUT</a:t>
            </a:r>
          </a:p>
          <a:p>
            <a:r>
              <a:rPr lang="fr-FR" smtClean="0"/>
              <a:t>      it’s taking me higher</a:t>
            </a:r>
          </a:p>
          <a:p>
            <a:r>
              <a:rPr lang="fr-FR" smtClean="0"/>
              <a:t>    </a:t>
            </a:r>
          </a:p>
          <a:p>
            <a:r>
              <a:rPr lang="fr-FR" smtClean="0"/>
              <a:t>	4-  OUVRE LES CIEUX SUR MOI MONTRE-MOI</a:t>
            </a:r>
          </a:p>
          <a:p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r>
              <a:rPr lang="fr-FR" smtClean="0"/>
              <a:t>                        the way that you set before me i can hear the sound 
	6-  ET IL M’EMMÈNE PLUS HAUT </a:t>
            </a:r>
          </a:p>
          <a:p>
            <a:r>
              <a:rPr lang="fr-FR" smtClean="0"/>
              <a:t>                         and it’s taking me higher
	7-  IL M’EMMÈNE PLUS HAUT IL M’EMMÈNE PLUS HAUT </a:t>
            </a:r>
          </a:p>
          <a:p>
            <a:r>
              <a:rPr lang="fr-FR" smtClean="0"/>
              <a:t>                         its taking me higher
	8-  IL M’EMMÈNE PLUS HAUT </a:t>
            </a:r>
          </a:p>
          <a:p>
            <a:r>
              <a:rPr lang="fr-FR" smtClean="0"/>
              <a:t>                         its taking me higher</a:t>
            </a:r>
          </a:p>
          <a:p>
            <a:r>
              <a:rPr lang="fr-FR" smtClean="0"/>
              <a:t>   </a:t>
            </a:r>
          </a:p>
          <a:p>
            <a:r>
              <a:rPr lang="fr-FR" smtClean="0"/>
              <a:t>9-  TU ME DONNES L’AMOUR INFINI ET TOUT CE DONT J’AI BESOIN ICI </a:t>
            </a:r>
          </a:p>
          <a:p>
            <a:r>
              <a:rPr lang="fr-FR" smtClean="0"/>
              <a:t>     you've given me love unfailing you've given me everything i need</a:t>
            </a:r>
          </a:p>
          <a:p>
            <a:r>
              <a:rPr lang="fr-FR" smtClean="0"/>
              <a:t> 10-  TU ME DONNES TA FAVEUR ET AUSSI JE PEUX VOIR ET J’ENTENDS </a:t>
            </a:r>
          </a:p>
          <a:p>
            <a:r>
              <a:rPr lang="fr-FR" smtClean="0"/>
              <a:t>      you've given me favor given me eyes to see, ears to hear</a:t>
            </a:r>
          </a:p>
          <a:p>
            <a:r>
              <a:rPr lang="fr-FR" smtClean="0"/>
              <a:t> 11-  TES PROMESSES POUR MOI </a:t>
            </a:r>
          </a:p>
          <a:p>
            <a:r>
              <a:rPr lang="fr-FR" smtClean="0"/>
              <a:t>      your promises for me   
</a:t>
            </a:r>
          </a:p>
          <a:p>
            <a:r>
              <a:rPr lang="fr-FR" smtClean="0"/>
              <a:t>	12-  TES VOIES DÉPASSENT MES VOIES TES PENSÉES PLUS GRANDES QUE MOI </a:t>
            </a:r>
          </a:p>
          <a:p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endParaRPr lang="fr-FR" smtClean="0"/>
          </a:p>
          <a:p>
            <a:r>
              <a:rPr lang="fr-FR" smtClean="0"/>
              <a:t>15-  OUVRE LES CIEUX SUR MOI UNE PORTE OUVERTE SE TIENT DEVANT MOI</a:t>
            </a:r>
          </a:p>
          <a:p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r>
              <a:rPr lang="fr-FR" smtClean="0"/>
              <a:t>        i can see the light and it’s taking me higher
17-  ELLE M’EMMÈNE PLUS HAUT</a:t>
            </a:r>
          </a:p>
          <a:p>
            <a:r>
              <a:rPr lang="fr-FR" smtClean="0"/>
              <a:t>        it’s taking me higher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18-  OUVRE LES CIEUX SUR MOI MONTRE-MOI</a:t>
            </a:r>
          </a:p>
          <a:p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r>
              <a:rPr lang="fr-FR" smtClean="0"/>
              <a:t>                           the way that you set before me i can hear the sound and
	20-  QUI NOUS EMMÈNE PLUS HAUT </a:t>
            </a:r>
          </a:p>
          <a:p>
            <a:r>
              <a:rPr lang="fr-FR" smtClean="0"/>
              <a:t>                           it’s taking us higher
	21-  IL NOUS EMMÈNE PLUS HAUT IL NOUS EMMÈNE PLUS HAUT </a:t>
            </a:r>
          </a:p>
          <a:p>
            <a:r>
              <a:rPr lang="fr-FR" smtClean="0"/>
              <a:t>                            it’s taking us higher</a:t>
            </a:r>
          </a:p>
          <a:p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pPr>
              <a:defRPr/>
            </a:pPr>
            <a:r>
              <a:rPr lang="fr-FR" smtClean="0"/>
              <a:t>      i can see the light and it’s taking me higher
3-  ELLE M’EMMÈNE PLUS HAUT</a:t>
            </a:r>
          </a:p>
          <a:p>
            <a:pPr>
              <a:defRPr/>
            </a:pPr>
            <a:r>
              <a:rPr lang="fr-FR" smtClean="0"/>
              <a:t>      it’s taking me higher</a:t>
            </a:r>
          </a:p>
          <a:p>
            <a:pPr>
              <a:defRPr/>
            </a:pPr>
            <a:r>
              <a:rPr lang="fr-FR" smtClean="0"/>
              <a:t>    </a:t>
            </a:r>
          </a:p>
          <a:p>
            <a:pPr>
              <a:defRPr/>
            </a:pPr>
            <a:r>
              <a:rPr lang="fr-FR" smtClean="0"/>
              <a:t>	4-  OUVRE LES CIEUX SUR MOI MONTRE-MOI</a:t>
            </a:r>
          </a:p>
          <a:p>
            <a:pPr>
              <a:defRPr/>
            </a:pPr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the way that you set before me i can hear the sound 
	6-  ET IL M’EMMÈNE PLUS HAUT </a:t>
            </a:r>
          </a:p>
          <a:p>
            <a:pPr>
              <a:defRPr/>
            </a:pPr>
            <a:r>
              <a:rPr lang="fr-FR" smtClean="0"/>
              <a:t>                         and it’s taking me higher
	7-  IL M’EMMÈNE PLUS HAUT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
	8- 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</a:t>
            </a:r>
          </a:p>
          <a:p>
            <a:pPr>
              <a:defRPr/>
            </a:pPr>
            <a:r>
              <a:rPr lang="fr-FR" smtClean="0"/>
              <a:t>   </a:t>
            </a:r>
          </a:p>
          <a:p>
            <a:pPr>
              <a:defRPr/>
            </a:pPr>
            <a:r>
              <a:rPr lang="fr-FR" smtClean="0"/>
              <a:t>9-  TU ME DONNES L’AMOUR INFINI ET TOUT CE DONT J’AI BESOIN ICI </a:t>
            </a:r>
          </a:p>
          <a:p>
            <a:pPr>
              <a:defRPr/>
            </a:pPr>
            <a:r>
              <a:rPr lang="fr-FR" smtClean="0"/>
              <a:t>     you've given me love unfailing you've given me everything i need</a:t>
            </a:r>
          </a:p>
          <a:p>
            <a:pPr>
              <a:defRPr/>
            </a:pPr>
            <a:r>
              <a:rPr lang="fr-FR" smtClean="0"/>
              <a:t> 10-  TU ME DONNES TA FAVEUR ET AUSSI JE PEUX VOIR ET J’ENTENDS </a:t>
            </a:r>
          </a:p>
          <a:p>
            <a:pPr>
              <a:defRPr/>
            </a:pPr>
            <a:r>
              <a:rPr lang="fr-FR" smtClean="0"/>
              <a:t>      you've given me favor given me eyes to see, ears to hear</a:t>
            </a:r>
          </a:p>
          <a:p>
            <a:pPr>
              <a:defRPr/>
            </a:pPr>
            <a:r>
              <a:rPr lang="fr-FR" smtClean="0"/>
              <a:t> 11-  TES PROMESSES POUR MOI </a:t>
            </a:r>
          </a:p>
          <a:p>
            <a:pPr>
              <a:defRPr/>
            </a:pPr>
            <a:r>
              <a:rPr lang="fr-FR" smtClean="0"/>
              <a:t>      your promises for me   
</a:t>
            </a:r>
          </a:p>
          <a:p>
            <a:pPr>
              <a:defRPr/>
            </a:pPr>
            <a:r>
              <a:rPr lang="fr-FR" smtClean="0"/>
              <a:t>	12-  TES VOIES DÉPASSENT MES VOIES TES PENSÉES PLUS GRANDES QUE MOI </a:t>
            </a:r>
          </a:p>
          <a:p>
            <a:pPr>
              <a:defRPr/>
            </a:pPr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pPr>
              <a:defRPr/>
            </a:pPr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pPr>
              <a:defRPr/>
            </a:pPr>
            <a:r>
              <a:rPr lang="fr-FR" smtClean="0"/>
              <a:t>        i can see the light and it’s taking me higher
17-  ELLE M’EMMÈNE PLUS HAUT</a:t>
            </a:r>
          </a:p>
          <a:p>
            <a:pPr>
              <a:defRPr/>
            </a:pPr>
            <a:r>
              <a:rPr lang="fr-FR" smtClean="0"/>
              <a:t>        it’s taking me higher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18-  OUVRE LES CIEUX SUR MOI MONTRE-MOI</a:t>
            </a:r>
          </a:p>
          <a:p>
            <a:pPr>
              <a:defRPr/>
            </a:pPr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   the way that you set before me i can hear the sound and
	20-  QUI NOUS EMMÈNE PLUS HAUT </a:t>
            </a:r>
          </a:p>
          <a:p>
            <a:pPr>
              <a:defRPr/>
            </a:pPr>
            <a:r>
              <a:rPr lang="fr-FR" smtClean="0"/>
              <a:t>                           it’s taking us higher
	21-  IL NOUS EMMÈNE PLUS HAUT IL NOUS EMMÈNE PLUS HAUT </a:t>
            </a:r>
          </a:p>
          <a:p>
            <a:pPr>
              <a:defRPr/>
            </a:pPr>
            <a:r>
              <a:rPr lang="fr-FR" smtClean="0"/>
              <a:t>                            it’s taking us higher</a:t>
            </a:r>
          </a:p>
          <a:p>
            <a:pPr>
              <a:defRPr/>
            </a:pPr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pPr>
              <a:defRPr/>
            </a:pPr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pPr>
              <a:defRPr/>
            </a:pPr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pPr>
              <a:defRPr/>
            </a:pPr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pPr>
              <a:defRPr/>
            </a:pPr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pPr>
              <a:defRPr/>
            </a:pPr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  <p:sp>
        <p:nvSpPr>
          <p:cNvPr id="665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OUVRE LES CIEUX SUR MOI UNE PORTE OUVERTE SE TIENT DEVANT MOI</a:t>
            </a:r>
          </a:p>
          <a:p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r>
              <a:rPr lang="fr-FR" smtClean="0"/>
              <a:t>      i can see the light and it’s taking me higher
3-  ELLE M’EMMÈNE PLUS HAUT</a:t>
            </a:r>
          </a:p>
          <a:p>
            <a:r>
              <a:rPr lang="fr-FR" smtClean="0"/>
              <a:t>      it’s taking me higher</a:t>
            </a:r>
          </a:p>
          <a:p>
            <a:r>
              <a:rPr lang="fr-FR" smtClean="0"/>
              <a:t>    </a:t>
            </a:r>
          </a:p>
          <a:p>
            <a:r>
              <a:rPr lang="fr-FR" smtClean="0"/>
              <a:t>	4-  OUVRE LES CIEUX SUR MOI MONTRE-MOI</a:t>
            </a:r>
          </a:p>
          <a:p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r>
              <a:rPr lang="fr-FR" smtClean="0"/>
              <a:t>                        the way that you set before me i can hear the sound 
	6-  ET IL M’EMMÈNE PLUS HAUT </a:t>
            </a:r>
          </a:p>
          <a:p>
            <a:r>
              <a:rPr lang="fr-FR" smtClean="0"/>
              <a:t>                         and it’s taking me higher
	7-  IL M’EMMÈNE PLUS HAUT IL M’EMMÈNE PLUS HAUT </a:t>
            </a:r>
          </a:p>
          <a:p>
            <a:r>
              <a:rPr lang="fr-FR" smtClean="0"/>
              <a:t>                         its taking me higher
	8-  IL M’EMMÈNE PLUS HAUT </a:t>
            </a:r>
          </a:p>
          <a:p>
            <a:r>
              <a:rPr lang="fr-FR" smtClean="0"/>
              <a:t>                         its taking me higher</a:t>
            </a:r>
          </a:p>
          <a:p>
            <a:r>
              <a:rPr lang="fr-FR" smtClean="0"/>
              <a:t>   </a:t>
            </a:r>
          </a:p>
          <a:p>
            <a:r>
              <a:rPr lang="fr-FR" smtClean="0"/>
              <a:t>9-  TU ME DONNES L’AMOUR INFINI ET TOUT CE DONT J’AI BESOIN ICI </a:t>
            </a:r>
          </a:p>
          <a:p>
            <a:r>
              <a:rPr lang="fr-FR" smtClean="0"/>
              <a:t>     you've given me love unfailing you've given me everything i need</a:t>
            </a:r>
          </a:p>
          <a:p>
            <a:r>
              <a:rPr lang="fr-FR" smtClean="0"/>
              <a:t> 10-  TU ME DONNES TA FAVEUR ET AUSSI JE PEUX VOIR ET J’ENTENDS </a:t>
            </a:r>
          </a:p>
          <a:p>
            <a:r>
              <a:rPr lang="fr-FR" smtClean="0"/>
              <a:t>      you've given me favor given me eyes to see, ears to hear</a:t>
            </a:r>
          </a:p>
          <a:p>
            <a:r>
              <a:rPr lang="fr-FR" smtClean="0"/>
              <a:t> 11-  TES PROMESSES POUR MOI </a:t>
            </a:r>
          </a:p>
          <a:p>
            <a:r>
              <a:rPr lang="fr-FR" smtClean="0"/>
              <a:t>      your promises for me   
</a:t>
            </a:r>
          </a:p>
          <a:p>
            <a:r>
              <a:rPr lang="fr-FR" smtClean="0"/>
              <a:t>	12-  TES VOIES DÉPASSENT MES VOIES TES PENSÉES PLUS GRANDES QUE MOI </a:t>
            </a:r>
          </a:p>
          <a:p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endParaRPr lang="fr-FR" smtClean="0"/>
          </a:p>
          <a:p>
            <a:r>
              <a:rPr lang="fr-FR" smtClean="0"/>
              <a:t>15-  OUVRE LES CIEUX SUR MOI UNE PORTE OUVERTE SE TIENT DEVANT MOI</a:t>
            </a:r>
          </a:p>
          <a:p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r>
              <a:rPr lang="fr-FR" smtClean="0"/>
              <a:t>        i can see the light and it’s taking me higher
17-  ELLE M’EMMÈNE PLUS HAUT</a:t>
            </a:r>
          </a:p>
          <a:p>
            <a:r>
              <a:rPr lang="fr-FR" smtClean="0"/>
              <a:t>        it’s taking me higher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18-  OUVRE LES CIEUX SUR MOI MONTRE-MOI</a:t>
            </a:r>
          </a:p>
          <a:p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r>
              <a:rPr lang="fr-FR" smtClean="0"/>
              <a:t>                           the way that you set before me i can hear the sound and
	20-  QUI NOUS EMMÈNE PLUS HAUT </a:t>
            </a:r>
          </a:p>
          <a:p>
            <a:r>
              <a:rPr lang="fr-FR" smtClean="0"/>
              <a:t>                           it’s taking us higher
	21-  IL NOUS EMMÈNE PLUS HAUT IL NOUS EMMÈNE PLUS HAUT </a:t>
            </a:r>
          </a:p>
          <a:p>
            <a:r>
              <a:rPr lang="fr-FR" smtClean="0"/>
              <a:t>                            it’s taking us higher</a:t>
            </a:r>
          </a:p>
          <a:p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pPr>
              <a:defRPr/>
            </a:pPr>
            <a:r>
              <a:rPr lang="fr-FR" smtClean="0"/>
              <a:t>      i can see the light and it’s taking me higher
3-  ELLE M’EMMÈNE PLUS HAUT</a:t>
            </a:r>
          </a:p>
          <a:p>
            <a:pPr>
              <a:defRPr/>
            </a:pPr>
            <a:r>
              <a:rPr lang="fr-FR" smtClean="0"/>
              <a:t>      it’s taking me higher</a:t>
            </a:r>
          </a:p>
          <a:p>
            <a:pPr>
              <a:defRPr/>
            </a:pPr>
            <a:r>
              <a:rPr lang="fr-FR" smtClean="0"/>
              <a:t>    </a:t>
            </a:r>
          </a:p>
          <a:p>
            <a:pPr>
              <a:defRPr/>
            </a:pPr>
            <a:r>
              <a:rPr lang="fr-FR" smtClean="0"/>
              <a:t>	4-  OUVRE LES CIEUX SUR MOI MONTRE-MOI</a:t>
            </a:r>
          </a:p>
          <a:p>
            <a:pPr>
              <a:defRPr/>
            </a:pPr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the way that you set before me i can hear the sound 
	6-  ET IL M’EMMÈNE PLUS HAUT </a:t>
            </a:r>
          </a:p>
          <a:p>
            <a:pPr>
              <a:defRPr/>
            </a:pPr>
            <a:r>
              <a:rPr lang="fr-FR" smtClean="0"/>
              <a:t>                         and it’s taking me higher
	7-  IL M’EMMÈNE PLUS HAUT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
	8- 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</a:t>
            </a:r>
          </a:p>
          <a:p>
            <a:pPr>
              <a:defRPr/>
            </a:pPr>
            <a:r>
              <a:rPr lang="fr-FR" smtClean="0"/>
              <a:t>   </a:t>
            </a:r>
          </a:p>
          <a:p>
            <a:pPr>
              <a:defRPr/>
            </a:pPr>
            <a:r>
              <a:rPr lang="fr-FR" smtClean="0"/>
              <a:t>9-  TU ME DONNES L’AMOUR INFINI ET TOUT CE DONT J’AI BESOIN ICI </a:t>
            </a:r>
          </a:p>
          <a:p>
            <a:pPr>
              <a:defRPr/>
            </a:pPr>
            <a:r>
              <a:rPr lang="fr-FR" smtClean="0"/>
              <a:t>     you've given me love unfailing you've given me everything i need</a:t>
            </a:r>
          </a:p>
          <a:p>
            <a:pPr>
              <a:defRPr/>
            </a:pPr>
            <a:r>
              <a:rPr lang="fr-FR" smtClean="0"/>
              <a:t> 10-  TU ME DONNES TA FAVEUR ET AUSSI JE PEUX VOIR ET J’ENTENDS </a:t>
            </a:r>
          </a:p>
          <a:p>
            <a:pPr>
              <a:defRPr/>
            </a:pPr>
            <a:r>
              <a:rPr lang="fr-FR" smtClean="0"/>
              <a:t>      you've given me favor given me eyes to see, ears to hear</a:t>
            </a:r>
          </a:p>
          <a:p>
            <a:pPr>
              <a:defRPr/>
            </a:pPr>
            <a:r>
              <a:rPr lang="fr-FR" smtClean="0"/>
              <a:t> 11-  TES PROMESSES POUR MOI </a:t>
            </a:r>
          </a:p>
          <a:p>
            <a:pPr>
              <a:defRPr/>
            </a:pPr>
            <a:r>
              <a:rPr lang="fr-FR" smtClean="0"/>
              <a:t>      your promises for me   
</a:t>
            </a:r>
          </a:p>
          <a:p>
            <a:pPr>
              <a:defRPr/>
            </a:pPr>
            <a:r>
              <a:rPr lang="fr-FR" smtClean="0"/>
              <a:t>	12-  TES VOIES DÉPASSENT MES VOIES TES PENSÉES PLUS GRANDES QUE MOI </a:t>
            </a:r>
          </a:p>
          <a:p>
            <a:pPr>
              <a:defRPr/>
            </a:pPr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pPr>
              <a:defRPr/>
            </a:pPr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pPr>
              <a:defRPr/>
            </a:pPr>
            <a:r>
              <a:rPr lang="fr-FR" smtClean="0"/>
              <a:t>        i can see the light and it’s taking me higher
17-  ELLE M’EMMÈNE PLUS HAUT</a:t>
            </a:r>
          </a:p>
          <a:p>
            <a:pPr>
              <a:defRPr/>
            </a:pPr>
            <a:r>
              <a:rPr lang="fr-FR" smtClean="0"/>
              <a:t>        it’s taking me higher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18-  OUVRE LES CIEUX SUR MOI MONTRE-MOI</a:t>
            </a:r>
          </a:p>
          <a:p>
            <a:pPr>
              <a:defRPr/>
            </a:pPr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   the way that you set before me i can hear the sound and
	20-  QUI NOUS EMMÈNE PLUS HAUT </a:t>
            </a:r>
          </a:p>
          <a:p>
            <a:pPr>
              <a:defRPr/>
            </a:pPr>
            <a:r>
              <a:rPr lang="fr-FR" smtClean="0"/>
              <a:t>                           it’s taking us higher
	21-  IL NOUS EMMÈNE PLUS HAUT IL NOUS EMMÈNE PLUS HAUT </a:t>
            </a:r>
          </a:p>
          <a:p>
            <a:pPr>
              <a:defRPr/>
            </a:pPr>
            <a:r>
              <a:rPr lang="fr-FR" smtClean="0"/>
              <a:t>                            it’s taking us higher</a:t>
            </a:r>
          </a:p>
          <a:p>
            <a:pPr>
              <a:defRPr/>
            </a:pPr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pPr>
              <a:defRPr/>
            </a:pPr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pPr>
              <a:defRPr/>
            </a:pPr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pPr>
              <a:defRPr/>
            </a:pPr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pPr>
              <a:defRPr/>
            </a:pPr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pPr>
              <a:defRPr/>
            </a:pPr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  <p:sp>
        <p:nvSpPr>
          <p:cNvPr id="675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OUVRE LES CIEUX SUR MOI UNE PORTE OUVERTE SE TIENT DEVANT MOI</a:t>
            </a:r>
          </a:p>
          <a:p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r>
              <a:rPr lang="fr-FR" smtClean="0"/>
              <a:t>      i can see the light and it’s taking me higher
3-  ELLE M’EMMÈNE PLUS HAUT</a:t>
            </a:r>
          </a:p>
          <a:p>
            <a:r>
              <a:rPr lang="fr-FR" smtClean="0"/>
              <a:t>      it’s taking me higher</a:t>
            </a:r>
          </a:p>
          <a:p>
            <a:r>
              <a:rPr lang="fr-FR" smtClean="0"/>
              <a:t>    </a:t>
            </a:r>
          </a:p>
          <a:p>
            <a:r>
              <a:rPr lang="fr-FR" smtClean="0"/>
              <a:t>	4-  OUVRE LES CIEUX SUR MOI MONTRE-MOI</a:t>
            </a:r>
          </a:p>
          <a:p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r>
              <a:rPr lang="fr-FR" smtClean="0"/>
              <a:t>                        the way that you set before me i can hear the sound 
	6-  ET IL M’EMMÈNE PLUS HAUT </a:t>
            </a:r>
          </a:p>
          <a:p>
            <a:r>
              <a:rPr lang="fr-FR" smtClean="0"/>
              <a:t>                         and it’s taking me higher
	7-  IL M’EMMÈNE PLUS HAUT IL M’EMMÈNE PLUS HAUT </a:t>
            </a:r>
          </a:p>
          <a:p>
            <a:r>
              <a:rPr lang="fr-FR" smtClean="0"/>
              <a:t>                         its taking me higher
	8-  IL M’EMMÈNE PLUS HAUT </a:t>
            </a:r>
          </a:p>
          <a:p>
            <a:r>
              <a:rPr lang="fr-FR" smtClean="0"/>
              <a:t>                         its taking me higher</a:t>
            </a:r>
          </a:p>
          <a:p>
            <a:r>
              <a:rPr lang="fr-FR" smtClean="0"/>
              <a:t>   </a:t>
            </a:r>
          </a:p>
          <a:p>
            <a:r>
              <a:rPr lang="fr-FR" smtClean="0"/>
              <a:t>9-  TU ME DONNES L’AMOUR INFINI ET TOUT CE DONT J’AI BESOIN ICI </a:t>
            </a:r>
          </a:p>
          <a:p>
            <a:r>
              <a:rPr lang="fr-FR" smtClean="0"/>
              <a:t>     you've given me love unfailing you've given me everything i need</a:t>
            </a:r>
          </a:p>
          <a:p>
            <a:r>
              <a:rPr lang="fr-FR" smtClean="0"/>
              <a:t> 10-  TU ME DONNES TA FAVEUR ET AUSSI JE PEUX VOIR ET J’ENTENDS </a:t>
            </a:r>
          </a:p>
          <a:p>
            <a:r>
              <a:rPr lang="fr-FR" smtClean="0"/>
              <a:t>      you've given me favor given me eyes to see, ears to hear</a:t>
            </a:r>
          </a:p>
          <a:p>
            <a:r>
              <a:rPr lang="fr-FR" smtClean="0"/>
              <a:t> 11-  TES PROMESSES POUR MOI </a:t>
            </a:r>
          </a:p>
          <a:p>
            <a:r>
              <a:rPr lang="fr-FR" smtClean="0"/>
              <a:t>      your promises for me   
</a:t>
            </a:r>
          </a:p>
          <a:p>
            <a:r>
              <a:rPr lang="fr-FR" smtClean="0"/>
              <a:t>	12-  TES VOIES DÉPASSENT MES VOIES TES PENSÉES PLUS GRANDES QUE MOI </a:t>
            </a:r>
          </a:p>
          <a:p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endParaRPr lang="fr-FR" smtClean="0"/>
          </a:p>
          <a:p>
            <a:r>
              <a:rPr lang="fr-FR" smtClean="0"/>
              <a:t>15-  OUVRE LES CIEUX SUR MOI UNE PORTE OUVERTE SE TIENT DEVANT MOI</a:t>
            </a:r>
          </a:p>
          <a:p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r>
              <a:rPr lang="fr-FR" smtClean="0"/>
              <a:t>        i can see the light and it’s taking me higher
17-  ELLE M’EMMÈNE PLUS HAUT</a:t>
            </a:r>
          </a:p>
          <a:p>
            <a:r>
              <a:rPr lang="fr-FR" smtClean="0"/>
              <a:t>        it’s taking me higher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18-  OUVRE LES CIEUX SUR MOI MONTRE-MOI</a:t>
            </a:r>
          </a:p>
          <a:p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r>
              <a:rPr lang="fr-FR" smtClean="0"/>
              <a:t>                           the way that you set before me i can hear the sound and
	20-  QUI NOUS EMMÈNE PLUS HAUT </a:t>
            </a:r>
          </a:p>
          <a:p>
            <a:r>
              <a:rPr lang="fr-FR" smtClean="0"/>
              <a:t>                           it’s taking us higher
	21-  IL NOUS EMMÈNE PLUS HAUT IL NOUS EMMÈNE PLUS HAUT </a:t>
            </a:r>
          </a:p>
          <a:p>
            <a:r>
              <a:rPr lang="fr-FR" smtClean="0"/>
              <a:t>                            it’s taking us higher</a:t>
            </a:r>
          </a:p>
          <a:p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pPr>
              <a:defRPr/>
            </a:pPr>
            <a:r>
              <a:rPr lang="fr-FR" smtClean="0"/>
              <a:t>      i can see the light and it’s taking me higher
3-  ELLE M’EMMÈNE PLUS HAUT</a:t>
            </a:r>
          </a:p>
          <a:p>
            <a:pPr>
              <a:defRPr/>
            </a:pPr>
            <a:r>
              <a:rPr lang="fr-FR" smtClean="0"/>
              <a:t>      it’s taking me higher</a:t>
            </a:r>
          </a:p>
          <a:p>
            <a:pPr>
              <a:defRPr/>
            </a:pPr>
            <a:r>
              <a:rPr lang="fr-FR" smtClean="0"/>
              <a:t>    </a:t>
            </a:r>
          </a:p>
          <a:p>
            <a:pPr>
              <a:defRPr/>
            </a:pPr>
            <a:r>
              <a:rPr lang="fr-FR" smtClean="0"/>
              <a:t>	4-  OUVRE LES CIEUX SUR MOI MONTRE-MOI</a:t>
            </a:r>
          </a:p>
          <a:p>
            <a:pPr>
              <a:defRPr/>
            </a:pPr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the way that you set before me i can hear the sound 
	6-  ET IL M’EMMÈNE PLUS HAUT </a:t>
            </a:r>
          </a:p>
          <a:p>
            <a:pPr>
              <a:defRPr/>
            </a:pPr>
            <a:r>
              <a:rPr lang="fr-FR" smtClean="0"/>
              <a:t>                         and it’s taking me higher
	7-  IL M’EMMÈNE PLUS HAUT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
	8- 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</a:t>
            </a:r>
          </a:p>
          <a:p>
            <a:pPr>
              <a:defRPr/>
            </a:pPr>
            <a:r>
              <a:rPr lang="fr-FR" smtClean="0"/>
              <a:t>   </a:t>
            </a:r>
          </a:p>
          <a:p>
            <a:pPr>
              <a:defRPr/>
            </a:pPr>
            <a:r>
              <a:rPr lang="fr-FR" smtClean="0"/>
              <a:t>9-  TU ME DONNES L’AMOUR INFINI ET TOUT CE DONT J’AI BESOIN ICI </a:t>
            </a:r>
          </a:p>
          <a:p>
            <a:pPr>
              <a:defRPr/>
            </a:pPr>
            <a:r>
              <a:rPr lang="fr-FR" smtClean="0"/>
              <a:t>     you've given me love unfailing you've given me everything i need</a:t>
            </a:r>
          </a:p>
          <a:p>
            <a:pPr>
              <a:defRPr/>
            </a:pPr>
            <a:r>
              <a:rPr lang="fr-FR" smtClean="0"/>
              <a:t> 10-  TU ME DONNES TA FAVEUR ET AUSSI JE PEUX VOIR ET J’ENTENDS </a:t>
            </a:r>
          </a:p>
          <a:p>
            <a:pPr>
              <a:defRPr/>
            </a:pPr>
            <a:r>
              <a:rPr lang="fr-FR" smtClean="0"/>
              <a:t>      you've given me favor given me eyes to see, ears to hear</a:t>
            </a:r>
          </a:p>
          <a:p>
            <a:pPr>
              <a:defRPr/>
            </a:pPr>
            <a:r>
              <a:rPr lang="fr-FR" smtClean="0"/>
              <a:t> 11-  TES PROMESSES POUR MOI </a:t>
            </a:r>
          </a:p>
          <a:p>
            <a:pPr>
              <a:defRPr/>
            </a:pPr>
            <a:r>
              <a:rPr lang="fr-FR" smtClean="0"/>
              <a:t>      your promises for me   
</a:t>
            </a:r>
          </a:p>
          <a:p>
            <a:pPr>
              <a:defRPr/>
            </a:pPr>
            <a:r>
              <a:rPr lang="fr-FR" smtClean="0"/>
              <a:t>	12-  TES VOIES DÉPASSENT MES VOIES TES PENSÉES PLUS GRANDES QUE MOI </a:t>
            </a:r>
          </a:p>
          <a:p>
            <a:pPr>
              <a:defRPr/>
            </a:pPr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pPr>
              <a:defRPr/>
            </a:pPr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pPr>
              <a:defRPr/>
            </a:pPr>
            <a:r>
              <a:rPr lang="fr-FR" smtClean="0"/>
              <a:t>        i can see the light and it’s taking me higher
17-  ELLE M’EMMÈNE PLUS HAUT</a:t>
            </a:r>
          </a:p>
          <a:p>
            <a:pPr>
              <a:defRPr/>
            </a:pPr>
            <a:r>
              <a:rPr lang="fr-FR" smtClean="0"/>
              <a:t>        it’s taking me higher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18-  OUVRE LES CIEUX SUR MOI MONTRE-MOI</a:t>
            </a:r>
          </a:p>
          <a:p>
            <a:pPr>
              <a:defRPr/>
            </a:pPr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   the way that you set before me i can hear the sound and
	20-  QUI NOUS EMMÈNE PLUS HAUT </a:t>
            </a:r>
          </a:p>
          <a:p>
            <a:pPr>
              <a:defRPr/>
            </a:pPr>
            <a:r>
              <a:rPr lang="fr-FR" smtClean="0"/>
              <a:t>                           it’s taking us higher
	21-  IL NOUS EMMÈNE PLUS HAUT IL NOUS EMMÈNE PLUS HAUT </a:t>
            </a:r>
          </a:p>
          <a:p>
            <a:pPr>
              <a:defRPr/>
            </a:pPr>
            <a:r>
              <a:rPr lang="fr-FR" smtClean="0"/>
              <a:t>                            it’s taking us higher</a:t>
            </a:r>
          </a:p>
          <a:p>
            <a:pPr>
              <a:defRPr/>
            </a:pPr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pPr>
              <a:defRPr/>
            </a:pPr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pPr>
              <a:defRPr/>
            </a:pPr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pPr>
              <a:defRPr/>
            </a:pPr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pPr>
              <a:defRPr/>
            </a:pPr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pPr>
              <a:defRPr/>
            </a:pPr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  <p:sp>
        <p:nvSpPr>
          <p:cNvPr id="686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OUVRE LES CIEUX SUR MOI UNE PORTE OUVERTE SE TIENT DEVANT MOI</a:t>
            </a:r>
          </a:p>
          <a:p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r>
              <a:rPr lang="fr-FR" smtClean="0"/>
              <a:t>      i can see the light and it’s taking me higher
3-  ELLE M’EMMÈNE PLUS HAUT</a:t>
            </a:r>
          </a:p>
          <a:p>
            <a:r>
              <a:rPr lang="fr-FR" smtClean="0"/>
              <a:t>      it’s taking me higher</a:t>
            </a:r>
          </a:p>
          <a:p>
            <a:r>
              <a:rPr lang="fr-FR" smtClean="0"/>
              <a:t>    </a:t>
            </a:r>
          </a:p>
          <a:p>
            <a:r>
              <a:rPr lang="fr-FR" smtClean="0"/>
              <a:t>	4-  OUVRE LES CIEUX SUR MOI MONTRE-MOI</a:t>
            </a:r>
          </a:p>
          <a:p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r>
              <a:rPr lang="fr-FR" smtClean="0"/>
              <a:t>                        the way that you set before me i can hear the sound 
	6-  ET IL M’EMMÈNE PLUS HAUT </a:t>
            </a:r>
          </a:p>
          <a:p>
            <a:r>
              <a:rPr lang="fr-FR" smtClean="0"/>
              <a:t>                         and it’s taking me higher
	7-  IL M’EMMÈNE PLUS HAUT IL M’EMMÈNE PLUS HAUT </a:t>
            </a:r>
          </a:p>
          <a:p>
            <a:r>
              <a:rPr lang="fr-FR" smtClean="0"/>
              <a:t>                         its taking me higher
	8-  IL M’EMMÈNE PLUS HAUT </a:t>
            </a:r>
          </a:p>
          <a:p>
            <a:r>
              <a:rPr lang="fr-FR" smtClean="0"/>
              <a:t>                         its taking me higher</a:t>
            </a:r>
          </a:p>
          <a:p>
            <a:r>
              <a:rPr lang="fr-FR" smtClean="0"/>
              <a:t>   </a:t>
            </a:r>
          </a:p>
          <a:p>
            <a:r>
              <a:rPr lang="fr-FR" smtClean="0"/>
              <a:t>9-  TU ME DONNES L’AMOUR INFINI ET TOUT CE DONT J’AI BESOIN ICI </a:t>
            </a:r>
          </a:p>
          <a:p>
            <a:r>
              <a:rPr lang="fr-FR" smtClean="0"/>
              <a:t>     you've given me love unfailing you've given me everything i need</a:t>
            </a:r>
          </a:p>
          <a:p>
            <a:r>
              <a:rPr lang="fr-FR" smtClean="0"/>
              <a:t> 10-  TU ME DONNES TA FAVEUR ET AUSSI JE PEUX VOIR ET J’ENTENDS </a:t>
            </a:r>
          </a:p>
          <a:p>
            <a:r>
              <a:rPr lang="fr-FR" smtClean="0"/>
              <a:t>      you've given me favor given me eyes to see, ears to hear</a:t>
            </a:r>
          </a:p>
          <a:p>
            <a:r>
              <a:rPr lang="fr-FR" smtClean="0"/>
              <a:t> 11-  TES PROMESSES POUR MOI </a:t>
            </a:r>
          </a:p>
          <a:p>
            <a:r>
              <a:rPr lang="fr-FR" smtClean="0"/>
              <a:t>      your promises for me   
</a:t>
            </a:r>
          </a:p>
          <a:p>
            <a:r>
              <a:rPr lang="fr-FR" smtClean="0"/>
              <a:t>	12-  TES VOIES DÉPASSENT MES VOIES TES PENSÉES PLUS GRANDES QUE MOI </a:t>
            </a:r>
          </a:p>
          <a:p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endParaRPr lang="fr-FR" smtClean="0"/>
          </a:p>
          <a:p>
            <a:r>
              <a:rPr lang="fr-FR" smtClean="0"/>
              <a:t>15-  OUVRE LES CIEUX SUR MOI UNE PORTE OUVERTE SE TIENT DEVANT MOI</a:t>
            </a:r>
          </a:p>
          <a:p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r>
              <a:rPr lang="fr-FR" smtClean="0"/>
              <a:t>        i can see the light and it’s taking me higher
17-  ELLE M’EMMÈNE PLUS HAUT</a:t>
            </a:r>
          </a:p>
          <a:p>
            <a:r>
              <a:rPr lang="fr-FR" smtClean="0"/>
              <a:t>        it’s taking me higher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18-  OUVRE LES CIEUX SUR MOI MONTRE-MOI</a:t>
            </a:r>
          </a:p>
          <a:p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r>
              <a:rPr lang="fr-FR" smtClean="0"/>
              <a:t>                           the way that you set before me i can hear the sound and
	20-  QUI NOUS EMMÈNE PLUS HAUT </a:t>
            </a:r>
          </a:p>
          <a:p>
            <a:r>
              <a:rPr lang="fr-FR" smtClean="0"/>
              <a:t>                           it’s taking us higher
	21-  IL NOUS EMMÈNE PLUS HAUT IL NOUS EMMÈNE PLUS HAUT </a:t>
            </a:r>
          </a:p>
          <a:p>
            <a:r>
              <a:rPr lang="fr-FR" smtClean="0"/>
              <a:t>                            it’s taking us higher</a:t>
            </a:r>
          </a:p>
          <a:p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pPr>
              <a:defRPr/>
            </a:pPr>
            <a:r>
              <a:rPr lang="fr-FR" smtClean="0"/>
              <a:t>      i can see the light and it’s taking me higher
3-  ELLE M’EMMÈNE PLUS HAUT</a:t>
            </a:r>
          </a:p>
          <a:p>
            <a:pPr>
              <a:defRPr/>
            </a:pPr>
            <a:r>
              <a:rPr lang="fr-FR" smtClean="0"/>
              <a:t>      it’s taking me higher</a:t>
            </a:r>
          </a:p>
          <a:p>
            <a:pPr>
              <a:defRPr/>
            </a:pPr>
            <a:r>
              <a:rPr lang="fr-FR" smtClean="0"/>
              <a:t>    </a:t>
            </a:r>
          </a:p>
          <a:p>
            <a:pPr>
              <a:defRPr/>
            </a:pPr>
            <a:r>
              <a:rPr lang="fr-FR" smtClean="0"/>
              <a:t>	4-  OUVRE LES CIEUX SUR MOI MONTRE-MOI</a:t>
            </a:r>
          </a:p>
          <a:p>
            <a:pPr>
              <a:defRPr/>
            </a:pPr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the way that you set before me i can hear the sound 
	6-  ET IL M’EMMÈNE PLUS HAUT </a:t>
            </a:r>
          </a:p>
          <a:p>
            <a:pPr>
              <a:defRPr/>
            </a:pPr>
            <a:r>
              <a:rPr lang="fr-FR" smtClean="0"/>
              <a:t>                         and it’s taking me higher
	7-  IL M’EMMÈNE PLUS HAUT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
	8- 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</a:t>
            </a:r>
          </a:p>
          <a:p>
            <a:pPr>
              <a:defRPr/>
            </a:pPr>
            <a:r>
              <a:rPr lang="fr-FR" smtClean="0"/>
              <a:t>   </a:t>
            </a:r>
          </a:p>
          <a:p>
            <a:pPr>
              <a:defRPr/>
            </a:pPr>
            <a:r>
              <a:rPr lang="fr-FR" smtClean="0"/>
              <a:t>9-  TU ME DONNES L’AMOUR INFINI ET TOUT CE DONT J’AI BESOIN ICI </a:t>
            </a:r>
          </a:p>
          <a:p>
            <a:pPr>
              <a:defRPr/>
            </a:pPr>
            <a:r>
              <a:rPr lang="fr-FR" smtClean="0"/>
              <a:t>     you've given me love unfailing you've given me everything i need</a:t>
            </a:r>
          </a:p>
          <a:p>
            <a:pPr>
              <a:defRPr/>
            </a:pPr>
            <a:r>
              <a:rPr lang="fr-FR" smtClean="0"/>
              <a:t> 10-  TU ME DONNES TA FAVEUR ET AUSSI JE PEUX VOIR ET J’ENTENDS </a:t>
            </a:r>
          </a:p>
          <a:p>
            <a:pPr>
              <a:defRPr/>
            </a:pPr>
            <a:r>
              <a:rPr lang="fr-FR" smtClean="0"/>
              <a:t>      you've given me favor given me eyes to see, ears to hear</a:t>
            </a:r>
          </a:p>
          <a:p>
            <a:pPr>
              <a:defRPr/>
            </a:pPr>
            <a:r>
              <a:rPr lang="fr-FR" smtClean="0"/>
              <a:t> 11-  TES PROMESSES POUR MOI </a:t>
            </a:r>
          </a:p>
          <a:p>
            <a:pPr>
              <a:defRPr/>
            </a:pPr>
            <a:r>
              <a:rPr lang="fr-FR" smtClean="0"/>
              <a:t>      your promises for me   
</a:t>
            </a:r>
          </a:p>
          <a:p>
            <a:pPr>
              <a:defRPr/>
            </a:pPr>
            <a:r>
              <a:rPr lang="fr-FR" smtClean="0"/>
              <a:t>	12-  TES VOIES DÉPASSENT MES VOIES TES PENSÉES PLUS GRANDES QUE MOI </a:t>
            </a:r>
          </a:p>
          <a:p>
            <a:pPr>
              <a:defRPr/>
            </a:pPr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pPr>
              <a:defRPr/>
            </a:pPr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pPr>
              <a:defRPr/>
            </a:pPr>
            <a:r>
              <a:rPr lang="fr-FR" smtClean="0"/>
              <a:t>        i can see the light and it’s taking me higher
17-  ELLE M’EMMÈNE PLUS HAUT</a:t>
            </a:r>
          </a:p>
          <a:p>
            <a:pPr>
              <a:defRPr/>
            </a:pPr>
            <a:r>
              <a:rPr lang="fr-FR" smtClean="0"/>
              <a:t>        it’s taking me higher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18-  OUVRE LES CIEUX SUR MOI MONTRE-MOI</a:t>
            </a:r>
          </a:p>
          <a:p>
            <a:pPr>
              <a:defRPr/>
            </a:pPr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   the way that you set before me i can hear the sound and
	20-  QUI NOUS EMMÈNE PLUS HAUT </a:t>
            </a:r>
          </a:p>
          <a:p>
            <a:pPr>
              <a:defRPr/>
            </a:pPr>
            <a:r>
              <a:rPr lang="fr-FR" smtClean="0"/>
              <a:t>                           it’s taking us higher
	21-  IL NOUS EMMÈNE PLUS HAUT IL NOUS EMMÈNE PLUS HAUT </a:t>
            </a:r>
          </a:p>
          <a:p>
            <a:pPr>
              <a:defRPr/>
            </a:pPr>
            <a:r>
              <a:rPr lang="fr-FR" smtClean="0"/>
              <a:t>                            it’s taking us higher</a:t>
            </a:r>
          </a:p>
          <a:p>
            <a:pPr>
              <a:defRPr/>
            </a:pPr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pPr>
              <a:defRPr/>
            </a:pPr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pPr>
              <a:defRPr/>
            </a:pPr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pPr>
              <a:defRPr/>
            </a:pPr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pPr>
              <a:defRPr/>
            </a:pPr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pPr>
              <a:defRPr/>
            </a:pPr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  <p:sp>
        <p:nvSpPr>
          <p:cNvPr id="696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OUVRE LES CIEUX SUR MOI UNE PORTE OUVERTE SE TIENT DEVANT MOI</a:t>
            </a:r>
          </a:p>
          <a:p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r>
              <a:rPr lang="fr-FR" smtClean="0"/>
              <a:t>      i can see the light and it’s taking me higher
3-  ELLE M’EMMÈNE PLUS HAUT</a:t>
            </a:r>
          </a:p>
          <a:p>
            <a:r>
              <a:rPr lang="fr-FR" smtClean="0"/>
              <a:t>      it’s taking me higher</a:t>
            </a:r>
          </a:p>
          <a:p>
            <a:r>
              <a:rPr lang="fr-FR" smtClean="0"/>
              <a:t>    </a:t>
            </a:r>
          </a:p>
          <a:p>
            <a:r>
              <a:rPr lang="fr-FR" smtClean="0"/>
              <a:t>	4-  OUVRE LES CIEUX SUR MOI MONTRE-MOI</a:t>
            </a:r>
          </a:p>
          <a:p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r>
              <a:rPr lang="fr-FR" smtClean="0"/>
              <a:t>                        the way that you set before me i can hear the sound 
	6-  ET IL M’EMMÈNE PLUS HAUT </a:t>
            </a:r>
          </a:p>
          <a:p>
            <a:r>
              <a:rPr lang="fr-FR" smtClean="0"/>
              <a:t>                         and it’s taking me higher
	7-  IL M’EMMÈNE PLUS HAUT IL M’EMMÈNE PLUS HAUT </a:t>
            </a:r>
          </a:p>
          <a:p>
            <a:r>
              <a:rPr lang="fr-FR" smtClean="0"/>
              <a:t>                         its taking me higher
	8-  IL M’EMMÈNE PLUS HAUT </a:t>
            </a:r>
          </a:p>
          <a:p>
            <a:r>
              <a:rPr lang="fr-FR" smtClean="0"/>
              <a:t>                         its taking me higher</a:t>
            </a:r>
          </a:p>
          <a:p>
            <a:r>
              <a:rPr lang="fr-FR" smtClean="0"/>
              <a:t>   </a:t>
            </a:r>
          </a:p>
          <a:p>
            <a:r>
              <a:rPr lang="fr-FR" smtClean="0"/>
              <a:t>9-  TU ME DONNES L’AMOUR INFINI ET TOUT CE DONT J’AI BESOIN ICI </a:t>
            </a:r>
          </a:p>
          <a:p>
            <a:r>
              <a:rPr lang="fr-FR" smtClean="0"/>
              <a:t>     you've given me love unfailing you've given me everything i need</a:t>
            </a:r>
          </a:p>
          <a:p>
            <a:r>
              <a:rPr lang="fr-FR" smtClean="0"/>
              <a:t> 10-  TU ME DONNES TA FAVEUR ET AUSSI JE PEUX VOIR ET J’ENTENDS </a:t>
            </a:r>
          </a:p>
          <a:p>
            <a:r>
              <a:rPr lang="fr-FR" smtClean="0"/>
              <a:t>      you've given me favor given me eyes to see, ears to hear</a:t>
            </a:r>
          </a:p>
          <a:p>
            <a:r>
              <a:rPr lang="fr-FR" smtClean="0"/>
              <a:t> 11-  TES PROMESSES POUR MOI </a:t>
            </a:r>
          </a:p>
          <a:p>
            <a:r>
              <a:rPr lang="fr-FR" smtClean="0"/>
              <a:t>      your promises for me   
</a:t>
            </a:r>
          </a:p>
          <a:p>
            <a:r>
              <a:rPr lang="fr-FR" smtClean="0"/>
              <a:t>	12-  TES VOIES DÉPASSENT MES VOIES TES PENSÉES PLUS GRANDES QUE MOI </a:t>
            </a:r>
          </a:p>
          <a:p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endParaRPr lang="fr-FR" smtClean="0"/>
          </a:p>
          <a:p>
            <a:r>
              <a:rPr lang="fr-FR" smtClean="0"/>
              <a:t>15-  OUVRE LES CIEUX SUR MOI UNE PORTE OUVERTE SE TIENT DEVANT MOI</a:t>
            </a:r>
          </a:p>
          <a:p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r>
              <a:rPr lang="fr-FR" smtClean="0"/>
              <a:t>        i can see the light and it’s taking me higher
17-  ELLE M’EMMÈNE PLUS HAUT</a:t>
            </a:r>
          </a:p>
          <a:p>
            <a:r>
              <a:rPr lang="fr-FR" smtClean="0"/>
              <a:t>        it’s taking me higher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18-  OUVRE LES CIEUX SUR MOI MONTRE-MOI</a:t>
            </a:r>
          </a:p>
          <a:p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r>
              <a:rPr lang="fr-FR" smtClean="0"/>
              <a:t>                           the way that you set before me i can hear the sound and
	20-  QUI NOUS EMMÈNE PLUS HAUT </a:t>
            </a:r>
          </a:p>
          <a:p>
            <a:r>
              <a:rPr lang="fr-FR" smtClean="0"/>
              <a:t>                           it’s taking us higher
	21-  IL NOUS EMMÈNE PLUS HAUT IL NOUS EMMÈNE PLUS HAUT </a:t>
            </a:r>
          </a:p>
          <a:p>
            <a:r>
              <a:rPr lang="fr-FR" smtClean="0"/>
              <a:t>                            it’s taking us higher</a:t>
            </a:r>
          </a:p>
          <a:p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pPr>
              <a:defRPr/>
            </a:pPr>
            <a:r>
              <a:rPr lang="fr-FR" smtClean="0"/>
              <a:t>      i can see the light and it’s taking me higher
3-  ELLE M’EMMÈNE PLUS HAUT</a:t>
            </a:r>
          </a:p>
          <a:p>
            <a:pPr>
              <a:defRPr/>
            </a:pPr>
            <a:r>
              <a:rPr lang="fr-FR" smtClean="0"/>
              <a:t>      it’s taking me higher</a:t>
            </a:r>
          </a:p>
          <a:p>
            <a:pPr>
              <a:defRPr/>
            </a:pPr>
            <a:r>
              <a:rPr lang="fr-FR" smtClean="0"/>
              <a:t>    </a:t>
            </a:r>
          </a:p>
          <a:p>
            <a:pPr>
              <a:defRPr/>
            </a:pPr>
            <a:r>
              <a:rPr lang="fr-FR" smtClean="0"/>
              <a:t>	4-  OUVRE LES CIEUX SUR MOI MONTRE-MOI</a:t>
            </a:r>
          </a:p>
          <a:p>
            <a:pPr>
              <a:defRPr/>
            </a:pPr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the way that you set before me i can hear the sound 
	6-  ET IL M’EMMÈNE PLUS HAUT </a:t>
            </a:r>
          </a:p>
          <a:p>
            <a:pPr>
              <a:defRPr/>
            </a:pPr>
            <a:r>
              <a:rPr lang="fr-FR" smtClean="0"/>
              <a:t>                         and it’s taking me higher
	7-  IL M’EMMÈNE PLUS HAUT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
	8- 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</a:t>
            </a:r>
          </a:p>
          <a:p>
            <a:pPr>
              <a:defRPr/>
            </a:pPr>
            <a:r>
              <a:rPr lang="fr-FR" smtClean="0"/>
              <a:t>   </a:t>
            </a:r>
          </a:p>
          <a:p>
            <a:pPr>
              <a:defRPr/>
            </a:pPr>
            <a:r>
              <a:rPr lang="fr-FR" smtClean="0"/>
              <a:t>9-  TU ME DONNES L’AMOUR INFINI ET TOUT CE DONT J’AI BESOIN ICI </a:t>
            </a:r>
          </a:p>
          <a:p>
            <a:pPr>
              <a:defRPr/>
            </a:pPr>
            <a:r>
              <a:rPr lang="fr-FR" smtClean="0"/>
              <a:t>     you've given me love unfailing you've given me everything i need</a:t>
            </a:r>
          </a:p>
          <a:p>
            <a:pPr>
              <a:defRPr/>
            </a:pPr>
            <a:r>
              <a:rPr lang="fr-FR" smtClean="0"/>
              <a:t> 10-  TU ME DONNES TA FAVEUR ET AUSSI JE PEUX VOIR ET J’ENTENDS </a:t>
            </a:r>
          </a:p>
          <a:p>
            <a:pPr>
              <a:defRPr/>
            </a:pPr>
            <a:r>
              <a:rPr lang="fr-FR" smtClean="0"/>
              <a:t>      you've given me favor given me eyes to see, ears to hear</a:t>
            </a:r>
          </a:p>
          <a:p>
            <a:pPr>
              <a:defRPr/>
            </a:pPr>
            <a:r>
              <a:rPr lang="fr-FR" smtClean="0"/>
              <a:t> 11-  TES PROMESSES POUR MOI </a:t>
            </a:r>
          </a:p>
          <a:p>
            <a:pPr>
              <a:defRPr/>
            </a:pPr>
            <a:r>
              <a:rPr lang="fr-FR" smtClean="0"/>
              <a:t>      your promises for me   
</a:t>
            </a:r>
          </a:p>
          <a:p>
            <a:pPr>
              <a:defRPr/>
            </a:pPr>
            <a:r>
              <a:rPr lang="fr-FR" smtClean="0"/>
              <a:t>	12-  TES VOIES DÉPASSENT MES VOIES TES PENSÉES PLUS GRANDES QUE MOI </a:t>
            </a:r>
          </a:p>
          <a:p>
            <a:pPr>
              <a:defRPr/>
            </a:pPr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pPr>
              <a:defRPr/>
            </a:pPr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pPr>
              <a:defRPr/>
            </a:pPr>
            <a:r>
              <a:rPr lang="fr-FR" smtClean="0"/>
              <a:t>        i can see the light and it’s taking me higher
17-  ELLE M’EMMÈNE PLUS HAUT</a:t>
            </a:r>
          </a:p>
          <a:p>
            <a:pPr>
              <a:defRPr/>
            </a:pPr>
            <a:r>
              <a:rPr lang="fr-FR" smtClean="0"/>
              <a:t>        it’s taking me higher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18-  OUVRE LES CIEUX SUR MOI MONTRE-MOI</a:t>
            </a:r>
          </a:p>
          <a:p>
            <a:pPr>
              <a:defRPr/>
            </a:pPr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   the way that you set before me i can hear the sound and
	20-  QUI NOUS EMMÈNE PLUS HAUT </a:t>
            </a:r>
          </a:p>
          <a:p>
            <a:pPr>
              <a:defRPr/>
            </a:pPr>
            <a:r>
              <a:rPr lang="fr-FR" smtClean="0"/>
              <a:t>                           it’s taking us higher
	21-  IL NOUS EMMÈNE PLUS HAUT IL NOUS EMMÈNE PLUS HAUT </a:t>
            </a:r>
          </a:p>
          <a:p>
            <a:pPr>
              <a:defRPr/>
            </a:pPr>
            <a:r>
              <a:rPr lang="fr-FR" smtClean="0"/>
              <a:t>                            it’s taking us higher</a:t>
            </a:r>
          </a:p>
          <a:p>
            <a:pPr>
              <a:defRPr/>
            </a:pPr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pPr>
              <a:defRPr/>
            </a:pPr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pPr>
              <a:defRPr/>
            </a:pPr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pPr>
              <a:defRPr/>
            </a:pPr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pPr>
              <a:defRPr/>
            </a:pPr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pPr>
              <a:defRPr/>
            </a:pPr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  <p:sp>
        <p:nvSpPr>
          <p:cNvPr id="706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OUVRE LES CIEUX SUR MOI UNE PORTE OUVERTE SE TIENT DEVANT MOI</a:t>
            </a:r>
          </a:p>
          <a:p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r>
              <a:rPr lang="fr-FR" smtClean="0"/>
              <a:t>      i can see the light and it’s taking me higher
3-  ELLE M’EMMÈNE PLUS HAUT</a:t>
            </a:r>
          </a:p>
          <a:p>
            <a:r>
              <a:rPr lang="fr-FR" smtClean="0"/>
              <a:t>      it’s taking me higher</a:t>
            </a:r>
          </a:p>
          <a:p>
            <a:r>
              <a:rPr lang="fr-FR" smtClean="0"/>
              <a:t>    </a:t>
            </a:r>
          </a:p>
          <a:p>
            <a:r>
              <a:rPr lang="fr-FR" smtClean="0"/>
              <a:t>	4-  OUVRE LES CIEUX SUR MOI MONTRE-MOI</a:t>
            </a:r>
          </a:p>
          <a:p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r>
              <a:rPr lang="fr-FR" smtClean="0"/>
              <a:t>                        the way that you set before me i can hear the sound 
	6-  ET IL M’EMMÈNE PLUS HAUT </a:t>
            </a:r>
          </a:p>
          <a:p>
            <a:r>
              <a:rPr lang="fr-FR" smtClean="0"/>
              <a:t>                         and it’s taking me higher
	7-  IL M’EMMÈNE PLUS HAUT IL M’EMMÈNE PLUS HAUT </a:t>
            </a:r>
          </a:p>
          <a:p>
            <a:r>
              <a:rPr lang="fr-FR" smtClean="0"/>
              <a:t>                         its taking me higher
	8-  IL M’EMMÈNE PLUS HAUT </a:t>
            </a:r>
          </a:p>
          <a:p>
            <a:r>
              <a:rPr lang="fr-FR" smtClean="0"/>
              <a:t>                         its taking me higher</a:t>
            </a:r>
          </a:p>
          <a:p>
            <a:r>
              <a:rPr lang="fr-FR" smtClean="0"/>
              <a:t>   </a:t>
            </a:r>
          </a:p>
          <a:p>
            <a:r>
              <a:rPr lang="fr-FR" smtClean="0"/>
              <a:t>9-  TU ME DONNES L’AMOUR INFINI ET TOUT CE DONT J’AI BESOIN ICI </a:t>
            </a:r>
          </a:p>
          <a:p>
            <a:r>
              <a:rPr lang="fr-FR" smtClean="0"/>
              <a:t>     you've given me love unfailing you've given me everything i need</a:t>
            </a:r>
          </a:p>
          <a:p>
            <a:r>
              <a:rPr lang="fr-FR" smtClean="0"/>
              <a:t> 10-  TU ME DONNES TA FAVEUR ET AUSSI JE PEUX VOIR ET J’ENTENDS </a:t>
            </a:r>
          </a:p>
          <a:p>
            <a:r>
              <a:rPr lang="fr-FR" smtClean="0"/>
              <a:t>      you've given me favor given me eyes to see, ears to hear</a:t>
            </a:r>
          </a:p>
          <a:p>
            <a:r>
              <a:rPr lang="fr-FR" smtClean="0"/>
              <a:t> 11-  TES PROMESSES POUR MOI </a:t>
            </a:r>
          </a:p>
          <a:p>
            <a:r>
              <a:rPr lang="fr-FR" smtClean="0"/>
              <a:t>      your promises for me   
</a:t>
            </a:r>
          </a:p>
          <a:p>
            <a:r>
              <a:rPr lang="fr-FR" smtClean="0"/>
              <a:t>	12-  TES VOIES DÉPASSENT MES VOIES TES PENSÉES PLUS GRANDES QUE MOI </a:t>
            </a:r>
          </a:p>
          <a:p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endParaRPr lang="fr-FR" smtClean="0"/>
          </a:p>
          <a:p>
            <a:r>
              <a:rPr lang="fr-FR" smtClean="0"/>
              <a:t>15-  OUVRE LES CIEUX SUR MOI UNE PORTE OUVERTE SE TIENT DEVANT MOI</a:t>
            </a:r>
          </a:p>
          <a:p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r>
              <a:rPr lang="fr-FR" smtClean="0"/>
              <a:t>        i can see the light and it’s taking me higher
17-  ELLE M’EMMÈNE PLUS HAUT</a:t>
            </a:r>
          </a:p>
          <a:p>
            <a:r>
              <a:rPr lang="fr-FR" smtClean="0"/>
              <a:t>        it’s taking me higher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18-  OUVRE LES CIEUX SUR MOI MONTRE-MOI</a:t>
            </a:r>
          </a:p>
          <a:p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r>
              <a:rPr lang="fr-FR" smtClean="0"/>
              <a:t>                           the way that you set before me i can hear the sound and
	20-  QUI NOUS EMMÈNE PLUS HAUT </a:t>
            </a:r>
          </a:p>
          <a:p>
            <a:r>
              <a:rPr lang="fr-FR" smtClean="0"/>
              <a:t>                           it’s taking us higher
	21-  IL NOUS EMMÈNE PLUS HAUT IL NOUS EMMÈNE PLUS HAUT </a:t>
            </a:r>
          </a:p>
          <a:p>
            <a:r>
              <a:rPr lang="fr-FR" smtClean="0"/>
              <a:t>                            it’s taking us higher</a:t>
            </a:r>
          </a:p>
          <a:p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pPr>
              <a:defRPr/>
            </a:pPr>
            <a:r>
              <a:rPr lang="fr-FR" smtClean="0"/>
              <a:t>      i can see the light and it’s taking me higher
3-  ELLE M’EMMÈNE PLUS HAUT</a:t>
            </a:r>
          </a:p>
          <a:p>
            <a:pPr>
              <a:defRPr/>
            </a:pPr>
            <a:r>
              <a:rPr lang="fr-FR" smtClean="0"/>
              <a:t>      it’s taking me higher</a:t>
            </a:r>
          </a:p>
          <a:p>
            <a:pPr>
              <a:defRPr/>
            </a:pPr>
            <a:r>
              <a:rPr lang="fr-FR" smtClean="0"/>
              <a:t>    </a:t>
            </a:r>
          </a:p>
          <a:p>
            <a:pPr>
              <a:defRPr/>
            </a:pPr>
            <a:r>
              <a:rPr lang="fr-FR" smtClean="0"/>
              <a:t>	4-  OUVRE LES CIEUX SUR MOI MONTRE-MOI</a:t>
            </a:r>
          </a:p>
          <a:p>
            <a:pPr>
              <a:defRPr/>
            </a:pPr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the way that you set before me i can hear the sound 
	6-  ET IL M’EMMÈNE PLUS HAUT </a:t>
            </a:r>
          </a:p>
          <a:p>
            <a:pPr>
              <a:defRPr/>
            </a:pPr>
            <a:r>
              <a:rPr lang="fr-FR" smtClean="0"/>
              <a:t>                         and it’s taking me higher
	7-  IL M’EMMÈNE PLUS HAUT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
	8- 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</a:t>
            </a:r>
          </a:p>
          <a:p>
            <a:pPr>
              <a:defRPr/>
            </a:pPr>
            <a:r>
              <a:rPr lang="fr-FR" smtClean="0"/>
              <a:t>   </a:t>
            </a:r>
          </a:p>
          <a:p>
            <a:pPr>
              <a:defRPr/>
            </a:pPr>
            <a:r>
              <a:rPr lang="fr-FR" smtClean="0"/>
              <a:t>9-  TU ME DONNES L’AMOUR INFINI ET TOUT CE DONT J’AI BESOIN ICI </a:t>
            </a:r>
          </a:p>
          <a:p>
            <a:pPr>
              <a:defRPr/>
            </a:pPr>
            <a:r>
              <a:rPr lang="fr-FR" smtClean="0"/>
              <a:t>     you've given me love unfailing you've given me everything i need</a:t>
            </a:r>
          </a:p>
          <a:p>
            <a:pPr>
              <a:defRPr/>
            </a:pPr>
            <a:r>
              <a:rPr lang="fr-FR" smtClean="0"/>
              <a:t> 10-  TU ME DONNES TA FAVEUR ET AUSSI JE PEUX VOIR ET J’ENTENDS </a:t>
            </a:r>
          </a:p>
          <a:p>
            <a:pPr>
              <a:defRPr/>
            </a:pPr>
            <a:r>
              <a:rPr lang="fr-FR" smtClean="0"/>
              <a:t>      you've given me favor given me eyes to see, ears to hear</a:t>
            </a:r>
          </a:p>
          <a:p>
            <a:pPr>
              <a:defRPr/>
            </a:pPr>
            <a:r>
              <a:rPr lang="fr-FR" smtClean="0"/>
              <a:t> 11-  TES PROMESSES POUR MOI </a:t>
            </a:r>
          </a:p>
          <a:p>
            <a:pPr>
              <a:defRPr/>
            </a:pPr>
            <a:r>
              <a:rPr lang="fr-FR" smtClean="0"/>
              <a:t>      your promises for me   
</a:t>
            </a:r>
          </a:p>
          <a:p>
            <a:pPr>
              <a:defRPr/>
            </a:pPr>
            <a:r>
              <a:rPr lang="fr-FR" smtClean="0"/>
              <a:t>	12-  TES VOIES DÉPASSENT MES VOIES TES PENSÉES PLUS GRANDES QUE MOI </a:t>
            </a:r>
          </a:p>
          <a:p>
            <a:pPr>
              <a:defRPr/>
            </a:pPr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pPr>
              <a:defRPr/>
            </a:pPr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pPr>
              <a:defRPr/>
            </a:pPr>
            <a:r>
              <a:rPr lang="fr-FR" smtClean="0"/>
              <a:t>        i can see the light and it’s taking me higher
17-  ELLE M’EMMÈNE PLUS HAUT</a:t>
            </a:r>
          </a:p>
          <a:p>
            <a:pPr>
              <a:defRPr/>
            </a:pPr>
            <a:r>
              <a:rPr lang="fr-FR" smtClean="0"/>
              <a:t>        it’s taking me higher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18-  OUVRE LES CIEUX SUR MOI MONTRE-MOI</a:t>
            </a:r>
          </a:p>
          <a:p>
            <a:pPr>
              <a:defRPr/>
            </a:pPr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   the way that you set before me i can hear the sound and
	20-  QUI NOUS EMMÈNE PLUS HAUT </a:t>
            </a:r>
          </a:p>
          <a:p>
            <a:pPr>
              <a:defRPr/>
            </a:pPr>
            <a:r>
              <a:rPr lang="fr-FR" smtClean="0"/>
              <a:t>                           it’s taking us higher
	21-  IL NOUS EMMÈNE PLUS HAUT IL NOUS EMMÈNE PLUS HAUT </a:t>
            </a:r>
          </a:p>
          <a:p>
            <a:pPr>
              <a:defRPr/>
            </a:pPr>
            <a:r>
              <a:rPr lang="fr-FR" smtClean="0"/>
              <a:t>                            it’s taking us higher</a:t>
            </a:r>
          </a:p>
          <a:p>
            <a:pPr>
              <a:defRPr/>
            </a:pPr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pPr>
              <a:defRPr/>
            </a:pPr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pPr>
              <a:defRPr/>
            </a:pPr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pPr>
              <a:defRPr/>
            </a:pPr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pPr>
              <a:defRPr/>
            </a:pPr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pPr>
              <a:defRPr/>
            </a:pPr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  <p:sp>
        <p:nvSpPr>
          <p:cNvPr id="716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OUVRE LES CIEUX SUR MOI UNE PORTE OUVERTE SE TIENT DEVANT MOI</a:t>
            </a:r>
          </a:p>
          <a:p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r>
              <a:rPr lang="fr-FR" smtClean="0"/>
              <a:t>      i can see the light and it’s taking me higher
3-  ELLE M’EMMÈNE PLUS HAUT</a:t>
            </a:r>
          </a:p>
          <a:p>
            <a:r>
              <a:rPr lang="fr-FR" smtClean="0"/>
              <a:t>      it’s taking me higher</a:t>
            </a:r>
          </a:p>
          <a:p>
            <a:r>
              <a:rPr lang="fr-FR" smtClean="0"/>
              <a:t>    </a:t>
            </a:r>
          </a:p>
          <a:p>
            <a:r>
              <a:rPr lang="fr-FR" smtClean="0"/>
              <a:t>	4-  OUVRE LES CIEUX SUR MOI MONTRE-MOI</a:t>
            </a:r>
          </a:p>
          <a:p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r>
              <a:rPr lang="fr-FR" smtClean="0"/>
              <a:t>                        the way that you set before me i can hear the sound 
	6-  ET IL M’EMMÈNE PLUS HAUT </a:t>
            </a:r>
          </a:p>
          <a:p>
            <a:r>
              <a:rPr lang="fr-FR" smtClean="0"/>
              <a:t>                         and it’s taking me higher
	7-  IL M’EMMÈNE PLUS HAUT IL M’EMMÈNE PLUS HAUT </a:t>
            </a:r>
          </a:p>
          <a:p>
            <a:r>
              <a:rPr lang="fr-FR" smtClean="0"/>
              <a:t>                         its taking me higher
	8-  IL M’EMMÈNE PLUS HAUT </a:t>
            </a:r>
          </a:p>
          <a:p>
            <a:r>
              <a:rPr lang="fr-FR" smtClean="0"/>
              <a:t>                         its taking me higher</a:t>
            </a:r>
          </a:p>
          <a:p>
            <a:r>
              <a:rPr lang="fr-FR" smtClean="0"/>
              <a:t>   </a:t>
            </a:r>
          </a:p>
          <a:p>
            <a:r>
              <a:rPr lang="fr-FR" smtClean="0"/>
              <a:t>9-  TU ME DONNES L’AMOUR INFINI ET TOUT CE DONT J’AI BESOIN ICI </a:t>
            </a:r>
          </a:p>
          <a:p>
            <a:r>
              <a:rPr lang="fr-FR" smtClean="0"/>
              <a:t>     you've given me love unfailing you've given me everything i need</a:t>
            </a:r>
          </a:p>
          <a:p>
            <a:r>
              <a:rPr lang="fr-FR" smtClean="0"/>
              <a:t> 10-  TU ME DONNES TA FAVEUR ET AUSSI JE PEUX VOIR ET J’ENTENDS </a:t>
            </a:r>
          </a:p>
          <a:p>
            <a:r>
              <a:rPr lang="fr-FR" smtClean="0"/>
              <a:t>      you've given me favor given me eyes to see, ears to hear</a:t>
            </a:r>
          </a:p>
          <a:p>
            <a:r>
              <a:rPr lang="fr-FR" smtClean="0"/>
              <a:t> 11-  TES PROMESSES POUR MOI </a:t>
            </a:r>
          </a:p>
          <a:p>
            <a:r>
              <a:rPr lang="fr-FR" smtClean="0"/>
              <a:t>      your promises for me   
</a:t>
            </a:r>
          </a:p>
          <a:p>
            <a:r>
              <a:rPr lang="fr-FR" smtClean="0"/>
              <a:t>	12-  TES VOIES DÉPASSENT MES VOIES TES PENSÉES PLUS GRANDES QUE MOI </a:t>
            </a:r>
          </a:p>
          <a:p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endParaRPr lang="fr-FR" smtClean="0"/>
          </a:p>
          <a:p>
            <a:r>
              <a:rPr lang="fr-FR" smtClean="0"/>
              <a:t>15-  OUVRE LES CIEUX SUR MOI UNE PORTE OUVERTE SE TIENT DEVANT MOI</a:t>
            </a:r>
          </a:p>
          <a:p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r>
              <a:rPr lang="fr-FR" smtClean="0"/>
              <a:t>        i can see the light and it’s taking me higher
17-  ELLE M’EMMÈNE PLUS HAUT</a:t>
            </a:r>
          </a:p>
          <a:p>
            <a:r>
              <a:rPr lang="fr-FR" smtClean="0"/>
              <a:t>        it’s taking me higher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18-  OUVRE LES CIEUX SUR MOI MONTRE-MOI</a:t>
            </a:r>
          </a:p>
          <a:p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r>
              <a:rPr lang="fr-FR" smtClean="0"/>
              <a:t>                           the way that you set before me i can hear the sound and
	20-  QUI NOUS EMMÈNE PLUS HAUT </a:t>
            </a:r>
          </a:p>
          <a:p>
            <a:r>
              <a:rPr lang="fr-FR" smtClean="0"/>
              <a:t>                           it’s taking us higher
	21-  IL NOUS EMMÈNE PLUS HAUT IL NOUS EMMÈNE PLUS HAUT </a:t>
            </a:r>
          </a:p>
          <a:p>
            <a:r>
              <a:rPr lang="fr-FR" smtClean="0"/>
              <a:t>                            it’s taking us higher</a:t>
            </a:r>
          </a:p>
          <a:p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pPr>
              <a:defRPr/>
            </a:pPr>
            <a:r>
              <a:rPr lang="fr-FR" smtClean="0"/>
              <a:t>      i can see the light and it’s taking me higher
3-  ELLE M’EMMÈNE PLUS HAUT</a:t>
            </a:r>
          </a:p>
          <a:p>
            <a:pPr>
              <a:defRPr/>
            </a:pPr>
            <a:r>
              <a:rPr lang="fr-FR" smtClean="0"/>
              <a:t>      it’s taking me higher</a:t>
            </a:r>
          </a:p>
          <a:p>
            <a:pPr>
              <a:defRPr/>
            </a:pPr>
            <a:r>
              <a:rPr lang="fr-FR" smtClean="0"/>
              <a:t>    </a:t>
            </a:r>
          </a:p>
          <a:p>
            <a:pPr>
              <a:defRPr/>
            </a:pPr>
            <a:r>
              <a:rPr lang="fr-FR" smtClean="0"/>
              <a:t>	4-  OUVRE LES CIEUX SUR MOI MONTRE-MOI</a:t>
            </a:r>
          </a:p>
          <a:p>
            <a:pPr>
              <a:defRPr/>
            </a:pPr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the way that you set before me i can hear the sound 
	6-  ET IL M’EMMÈNE PLUS HAUT </a:t>
            </a:r>
          </a:p>
          <a:p>
            <a:pPr>
              <a:defRPr/>
            </a:pPr>
            <a:r>
              <a:rPr lang="fr-FR" smtClean="0"/>
              <a:t>                         and it’s taking me higher
	7-  IL M’EMMÈNE PLUS HAUT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
	8- 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</a:t>
            </a:r>
          </a:p>
          <a:p>
            <a:pPr>
              <a:defRPr/>
            </a:pPr>
            <a:r>
              <a:rPr lang="fr-FR" smtClean="0"/>
              <a:t>   </a:t>
            </a:r>
          </a:p>
          <a:p>
            <a:pPr>
              <a:defRPr/>
            </a:pPr>
            <a:r>
              <a:rPr lang="fr-FR" smtClean="0"/>
              <a:t>9-  TU ME DONNES L’AMOUR INFINI ET TOUT CE DONT J’AI BESOIN ICI </a:t>
            </a:r>
          </a:p>
          <a:p>
            <a:pPr>
              <a:defRPr/>
            </a:pPr>
            <a:r>
              <a:rPr lang="fr-FR" smtClean="0"/>
              <a:t>     you've given me love unfailing you've given me everything i need</a:t>
            </a:r>
          </a:p>
          <a:p>
            <a:pPr>
              <a:defRPr/>
            </a:pPr>
            <a:r>
              <a:rPr lang="fr-FR" smtClean="0"/>
              <a:t> 10-  TU ME DONNES TA FAVEUR ET AUSSI JE PEUX VOIR ET J’ENTENDS </a:t>
            </a:r>
          </a:p>
          <a:p>
            <a:pPr>
              <a:defRPr/>
            </a:pPr>
            <a:r>
              <a:rPr lang="fr-FR" smtClean="0"/>
              <a:t>      you've given me favor given me eyes to see, ears to hear</a:t>
            </a:r>
          </a:p>
          <a:p>
            <a:pPr>
              <a:defRPr/>
            </a:pPr>
            <a:r>
              <a:rPr lang="fr-FR" smtClean="0"/>
              <a:t> 11-  TES PROMESSES POUR MOI </a:t>
            </a:r>
          </a:p>
          <a:p>
            <a:pPr>
              <a:defRPr/>
            </a:pPr>
            <a:r>
              <a:rPr lang="fr-FR" smtClean="0"/>
              <a:t>      your promises for me   
</a:t>
            </a:r>
          </a:p>
          <a:p>
            <a:pPr>
              <a:defRPr/>
            </a:pPr>
            <a:r>
              <a:rPr lang="fr-FR" smtClean="0"/>
              <a:t>	12-  TES VOIES DÉPASSENT MES VOIES TES PENSÉES PLUS GRANDES QUE MOI </a:t>
            </a:r>
          </a:p>
          <a:p>
            <a:pPr>
              <a:defRPr/>
            </a:pPr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pPr>
              <a:defRPr/>
            </a:pPr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pPr>
              <a:defRPr/>
            </a:pPr>
            <a:r>
              <a:rPr lang="fr-FR" smtClean="0"/>
              <a:t>        i can see the light and it’s taking me higher
17-  ELLE M’EMMÈNE PLUS HAUT</a:t>
            </a:r>
          </a:p>
          <a:p>
            <a:pPr>
              <a:defRPr/>
            </a:pPr>
            <a:r>
              <a:rPr lang="fr-FR" smtClean="0"/>
              <a:t>        it’s taking me higher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18-  OUVRE LES CIEUX SUR MOI MONTRE-MOI</a:t>
            </a:r>
          </a:p>
          <a:p>
            <a:pPr>
              <a:defRPr/>
            </a:pPr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   the way that you set before me i can hear the sound and
	20-  QUI NOUS EMMÈNE PLUS HAUT </a:t>
            </a:r>
          </a:p>
          <a:p>
            <a:pPr>
              <a:defRPr/>
            </a:pPr>
            <a:r>
              <a:rPr lang="fr-FR" smtClean="0"/>
              <a:t>                           it’s taking us higher
	21-  IL NOUS EMMÈNE PLUS HAUT IL NOUS EMMÈNE PLUS HAUT </a:t>
            </a:r>
          </a:p>
          <a:p>
            <a:pPr>
              <a:defRPr/>
            </a:pPr>
            <a:r>
              <a:rPr lang="fr-FR" smtClean="0"/>
              <a:t>                            it’s taking us higher</a:t>
            </a:r>
          </a:p>
          <a:p>
            <a:pPr>
              <a:defRPr/>
            </a:pPr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pPr>
              <a:defRPr/>
            </a:pPr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pPr>
              <a:defRPr/>
            </a:pPr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pPr>
              <a:defRPr/>
            </a:pPr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pPr>
              <a:defRPr/>
            </a:pPr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pPr>
              <a:defRPr/>
            </a:pPr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  <p:sp>
        <p:nvSpPr>
          <p:cNvPr id="727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OUVRE LES CIEUX SUR MOI UNE PORTE OUVERTE SE TIENT DEVANT MOI</a:t>
            </a:r>
          </a:p>
          <a:p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r>
              <a:rPr lang="fr-FR" smtClean="0"/>
              <a:t>      i can see the light and it’s taking me higher
3-  ELLE M’EMMÈNE PLUS HAUT</a:t>
            </a:r>
          </a:p>
          <a:p>
            <a:r>
              <a:rPr lang="fr-FR" smtClean="0"/>
              <a:t>      it’s taking me higher</a:t>
            </a:r>
          </a:p>
          <a:p>
            <a:r>
              <a:rPr lang="fr-FR" smtClean="0"/>
              <a:t>    </a:t>
            </a:r>
          </a:p>
          <a:p>
            <a:r>
              <a:rPr lang="fr-FR" smtClean="0"/>
              <a:t>	4-  OUVRE LES CIEUX SUR MOI MONTRE-MOI</a:t>
            </a:r>
          </a:p>
          <a:p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r>
              <a:rPr lang="fr-FR" smtClean="0"/>
              <a:t>                        the way that you set before me i can hear the sound 
	6-  ET IL M’EMMÈNE PLUS HAUT </a:t>
            </a:r>
          </a:p>
          <a:p>
            <a:r>
              <a:rPr lang="fr-FR" smtClean="0"/>
              <a:t>                         and it’s taking me higher
	7-  IL M’EMMÈNE PLUS HAUT IL M’EMMÈNE PLUS HAUT </a:t>
            </a:r>
          </a:p>
          <a:p>
            <a:r>
              <a:rPr lang="fr-FR" smtClean="0"/>
              <a:t>                         its taking me higher
	8-  IL M’EMMÈNE PLUS HAUT </a:t>
            </a:r>
          </a:p>
          <a:p>
            <a:r>
              <a:rPr lang="fr-FR" smtClean="0"/>
              <a:t>                         its taking me higher</a:t>
            </a:r>
          </a:p>
          <a:p>
            <a:r>
              <a:rPr lang="fr-FR" smtClean="0"/>
              <a:t>   </a:t>
            </a:r>
          </a:p>
          <a:p>
            <a:r>
              <a:rPr lang="fr-FR" smtClean="0"/>
              <a:t>9-  TU ME DONNES L’AMOUR INFINI ET TOUT CE DONT J’AI BESOIN ICI </a:t>
            </a:r>
          </a:p>
          <a:p>
            <a:r>
              <a:rPr lang="fr-FR" smtClean="0"/>
              <a:t>     you've given me love unfailing you've given me everything i need</a:t>
            </a:r>
          </a:p>
          <a:p>
            <a:r>
              <a:rPr lang="fr-FR" smtClean="0"/>
              <a:t> 10-  TU ME DONNES TA FAVEUR ET AUSSI JE PEUX VOIR ET J’ENTENDS </a:t>
            </a:r>
          </a:p>
          <a:p>
            <a:r>
              <a:rPr lang="fr-FR" smtClean="0"/>
              <a:t>      you've given me favor given me eyes to see, ears to hear</a:t>
            </a:r>
          </a:p>
          <a:p>
            <a:r>
              <a:rPr lang="fr-FR" smtClean="0"/>
              <a:t> 11-  TES PROMESSES POUR MOI </a:t>
            </a:r>
          </a:p>
          <a:p>
            <a:r>
              <a:rPr lang="fr-FR" smtClean="0"/>
              <a:t>      your promises for me   
</a:t>
            </a:r>
          </a:p>
          <a:p>
            <a:r>
              <a:rPr lang="fr-FR" smtClean="0"/>
              <a:t>	12-  TES VOIES DÉPASSENT MES VOIES TES PENSÉES PLUS GRANDES QUE MOI </a:t>
            </a:r>
          </a:p>
          <a:p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endParaRPr lang="fr-FR" smtClean="0"/>
          </a:p>
          <a:p>
            <a:r>
              <a:rPr lang="fr-FR" smtClean="0"/>
              <a:t>15-  OUVRE LES CIEUX SUR MOI UNE PORTE OUVERTE SE TIENT DEVANT MOI</a:t>
            </a:r>
          </a:p>
          <a:p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r>
              <a:rPr lang="fr-FR" smtClean="0"/>
              <a:t>        i can see the light and it’s taking me higher
17-  ELLE M’EMMÈNE PLUS HAUT</a:t>
            </a:r>
          </a:p>
          <a:p>
            <a:r>
              <a:rPr lang="fr-FR" smtClean="0"/>
              <a:t>        it’s taking me higher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18-  OUVRE LES CIEUX SUR MOI MONTRE-MOI</a:t>
            </a:r>
          </a:p>
          <a:p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r>
              <a:rPr lang="fr-FR" smtClean="0"/>
              <a:t>                           the way that you set before me i can hear the sound and
	20-  QUI NOUS EMMÈNE PLUS HAUT </a:t>
            </a:r>
          </a:p>
          <a:p>
            <a:r>
              <a:rPr lang="fr-FR" smtClean="0"/>
              <a:t>                           it’s taking us higher
	21-  IL NOUS EMMÈNE PLUS HAUT IL NOUS EMMÈNE PLUS HAUT </a:t>
            </a:r>
          </a:p>
          <a:p>
            <a:r>
              <a:rPr lang="fr-FR" smtClean="0"/>
              <a:t>                            it’s taking us higher</a:t>
            </a:r>
          </a:p>
          <a:p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pPr>
              <a:defRPr/>
            </a:pPr>
            <a:r>
              <a:rPr lang="fr-FR" smtClean="0"/>
              <a:t>      i can see the light and it’s taking me higher
3-  ELLE M’EMMÈNE PLUS HAUT</a:t>
            </a:r>
          </a:p>
          <a:p>
            <a:pPr>
              <a:defRPr/>
            </a:pPr>
            <a:r>
              <a:rPr lang="fr-FR" smtClean="0"/>
              <a:t>      it’s taking me higher</a:t>
            </a:r>
          </a:p>
          <a:p>
            <a:pPr>
              <a:defRPr/>
            </a:pPr>
            <a:r>
              <a:rPr lang="fr-FR" smtClean="0"/>
              <a:t>    </a:t>
            </a:r>
          </a:p>
          <a:p>
            <a:pPr>
              <a:defRPr/>
            </a:pPr>
            <a:r>
              <a:rPr lang="fr-FR" smtClean="0"/>
              <a:t>	4-  OUVRE LES CIEUX SUR MOI MONTRE-MOI</a:t>
            </a:r>
          </a:p>
          <a:p>
            <a:pPr>
              <a:defRPr/>
            </a:pPr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the way that you set before me i can hear the sound 
	6-  ET IL M’EMMÈNE PLUS HAUT </a:t>
            </a:r>
          </a:p>
          <a:p>
            <a:pPr>
              <a:defRPr/>
            </a:pPr>
            <a:r>
              <a:rPr lang="fr-FR" smtClean="0"/>
              <a:t>                         and it’s taking me higher
	7-  IL M’EMMÈNE PLUS HAUT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
	8- 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</a:t>
            </a:r>
          </a:p>
          <a:p>
            <a:pPr>
              <a:defRPr/>
            </a:pPr>
            <a:r>
              <a:rPr lang="fr-FR" smtClean="0"/>
              <a:t>   </a:t>
            </a:r>
          </a:p>
          <a:p>
            <a:pPr>
              <a:defRPr/>
            </a:pPr>
            <a:r>
              <a:rPr lang="fr-FR" smtClean="0"/>
              <a:t>9-  TU ME DONNES L’AMOUR INFINI ET TOUT CE DONT J’AI BESOIN ICI </a:t>
            </a:r>
          </a:p>
          <a:p>
            <a:pPr>
              <a:defRPr/>
            </a:pPr>
            <a:r>
              <a:rPr lang="fr-FR" smtClean="0"/>
              <a:t>     you've given me love unfailing you've given me everything i need</a:t>
            </a:r>
          </a:p>
          <a:p>
            <a:pPr>
              <a:defRPr/>
            </a:pPr>
            <a:r>
              <a:rPr lang="fr-FR" smtClean="0"/>
              <a:t> 10-  TU ME DONNES TA FAVEUR ET AUSSI JE PEUX VOIR ET J’ENTENDS </a:t>
            </a:r>
          </a:p>
          <a:p>
            <a:pPr>
              <a:defRPr/>
            </a:pPr>
            <a:r>
              <a:rPr lang="fr-FR" smtClean="0"/>
              <a:t>      you've given me favor given me eyes to see, ears to hear</a:t>
            </a:r>
          </a:p>
          <a:p>
            <a:pPr>
              <a:defRPr/>
            </a:pPr>
            <a:r>
              <a:rPr lang="fr-FR" smtClean="0"/>
              <a:t> 11-  TES PROMESSES POUR MOI </a:t>
            </a:r>
          </a:p>
          <a:p>
            <a:pPr>
              <a:defRPr/>
            </a:pPr>
            <a:r>
              <a:rPr lang="fr-FR" smtClean="0"/>
              <a:t>      your promises for me   
</a:t>
            </a:r>
          </a:p>
          <a:p>
            <a:pPr>
              <a:defRPr/>
            </a:pPr>
            <a:r>
              <a:rPr lang="fr-FR" smtClean="0"/>
              <a:t>	12-  TES VOIES DÉPASSENT MES VOIES TES PENSÉES PLUS GRANDES QUE MOI </a:t>
            </a:r>
          </a:p>
          <a:p>
            <a:pPr>
              <a:defRPr/>
            </a:pPr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pPr>
              <a:defRPr/>
            </a:pPr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pPr>
              <a:defRPr/>
            </a:pPr>
            <a:r>
              <a:rPr lang="fr-FR" smtClean="0"/>
              <a:t>        i can see the light and it’s taking me higher
17-  ELLE M’EMMÈNE PLUS HAUT</a:t>
            </a:r>
          </a:p>
          <a:p>
            <a:pPr>
              <a:defRPr/>
            </a:pPr>
            <a:r>
              <a:rPr lang="fr-FR" smtClean="0"/>
              <a:t>        it’s taking me higher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18-  OUVRE LES CIEUX SUR MOI MONTRE-MOI</a:t>
            </a:r>
          </a:p>
          <a:p>
            <a:pPr>
              <a:defRPr/>
            </a:pPr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   the way that you set before me i can hear the sound and
	20-  QUI NOUS EMMÈNE PLUS HAUT </a:t>
            </a:r>
          </a:p>
          <a:p>
            <a:pPr>
              <a:defRPr/>
            </a:pPr>
            <a:r>
              <a:rPr lang="fr-FR" smtClean="0"/>
              <a:t>                           it’s taking us higher
	21-  IL NOUS EMMÈNE PLUS HAUT IL NOUS EMMÈNE PLUS HAUT </a:t>
            </a:r>
          </a:p>
          <a:p>
            <a:pPr>
              <a:defRPr/>
            </a:pPr>
            <a:r>
              <a:rPr lang="fr-FR" smtClean="0"/>
              <a:t>                            it’s taking us higher</a:t>
            </a:r>
          </a:p>
          <a:p>
            <a:pPr>
              <a:defRPr/>
            </a:pPr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pPr>
              <a:defRPr/>
            </a:pPr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pPr>
              <a:defRPr/>
            </a:pPr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pPr>
              <a:defRPr/>
            </a:pPr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pPr>
              <a:defRPr/>
            </a:pPr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pPr>
              <a:defRPr/>
            </a:pPr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  <p:sp>
        <p:nvSpPr>
          <p:cNvPr id="737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OUVRE LES CIEUX SUR MOI UNE PORTE OUVERTE SE TIENT DEVANT MOI</a:t>
            </a:r>
          </a:p>
          <a:p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r>
              <a:rPr lang="fr-FR" smtClean="0"/>
              <a:t>      i can see the light and it’s taking me higher
3-  ELLE M’EMMÈNE PLUS HAUT</a:t>
            </a:r>
          </a:p>
          <a:p>
            <a:r>
              <a:rPr lang="fr-FR" smtClean="0"/>
              <a:t>      it’s taking me higher</a:t>
            </a:r>
          </a:p>
          <a:p>
            <a:r>
              <a:rPr lang="fr-FR" smtClean="0"/>
              <a:t>    </a:t>
            </a:r>
          </a:p>
          <a:p>
            <a:r>
              <a:rPr lang="fr-FR" smtClean="0"/>
              <a:t>	4-  OUVRE LES CIEUX SUR MOI MONTRE-MOI</a:t>
            </a:r>
          </a:p>
          <a:p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r>
              <a:rPr lang="fr-FR" smtClean="0"/>
              <a:t>                        the way that you set before me i can hear the sound 
	6-  ET IL M’EMMÈNE PLUS HAUT </a:t>
            </a:r>
          </a:p>
          <a:p>
            <a:r>
              <a:rPr lang="fr-FR" smtClean="0"/>
              <a:t>                         and it’s taking me higher
	7-  IL M’EMMÈNE PLUS HAUT IL M’EMMÈNE PLUS HAUT </a:t>
            </a:r>
          </a:p>
          <a:p>
            <a:r>
              <a:rPr lang="fr-FR" smtClean="0"/>
              <a:t>                         its taking me higher
	8-  IL M’EMMÈNE PLUS HAUT </a:t>
            </a:r>
          </a:p>
          <a:p>
            <a:r>
              <a:rPr lang="fr-FR" smtClean="0"/>
              <a:t>                         its taking me higher</a:t>
            </a:r>
          </a:p>
          <a:p>
            <a:r>
              <a:rPr lang="fr-FR" smtClean="0"/>
              <a:t>   </a:t>
            </a:r>
          </a:p>
          <a:p>
            <a:r>
              <a:rPr lang="fr-FR" smtClean="0"/>
              <a:t>9-  TU ME DONNES L’AMOUR INFINI ET TOUT CE DONT J’AI BESOIN ICI </a:t>
            </a:r>
          </a:p>
          <a:p>
            <a:r>
              <a:rPr lang="fr-FR" smtClean="0"/>
              <a:t>     you've given me love unfailing you've given me everything i need</a:t>
            </a:r>
          </a:p>
          <a:p>
            <a:r>
              <a:rPr lang="fr-FR" smtClean="0"/>
              <a:t> 10-  TU ME DONNES TA FAVEUR ET AUSSI JE PEUX VOIR ET J’ENTENDS </a:t>
            </a:r>
          </a:p>
          <a:p>
            <a:r>
              <a:rPr lang="fr-FR" smtClean="0"/>
              <a:t>      you've given me favor given me eyes to see, ears to hear</a:t>
            </a:r>
          </a:p>
          <a:p>
            <a:r>
              <a:rPr lang="fr-FR" smtClean="0"/>
              <a:t> 11-  TES PROMESSES POUR MOI </a:t>
            </a:r>
          </a:p>
          <a:p>
            <a:r>
              <a:rPr lang="fr-FR" smtClean="0"/>
              <a:t>      your promises for me   
</a:t>
            </a:r>
          </a:p>
          <a:p>
            <a:r>
              <a:rPr lang="fr-FR" smtClean="0"/>
              <a:t>	12-  TES VOIES DÉPASSENT MES VOIES TES PENSÉES PLUS GRANDES QUE MOI </a:t>
            </a:r>
          </a:p>
          <a:p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endParaRPr lang="fr-FR" smtClean="0"/>
          </a:p>
          <a:p>
            <a:r>
              <a:rPr lang="fr-FR" smtClean="0"/>
              <a:t>15-  OUVRE LES CIEUX SUR MOI UNE PORTE OUVERTE SE TIENT DEVANT MOI</a:t>
            </a:r>
          </a:p>
          <a:p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r>
              <a:rPr lang="fr-FR" smtClean="0"/>
              <a:t>        i can see the light and it’s taking me higher
17-  ELLE M’EMMÈNE PLUS HAUT</a:t>
            </a:r>
          </a:p>
          <a:p>
            <a:r>
              <a:rPr lang="fr-FR" smtClean="0"/>
              <a:t>        it’s taking me higher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18-  OUVRE LES CIEUX SUR MOI MONTRE-MOI</a:t>
            </a:r>
          </a:p>
          <a:p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r>
              <a:rPr lang="fr-FR" smtClean="0"/>
              <a:t>                           the way that you set before me i can hear the sound and
	20-  QUI NOUS EMMÈNE PLUS HAUT </a:t>
            </a:r>
          </a:p>
          <a:p>
            <a:r>
              <a:rPr lang="fr-FR" smtClean="0"/>
              <a:t>                           it’s taking us higher
	21-  IL NOUS EMMÈNE PLUS HAUT IL NOUS EMMÈNE PLUS HAUT </a:t>
            </a:r>
          </a:p>
          <a:p>
            <a:r>
              <a:rPr lang="fr-FR" smtClean="0"/>
              <a:t>                            it’s taking us higher</a:t>
            </a:r>
          </a:p>
          <a:p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pPr>
              <a:defRPr/>
            </a:pPr>
            <a:r>
              <a:rPr lang="fr-FR" smtClean="0"/>
              <a:t>      i can see the light and it’s taking me higher
3-  ELLE M’EMMÈNE PLUS HAUT</a:t>
            </a:r>
          </a:p>
          <a:p>
            <a:pPr>
              <a:defRPr/>
            </a:pPr>
            <a:r>
              <a:rPr lang="fr-FR" smtClean="0"/>
              <a:t>      it’s taking me higher</a:t>
            </a:r>
          </a:p>
          <a:p>
            <a:pPr>
              <a:defRPr/>
            </a:pPr>
            <a:r>
              <a:rPr lang="fr-FR" smtClean="0"/>
              <a:t>    </a:t>
            </a:r>
          </a:p>
          <a:p>
            <a:pPr>
              <a:defRPr/>
            </a:pPr>
            <a:r>
              <a:rPr lang="fr-FR" smtClean="0"/>
              <a:t>	4-  OUVRE LES CIEUX SUR MOI MONTRE-MOI</a:t>
            </a:r>
          </a:p>
          <a:p>
            <a:pPr>
              <a:defRPr/>
            </a:pPr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the way that you set before me i can hear the sound 
	6-  ET IL M’EMMÈNE PLUS HAUT </a:t>
            </a:r>
          </a:p>
          <a:p>
            <a:pPr>
              <a:defRPr/>
            </a:pPr>
            <a:r>
              <a:rPr lang="fr-FR" smtClean="0"/>
              <a:t>                         and it’s taking me higher
	7-  IL M’EMMÈNE PLUS HAUT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
	8- 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</a:t>
            </a:r>
          </a:p>
          <a:p>
            <a:pPr>
              <a:defRPr/>
            </a:pPr>
            <a:r>
              <a:rPr lang="fr-FR" smtClean="0"/>
              <a:t>   </a:t>
            </a:r>
          </a:p>
          <a:p>
            <a:pPr>
              <a:defRPr/>
            </a:pPr>
            <a:r>
              <a:rPr lang="fr-FR" smtClean="0"/>
              <a:t>9-  TU ME DONNES L’AMOUR INFINI ET TOUT CE DONT J’AI BESOIN ICI </a:t>
            </a:r>
          </a:p>
          <a:p>
            <a:pPr>
              <a:defRPr/>
            </a:pPr>
            <a:r>
              <a:rPr lang="fr-FR" smtClean="0"/>
              <a:t>     you've given me love unfailing you've given me everything i need</a:t>
            </a:r>
          </a:p>
          <a:p>
            <a:pPr>
              <a:defRPr/>
            </a:pPr>
            <a:r>
              <a:rPr lang="fr-FR" smtClean="0"/>
              <a:t> 10-  TU ME DONNES TA FAVEUR ET AUSSI JE PEUX VOIR ET J’ENTENDS </a:t>
            </a:r>
          </a:p>
          <a:p>
            <a:pPr>
              <a:defRPr/>
            </a:pPr>
            <a:r>
              <a:rPr lang="fr-FR" smtClean="0"/>
              <a:t>      you've given me favor given me eyes to see, ears to hear</a:t>
            </a:r>
          </a:p>
          <a:p>
            <a:pPr>
              <a:defRPr/>
            </a:pPr>
            <a:r>
              <a:rPr lang="fr-FR" smtClean="0"/>
              <a:t> 11-  TES PROMESSES POUR MOI </a:t>
            </a:r>
          </a:p>
          <a:p>
            <a:pPr>
              <a:defRPr/>
            </a:pPr>
            <a:r>
              <a:rPr lang="fr-FR" smtClean="0"/>
              <a:t>      your promises for me   
</a:t>
            </a:r>
          </a:p>
          <a:p>
            <a:pPr>
              <a:defRPr/>
            </a:pPr>
            <a:r>
              <a:rPr lang="fr-FR" smtClean="0"/>
              <a:t>	12-  TES VOIES DÉPASSENT MES VOIES TES PENSÉES PLUS GRANDES QUE MOI </a:t>
            </a:r>
          </a:p>
          <a:p>
            <a:pPr>
              <a:defRPr/>
            </a:pPr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pPr>
              <a:defRPr/>
            </a:pPr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pPr>
              <a:defRPr/>
            </a:pPr>
            <a:r>
              <a:rPr lang="fr-FR" smtClean="0"/>
              <a:t>        i can see the light and it’s taking me higher
17-  ELLE M’EMMÈNE PLUS HAUT</a:t>
            </a:r>
          </a:p>
          <a:p>
            <a:pPr>
              <a:defRPr/>
            </a:pPr>
            <a:r>
              <a:rPr lang="fr-FR" smtClean="0"/>
              <a:t>        it’s taking me higher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18-  OUVRE LES CIEUX SUR MOI MONTRE-MOI</a:t>
            </a:r>
          </a:p>
          <a:p>
            <a:pPr>
              <a:defRPr/>
            </a:pPr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   the way that you set before me i can hear the sound and
	20-  QUI NOUS EMMÈNE PLUS HAUT </a:t>
            </a:r>
          </a:p>
          <a:p>
            <a:pPr>
              <a:defRPr/>
            </a:pPr>
            <a:r>
              <a:rPr lang="fr-FR" smtClean="0"/>
              <a:t>                           it’s taking us higher
	21-  IL NOUS EMMÈNE PLUS HAUT IL NOUS EMMÈNE PLUS HAUT </a:t>
            </a:r>
          </a:p>
          <a:p>
            <a:pPr>
              <a:defRPr/>
            </a:pPr>
            <a:r>
              <a:rPr lang="fr-FR" smtClean="0"/>
              <a:t>                            it’s taking us higher</a:t>
            </a:r>
          </a:p>
          <a:p>
            <a:pPr>
              <a:defRPr/>
            </a:pPr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pPr>
              <a:defRPr/>
            </a:pPr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pPr>
              <a:defRPr/>
            </a:pPr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pPr>
              <a:defRPr/>
            </a:pPr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pPr>
              <a:defRPr/>
            </a:pPr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pPr>
              <a:defRPr/>
            </a:pPr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  <p:sp>
        <p:nvSpPr>
          <p:cNvPr id="747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OUVRE LES CIEUX SUR MOI UNE PORTE OUVERTE SE TIENT DEVANT MOI</a:t>
            </a:r>
          </a:p>
          <a:p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r>
              <a:rPr lang="fr-FR" smtClean="0"/>
              <a:t>      i can see the light and it’s taking me higher
3-  ELLE M’EMMÈNE PLUS HAUT</a:t>
            </a:r>
          </a:p>
          <a:p>
            <a:r>
              <a:rPr lang="fr-FR" smtClean="0"/>
              <a:t>      it’s taking me higher</a:t>
            </a:r>
          </a:p>
          <a:p>
            <a:r>
              <a:rPr lang="fr-FR" smtClean="0"/>
              <a:t>    </a:t>
            </a:r>
          </a:p>
          <a:p>
            <a:r>
              <a:rPr lang="fr-FR" smtClean="0"/>
              <a:t>	4-  OUVRE LES CIEUX SUR MOI MONTRE-MOI</a:t>
            </a:r>
          </a:p>
          <a:p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r>
              <a:rPr lang="fr-FR" smtClean="0"/>
              <a:t>                        the way that you set before me i can hear the sound 
	6-  ET IL M’EMMÈNE PLUS HAUT </a:t>
            </a:r>
          </a:p>
          <a:p>
            <a:r>
              <a:rPr lang="fr-FR" smtClean="0"/>
              <a:t>                         and it’s taking me higher
	7-  IL M’EMMÈNE PLUS HAUT IL M’EMMÈNE PLUS HAUT </a:t>
            </a:r>
          </a:p>
          <a:p>
            <a:r>
              <a:rPr lang="fr-FR" smtClean="0"/>
              <a:t>                         its taking me higher
	8-  IL M’EMMÈNE PLUS HAUT </a:t>
            </a:r>
          </a:p>
          <a:p>
            <a:r>
              <a:rPr lang="fr-FR" smtClean="0"/>
              <a:t>                         its taking me higher</a:t>
            </a:r>
          </a:p>
          <a:p>
            <a:r>
              <a:rPr lang="fr-FR" smtClean="0"/>
              <a:t>   </a:t>
            </a:r>
          </a:p>
          <a:p>
            <a:r>
              <a:rPr lang="fr-FR" smtClean="0"/>
              <a:t>9-  TU ME DONNES L’AMOUR INFINI ET TOUT CE DONT J’AI BESOIN ICI </a:t>
            </a:r>
          </a:p>
          <a:p>
            <a:r>
              <a:rPr lang="fr-FR" smtClean="0"/>
              <a:t>     you've given me love unfailing you've given me everything i need</a:t>
            </a:r>
          </a:p>
          <a:p>
            <a:r>
              <a:rPr lang="fr-FR" smtClean="0"/>
              <a:t> 10-  TU ME DONNES TA FAVEUR ET AUSSI JE PEUX VOIR ET J’ENTENDS </a:t>
            </a:r>
          </a:p>
          <a:p>
            <a:r>
              <a:rPr lang="fr-FR" smtClean="0"/>
              <a:t>      you've given me favor given me eyes to see, ears to hear</a:t>
            </a:r>
          </a:p>
          <a:p>
            <a:r>
              <a:rPr lang="fr-FR" smtClean="0"/>
              <a:t> 11-  TES PROMESSES POUR MOI </a:t>
            </a:r>
          </a:p>
          <a:p>
            <a:r>
              <a:rPr lang="fr-FR" smtClean="0"/>
              <a:t>      your promises for me   
</a:t>
            </a:r>
          </a:p>
          <a:p>
            <a:r>
              <a:rPr lang="fr-FR" smtClean="0"/>
              <a:t>	12-  TES VOIES DÉPASSENT MES VOIES TES PENSÉES PLUS GRANDES QUE MOI </a:t>
            </a:r>
          </a:p>
          <a:p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endParaRPr lang="fr-FR" smtClean="0"/>
          </a:p>
          <a:p>
            <a:r>
              <a:rPr lang="fr-FR" smtClean="0"/>
              <a:t>15-  OUVRE LES CIEUX SUR MOI UNE PORTE OUVERTE SE TIENT DEVANT MOI</a:t>
            </a:r>
          </a:p>
          <a:p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r>
              <a:rPr lang="fr-FR" smtClean="0"/>
              <a:t>        i can see the light and it’s taking me higher
17-  ELLE M’EMMÈNE PLUS HAUT</a:t>
            </a:r>
          </a:p>
          <a:p>
            <a:r>
              <a:rPr lang="fr-FR" smtClean="0"/>
              <a:t>        it’s taking me higher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18-  OUVRE LES CIEUX SUR MOI MONTRE-MOI</a:t>
            </a:r>
          </a:p>
          <a:p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r>
              <a:rPr lang="fr-FR" smtClean="0"/>
              <a:t>                           the way that you set before me i can hear the sound and
	20-  QUI NOUS EMMÈNE PLUS HAUT </a:t>
            </a:r>
          </a:p>
          <a:p>
            <a:r>
              <a:rPr lang="fr-FR" smtClean="0"/>
              <a:t>                           it’s taking us higher
	21-  IL NOUS EMMÈNE PLUS HAUT IL NOUS EMMÈNE PLUS HAUT </a:t>
            </a:r>
          </a:p>
          <a:p>
            <a:r>
              <a:rPr lang="fr-FR" smtClean="0"/>
              <a:t>                            it’s taking us higher</a:t>
            </a:r>
          </a:p>
          <a:p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pPr>
              <a:defRPr/>
            </a:pPr>
            <a:r>
              <a:rPr lang="fr-FR" smtClean="0"/>
              <a:t>      i can see the light and it’s taking me higher
3-  ELLE M’EMMÈNE PLUS HAUT</a:t>
            </a:r>
          </a:p>
          <a:p>
            <a:pPr>
              <a:defRPr/>
            </a:pPr>
            <a:r>
              <a:rPr lang="fr-FR" smtClean="0"/>
              <a:t>      it’s taking me higher</a:t>
            </a:r>
          </a:p>
          <a:p>
            <a:pPr>
              <a:defRPr/>
            </a:pPr>
            <a:r>
              <a:rPr lang="fr-FR" smtClean="0"/>
              <a:t>    </a:t>
            </a:r>
          </a:p>
          <a:p>
            <a:pPr>
              <a:defRPr/>
            </a:pPr>
            <a:r>
              <a:rPr lang="fr-FR" smtClean="0"/>
              <a:t>	4-  OUVRE LES CIEUX SUR MOI MONTRE-MOI</a:t>
            </a:r>
          </a:p>
          <a:p>
            <a:pPr>
              <a:defRPr/>
            </a:pPr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the way that you set before me i can hear the sound 
	6-  ET IL M’EMMÈNE PLUS HAUT </a:t>
            </a:r>
          </a:p>
          <a:p>
            <a:pPr>
              <a:defRPr/>
            </a:pPr>
            <a:r>
              <a:rPr lang="fr-FR" smtClean="0"/>
              <a:t>                         and it’s taking me higher
	7-  IL M’EMMÈNE PLUS HAUT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
	8- 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</a:t>
            </a:r>
          </a:p>
          <a:p>
            <a:pPr>
              <a:defRPr/>
            </a:pPr>
            <a:r>
              <a:rPr lang="fr-FR" smtClean="0"/>
              <a:t>   </a:t>
            </a:r>
          </a:p>
          <a:p>
            <a:pPr>
              <a:defRPr/>
            </a:pPr>
            <a:r>
              <a:rPr lang="fr-FR" smtClean="0"/>
              <a:t>9-  TU ME DONNES L’AMOUR INFINI ET TOUT CE DONT J’AI BESOIN ICI </a:t>
            </a:r>
          </a:p>
          <a:p>
            <a:pPr>
              <a:defRPr/>
            </a:pPr>
            <a:r>
              <a:rPr lang="fr-FR" smtClean="0"/>
              <a:t>     you've given me love unfailing you've given me everything i need</a:t>
            </a:r>
          </a:p>
          <a:p>
            <a:pPr>
              <a:defRPr/>
            </a:pPr>
            <a:r>
              <a:rPr lang="fr-FR" smtClean="0"/>
              <a:t> 10-  TU ME DONNES TA FAVEUR ET AUSSI JE PEUX VOIR ET J’ENTENDS </a:t>
            </a:r>
          </a:p>
          <a:p>
            <a:pPr>
              <a:defRPr/>
            </a:pPr>
            <a:r>
              <a:rPr lang="fr-FR" smtClean="0"/>
              <a:t>      you've given me favor given me eyes to see, ears to hear</a:t>
            </a:r>
          </a:p>
          <a:p>
            <a:pPr>
              <a:defRPr/>
            </a:pPr>
            <a:r>
              <a:rPr lang="fr-FR" smtClean="0"/>
              <a:t> 11-  TES PROMESSES POUR MOI </a:t>
            </a:r>
          </a:p>
          <a:p>
            <a:pPr>
              <a:defRPr/>
            </a:pPr>
            <a:r>
              <a:rPr lang="fr-FR" smtClean="0"/>
              <a:t>      your promises for me   
</a:t>
            </a:r>
          </a:p>
          <a:p>
            <a:pPr>
              <a:defRPr/>
            </a:pPr>
            <a:r>
              <a:rPr lang="fr-FR" smtClean="0"/>
              <a:t>	12-  TES VOIES DÉPASSENT MES VOIES TES PENSÉES PLUS GRANDES QUE MOI </a:t>
            </a:r>
          </a:p>
          <a:p>
            <a:pPr>
              <a:defRPr/>
            </a:pPr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pPr>
              <a:defRPr/>
            </a:pPr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pPr>
              <a:defRPr/>
            </a:pPr>
            <a:r>
              <a:rPr lang="fr-FR" smtClean="0"/>
              <a:t>        i can see the light and it’s taking me higher
17-  ELLE M’EMMÈNE PLUS HAUT</a:t>
            </a:r>
          </a:p>
          <a:p>
            <a:pPr>
              <a:defRPr/>
            </a:pPr>
            <a:r>
              <a:rPr lang="fr-FR" smtClean="0"/>
              <a:t>        it’s taking me higher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18-  OUVRE LES CIEUX SUR MOI MONTRE-MOI</a:t>
            </a:r>
          </a:p>
          <a:p>
            <a:pPr>
              <a:defRPr/>
            </a:pPr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   the way that you set before me i can hear the sound and
	20-  QUI NOUS EMMÈNE PLUS HAUT </a:t>
            </a:r>
          </a:p>
          <a:p>
            <a:pPr>
              <a:defRPr/>
            </a:pPr>
            <a:r>
              <a:rPr lang="fr-FR" smtClean="0"/>
              <a:t>                           it’s taking us higher
	21-  IL NOUS EMMÈNE PLUS HAUT IL NOUS EMMÈNE PLUS HAUT </a:t>
            </a:r>
          </a:p>
          <a:p>
            <a:pPr>
              <a:defRPr/>
            </a:pPr>
            <a:r>
              <a:rPr lang="fr-FR" smtClean="0"/>
              <a:t>                            it’s taking us higher</a:t>
            </a:r>
          </a:p>
          <a:p>
            <a:pPr>
              <a:defRPr/>
            </a:pPr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pPr>
              <a:defRPr/>
            </a:pPr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pPr>
              <a:defRPr/>
            </a:pPr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pPr>
              <a:defRPr/>
            </a:pPr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pPr>
              <a:defRPr/>
            </a:pPr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pPr>
              <a:defRPr/>
            </a:pPr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  <p:sp>
        <p:nvSpPr>
          <p:cNvPr id="757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OUVRE LES CIEUX SUR MOI UNE PORTE OUVERTE SE TIENT DEVANT MOI</a:t>
            </a:r>
          </a:p>
          <a:p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r>
              <a:rPr lang="fr-FR" smtClean="0"/>
              <a:t>      i can see the light and it’s taking me higher
3-  ELLE M’EMMÈNE PLUS HAUT</a:t>
            </a:r>
          </a:p>
          <a:p>
            <a:r>
              <a:rPr lang="fr-FR" smtClean="0"/>
              <a:t>      it’s taking me higher</a:t>
            </a:r>
          </a:p>
          <a:p>
            <a:r>
              <a:rPr lang="fr-FR" smtClean="0"/>
              <a:t>    </a:t>
            </a:r>
          </a:p>
          <a:p>
            <a:r>
              <a:rPr lang="fr-FR" smtClean="0"/>
              <a:t>	4-  OUVRE LES CIEUX SUR MOI MONTRE-MOI</a:t>
            </a:r>
          </a:p>
          <a:p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r>
              <a:rPr lang="fr-FR" smtClean="0"/>
              <a:t>                        the way that you set before me i can hear the sound 
	6-  ET IL M’EMMÈNE PLUS HAUT </a:t>
            </a:r>
          </a:p>
          <a:p>
            <a:r>
              <a:rPr lang="fr-FR" smtClean="0"/>
              <a:t>                         and it’s taking me higher
	7-  IL M’EMMÈNE PLUS HAUT IL M’EMMÈNE PLUS HAUT </a:t>
            </a:r>
          </a:p>
          <a:p>
            <a:r>
              <a:rPr lang="fr-FR" smtClean="0"/>
              <a:t>                         its taking me higher
	8-  IL M’EMMÈNE PLUS HAUT </a:t>
            </a:r>
          </a:p>
          <a:p>
            <a:r>
              <a:rPr lang="fr-FR" smtClean="0"/>
              <a:t>                         its taking me higher</a:t>
            </a:r>
          </a:p>
          <a:p>
            <a:r>
              <a:rPr lang="fr-FR" smtClean="0"/>
              <a:t>   </a:t>
            </a:r>
          </a:p>
          <a:p>
            <a:r>
              <a:rPr lang="fr-FR" smtClean="0"/>
              <a:t>9-  TU ME DONNES L’AMOUR INFINI ET TOUT CE DONT J’AI BESOIN ICI </a:t>
            </a:r>
          </a:p>
          <a:p>
            <a:r>
              <a:rPr lang="fr-FR" smtClean="0"/>
              <a:t>     you've given me love unfailing you've given me everything i need</a:t>
            </a:r>
          </a:p>
          <a:p>
            <a:r>
              <a:rPr lang="fr-FR" smtClean="0"/>
              <a:t> 10-  TU ME DONNES TA FAVEUR ET AUSSI JE PEUX VOIR ET J’ENTENDS </a:t>
            </a:r>
          </a:p>
          <a:p>
            <a:r>
              <a:rPr lang="fr-FR" smtClean="0"/>
              <a:t>      you've given me favor given me eyes to see, ears to hear</a:t>
            </a:r>
          </a:p>
          <a:p>
            <a:r>
              <a:rPr lang="fr-FR" smtClean="0"/>
              <a:t> 11-  TES PROMESSES POUR MOI </a:t>
            </a:r>
          </a:p>
          <a:p>
            <a:r>
              <a:rPr lang="fr-FR" smtClean="0"/>
              <a:t>      your promises for me   
</a:t>
            </a:r>
          </a:p>
          <a:p>
            <a:r>
              <a:rPr lang="fr-FR" smtClean="0"/>
              <a:t>	12-  TES VOIES DÉPASSENT MES VOIES TES PENSÉES PLUS GRANDES QUE MOI </a:t>
            </a:r>
          </a:p>
          <a:p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endParaRPr lang="fr-FR" smtClean="0"/>
          </a:p>
          <a:p>
            <a:r>
              <a:rPr lang="fr-FR" smtClean="0"/>
              <a:t>15-  OUVRE LES CIEUX SUR MOI UNE PORTE OUVERTE SE TIENT DEVANT MOI</a:t>
            </a:r>
          </a:p>
          <a:p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r>
              <a:rPr lang="fr-FR" smtClean="0"/>
              <a:t>        i can see the light and it’s taking me higher
17-  ELLE M’EMMÈNE PLUS HAUT</a:t>
            </a:r>
          </a:p>
          <a:p>
            <a:r>
              <a:rPr lang="fr-FR" smtClean="0"/>
              <a:t>        it’s taking me higher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18-  OUVRE LES CIEUX SUR MOI MONTRE-MOI</a:t>
            </a:r>
          </a:p>
          <a:p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r>
              <a:rPr lang="fr-FR" smtClean="0"/>
              <a:t>                           the way that you set before me i can hear the sound and
	20-  QUI NOUS EMMÈNE PLUS HAUT </a:t>
            </a:r>
          </a:p>
          <a:p>
            <a:r>
              <a:rPr lang="fr-FR" smtClean="0"/>
              <a:t>                           it’s taking us higher
	21-  IL NOUS EMMÈNE PLUS HAUT IL NOUS EMMÈNE PLUS HAUT </a:t>
            </a:r>
          </a:p>
          <a:p>
            <a:r>
              <a:rPr lang="fr-FR" smtClean="0"/>
              <a:t>                            it’s taking us higher</a:t>
            </a:r>
          </a:p>
          <a:p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pPr>
              <a:defRPr/>
            </a:pPr>
            <a:r>
              <a:rPr lang="fr-FR" smtClean="0"/>
              <a:t>      i can see the light and it’s taking me higher
3-  ELLE M’EMMÈNE PLUS HAUT</a:t>
            </a:r>
          </a:p>
          <a:p>
            <a:pPr>
              <a:defRPr/>
            </a:pPr>
            <a:r>
              <a:rPr lang="fr-FR" smtClean="0"/>
              <a:t>      it’s taking me higher</a:t>
            </a:r>
          </a:p>
          <a:p>
            <a:pPr>
              <a:defRPr/>
            </a:pPr>
            <a:r>
              <a:rPr lang="fr-FR" smtClean="0"/>
              <a:t>    </a:t>
            </a:r>
          </a:p>
          <a:p>
            <a:pPr>
              <a:defRPr/>
            </a:pPr>
            <a:r>
              <a:rPr lang="fr-FR" smtClean="0"/>
              <a:t>	4-  OUVRE LES CIEUX SUR MOI MONTRE-MOI</a:t>
            </a:r>
          </a:p>
          <a:p>
            <a:pPr>
              <a:defRPr/>
            </a:pPr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the way that you set before me i can hear the sound 
	6-  ET IL M’EMMÈNE PLUS HAUT </a:t>
            </a:r>
          </a:p>
          <a:p>
            <a:pPr>
              <a:defRPr/>
            </a:pPr>
            <a:r>
              <a:rPr lang="fr-FR" smtClean="0"/>
              <a:t>                         and it’s taking me higher
	7-  IL M’EMMÈNE PLUS HAUT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
	8- 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</a:t>
            </a:r>
          </a:p>
          <a:p>
            <a:pPr>
              <a:defRPr/>
            </a:pPr>
            <a:r>
              <a:rPr lang="fr-FR" smtClean="0"/>
              <a:t>   </a:t>
            </a:r>
          </a:p>
          <a:p>
            <a:pPr>
              <a:defRPr/>
            </a:pPr>
            <a:r>
              <a:rPr lang="fr-FR" smtClean="0"/>
              <a:t>9-  TU ME DONNES L’AMOUR INFINI ET TOUT CE DONT J’AI BESOIN ICI </a:t>
            </a:r>
          </a:p>
          <a:p>
            <a:pPr>
              <a:defRPr/>
            </a:pPr>
            <a:r>
              <a:rPr lang="fr-FR" smtClean="0"/>
              <a:t>     you've given me love unfailing you've given me everything i need</a:t>
            </a:r>
          </a:p>
          <a:p>
            <a:pPr>
              <a:defRPr/>
            </a:pPr>
            <a:r>
              <a:rPr lang="fr-FR" smtClean="0"/>
              <a:t> 10-  TU ME DONNES TA FAVEUR ET AUSSI JE PEUX VOIR ET J’ENTENDS </a:t>
            </a:r>
          </a:p>
          <a:p>
            <a:pPr>
              <a:defRPr/>
            </a:pPr>
            <a:r>
              <a:rPr lang="fr-FR" smtClean="0"/>
              <a:t>      you've given me favor given me eyes to see, ears to hear</a:t>
            </a:r>
          </a:p>
          <a:p>
            <a:pPr>
              <a:defRPr/>
            </a:pPr>
            <a:r>
              <a:rPr lang="fr-FR" smtClean="0"/>
              <a:t> 11-  TES PROMESSES POUR MOI </a:t>
            </a:r>
          </a:p>
          <a:p>
            <a:pPr>
              <a:defRPr/>
            </a:pPr>
            <a:r>
              <a:rPr lang="fr-FR" smtClean="0"/>
              <a:t>      your promises for me   
</a:t>
            </a:r>
          </a:p>
          <a:p>
            <a:pPr>
              <a:defRPr/>
            </a:pPr>
            <a:r>
              <a:rPr lang="fr-FR" smtClean="0"/>
              <a:t>	12-  TES VOIES DÉPASSENT MES VOIES TES PENSÉES PLUS GRANDES QUE MOI </a:t>
            </a:r>
          </a:p>
          <a:p>
            <a:pPr>
              <a:defRPr/>
            </a:pPr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pPr>
              <a:defRPr/>
            </a:pPr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pPr>
              <a:defRPr/>
            </a:pPr>
            <a:r>
              <a:rPr lang="fr-FR" smtClean="0"/>
              <a:t>        i can see the light and it’s taking me higher
17-  ELLE M’EMMÈNE PLUS HAUT</a:t>
            </a:r>
          </a:p>
          <a:p>
            <a:pPr>
              <a:defRPr/>
            </a:pPr>
            <a:r>
              <a:rPr lang="fr-FR" smtClean="0"/>
              <a:t>        it’s taking me higher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18-  OUVRE LES CIEUX SUR MOI MONTRE-MOI</a:t>
            </a:r>
          </a:p>
          <a:p>
            <a:pPr>
              <a:defRPr/>
            </a:pPr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   the way that you set before me i can hear the sound and
	20-  QUI NOUS EMMÈNE PLUS HAUT </a:t>
            </a:r>
          </a:p>
          <a:p>
            <a:pPr>
              <a:defRPr/>
            </a:pPr>
            <a:r>
              <a:rPr lang="fr-FR" smtClean="0"/>
              <a:t>                           it’s taking us higher
	21-  IL NOUS EMMÈNE PLUS HAUT IL NOUS EMMÈNE PLUS HAUT </a:t>
            </a:r>
          </a:p>
          <a:p>
            <a:pPr>
              <a:defRPr/>
            </a:pPr>
            <a:r>
              <a:rPr lang="fr-FR" smtClean="0"/>
              <a:t>                            it’s taking us higher</a:t>
            </a:r>
          </a:p>
          <a:p>
            <a:pPr>
              <a:defRPr/>
            </a:pPr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pPr>
              <a:defRPr/>
            </a:pPr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pPr>
              <a:defRPr/>
            </a:pPr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pPr>
              <a:defRPr/>
            </a:pPr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pPr>
              <a:defRPr/>
            </a:pPr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pPr>
              <a:defRPr/>
            </a:pPr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  <p:sp>
        <p:nvSpPr>
          <p:cNvPr id="768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OUVRE LES CIEUX SUR MOI UNE PORTE OUVERTE SE TIENT DEVANT MOI</a:t>
            </a:r>
          </a:p>
          <a:p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r>
              <a:rPr lang="fr-FR" smtClean="0"/>
              <a:t>      i can see the light and it’s taking me higher
3-  ELLE M’EMMÈNE PLUS HAUT</a:t>
            </a:r>
          </a:p>
          <a:p>
            <a:r>
              <a:rPr lang="fr-FR" smtClean="0"/>
              <a:t>      it’s taking me higher</a:t>
            </a:r>
          </a:p>
          <a:p>
            <a:r>
              <a:rPr lang="fr-FR" smtClean="0"/>
              <a:t>    </a:t>
            </a:r>
          </a:p>
          <a:p>
            <a:r>
              <a:rPr lang="fr-FR" smtClean="0"/>
              <a:t>	4-  OUVRE LES CIEUX SUR MOI MONTRE-MOI</a:t>
            </a:r>
          </a:p>
          <a:p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r>
              <a:rPr lang="fr-FR" smtClean="0"/>
              <a:t>                        the way that you set before me i can hear the sound 
	6-  ET IL M’EMMÈNE PLUS HAUT </a:t>
            </a:r>
          </a:p>
          <a:p>
            <a:r>
              <a:rPr lang="fr-FR" smtClean="0"/>
              <a:t>                         and it’s taking me higher
	7-  IL M’EMMÈNE PLUS HAUT IL M’EMMÈNE PLUS HAUT </a:t>
            </a:r>
          </a:p>
          <a:p>
            <a:r>
              <a:rPr lang="fr-FR" smtClean="0"/>
              <a:t>                         its taking me higher
	8-  IL M’EMMÈNE PLUS HAUT </a:t>
            </a:r>
          </a:p>
          <a:p>
            <a:r>
              <a:rPr lang="fr-FR" smtClean="0"/>
              <a:t>                         its taking me higher</a:t>
            </a:r>
          </a:p>
          <a:p>
            <a:r>
              <a:rPr lang="fr-FR" smtClean="0"/>
              <a:t>   </a:t>
            </a:r>
          </a:p>
          <a:p>
            <a:r>
              <a:rPr lang="fr-FR" smtClean="0"/>
              <a:t>9-  TU ME DONNES L’AMOUR INFINI ET TOUT CE DONT J’AI BESOIN ICI </a:t>
            </a:r>
          </a:p>
          <a:p>
            <a:r>
              <a:rPr lang="fr-FR" smtClean="0"/>
              <a:t>     you've given me love unfailing you've given me everything i need</a:t>
            </a:r>
          </a:p>
          <a:p>
            <a:r>
              <a:rPr lang="fr-FR" smtClean="0"/>
              <a:t> 10-  TU ME DONNES TA FAVEUR ET AUSSI JE PEUX VOIR ET J’ENTENDS </a:t>
            </a:r>
          </a:p>
          <a:p>
            <a:r>
              <a:rPr lang="fr-FR" smtClean="0"/>
              <a:t>      you've given me favor given me eyes to see, ears to hear</a:t>
            </a:r>
          </a:p>
          <a:p>
            <a:r>
              <a:rPr lang="fr-FR" smtClean="0"/>
              <a:t> 11-  TES PROMESSES POUR MOI </a:t>
            </a:r>
          </a:p>
          <a:p>
            <a:r>
              <a:rPr lang="fr-FR" smtClean="0"/>
              <a:t>      your promises for me   
</a:t>
            </a:r>
          </a:p>
          <a:p>
            <a:r>
              <a:rPr lang="fr-FR" smtClean="0"/>
              <a:t>	12-  TES VOIES DÉPASSENT MES VOIES TES PENSÉES PLUS GRANDES QUE MOI </a:t>
            </a:r>
          </a:p>
          <a:p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endParaRPr lang="fr-FR" smtClean="0"/>
          </a:p>
          <a:p>
            <a:r>
              <a:rPr lang="fr-FR" smtClean="0"/>
              <a:t>15-  OUVRE LES CIEUX SUR MOI UNE PORTE OUVERTE SE TIENT DEVANT MOI</a:t>
            </a:r>
          </a:p>
          <a:p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r>
              <a:rPr lang="fr-FR" smtClean="0"/>
              <a:t>        i can see the light and it’s taking me higher
17-  ELLE M’EMMÈNE PLUS HAUT</a:t>
            </a:r>
          </a:p>
          <a:p>
            <a:r>
              <a:rPr lang="fr-FR" smtClean="0"/>
              <a:t>        it’s taking me higher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18-  OUVRE LES CIEUX SUR MOI MONTRE-MOI</a:t>
            </a:r>
          </a:p>
          <a:p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r>
              <a:rPr lang="fr-FR" smtClean="0"/>
              <a:t>                           the way that you set before me i can hear the sound and
	20-  QUI NOUS EMMÈNE PLUS HAUT </a:t>
            </a:r>
          </a:p>
          <a:p>
            <a:r>
              <a:rPr lang="fr-FR" smtClean="0"/>
              <a:t>                           it’s taking us higher
	21-  IL NOUS EMMÈNE PLUS HAUT IL NOUS EMMÈNE PLUS HAUT </a:t>
            </a:r>
          </a:p>
          <a:p>
            <a:r>
              <a:rPr lang="fr-FR" smtClean="0"/>
              <a:t>                            it’s taking us higher</a:t>
            </a:r>
          </a:p>
          <a:p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pPr>
              <a:defRPr/>
            </a:pPr>
            <a:r>
              <a:rPr lang="fr-FR" smtClean="0"/>
              <a:t>      i can see the light and it’s taking me higher
3-  ELLE M’EMMÈNE PLUS HAUT</a:t>
            </a:r>
          </a:p>
          <a:p>
            <a:pPr>
              <a:defRPr/>
            </a:pPr>
            <a:r>
              <a:rPr lang="fr-FR" smtClean="0"/>
              <a:t>      it’s taking me higher</a:t>
            </a:r>
          </a:p>
          <a:p>
            <a:pPr>
              <a:defRPr/>
            </a:pPr>
            <a:r>
              <a:rPr lang="fr-FR" smtClean="0"/>
              <a:t>    </a:t>
            </a:r>
          </a:p>
          <a:p>
            <a:pPr>
              <a:defRPr/>
            </a:pPr>
            <a:r>
              <a:rPr lang="fr-FR" smtClean="0"/>
              <a:t>	4-  OUVRE LES CIEUX SUR MOI MONTRE-MOI</a:t>
            </a:r>
          </a:p>
          <a:p>
            <a:pPr>
              <a:defRPr/>
            </a:pPr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the way that you set before me i can hear the sound 
	6-  ET IL M’EMMÈNE PLUS HAUT </a:t>
            </a:r>
          </a:p>
          <a:p>
            <a:pPr>
              <a:defRPr/>
            </a:pPr>
            <a:r>
              <a:rPr lang="fr-FR" smtClean="0"/>
              <a:t>                         and it’s taking me higher
	7-  IL M’EMMÈNE PLUS HAUT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
	8- 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</a:t>
            </a:r>
          </a:p>
          <a:p>
            <a:pPr>
              <a:defRPr/>
            </a:pPr>
            <a:r>
              <a:rPr lang="fr-FR" smtClean="0"/>
              <a:t>   </a:t>
            </a:r>
          </a:p>
          <a:p>
            <a:pPr>
              <a:defRPr/>
            </a:pPr>
            <a:r>
              <a:rPr lang="fr-FR" smtClean="0"/>
              <a:t>9-  TU ME DONNES L’AMOUR INFINI ET TOUT CE DONT J’AI BESOIN ICI </a:t>
            </a:r>
          </a:p>
          <a:p>
            <a:pPr>
              <a:defRPr/>
            </a:pPr>
            <a:r>
              <a:rPr lang="fr-FR" smtClean="0"/>
              <a:t>     you've given me love unfailing you've given me everything i need</a:t>
            </a:r>
          </a:p>
          <a:p>
            <a:pPr>
              <a:defRPr/>
            </a:pPr>
            <a:r>
              <a:rPr lang="fr-FR" smtClean="0"/>
              <a:t> 10-  TU ME DONNES TA FAVEUR ET AUSSI JE PEUX VOIR ET J’ENTENDS </a:t>
            </a:r>
          </a:p>
          <a:p>
            <a:pPr>
              <a:defRPr/>
            </a:pPr>
            <a:r>
              <a:rPr lang="fr-FR" smtClean="0"/>
              <a:t>      you've given me favor given me eyes to see, ears to hear</a:t>
            </a:r>
          </a:p>
          <a:p>
            <a:pPr>
              <a:defRPr/>
            </a:pPr>
            <a:r>
              <a:rPr lang="fr-FR" smtClean="0"/>
              <a:t> 11-  TES PROMESSES POUR MOI </a:t>
            </a:r>
          </a:p>
          <a:p>
            <a:pPr>
              <a:defRPr/>
            </a:pPr>
            <a:r>
              <a:rPr lang="fr-FR" smtClean="0"/>
              <a:t>      your promises for me   
</a:t>
            </a:r>
          </a:p>
          <a:p>
            <a:pPr>
              <a:defRPr/>
            </a:pPr>
            <a:r>
              <a:rPr lang="fr-FR" smtClean="0"/>
              <a:t>	12-  TES VOIES DÉPASSENT MES VOIES TES PENSÉES PLUS GRANDES QUE MOI </a:t>
            </a:r>
          </a:p>
          <a:p>
            <a:pPr>
              <a:defRPr/>
            </a:pPr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pPr>
              <a:defRPr/>
            </a:pPr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pPr>
              <a:defRPr/>
            </a:pPr>
            <a:r>
              <a:rPr lang="fr-FR" smtClean="0"/>
              <a:t>        i can see the light and it’s taking me higher
17-  ELLE M’EMMÈNE PLUS HAUT</a:t>
            </a:r>
          </a:p>
          <a:p>
            <a:pPr>
              <a:defRPr/>
            </a:pPr>
            <a:r>
              <a:rPr lang="fr-FR" smtClean="0"/>
              <a:t>        it’s taking me higher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18-  OUVRE LES CIEUX SUR MOI MONTRE-MOI</a:t>
            </a:r>
          </a:p>
          <a:p>
            <a:pPr>
              <a:defRPr/>
            </a:pPr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   the way that you set before me i can hear the sound and
	20-  QUI NOUS EMMÈNE PLUS HAUT </a:t>
            </a:r>
          </a:p>
          <a:p>
            <a:pPr>
              <a:defRPr/>
            </a:pPr>
            <a:r>
              <a:rPr lang="fr-FR" smtClean="0"/>
              <a:t>                           it’s taking us higher
	21-  IL NOUS EMMÈNE PLUS HAUT IL NOUS EMMÈNE PLUS HAUT </a:t>
            </a:r>
          </a:p>
          <a:p>
            <a:pPr>
              <a:defRPr/>
            </a:pPr>
            <a:r>
              <a:rPr lang="fr-FR" smtClean="0"/>
              <a:t>                            it’s taking us higher</a:t>
            </a:r>
          </a:p>
          <a:p>
            <a:pPr>
              <a:defRPr/>
            </a:pPr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pPr>
              <a:defRPr/>
            </a:pPr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pPr>
              <a:defRPr/>
            </a:pPr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pPr>
              <a:defRPr/>
            </a:pPr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pPr>
              <a:defRPr/>
            </a:pPr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pPr>
              <a:defRPr/>
            </a:pPr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  <p:sp>
        <p:nvSpPr>
          <p:cNvPr id="778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OUVRE LES CIEUX SUR MOI UNE PORTE OUVERTE SE TIENT DEVANT MOI</a:t>
            </a:r>
          </a:p>
          <a:p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r>
              <a:rPr lang="fr-FR" smtClean="0"/>
              <a:t>      i can see the light and it’s taking me higher
3-  ELLE M’EMMÈNE PLUS HAUT</a:t>
            </a:r>
          </a:p>
          <a:p>
            <a:r>
              <a:rPr lang="fr-FR" smtClean="0"/>
              <a:t>      it’s taking me higher</a:t>
            </a:r>
          </a:p>
          <a:p>
            <a:r>
              <a:rPr lang="fr-FR" smtClean="0"/>
              <a:t>    </a:t>
            </a:r>
          </a:p>
          <a:p>
            <a:r>
              <a:rPr lang="fr-FR" smtClean="0"/>
              <a:t>	4-  OUVRE LES CIEUX SUR MOI MONTRE-MOI</a:t>
            </a:r>
          </a:p>
          <a:p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r>
              <a:rPr lang="fr-FR" smtClean="0"/>
              <a:t>                        the way that you set before me i can hear the sound 
	6-  ET IL M’EMMÈNE PLUS HAUT </a:t>
            </a:r>
          </a:p>
          <a:p>
            <a:r>
              <a:rPr lang="fr-FR" smtClean="0"/>
              <a:t>                         and it’s taking me higher
	7-  IL M’EMMÈNE PLUS HAUT IL M’EMMÈNE PLUS HAUT </a:t>
            </a:r>
          </a:p>
          <a:p>
            <a:r>
              <a:rPr lang="fr-FR" smtClean="0"/>
              <a:t>                         its taking me higher
	8-  IL M’EMMÈNE PLUS HAUT </a:t>
            </a:r>
          </a:p>
          <a:p>
            <a:r>
              <a:rPr lang="fr-FR" smtClean="0"/>
              <a:t>                         its taking me higher</a:t>
            </a:r>
          </a:p>
          <a:p>
            <a:r>
              <a:rPr lang="fr-FR" smtClean="0"/>
              <a:t>   </a:t>
            </a:r>
          </a:p>
          <a:p>
            <a:r>
              <a:rPr lang="fr-FR" smtClean="0"/>
              <a:t>9-  TU ME DONNES L’AMOUR INFINI ET TOUT CE DONT J’AI BESOIN ICI </a:t>
            </a:r>
          </a:p>
          <a:p>
            <a:r>
              <a:rPr lang="fr-FR" smtClean="0"/>
              <a:t>     you've given me love unfailing you've given me everything i need</a:t>
            </a:r>
          </a:p>
          <a:p>
            <a:r>
              <a:rPr lang="fr-FR" smtClean="0"/>
              <a:t> 10-  TU ME DONNES TA FAVEUR ET AUSSI JE PEUX VOIR ET J’ENTENDS </a:t>
            </a:r>
          </a:p>
          <a:p>
            <a:r>
              <a:rPr lang="fr-FR" smtClean="0"/>
              <a:t>      you've given me favor given me eyes to see, ears to hear</a:t>
            </a:r>
          </a:p>
          <a:p>
            <a:r>
              <a:rPr lang="fr-FR" smtClean="0"/>
              <a:t> 11-  TES PROMESSES POUR MOI </a:t>
            </a:r>
          </a:p>
          <a:p>
            <a:r>
              <a:rPr lang="fr-FR" smtClean="0"/>
              <a:t>      your promises for me   
</a:t>
            </a:r>
          </a:p>
          <a:p>
            <a:r>
              <a:rPr lang="fr-FR" smtClean="0"/>
              <a:t>	12-  TES VOIES DÉPASSENT MES VOIES TES PENSÉES PLUS GRANDES QUE MOI </a:t>
            </a:r>
          </a:p>
          <a:p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endParaRPr lang="fr-FR" smtClean="0"/>
          </a:p>
          <a:p>
            <a:r>
              <a:rPr lang="fr-FR" smtClean="0"/>
              <a:t>15-  OUVRE LES CIEUX SUR MOI UNE PORTE OUVERTE SE TIENT DEVANT MOI</a:t>
            </a:r>
          </a:p>
          <a:p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r>
              <a:rPr lang="fr-FR" smtClean="0"/>
              <a:t>        i can see the light and it’s taking me higher
17-  ELLE M’EMMÈNE PLUS HAUT</a:t>
            </a:r>
          </a:p>
          <a:p>
            <a:r>
              <a:rPr lang="fr-FR" smtClean="0"/>
              <a:t>        it’s taking me higher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18-  OUVRE LES CIEUX SUR MOI MONTRE-MOI</a:t>
            </a:r>
          </a:p>
          <a:p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r>
              <a:rPr lang="fr-FR" smtClean="0"/>
              <a:t>                           the way that you set before me i can hear the sound and
	20-  QUI NOUS EMMÈNE PLUS HAUT </a:t>
            </a:r>
          </a:p>
          <a:p>
            <a:r>
              <a:rPr lang="fr-FR" smtClean="0"/>
              <a:t>                           it’s taking us higher
	21-  IL NOUS EMMÈNE PLUS HAUT IL NOUS EMMÈNE PLUS HAUT </a:t>
            </a:r>
          </a:p>
          <a:p>
            <a:r>
              <a:rPr lang="fr-FR" smtClean="0"/>
              <a:t>                            it’s taking us higher</a:t>
            </a:r>
          </a:p>
          <a:p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pPr>
              <a:defRPr/>
            </a:pPr>
            <a:r>
              <a:rPr lang="fr-FR" smtClean="0"/>
              <a:t>      i can see the light and it’s taking me higher
3-  ELLE M’EMMÈNE PLUS HAUT</a:t>
            </a:r>
          </a:p>
          <a:p>
            <a:pPr>
              <a:defRPr/>
            </a:pPr>
            <a:r>
              <a:rPr lang="fr-FR" smtClean="0"/>
              <a:t>      it’s taking me higher</a:t>
            </a:r>
          </a:p>
          <a:p>
            <a:pPr>
              <a:defRPr/>
            </a:pPr>
            <a:r>
              <a:rPr lang="fr-FR" smtClean="0"/>
              <a:t>    </a:t>
            </a:r>
          </a:p>
          <a:p>
            <a:pPr>
              <a:defRPr/>
            </a:pPr>
            <a:r>
              <a:rPr lang="fr-FR" smtClean="0"/>
              <a:t>	4-  OUVRE LES CIEUX SUR MOI MONTRE-MOI</a:t>
            </a:r>
          </a:p>
          <a:p>
            <a:pPr>
              <a:defRPr/>
            </a:pPr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the way that you set before me i can hear the sound 
	6-  ET IL M’EMMÈNE PLUS HAUT </a:t>
            </a:r>
          </a:p>
          <a:p>
            <a:pPr>
              <a:defRPr/>
            </a:pPr>
            <a:r>
              <a:rPr lang="fr-FR" smtClean="0"/>
              <a:t>                         and it’s taking me higher
	7-  IL M’EMMÈNE PLUS HAUT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
	8- 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</a:t>
            </a:r>
          </a:p>
          <a:p>
            <a:pPr>
              <a:defRPr/>
            </a:pPr>
            <a:r>
              <a:rPr lang="fr-FR" smtClean="0"/>
              <a:t>   </a:t>
            </a:r>
          </a:p>
          <a:p>
            <a:pPr>
              <a:defRPr/>
            </a:pPr>
            <a:r>
              <a:rPr lang="fr-FR" smtClean="0"/>
              <a:t>9-  TU ME DONNES L’AMOUR INFINI ET TOUT CE DONT J’AI BESOIN ICI </a:t>
            </a:r>
          </a:p>
          <a:p>
            <a:pPr>
              <a:defRPr/>
            </a:pPr>
            <a:r>
              <a:rPr lang="fr-FR" smtClean="0"/>
              <a:t>     you've given me love unfailing you've given me everything i need</a:t>
            </a:r>
          </a:p>
          <a:p>
            <a:pPr>
              <a:defRPr/>
            </a:pPr>
            <a:r>
              <a:rPr lang="fr-FR" smtClean="0"/>
              <a:t> 10-  TU ME DONNES TA FAVEUR ET AUSSI JE PEUX VOIR ET J’ENTENDS </a:t>
            </a:r>
          </a:p>
          <a:p>
            <a:pPr>
              <a:defRPr/>
            </a:pPr>
            <a:r>
              <a:rPr lang="fr-FR" smtClean="0"/>
              <a:t>      you've given me favor given me eyes to see, ears to hear</a:t>
            </a:r>
          </a:p>
          <a:p>
            <a:pPr>
              <a:defRPr/>
            </a:pPr>
            <a:r>
              <a:rPr lang="fr-FR" smtClean="0"/>
              <a:t> 11-  TES PROMESSES POUR MOI </a:t>
            </a:r>
          </a:p>
          <a:p>
            <a:pPr>
              <a:defRPr/>
            </a:pPr>
            <a:r>
              <a:rPr lang="fr-FR" smtClean="0"/>
              <a:t>      your promises for me   
</a:t>
            </a:r>
          </a:p>
          <a:p>
            <a:pPr>
              <a:defRPr/>
            </a:pPr>
            <a:r>
              <a:rPr lang="fr-FR" smtClean="0"/>
              <a:t>	12-  TES VOIES DÉPASSENT MES VOIES TES PENSÉES PLUS GRANDES QUE MOI </a:t>
            </a:r>
          </a:p>
          <a:p>
            <a:pPr>
              <a:defRPr/>
            </a:pPr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pPr>
              <a:defRPr/>
            </a:pPr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pPr>
              <a:defRPr/>
            </a:pPr>
            <a:r>
              <a:rPr lang="fr-FR" smtClean="0"/>
              <a:t>        i can see the light and it’s taking me higher
17-  ELLE M’EMMÈNE PLUS HAUT</a:t>
            </a:r>
          </a:p>
          <a:p>
            <a:pPr>
              <a:defRPr/>
            </a:pPr>
            <a:r>
              <a:rPr lang="fr-FR" smtClean="0"/>
              <a:t>        it’s taking me higher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18-  OUVRE LES CIEUX SUR MOI MONTRE-MOI</a:t>
            </a:r>
          </a:p>
          <a:p>
            <a:pPr>
              <a:defRPr/>
            </a:pPr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   the way that you set before me i can hear the sound and
	20-  QUI NOUS EMMÈNE PLUS HAUT </a:t>
            </a:r>
          </a:p>
          <a:p>
            <a:pPr>
              <a:defRPr/>
            </a:pPr>
            <a:r>
              <a:rPr lang="fr-FR" smtClean="0"/>
              <a:t>                           it’s taking us higher
	21-  IL NOUS EMMÈNE PLUS HAUT IL NOUS EMMÈNE PLUS HAUT </a:t>
            </a:r>
          </a:p>
          <a:p>
            <a:pPr>
              <a:defRPr/>
            </a:pPr>
            <a:r>
              <a:rPr lang="fr-FR" smtClean="0"/>
              <a:t>                            it’s taking us higher</a:t>
            </a:r>
          </a:p>
          <a:p>
            <a:pPr>
              <a:defRPr/>
            </a:pPr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pPr>
              <a:defRPr/>
            </a:pPr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pPr>
              <a:defRPr/>
            </a:pPr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pPr>
              <a:defRPr/>
            </a:pPr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pPr>
              <a:defRPr/>
            </a:pPr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pPr>
              <a:defRPr/>
            </a:pPr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  <p:sp>
        <p:nvSpPr>
          <p:cNvPr id="788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OUVRE LES CIEUX SUR MOI UNE PORTE OUVERTE SE TIENT DEVANT MOI</a:t>
            </a:r>
          </a:p>
          <a:p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r>
              <a:rPr lang="fr-FR" smtClean="0"/>
              <a:t>      i can see the light and it’s taking me higher
3-  ELLE M’EMMÈNE PLUS HAUT</a:t>
            </a:r>
          </a:p>
          <a:p>
            <a:r>
              <a:rPr lang="fr-FR" smtClean="0"/>
              <a:t>      it’s taking me higher</a:t>
            </a:r>
          </a:p>
          <a:p>
            <a:r>
              <a:rPr lang="fr-FR" smtClean="0"/>
              <a:t>    </a:t>
            </a:r>
          </a:p>
          <a:p>
            <a:r>
              <a:rPr lang="fr-FR" smtClean="0"/>
              <a:t>	4-  OUVRE LES CIEUX SUR MOI MONTRE-MOI</a:t>
            </a:r>
          </a:p>
          <a:p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r>
              <a:rPr lang="fr-FR" smtClean="0"/>
              <a:t>                        the way that you set before me i can hear the sound 
	6-  ET IL M’EMMÈNE PLUS HAUT </a:t>
            </a:r>
          </a:p>
          <a:p>
            <a:r>
              <a:rPr lang="fr-FR" smtClean="0"/>
              <a:t>                         and it’s taking me higher
	7-  IL M’EMMÈNE PLUS HAUT IL M’EMMÈNE PLUS HAUT </a:t>
            </a:r>
          </a:p>
          <a:p>
            <a:r>
              <a:rPr lang="fr-FR" smtClean="0"/>
              <a:t>                         its taking me higher
	8-  IL M’EMMÈNE PLUS HAUT </a:t>
            </a:r>
          </a:p>
          <a:p>
            <a:r>
              <a:rPr lang="fr-FR" smtClean="0"/>
              <a:t>                         its taking me higher</a:t>
            </a:r>
          </a:p>
          <a:p>
            <a:r>
              <a:rPr lang="fr-FR" smtClean="0"/>
              <a:t>   </a:t>
            </a:r>
          </a:p>
          <a:p>
            <a:r>
              <a:rPr lang="fr-FR" smtClean="0"/>
              <a:t>9-  TU ME DONNES L’AMOUR INFINI ET TOUT CE DONT J’AI BESOIN ICI </a:t>
            </a:r>
          </a:p>
          <a:p>
            <a:r>
              <a:rPr lang="fr-FR" smtClean="0"/>
              <a:t>     you've given me love unfailing you've given me everything i need</a:t>
            </a:r>
          </a:p>
          <a:p>
            <a:r>
              <a:rPr lang="fr-FR" smtClean="0"/>
              <a:t> 10-  TU ME DONNES TA FAVEUR ET AUSSI JE PEUX VOIR ET J’ENTENDS </a:t>
            </a:r>
          </a:p>
          <a:p>
            <a:r>
              <a:rPr lang="fr-FR" smtClean="0"/>
              <a:t>      you've given me favor given me eyes to see, ears to hear</a:t>
            </a:r>
          </a:p>
          <a:p>
            <a:r>
              <a:rPr lang="fr-FR" smtClean="0"/>
              <a:t> 11-  TES PROMESSES POUR MOI </a:t>
            </a:r>
          </a:p>
          <a:p>
            <a:r>
              <a:rPr lang="fr-FR" smtClean="0"/>
              <a:t>      your promises for me   
</a:t>
            </a:r>
          </a:p>
          <a:p>
            <a:r>
              <a:rPr lang="fr-FR" smtClean="0"/>
              <a:t>	12-  TES VOIES DÉPASSENT MES VOIES TES PENSÉES PLUS GRANDES QUE MOI </a:t>
            </a:r>
          </a:p>
          <a:p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endParaRPr lang="fr-FR" smtClean="0"/>
          </a:p>
          <a:p>
            <a:r>
              <a:rPr lang="fr-FR" smtClean="0"/>
              <a:t>15-  OUVRE LES CIEUX SUR MOI UNE PORTE OUVERTE SE TIENT DEVANT MOI</a:t>
            </a:r>
          </a:p>
          <a:p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r>
              <a:rPr lang="fr-FR" smtClean="0"/>
              <a:t>        i can see the light and it’s taking me higher
17-  ELLE M’EMMÈNE PLUS HAUT</a:t>
            </a:r>
          </a:p>
          <a:p>
            <a:r>
              <a:rPr lang="fr-FR" smtClean="0"/>
              <a:t>        it’s taking me higher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18-  OUVRE LES CIEUX SUR MOI MONTRE-MOI</a:t>
            </a:r>
          </a:p>
          <a:p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r>
              <a:rPr lang="fr-FR" smtClean="0"/>
              <a:t>                           the way that you set before me i can hear the sound and
	20-  QUI NOUS EMMÈNE PLUS HAUT </a:t>
            </a:r>
          </a:p>
          <a:p>
            <a:r>
              <a:rPr lang="fr-FR" smtClean="0"/>
              <a:t>                           it’s taking us higher
	21-  IL NOUS EMMÈNE PLUS HAUT IL NOUS EMMÈNE PLUS HAUT </a:t>
            </a:r>
          </a:p>
          <a:p>
            <a:r>
              <a:rPr lang="fr-FR" smtClean="0"/>
              <a:t>                            it’s taking us higher</a:t>
            </a:r>
          </a:p>
          <a:p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pPr>
              <a:defRPr/>
            </a:pPr>
            <a:r>
              <a:rPr lang="fr-FR" smtClean="0"/>
              <a:t>      i can see the light and it’s taking me higher
3-  ELLE M’EMMÈNE PLUS HAUT</a:t>
            </a:r>
          </a:p>
          <a:p>
            <a:pPr>
              <a:defRPr/>
            </a:pPr>
            <a:r>
              <a:rPr lang="fr-FR" smtClean="0"/>
              <a:t>      it’s taking me higher</a:t>
            </a:r>
          </a:p>
          <a:p>
            <a:pPr>
              <a:defRPr/>
            </a:pPr>
            <a:r>
              <a:rPr lang="fr-FR" smtClean="0"/>
              <a:t>    </a:t>
            </a:r>
          </a:p>
          <a:p>
            <a:pPr>
              <a:defRPr/>
            </a:pPr>
            <a:r>
              <a:rPr lang="fr-FR" smtClean="0"/>
              <a:t>	4-  OUVRE LES CIEUX SUR MOI MONTRE-MOI</a:t>
            </a:r>
          </a:p>
          <a:p>
            <a:pPr>
              <a:defRPr/>
            </a:pPr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the way that you set before me i can hear the sound 
	6-  ET IL M’EMMÈNE PLUS HAUT </a:t>
            </a:r>
          </a:p>
          <a:p>
            <a:pPr>
              <a:defRPr/>
            </a:pPr>
            <a:r>
              <a:rPr lang="fr-FR" smtClean="0"/>
              <a:t>                         and it’s taking me higher
	7-  IL M’EMMÈNE PLUS HAUT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
	8- 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</a:t>
            </a:r>
          </a:p>
          <a:p>
            <a:pPr>
              <a:defRPr/>
            </a:pPr>
            <a:r>
              <a:rPr lang="fr-FR" smtClean="0"/>
              <a:t>   </a:t>
            </a:r>
          </a:p>
          <a:p>
            <a:pPr>
              <a:defRPr/>
            </a:pPr>
            <a:r>
              <a:rPr lang="fr-FR" smtClean="0"/>
              <a:t>9-  TU ME DONNES L’AMOUR INFINI ET TOUT CE DONT J’AI BESOIN ICI </a:t>
            </a:r>
          </a:p>
          <a:p>
            <a:pPr>
              <a:defRPr/>
            </a:pPr>
            <a:r>
              <a:rPr lang="fr-FR" smtClean="0"/>
              <a:t>     you've given me love unfailing you've given me everything i need</a:t>
            </a:r>
          </a:p>
          <a:p>
            <a:pPr>
              <a:defRPr/>
            </a:pPr>
            <a:r>
              <a:rPr lang="fr-FR" smtClean="0"/>
              <a:t> 10-  TU ME DONNES TA FAVEUR ET AUSSI JE PEUX VOIR ET J’ENTENDS </a:t>
            </a:r>
          </a:p>
          <a:p>
            <a:pPr>
              <a:defRPr/>
            </a:pPr>
            <a:r>
              <a:rPr lang="fr-FR" smtClean="0"/>
              <a:t>      you've given me favor given me eyes to see, ears to hear</a:t>
            </a:r>
          </a:p>
          <a:p>
            <a:pPr>
              <a:defRPr/>
            </a:pPr>
            <a:r>
              <a:rPr lang="fr-FR" smtClean="0"/>
              <a:t> 11-  TES PROMESSES POUR MOI </a:t>
            </a:r>
          </a:p>
          <a:p>
            <a:pPr>
              <a:defRPr/>
            </a:pPr>
            <a:r>
              <a:rPr lang="fr-FR" smtClean="0"/>
              <a:t>      your promises for me   
</a:t>
            </a:r>
          </a:p>
          <a:p>
            <a:pPr>
              <a:defRPr/>
            </a:pPr>
            <a:r>
              <a:rPr lang="fr-FR" smtClean="0"/>
              <a:t>	12-  TES VOIES DÉPASSENT MES VOIES TES PENSÉES PLUS GRANDES QUE MOI </a:t>
            </a:r>
          </a:p>
          <a:p>
            <a:pPr>
              <a:defRPr/>
            </a:pPr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pPr>
              <a:defRPr/>
            </a:pPr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pPr>
              <a:defRPr/>
            </a:pPr>
            <a:r>
              <a:rPr lang="fr-FR" smtClean="0"/>
              <a:t>        i can see the light and it’s taking me higher
17-  ELLE M’EMMÈNE PLUS HAUT</a:t>
            </a:r>
          </a:p>
          <a:p>
            <a:pPr>
              <a:defRPr/>
            </a:pPr>
            <a:r>
              <a:rPr lang="fr-FR" smtClean="0"/>
              <a:t>        it’s taking me higher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18-  OUVRE LES CIEUX SUR MOI MONTRE-MOI</a:t>
            </a:r>
          </a:p>
          <a:p>
            <a:pPr>
              <a:defRPr/>
            </a:pPr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   the way that you set before me i can hear the sound and
	20-  QUI NOUS EMMÈNE PLUS HAUT </a:t>
            </a:r>
          </a:p>
          <a:p>
            <a:pPr>
              <a:defRPr/>
            </a:pPr>
            <a:r>
              <a:rPr lang="fr-FR" smtClean="0"/>
              <a:t>                           it’s taking us higher
	21-  IL NOUS EMMÈNE PLUS HAUT IL NOUS EMMÈNE PLUS HAUT </a:t>
            </a:r>
          </a:p>
          <a:p>
            <a:pPr>
              <a:defRPr/>
            </a:pPr>
            <a:r>
              <a:rPr lang="fr-FR" smtClean="0"/>
              <a:t>                            it’s taking us higher</a:t>
            </a:r>
          </a:p>
          <a:p>
            <a:pPr>
              <a:defRPr/>
            </a:pPr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pPr>
              <a:defRPr/>
            </a:pPr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pPr>
              <a:defRPr/>
            </a:pPr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pPr>
              <a:defRPr/>
            </a:pPr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pPr>
              <a:defRPr/>
            </a:pPr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pPr>
              <a:defRPr/>
            </a:pPr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  <p:sp>
        <p:nvSpPr>
          <p:cNvPr id="798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OUVRE LES CIEUX SUR MOI UNE PORTE OUVERTE SE TIENT DEVANT MOI</a:t>
            </a:r>
          </a:p>
          <a:p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r>
              <a:rPr lang="fr-FR" smtClean="0"/>
              <a:t>      i can see the light and it’s taking me higher
3-  ELLE M’EMMÈNE PLUS HAUT</a:t>
            </a:r>
          </a:p>
          <a:p>
            <a:r>
              <a:rPr lang="fr-FR" smtClean="0"/>
              <a:t>      it’s taking me higher</a:t>
            </a:r>
          </a:p>
          <a:p>
            <a:r>
              <a:rPr lang="fr-FR" smtClean="0"/>
              <a:t>    </a:t>
            </a:r>
          </a:p>
          <a:p>
            <a:r>
              <a:rPr lang="fr-FR" smtClean="0"/>
              <a:t>	4-  OUVRE LES CIEUX SUR MOI MONTRE-MOI</a:t>
            </a:r>
          </a:p>
          <a:p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r>
              <a:rPr lang="fr-FR" smtClean="0"/>
              <a:t>                        the way that you set before me i can hear the sound 
	6-  ET IL M’EMMÈNE PLUS HAUT </a:t>
            </a:r>
          </a:p>
          <a:p>
            <a:r>
              <a:rPr lang="fr-FR" smtClean="0"/>
              <a:t>                         and it’s taking me higher
	7-  IL M’EMMÈNE PLUS HAUT IL M’EMMÈNE PLUS HAUT </a:t>
            </a:r>
          </a:p>
          <a:p>
            <a:r>
              <a:rPr lang="fr-FR" smtClean="0"/>
              <a:t>                         its taking me higher
	8-  IL M’EMMÈNE PLUS HAUT </a:t>
            </a:r>
          </a:p>
          <a:p>
            <a:r>
              <a:rPr lang="fr-FR" smtClean="0"/>
              <a:t>                         its taking me higher</a:t>
            </a:r>
          </a:p>
          <a:p>
            <a:r>
              <a:rPr lang="fr-FR" smtClean="0"/>
              <a:t>   </a:t>
            </a:r>
          </a:p>
          <a:p>
            <a:r>
              <a:rPr lang="fr-FR" smtClean="0"/>
              <a:t>9-  TU ME DONNES L’AMOUR INFINI ET TOUT CE DONT J’AI BESOIN ICI </a:t>
            </a:r>
          </a:p>
          <a:p>
            <a:r>
              <a:rPr lang="fr-FR" smtClean="0"/>
              <a:t>     you've given me love unfailing you've given me everything i need</a:t>
            </a:r>
          </a:p>
          <a:p>
            <a:r>
              <a:rPr lang="fr-FR" smtClean="0"/>
              <a:t> 10-  TU ME DONNES TA FAVEUR ET AUSSI JE PEUX VOIR ET J’ENTENDS </a:t>
            </a:r>
          </a:p>
          <a:p>
            <a:r>
              <a:rPr lang="fr-FR" smtClean="0"/>
              <a:t>      you've given me favor given me eyes to see, ears to hear</a:t>
            </a:r>
          </a:p>
          <a:p>
            <a:r>
              <a:rPr lang="fr-FR" smtClean="0"/>
              <a:t> 11-  TES PROMESSES POUR MOI </a:t>
            </a:r>
          </a:p>
          <a:p>
            <a:r>
              <a:rPr lang="fr-FR" smtClean="0"/>
              <a:t>      your promises for me   
</a:t>
            </a:r>
          </a:p>
          <a:p>
            <a:r>
              <a:rPr lang="fr-FR" smtClean="0"/>
              <a:t>	12-  TES VOIES DÉPASSENT MES VOIES TES PENSÉES PLUS GRANDES QUE MOI </a:t>
            </a:r>
          </a:p>
          <a:p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endParaRPr lang="fr-FR" smtClean="0"/>
          </a:p>
          <a:p>
            <a:r>
              <a:rPr lang="fr-FR" smtClean="0"/>
              <a:t>15-  OUVRE LES CIEUX SUR MOI UNE PORTE OUVERTE SE TIENT DEVANT MOI</a:t>
            </a:r>
          </a:p>
          <a:p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r>
              <a:rPr lang="fr-FR" smtClean="0"/>
              <a:t>        i can see the light and it’s taking me higher
17-  ELLE M’EMMÈNE PLUS HAUT</a:t>
            </a:r>
          </a:p>
          <a:p>
            <a:r>
              <a:rPr lang="fr-FR" smtClean="0"/>
              <a:t>        it’s taking me higher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18-  OUVRE LES CIEUX SUR MOI MONTRE-MOI</a:t>
            </a:r>
          </a:p>
          <a:p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r>
              <a:rPr lang="fr-FR" smtClean="0"/>
              <a:t>                           the way that you set before me i can hear the sound and
	20-  QUI NOUS EMMÈNE PLUS HAUT </a:t>
            </a:r>
          </a:p>
          <a:p>
            <a:r>
              <a:rPr lang="fr-FR" smtClean="0"/>
              <a:t>                           it’s taking us higher
	21-  IL NOUS EMMÈNE PLUS HAUT IL NOUS EMMÈNE PLUS HAUT </a:t>
            </a:r>
          </a:p>
          <a:p>
            <a:r>
              <a:rPr lang="fr-FR" smtClean="0"/>
              <a:t>                            it’s taking us higher</a:t>
            </a:r>
          </a:p>
          <a:p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pPr>
              <a:defRPr/>
            </a:pPr>
            <a:r>
              <a:rPr lang="fr-FR" smtClean="0"/>
              <a:t>      i can see the light and it’s taking me higher
3-  ELLE M’EMMÈNE PLUS HAUT</a:t>
            </a:r>
          </a:p>
          <a:p>
            <a:pPr>
              <a:defRPr/>
            </a:pPr>
            <a:r>
              <a:rPr lang="fr-FR" smtClean="0"/>
              <a:t>      it’s taking me higher</a:t>
            </a:r>
          </a:p>
          <a:p>
            <a:pPr>
              <a:defRPr/>
            </a:pPr>
            <a:r>
              <a:rPr lang="fr-FR" smtClean="0"/>
              <a:t>    </a:t>
            </a:r>
          </a:p>
          <a:p>
            <a:pPr>
              <a:defRPr/>
            </a:pPr>
            <a:r>
              <a:rPr lang="fr-FR" smtClean="0"/>
              <a:t>	4-  OUVRE LES CIEUX SUR MOI MONTRE-MOI</a:t>
            </a:r>
          </a:p>
          <a:p>
            <a:pPr>
              <a:defRPr/>
            </a:pPr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the way that you set before me i can hear the sound 
	6-  ET IL M’EMMÈNE PLUS HAUT </a:t>
            </a:r>
          </a:p>
          <a:p>
            <a:pPr>
              <a:defRPr/>
            </a:pPr>
            <a:r>
              <a:rPr lang="fr-FR" smtClean="0"/>
              <a:t>                         and it’s taking me higher
	7-  IL M’EMMÈNE PLUS HAUT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
	8- 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</a:t>
            </a:r>
          </a:p>
          <a:p>
            <a:pPr>
              <a:defRPr/>
            </a:pPr>
            <a:r>
              <a:rPr lang="fr-FR" smtClean="0"/>
              <a:t>   </a:t>
            </a:r>
          </a:p>
          <a:p>
            <a:pPr>
              <a:defRPr/>
            </a:pPr>
            <a:r>
              <a:rPr lang="fr-FR" smtClean="0"/>
              <a:t>9-  TU ME DONNES L’AMOUR INFINI ET TOUT CE DONT J’AI BESOIN ICI </a:t>
            </a:r>
          </a:p>
          <a:p>
            <a:pPr>
              <a:defRPr/>
            </a:pPr>
            <a:r>
              <a:rPr lang="fr-FR" smtClean="0"/>
              <a:t>     you've given me love unfailing you've given me everything i need</a:t>
            </a:r>
          </a:p>
          <a:p>
            <a:pPr>
              <a:defRPr/>
            </a:pPr>
            <a:r>
              <a:rPr lang="fr-FR" smtClean="0"/>
              <a:t> 10-  TU ME DONNES TA FAVEUR ET AUSSI JE PEUX VOIR ET J’ENTENDS </a:t>
            </a:r>
          </a:p>
          <a:p>
            <a:pPr>
              <a:defRPr/>
            </a:pPr>
            <a:r>
              <a:rPr lang="fr-FR" smtClean="0"/>
              <a:t>      you've given me favor given me eyes to see, ears to hear</a:t>
            </a:r>
          </a:p>
          <a:p>
            <a:pPr>
              <a:defRPr/>
            </a:pPr>
            <a:r>
              <a:rPr lang="fr-FR" smtClean="0"/>
              <a:t> 11-  TES PROMESSES POUR MOI </a:t>
            </a:r>
          </a:p>
          <a:p>
            <a:pPr>
              <a:defRPr/>
            </a:pPr>
            <a:r>
              <a:rPr lang="fr-FR" smtClean="0"/>
              <a:t>      your promises for me   
</a:t>
            </a:r>
          </a:p>
          <a:p>
            <a:pPr>
              <a:defRPr/>
            </a:pPr>
            <a:r>
              <a:rPr lang="fr-FR" smtClean="0"/>
              <a:t>	12-  TES VOIES DÉPASSENT MES VOIES TES PENSÉES PLUS GRANDES QUE MOI </a:t>
            </a:r>
          </a:p>
          <a:p>
            <a:pPr>
              <a:defRPr/>
            </a:pPr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pPr>
              <a:defRPr/>
            </a:pPr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pPr>
              <a:defRPr/>
            </a:pPr>
            <a:r>
              <a:rPr lang="fr-FR" smtClean="0"/>
              <a:t>        i can see the light and it’s taking me higher
17-  ELLE M’EMMÈNE PLUS HAUT</a:t>
            </a:r>
          </a:p>
          <a:p>
            <a:pPr>
              <a:defRPr/>
            </a:pPr>
            <a:r>
              <a:rPr lang="fr-FR" smtClean="0"/>
              <a:t>        it’s taking me higher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18-  OUVRE LES CIEUX SUR MOI MONTRE-MOI</a:t>
            </a:r>
          </a:p>
          <a:p>
            <a:pPr>
              <a:defRPr/>
            </a:pPr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   the way that you set before me i can hear the sound and
	20-  QUI NOUS EMMÈNE PLUS HAUT </a:t>
            </a:r>
          </a:p>
          <a:p>
            <a:pPr>
              <a:defRPr/>
            </a:pPr>
            <a:r>
              <a:rPr lang="fr-FR" smtClean="0"/>
              <a:t>                           it’s taking us higher
	21-  IL NOUS EMMÈNE PLUS HAUT IL NOUS EMMÈNE PLUS HAUT </a:t>
            </a:r>
          </a:p>
          <a:p>
            <a:pPr>
              <a:defRPr/>
            </a:pPr>
            <a:r>
              <a:rPr lang="fr-FR" smtClean="0"/>
              <a:t>                            it’s taking us higher</a:t>
            </a:r>
          </a:p>
          <a:p>
            <a:pPr>
              <a:defRPr/>
            </a:pPr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pPr>
              <a:defRPr/>
            </a:pPr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pPr>
              <a:defRPr/>
            </a:pPr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pPr>
              <a:defRPr/>
            </a:pPr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pPr>
              <a:defRPr/>
            </a:pPr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pPr>
              <a:defRPr/>
            </a:pPr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  <p:sp>
        <p:nvSpPr>
          <p:cNvPr id="809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OUVRE LES CIEUX SUR MOI UNE PORTE OUVERTE SE TIENT DEVANT MOI</a:t>
            </a:r>
          </a:p>
          <a:p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r>
              <a:rPr lang="fr-FR" smtClean="0"/>
              <a:t>      i can see the light and it’s taking me higher
3-  ELLE M’EMMÈNE PLUS HAUT</a:t>
            </a:r>
          </a:p>
          <a:p>
            <a:r>
              <a:rPr lang="fr-FR" smtClean="0"/>
              <a:t>      it’s taking me higher</a:t>
            </a:r>
          </a:p>
          <a:p>
            <a:r>
              <a:rPr lang="fr-FR" smtClean="0"/>
              <a:t>    </a:t>
            </a:r>
          </a:p>
          <a:p>
            <a:r>
              <a:rPr lang="fr-FR" smtClean="0"/>
              <a:t>	4-  OUVRE LES CIEUX SUR MOI MONTRE-MOI</a:t>
            </a:r>
          </a:p>
          <a:p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r>
              <a:rPr lang="fr-FR" smtClean="0"/>
              <a:t>                        the way that you set before me i can hear the sound 
	6-  ET IL M’EMMÈNE PLUS HAUT </a:t>
            </a:r>
          </a:p>
          <a:p>
            <a:r>
              <a:rPr lang="fr-FR" smtClean="0"/>
              <a:t>                         and it’s taking me higher
	7-  IL M’EMMÈNE PLUS HAUT IL M’EMMÈNE PLUS HAUT </a:t>
            </a:r>
          </a:p>
          <a:p>
            <a:r>
              <a:rPr lang="fr-FR" smtClean="0"/>
              <a:t>                         its taking me higher
	8-  IL M’EMMÈNE PLUS HAUT </a:t>
            </a:r>
          </a:p>
          <a:p>
            <a:r>
              <a:rPr lang="fr-FR" smtClean="0"/>
              <a:t>                         its taking me higher</a:t>
            </a:r>
          </a:p>
          <a:p>
            <a:r>
              <a:rPr lang="fr-FR" smtClean="0"/>
              <a:t>   </a:t>
            </a:r>
          </a:p>
          <a:p>
            <a:r>
              <a:rPr lang="fr-FR" smtClean="0"/>
              <a:t>9-  TU ME DONNES L’AMOUR INFINI ET TOUT CE DONT J’AI BESOIN ICI </a:t>
            </a:r>
          </a:p>
          <a:p>
            <a:r>
              <a:rPr lang="fr-FR" smtClean="0"/>
              <a:t>     you've given me love unfailing you've given me everything i need</a:t>
            </a:r>
          </a:p>
          <a:p>
            <a:r>
              <a:rPr lang="fr-FR" smtClean="0"/>
              <a:t> 10-  TU ME DONNES TA FAVEUR ET AUSSI JE PEUX VOIR ET J’ENTENDS </a:t>
            </a:r>
          </a:p>
          <a:p>
            <a:r>
              <a:rPr lang="fr-FR" smtClean="0"/>
              <a:t>      you've given me favor given me eyes to see, ears to hear</a:t>
            </a:r>
          </a:p>
          <a:p>
            <a:r>
              <a:rPr lang="fr-FR" smtClean="0"/>
              <a:t> 11-  TES PROMESSES POUR MOI </a:t>
            </a:r>
          </a:p>
          <a:p>
            <a:r>
              <a:rPr lang="fr-FR" smtClean="0"/>
              <a:t>      your promises for me   
</a:t>
            </a:r>
          </a:p>
          <a:p>
            <a:r>
              <a:rPr lang="fr-FR" smtClean="0"/>
              <a:t>	12-  TES VOIES DÉPASSENT MES VOIES TES PENSÉES PLUS GRANDES QUE MOI </a:t>
            </a:r>
          </a:p>
          <a:p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endParaRPr lang="fr-FR" smtClean="0"/>
          </a:p>
          <a:p>
            <a:r>
              <a:rPr lang="fr-FR" smtClean="0"/>
              <a:t>15-  OUVRE LES CIEUX SUR MOI UNE PORTE OUVERTE SE TIENT DEVANT MOI</a:t>
            </a:r>
          </a:p>
          <a:p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r>
              <a:rPr lang="fr-FR" smtClean="0"/>
              <a:t>        i can see the light and it’s taking me higher
17-  ELLE M’EMMÈNE PLUS HAUT</a:t>
            </a:r>
          </a:p>
          <a:p>
            <a:r>
              <a:rPr lang="fr-FR" smtClean="0"/>
              <a:t>        it’s taking me higher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18-  OUVRE LES CIEUX SUR MOI MONTRE-MOI</a:t>
            </a:r>
          </a:p>
          <a:p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r>
              <a:rPr lang="fr-FR" smtClean="0"/>
              <a:t>                           the way that you set before me i can hear the sound and
	20-  QUI NOUS EMMÈNE PLUS HAUT </a:t>
            </a:r>
          </a:p>
          <a:p>
            <a:r>
              <a:rPr lang="fr-FR" smtClean="0"/>
              <a:t>                           it’s taking us higher
	21-  IL NOUS EMMÈNE PLUS HAUT IL NOUS EMMÈNE PLUS HAUT </a:t>
            </a:r>
          </a:p>
          <a:p>
            <a:r>
              <a:rPr lang="fr-FR" smtClean="0"/>
              <a:t>                            it’s taking us higher</a:t>
            </a:r>
          </a:p>
          <a:p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pPr>
              <a:defRPr/>
            </a:pPr>
            <a:r>
              <a:rPr lang="fr-FR" smtClean="0"/>
              <a:t>      i can see the light and it’s taking me higher
3-  ELLE M’EMMÈNE PLUS HAUT</a:t>
            </a:r>
          </a:p>
          <a:p>
            <a:pPr>
              <a:defRPr/>
            </a:pPr>
            <a:r>
              <a:rPr lang="fr-FR" smtClean="0"/>
              <a:t>      it’s taking me higher</a:t>
            </a:r>
          </a:p>
          <a:p>
            <a:pPr>
              <a:defRPr/>
            </a:pPr>
            <a:r>
              <a:rPr lang="fr-FR" smtClean="0"/>
              <a:t>    </a:t>
            </a:r>
          </a:p>
          <a:p>
            <a:pPr>
              <a:defRPr/>
            </a:pPr>
            <a:r>
              <a:rPr lang="fr-FR" smtClean="0"/>
              <a:t>	4-  OUVRE LES CIEUX SUR MOI MONTRE-MOI</a:t>
            </a:r>
          </a:p>
          <a:p>
            <a:pPr>
              <a:defRPr/>
            </a:pPr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the way that you set before me i can hear the sound 
	6-  ET IL M’EMMÈNE PLUS HAUT </a:t>
            </a:r>
          </a:p>
          <a:p>
            <a:pPr>
              <a:defRPr/>
            </a:pPr>
            <a:r>
              <a:rPr lang="fr-FR" smtClean="0"/>
              <a:t>                         and it’s taking me higher
	7-  IL M’EMMÈNE PLUS HAUT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
	8- 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</a:t>
            </a:r>
          </a:p>
          <a:p>
            <a:pPr>
              <a:defRPr/>
            </a:pPr>
            <a:r>
              <a:rPr lang="fr-FR" smtClean="0"/>
              <a:t>   </a:t>
            </a:r>
          </a:p>
          <a:p>
            <a:pPr>
              <a:defRPr/>
            </a:pPr>
            <a:r>
              <a:rPr lang="fr-FR" smtClean="0"/>
              <a:t>9-  TU ME DONNES L’AMOUR INFINI ET TOUT CE DONT J’AI BESOIN ICI </a:t>
            </a:r>
          </a:p>
          <a:p>
            <a:pPr>
              <a:defRPr/>
            </a:pPr>
            <a:r>
              <a:rPr lang="fr-FR" smtClean="0"/>
              <a:t>     you've given me love unfailing you've given me everything i need</a:t>
            </a:r>
          </a:p>
          <a:p>
            <a:pPr>
              <a:defRPr/>
            </a:pPr>
            <a:r>
              <a:rPr lang="fr-FR" smtClean="0"/>
              <a:t> 10-  TU ME DONNES TA FAVEUR ET AUSSI JE PEUX VOIR ET J’ENTENDS </a:t>
            </a:r>
          </a:p>
          <a:p>
            <a:pPr>
              <a:defRPr/>
            </a:pPr>
            <a:r>
              <a:rPr lang="fr-FR" smtClean="0"/>
              <a:t>      you've given me favor given me eyes to see, ears to hear</a:t>
            </a:r>
          </a:p>
          <a:p>
            <a:pPr>
              <a:defRPr/>
            </a:pPr>
            <a:r>
              <a:rPr lang="fr-FR" smtClean="0"/>
              <a:t> 11-  TES PROMESSES POUR MOI </a:t>
            </a:r>
          </a:p>
          <a:p>
            <a:pPr>
              <a:defRPr/>
            </a:pPr>
            <a:r>
              <a:rPr lang="fr-FR" smtClean="0"/>
              <a:t>      your promises for me   
</a:t>
            </a:r>
          </a:p>
          <a:p>
            <a:pPr>
              <a:defRPr/>
            </a:pPr>
            <a:r>
              <a:rPr lang="fr-FR" smtClean="0"/>
              <a:t>	12-  TES VOIES DÉPASSENT MES VOIES TES PENSÉES PLUS GRANDES QUE MOI </a:t>
            </a:r>
          </a:p>
          <a:p>
            <a:pPr>
              <a:defRPr/>
            </a:pPr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pPr>
              <a:defRPr/>
            </a:pPr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pPr>
              <a:defRPr/>
            </a:pPr>
            <a:r>
              <a:rPr lang="fr-FR" smtClean="0"/>
              <a:t>        i can see the light and it’s taking me higher
17-  ELLE M’EMMÈNE PLUS HAUT</a:t>
            </a:r>
          </a:p>
          <a:p>
            <a:pPr>
              <a:defRPr/>
            </a:pPr>
            <a:r>
              <a:rPr lang="fr-FR" smtClean="0"/>
              <a:t>        it’s taking me higher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18-  OUVRE LES CIEUX SUR MOI MONTRE-MOI</a:t>
            </a:r>
          </a:p>
          <a:p>
            <a:pPr>
              <a:defRPr/>
            </a:pPr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   the way that you set before me i can hear the sound and
	20-  QUI NOUS EMMÈNE PLUS HAUT </a:t>
            </a:r>
          </a:p>
          <a:p>
            <a:pPr>
              <a:defRPr/>
            </a:pPr>
            <a:r>
              <a:rPr lang="fr-FR" smtClean="0"/>
              <a:t>                           it’s taking us higher
	21-  IL NOUS EMMÈNE PLUS HAUT IL NOUS EMMÈNE PLUS HAUT </a:t>
            </a:r>
          </a:p>
          <a:p>
            <a:pPr>
              <a:defRPr/>
            </a:pPr>
            <a:r>
              <a:rPr lang="fr-FR" smtClean="0"/>
              <a:t>                            it’s taking us higher</a:t>
            </a:r>
          </a:p>
          <a:p>
            <a:pPr>
              <a:defRPr/>
            </a:pPr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pPr>
              <a:defRPr/>
            </a:pPr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pPr>
              <a:defRPr/>
            </a:pPr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pPr>
              <a:defRPr/>
            </a:pPr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pPr>
              <a:defRPr/>
            </a:pPr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pPr>
              <a:defRPr/>
            </a:pPr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  <p:sp>
        <p:nvSpPr>
          <p:cNvPr id="819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OUVRE LES CIEUX SUR MOI UNE PORTE OUVERTE SE TIENT DEVANT MOI</a:t>
            </a:r>
          </a:p>
          <a:p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r>
              <a:rPr lang="fr-FR" smtClean="0"/>
              <a:t>      i can see the light and it’s taking me higher
3-  ELLE M’EMMÈNE PLUS HAUT</a:t>
            </a:r>
          </a:p>
          <a:p>
            <a:r>
              <a:rPr lang="fr-FR" smtClean="0"/>
              <a:t>      it’s taking me higher</a:t>
            </a:r>
          </a:p>
          <a:p>
            <a:r>
              <a:rPr lang="fr-FR" smtClean="0"/>
              <a:t>    </a:t>
            </a:r>
          </a:p>
          <a:p>
            <a:r>
              <a:rPr lang="fr-FR" smtClean="0"/>
              <a:t>	4-  OUVRE LES CIEUX SUR MOI MONTRE-MOI</a:t>
            </a:r>
          </a:p>
          <a:p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r>
              <a:rPr lang="fr-FR" smtClean="0"/>
              <a:t>                        the way that you set before me i can hear the sound 
	6-  ET IL M’EMMÈNE PLUS HAUT </a:t>
            </a:r>
          </a:p>
          <a:p>
            <a:r>
              <a:rPr lang="fr-FR" smtClean="0"/>
              <a:t>                         and it’s taking me higher
	7-  IL M’EMMÈNE PLUS HAUT IL M’EMMÈNE PLUS HAUT </a:t>
            </a:r>
          </a:p>
          <a:p>
            <a:r>
              <a:rPr lang="fr-FR" smtClean="0"/>
              <a:t>                         its taking me higher
	8-  IL M’EMMÈNE PLUS HAUT </a:t>
            </a:r>
          </a:p>
          <a:p>
            <a:r>
              <a:rPr lang="fr-FR" smtClean="0"/>
              <a:t>                         its taking me higher</a:t>
            </a:r>
          </a:p>
          <a:p>
            <a:r>
              <a:rPr lang="fr-FR" smtClean="0"/>
              <a:t>   </a:t>
            </a:r>
          </a:p>
          <a:p>
            <a:r>
              <a:rPr lang="fr-FR" smtClean="0"/>
              <a:t>9-  TU ME DONNES L’AMOUR INFINI ET TOUT CE DONT J’AI BESOIN ICI </a:t>
            </a:r>
          </a:p>
          <a:p>
            <a:r>
              <a:rPr lang="fr-FR" smtClean="0"/>
              <a:t>     you've given me love unfailing you've given me everything i need</a:t>
            </a:r>
          </a:p>
          <a:p>
            <a:r>
              <a:rPr lang="fr-FR" smtClean="0"/>
              <a:t> 10-  TU ME DONNES TA FAVEUR ET AUSSI JE PEUX VOIR ET J’ENTENDS </a:t>
            </a:r>
          </a:p>
          <a:p>
            <a:r>
              <a:rPr lang="fr-FR" smtClean="0"/>
              <a:t>      you've given me favor given me eyes to see, ears to hear</a:t>
            </a:r>
          </a:p>
          <a:p>
            <a:r>
              <a:rPr lang="fr-FR" smtClean="0"/>
              <a:t> 11-  TES PROMESSES POUR MOI </a:t>
            </a:r>
          </a:p>
          <a:p>
            <a:r>
              <a:rPr lang="fr-FR" smtClean="0"/>
              <a:t>      your promises for me   
</a:t>
            </a:r>
          </a:p>
          <a:p>
            <a:r>
              <a:rPr lang="fr-FR" smtClean="0"/>
              <a:t>	12-  TES VOIES DÉPASSENT MES VOIES TES PENSÉES PLUS GRANDES QUE MOI </a:t>
            </a:r>
          </a:p>
          <a:p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endParaRPr lang="fr-FR" smtClean="0"/>
          </a:p>
          <a:p>
            <a:r>
              <a:rPr lang="fr-FR" smtClean="0"/>
              <a:t>15-  OUVRE LES CIEUX SUR MOI UNE PORTE OUVERTE SE TIENT DEVANT MOI</a:t>
            </a:r>
          </a:p>
          <a:p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r>
              <a:rPr lang="fr-FR" smtClean="0"/>
              <a:t>        i can see the light and it’s taking me higher
17-  ELLE M’EMMÈNE PLUS HAUT</a:t>
            </a:r>
          </a:p>
          <a:p>
            <a:r>
              <a:rPr lang="fr-FR" smtClean="0"/>
              <a:t>        it’s taking me higher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18-  OUVRE LES CIEUX SUR MOI MONTRE-MOI</a:t>
            </a:r>
          </a:p>
          <a:p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r>
              <a:rPr lang="fr-FR" smtClean="0"/>
              <a:t>                           the way that you set before me i can hear the sound and
	20-  QUI NOUS EMMÈNE PLUS HAUT </a:t>
            </a:r>
          </a:p>
          <a:p>
            <a:r>
              <a:rPr lang="fr-FR" smtClean="0"/>
              <a:t>                           it’s taking us higher
	21-  IL NOUS EMMÈNE PLUS HAUT IL NOUS EMMÈNE PLUS HAUT </a:t>
            </a:r>
          </a:p>
          <a:p>
            <a:r>
              <a:rPr lang="fr-FR" smtClean="0"/>
              <a:t>                            it’s taking us higher</a:t>
            </a:r>
          </a:p>
          <a:p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pPr>
              <a:defRPr/>
            </a:pPr>
            <a:r>
              <a:rPr lang="fr-FR" smtClean="0"/>
              <a:t>      i can see the light and it’s taking me higher
3-  ELLE M’EMMÈNE PLUS HAUT</a:t>
            </a:r>
          </a:p>
          <a:p>
            <a:pPr>
              <a:defRPr/>
            </a:pPr>
            <a:r>
              <a:rPr lang="fr-FR" smtClean="0"/>
              <a:t>      it’s taking me higher</a:t>
            </a:r>
          </a:p>
          <a:p>
            <a:pPr>
              <a:defRPr/>
            </a:pPr>
            <a:r>
              <a:rPr lang="fr-FR" smtClean="0"/>
              <a:t>    </a:t>
            </a:r>
          </a:p>
          <a:p>
            <a:pPr>
              <a:defRPr/>
            </a:pPr>
            <a:r>
              <a:rPr lang="fr-FR" smtClean="0"/>
              <a:t>	4-  OUVRE LES CIEUX SUR MOI MONTRE-MOI</a:t>
            </a:r>
          </a:p>
          <a:p>
            <a:pPr>
              <a:defRPr/>
            </a:pPr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the way that you set before me i can hear the sound 
	6-  ET IL M’EMMÈNE PLUS HAUT </a:t>
            </a:r>
          </a:p>
          <a:p>
            <a:pPr>
              <a:defRPr/>
            </a:pPr>
            <a:r>
              <a:rPr lang="fr-FR" smtClean="0"/>
              <a:t>                         and it’s taking me higher
	7-  IL M’EMMÈNE PLUS HAUT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
	8- 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</a:t>
            </a:r>
          </a:p>
          <a:p>
            <a:pPr>
              <a:defRPr/>
            </a:pPr>
            <a:r>
              <a:rPr lang="fr-FR" smtClean="0"/>
              <a:t>   </a:t>
            </a:r>
          </a:p>
          <a:p>
            <a:pPr>
              <a:defRPr/>
            </a:pPr>
            <a:r>
              <a:rPr lang="fr-FR" smtClean="0"/>
              <a:t>9-  TU ME DONNES L’AMOUR INFINI ET TOUT CE DONT J’AI BESOIN ICI </a:t>
            </a:r>
          </a:p>
          <a:p>
            <a:pPr>
              <a:defRPr/>
            </a:pPr>
            <a:r>
              <a:rPr lang="fr-FR" smtClean="0"/>
              <a:t>     you've given me love unfailing you've given me everything i need</a:t>
            </a:r>
          </a:p>
          <a:p>
            <a:pPr>
              <a:defRPr/>
            </a:pPr>
            <a:r>
              <a:rPr lang="fr-FR" smtClean="0"/>
              <a:t> 10-  TU ME DONNES TA FAVEUR ET AUSSI JE PEUX VOIR ET J’ENTENDS </a:t>
            </a:r>
          </a:p>
          <a:p>
            <a:pPr>
              <a:defRPr/>
            </a:pPr>
            <a:r>
              <a:rPr lang="fr-FR" smtClean="0"/>
              <a:t>      you've given me favor given me eyes to see, ears to hear</a:t>
            </a:r>
          </a:p>
          <a:p>
            <a:pPr>
              <a:defRPr/>
            </a:pPr>
            <a:r>
              <a:rPr lang="fr-FR" smtClean="0"/>
              <a:t> 11-  TES PROMESSES POUR MOI </a:t>
            </a:r>
          </a:p>
          <a:p>
            <a:pPr>
              <a:defRPr/>
            </a:pPr>
            <a:r>
              <a:rPr lang="fr-FR" smtClean="0"/>
              <a:t>      your promises for me   
</a:t>
            </a:r>
          </a:p>
          <a:p>
            <a:pPr>
              <a:defRPr/>
            </a:pPr>
            <a:r>
              <a:rPr lang="fr-FR" smtClean="0"/>
              <a:t>	12-  TES VOIES DÉPASSENT MES VOIES TES PENSÉES PLUS GRANDES QUE MOI </a:t>
            </a:r>
          </a:p>
          <a:p>
            <a:pPr>
              <a:defRPr/>
            </a:pPr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pPr>
              <a:defRPr/>
            </a:pPr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pPr>
              <a:defRPr/>
            </a:pPr>
            <a:r>
              <a:rPr lang="fr-FR" smtClean="0"/>
              <a:t>        i can see the light and it’s taking me higher
17-  ELLE M’EMMÈNE PLUS HAUT</a:t>
            </a:r>
          </a:p>
          <a:p>
            <a:pPr>
              <a:defRPr/>
            </a:pPr>
            <a:r>
              <a:rPr lang="fr-FR" smtClean="0"/>
              <a:t>        it’s taking me higher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18-  OUVRE LES CIEUX SUR MOI MONTRE-MOI</a:t>
            </a:r>
          </a:p>
          <a:p>
            <a:pPr>
              <a:defRPr/>
            </a:pPr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   the way that you set before me i can hear the sound and
	20-  QUI NOUS EMMÈNE PLUS HAUT </a:t>
            </a:r>
          </a:p>
          <a:p>
            <a:pPr>
              <a:defRPr/>
            </a:pPr>
            <a:r>
              <a:rPr lang="fr-FR" smtClean="0"/>
              <a:t>                           it’s taking us higher
	21-  IL NOUS EMMÈNE PLUS HAUT IL NOUS EMMÈNE PLUS HAUT </a:t>
            </a:r>
          </a:p>
          <a:p>
            <a:pPr>
              <a:defRPr/>
            </a:pPr>
            <a:r>
              <a:rPr lang="fr-FR" smtClean="0"/>
              <a:t>                            it’s taking us higher</a:t>
            </a:r>
          </a:p>
          <a:p>
            <a:pPr>
              <a:defRPr/>
            </a:pPr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pPr>
              <a:defRPr/>
            </a:pPr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pPr>
              <a:defRPr/>
            </a:pPr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pPr>
              <a:defRPr/>
            </a:pPr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pPr>
              <a:defRPr/>
            </a:pPr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pPr>
              <a:defRPr/>
            </a:pPr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  <p:sp>
        <p:nvSpPr>
          <p:cNvPr id="829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OUVRE LES CIEUX SUR MOI UNE PORTE OUVERTE SE TIENT DEVANT MOI</a:t>
            </a:r>
          </a:p>
          <a:p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r>
              <a:rPr lang="fr-FR" smtClean="0"/>
              <a:t>      i can see the light and it’s taking me higher
3-  ELLE M’EMMÈNE PLUS HAUT</a:t>
            </a:r>
          </a:p>
          <a:p>
            <a:r>
              <a:rPr lang="fr-FR" smtClean="0"/>
              <a:t>      it’s taking me higher</a:t>
            </a:r>
          </a:p>
          <a:p>
            <a:r>
              <a:rPr lang="fr-FR" smtClean="0"/>
              <a:t>    </a:t>
            </a:r>
          </a:p>
          <a:p>
            <a:r>
              <a:rPr lang="fr-FR" smtClean="0"/>
              <a:t>	4-  OUVRE LES CIEUX SUR MOI MONTRE-MOI</a:t>
            </a:r>
          </a:p>
          <a:p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r>
              <a:rPr lang="fr-FR" smtClean="0"/>
              <a:t>                        the way that you set before me i can hear the sound 
	6-  ET IL M’EMMÈNE PLUS HAUT </a:t>
            </a:r>
          </a:p>
          <a:p>
            <a:r>
              <a:rPr lang="fr-FR" smtClean="0"/>
              <a:t>                         and it’s taking me higher
	7-  IL M’EMMÈNE PLUS HAUT IL M’EMMÈNE PLUS HAUT </a:t>
            </a:r>
          </a:p>
          <a:p>
            <a:r>
              <a:rPr lang="fr-FR" smtClean="0"/>
              <a:t>                         its taking me higher
	8-  IL M’EMMÈNE PLUS HAUT </a:t>
            </a:r>
          </a:p>
          <a:p>
            <a:r>
              <a:rPr lang="fr-FR" smtClean="0"/>
              <a:t>                         its taking me higher</a:t>
            </a:r>
          </a:p>
          <a:p>
            <a:r>
              <a:rPr lang="fr-FR" smtClean="0"/>
              <a:t>   </a:t>
            </a:r>
          </a:p>
          <a:p>
            <a:r>
              <a:rPr lang="fr-FR" smtClean="0"/>
              <a:t>9-  TU ME DONNES L’AMOUR INFINI ET TOUT CE DONT J’AI BESOIN ICI </a:t>
            </a:r>
          </a:p>
          <a:p>
            <a:r>
              <a:rPr lang="fr-FR" smtClean="0"/>
              <a:t>     you've given me love unfailing you've given me everything i need</a:t>
            </a:r>
          </a:p>
          <a:p>
            <a:r>
              <a:rPr lang="fr-FR" smtClean="0"/>
              <a:t> 10-  TU ME DONNES TA FAVEUR ET AUSSI JE PEUX VOIR ET J’ENTENDS </a:t>
            </a:r>
          </a:p>
          <a:p>
            <a:r>
              <a:rPr lang="fr-FR" smtClean="0"/>
              <a:t>      you've given me favor given me eyes to see, ears to hear</a:t>
            </a:r>
          </a:p>
          <a:p>
            <a:r>
              <a:rPr lang="fr-FR" smtClean="0"/>
              <a:t> 11-  TES PROMESSES POUR MOI </a:t>
            </a:r>
          </a:p>
          <a:p>
            <a:r>
              <a:rPr lang="fr-FR" smtClean="0"/>
              <a:t>      your promises for me   
</a:t>
            </a:r>
          </a:p>
          <a:p>
            <a:r>
              <a:rPr lang="fr-FR" smtClean="0"/>
              <a:t>	12-  TES VOIES DÉPASSENT MES VOIES TES PENSÉES PLUS GRANDES QUE MOI </a:t>
            </a:r>
          </a:p>
          <a:p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endParaRPr lang="fr-FR" smtClean="0"/>
          </a:p>
          <a:p>
            <a:r>
              <a:rPr lang="fr-FR" smtClean="0"/>
              <a:t>15-  OUVRE LES CIEUX SUR MOI UNE PORTE OUVERTE SE TIENT DEVANT MOI</a:t>
            </a:r>
          </a:p>
          <a:p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r>
              <a:rPr lang="fr-FR" smtClean="0"/>
              <a:t>        i can see the light and it’s taking me higher
17-  ELLE M’EMMÈNE PLUS HAUT</a:t>
            </a:r>
          </a:p>
          <a:p>
            <a:r>
              <a:rPr lang="fr-FR" smtClean="0"/>
              <a:t>        it’s taking me higher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18-  OUVRE LES CIEUX SUR MOI MONTRE-MOI</a:t>
            </a:r>
          </a:p>
          <a:p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r>
              <a:rPr lang="fr-FR" smtClean="0"/>
              <a:t>                           the way that you set before me i can hear the sound and
	20-  QUI NOUS EMMÈNE PLUS HAUT </a:t>
            </a:r>
          </a:p>
          <a:p>
            <a:r>
              <a:rPr lang="fr-FR" smtClean="0"/>
              <a:t>                           it’s taking us higher
	21-  IL NOUS EMMÈNE PLUS HAUT IL NOUS EMMÈNE PLUS HAUT </a:t>
            </a:r>
          </a:p>
          <a:p>
            <a:r>
              <a:rPr lang="fr-FR" smtClean="0"/>
              <a:t>                            it’s taking us higher</a:t>
            </a:r>
          </a:p>
          <a:p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pPr>
              <a:defRPr/>
            </a:pPr>
            <a:r>
              <a:rPr lang="fr-FR" smtClean="0"/>
              <a:t>      i can see the light and it’s taking me higher
3-  ELLE M’EMMÈNE PLUS HAUT</a:t>
            </a:r>
          </a:p>
          <a:p>
            <a:pPr>
              <a:defRPr/>
            </a:pPr>
            <a:r>
              <a:rPr lang="fr-FR" smtClean="0"/>
              <a:t>      it’s taking me higher</a:t>
            </a:r>
          </a:p>
          <a:p>
            <a:pPr>
              <a:defRPr/>
            </a:pPr>
            <a:r>
              <a:rPr lang="fr-FR" smtClean="0"/>
              <a:t>    </a:t>
            </a:r>
          </a:p>
          <a:p>
            <a:pPr>
              <a:defRPr/>
            </a:pPr>
            <a:r>
              <a:rPr lang="fr-FR" smtClean="0"/>
              <a:t>	4-  OUVRE LES CIEUX SUR MOI MONTRE-MOI</a:t>
            </a:r>
          </a:p>
          <a:p>
            <a:pPr>
              <a:defRPr/>
            </a:pPr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the way that you set before me i can hear the sound 
	6-  ET IL M’EMMÈNE PLUS HAUT </a:t>
            </a:r>
          </a:p>
          <a:p>
            <a:pPr>
              <a:defRPr/>
            </a:pPr>
            <a:r>
              <a:rPr lang="fr-FR" smtClean="0"/>
              <a:t>                         and it’s taking me higher
	7-  IL M’EMMÈNE PLUS HAUT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
	8- 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</a:t>
            </a:r>
          </a:p>
          <a:p>
            <a:pPr>
              <a:defRPr/>
            </a:pPr>
            <a:r>
              <a:rPr lang="fr-FR" smtClean="0"/>
              <a:t>   </a:t>
            </a:r>
          </a:p>
          <a:p>
            <a:pPr>
              <a:defRPr/>
            </a:pPr>
            <a:r>
              <a:rPr lang="fr-FR" smtClean="0"/>
              <a:t>9-  TU ME DONNES L’AMOUR INFINI ET TOUT CE DONT J’AI BESOIN ICI </a:t>
            </a:r>
          </a:p>
          <a:p>
            <a:pPr>
              <a:defRPr/>
            </a:pPr>
            <a:r>
              <a:rPr lang="fr-FR" smtClean="0"/>
              <a:t>     you've given me love unfailing you've given me everything i need</a:t>
            </a:r>
          </a:p>
          <a:p>
            <a:pPr>
              <a:defRPr/>
            </a:pPr>
            <a:r>
              <a:rPr lang="fr-FR" smtClean="0"/>
              <a:t> 10-  TU ME DONNES TA FAVEUR ET AUSSI JE PEUX VOIR ET J’ENTENDS </a:t>
            </a:r>
          </a:p>
          <a:p>
            <a:pPr>
              <a:defRPr/>
            </a:pPr>
            <a:r>
              <a:rPr lang="fr-FR" smtClean="0"/>
              <a:t>      you've given me favor given me eyes to see, ears to hear</a:t>
            </a:r>
          </a:p>
          <a:p>
            <a:pPr>
              <a:defRPr/>
            </a:pPr>
            <a:r>
              <a:rPr lang="fr-FR" smtClean="0"/>
              <a:t> 11-  TES PROMESSES POUR MOI </a:t>
            </a:r>
          </a:p>
          <a:p>
            <a:pPr>
              <a:defRPr/>
            </a:pPr>
            <a:r>
              <a:rPr lang="fr-FR" smtClean="0"/>
              <a:t>      your promises for me   
</a:t>
            </a:r>
          </a:p>
          <a:p>
            <a:pPr>
              <a:defRPr/>
            </a:pPr>
            <a:r>
              <a:rPr lang="fr-FR" smtClean="0"/>
              <a:t>	12-  TES VOIES DÉPASSENT MES VOIES TES PENSÉES PLUS GRANDES QUE MOI </a:t>
            </a:r>
          </a:p>
          <a:p>
            <a:pPr>
              <a:defRPr/>
            </a:pPr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pPr>
              <a:defRPr/>
            </a:pPr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pPr>
              <a:defRPr/>
            </a:pPr>
            <a:r>
              <a:rPr lang="fr-FR" smtClean="0"/>
              <a:t>        i can see the light and it’s taking me higher
17-  ELLE M’EMMÈNE PLUS HAUT</a:t>
            </a:r>
          </a:p>
          <a:p>
            <a:pPr>
              <a:defRPr/>
            </a:pPr>
            <a:r>
              <a:rPr lang="fr-FR" smtClean="0"/>
              <a:t>        it’s taking me higher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18-  OUVRE LES CIEUX SUR MOI MONTRE-MOI</a:t>
            </a:r>
          </a:p>
          <a:p>
            <a:pPr>
              <a:defRPr/>
            </a:pPr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   the way that you set before me i can hear the sound and
	20-  QUI NOUS EMMÈNE PLUS HAUT </a:t>
            </a:r>
          </a:p>
          <a:p>
            <a:pPr>
              <a:defRPr/>
            </a:pPr>
            <a:r>
              <a:rPr lang="fr-FR" smtClean="0"/>
              <a:t>                           it’s taking us higher
	21-  IL NOUS EMMÈNE PLUS HAUT IL NOUS EMMÈNE PLUS HAUT </a:t>
            </a:r>
          </a:p>
          <a:p>
            <a:pPr>
              <a:defRPr/>
            </a:pPr>
            <a:r>
              <a:rPr lang="fr-FR" smtClean="0"/>
              <a:t>                            it’s taking us higher</a:t>
            </a:r>
          </a:p>
          <a:p>
            <a:pPr>
              <a:defRPr/>
            </a:pPr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pPr>
              <a:defRPr/>
            </a:pPr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pPr>
              <a:defRPr/>
            </a:pPr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pPr>
              <a:defRPr/>
            </a:pPr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pPr>
              <a:defRPr/>
            </a:pPr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pPr>
              <a:defRPr/>
            </a:pPr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  <p:sp>
        <p:nvSpPr>
          <p:cNvPr id="839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OUVRE LES CIEUX SUR MOI UNE PORTE OUVERTE SE TIENT DEVANT MOI</a:t>
            </a:r>
          </a:p>
          <a:p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r>
              <a:rPr lang="fr-FR" smtClean="0"/>
              <a:t>      i can see the light and it’s taking me higher
3-  ELLE M’EMMÈNE PLUS HAUT</a:t>
            </a:r>
          </a:p>
          <a:p>
            <a:r>
              <a:rPr lang="fr-FR" smtClean="0"/>
              <a:t>      it’s taking me higher</a:t>
            </a:r>
          </a:p>
          <a:p>
            <a:r>
              <a:rPr lang="fr-FR" smtClean="0"/>
              <a:t>    </a:t>
            </a:r>
          </a:p>
          <a:p>
            <a:r>
              <a:rPr lang="fr-FR" smtClean="0"/>
              <a:t>	4-  OUVRE LES CIEUX SUR MOI MONTRE-MOI</a:t>
            </a:r>
          </a:p>
          <a:p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r>
              <a:rPr lang="fr-FR" smtClean="0"/>
              <a:t>                        the way that you set before me i can hear the sound 
	6-  ET IL M’EMMÈNE PLUS HAUT </a:t>
            </a:r>
          </a:p>
          <a:p>
            <a:r>
              <a:rPr lang="fr-FR" smtClean="0"/>
              <a:t>                         and it’s taking me higher
	7-  IL M’EMMÈNE PLUS HAUT IL M’EMMÈNE PLUS HAUT </a:t>
            </a:r>
          </a:p>
          <a:p>
            <a:r>
              <a:rPr lang="fr-FR" smtClean="0"/>
              <a:t>                         its taking me higher
	8-  IL M’EMMÈNE PLUS HAUT </a:t>
            </a:r>
          </a:p>
          <a:p>
            <a:r>
              <a:rPr lang="fr-FR" smtClean="0"/>
              <a:t>                         its taking me higher</a:t>
            </a:r>
          </a:p>
          <a:p>
            <a:r>
              <a:rPr lang="fr-FR" smtClean="0"/>
              <a:t>   </a:t>
            </a:r>
          </a:p>
          <a:p>
            <a:r>
              <a:rPr lang="fr-FR" smtClean="0"/>
              <a:t>9-  TU ME DONNES L’AMOUR INFINI ET TOUT CE DONT J’AI BESOIN ICI </a:t>
            </a:r>
          </a:p>
          <a:p>
            <a:r>
              <a:rPr lang="fr-FR" smtClean="0"/>
              <a:t>     you've given me love unfailing you've given me everything i need</a:t>
            </a:r>
          </a:p>
          <a:p>
            <a:r>
              <a:rPr lang="fr-FR" smtClean="0"/>
              <a:t> 10-  TU ME DONNES TA FAVEUR ET AUSSI JE PEUX VOIR ET J’ENTENDS </a:t>
            </a:r>
          </a:p>
          <a:p>
            <a:r>
              <a:rPr lang="fr-FR" smtClean="0"/>
              <a:t>      you've given me favor given me eyes to see, ears to hear</a:t>
            </a:r>
          </a:p>
          <a:p>
            <a:r>
              <a:rPr lang="fr-FR" smtClean="0"/>
              <a:t> 11-  TES PROMESSES POUR MOI </a:t>
            </a:r>
          </a:p>
          <a:p>
            <a:r>
              <a:rPr lang="fr-FR" smtClean="0"/>
              <a:t>      your promises for me   
</a:t>
            </a:r>
          </a:p>
          <a:p>
            <a:r>
              <a:rPr lang="fr-FR" smtClean="0"/>
              <a:t>	12-  TES VOIES DÉPASSENT MES VOIES TES PENSÉES PLUS GRANDES QUE MOI </a:t>
            </a:r>
          </a:p>
          <a:p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endParaRPr lang="fr-FR" smtClean="0"/>
          </a:p>
          <a:p>
            <a:r>
              <a:rPr lang="fr-FR" smtClean="0"/>
              <a:t>15-  OUVRE LES CIEUX SUR MOI UNE PORTE OUVERTE SE TIENT DEVANT MOI</a:t>
            </a:r>
          </a:p>
          <a:p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r>
              <a:rPr lang="fr-FR" smtClean="0"/>
              <a:t>        i can see the light and it’s taking me higher
17-  ELLE M’EMMÈNE PLUS HAUT</a:t>
            </a:r>
          </a:p>
          <a:p>
            <a:r>
              <a:rPr lang="fr-FR" smtClean="0"/>
              <a:t>        it’s taking me higher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18-  OUVRE LES CIEUX SUR MOI MONTRE-MOI</a:t>
            </a:r>
          </a:p>
          <a:p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r>
              <a:rPr lang="fr-FR" smtClean="0"/>
              <a:t>                           the way that you set before me i can hear the sound and
	20-  QUI NOUS EMMÈNE PLUS HAUT </a:t>
            </a:r>
          </a:p>
          <a:p>
            <a:r>
              <a:rPr lang="fr-FR" smtClean="0"/>
              <a:t>                           it’s taking us higher
	21-  IL NOUS EMMÈNE PLUS HAUT IL NOUS EMMÈNE PLUS HAUT </a:t>
            </a:r>
          </a:p>
          <a:p>
            <a:r>
              <a:rPr lang="fr-FR" smtClean="0"/>
              <a:t>                            it’s taking us higher</a:t>
            </a:r>
          </a:p>
          <a:p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pPr>
              <a:defRPr/>
            </a:pPr>
            <a:r>
              <a:rPr lang="fr-FR" smtClean="0"/>
              <a:t>      i can see the light and it’s taking me higher
3-  ELLE M’EMMÈNE PLUS HAUT</a:t>
            </a:r>
          </a:p>
          <a:p>
            <a:pPr>
              <a:defRPr/>
            </a:pPr>
            <a:r>
              <a:rPr lang="fr-FR" smtClean="0"/>
              <a:t>      it’s taking me higher</a:t>
            </a:r>
          </a:p>
          <a:p>
            <a:pPr>
              <a:defRPr/>
            </a:pPr>
            <a:r>
              <a:rPr lang="fr-FR" smtClean="0"/>
              <a:t>    </a:t>
            </a:r>
          </a:p>
          <a:p>
            <a:pPr>
              <a:defRPr/>
            </a:pPr>
            <a:r>
              <a:rPr lang="fr-FR" smtClean="0"/>
              <a:t>	4-  OUVRE LES CIEUX SUR MOI MONTRE-MOI</a:t>
            </a:r>
          </a:p>
          <a:p>
            <a:pPr>
              <a:defRPr/>
            </a:pPr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the way that you set before me i can hear the sound 
	6-  ET IL M’EMMÈNE PLUS HAUT </a:t>
            </a:r>
          </a:p>
          <a:p>
            <a:pPr>
              <a:defRPr/>
            </a:pPr>
            <a:r>
              <a:rPr lang="fr-FR" smtClean="0"/>
              <a:t>                         and it’s taking me higher
	7-  IL M’EMMÈNE PLUS HAUT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
	8- 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</a:t>
            </a:r>
          </a:p>
          <a:p>
            <a:pPr>
              <a:defRPr/>
            </a:pPr>
            <a:r>
              <a:rPr lang="fr-FR" smtClean="0"/>
              <a:t>   </a:t>
            </a:r>
          </a:p>
          <a:p>
            <a:pPr>
              <a:defRPr/>
            </a:pPr>
            <a:r>
              <a:rPr lang="fr-FR" smtClean="0"/>
              <a:t>9-  TU ME DONNES L’AMOUR INFINI ET TOUT CE DONT J’AI BESOIN ICI </a:t>
            </a:r>
          </a:p>
          <a:p>
            <a:pPr>
              <a:defRPr/>
            </a:pPr>
            <a:r>
              <a:rPr lang="fr-FR" smtClean="0"/>
              <a:t>     you've given me love unfailing you've given me everything i need</a:t>
            </a:r>
          </a:p>
          <a:p>
            <a:pPr>
              <a:defRPr/>
            </a:pPr>
            <a:r>
              <a:rPr lang="fr-FR" smtClean="0"/>
              <a:t> 10-  TU ME DONNES TA FAVEUR ET AUSSI JE PEUX VOIR ET J’ENTENDS </a:t>
            </a:r>
          </a:p>
          <a:p>
            <a:pPr>
              <a:defRPr/>
            </a:pPr>
            <a:r>
              <a:rPr lang="fr-FR" smtClean="0"/>
              <a:t>      you've given me favor given me eyes to see, ears to hear</a:t>
            </a:r>
          </a:p>
          <a:p>
            <a:pPr>
              <a:defRPr/>
            </a:pPr>
            <a:r>
              <a:rPr lang="fr-FR" smtClean="0"/>
              <a:t> 11-  TES PROMESSES POUR MOI </a:t>
            </a:r>
          </a:p>
          <a:p>
            <a:pPr>
              <a:defRPr/>
            </a:pPr>
            <a:r>
              <a:rPr lang="fr-FR" smtClean="0"/>
              <a:t>      your promises for me   
</a:t>
            </a:r>
          </a:p>
          <a:p>
            <a:pPr>
              <a:defRPr/>
            </a:pPr>
            <a:r>
              <a:rPr lang="fr-FR" smtClean="0"/>
              <a:t>	12-  TES VOIES DÉPASSENT MES VOIES TES PENSÉES PLUS GRANDES QUE MOI </a:t>
            </a:r>
          </a:p>
          <a:p>
            <a:pPr>
              <a:defRPr/>
            </a:pPr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pPr>
              <a:defRPr/>
            </a:pPr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pPr>
              <a:defRPr/>
            </a:pPr>
            <a:r>
              <a:rPr lang="fr-FR" smtClean="0"/>
              <a:t>        i can see the light and it’s taking me higher
17-  ELLE M’EMMÈNE PLUS HAUT</a:t>
            </a:r>
          </a:p>
          <a:p>
            <a:pPr>
              <a:defRPr/>
            </a:pPr>
            <a:r>
              <a:rPr lang="fr-FR" smtClean="0"/>
              <a:t>        it’s taking me higher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18-  OUVRE LES CIEUX SUR MOI MONTRE-MOI</a:t>
            </a:r>
          </a:p>
          <a:p>
            <a:pPr>
              <a:defRPr/>
            </a:pPr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   the way that you set before me i can hear the sound and
	20-  QUI NOUS EMMÈNE PLUS HAUT </a:t>
            </a:r>
          </a:p>
          <a:p>
            <a:pPr>
              <a:defRPr/>
            </a:pPr>
            <a:r>
              <a:rPr lang="fr-FR" smtClean="0"/>
              <a:t>                           it’s taking us higher
	21-  IL NOUS EMMÈNE PLUS HAUT IL NOUS EMMÈNE PLUS HAUT </a:t>
            </a:r>
          </a:p>
          <a:p>
            <a:pPr>
              <a:defRPr/>
            </a:pPr>
            <a:r>
              <a:rPr lang="fr-FR" smtClean="0"/>
              <a:t>                            it’s taking us higher</a:t>
            </a:r>
          </a:p>
          <a:p>
            <a:pPr>
              <a:defRPr/>
            </a:pPr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pPr>
              <a:defRPr/>
            </a:pPr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pPr>
              <a:defRPr/>
            </a:pPr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pPr>
              <a:defRPr/>
            </a:pPr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pPr>
              <a:defRPr/>
            </a:pPr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pPr>
              <a:defRPr/>
            </a:pPr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  <p:sp>
        <p:nvSpPr>
          <p:cNvPr id="849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OUVRE LES CIEUX SUR MOI UNE PORTE OUVERTE SE TIENT DEVANT MOI</a:t>
            </a:r>
          </a:p>
          <a:p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r>
              <a:rPr lang="fr-FR" smtClean="0"/>
              <a:t>      i can see the light and it’s taking me higher
3-  ELLE M’EMMÈNE PLUS HAUT</a:t>
            </a:r>
          </a:p>
          <a:p>
            <a:r>
              <a:rPr lang="fr-FR" smtClean="0"/>
              <a:t>      it’s taking me higher</a:t>
            </a:r>
          </a:p>
          <a:p>
            <a:r>
              <a:rPr lang="fr-FR" smtClean="0"/>
              <a:t>    </a:t>
            </a:r>
          </a:p>
          <a:p>
            <a:r>
              <a:rPr lang="fr-FR" smtClean="0"/>
              <a:t>	4-  OUVRE LES CIEUX SUR MOI MONTRE-MOI</a:t>
            </a:r>
          </a:p>
          <a:p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r>
              <a:rPr lang="fr-FR" smtClean="0"/>
              <a:t>                        the way that you set before me i can hear the sound 
	6-  ET IL M’EMMÈNE PLUS HAUT </a:t>
            </a:r>
          </a:p>
          <a:p>
            <a:r>
              <a:rPr lang="fr-FR" smtClean="0"/>
              <a:t>                         and it’s taking me higher
	7-  IL M’EMMÈNE PLUS HAUT IL M’EMMÈNE PLUS HAUT </a:t>
            </a:r>
          </a:p>
          <a:p>
            <a:r>
              <a:rPr lang="fr-FR" smtClean="0"/>
              <a:t>                         its taking me higher
	8-  IL M’EMMÈNE PLUS HAUT </a:t>
            </a:r>
          </a:p>
          <a:p>
            <a:r>
              <a:rPr lang="fr-FR" smtClean="0"/>
              <a:t>                         its taking me higher</a:t>
            </a:r>
          </a:p>
          <a:p>
            <a:r>
              <a:rPr lang="fr-FR" smtClean="0"/>
              <a:t>   </a:t>
            </a:r>
          </a:p>
          <a:p>
            <a:r>
              <a:rPr lang="fr-FR" smtClean="0"/>
              <a:t>9-  TU ME DONNES L’AMOUR INFINI ET TOUT CE DONT J’AI BESOIN ICI </a:t>
            </a:r>
          </a:p>
          <a:p>
            <a:r>
              <a:rPr lang="fr-FR" smtClean="0"/>
              <a:t>     you've given me love unfailing you've given me everything i need</a:t>
            </a:r>
          </a:p>
          <a:p>
            <a:r>
              <a:rPr lang="fr-FR" smtClean="0"/>
              <a:t> 10-  TU ME DONNES TA FAVEUR ET AUSSI JE PEUX VOIR ET J’ENTENDS </a:t>
            </a:r>
          </a:p>
          <a:p>
            <a:r>
              <a:rPr lang="fr-FR" smtClean="0"/>
              <a:t>      you've given me favor given me eyes to see, ears to hear</a:t>
            </a:r>
          </a:p>
          <a:p>
            <a:r>
              <a:rPr lang="fr-FR" smtClean="0"/>
              <a:t> 11-  TES PROMESSES POUR MOI </a:t>
            </a:r>
          </a:p>
          <a:p>
            <a:r>
              <a:rPr lang="fr-FR" smtClean="0"/>
              <a:t>      your promises for me   
</a:t>
            </a:r>
          </a:p>
          <a:p>
            <a:r>
              <a:rPr lang="fr-FR" smtClean="0"/>
              <a:t>	12-  TES VOIES DÉPASSENT MES VOIES TES PENSÉES PLUS GRANDES QUE MOI </a:t>
            </a:r>
          </a:p>
          <a:p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endParaRPr lang="fr-FR" smtClean="0"/>
          </a:p>
          <a:p>
            <a:r>
              <a:rPr lang="fr-FR" smtClean="0"/>
              <a:t>15-  OUVRE LES CIEUX SUR MOI UNE PORTE OUVERTE SE TIENT DEVANT MOI</a:t>
            </a:r>
          </a:p>
          <a:p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r>
              <a:rPr lang="fr-FR" smtClean="0"/>
              <a:t>        i can see the light and it’s taking me higher
17-  ELLE M’EMMÈNE PLUS HAUT</a:t>
            </a:r>
          </a:p>
          <a:p>
            <a:r>
              <a:rPr lang="fr-FR" smtClean="0"/>
              <a:t>        it’s taking me higher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18-  OUVRE LES CIEUX SUR MOI MONTRE-MOI</a:t>
            </a:r>
          </a:p>
          <a:p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r>
              <a:rPr lang="fr-FR" smtClean="0"/>
              <a:t>                           the way that you set before me i can hear the sound and
	20-  QUI NOUS EMMÈNE PLUS HAUT </a:t>
            </a:r>
          </a:p>
          <a:p>
            <a:r>
              <a:rPr lang="fr-FR" smtClean="0"/>
              <a:t>                           it’s taking us higher
	21-  IL NOUS EMMÈNE PLUS HAUT IL NOUS EMMÈNE PLUS HAUT </a:t>
            </a:r>
          </a:p>
          <a:p>
            <a:r>
              <a:rPr lang="fr-FR" smtClean="0"/>
              <a:t>                            it’s taking us higher</a:t>
            </a:r>
          </a:p>
          <a:p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pPr>
              <a:defRPr/>
            </a:pPr>
            <a:r>
              <a:rPr lang="fr-FR" smtClean="0"/>
              <a:t>      i can see the light and it’s taking me higher
3-  ELLE M’EMMÈNE PLUS HAUT</a:t>
            </a:r>
          </a:p>
          <a:p>
            <a:pPr>
              <a:defRPr/>
            </a:pPr>
            <a:r>
              <a:rPr lang="fr-FR" smtClean="0"/>
              <a:t>      it’s taking me higher</a:t>
            </a:r>
          </a:p>
          <a:p>
            <a:pPr>
              <a:defRPr/>
            </a:pPr>
            <a:r>
              <a:rPr lang="fr-FR" smtClean="0"/>
              <a:t>    </a:t>
            </a:r>
          </a:p>
          <a:p>
            <a:pPr>
              <a:defRPr/>
            </a:pPr>
            <a:r>
              <a:rPr lang="fr-FR" smtClean="0"/>
              <a:t>	4-  OUVRE LES CIEUX SUR MOI MONTRE-MOI</a:t>
            </a:r>
          </a:p>
          <a:p>
            <a:pPr>
              <a:defRPr/>
            </a:pPr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the way that you set before me i can hear the sound 
	6-  ET IL M’EMMÈNE PLUS HAUT </a:t>
            </a:r>
          </a:p>
          <a:p>
            <a:pPr>
              <a:defRPr/>
            </a:pPr>
            <a:r>
              <a:rPr lang="fr-FR" smtClean="0"/>
              <a:t>                         and it’s taking me higher
	7-  IL M’EMMÈNE PLUS HAUT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
	8- 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</a:t>
            </a:r>
          </a:p>
          <a:p>
            <a:pPr>
              <a:defRPr/>
            </a:pPr>
            <a:r>
              <a:rPr lang="fr-FR" smtClean="0"/>
              <a:t>   </a:t>
            </a:r>
          </a:p>
          <a:p>
            <a:pPr>
              <a:defRPr/>
            </a:pPr>
            <a:r>
              <a:rPr lang="fr-FR" smtClean="0"/>
              <a:t>9-  TU ME DONNES L’AMOUR INFINI ET TOUT CE DONT J’AI BESOIN ICI </a:t>
            </a:r>
          </a:p>
          <a:p>
            <a:pPr>
              <a:defRPr/>
            </a:pPr>
            <a:r>
              <a:rPr lang="fr-FR" smtClean="0"/>
              <a:t>     you've given me love unfailing you've given me everything i need</a:t>
            </a:r>
          </a:p>
          <a:p>
            <a:pPr>
              <a:defRPr/>
            </a:pPr>
            <a:r>
              <a:rPr lang="fr-FR" smtClean="0"/>
              <a:t> 10-  TU ME DONNES TA FAVEUR ET AUSSI JE PEUX VOIR ET J’ENTENDS </a:t>
            </a:r>
          </a:p>
          <a:p>
            <a:pPr>
              <a:defRPr/>
            </a:pPr>
            <a:r>
              <a:rPr lang="fr-FR" smtClean="0"/>
              <a:t>      you've given me favor given me eyes to see, ears to hear</a:t>
            </a:r>
          </a:p>
          <a:p>
            <a:pPr>
              <a:defRPr/>
            </a:pPr>
            <a:r>
              <a:rPr lang="fr-FR" smtClean="0"/>
              <a:t> 11-  TES PROMESSES POUR MOI </a:t>
            </a:r>
          </a:p>
          <a:p>
            <a:pPr>
              <a:defRPr/>
            </a:pPr>
            <a:r>
              <a:rPr lang="fr-FR" smtClean="0"/>
              <a:t>      your promises for me   
</a:t>
            </a:r>
          </a:p>
          <a:p>
            <a:pPr>
              <a:defRPr/>
            </a:pPr>
            <a:r>
              <a:rPr lang="fr-FR" smtClean="0"/>
              <a:t>	12-  TES VOIES DÉPASSENT MES VOIES TES PENSÉES PLUS GRANDES QUE MOI </a:t>
            </a:r>
          </a:p>
          <a:p>
            <a:pPr>
              <a:defRPr/>
            </a:pPr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pPr>
              <a:defRPr/>
            </a:pPr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pPr>
              <a:defRPr/>
            </a:pPr>
            <a:r>
              <a:rPr lang="fr-FR" smtClean="0"/>
              <a:t>        i can see the light and it’s taking me higher
17-  ELLE M’EMMÈNE PLUS HAUT</a:t>
            </a:r>
          </a:p>
          <a:p>
            <a:pPr>
              <a:defRPr/>
            </a:pPr>
            <a:r>
              <a:rPr lang="fr-FR" smtClean="0"/>
              <a:t>        it’s taking me higher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18-  OUVRE LES CIEUX SUR MOI MONTRE-MOI</a:t>
            </a:r>
          </a:p>
          <a:p>
            <a:pPr>
              <a:defRPr/>
            </a:pPr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   the way that you set before me i can hear the sound and
	20-  QUI NOUS EMMÈNE PLUS HAUT </a:t>
            </a:r>
          </a:p>
          <a:p>
            <a:pPr>
              <a:defRPr/>
            </a:pPr>
            <a:r>
              <a:rPr lang="fr-FR" smtClean="0"/>
              <a:t>                           it’s taking us higher
	21-  IL NOUS EMMÈNE PLUS HAUT IL NOUS EMMÈNE PLUS HAUT </a:t>
            </a:r>
          </a:p>
          <a:p>
            <a:pPr>
              <a:defRPr/>
            </a:pPr>
            <a:r>
              <a:rPr lang="fr-FR" smtClean="0"/>
              <a:t>                            it’s taking us higher</a:t>
            </a:r>
          </a:p>
          <a:p>
            <a:pPr>
              <a:defRPr/>
            </a:pPr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pPr>
              <a:defRPr/>
            </a:pPr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pPr>
              <a:defRPr/>
            </a:pPr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pPr>
              <a:defRPr/>
            </a:pPr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pPr>
              <a:defRPr/>
            </a:pPr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pPr>
              <a:defRPr/>
            </a:pPr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  <p:sp>
        <p:nvSpPr>
          <p:cNvPr id="860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OUVRE LES CIEUX SUR MOI UNE PORTE OUVERTE SE TIENT DEVANT MOI</a:t>
            </a:r>
          </a:p>
          <a:p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r>
              <a:rPr lang="fr-FR" smtClean="0"/>
              <a:t>      i can see the light and it’s taking me higher
3-  ELLE M’EMMÈNE PLUS HAUT</a:t>
            </a:r>
          </a:p>
          <a:p>
            <a:r>
              <a:rPr lang="fr-FR" smtClean="0"/>
              <a:t>      it’s taking me higher</a:t>
            </a:r>
          </a:p>
          <a:p>
            <a:r>
              <a:rPr lang="fr-FR" smtClean="0"/>
              <a:t>    </a:t>
            </a:r>
          </a:p>
          <a:p>
            <a:r>
              <a:rPr lang="fr-FR" smtClean="0"/>
              <a:t>	4-  OUVRE LES CIEUX SUR MOI MONTRE-MOI</a:t>
            </a:r>
          </a:p>
          <a:p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r>
              <a:rPr lang="fr-FR" smtClean="0"/>
              <a:t>                        the way that you set before me i can hear the sound 
	6-  ET IL M’EMMÈNE PLUS HAUT </a:t>
            </a:r>
          </a:p>
          <a:p>
            <a:r>
              <a:rPr lang="fr-FR" smtClean="0"/>
              <a:t>                         and it’s taking me higher
	7-  IL M’EMMÈNE PLUS HAUT IL M’EMMÈNE PLUS HAUT </a:t>
            </a:r>
          </a:p>
          <a:p>
            <a:r>
              <a:rPr lang="fr-FR" smtClean="0"/>
              <a:t>                         its taking me higher
	8-  IL M’EMMÈNE PLUS HAUT </a:t>
            </a:r>
          </a:p>
          <a:p>
            <a:r>
              <a:rPr lang="fr-FR" smtClean="0"/>
              <a:t>                         its taking me higher</a:t>
            </a:r>
          </a:p>
          <a:p>
            <a:r>
              <a:rPr lang="fr-FR" smtClean="0"/>
              <a:t>   </a:t>
            </a:r>
          </a:p>
          <a:p>
            <a:r>
              <a:rPr lang="fr-FR" smtClean="0"/>
              <a:t>9-  TU ME DONNES L’AMOUR INFINI ET TOUT CE DONT J’AI BESOIN ICI </a:t>
            </a:r>
          </a:p>
          <a:p>
            <a:r>
              <a:rPr lang="fr-FR" smtClean="0"/>
              <a:t>     you've given me love unfailing you've given me everything i need</a:t>
            </a:r>
          </a:p>
          <a:p>
            <a:r>
              <a:rPr lang="fr-FR" smtClean="0"/>
              <a:t> 10-  TU ME DONNES TA FAVEUR ET AUSSI JE PEUX VOIR ET J’ENTENDS </a:t>
            </a:r>
          </a:p>
          <a:p>
            <a:r>
              <a:rPr lang="fr-FR" smtClean="0"/>
              <a:t>      you've given me favor given me eyes to see, ears to hear</a:t>
            </a:r>
          </a:p>
          <a:p>
            <a:r>
              <a:rPr lang="fr-FR" smtClean="0"/>
              <a:t> 11-  TES PROMESSES POUR MOI </a:t>
            </a:r>
          </a:p>
          <a:p>
            <a:r>
              <a:rPr lang="fr-FR" smtClean="0"/>
              <a:t>      your promises for me   
</a:t>
            </a:r>
          </a:p>
          <a:p>
            <a:r>
              <a:rPr lang="fr-FR" smtClean="0"/>
              <a:t>	12-  TES VOIES DÉPASSENT MES VOIES TES PENSÉES PLUS GRANDES QUE MOI </a:t>
            </a:r>
          </a:p>
          <a:p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endParaRPr lang="fr-FR" smtClean="0"/>
          </a:p>
          <a:p>
            <a:r>
              <a:rPr lang="fr-FR" smtClean="0"/>
              <a:t>15-  OUVRE LES CIEUX SUR MOI UNE PORTE OUVERTE SE TIENT DEVANT MOI</a:t>
            </a:r>
          </a:p>
          <a:p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r>
              <a:rPr lang="fr-FR" smtClean="0"/>
              <a:t>        i can see the light and it’s taking me higher
17-  ELLE M’EMMÈNE PLUS HAUT</a:t>
            </a:r>
          </a:p>
          <a:p>
            <a:r>
              <a:rPr lang="fr-FR" smtClean="0"/>
              <a:t>        it’s taking me higher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18-  OUVRE LES CIEUX SUR MOI MONTRE-MOI</a:t>
            </a:r>
          </a:p>
          <a:p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r>
              <a:rPr lang="fr-FR" smtClean="0"/>
              <a:t>                           the way that you set before me i can hear the sound and
	20-  QUI NOUS EMMÈNE PLUS HAUT </a:t>
            </a:r>
          </a:p>
          <a:p>
            <a:r>
              <a:rPr lang="fr-FR" smtClean="0"/>
              <a:t>                           it’s taking us higher
	21-  IL NOUS EMMÈNE PLUS HAUT IL NOUS EMMÈNE PLUS HAUT </a:t>
            </a:r>
          </a:p>
          <a:p>
            <a:r>
              <a:rPr lang="fr-FR" smtClean="0"/>
              <a:t>                            it’s taking us higher</a:t>
            </a:r>
          </a:p>
          <a:p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pPr>
              <a:defRPr/>
            </a:pPr>
            <a:r>
              <a:rPr lang="fr-FR" smtClean="0"/>
              <a:t>      i can see the light and it’s taking me higher
3-  ELLE M’EMMÈNE PLUS HAUT</a:t>
            </a:r>
          </a:p>
          <a:p>
            <a:pPr>
              <a:defRPr/>
            </a:pPr>
            <a:r>
              <a:rPr lang="fr-FR" smtClean="0"/>
              <a:t>      it’s taking me higher</a:t>
            </a:r>
          </a:p>
          <a:p>
            <a:pPr>
              <a:defRPr/>
            </a:pPr>
            <a:r>
              <a:rPr lang="fr-FR" smtClean="0"/>
              <a:t>    </a:t>
            </a:r>
          </a:p>
          <a:p>
            <a:pPr>
              <a:defRPr/>
            </a:pPr>
            <a:r>
              <a:rPr lang="fr-FR" smtClean="0"/>
              <a:t>	4-  OUVRE LES CIEUX SUR MOI MONTRE-MOI</a:t>
            </a:r>
          </a:p>
          <a:p>
            <a:pPr>
              <a:defRPr/>
            </a:pPr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the way that you set before me i can hear the sound 
	6-  ET IL M’EMMÈNE PLUS HAUT </a:t>
            </a:r>
          </a:p>
          <a:p>
            <a:pPr>
              <a:defRPr/>
            </a:pPr>
            <a:r>
              <a:rPr lang="fr-FR" smtClean="0"/>
              <a:t>                         and it’s taking me higher
	7-  IL M’EMMÈNE PLUS HAUT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
	8- 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</a:t>
            </a:r>
          </a:p>
          <a:p>
            <a:pPr>
              <a:defRPr/>
            </a:pPr>
            <a:r>
              <a:rPr lang="fr-FR" smtClean="0"/>
              <a:t>   </a:t>
            </a:r>
          </a:p>
          <a:p>
            <a:pPr>
              <a:defRPr/>
            </a:pPr>
            <a:r>
              <a:rPr lang="fr-FR" smtClean="0"/>
              <a:t>9-  TU ME DONNES L’AMOUR INFINI ET TOUT CE DONT J’AI BESOIN ICI </a:t>
            </a:r>
          </a:p>
          <a:p>
            <a:pPr>
              <a:defRPr/>
            </a:pPr>
            <a:r>
              <a:rPr lang="fr-FR" smtClean="0"/>
              <a:t>     you've given me love unfailing you've given me everything i need</a:t>
            </a:r>
          </a:p>
          <a:p>
            <a:pPr>
              <a:defRPr/>
            </a:pPr>
            <a:r>
              <a:rPr lang="fr-FR" smtClean="0"/>
              <a:t> 10-  TU ME DONNES TA FAVEUR ET AUSSI JE PEUX VOIR ET J’ENTENDS </a:t>
            </a:r>
          </a:p>
          <a:p>
            <a:pPr>
              <a:defRPr/>
            </a:pPr>
            <a:r>
              <a:rPr lang="fr-FR" smtClean="0"/>
              <a:t>      you've given me favor given me eyes to see, ears to hear</a:t>
            </a:r>
          </a:p>
          <a:p>
            <a:pPr>
              <a:defRPr/>
            </a:pPr>
            <a:r>
              <a:rPr lang="fr-FR" smtClean="0"/>
              <a:t> 11-  TES PROMESSES POUR MOI </a:t>
            </a:r>
          </a:p>
          <a:p>
            <a:pPr>
              <a:defRPr/>
            </a:pPr>
            <a:r>
              <a:rPr lang="fr-FR" smtClean="0"/>
              <a:t>      your promises for me   
</a:t>
            </a:r>
          </a:p>
          <a:p>
            <a:pPr>
              <a:defRPr/>
            </a:pPr>
            <a:r>
              <a:rPr lang="fr-FR" smtClean="0"/>
              <a:t>	12-  TES VOIES DÉPASSENT MES VOIES TES PENSÉES PLUS GRANDES QUE MOI </a:t>
            </a:r>
          </a:p>
          <a:p>
            <a:pPr>
              <a:defRPr/>
            </a:pPr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pPr>
              <a:defRPr/>
            </a:pPr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pPr>
              <a:defRPr/>
            </a:pPr>
            <a:r>
              <a:rPr lang="fr-FR" smtClean="0"/>
              <a:t>        i can see the light and it’s taking me higher
17-  ELLE M’EMMÈNE PLUS HAUT</a:t>
            </a:r>
          </a:p>
          <a:p>
            <a:pPr>
              <a:defRPr/>
            </a:pPr>
            <a:r>
              <a:rPr lang="fr-FR" smtClean="0"/>
              <a:t>        it’s taking me higher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18-  OUVRE LES CIEUX SUR MOI MONTRE-MOI</a:t>
            </a:r>
          </a:p>
          <a:p>
            <a:pPr>
              <a:defRPr/>
            </a:pPr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   the way that you set before me i can hear the sound and
	20-  QUI NOUS EMMÈNE PLUS HAUT </a:t>
            </a:r>
          </a:p>
          <a:p>
            <a:pPr>
              <a:defRPr/>
            </a:pPr>
            <a:r>
              <a:rPr lang="fr-FR" smtClean="0"/>
              <a:t>                           it’s taking us higher
	21-  IL NOUS EMMÈNE PLUS HAUT IL NOUS EMMÈNE PLUS HAUT </a:t>
            </a:r>
          </a:p>
          <a:p>
            <a:pPr>
              <a:defRPr/>
            </a:pPr>
            <a:r>
              <a:rPr lang="fr-FR" smtClean="0"/>
              <a:t>                            it’s taking us higher</a:t>
            </a:r>
          </a:p>
          <a:p>
            <a:pPr>
              <a:defRPr/>
            </a:pPr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pPr>
              <a:defRPr/>
            </a:pPr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pPr>
              <a:defRPr/>
            </a:pPr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pPr>
              <a:defRPr/>
            </a:pPr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pPr>
              <a:defRPr/>
            </a:pPr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pPr>
              <a:defRPr/>
            </a:pPr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  <p:sp>
        <p:nvSpPr>
          <p:cNvPr id="870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OUVRE LES CIEUX SUR MOI UNE PORTE OUVERTE SE TIENT DEVANT MOI</a:t>
            </a:r>
          </a:p>
          <a:p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r>
              <a:rPr lang="fr-FR" smtClean="0"/>
              <a:t>      i can see the light and it’s taking me higher
3-  ELLE M’EMMÈNE PLUS HAUT</a:t>
            </a:r>
          </a:p>
          <a:p>
            <a:r>
              <a:rPr lang="fr-FR" smtClean="0"/>
              <a:t>      it’s taking me higher</a:t>
            </a:r>
          </a:p>
          <a:p>
            <a:r>
              <a:rPr lang="fr-FR" smtClean="0"/>
              <a:t>    </a:t>
            </a:r>
          </a:p>
          <a:p>
            <a:r>
              <a:rPr lang="fr-FR" smtClean="0"/>
              <a:t>	4-  OUVRE LES CIEUX SUR MOI MONTRE-MOI</a:t>
            </a:r>
          </a:p>
          <a:p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r>
              <a:rPr lang="fr-FR" smtClean="0"/>
              <a:t>                        the way that you set before me i can hear the sound 
	6-  ET IL M’EMMÈNE PLUS HAUT </a:t>
            </a:r>
          </a:p>
          <a:p>
            <a:r>
              <a:rPr lang="fr-FR" smtClean="0"/>
              <a:t>                         and it’s taking me higher
	7-  IL M’EMMÈNE PLUS HAUT IL M’EMMÈNE PLUS HAUT </a:t>
            </a:r>
          </a:p>
          <a:p>
            <a:r>
              <a:rPr lang="fr-FR" smtClean="0"/>
              <a:t>                         its taking me higher
	8-  IL M’EMMÈNE PLUS HAUT </a:t>
            </a:r>
          </a:p>
          <a:p>
            <a:r>
              <a:rPr lang="fr-FR" smtClean="0"/>
              <a:t>                         its taking me higher</a:t>
            </a:r>
          </a:p>
          <a:p>
            <a:r>
              <a:rPr lang="fr-FR" smtClean="0"/>
              <a:t>   </a:t>
            </a:r>
          </a:p>
          <a:p>
            <a:r>
              <a:rPr lang="fr-FR" smtClean="0"/>
              <a:t>9-  TU ME DONNES L’AMOUR INFINI ET TOUT CE DONT J’AI BESOIN ICI </a:t>
            </a:r>
          </a:p>
          <a:p>
            <a:r>
              <a:rPr lang="fr-FR" smtClean="0"/>
              <a:t>     you've given me love unfailing you've given me everything i need</a:t>
            </a:r>
          </a:p>
          <a:p>
            <a:r>
              <a:rPr lang="fr-FR" smtClean="0"/>
              <a:t> 10-  TU ME DONNES TA FAVEUR ET AUSSI JE PEUX VOIR ET J’ENTENDS </a:t>
            </a:r>
          </a:p>
          <a:p>
            <a:r>
              <a:rPr lang="fr-FR" smtClean="0"/>
              <a:t>      you've given me favor given me eyes to see, ears to hear</a:t>
            </a:r>
          </a:p>
          <a:p>
            <a:r>
              <a:rPr lang="fr-FR" smtClean="0"/>
              <a:t> 11-  TES PROMESSES POUR MOI </a:t>
            </a:r>
          </a:p>
          <a:p>
            <a:r>
              <a:rPr lang="fr-FR" smtClean="0"/>
              <a:t>      your promises for me   
</a:t>
            </a:r>
          </a:p>
          <a:p>
            <a:r>
              <a:rPr lang="fr-FR" smtClean="0"/>
              <a:t>	12-  TES VOIES DÉPASSENT MES VOIES TES PENSÉES PLUS GRANDES QUE MOI </a:t>
            </a:r>
          </a:p>
          <a:p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endParaRPr lang="fr-FR" smtClean="0"/>
          </a:p>
          <a:p>
            <a:r>
              <a:rPr lang="fr-FR" smtClean="0"/>
              <a:t>15-  OUVRE LES CIEUX SUR MOI UNE PORTE OUVERTE SE TIENT DEVANT MOI</a:t>
            </a:r>
          </a:p>
          <a:p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r>
              <a:rPr lang="fr-FR" smtClean="0"/>
              <a:t>        i can see the light and it’s taking me higher
17-  ELLE M’EMMÈNE PLUS HAUT</a:t>
            </a:r>
          </a:p>
          <a:p>
            <a:r>
              <a:rPr lang="fr-FR" smtClean="0"/>
              <a:t>        it’s taking me higher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18-  OUVRE LES CIEUX SUR MOI MONTRE-MOI</a:t>
            </a:r>
          </a:p>
          <a:p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r>
              <a:rPr lang="fr-FR" smtClean="0"/>
              <a:t>                           the way that you set before me i can hear the sound and
	20-  QUI NOUS EMMÈNE PLUS HAUT </a:t>
            </a:r>
          </a:p>
          <a:p>
            <a:r>
              <a:rPr lang="fr-FR" smtClean="0"/>
              <a:t>                           it’s taking us higher
	21-  IL NOUS EMMÈNE PLUS HAUT IL NOUS EMMÈNE PLUS HAUT </a:t>
            </a:r>
          </a:p>
          <a:p>
            <a:r>
              <a:rPr lang="fr-FR" smtClean="0"/>
              <a:t>                            it’s taking us higher</a:t>
            </a:r>
          </a:p>
          <a:p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pPr>
              <a:defRPr/>
            </a:pPr>
            <a:r>
              <a:rPr lang="fr-FR" smtClean="0"/>
              <a:t>      i can see the light and it’s taking me higher
3-  ELLE M’EMMÈNE PLUS HAUT</a:t>
            </a:r>
          </a:p>
          <a:p>
            <a:pPr>
              <a:defRPr/>
            </a:pPr>
            <a:r>
              <a:rPr lang="fr-FR" smtClean="0"/>
              <a:t>      it’s taking me higher</a:t>
            </a:r>
          </a:p>
          <a:p>
            <a:pPr>
              <a:defRPr/>
            </a:pPr>
            <a:r>
              <a:rPr lang="fr-FR" smtClean="0"/>
              <a:t>    </a:t>
            </a:r>
          </a:p>
          <a:p>
            <a:pPr>
              <a:defRPr/>
            </a:pPr>
            <a:r>
              <a:rPr lang="fr-FR" smtClean="0"/>
              <a:t>	4-  OUVRE LES CIEUX SUR MOI MONTRE-MOI</a:t>
            </a:r>
          </a:p>
          <a:p>
            <a:pPr>
              <a:defRPr/>
            </a:pPr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the way that you set before me i can hear the sound 
	6-  ET IL M’EMMÈNE PLUS HAUT </a:t>
            </a:r>
          </a:p>
          <a:p>
            <a:pPr>
              <a:defRPr/>
            </a:pPr>
            <a:r>
              <a:rPr lang="fr-FR" smtClean="0"/>
              <a:t>                         and it’s taking me higher
	7-  IL M’EMMÈNE PLUS HAUT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
	8- 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</a:t>
            </a:r>
          </a:p>
          <a:p>
            <a:pPr>
              <a:defRPr/>
            </a:pPr>
            <a:r>
              <a:rPr lang="fr-FR" smtClean="0"/>
              <a:t>   </a:t>
            </a:r>
          </a:p>
          <a:p>
            <a:pPr>
              <a:defRPr/>
            </a:pPr>
            <a:r>
              <a:rPr lang="fr-FR" smtClean="0"/>
              <a:t>9-  TU ME DONNES L’AMOUR INFINI ET TOUT CE DONT J’AI BESOIN ICI </a:t>
            </a:r>
          </a:p>
          <a:p>
            <a:pPr>
              <a:defRPr/>
            </a:pPr>
            <a:r>
              <a:rPr lang="fr-FR" smtClean="0"/>
              <a:t>     you've given me love unfailing you've given me everything i need</a:t>
            </a:r>
          </a:p>
          <a:p>
            <a:pPr>
              <a:defRPr/>
            </a:pPr>
            <a:r>
              <a:rPr lang="fr-FR" smtClean="0"/>
              <a:t> 10-  TU ME DONNES TA FAVEUR ET AUSSI JE PEUX VOIR ET J’ENTENDS </a:t>
            </a:r>
          </a:p>
          <a:p>
            <a:pPr>
              <a:defRPr/>
            </a:pPr>
            <a:r>
              <a:rPr lang="fr-FR" smtClean="0"/>
              <a:t>      you've given me favor given me eyes to see, ears to hear</a:t>
            </a:r>
          </a:p>
          <a:p>
            <a:pPr>
              <a:defRPr/>
            </a:pPr>
            <a:r>
              <a:rPr lang="fr-FR" smtClean="0"/>
              <a:t> 11-  TES PROMESSES POUR MOI </a:t>
            </a:r>
          </a:p>
          <a:p>
            <a:pPr>
              <a:defRPr/>
            </a:pPr>
            <a:r>
              <a:rPr lang="fr-FR" smtClean="0"/>
              <a:t>      your promises for me   
</a:t>
            </a:r>
          </a:p>
          <a:p>
            <a:pPr>
              <a:defRPr/>
            </a:pPr>
            <a:r>
              <a:rPr lang="fr-FR" smtClean="0"/>
              <a:t>	12-  TES VOIES DÉPASSENT MES VOIES TES PENSÉES PLUS GRANDES QUE MOI </a:t>
            </a:r>
          </a:p>
          <a:p>
            <a:pPr>
              <a:defRPr/>
            </a:pPr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pPr>
              <a:defRPr/>
            </a:pPr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pPr>
              <a:defRPr/>
            </a:pPr>
            <a:r>
              <a:rPr lang="fr-FR" smtClean="0"/>
              <a:t>        i can see the light and it’s taking me higher
17-  ELLE M’EMMÈNE PLUS HAUT</a:t>
            </a:r>
          </a:p>
          <a:p>
            <a:pPr>
              <a:defRPr/>
            </a:pPr>
            <a:r>
              <a:rPr lang="fr-FR" smtClean="0"/>
              <a:t>        it’s taking me higher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18-  OUVRE LES CIEUX SUR MOI MONTRE-MOI</a:t>
            </a:r>
          </a:p>
          <a:p>
            <a:pPr>
              <a:defRPr/>
            </a:pPr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   the way that you set before me i can hear the sound and
	20-  QUI NOUS EMMÈNE PLUS HAUT </a:t>
            </a:r>
          </a:p>
          <a:p>
            <a:pPr>
              <a:defRPr/>
            </a:pPr>
            <a:r>
              <a:rPr lang="fr-FR" smtClean="0"/>
              <a:t>                           it’s taking us higher
	21-  IL NOUS EMMÈNE PLUS HAUT IL NOUS EMMÈNE PLUS HAUT </a:t>
            </a:r>
          </a:p>
          <a:p>
            <a:pPr>
              <a:defRPr/>
            </a:pPr>
            <a:r>
              <a:rPr lang="fr-FR" smtClean="0"/>
              <a:t>                            it’s taking us higher</a:t>
            </a:r>
          </a:p>
          <a:p>
            <a:pPr>
              <a:defRPr/>
            </a:pPr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pPr>
              <a:defRPr/>
            </a:pPr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pPr>
              <a:defRPr/>
            </a:pPr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pPr>
              <a:defRPr/>
            </a:pPr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pPr>
              <a:defRPr/>
            </a:pPr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pPr>
              <a:defRPr/>
            </a:pPr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  <p:sp>
        <p:nvSpPr>
          <p:cNvPr id="880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OUVRE LES CIEUX SUR MOI UNE PORTE OUVERTE SE TIENT DEVANT MOI</a:t>
            </a:r>
          </a:p>
          <a:p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r>
              <a:rPr lang="fr-FR" smtClean="0"/>
              <a:t>      i can see the light and it’s taking me higher
3-  ELLE M’EMMÈNE PLUS HAUT</a:t>
            </a:r>
          </a:p>
          <a:p>
            <a:r>
              <a:rPr lang="fr-FR" smtClean="0"/>
              <a:t>      it’s taking me higher</a:t>
            </a:r>
          </a:p>
          <a:p>
            <a:r>
              <a:rPr lang="fr-FR" smtClean="0"/>
              <a:t>    </a:t>
            </a:r>
          </a:p>
          <a:p>
            <a:r>
              <a:rPr lang="fr-FR" smtClean="0"/>
              <a:t>	4-  OUVRE LES CIEUX SUR MOI MONTRE-MOI</a:t>
            </a:r>
          </a:p>
          <a:p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r>
              <a:rPr lang="fr-FR" smtClean="0"/>
              <a:t>                        the way that you set before me i can hear the sound 
	6-  ET IL M’EMMÈNE PLUS HAUT </a:t>
            </a:r>
          </a:p>
          <a:p>
            <a:r>
              <a:rPr lang="fr-FR" smtClean="0"/>
              <a:t>                         and it’s taking me higher
	7-  IL M’EMMÈNE PLUS HAUT IL M’EMMÈNE PLUS HAUT </a:t>
            </a:r>
          </a:p>
          <a:p>
            <a:r>
              <a:rPr lang="fr-FR" smtClean="0"/>
              <a:t>                         its taking me higher
	8-  IL M’EMMÈNE PLUS HAUT </a:t>
            </a:r>
          </a:p>
          <a:p>
            <a:r>
              <a:rPr lang="fr-FR" smtClean="0"/>
              <a:t>                         its taking me higher</a:t>
            </a:r>
          </a:p>
          <a:p>
            <a:r>
              <a:rPr lang="fr-FR" smtClean="0"/>
              <a:t>   </a:t>
            </a:r>
          </a:p>
          <a:p>
            <a:r>
              <a:rPr lang="fr-FR" smtClean="0"/>
              <a:t>9-  TU ME DONNES L’AMOUR INFINI ET TOUT CE DONT J’AI BESOIN ICI </a:t>
            </a:r>
          </a:p>
          <a:p>
            <a:r>
              <a:rPr lang="fr-FR" smtClean="0"/>
              <a:t>     you've given me love unfailing you've given me everything i need</a:t>
            </a:r>
          </a:p>
          <a:p>
            <a:r>
              <a:rPr lang="fr-FR" smtClean="0"/>
              <a:t> 10-  TU ME DONNES TA FAVEUR ET AUSSI JE PEUX VOIR ET J’ENTENDS </a:t>
            </a:r>
          </a:p>
          <a:p>
            <a:r>
              <a:rPr lang="fr-FR" smtClean="0"/>
              <a:t>      you've given me favor given me eyes to see, ears to hear</a:t>
            </a:r>
          </a:p>
          <a:p>
            <a:r>
              <a:rPr lang="fr-FR" smtClean="0"/>
              <a:t> 11-  TES PROMESSES POUR MOI </a:t>
            </a:r>
          </a:p>
          <a:p>
            <a:r>
              <a:rPr lang="fr-FR" smtClean="0"/>
              <a:t>      your promises for me   
</a:t>
            </a:r>
          </a:p>
          <a:p>
            <a:r>
              <a:rPr lang="fr-FR" smtClean="0"/>
              <a:t>	12-  TES VOIES DÉPASSENT MES VOIES TES PENSÉES PLUS GRANDES QUE MOI </a:t>
            </a:r>
          </a:p>
          <a:p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endParaRPr lang="fr-FR" smtClean="0"/>
          </a:p>
          <a:p>
            <a:r>
              <a:rPr lang="fr-FR" smtClean="0"/>
              <a:t>15-  OUVRE LES CIEUX SUR MOI UNE PORTE OUVERTE SE TIENT DEVANT MOI</a:t>
            </a:r>
          </a:p>
          <a:p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r>
              <a:rPr lang="fr-FR" smtClean="0"/>
              <a:t>        i can see the light and it’s taking me higher
17-  ELLE M’EMMÈNE PLUS HAUT</a:t>
            </a:r>
          </a:p>
          <a:p>
            <a:r>
              <a:rPr lang="fr-FR" smtClean="0"/>
              <a:t>        it’s taking me higher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18-  OUVRE LES CIEUX SUR MOI MONTRE-MOI</a:t>
            </a:r>
          </a:p>
          <a:p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r>
              <a:rPr lang="fr-FR" smtClean="0"/>
              <a:t>                           the way that you set before me i can hear the sound and
	20-  QUI NOUS EMMÈNE PLUS HAUT </a:t>
            </a:r>
          </a:p>
          <a:p>
            <a:r>
              <a:rPr lang="fr-FR" smtClean="0"/>
              <a:t>                           it’s taking us higher
	21-  IL NOUS EMMÈNE PLUS HAUT IL NOUS EMMÈNE PLUS HAUT </a:t>
            </a:r>
          </a:p>
          <a:p>
            <a:r>
              <a:rPr lang="fr-FR" smtClean="0"/>
              <a:t>                            it’s taking us higher</a:t>
            </a:r>
          </a:p>
          <a:p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pPr>
              <a:defRPr/>
            </a:pPr>
            <a:r>
              <a:rPr lang="fr-FR" smtClean="0"/>
              <a:t>      i can see the light and it’s taking me higher
3-  ELLE M’EMMÈNE PLUS HAUT</a:t>
            </a:r>
          </a:p>
          <a:p>
            <a:pPr>
              <a:defRPr/>
            </a:pPr>
            <a:r>
              <a:rPr lang="fr-FR" smtClean="0"/>
              <a:t>      it’s taking me higher</a:t>
            </a:r>
          </a:p>
          <a:p>
            <a:pPr>
              <a:defRPr/>
            </a:pPr>
            <a:r>
              <a:rPr lang="fr-FR" smtClean="0"/>
              <a:t>    </a:t>
            </a:r>
          </a:p>
          <a:p>
            <a:pPr>
              <a:defRPr/>
            </a:pPr>
            <a:r>
              <a:rPr lang="fr-FR" smtClean="0"/>
              <a:t>	4-  OUVRE LES CIEUX SUR MOI MONTRE-MOI</a:t>
            </a:r>
          </a:p>
          <a:p>
            <a:pPr>
              <a:defRPr/>
            </a:pPr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the way that you set before me i can hear the sound 
	6-  ET IL M’EMMÈNE PLUS HAUT </a:t>
            </a:r>
          </a:p>
          <a:p>
            <a:pPr>
              <a:defRPr/>
            </a:pPr>
            <a:r>
              <a:rPr lang="fr-FR" smtClean="0"/>
              <a:t>                         and it’s taking me higher
	7-  IL M’EMMÈNE PLUS HAUT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
	8- 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</a:t>
            </a:r>
          </a:p>
          <a:p>
            <a:pPr>
              <a:defRPr/>
            </a:pPr>
            <a:r>
              <a:rPr lang="fr-FR" smtClean="0"/>
              <a:t>   </a:t>
            </a:r>
          </a:p>
          <a:p>
            <a:pPr>
              <a:defRPr/>
            </a:pPr>
            <a:r>
              <a:rPr lang="fr-FR" smtClean="0"/>
              <a:t>9-  TU ME DONNES L’AMOUR INFINI ET TOUT CE DONT J’AI BESOIN ICI </a:t>
            </a:r>
          </a:p>
          <a:p>
            <a:pPr>
              <a:defRPr/>
            </a:pPr>
            <a:r>
              <a:rPr lang="fr-FR" smtClean="0"/>
              <a:t>     you've given me love unfailing you've given me everything i need</a:t>
            </a:r>
          </a:p>
          <a:p>
            <a:pPr>
              <a:defRPr/>
            </a:pPr>
            <a:r>
              <a:rPr lang="fr-FR" smtClean="0"/>
              <a:t> 10-  TU ME DONNES TA FAVEUR ET AUSSI JE PEUX VOIR ET J’ENTENDS </a:t>
            </a:r>
          </a:p>
          <a:p>
            <a:pPr>
              <a:defRPr/>
            </a:pPr>
            <a:r>
              <a:rPr lang="fr-FR" smtClean="0"/>
              <a:t>      you've given me favor given me eyes to see, ears to hear</a:t>
            </a:r>
          </a:p>
          <a:p>
            <a:pPr>
              <a:defRPr/>
            </a:pPr>
            <a:r>
              <a:rPr lang="fr-FR" smtClean="0"/>
              <a:t> 11-  TES PROMESSES POUR MOI </a:t>
            </a:r>
          </a:p>
          <a:p>
            <a:pPr>
              <a:defRPr/>
            </a:pPr>
            <a:r>
              <a:rPr lang="fr-FR" smtClean="0"/>
              <a:t>      your promises for me   
</a:t>
            </a:r>
          </a:p>
          <a:p>
            <a:pPr>
              <a:defRPr/>
            </a:pPr>
            <a:r>
              <a:rPr lang="fr-FR" smtClean="0"/>
              <a:t>	12-  TES VOIES DÉPASSENT MES VOIES TES PENSÉES PLUS GRANDES QUE MOI </a:t>
            </a:r>
          </a:p>
          <a:p>
            <a:pPr>
              <a:defRPr/>
            </a:pPr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pPr>
              <a:defRPr/>
            </a:pPr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pPr>
              <a:defRPr/>
            </a:pPr>
            <a:r>
              <a:rPr lang="fr-FR" smtClean="0"/>
              <a:t>        i can see the light and it’s taking me higher
17-  ELLE M’EMMÈNE PLUS HAUT</a:t>
            </a:r>
          </a:p>
          <a:p>
            <a:pPr>
              <a:defRPr/>
            </a:pPr>
            <a:r>
              <a:rPr lang="fr-FR" smtClean="0"/>
              <a:t>        it’s taking me higher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18-  OUVRE LES CIEUX SUR MOI MONTRE-MOI</a:t>
            </a:r>
          </a:p>
          <a:p>
            <a:pPr>
              <a:defRPr/>
            </a:pPr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   the way that you set before me i can hear the sound and
	20-  QUI NOUS EMMÈNE PLUS HAUT </a:t>
            </a:r>
          </a:p>
          <a:p>
            <a:pPr>
              <a:defRPr/>
            </a:pPr>
            <a:r>
              <a:rPr lang="fr-FR" smtClean="0"/>
              <a:t>                           it’s taking us higher
	21-  IL NOUS EMMÈNE PLUS HAUT IL NOUS EMMÈNE PLUS HAUT </a:t>
            </a:r>
          </a:p>
          <a:p>
            <a:pPr>
              <a:defRPr/>
            </a:pPr>
            <a:r>
              <a:rPr lang="fr-FR" smtClean="0"/>
              <a:t>                            it’s taking us higher</a:t>
            </a:r>
          </a:p>
          <a:p>
            <a:pPr>
              <a:defRPr/>
            </a:pPr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pPr>
              <a:defRPr/>
            </a:pPr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pPr>
              <a:defRPr/>
            </a:pPr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pPr>
              <a:defRPr/>
            </a:pPr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pPr>
              <a:defRPr/>
            </a:pPr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pPr>
              <a:defRPr/>
            </a:pPr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  <p:sp>
        <p:nvSpPr>
          <p:cNvPr id="890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OUVRE LES CIEUX SUR MOI UNE PORTE OUVERTE SE TIENT DEVANT MOI</a:t>
            </a:r>
          </a:p>
          <a:p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r>
              <a:rPr lang="fr-FR" smtClean="0"/>
              <a:t>      i can see the light and it’s taking me higher
3-  ELLE M’EMMÈNE PLUS HAUT</a:t>
            </a:r>
          </a:p>
          <a:p>
            <a:r>
              <a:rPr lang="fr-FR" smtClean="0"/>
              <a:t>      it’s taking me higher</a:t>
            </a:r>
          </a:p>
          <a:p>
            <a:r>
              <a:rPr lang="fr-FR" smtClean="0"/>
              <a:t>    </a:t>
            </a:r>
          </a:p>
          <a:p>
            <a:r>
              <a:rPr lang="fr-FR" smtClean="0"/>
              <a:t>	4-  OUVRE LES CIEUX SUR MOI MONTRE-MOI</a:t>
            </a:r>
          </a:p>
          <a:p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r>
              <a:rPr lang="fr-FR" smtClean="0"/>
              <a:t>                        the way that you set before me i can hear the sound 
	6-  ET IL M’EMMÈNE PLUS HAUT </a:t>
            </a:r>
          </a:p>
          <a:p>
            <a:r>
              <a:rPr lang="fr-FR" smtClean="0"/>
              <a:t>                         and it’s taking me higher
	7-  IL M’EMMÈNE PLUS HAUT IL M’EMMÈNE PLUS HAUT </a:t>
            </a:r>
          </a:p>
          <a:p>
            <a:r>
              <a:rPr lang="fr-FR" smtClean="0"/>
              <a:t>                         its taking me higher
	8-  IL M’EMMÈNE PLUS HAUT </a:t>
            </a:r>
          </a:p>
          <a:p>
            <a:r>
              <a:rPr lang="fr-FR" smtClean="0"/>
              <a:t>                         its taking me higher</a:t>
            </a:r>
          </a:p>
          <a:p>
            <a:r>
              <a:rPr lang="fr-FR" smtClean="0"/>
              <a:t>   </a:t>
            </a:r>
          </a:p>
          <a:p>
            <a:r>
              <a:rPr lang="fr-FR" smtClean="0"/>
              <a:t>9-  TU ME DONNES L’AMOUR INFINI ET TOUT CE DONT J’AI BESOIN ICI </a:t>
            </a:r>
          </a:p>
          <a:p>
            <a:r>
              <a:rPr lang="fr-FR" smtClean="0"/>
              <a:t>     you've given me love unfailing you've given me everything i need</a:t>
            </a:r>
          </a:p>
          <a:p>
            <a:r>
              <a:rPr lang="fr-FR" smtClean="0"/>
              <a:t> 10-  TU ME DONNES TA FAVEUR ET AUSSI JE PEUX VOIR ET J’ENTENDS </a:t>
            </a:r>
          </a:p>
          <a:p>
            <a:r>
              <a:rPr lang="fr-FR" smtClean="0"/>
              <a:t>      you've given me favor given me eyes to see, ears to hear</a:t>
            </a:r>
          </a:p>
          <a:p>
            <a:r>
              <a:rPr lang="fr-FR" smtClean="0"/>
              <a:t> 11-  TES PROMESSES POUR MOI </a:t>
            </a:r>
          </a:p>
          <a:p>
            <a:r>
              <a:rPr lang="fr-FR" smtClean="0"/>
              <a:t>      your promises for me   
</a:t>
            </a:r>
          </a:p>
          <a:p>
            <a:r>
              <a:rPr lang="fr-FR" smtClean="0"/>
              <a:t>	12-  TES VOIES DÉPASSENT MES VOIES TES PENSÉES PLUS GRANDES QUE MOI </a:t>
            </a:r>
          </a:p>
          <a:p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endParaRPr lang="fr-FR" smtClean="0"/>
          </a:p>
          <a:p>
            <a:r>
              <a:rPr lang="fr-FR" smtClean="0"/>
              <a:t>15-  OUVRE LES CIEUX SUR MOI UNE PORTE OUVERTE SE TIENT DEVANT MOI</a:t>
            </a:r>
          </a:p>
          <a:p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r>
              <a:rPr lang="fr-FR" smtClean="0"/>
              <a:t>        i can see the light and it’s taking me higher
17-  ELLE M’EMMÈNE PLUS HAUT</a:t>
            </a:r>
          </a:p>
          <a:p>
            <a:r>
              <a:rPr lang="fr-FR" smtClean="0"/>
              <a:t>        it’s taking me higher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18-  OUVRE LES CIEUX SUR MOI MONTRE-MOI</a:t>
            </a:r>
          </a:p>
          <a:p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r>
              <a:rPr lang="fr-FR" smtClean="0"/>
              <a:t>                           the way that you set before me i can hear the sound and
	20-  QUI NOUS EMMÈNE PLUS HAUT </a:t>
            </a:r>
          </a:p>
          <a:p>
            <a:r>
              <a:rPr lang="fr-FR" smtClean="0"/>
              <a:t>                           it’s taking us higher
	21-  IL NOUS EMMÈNE PLUS HAUT IL NOUS EMMÈNE PLUS HAUT </a:t>
            </a:r>
          </a:p>
          <a:p>
            <a:r>
              <a:rPr lang="fr-FR" smtClean="0"/>
              <a:t>                            it’s taking us higher</a:t>
            </a:r>
          </a:p>
          <a:p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pPr>
              <a:defRPr/>
            </a:pPr>
            <a:r>
              <a:rPr lang="fr-FR" smtClean="0"/>
              <a:t>      i can see the light and it’s taking me higher
3-  ELLE M’EMMÈNE PLUS HAUT</a:t>
            </a:r>
          </a:p>
          <a:p>
            <a:pPr>
              <a:defRPr/>
            </a:pPr>
            <a:r>
              <a:rPr lang="fr-FR" smtClean="0"/>
              <a:t>      it’s taking me higher</a:t>
            </a:r>
          </a:p>
          <a:p>
            <a:pPr>
              <a:defRPr/>
            </a:pPr>
            <a:r>
              <a:rPr lang="fr-FR" smtClean="0"/>
              <a:t>    </a:t>
            </a:r>
          </a:p>
          <a:p>
            <a:pPr>
              <a:defRPr/>
            </a:pPr>
            <a:r>
              <a:rPr lang="fr-FR" smtClean="0"/>
              <a:t>	4-  OUVRE LES CIEUX SUR MOI MONTRE-MOI</a:t>
            </a:r>
          </a:p>
          <a:p>
            <a:pPr>
              <a:defRPr/>
            </a:pPr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the way that you set before me i can hear the sound 
	6-  ET IL M’EMMÈNE PLUS HAUT </a:t>
            </a:r>
          </a:p>
          <a:p>
            <a:pPr>
              <a:defRPr/>
            </a:pPr>
            <a:r>
              <a:rPr lang="fr-FR" smtClean="0"/>
              <a:t>                         and it’s taking me higher
	7-  IL M’EMMÈNE PLUS HAUT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
	8- 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</a:t>
            </a:r>
          </a:p>
          <a:p>
            <a:pPr>
              <a:defRPr/>
            </a:pPr>
            <a:r>
              <a:rPr lang="fr-FR" smtClean="0"/>
              <a:t>   </a:t>
            </a:r>
          </a:p>
          <a:p>
            <a:pPr>
              <a:defRPr/>
            </a:pPr>
            <a:r>
              <a:rPr lang="fr-FR" smtClean="0"/>
              <a:t>9-  TU ME DONNES L’AMOUR INFINI ET TOUT CE DONT J’AI BESOIN ICI </a:t>
            </a:r>
          </a:p>
          <a:p>
            <a:pPr>
              <a:defRPr/>
            </a:pPr>
            <a:r>
              <a:rPr lang="fr-FR" smtClean="0"/>
              <a:t>     you've given me love unfailing you've given me everything i need</a:t>
            </a:r>
          </a:p>
          <a:p>
            <a:pPr>
              <a:defRPr/>
            </a:pPr>
            <a:r>
              <a:rPr lang="fr-FR" smtClean="0"/>
              <a:t> 10-  TU ME DONNES TA FAVEUR ET AUSSI JE PEUX VOIR ET J’ENTENDS </a:t>
            </a:r>
          </a:p>
          <a:p>
            <a:pPr>
              <a:defRPr/>
            </a:pPr>
            <a:r>
              <a:rPr lang="fr-FR" smtClean="0"/>
              <a:t>      you've given me favor given me eyes to see, ears to hear</a:t>
            </a:r>
          </a:p>
          <a:p>
            <a:pPr>
              <a:defRPr/>
            </a:pPr>
            <a:r>
              <a:rPr lang="fr-FR" smtClean="0"/>
              <a:t> 11-  TES PROMESSES POUR MOI </a:t>
            </a:r>
          </a:p>
          <a:p>
            <a:pPr>
              <a:defRPr/>
            </a:pPr>
            <a:r>
              <a:rPr lang="fr-FR" smtClean="0"/>
              <a:t>      your promises for me   
</a:t>
            </a:r>
          </a:p>
          <a:p>
            <a:pPr>
              <a:defRPr/>
            </a:pPr>
            <a:r>
              <a:rPr lang="fr-FR" smtClean="0"/>
              <a:t>	12-  TES VOIES DÉPASSENT MES VOIES TES PENSÉES PLUS GRANDES QUE MOI </a:t>
            </a:r>
          </a:p>
          <a:p>
            <a:pPr>
              <a:defRPr/>
            </a:pPr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pPr>
              <a:defRPr/>
            </a:pPr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pPr>
              <a:defRPr/>
            </a:pPr>
            <a:r>
              <a:rPr lang="fr-FR" smtClean="0"/>
              <a:t>        i can see the light and it’s taking me higher
17-  ELLE M’EMMÈNE PLUS HAUT</a:t>
            </a:r>
          </a:p>
          <a:p>
            <a:pPr>
              <a:defRPr/>
            </a:pPr>
            <a:r>
              <a:rPr lang="fr-FR" smtClean="0"/>
              <a:t>        it’s taking me higher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18-  OUVRE LES CIEUX SUR MOI MONTRE-MOI</a:t>
            </a:r>
          </a:p>
          <a:p>
            <a:pPr>
              <a:defRPr/>
            </a:pPr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   the way that you set before me i can hear the sound and
	20-  QUI NOUS EMMÈNE PLUS HAUT </a:t>
            </a:r>
          </a:p>
          <a:p>
            <a:pPr>
              <a:defRPr/>
            </a:pPr>
            <a:r>
              <a:rPr lang="fr-FR" smtClean="0"/>
              <a:t>                           it’s taking us higher
	21-  IL NOUS EMMÈNE PLUS HAUT IL NOUS EMMÈNE PLUS HAUT </a:t>
            </a:r>
          </a:p>
          <a:p>
            <a:pPr>
              <a:defRPr/>
            </a:pPr>
            <a:r>
              <a:rPr lang="fr-FR" smtClean="0"/>
              <a:t>                            it’s taking us higher</a:t>
            </a:r>
          </a:p>
          <a:p>
            <a:pPr>
              <a:defRPr/>
            </a:pPr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pPr>
              <a:defRPr/>
            </a:pPr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pPr>
              <a:defRPr/>
            </a:pPr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pPr>
              <a:defRPr/>
            </a:pPr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pPr>
              <a:defRPr/>
            </a:pPr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pPr>
              <a:defRPr/>
            </a:pPr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  <p:sp>
        <p:nvSpPr>
          <p:cNvPr id="901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OUVRE LES CIEUX SUR MOI UNE PORTE OUVERTE SE TIENT DEVANT MOI</a:t>
            </a:r>
          </a:p>
          <a:p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r>
              <a:rPr lang="fr-FR" smtClean="0"/>
              <a:t>      i can see the light and it’s taking me higher
3-  ELLE M’EMMÈNE PLUS HAUT</a:t>
            </a:r>
          </a:p>
          <a:p>
            <a:r>
              <a:rPr lang="fr-FR" smtClean="0"/>
              <a:t>      it’s taking me higher</a:t>
            </a:r>
          </a:p>
          <a:p>
            <a:r>
              <a:rPr lang="fr-FR" smtClean="0"/>
              <a:t>    </a:t>
            </a:r>
          </a:p>
          <a:p>
            <a:r>
              <a:rPr lang="fr-FR" smtClean="0"/>
              <a:t>	4-  OUVRE LES CIEUX SUR MOI MONTRE-MOI</a:t>
            </a:r>
          </a:p>
          <a:p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r>
              <a:rPr lang="fr-FR" smtClean="0"/>
              <a:t>                        the way that you set before me i can hear the sound 
	6-  ET IL M’EMMÈNE PLUS HAUT </a:t>
            </a:r>
          </a:p>
          <a:p>
            <a:r>
              <a:rPr lang="fr-FR" smtClean="0"/>
              <a:t>                         and it’s taking me higher
	7-  IL M’EMMÈNE PLUS HAUT IL M’EMMÈNE PLUS HAUT </a:t>
            </a:r>
          </a:p>
          <a:p>
            <a:r>
              <a:rPr lang="fr-FR" smtClean="0"/>
              <a:t>                         its taking me higher
	8-  IL M’EMMÈNE PLUS HAUT </a:t>
            </a:r>
          </a:p>
          <a:p>
            <a:r>
              <a:rPr lang="fr-FR" smtClean="0"/>
              <a:t>                         its taking me higher</a:t>
            </a:r>
          </a:p>
          <a:p>
            <a:r>
              <a:rPr lang="fr-FR" smtClean="0"/>
              <a:t>   </a:t>
            </a:r>
          </a:p>
          <a:p>
            <a:r>
              <a:rPr lang="fr-FR" smtClean="0"/>
              <a:t>9-  TU ME DONNES L’AMOUR INFINI ET TOUT CE DONT J’AI BESOIN ICI </a:t>
            </a:r>
          </a:p>
          <a:p>
            <a:r>
              <a:rPr lang="fr-FR" smtClean="0"/>
              <a:t>     you've given me love unfailing you've given me everything i need</a:t>
            </a:r>
          </a:p>
          <a:p>
            <a:r>
              <a:rPr lang="fr-FR" smtClean="0"/>
              <a:t> 10-  TU ME DONNES TA FAVEUR ET AUSSI JE PEUX VOIR ET J’ENTENDS </a:t>
            </a:r>
          </a:p>
          <a:p>
            <a:r>
              <a:rPr lang="fr-FR" smtClean="0"/>
              <a:t>      you've given me favor given me eyes to see, ears to hear</a:t>
            </a:r>
          </a:p>
          <a:p>
            <a:r>
              <a:rPr lang="fr-FR" smtClean="0"/>
              <a:t> 11-  TES PROMESSES POUR MOI </a:t>
            </a:r>
          </a:p>
          <a:p>
            <a:r>
              <a:rPr lang="fr-FR" smtClean="0"/>
              <a:t>      your promises for me   
</a:t>
            </a:r>
          </a:p>
          <a:p>
            <a:r>
              <a:rPr lang="fr-FR" smtClean="0"/>
              <a:t>	12-  TES VOIES DÉPASSENT MES VOIES TES PENSÉES PLUS GRANDES QUE MOI </a:t>
            </a:r>
          </a:p>
          <a:p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endParaRPr lang="fr-FR" smtClean="0"/>
          </a:p>
          <a:p>
            <a:r>
              <a:rPr lang="fr-FR" smtClean="0"/>
              <a:t>15-  OUVRE LES CIEUX SUR MOI UNE PORTE OUVERTE SE TIENT DEVANT MOI</a:t>
            </a:r>
          </a:p>
          <a:p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r>
              <a:rPr lang="fr-FR" smtClean="0"/>
              <a:t>        i can see the light and it’s taking me higher
17-  ELLE M’EMMÈNE PLUS HAUT</a:t>
            </a:r>
          </a:p>
          <a:p>
            <a:r>
              <a:rPr lang="fr-FR" smtClean="0"/>
              <a:t>        it’s taking me higher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18-  OUVRE LES CIEUX SUR MOI MONTRE-MOI</a:t>
            </a:r>
          </a:p>
          <a:p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r>
              <a:rPr lang="fr-FR" smtClean="0"/>
              <a:t>                           the way that you set before me i can hear the sound and
	20-  QUI NOUS EMMÈNE PLUS HAUT </a:t>
            </a:r>
          </a:p>
          <a:p>
            <a:r>
              <a:rPr lang="fr-FR" smtClean="0"/>
              <a:t>                           it’s taking us higher
	21-  IL NOUS EMMÈNE PLUS HAUT IL NOUS EMMÈNE PLUS HAUT </a:t>
            </a:r>
          </a:p>
          <a:p>
            <a:r>
              <a:rPr lang="fr-FR" smtClean="0"/>
              <a:t>                            it’s taking us higher</a:t>
            </a:r>
          </a:p>
          <a:p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0A7424-8A03-49EF-8E7A-823050D9330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F923DD-ADC5-4F30-BDE2-3990973322E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80C346-01B0-4F72-944E-953A1E7358F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6F018D-A66C-46A0-BFC0-44A689E2424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17B016-5953-48A1-9C4D-B939F1CC7C0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9507AB-7733-495E-8B61-91A571F56A0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FB9C66-D6D1-4BCE-A285-3BA79BA5A47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04614B-E8C5-4C04-953C-A36EC2D719C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AA812E-F59C-4651-84ED-B59D09F29D6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E3C00A-1E3E-4A22-8BF2-051CAA8B971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9ACAAC-E330-4CBF-820D-1C35AA035ED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107AFDE7-B609-4765-BAFD-B7F0CCB3743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93899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OUVRE LES CIEUX SUR MOI UNE PORTE OUVERTE SE TIENT DEVANT MOI 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VOIS LA LUMIÈRE ET ELLE M’EMMÈNE PLUS HAUT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93899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ELLE M’EMMÈNE PLUS HAUT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 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93899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OUVRE LES CIEUX SUR MOI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MONTRE-MOI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VOIE QUE TU AS TRACÉE POUR MOI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OUI J’ENTENDS CE SON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IL M’EMMÈNE PLUS HAUT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93899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M’EMMÈNE PLUS HAUT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M’EMMÈNE PLUS HAUT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93899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M’EMMÈNE PLUS HAUT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 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93899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ME DONNES L’AMOUR INFINI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TOUT CE DONT J’AI BESOIN ICI</a:t>
            </a:r>
          </a:p>
          <a:p>
            <a:pPr algn="ctr">
              <a:defRPr/>
            </a:pP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93899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ME DONNES TA FAVEUR ET AUSSI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PEUX VOIR ET J’ENTENDS</a:t>
            </a:r>
          </a:p>
          <a:p>
            <a:pPr algn="ctr">
              <a:defRPr/>
            </a:pP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93899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TES PROMESSES POUR MOI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 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93899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TES VOIES DÉPASSENT MES VOIES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TES PENSÉES PLUS GRANDES QUE MOI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93899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ME CONFIE EN TA PAROLE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FAIS UN PAS DE FOI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93899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PAR CETTE PORTE D’ENTRÉE 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JUSQU’À MA DESTINÉE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93899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OUVRE LES CIEUX SUR MOI UNE PORTE OUVERTE SE TIENT DEVANT MOI 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VOIS LA LUMIÈRE ET ELLE M’EMMÈNE PLUS HAUT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ELLE M’EMMÈNE PLUS HAUT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OUVRE LES CIEUX SUR MOI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MONTRE-MOI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VOIE QUE TU AS TRACÉE POUR MOI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OUI J’ENTENDS CE SON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QUI NOUS EMMÈNE PLUS HAUT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93899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NOUS EMMÈNE PLUS HAUT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NOUS EMMÈNE PLUS HAUT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OPEN UP THE HEAVENS THERE’S AN OPEN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DOOR STANDING RIGHT BEFORE ME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 CAN SEE THE LIGHT AND IT’S TAKING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ME HIGHER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IT’S TAKING ME HIGHER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93899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OPEN UP THE HEAVENS LET ME SEE THE WAY THAT YOU SET BEFORE ME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93899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 CAN HEAR THE SOUND AND IT’S TAKING</a:t>
            </a:r>
          </a:p>
          <a:p>
            <a:pPr algn="ctr">
              <a:defRPr/>
            </a:pP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ME HIGHER ITS TAKING ME HIGHER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93899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YOU'VE GIVEN ME LOVE UNFAILING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YOU'VE GIVEN ME EVERYTHING I NEED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YOU'VE GIVEN ME FAVOR GIVEN ME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93899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EYES TO SEE, EARS TO HEAR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YOUR PROMISES FOR ME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YOUR WAYS ARE HIGHER THAN MINE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YOUR THOUGHTS ARE HIGHER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THAN MINE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 PUT MY TRUST IN YOUR WORDS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93899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AND SO I TAKE A STEP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THROUGH THE OPEN DOOR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93899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INTO MY DESTINY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 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93899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OPEN UP THE HEAVENS</a:t>
            </a:r>
          </a:p>
          <a:p>
            <a:pPr algn="ctr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THERE’S AN OPEN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DOOR STANDING RIGHT BEFORE ME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 CAN SEE THE LIGHT AND IT’S TAKING ME HIGHER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93899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IT’S TAKING ME HIGHER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 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93899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OPEN UP THE HEAVENS LET ME SEE THE WAY THAT YOU SET BEFORE ME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 CAN HEAR THE SOUND AND IT’S TAKING US HIGHER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ITS TAKING US HIGHER
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1477</TotalTime>
  <Words>2580</Words>
  <Application>Microsoft Office PowerPoint</Application>
  <PresentationFormat>On-screen Show (4:3)</PresentationFormat>
  <Paragraphs>3333</Paragraphs>
  <Slides>43</Slides>
  <Notes>43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43</vt:i4>
      </vt:variant>
    </vt:vector>
  </HeadingPairs>
  <TitlesOfParts>
    <vt:vector size="47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  <vt:lpstr>Diapositive 22</vt:lpstr>
      <vt:lpstr>Diapositive 23</vt:lpstr>
      <vt:lpstr>Diapositive 24</vt:lpstr>
      <vt:lpstr>Diapositive 25</vt:lpstr>
      <vt:lpstr>Diapositive 26</vt:lpstr>
      <vt:lpstr>Diapositive 27</vt:lpstr>
      <vt:lpstr>Diapositive 28</vt:lpstr>
      <vt:lpstr>Diapositive 29</vt:lpstr>
      <vt:lpstr>Diapositive 30</vt:lpstr>
      <vt:lpstr>Diapositive 31</vt:lpstr>
      <vt:lpstr>Diapositive 32</vt:lpstr>
      <vt:lpstr>Diapositive 33</vt:lpstr>
      <vt:lpstr>Diapositive 34</vt:lpstr>
      <vt:lpstr>Diapositive 35</vt:lpstr>
      <vt:lpstr>Diapositive 36</vt:lpstr>
      <vt:lpstr>Diapositive 37</vt:lpstr>
      <vt:lpstr>Diapositive 38</vt:lpstr>
      <vt:lpstr>Diapositive 39</vt:lpstr>
      <vt:lpstr>Diapositive 40</vt:lpstr>
      <vt:lpstr>Diapositive 41</vt:lpstr>
      <vt:lpstr>Diapositive 42</vt:lpstr>
      <vt:lpstr>Diapositive 43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137</cp:revision>
  <dcterms:created xsi:type="dcterms:W3CDTF">2002-08-17T10:50:50Z</dcterms:created>
  <dcterms:modified xsi:type="dcterms:W3CDTF">2015-02-08T07:52:47Z</dcterms:modified>
</cp:coreProperties>
</file>