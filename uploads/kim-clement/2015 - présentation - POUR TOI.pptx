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0" r:id="rId2"/>
    <p:sldId id="271" r:id="rId3"/>
    <p:sldId id="272" r:id="rId4"/>
    <p:sldId id="273" r:id="rId5"/>
    <p:sldId id="274" r:id="rId6"/>
    <p:sldId id="275" r:id="rId7"/>
    <p:sldId id="277" r:id="rId8"/>
    <p:sldId id="287" r:id="rId9"/>
    <p:sldId id="286" r:id="rId10"/>
    <p:sldId id="288" r:id="rId11"/>
    <p:sldId id="279" r:id="rId12"/>
    <p:sldId id="289" r:id="rId13"/>
    <p:sldId id="290" r:id="rId14"/>
    <p:sldId id="281" r:id="rId15"/>
    <p:sldId id="282" r:id="rId16"/>
    <p:sldId id="285" r:id="rId17"/>
    <p:sldId id="283" r:id="rId18"/>
    <p:sldId id="284" r:id="rId1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43511" autoAdjust="0"/>
  </p:normalViewPr>
  <p:slideViewPr>
    <p:cSldViewPr>
      <p:cViewPr>
        <p:scale>
          <a:sx n="40" d="100"/>
          <a:sy n="40" d="100"/>
        </p:scale>
        <p:origin x="-1200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2706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9FFFC06-5B7F-4F66-B2D4-E9BE3FFE8F51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DE29188-A770-4A3A-9A56-F200DC128BCD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OUI POUR TOI, OUI POUR TOI,  EST CE CHANT DE MON CŒUR</a:t>
            </a:r>
          </a:p>
          <a:p>
            <a:pPr>
              <a:defRPr/>
            </a:pPr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pPr>
              <a:defRPr/>
            </a:pPr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pPr>
              <a:defRPr/>
            </a:pPr>
            <a:r>
              <a:rPr lang="fr-FR" smtClean="0"/>
              <a:t>     unto you, only you, i ascribe holy praise</a:t>
            </a:r>
          </a:p>
          <a:p>
            <a:pPr>
              <a:defRPr/>
            </a:pPr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JOUR ET NUIT, JE TE CHERCHERAI POUR TROUVER TA LUMIÈRE</a:t>
            </a:r>
          </a:p>
          <a:p>
            <a:pPr>
              <a:defRPr/>
            </a:pPr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pPr>
              <a:defRPr/>
            </a:pPr>
            <a:r>
              <a:rPr lang="fr-FR" smtClean="0"/>
              <a:t>7-  J’ÉCRIS À CELUI, À CELUI SEUL  QUI EST LUMIÈRE  </a:t>
            </a:r>
          </a:p>
          <a:p>
            <a:pPr>
              <a:defRPr/>
            </a:pPr>
            <a:r>
              <a:rPr lang="fr-FR" smtClean="0"/>
              <a:t>     i’ll send your light</a:t>
            </a:r>
          </a:p>
          <a:p>
            <a:pPr>
              <a:defRPr/>
            </a:pPr>
            <a:r>
              <a:rPr lang="fr-FR" smtClean="0"/>
              <a:t>8-  TU ES LUMIÈRE </a:t>
            </a:r>
          </a:p>
          <a:p>
            <a:pPr>
              <a:defRPr/>
            </a:pPr>
            <a:r>
              <a:rPr lang="fr-FR" smtClean="0"/>
              <a:t>     you are light</a:t>
            </a:r>
          </a:p>
          <a:p>
            <a:pPr>
              <a:defRPr/>
            </a:pPr>
            <a:r>
              <a:rPr lang="fr-FR" smtClean="0"/>
              <a:t>9-  J’ÉCRIS À CELUI, À CELUI SEUL QUI EST VIE</a:t>
            </a:r>
          </a:p>
          <a:p>
            <a:pPr>
              <a:defRPr/>
            </a:pPr>
            <a:r>
              <a:rPr lang="fr-FR" smtClean="0"/>
              <a:t>     i ascribe to the one, only one who is life</a:t>
            </a:r>
          </a:p>
          <a:p>
            <a:pPr>
              <a:defRPr/>
            </a:pPr>
            <a:r>
              <a:rPr lang="fr-FR" smtClean="0"/>
              <a:t>10-  TU ES VIE </a:t>
            </a:r>
          </a:p>
          <a:p>
            <a:pPr>
              <a:defRPr/>
            </a:pPr>
            <a:r>
              <a:rPr lang="fr-FR" smtClean="0"/>
              <a:t>       you are life</a:t>
            </a:r>
          </a:p>
          <a:p>
            <a:pPr>
              <a:defRPr/>
            </a:pPr>
            <a:r>
              <a:rPr lang="fr-FR" smtClean="0"/>
              <a:t>11-  J’ÉCRIS À CELUI À CELUI SEUL QUI EST GRÂCE</a:t>
            </a:r>
          </a:p>
          <a:p>
            <a:pPr>
              <a:defRPr/>
            </a:pPr>
            <a:r>
              <a:rPr lang="fr-FR" smtClean="0"/>
              <a:t>       i ascribe to the one, only one who is grace</a:t>
            </a:r>
          </a:p>
          <a:p>
            <a:pPr>
              <a:defRPr/>
            </a:pPr>
            <a:r>
              <a:rPr lang="fr-FR" smtClean="0"/>
              <a:t> 12-  TU ES GRÂCE</a:t>
            </a:r>
          </a:p>
          <a:p>
            <a:pPr>
              <a:defRPr/>
            </a:pPr>
            <a:r>
              <a:rPr lang="fr-FR" smtClean="0"/>
              <a:t>        you are grace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13-  J’ÉCRIS À CELUI</a:t>
            </a:r>
          </a:p>
          <a:p>
            <a:pPr>
              <a:defRPr/>
            </a:pPr>
            <a:r>
              <a:rPr lang="fr-FR" smtClean="0"/>
              <a:t>       i ascribe to the one</a:t>
            </a:r>
          </a:p>
          <a:p>
            <a:pPr>
              <a:defRPr/>
            </a:pPr>
            <a:r>
              <a:rPr lang="fr-FR" smtClean="0"/>
              <a:t>14-  À CELUI SEUL QUI EST FEU, FEU PUISSANCE, GRÂCE ET VÉRITÉ</a:t>
            </a:r>
          </a:p>
          <a:p>
            <a:pPr>
              <a:defRPr/>
            </a:pPr>
            <a:r>
              <a:rPr lang="fr-FR" smtClean="0"/>
              <a:t>       only one who is fire, fire, power, mercy and truth,</a:t>
            </a:r>
          </a:p>
          <a:p>
            <a:pPr>
              <a:defRPr/>
            </a:pPr>
            <a:r>
              <a:rPr lang="fr-FR" smtClean="0"/>
              <a:t>15-  IL EST ALPHA ET OMEGA LE COMMENCEMENT, LA FIN</a:t>
            </a:r>
          </a:p>
          <a:p>
            <a:pPr>
              <a:defRPr/>
            </a:pPr>
            <a:r>
              <a:rPr lang="fr-FR" smtClean="0"/>
              <a:t>       he is alpha and omega, beginning and the end</a:t>
            </a:r>
          </a:p>
          <a:p>
            <a:pPr>
              <a:defRPr/>
            </a:pPr>
            <a:r>
              <a:rPr lang="fr-FR" smtClean="0"/>
              <a:t>16-  IL EST VIVANT, RESSUSCITÉ SEIGNEUR SUR TOUTES CHOSES</a:t>
            </a:r>
          </a:p>
          <a:p>
            <a:pPr>
              <a:defRPr/>
            </a:pPr>
            <a:r>
              <a:rPr lang="fr-FR" smtClean="0"/>
              <a:t>       he is risen, resurrected ruler over everything</a:t>
            </a:r>
          </a:p>
          <a:p>
            <a:pPr>
              <a:defRPr/>
            </a:pPr>
            <a:r>
              <a:rPr lang="fr-FR" smtClean="0"/>
              <a:t>17-  À TOI SONT LE ROYAUME, LA PUISSANCE ET LA GLOIRE POUR TOUTE L’ÉTERNITÉ</a:t>
            </a:r>
          </a:p>
          <a:p>
            <a:pPr>
              <a:defRPr/>
            </a:pPr>
            <a:r>
              <a:rPr lang="fr-FR" smtClean="0"/>
              <a:t>       yours is the kingdom the power the glory forever and ever </a:t>
            </a:r>
          </a:p>
          <a:p>
            <a:pPr>
              <a:defRPr/>
            </a:pPr>
            <a:r>
              <a:rPr lang="fr-FR" smtClean="0"/>
              <a:t>18-  ET À JAMAIS</a:t>
            </a:r>
          </a:p>
          <a:p>
            <a:pPr>
              <a:defRPr/>
            </a:pPr>
            <a:r>
              <a:rPr lang="fr-FR" smtClean="0"/>
              <a:t>       and ever and 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 POUR TOI, OUI POUR TOI,  EST CE CHANT DE MON CŒUR</a:t>
            </a:r>
          </a:p>
          <a:p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r>
              <a:rPr lang="fr-FR" smtClean="0"/>
              <a:t>     unto you, only you, i ascribe holy praise</a:t>
            </a:r>
          </a:p>
          <a:p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endParaRPr lang="fr-FR" smtClean="0"/>
          </a:p>
          <a:p>
            <a:r>
              <a:rPr lang="fr-FR" smtClean="0"/>
              <a:t>5-  JOUR ET NUIT, JE TE CHERCHERAI POUR TROUVER TA LUMIÈRE</a:t>
            </a:r>
          </a:p>
          <a:p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r>
              <a:rPr lang="fr-FR" smtClean="0"/>
              <a:t>7-  J’ÉCRIS À CELUI, À CELUI SEUL  QUI EST LUMIÈRE  </a:t>
            </a:r>
          </a:p>
          <a:p>
            <a:r>
              <a:rPr lang="fr-FR" smtClean="0"/>
              <a:t>     i’ll send your light</a:t>
            </a:r>
          </a:p>
          <a:p>
            <a:r>
              <a:rPr lang="fr-FR" smtClean="0"/>
              <a:t>8-  TU ES LUMIÈRE </a:t>
            </a:r>
          </a:p>
          <a:p>
            <a:r>
              <a:rPr lang="fr-FR" smtClean="0"/>
              <a:t>     you are light</a:t>
            </a:r>
          </a:p>
          <a:p>
            <a:r>
              <a:rPr lang="fr-FR" smtClean="0"/>
              <a:t>9-  J’ÉCRIS À CELUI, À CELUI SEUL QUI EST VIE</a:t>
            </a:r>
          </a:p>
          <a:p>
            <a:r>
              <a:rPr lang="fr-FR" smtClean="0"/>
              <a:t>     i ascribe to the one, only one who is life</a:t>
            </a:r>
          </a:p>
          <a:p>
            <a:r>
              <a:rPr lang="fr-FR" smtClean="0"/>
              <a:t>10-  TU ES VIE </a:t>
            </a:r>
          </a:p>
          <a:p>
            <a:r>
              <a:rPr lang="fr-FR" smtClean="0"/>
              <a:t>       you are life</a:t>
            </a:r>
          </a:p>
          <a:p>
            <a:r>
              <a:rPr lang="fr-FR" smtClean="0"/>
              <a:t>11-  J’ÉCRIS À CELUI À CELUI SEUL QUI EST GRÂCE</a:t>
            </a:r>
          </a:p>
          <a:p>
            <a:r>
              <a:rPr lang="fr-FR" smtClean="0"/>
              <a:t>       i ascribe to the one, only one who is grace</a:t>
            </a:r>
          </a:p>
          <a:p>
            <a:r>
              <a:rPr lang="fr-FR" smtClean="0"/>
              <a:t> 12-  TU ES GRÂCE</a:t>
            </a:r>
          </a:p>
          <a:p>
            <a:r>
              <a:rPr lang="fr-FR" smtClean="0"/>
              <a:t>        you are grace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J’ÉCRIS À CELUI</a:t>
            </a:r>
          </a:p>
          <a:p>
            <a:r>
              <a:rPr lang="fr-FR" smtClean="0"/>
              <a:t>       i ascribe to the one</a:t>
            </a:r>
          </a:p>
          <a:p>
            <a:r>
              <a:rPr lang="fr-FR" smtClean="0"/>
              <a:t>14-  À CELUI SEUL QUI EST FEU, FEU PUISSANCE, GRÂCE ET VÉRITÉ</a:t>
            </a:r>
          </a:p>
          <a:p>
            <a:r>
              <a:rPr lang="fr-FR" smtClean="0"/>
              <a:t>       only one who is fire, fire, power, mercy and truth,</a:t>
            </a:r>
          </a:p>
          <a:p>
            <a:r>
              <a:rPr lang="fr-FR" smtClean="0"/>
              <a:t>15-  IL EST ALPHA ET OMEGA LE COMMENCEMENT, LA FIN</a:t>
            </a:r>
          </a:p>
          <a:p>
            <a:r>
              <a:rPr lang="fr-FR" smtClean="0"/>
              <a:t>       he is alpha and omega, beginning and the end</a:t>
            </a:r>
          </a:p>
          <a:p>
            <a:r>
              <a:rPr lang="fr-FR" smtClean="0"/>
              <a:t>16-  IL EST VIVANT, RESSUSCITÉ SEIGNEUR SUR TOUTES CHOSES</a:t>
            </a:r>
          </a:p>
          <a:p>
            <a:r>
              <a:rPr lang="fr-FR" smtClean="0"/>
              <a:t>       he is risen, resurrected ruler over everything</a:t>
            </a:r>
          </a:p>
          <a:p>
            <a:r>
              <a:rPr lang="fr-FR" smtClean="0"/>
              <a:t>17-  À TOI SONT LE ROYAUME, LA PUISSANCE ET LA GLOIRE POUR TOUTE L’ÉTERNITÉ</a:t>
            </a:r>
          </a:p>
          <a:p>
            <a:r>
              <a:rPr lang="fr-FR" smtClean="0"/>
              <a:t>       yours is the kingdom the power the glory forever and ever </a:t>
            </a:r>
          </a:p>
          <a:p>
            <a:r>
              <a:rPr lang="fr-FR" smtClean="0"/>
              <a:t>18-  ET À JAMAIS</a:t>
            </a:r>
          </a:p>
          <a:p>
            <a:r>
              <a:rPr lang="fr-FR" smtClean="0"/>
              <a:t>       and ever and ever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OUI POUR TOI, OUI POUR TOI,  EST CE CHANT DE MON CŒUR</a:t>
            </a:r>
          </a:p>
          <a:p>
            <a:pPr>
              <a:defRPr/>
            </a:pPr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pPr>
              <a:defRPr/>
            </a:pPr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pPr>
              <a:defRPr/>
            </a:pPr>
            <a:r>
              <a:rPr lang="fr-FR" smtClean="0"/>
              <a:t>     unto you, only you, i ascribe holy praise</a:t>
            </a:r>
          </a:p>
          <a:p>
            <a:pPr>
              <a:defRPr/>
            </a:pPr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JOUR ET NUIT, JE TE CHERCHERAI POUR TROUVER TA LUMIÈRE</a:t>
            </a:r>
          </a:p>
          <a:p>
            <a:pPr>
              <a:defRPr/>
            </a:pPr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pPr>
              <a:defRPr/>
            </a:pPr>
            <a:r>
              <a:rPr lang="fr-FR" smtClean="0"/>
              <a:t>7-  J’ÉCRIS À CELUI, À CELUI SEUL  QUI EST LUMIÈRE  </a:t>
            </a:r>
          </a:p>
          <a:p>
            <a:pPr>
              <a:defRPr/>
            </a:pPr>
            <a:r>
              <a:rPr lang="fr-FR" smtClean="0"/>
              <a:t>     i’ll send your light</a:t>
            </a:r>
          </a:p>
          <a:p>
            <a:pPr>
              <a:defRPr/>
            </a:pPr>
            <a:r>
              <a:rPr lang="fr-FR" smtClean="0"/>
              <a:t>8-  TU ES LUMIÈRE </a:t>
            </a:r>
          </a:p>
          <a:p>
            <a:pPr>
              <a:defRPr/>
            </a:pPr>
            <a:r>
              <a:rPr lang="fr-FR" smtClean="0"/>
              <a:t>     you are light</a:t>
            </a:r>
          </a:p>
          <a:p>
            <a:pPr>
              <a:defRPr/>
            </a:pPr>
            <a:r>
              <a:rPr lang="fr-FR" smtClean="0"/>
              <a:t>9-  J’ÉCRIS À CELUI, À CELUI SEUL QUI EST VIE</a:t>
            </a:r>
          </a:p>
          <a:p>
            <a:pPr>
              <a:defRPr/>
            </a:pPr>
            <a:r>
              <a:rPr lang="fr-FR" smtClean="0"/>
              <a:t>     i ascribe to the one, only one who is life</a:t>
            </a:r>
          </a:p>
          <a:p>
            <a:pPr>
              <a:defRPr/>
            </a:pPr>
            <a:r>
              <a:rPr lang="fr-FR" smtClean="0"/>
              <a:t>10-  TU ES VIE </a:t>
            </a:r>
          </a:p>
          <a:p>
            <a:pPr>
              <a:defRPr/>
            </a:pPr>
            <a:r>
              <a:rPr lang="fr-FR" smtClean="0"/>
              <a:t>       you are life</a:t>
            </a:r>
          </a:p>
          <a:p>
            <a:pPr>
              <a:defRPr/>
            </a:pPr>
            <a:r>
              <a:rPr lang="fr-FR" smtClean="0"/>
              <a:t>11-  J’ÉCRIS À CELUI À CELUI SEUL QUI EST GRÂCE</a:t>
            </a:r>
          </a:p>
          <a:p>
            <a:pPr>
              <a:defRPr/>
            </a:pPr>
            <a:r>
              <a:rPr lang="fr-FR" smtClean="0"/>
              <a:t>       i ascribe to the one, only one who is grace</a:t>
            </a:r>
          </a:p>
          <a:p>
            <a:pPr>
              <a:defRPr/>
            </a:pPr>
            <a:r>
              <a:rPr lang="fr-FR" smtClean="0"/>
              <a:t> 12-  TU ES GRÂCE</a:t>
            </a:r>
          </a:p>
          <a:p>
            <a:pPr>
              <a:defRPr/>
            </a:pPr>
            <a:r>
              <a:rPr lang="fr-FR" smtClean="0"/>
              <a:t>        you are grace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13-  J’ÉCRIS À CELUI</a:t>
            </a:r>
          </a:p>
          <a:p>
            <a:pPr>
              <a:defRPr/>
            </a:pPr>
            <a:r>
              <a:rPr lang="fr-FR" smtClean="0"/>
              <a:t>       i ascribe to the one</a:t>
            </a:r>
          </a:p>
          <a:p>
            <a:pPr>
              <a:defRPr/>
            </a:pPr>
            <a:r>
              <a:rPr lang="fr-FR" smtClean="0"/>
              <a:t>14-  À CELUI SEUL QUI EST FEU, FEU PUISSANCE, GRÂCE ET VÉRITÉ</a:t>
            </a:r>
          </a:p>
          <a:p>
            <a:pPr>
              <a:defRPr/>
            </a:pPr>
            <a:r>
              <a:rPr lang="fr-FR" smtClean="0"/>
              <a:t>       only one who is fire, fire, power, mercy and truth,</a:t>
            </a:r>
          </a:p>
          <a:p>
            <a:pPr>
              <a:defRPr/>
            </a:pPr>
            <a:r>
              <a:rPr lang="fr-FR" smtClean="0"/>
              <a:t>15-  IL EST ALPHA ET OMEGA LE COMMENCEMENT, LA FIN</a:t>
            </a:r>
          </a:p>
          <a:p>
            <a:pPr>
              <a:defRPr/>
            </a:pPr>
            <a:r>
              <a:rPr lang="fr-FR" smtClean="0"/>
              <a:t>       he is alpha and omega, beginning and the end</a:t>
            </a:r>
          </a:p>
          <a:p>
            <a:pPr>
              <a:defRPr/>
            </a:pPr>
            <a:r>
              <a:rPr lang="fr-FR" smtClean="0"/>
              <a:t>16-  IL EST VIVANT, RESSUSCITÉ SEIGNEUR SUR TOUTES CHOSES</a:t>
            </a:r>
          </a:p>
          <a:p>
            <a:pPr>
              <a:defRPr/>
            </a:pPr>
            <a:r>
              <a:rPr lang="fr-FR" smtClean="0"/>
              <a:t>       he is risen, resurrected ruler over everything</a:t>
            </a:r>
          </a:p>
          <a:p>
            <a:pPr>
              <a:defRPr/>
            </a:pPr>
            <a:r>
              <a:rPr lang="fr-FR" smtClean="0"/>
              <a:t>17-  À TOI SONT LE ROYAUME, LA PUISSANCE ET LA GLOIRE POUR TOUTE L’ÉTERNITÉ</a:t>
            </a:r>
          </a:p>
          <a:p>
            <a:pPr>
              <a:defRPr/>
            </a:pPr>
            <a:r>
              <a:rPr lang="fr-FR" smtClean="0"/>
              <a:t>       yours is the kingdom the power the glory forever and ever </a:t>
            </a:r>
          </a:p>
          <a:p>
            <a:pPr>
              <a:defRPr/>
            </a:pPr>
            <a:r>
              <a:rPr lang="fr-FR" smtClean="0"/>
              <a:t>18-  ET À JAMAIS</a:t>
            </a:r>
          </a:p>
          <a:p>
            <a:pPr>
              <a:defRPr/>
            </a:pPr>
            <a:r>
              <a:rPr lang="fr-FR" smtClean="0"/>
              <a:t>       and ever and 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 POUR TOI, OUI POUR TOI,  EST CE CHANT DE MON CŒUR</a:t>
            </a:r>
          </a:p>
          <a:p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r>
              <a:rPr lang="fr-FR" smtClean="0"/>
              <a:t>     unto you, only you, i ascribe holy praise</a:t>
            </a:r>
          </a:p>
          <a:p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endParaRPr lang="fr-FR" smtClean="0"/>
          </a:p>
          <a:p>
            <a:r>
              <a:rPr lang="fr-FR" smtClean="0"/>
              <a:t>5-  JOUR ET NUIT, JE TE CHERCHERAI POUR TROUVER TA LUMIÈRE</a:t>
            </a:r>
          </a:p>
          <a:p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r>
              <a:rPr lang="fr-FR" smtClean="0"/>
              <a:t>7-  J’ÉCRIS À CELUI, À CELUI SEUL  QUI EST LUMIÈRE  </a:t>
            </a:r>
          </a:p>
          <a:p>
            <a:r>
              <a:rPr lang="fr-FR" smtClean="0"/>
              <a:t>     i’ll send your light</a:t>
            </a:r>
          </a:p>
          <a:p>
            <a:r>
              <a:rPr lang="fr-FR" smtClean="0"/>
              <a:t>8-  TU ES LUMIÈRE </a:t>
            </a:r>
          </a:p>
          <a:p>
            <a:r>
              <a:rPr lang="fr-FR" smtClean="0"/>
              <a:t>     you are light</a:t>
            </a:r>
          </a:p>
          <a:p>
            <a:r>
              <a:rPr lang="fr-FR" smtClean="0"/>
              <a:t>9-  J’ÉCRIS À CELUI, À CELUI SEUL QUI EST VIE</a:t>
            </a:r>
          </a:p>
          <a:p>
            <a:r>
              <a:rPr lang="fr-FR" smtClean="0"/>
              <a:t>     i ascribe to the one, only one who is life</a:t>
            </a:r>
          </a:p>
          <a:p>
            <a:r>
              <a:rPr lang="fr-FR" smtClean="0"/>
              <a:t>10-  TU ES VIE </a:t>
            </a:r>
          </a:p>
          <a:p>
            <a:r>
              <a:rPr lang="fr-FR" smtClean="0"/>
              <a:t>       you are life</a:t>
            </a:r>
          </a:p>
          <a:p>
            <a:r>
              <a:rPr lang="fr-FR" smtClean="0"/>
              <a:t>11-  J’ÉCRIS À CELUI À CELUI SEUL QUI EST GRÂCE</a:t>
            </a:r>
          </a:p>
          <a:p>
            <a:r>
              <a:rPr lang="fr-FR" smtClean="0"/>
              <a:t>       i ascribe to the one, only one who is grace</a:t>
            </a:r>
          </a:p>
          <a:p>
            <a:r>
              <a:rPr lang="fr-FR" smtClean="0"/>
              <a:t> 12-  TU ES GRÂCE</a:t>
            </a:r>
          </a:p>
          <a:p>
            <a:r>
              <a:rPr lang="fr-FR" smtClean="0"/>
              <a:t>        you are grace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J’ÉCRIS À CELUI</a:t>
            </a:r>
          </a:p>
          <a:p>
            <a:r>
              <a:rPr lang="fr-FR" smtClean="0"/>
              <a:t>       i ascribe to the one</a:t>
            </a:r>
          </a:p>
          <a:p>
            <a:r>
              <a:rPr lang="fr-FR" smtClean="0"/>
              <a:t>14-  À CELUI SEUL QUI EST FEU, FEU PUISSANCE, GRÂCE ET VÉRITÉ</a:t>
            </a:r>
          </a:p>
          <a:p>
            <a:r>
              <a:rPr lang="fr-FR" smtClean="0"/>
              <a:t>       only one who is fire, fire, power, mercy and truth,</a:t>
            </a:r>
          </a:p>
          <a:p>
            <a:r>
              <a:rPr lang="fr-FR" smtClean="0"/>
              <a:t>15-  IL EST ALPHA ET OMEGA LE COMMENCEMENT, LA FIN</a:t>
            </a:r>
          </a:p>
          <a:p>
            <a:r>
              <a:rPr lang="fr-FR" smtClean="0"/>
              <a:t>       he is alpha and omega, beginning and the end</a:t>
            </a:r>
          </a:p>
          <a:p>
            <a:r>
              <a:rPr lang="fr-FR" smtClean="0"/>
              <a:t>16-  IL EST VIVANT, RESSUSCITÉ SEIGNEUR SUR TOUTES CHOSES</a:t>
            </a:r>
          </a:p>
          <a:p>
            <a:r>
              <a:rPr lang="fr-FR" smtClean="0"/>
              <a:t>       he is risen, resurrected ruler over everything</a:t>
            </a:r>
          </a:p>
          <a:p>
            <a:r>
              <a:rPr lang="fr-FR" smtClean="0"/>
              <a:t>17-  À TOI SONT LE ROYAUME, LA PUISSANCE ET LA GLOIRE POUR TOUTE L’ÉTERNITÉ</a:t>
            </a:r>
          </a:p>
          <a:p>
            <a:r>
              <a:rPr lang="fr-FR" smtClean="0"/>
              <a:t>       yours is the kingdom the power the glory forever and ever </a:t>
            </a:r>
          </a:p>
          <a:p>
            <a:r>
              <a:rPr lang="fr-FR" smtClean="0"/>
              <a:t>18-  ET À JAMAIS</a:t>
            </a:r>
          </a:p>
          <a:p>
            <a:r>
              <a:rPr lang="fr-FR" smtClean="0"/>
              <a:t>       and ever and ever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OUI POUR TOI, OUI POUR TOI,  EST CE CHANT DE MON CŒUR</a:t>
            </a:r>
          </a:p>
          <a:p>
            <a:pPr>
              <a:defRPr/>
            </a:pPr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pPr>
              <a:defRPr/>
            </a:pPr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pPr>
              <a:defRPr/>
            </a:pPr>
            <a:r>
              <a:rPr lang="fr-FR" smtClean="0"/>
              <a:t>     unto you, only you, i ascribe holy praise</a:t>
            </a:r>
          </a:p>
          <a:p>
            <a:pPr>
              <a:defRPr/>
            </a:pPr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JOUR ET NUIT, JE TE CHERCHERAI POUR TROUVER TA LUMIÈRE</a:t>
            </a:r>
          </a:p>
          <a:p>
            <a:pPr>
              <a:defRPr/>
            </a:pPr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pPr>
              <a:defRPr/>
            </a:pPr>
            <a:r>
              <a:rPr lang="fr-FR" smtClean="0"/>
              <a:t>7-  J’ÉCRIS À CELUI, À CELUI SEUL  QUI EST LUMIÈRE  </a:t>
            </a:r>
          </a:p>
          <a:p>
            <a:pPr>
              <a:defRPr/>
            </a:pPr>
            <a:r>
              <a:rPr lang="fr-FR" smtClean="0"/>
              <a:t>     i’ll send your light</a:t>
            </a:r>
          </a:p>
          <a:p>
            <a:pPr>
              <a:defRPr/>
            </a:pPr>
            <a:r>
              <a:rPr lang="fr-FR" smtClean="0"/>
              <a:t>8-  TU ES LUMIÈRE </a:t>
            </a:r>
          </a:p>
          <a:p>
            <a:pPr>
              <a:defRPr/>
            </a:pPr>
            <a:r>
              <a:rPr lang="fr-FR" smtClean="0"/>
              <a:t>     you are light</a:t>
            </a:r>
          </a:p>
          <a:p>
            <a:pPr>
              <a:defRPr/>
            </a:pPr>
            <a:r>
              <a:rPr lang="fr-FR" smtClean="0"/>
              <a:t>9-  J’ÉCRIS À CELUI, À CELUI SEUL QUI EST VIE</a:t>
            </a:r>
          </a:p>
          <a:p>
            <a:pPr>
              <a:defRPr/>
            </a:pPr>
            <a:r>
              <a:rPr lang="fr-FR" smtClean="0"/>
              <a:t>     i ascribe to the one, only one who is life</a:t>
            </a:r>
          </a:p>
          <a:p>
            <a:pPr>
              <a:defRPr/>
            </a:pPr>
            <a:r>
              <a:rPr lang="fr-FR" smtClean="0"/>
              <a:t>10-  TU ES VIE </a:t>
            </a:r>
          </a:p>
          <a:p>
            <a:pPr>
              <a:defRPr/>
            </a:pPr>
            <a:r>
              <a:rPr lang="fr-FR" smtClean="0"/>
              <a:t>       you are life</a:t>
            </a:r>
          </a:p>
          <a:p>
            <a:pPr>
              <a:defRPr/>
            </a:pPr>
            <a:r>
              <a:rPr lang="fr-FR" smtClean="0"/>
              <a:t>11-  J’ÉCRIS À CELUI À CELUI SEUL QUI EST GRÂCE</a:t>
            </a:r>
          </a:p>
          <a:p>
            <a:pPr>
              <a:defRPr/>
            </a:pPr>
            <a:r>
              <a:rPr lang="fr-FR" smtClean="0"/>
              <a:t>       i ascribe to the one, only one who is grace</a:t>
            </a:r>
          </a:p>
          <a:p>
            <a:pPr>
              <a:defRPr/>
            </a:pPr>
            <a:r>
              <a:rPr lang="fr-FR" smtClean="0"/>
              <a:t> 12-  TU ES GRÂCE</a:t>
            </a:r>
          </a:p>
          <a:p>
            <a:pPr>
              <a:defRPr/>
            </a:pPr>
            <a:r>
              <a:rPr lang="fr-FR" smtClean="0"/>
              <a:t>        you are grace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13-  J’ÉCRIS À CELUI</a:t>
            </a:r>
          </a:p>
          <a:p>
            <a:pPr>
              <a:defRPr/>
            </a:pPr>
            <a:r>
              <a:rPr lang="fr-FR" smtClean="0"/>
              <a:t>       i ascribe to the one</a:t>
            </a:r>
          </a:p>
          <a:p>
            <a:pPr>
              <a:defRPr/>
            </a:pPr>
            <a:r>
              <a:rPr lang="fr-FR" smtClean="0"/>
              <a:t>14-  À CELUI SEUL QUI EST FEU, FEU PUISSANCE, GRÂCE ET VÉRITÉ</a:t>
            </a:r>
          </a:p>
          <a:p>
            <a:pPr>
              <a:defRPr/>
            </a:pPr>
            <a:r>
              <a:rPr lang="fr-FR" smtClean="0"/>
              <a:t>       only one who is fire, fire, power, mercy and truth,</a:t>
            </a:r>
          </a:p>
          <a:p>
            <a:pPr>
              <a:defRPr/>
            </a:pPr>
            <a:r>
              <a:rPr lang="fr-FR" smtClean="0"/>
              <a:t>15-  IL EST ALPHA ET OMEGA LE COMMENCEMENT, LA FIN</a:t>
            </a:r>
          </a:p>
          <a:p>
            <a:pPr>
              <a:defRPr/>
            </a:pPr>
            <a:r>
              <a:rPr lang="fr-FR" smtClean="0"/>
              <a:t>       he is alpha and omega, beginning and the end</a:t>
            </a:r>
          </a:p>
          <a:p>
            <a:pPr>
              <a:defRPr/>
            </a:pPr>
            <a:r>
              <a:rPr lang="fr-FR" smtClean="0"/>
              <a:t>16-  IL EST VIVANT, RESSUSCITÉ SEIGNEUR SUR TOUTES CHOSES</a:t>
            </a:r>
          </a:p>
          <a:p>
            <a:pPr>
              <a:defRPr/>
            </a:pPr>
            <a:r>
              <a:rPr lang="fr-FR" smtClean="0"/>
              <a:t>       he is risen, resurrected ruler over everything</a:t>
            </a:r>
          </a:p>
          <a:p>
            <a:pPr>
              <a:defRPr/>
            </a:pPr>
            <a:r>
              <a:rPr lang="fr-FR" smtClean="0"/>
              <a:t>17-  À TOI SONT LE ROYAUME, LA PUISSANCE ET LA GLOIRE POUR TOUTE L’ÉTERNITÉ</a:t>
            </a:r>
          </a:p>
          <a:p>
            <a:pPr>
              <a:defRPr/>
            </a:pPr>
            <a:r>
              <a:rPr lang="fr-FR" smtClean="0"/>
              <a:t>       yours is the kingdom the power the glory forever and ever </a:t>
            </a:r>
          </a:p>
          <a:p>
            <a:pPr>
              <a:defRPr/>
            </a:pPr>
            <a:r>
              <a:rPr lang="fr-FR" smtClean="0"/>
              <a:t>18-  ET À JAMAIS</a:t>
            </a:r>
          </a:p>
          <a:p>
            <a:pPr>
              <a:defRPr/>
            </a:pPr>
            <a:r>
              <a:rPr lang="fr-FR" smtClean="0"/>
              <a:t>       and ever and 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 POUR TOI, OUI POUR TOI,  EST CE CHANT DE MON CŒUR</a:t>
            </a:r>
          </a:p>
          <a:p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r>
              <a:rPr lang="fr-FR" smtClean="0"/>
              <a:t>     unto you, only you, i ascribe holy praise</a:t>
            </a:r>
          </a:p>
          <a:p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endParaRPr lang="fr-FR" smtClean="0"/>
          </a:p>
          <a:p>
            <a:r>
              <a:rPr lang="fr-FR" smtClean="0"/>
              <a:t>5-  JOUR ET NUIT, JE TE CHERCHERAI POUR TROUVER TA LUMIÈRE</a:t>
            </a:r>
          </a:p>
          <a:p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r>
              <a:rPr lang="fr-FR" smtClean="0"/>
              <a:t>7-  J’ÉCRIS À CELUI, À CELUI SEUL  QUI EST LUMIÈRE  </a:t>
            </a:r>
          </a:p>
          <a:p>
            <a:r>
              <a:rPr lang="fr-FR" smtClean="0"/>
              <a:t>     i’ll send your light</a:t>
            </a:r>
          </a:p>
          <a:p>
            <a:r>
              <a:rPr lang="fr-FR" smtClean="0"/>
              <a:t>8-  TU ES LUMIÈRE </a:t>
            </a:r>
          </a:p>
          <a:p>
            <a:r>
              <a:rPr lang="fr-FR" smtClean="0"/>
              <a:t>     you are light</a:t>
            </a:r>
          </a:p>
          <a:p>
            <a:r>
              <a:rPr lang="fr-FR" smtClean="0"/>
              <a:t>9-  J’ÉCRIS À CELUI, À CELUI SEUL QUI EST VIE</a:t>
            </a:r>
          </a:p>
          <a:p>
            <a:r>
              <a:rPr lang="fr-FR" smtClean="0"/>
              <a:t>     i ascribe to the one, only one who is life</a:t>
            </a:r>
          </a:p>
          <a:p>
            <a:r>
              <a:rPr lang="fr-FR" smtClean="0"/>
              <a:t>10-  TU ES VIE </a:t>
            </a:r>
          </a:p>
          <a:p>
            <a:r>
              <a:rPr lang="fr-FR" smtClean="0"/>
              <a:t>       you are life</a:t>
            </a:r>
          </a:p>
          <a:p>
            <a:r>
              <a:rPr lang="fr-FR" smtClean="0"/>
              <a:t>11-  J’ÉCRIS À CELUI À CELUI SEUL QUI EST GRÂCE</a:t>
            </a:r>
          </a:p>
          <a:p>
            <a:r>
              <a:rPr lang="fr-FR" smtClean="0"/>
              <a:t>       i ascribe to the one, only one who is grace</a:t>
            </a:r>
          </a:p>
          <a:p>
            <a:r>
              <a:rPr lang="fr-FR" smtClean="0"/>
              <a:t> 12-  TU ES GRÂCE</a:t>
            </a:r>
          </a:p>
          <a:p>
            <a:r>
              <a:rPr lang="fr-FR" smtClean="0"/>
              <a:t>        you are grace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J’ÉCRIS À CELUI</a:t>
            </a:r>
          </a:p>
          <a:p>
            <a:r>
              <a:rPr lang="fr-FR" smtClean="0"/>
              <a:t>       i ascribe to the one</a:t>
            </a:r>
          </a:p>
          <a:p>
            <a:r>
              <a:rPr lang="fr-FR" smtClean="0"/>
              <a:t>14-  À CELUI SEUL QUI EST FEU, FEU PUISSANCE, GRÂCE ET VÉRITÉ</a:t>
            </a:r>
          </a:p>
          <a:p>
            <a:r>
              <a:rPr lang="fr-FR" smtClean="0"/>
              <a:t>       only one who is fire, fire, power, mercy and truth,</a:t>
            </a:r>
          </a:p>
          <a:p>
            <a:r>
              <a:rPr lang="fr-FR" smtClean="0"/>
              <a:t>15-  IL EST ALPHA ET OMEGA LE COMMENCEMENT, LA FIN</a:t>
            </a:r>
          </a:p>
          <a:p>
            <a:r>
              <a:rPr lang="fr-FR" smtClean="0"/>
              <a:t>       he is alpha and omega, beginning and the end</a:t>
            </a:r>
          </a:p>
          <a:p>
            <a:r>
              <a:rPr lang="fr-FR" smtClean="0"/>
              <a:t>16-  IL EST VIVANT, RESSUSCITÉ SEIGNEUR SUR TOUTES CHOSES</a:t>
            </a:r>
          </a:p>
          <a:p>
            <a:r>
              <a:rPr lang="fr-FR" smtClean="0"/>
              <a:t>       he is risen, resurrected ruler over everything</a:t>
            </a:r>
          </a:p>
          <a:p>
            <a:r>
              <a:rPr lang="fr-FR" smtClean="0"/>
              <a:t>17-  À TOI SONT LE ROYAUME, LA PUISSANCE ET LA GLOIRE POUR TOUTE L’ÉTERNITÉ</a:t>
            </a:r>
          </a:p>
          <a:p>
            <a:r>
              <a:rPr lang="fr-FR" smtClean="0"/>
              <a:t>       yours is the kingdom the power the glory forever and ever </a:t>
            </a:r>
          </a:p>
          <a:p>
            <a:r>
              <a:rPr lang="fr-FR" smtClean="0"/>
              <a:t>18-  ET À JAMAIS</a:t>
            </a:r>
          </a:p>
          <a:p>
            <a:r>
              <a:rPr lang="fr-FR" smtClean="0"/>
              <a:t>       and ever and ever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OUI POUR TOI, OUI POUR TOI,  EST CE CHANT DE MON CŒUR</a:t>
            </a:r>
          </a:p>
          <a:p>
            <a:pPr>
              <a:defRPr/>
            </a:pPr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pPr>
              <a:defRPr/>
            </a:pPr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pPr>
              <a:defRPr/>
            </a:pPr>
            <a:r>
              <a:rPr lang="fr-FR" smtClean="0"/>
              <a:t>     unto you, only you, i ascribe holy praise</a:t>
            </a:r>
          </a:p>
          <a:p>
            <a:pPr>
              <a:defRPr/>
            </a:pPr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JOUR ET NUIT, JE TE CHERCHERAI POUR TROUVER TA LUMIÈRE</a:t>
            </a:r>
          </a:p>
          <a:p>
            <a:pPr>
              <a:defRPr/>
            </a:pPr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pPr>
              <a:defRPr/>
            </a:pPr>
            <a:r>
              <a:rPr lang="fr-FR" smtClean="0"/>
              <a:t>7-  J’ÉCRIS À CELUI, À CELUI SEUL  QUI EST LUMIÈRE  </a:t>
            </a:r>
          </a:p>
          <a:p>
            <a:pPr>
              <a:defRPr/>
            </a:pPr>
            <a:r>
              <a:rPr lang="fr-FR" smtClean="0"/>
              <a:t>     i’ll send your light</a:t>
            </a:r>
          </a:p>
          <a:p>
            <a:pPr>
              <a:defRPr/>
            </a:pPr>
            <a:r>
              <a:rPr lang="fr-FR" smtClean="0"/>
              <a:t>8-  TU ES LUMIÈRE </a:t>
            </a:r>
          </a:p>
          <a:p>
            <a:pPr>
              <a:defRPr/>
            </a:pPr>
            <a:r>
              <a:rPr lang="fr-FR" smtClean="0"/>
              <a:t>     you are light</a:t>
            </a:r>
          </a:p>
          <a:p>
            <a:pPr>
              <a:defRPr/>
            </a:pPr>
            <a:r>
              <a:rPr lang="fr-FR" smtClean="0"/>
              <a:t>9-  J’ÉCRIS À CELUI, À CELUI SEUL QUI EST VIE</a:t>
            </a:r>
          </a:p>
          <a:p>
            <a:pPr>
              <a:defRPr/>
            </a:pPr>
            <a:r>
              <a:rPr lang="fr-FR" smtClean="0"/>
              <a:t>     i ascribe to the one, only one who is life</a:t>
            </a:r>
          </a:p>
          <a:p>
            <a:pPr>
              <a:defRPr/>
            </a:pPr>
            <a:r>
              <a:rPr lang="fr-FR" smtClean="0"/>
              <a:t>10-  TU ES VIE </a:t>
            </a:r>
          </a:p>
          <a:p>
            <a:pPr>
              <a:defRPr/>
            </a:pPr>
            <a:r>
              <a:rPr lang="fr-FR" smtClean="0"/>
              <a:t>       you are life</a:t>
            </a:r>
          </a:p>
          <a:p>
            <a:pPr>
              <a:defRPr/>
            </a:pPr>
            <a:r>
              <a:rPr lang="fr-FR" smtClean="0"/>
              <a:t>11-  J’ÉCRIS À CELUI À CELUI SEUL QUI EST GRÂCE</a:t>
            </a:r>
          </a:p>
          <a:p>
            <a:pPr>
              <a:defRPr/>
            </a:pPr>
            <a:r>
              <a:rPr lang="fr-FR" smtClean="0"/>
              <a:t>       i ascribe to the one, only one who is grace</a:t>
            </a:r>
          </a:p>
          <a:p>
            <a:pPr>
              <a:defRPr/>
            </a:pPr>
            <a:r>
              <a:rPr lang="fr-FR" smtClean="0"/>
              <a:t> 12-  TU ES GRÂCE</a:t>
            </a:r>
          </a:p>
          <a:p>
            <a:pPr>
              <a:defRPr/>
            </a:pPr>
            <a:r>
              <a:rPr lang="fr-FR" smtClean="0"/>
              <a:t>        you are grace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13-  J’ÉCRIS À CELUI</a:t>
            </a:r>
          </a:p>
          <a:p>
            <a:pPr>
              <a:defRPr/>
            </a:pPr>
            <a:r>
              <a:rPr lang="fr-FR" smtClean="0"/>
              <a:t>       i ascribe to the one</a:t>
            </a:r>
          </a:p>
          <a:p>
            <a:pPr>
              <a:defRPr/>
            </a:pPr>
            <a:r>
              <a:rPr lang="fr-FR" smtClean="0"/>
              <a:t>14-  À CELUI SEUL QUI EST FEU, FEU PUISSANCE, GRÂCE ET VÉRITÉ</a:t>
            </a:r>
          </a:p>
          <a:p>
            <a:pPr>
              <a:defRPr/>
            </a:pPr>
            <a:r>
              <a:rPr lang="fr-FR" smtClean="0"/>
              <a:t>       only one who is fire, fire, power, mercy and truth,</a:t>
            </a:r>
          </a:p>
          <a:p>
            <a:pPr>
              <a:defRPr/>
            </a:pPr>
            <a:r>
              <a:rPr lang="fr-FR" smtClean="0"/>
              <a:t>15-  IL EST ALPHA ET OMEGA LE COMMENCEMENT, LA FIN</a:t>
            </a:r>
          </a:p>
          <a:p>
            <a:pPr>
              <a:defRPr/>
            </a:pPr>
            <a:r>
              <a:rPr lang="fr-FR" smtClean="0"/>
              <a:t>       he is alpha and omega, beginning and the end</a:t>
            </a:r>
          </a:p>
          <a:p>
            <a:pPr>
              <a:defRPr/>
            </a:pPr>
            <a:r>
              <a:rPr lang="fr-FR" smtClean="0"/>
              <a:t>16-  IL EST VIVANT, RESSUSCITÉ SEIGNEUR SUR TOUTES CHOSES</a:t>
            </a:r>
          </a:p>
          <a:p>
            <a:pPr>
              <a:defRPr/>
            </a:pPr>
            <a:r>
              <a:rPr lang="fr-FR" smtClean="0"/>
              <a:t>       he is risen, resurrected ruler over everything</a:t>
            </a:r>
          </a:p>
          <a:p>
            <a:pPr>
              <a:defRPr/>
            </a:pPr>
            <a:r>
              <a:rPr lang="fr-FR" smtClean="0"/>
              <a:t>17-  À TOI SONT LE ROYAUME, LA PUISSANCE ET LA GLOIRE POUR TOUTE L’ÉTERNITÉ</a:t>
            </a:r>
          </a:p>
          <a:p>
            <a:pPr>
              <a:defRPr/>
            </a:pPr>
            <a:r>
              <a:rPr lang="fr-FR" smtClean="0"/>
              <a:t>       yours is the kingdom the power the glory forever and ever </a:t>
            </a:r>
          </a:p>
          <a:p>
            <a:pPr>
              <a:defRPr/>
            </a:pPr>
            <a:r>
              <a:rPr lang="fr-FR" smtClean="0"/>
              <a:t>18-  ET À JAMAIS</a:t>
            </a:r>
          </a:p>
          <a:p>
            <a:pPr>
              <a:defRPr/>
            </a:pPr>
            <a:r>
              <a:rPr lang="fr-FR" smtClean="0"/>
              <a:t>       and ever and 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 POUR TOI, OUI POUR TOI,  EST CE CHANT DE MON CŒUR</a:t>
            </a:r>
          </a:p>
          <a:p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r>
              <a:rPr lang="fr-FR" smtClean="0"/>
              <a:t>     unto you, only you, i ascribe holy praise</a:t>
            </a:r>
          </a:p>
          <a:p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endParaRPr lang="fr-FR" smtClean="0"/>
          </a:p>
          <a:p>
            <a:r>
              <a:rPr lang="fr-FR" smtClean="0"/>
              <a:t>5-  JOUR ET NUIT, JE TE CHERCHERAI POUR TROUVER TA LUMIÈRE</a:t>
            </a:r>
          </a:p>
          <a:p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r>
              <a:rPr lang="fr-FR" smtClean="0"/>
              <a:t>7-  J’ÉCRIS À CELUI, À CELUI SEUL  QUI EST LUMIÈRE  </a:t>
            </a:r>
          </a:p>
          <a:p>
            <a:r>
              <a:rPr lang="fr-FR" smtClean="0"/>
              <a:t>     i’ll send your light</a:t>
            </a:r>
          </a:p>
          <a:p>
            <a:r>
              <a:rPr lang="fr-FR" smtClean="0"/>
              <a:t>8-  TU ES LUMIÈRE </a:t>
            </a:r>
          </a:p>
          <a:p>
            <a:r>
              <a:rPr lang="fr-FR" smtClean="0"/>
              <a:t>     you are light</a:t>
            </a:r>
          </a:p>
          <a:p>
            <a:r>
              <a:rPr lang="fr-FR" smtClean="0"/>
              <a:t>9-  J’ÉCRIS À CELUI, À CELUI SEUL QUI EST VIE</a:t>
            </a:r>
          </a:p>
          <a:p>
            <a:r>
              <a:rPr lang="fr-FR" smtClean="0"/>
              <a:t>     i ascribe to the one, only one who is life</a:t>
            </a:r>
          </a:p>
          <a:p>
            <a:r>
              <a:rPr lang="fr-FR" smtClean="0"/>
              <a:t>10-  TU ES VIE </a:t>
            </a:r>
          </a:p>
          <a:p>
            <a:r>
              <a:rPr lang="fr-FR" smtClean="0"/>
              <a:t>       you are life</a:t>
            </a:r>
          </a:p>
          <a:p>
            <a:r>
              <a:rPr lang="fr-FR" smtClean="0"/>
              <a:t>11-  J’ÉCRIS À CELUI À CELUI SEUL QUI EST GRÂCE</a:t>
            </a:r>
          </a:p>
          <a:p>
            <a:r>
              <a:rPr lang="fr-FR" smtClean="0"/>
              <a:t>       i ascribe to the one, only one who is grace</a:t>
            </a:r>
          </a:p>
          <a:p>
            <a:r>
              <a:rPr lang="fr-FR" smtClean="0"/>
              <a:t> 12-  TU ES GRÂCE</a:t>
            </a:r>
          </a:p>
          <a:p>
            <a:r>
              <a:rPr lang="fr-FR" smtClean="0"/>
              <a:t>        you are grace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J’ÉCRIS À CELUI</a:t>
            </a:r>
          </a:p>
          <a:p>
            <a:r>
              <a:rPr lang="fr-FR" smtClean="0"/>
              <a:t>       i ascribe to the one</a:t>
            </a:r>
          </a:p>
          <a:p>
            <a:r>
              <a:rPr lang="fr-FR" smtClean="0"/>
              <a:t>14-  À CELUI SEUL QUI EST FEU, FEU PUISSANCE, GRÂCE ET VÉRITÉ</a:t>
            </a:r>
          </a:p>
          <a:p>
            <a:r>
              <a:rPr lang="fr-FR" smtClean="0"/>
              <a:t>       only one who is fire, fire, power, mercy and truth,</a:t>
            </a:r>
          </a:p>
          <a:p>
            <a:r>
              <a:rPr lang="fr-FR" smtClean="0"/>
              <a:t>15-  IL EST ALPHA ET OMEGA LE COMMENCEMENT, LA FIN</a:t>
            </a:r>
          </a:p>
          <a:p>
            <a:r>
              <a:rPr lang="fr-FR" smtClean="0"/>
              <a:t>       he is alpha and omega, beginning and the end</a:t>
            </a:r>
          </a:p>
          <a:p>
            <a:r>
              <a:rPr lang="fr-FR" smtClean="0"/>
              <a:t>16-  IL EST VIVANT, RESSUSCITÉ SEIGNEUR SUR TOUTES CHOSES</a:t>
            </a:r>
          </a:p>
          <a:p>
            <a:r>
              <a:rPr lang="fr-FR" smtClean="0"/>
              <a:t>       he is risen, resurrected ruler over everything</a:t>
            </a:r>
          </a:p>
          <a:p>
            <a:r>
              <a:rPr lang="fr-FR" smtClean="0"/>
              <a:t>17-  À TOI SONT LE ROYAUME, LA PUISSANCE ET LA GLOIRE POUR TOUTE L’ÉTERNITÉ</a:t>
            </a:r>
          </a:p>
          <a:p>
            <a:r>
              <a:rPr lang="fr-FR" smtClean="0"/>
              <a:t>       yours is the kingdom the power the glory forever and ever </a:t>
            </a:r>
          </a:p>
          <a:p>
            <a:r>
              <a:rPr lang="fr-FR" smtClean="0"/>
              <a:t>18-  ET À JAMAIS</a:t>
            </a:r>
          </a:p>
          <a:p>
            <a:r>
              <a:rPr lang="fr-FR" smtClean="0"/>
              <a:t>       and ever and ever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OUI POUR TOI, OUI POUR TOI,  EST CE CHANT DE MON CŒUR</a:t>
            </a:r>
          </a:p>
          <a:p>
            <a:pPr>
              <a:defRPr/>
            </a:pPr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pPr>
              <a:defRPr/>
            </a:pPr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pPr>
              <a:defRPr/>
            </a:pPr>
            <a:r>
              <a:rPr lang="fr-FR" smtClean="0"/>
              <a:t>     unto you, only you, i ascribe holy praise</a:t>
            </a:r>
          </a:p>
          <a:p>
            <a:pPr>
              <a:defRPr/>
            </a:pPr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JOUR ET NUIT, JE TE CHERCHERAI POUR TROUVER TA LUMIÈRE</a:t>
            </a:r>
          </a:p>
          <a:p>
            <a:pPr>
              <a:defRPr/>
            </a:pPr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pPr>
              <a:defRPr/>
            </a:pPr>
            <a:r>
              <a:rPr lang="fr-FR" smtClean="0"/>
              <a:t>7-  J’ÉCRIS À CELUI, À CELUI SEUL  QUI EST LUMIÈRE  </a:t>
            </a:r>
          </a:p>
          <a:p>
            <a:pPr>
              <a:defRPr/>
            </a:pPr>
            <a:r>
              <a:rPr lang="fr-FR" smtClean="0"/>
              <a:t>     i’ll send your light</a:t>
            </a:r>
          </a:p>
          <a:p>
            <a:pPr>
              <a:defRPr/>
            </a:pPr>
            <a:r>
              <a:rPr lang="fr-FR" smtClean="0"/>
              <a:t>8-  TU ES LUMIÈRE </a:t>
            </a:r>
          </a:p>
          <a:p>
            <a:pPr>
              <a:defRPr/>
            </a:pPr>
            <a:r>
              <a:rPr lang="fr-FR" smtClean="0"/>
              <a:t>     you are light</a:t>
            </a:r>
          </a:p>
          <a:p>
            <a:pPr>
              <a:defRPr/>
            </a:pPr>
            <a:r>
              <a:rPr lang="fr-FR" smtClean="0"/>
              <a:t>9-  J’ÉCRIS À CELUI, À CELUI SEUL QUI EST VIE</a:t>
            </a:r>
          </a:p>
          <a:p>
            <a:pPr>
              <a:defRPr/>
            </a:pPr>
            <a:r>
              <a:rPr lang="fr-FR" smtClean="0"/>
              <a:t>     i ascribe to the one, only one who is life</a:t>
            </a:r>
          </a:p>
          <a:p>
            <a:pPr>
              <a:defRPr/>
            </a:pPr>
            <a:r>
              <a:rPr lang="fr-FR" smtClean="0"/>
              <a:t>10-  TU ES VIE </a:t>
            </a:r>
          </a:p>
          <a:p>
            <a:pPr>
              <a:defRPr/>
            </a:pPr>
            <a:r>
              <a:rPr lang="fr-FR" smtClean="0"/>
              <a:t>       you are life</a:t>
            </a:r>
          </a:p>
          <a:p>
            <a:pPr>
              <a:defRPr/>
            </a:pPr>
            <a:r>
              <a:rPr lang="fr-FR" smtClean="0"/>
              <a:t>11-  J’ÉCRIS À CELUI À CELUI SEUL QUI EST GRÂCE</a:t>
            </a:r>
          </a:p>
          <a:p>
            <a:pPr>
              <a:defRPr/>
            </a:pPr>
            <a:r>
              <a:rPr lang="fr-FR" smtClean="0"/>
              <a:t>       i ascribe to the one, only one who is grace</a:t>
            </a:r>
          </a:p>
          <a:p>
            <a:pPr>
              <a:defRPr/>
            </a:pPr>
            <a:r>
              <a:rPr lang="fr-FR" smtClean="0"/>
              <a:t> 12-  TU ES GRÂCE</a:t>
            </a:r>
          </a:p>
          <a:p>
            <a:pPr>
              <a:defRPr/>
            </a:pPr>
            <a:r>
              <a:rPr lang="fr-FR" smtClean="0"/>
              <a:t>        you are grace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13-  J’ÉCRIS À CELUI</a:t>
            </a:r>
          </a:p>
          <a:p>
            <a:pPr>
              <a:defRPr/>
            </a:pPr>
            <a:r>
              <a:rPr lang="fr-FR" smtClean="0"/>
              <a:t>       i ascribe to the one</a:t>
            </a:r>
          </a:p>
          <a:p>
            <a:pPr>
              <a:defRPr/>
            </a:pPr>
            <a:r>
              <a:rPr lang="fr-FR" smtClean="0"/>
              <a:t>14-  À CELUI SEUL QUI EST FEU, FEU PUISSANCE, GRÂCE ET VÉRITÉ</a:t>
            </a:r>
          </a:p>
          <a:p>
            <a:pPr>
              <a:defRPr/>
            </a:pPr>
            <a:r>
              <a:rPr lang="fr-FR" smtClean="0"/>
              <a:t>       only one who is fire, fire, power, mercy and truth,</a:t>
            </a:r>
          </a:p>
          <a:p>
            <a:pPr>
              <a:defRPr/>
            </a:pPr>
            <a:r>
              <a:rPr lang="fr-FR" smtClean="0"/>
              <a:t>15-  IL EST ALPHA ET OMEGA LE COMMENCEMENT, LA FIN</a:t>
            </a:r>
          </a:p>
          <a:p>
            <a:pPr>
              <a:defRPr/>
            </a:pPr>
            <a:r>
              <a:rPr lang="fr-FR" smtClean="0"/>
              <a:t>       he is alpha and omega, beginning and the end</a:t>
            </a:r>
          </a:p>
          <a:p>
            <a:pPr>
              <a:defRPr/>
            </a:pPr>
            <a:r>
              <a:rPr lang="fr-FR" smtClean="0"/>
              <a:t>16-  IL EST VIVANT, RESSUSCITÉ SEIGNEUR SUR TOUTES CHOSES</a:t>
            </a:r>
          </a:p>
          <a:p>
            <a:pPr>
              <a:defRPr/>
            </a:pPr>
            <a:r>
              <a:rPr lang="fr-FR" smtClean="0"/>
              <a:t>       he is risen, resurrected ruler over everything</a:t>
            </a:r>
          </a:p>
          <a:p>
            <a:pPr>
              <a:defRPr/>
            </a:pPr>
            <a:r>
              <a:rPr lang="fr-FR" smtClean="0"/>
              <a:t>17-  À TOI SONT LE ROYAUME, LA PUISSANCE ET LA GLOIRE POUR TOUTE L’ÉTERNITÉ</a:t>
            </a:r>
          </a:p>
          <a:p>
            <a:pPr>
              <a:defRPr/>
            </a:pPr>
            <a:r>
              <a:rPr lang="fr-FR" smtClean="0"/>
              <a:t>       yours is the kingdom the power the glory forever and ever </a:t>
            </a:r>
          </a:p>
          <a:p>
            <a:pPr>
              <a:defRPr/>
            </a:pPr>
            <a:r>
              <a:rPr lang="fr-FR" smtClean="0"/>
              <a:t>18-  ET À JAMAIS</a:t>
            </a:r>
          </a:p>
          <a:p>
            <a:pPr>
              <a:defRPr/>
            </a:pPr>
            <a:r>
              <a:rPr lang="fr-FR" smtClean="0"/>
              <a:t>       and ever and 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 POUR TOI, OUI POUR TOI,  EST CE CHANT DE MON CŒUR</a:t>
            </a:r>
          </a:p>
          <a:p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r>
              <a:rPr lang="fr-FR" smtClean="0"/>
              <a:t>     unto you, only you, i ascribe holy praise</a:t>
            </a:r>
          </a:p>
          <a:p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endParaRPr lang="fr-FR" smtClean="0"/>
          </a:p>
          <a:p>
            <a:r>
              <a:rPr lang="fr-FR" smtClean="0"/>
              <a:t>5-  JOUR ET NUIT, JE TE CHERCHERAI POUR TROUVER TA LUMIÈRE</a:t>
            </a:r>
          </a:p>
          <a:p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r>
              <a:rPr lang="fr-FR" smtClean="0"/>
              <a:t>7-  J’ÉCRIS À CELUI, À CELUI SEUL  QUI EST LUMIÈRE  </a:t>
            </a:r>
          </a:p>
          <a:p>
            <a:r>
              <a:rPr lang="fr-FR" smtClean="0"/>
              <a:t>     i’ll send your light</a:t>
            </a:r>
          </a:p>
          <a:p>
            <a:r>
              <a:rPr lang="fr-FR" smtClean="0"/>
              <a:t>8-  TU ES LUMIÈRE </a:t>
            </a:r>
          </a:p>
          <a:p>
            <a:r>
              <a:rPr lang="fr-FR" smtClean="0"/>
              <a:t>     you are light</a:t>
            </a:r>
          </a:p>
          <a:p>
            <a:r>
              <a:rPr lang="fr-FR" smtClean="0"/>
              <a:t>9-  J’ÉCRIS À CELUI, À CELUI SEUL QUI EST VIE</a:t>
            </a:r>
          </a:p>
          <a:p>
            <a:r>
              <a:rPr lang="fr-FR" smtClean="0"/>
              <a:t>     i ascribe to the one, only one who is life</a:t>
            </a:r>
          </a:p>
          <a:p>
            <a:r>
              <a:rPr lang="fr-FR" smtClean="0"/>
              <a:t>10-  TU ES VIE </a:t>
            </a:r>
          </a:p>
          <a:p>
            <a:r>
              <a:rPr lang="fr-FR" smtClean="0"/>
              <a:t>       you are life</a:t>
            </a:r>
          </a:p>
          <a:p>
            <a:r>
              <a:rPr lang="fr-FR" smtClean="0"/>
              <a:t>11-  J’ÉCRIS À CELUI À CELUI SEUL QUI EST GRÂCE</a:t>
            </a:r>
          </a:p>
          <a:p>
            <a:r>
              <a:rPr lang="fr-FR" smtClean="0"/>
              <a:t>       i ascribe to the one, only one who is grace</a:t>
            </a:r>
          </a:p>
          <a:p>
            <a:r>
              <a:rPr lang="fr-FR" smtClean="0"/>
              <a:t> 12-  TU ES GRÂCE</a:t>
            </a:r>
          </a:p>
          <a:p>
            <a:r>
              <a:rPr lang="fr-FR" smtClean="0"/>
              <a:t>        you are grace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J’ÉCRIS À CELUI</a:t>
            </a:r>
          </a:p>
          <a:p>
            <a:r>
              <a:rPr lang="fr-FR" smtClean="0"/>
              <a:t>       i ascribe to the one</a:t>
            </a:r>
          </a:p>
          <a:p>
            <a:r>
              <a:rPr lang="fr-FR" smtClean="0"/>
              <a:t>14-  À CELUI SEUL QUI EST FEU, FEU PUISSANCE, GRÂCE ET VÉRITÉ</a:t>
            </a:r>
          </a:p>
          <a:p>
            <a:r>
              <a:rPr lang="fr-FR" smtClean="0"/>
              <a:t>       only one who is fire, fire, power, mercy and truth,</a:t>
            </a:r>
          </a:p>
          <a:p>
            <a:r>
              <a:rPr lang="fr-FR" smtClean="0"/>
              <a:t>15-  IL EST ALPHA ET OMEGA LE COMMENCEMENT, LA FIN</a:t>
            </a:r>
          </a:p>
          <a:p>
            <a:r>
              <a:rPr lang="fr-FR" smtClean="0"/>
              <a:t>       he is alpha and omega, beginning and the end</a:t>
            </a:r>
          </a:p>
          <a:p>
            <a:r>
              <a:rPr lang="fr-FR" smtClean="0"/>
              <a:t>16-  IL EST VIVANT, RESSUSCITÉ SEIGNEUR SUR TOUTES CHOSES</a:t>
            </a:r>
          </a:p>
          <a:p>
            <a:r>
              <a:rPr lang="fr-FR" smtClean="0"/>
              <a:t>       he is risen, resurrected ruler over everything</a:t>
            </a:r>
          </a:p>
          <a:p>
            <a:r>
              <a:rPr lang="fr-FR" smtClean="0"/>
              <a:t>17-  À TOI SONT LE ROYAUME, LA PUISSANCE ET LA GLOIRE POUR TOUTE L’ÉTERNITÉ</a:t>
            </a:r>
          </a:p>
          <a:p>
            <a:r>
              <a:rPr lang="fr-FR" smtClean="0"/>
              <a:t>       yours is the kingdom the power the glory forever and ever </a:t>
            </a:r>
          </a:p>
          <a:p>
            <a:r>
              <a:rPr lang="fr-FR" smtClean="0"/>
              <a:t>18-  ET À JAMAIS</a:t>
            </a:r>
          </a:p>
          <a:p>
            <a:r>
              <a:rPr lang="fr-FR" smtClean="0"/>
              <a:t>       and ever and ever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OUI POUR TOI, OUI POUR TOI,  EST CE CHANT DE MON CŒUR</a:t>
            </a:r>
          </a:p>
          <a:p>
            <a:pPr>
              <a:defRPr/>
            </a:pPr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pPr>
              <a:defRPr/>
            </a:pPr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pPr>
              <a:defRPr/>
            </a:pPr>
            <a:r>
              <a:rPr lang="fr-FR" smtClean="0"/>
              <a:t>     unto you, only you, i ascribe holy praise</a:t>
            </a:r>
          </a:p>
          <a:p>
            <a:pPr>
              <a:defRPr/>
            </a:pPr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JOUR ET NUIT, JE TE CHERCHERAI POUR TROUVER TA LUMIÈRE</a:t>
            </a:r>
          </a:p>
          <a:p>
            <a:pPr>
              <a:defRPr/>
            </a:pPr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pPr>
              <a:defRPr/>
            </a:pPr>
            <a:r>
              <a:rPr lang="fr-FR" smtClean="0"/>
              <a:t>7-  J’ÉCRIS À CELUI, À CELUI SEUL  QUI EST LUMIÈRE  </a:t>
            </a:r>
          </a:p>
          <a:p>
            <a:pPr>
              <a:defRPr/>
            </a:pPr>
            <a:r>
              <a:rPr lang="fr-FR" smtClean="0"/>
              <a:t>     i’ll send your light</a:t>
            </a:r>
          </a:p>
          <a:p>
            <a:pPr>
              <a:defRPr/>
            </a:pPr>
            <a:r>
              <a:rPr lang="fr-FR" smtClean="0"/>
              <a:t>8-  TU ES LUMIÈRE </a:t>
            </a:r>
          </a:p>
          <a:p>
            <a:pPr>
              <a:defRPr/>
            </a:pPr>
            <a:r>
              <a:rPr lang="fr-FR" smtClean="0"/>
              <a:t>     you are light</a:t>
            </a:r>
          </a:p>
          <a:p>
            <a:pPr>
              <a:defRPr/>
            </a:pPr>
            <a:r>
              <a:rPr lang="fr-FR" smtClean="0"/>
              <a:t>9-  J’ÉCRIS À CELUI, À CELUI SEUL QUI EST VIE</a:t>
            </a:r>
          </a:p>
          <a:p>
            <a:pPr>
              <a:defRPr/>
            </a:pPr>
            <a:r>
              <a:rPr lang="fr-FR" smtClean="0"/>
              <a:t>     i ascribe to the one, only one who is life</a:t>
            </a:r>
          </a:p>
          <a:p>
            <a:pPr>
              <a:defRPr/>
            </a:pPr>
            <a:r>
              <a:rPr lang="fr-FR" smtClean="0"/>
              <a:t>10-  TU ES VIE </a:t>
            </a:r>
          </a:p>
          <a:p>
            <a:pPr>
              <a:defRPr/>
            </a:pPr>
            <a:r>
              <a:rPr lang="fr-FR" smtClean="0"/>
              <a:t>       you are life</a:t>
            </a:r>
          </a:p>
          <a:p>
            <a:pPr>
              <a:defRPr/>
            </a:pPr>
            <a:r>
              <a:rPr lang="fr-FR" smtClean="0"/>
              <a:t>11-  J’ÉCRIS À CELUI À CELUI SEUL QUI EST GRÂCE</a:t>
            </a:r>
          </a:p>
          <a:p>
            <a:pPr>
              <a:defRPr/>
            </a:pPr>
            <a:r>
              <a:rPr lang="fr-FR" smtClean="0"/>
              <a:t>       i ascribe to the one, only one who is grace</a:t>
            </a:r>
          </a:p>
          <a:p>
            <a:pPr>
              <a:defRPr/>
            </a:pPr>
            <a:r>
              <a:rPr lang="fr-FR" smtClean="0"/>
              <a:t> 12-  TU ES GRÂCE</a:t>
            </a:r>
          </a:p>
          <a:p>
            <a:pPr>
              <a:defRPr/>
            </a:pPr>
            <a:r>
              <a:rPr lang="fr-FR" smtClean="0"/>
              <a:t>        you are grace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13-  J’ÉCRIS À CELUI</a:t>
            </a:r>
          </a:p>
          <a:p>
            <a:pPr>
              <a:defRPr/>
            </a:pPr>
            <a:r>
              <a:rPr lang="fr-FR" smtClean="0"/>
              <a:t>       i ascribe to the one</a:t>
            </a:r>
          </a:p>
          <a:p>
            <a:pPr>
              <a:defRPr/>
            </a:pPr>
            <a:r>
              <a:rPr lang="fr-FR" smtClean="0"/>
              <a:t>14-  À CELUI SEUL QUI EST FEU, FEU PUISSANCE, GRÂCE ET VÉRITÉ</a:t>
            </a:r>
          </a:p>
          <a:p>
            <a:pPr>
              <a:defRPr/>
            </a:pPr>
            <a:r>
              <a:rPr lang="fr-FR" smtClean="0"/>
              <a:t>       only one who is fire, fire, power, mercy and truth,</a:t>
            </a:r>
          </a:p>
          <a:p>
            <a:pPr>
              <a:defRPr/>
            </a:pPr>
            <a:r>
              <a:rPr lang="fr-FR" smtClean="0"/>
              <a:t>15-  IL EST ALPHA ET OMEGA LE COMMENCEMENT, LA FIN</a:t>
            </a:r>
          </a:p>
          <a:p>
            <a:pPr>
              <a:defRPr/>
            </a:pPr>
            <a:r>
              <a:rPr lang="fr-FR" smtClean="0"/>
              <a:t>       he is alpha and omega, beginning and the end</a:t>
            </a:r>
          </a:p>
          <a:p>
            <a:pPr>
              <a:defRPr/>
            </a:pPr>
            <a:r>
              <a:rPr lang="fr-FR" smtClean="0"/>
              <a:t>16-  IL EST VIVANT, RESSUSCITÉ SEIGNEUR SUR TOUTES CHOSES</a:t>
            </a:r>
          </a:p>
          <a:p>
            <a:pPr>
              <a:defRPr/>
            </a:pPr>
            <a:r>
              <a:rPr lang="fr-FR" smtClean="0"/>
              <a:t>       he is risen, resurrected ruler over everything</a:t>
            </a:r>
          </a:p>
          <a:p>
            <a:pPr>
              <a:defRPr/>
            </a:pPr>
            <a:r>
              <a:rPr lang="fr-FR" smtClean="0"/>
              <a:t>17-  À TOI SONT LE ROYAUME, LA PUISSANCE ET LA GLOIRE POUR TOUTE L’ÉTERNITÉ</a:t>
            </a:r>
          </a:p>
          <a:p>
            <a:pPr>
              <a:defRPr/>
            </a:pPr>
            <a:r>
              <a:rPr lang="fr-FR" smtClean="0"/>
              <a:t>       yours is the kingdom the power the glory forever and ever </a:t>
            </a:r>
          </a:p>
          <a:p>
            <a:pPr>
              <a:defRPr/>
            </a:pPr>
            <a:r>
              <a:rPr lang="fr-FR" smtClean="0"/>
              <a:t>18-  ET À JAMAIS</a:t>
            </a:r>
          </a:p>
          <a:p>
            <a:pPr>
              <a:defRPr/>
            </a:pPr>
            <a:r>
              <a:rPr lang="fr-FR" smtClean="0"/>
              <a:t>       and ever and 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 POUR TOI, OUI POUR TOI,  EST CE CHANT DE MON CŒUR</a:t>
            </a:r>
          </a:p>
          <a:p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r>
              <a:rPr lang="fr-FR" smtClean="0"/>
              <a:t>     unto you, only you, i ascribe holy praise</a:t>
            </a:r>
          </a:p>
          <a:p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endParaRPr lang="fr-FR" smtClean="0"/>
          </a:p>
          <a:p>
            <a:r>
              <a:rPr lang="fr-FR" smtClean="0"/>
              <a:t>5-  JOUR ET NUIT, JE TE CHERCHERAI POUR TROUVER TA LUMIÈRE</a:t>
            </a:r>
          </a:p>
          <a:p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r>
              <a:rPr lang="fr-FR" smtClean="0"/>
              <a:t>7-  J’ÉCRIS À CELUI, À CELUI SEUL  QUI EST LUMIÈRE  </a:t>
            </a:r>
          </a:p>
          <a:p>
            <a:r>
              <a:rPr lang="fr-FR" smtClean="0"/>
              <a:t>     i’ll send your light</a:t>
            </a:r>
          </a:p>
          <a:p>
            <a:r>
              <a:rPr lang="fr-FR" smtClean="0"/>
              <a:t>8-  TU ES LUMIÈRE </a:t>
            </a:r>
          </a:p>
          <a:p>
            <a:r>
              <a:rPr lang="fr-FR" smtClean="0"/>
              <a:t>     you are light</a:t>
            </a:r>
          </a:p>
          <a:p>
            <a:r>
              <a:rPr lang="fr-FR" smtClean="0"/>
              <a:t>9-  J’ÉCRIS À CELUI, À CELUI SEUL QUI EST VIE</a:t>
            </a:r>
          </a:p>
          <a:p>
            <a:r>
              <a:rPr lang="fr-FR" smtClean="0"/>
              <a:t>     i ascribe to the one, only one who is life</a:t>
            </a:r>
          </a:p>
          <a:p>
            <a:r>
              <a:rPr lang="fr-FR" smtClean="0"/>
              <a:t>10-  TU ES VIE </a:t>
            </a:r>
          </a:p>
          <a:p>
            <a:r>
              <a:rPr lang="fr-FR" smtClean="0"/>
              <a:t>       you are life</a:t>
            </a:r>
          </a:p>
          <a:p>
            <a:r>
              <a:rPr lang="fr-FR" smtClean="0"/>
              <a:t>11-  J’ÉCRIS À CELUI À CELUI SEUL QUI EST GRÂCE</a:t>
            </a:r>
          </a:p>
          <a:p>
            <a:r>
              <a:rPr lang="fr-FR" smtClean="0"/>
              <a:t>       i ascribe to the one, only one who is grace</a:t>
            </a:r>
          </a:p>
          <a:p>
            <a:r>
              <a:rPr lang="fr-FR" smtClean="0"/>
              <a:t> 12-  TU ES GRÂCE</a:t>
            </a:r>
          </a:p>
          <a:p>
            <a:r>
              <a:rPr lang="fr-FR" smtClean="0"/>
              <a:t>        you are grace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J’ÉCRIS À CELUI</a:t>
            </a:r>
          </a:p>
          <a:p>
            <a:r>
              <a:rPr lang="fr-FR" smtClean="0"/>
              <a:t>       i ascribe to the one</a:t>
            </a:r>
          </a:p>
          <a:p>
            <a:r>
              <a:rPr lang="fr-FR" smtClean="0"/>
              <a:t>14-  À CELUI SEUL QUI EST FEU, FEU PUISSANCE, GRÂCE ET VÉRITÉ</a:t>
            </a:r>
          </a:p>
          <a:p>
            <a:r>
              <a:rPr lang="fr-FR" smtClean="0"/>
              <a:t>       only one who is fire, fire, power, mercy and truth,</a:t>
            </a:r>
          </a:p>
          <a:p>
            <a:r>
              <a:rPr lang="fr-FR" smtClean="0"/>
              <a:t>15-  IL EST ALPHA ET OMEGA LE COMMENCEMENT, LA FIN</a:t>
            </a:r>
          </a:p>
          <a:p>
            <a:r>
              <a:rPr lang="fr-FR" smtClean="0"/>
              <a:t>       he is alpha and omega, beginning and the end</a:t>
            </a:r>
          </a:p>
          <a:p>
            <a:r>
              <a:rPr lang="fr-FR" smtClean="0"/>
              <a:t>16-  IL EST VIVANT, RESSUSCITÉ SEIGNEUR SUR TOUTES CHOSES</a:t>
            </a:r>
          </a:p>
          <a:p>
            <a:r>
              <a:rPr lang="fr-FR" smtClean="0"/>
              <a:t>       he is risen, resurrected ruler over everything</a:t>
            </a:r>
          </a:p>
          <a:p>
            <a:r>
              <a:rPr lang="fr-FR" smtClean="0"/>
              <a:t>17-  À TOI SONT LE ROYAUME, LA PUISSANCE ET LA GLOIRE POUR TOUTE L’ÉTERNITÉ</a:t>
            </a:r>
          </a:p>
          <a:p>
            <a:r>
              <a:rPr lang="fr-FR" smtClean="0"/>
              <a:t>       yours is the kingdom the power the glory forever and ever </a:t>
            </a:r>
          </a:p>
          <a:p>
            <a:r>
              <a:rPr lang="fr-FR" smtClean="0"/>
              <a:t>18-  ET À JAMAIS</a:t>
            </a:r>
          </a:p>
          <a:p>
            <a:r>
              <a:rPr lang="fr-FR" smtClean="0"/>
              <a:t>       and ever and ever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OUI POUR TOI, OUI POUR TOI,  EST CE CHANT DE MON CŒUR</a:t>
            </a:r>
          </a:p>
          <a:p>
            <a:pPr>
              <a:defRPr/>
            </a:pPr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pPr>
              <a:defRPr/>
            </a:pPr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pPr>
              <a:defRPr/>
            </a:pPr>
            <a:r>
              <a:rPr lang="fr-FR" smtClean="0"/>
              <a:t>     unto you, only you, i ascribe holy praise</a:t>
            </a:r>
          </a:p>
          <a:p>
            <a:pPr>
              <a:defRPr/>
            </a:pPr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JOUR ET NUIT, JE TE CHERCHERAI POUR TROUVER TA LUMIÈRE</a:t>
            </a:r>
          </a:p>
          <a:p>
            <a:pPr>
              <a:defRPr/>
            </a:pPr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pPr>
              <a:defRPr/>
            </a:pPr>
            <a:r>
              <a:rPr lang="fr-FR" smtClean="0"/>
              <a:t>7-  J’ÉCRIS À CELUI, À CELUI SEUL  QUI EST LUMIÈRE  </a:t>
            </a:r>
          </a:p>
          <a:p>
            <a:pPr>
              <a:defRPr/>
            </a:pPr>
            <a:r>
              <a:rPr lang="fr-FR" smtClean="0"/>
              <a:t>     i’ll send your light</a:t>
            </a:r>
          </a:p>
          <a:p>
            <a:pPr>
              <a:defRPr/>
            </a:pPr>
            <a:r>
              <a:rPr lang="fr-FR" smtClean="0"/>
              <a:t>8-  TU ES LUMIÈRE </a:t>
            </a:r>
          </a:p>
          <a:p>
            <a:pPr>
              <a:defRPr/>
            </a:pPr>
            <a:r>
              <a:rPr lang="fr-FR" smtClean="0"/>
              <a:t>     you are light</a:t>
            </a:r>
          </a:p>
          <a:p>
            <a:pPr>
              <a:defRPr/>
            </a:pPr>
            <a:r>
              <a:rPr lang="fr-FR" smtClean="0"/>
              <a:t>9-  J’ÉCRIS À CELUI, À CELUI SEUL QUI EST VIE</a:t>
            </a:r>
          </a:p>
          <a:p>
            <a:pPr>
              <a:defRPr/>
            </a:pPr>
            <a:r>
              <a:rPr lang="fr-FR" smtClean="0"/>
              <a:t>     i ascribe to the one, only one who is life</a:t>
            </a:r>
          </a:p>
          <a:p>
            <a:pPr>
              <a:defRPr/>
            </a:pPr>
            <a:r>
              <a:rPr lang="fr-FR" smtClean="0"/>
              <a:t>10-  TU ES VIE </a:t>
            </a:r>
          </a:p>
          <a:p>
            <a:pPr>
              <a:defRPr/>
            </a:pPr>
            <a:r>
              <a:rPr lang="fr-FR" smtClean="0"/>
              <a:t>       you are life</a:t>
            </a:r>
          </a:p>
          <a:p>
            <a:pPr>
              <a:defRPr/>
            </a:pPr>
            <a:r>
              <a:rPr lang="fr-FR" smtClean="0"/>
              <a:t>11-  J’ÉCRIS À CELUI À CELUI SEUL QUI EST GRÂCE</a:t>
            </a:r>
          </a:p>
          <a:p>
            <a:pPr>
              <a:defRPr/>
            </a:pPr>
            <a:r>
              <a:rPr lang="fr-FR" smtClean="0"/>
              <a:t>       i ascribe to the one, only one who is grace</a:t>
            </a:r>
          </a:p>
          <a:p>
            <a:pPr>
              <a:defRPr/>
            </a:pPr>
            <a:r>
              <a:rPr lang="fr-FR" smtClean="0"/>
              <a:t> 12-  TU ES GRÂCE</a:t>
            </a:r>
          </a:p>
          <a:p>
            <a:pPr>
              <a:defRPr/>
            </a:pPr>
            <a:r>
              <a:rPr lang="fr-FR" smtClean="0"/>
              <a:t>        you are grace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13-  J’ÉCRIS À CELUI</a:t>
            </a:r>
          </a:p>
          <a:p>
            <a:pPr>
              <a:defRPr/>
            </a:pPr>
            <a:r>
              <a:rPr lang="fr-FR" smtClean="0"/>
              <a:t>       i ascribe to the one</a:t>
            </a:r>
          </a:p>
          <a:p>
            <a:pPr>
              <a:defRPr/>
            </a:pPr>
            <a:r>
              <a:rPr lang="fr-FR" smtClean="0"/>
              <a:t>14-  À CELUI SEUL QUI EST FEU, FEU PUISSANCE, GRÂCE ET VÉRITÉ</a:t>
            </a:r>
          </a:p>
          <a:p>
            <a:pPr>
              <a:defRPr/>
            </a:pPr>
            <a:r>
              <a:rPr lang="fr-FR" smtClean="0"/>
              <a:t>       only one who is fire, fire, power, mercy and truth,</a:t>
            </a:r>
          </a:p>
          <a:p>
            <a:pPr>
              <a:defRPr/>
            </a:pPr>
            <a:r>
              <a:rPr lang="fr-FR" smtClean="0"/>
              <a:t>15-  IL EST ALPHA ET OMEGA LE COMMENCEMENT, LA FIN</a:t>
            </a:r>
          </a:p>
          <a:p>
            <a:pPr>
              <a:defRPr/>
            </a:pPr>
            <a:r>
              <a:rPr lang="fr-FR" smtClean="0"/>
              <a:t>       he is alpha and omega, beginning and the end</a:t>
            </a:r>
          </a:p>
          <a:p>
            <a:pPr>
              <a:defRPr/>
            </a:pPr>
            <a:r>
              <a:rPr lang="fr-FR" smtClean="0"/>
              <a:t>16-  IL EST VIVANT, RESSUSCITÉ SEIGNEUR SUR TOUTES CHOSES</a:t>
            </a:r>
          </a:p>
          <a:p>
            <a:pPr>
              <a:defRPr/>
            </a:pPr>
            <a:r>
              <a:rPr lang="fr-FR" smtClean="0"/>
              <a:t>       he is risen, resurrected ruler over everything</a:t>
            </a:r>
          </a:p>
          <a:p>
            <a:pPr>
              <a:defRPr/>
            </a:pPr>
            <a:r>
              <a:rPr lang="fr-FR" smtClean="0"/>
              <a:t>17-  À TOI SONT LE ROYAUME, LA PUISSANCE ET LA GLOIRE POUR TOUTE L’ÉTERNITÉ</a:t>
            </a:r>
          </a:p>
          <a:p>
            <a:pPr>
              <a:defRPr/>
            </a:pPr>
            <a:r>
              <a:rPr lang="fr-FR" smtClean="0"/>
              <a:t>       yours is the kingdom the power the glory forever and ever </a:t>
            </a:r>
          </a:p>
          <a:p>
            <a:pPr>
              <a:defRPr/>
            </a:pPr>
            <a:r>
              <a:rPr lang="fr-FR" smtClean="0"/>
              <a:t>18-  ET À JAMAIS</a:t>
            </a:r>
          </a:p>
          <a:p>
            <a:pPr>
              <a:defRPr/>
            </a:pPr>
            <a:r>
              <a:rPr lang="fr-FR" smtClean="0"/>
              <a:t>       and ever and 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 POUR TOI, OUI POUR TOI,  EST CE CHANT DE MON CŒUR</a:t>
            </a:r>
          </a:p>
          <a:p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r>
              <a:rPr lang="fr-FR" smtClean="0"/>
              <a:t>     unto you, only you, i ascribe holy praise</a:t>
            </a:r>
          </a:p>
          <a:p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endParaRPr lang="fr-FR" smtClean="0"/>
          </a:p>
          <a:p>
            <a:r>
              <a:rPr lang="fr-FR" smtClean="0"/>
              <a:t>5-  JOUR ET NUIT, JE TE CHERCHERAI POUR TROUVER TA LUMIÈRE</a:t>
            </a:r>
          </a:p>
          <a:p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r>
              <a:rPr lang="fr-FR" smtClean="0"/>
              <a:t>7-  J’ÉCRIS À CELUI, À CELUI SEUL  QUI EST LUMIÈRE  </a:t>
            </a:r>
          </a:p>
          <a:p>
            <a:r>
              <a:rPr lang="fr-FR" smtClean="0"/>
              <a:t>     i’ll send your light</a:t>
            </a:r>
          </a:p>
          <a:p>
            <a:r>
              <a:rPr lang="fr-FR" smtClean="0"/>
              <a:t>8-  TU ES LUMIÈRE </a:t>
            </a:r>
          </a:p>
          <a:p>
            <a:r>
              <a:rPr lang="fr-FR" smtClean="0"/>
              <a:t>     you are light</a:t>
            </a:r>
          </a:p>
          <a:p>
            <a:r>
              <a:rPr lang="fr-FR" smtClean="0"/>
              <a:t>9-  J’ÉCRIS À CELUI, À CELUI SEUL QUI EST VIE</a:t>
            </a:r>
          </a:p>
          <a:p>
            <a:r>
              <a:rPr lang="fr-FR" smtClean="0"/>
              <a:t>     i ascribe to the one, only one who is life</a:t>
            </a:r>
          </a:p>
          <a:p>
            <a:r>
              <a:rPr lang="fr-FR" smtClean="0"/>
              <a:t>10-  TU ES VIE </a:t>
            </a:r>
          </a:p>
          <a:p>
            <a:r>
              <a:rPr lang="fr-FR" smtClean="0"/>
              <a:t>       you are life</a:t>
            </a:r>
          </a:p>
          <a:p>
            <a:r>
              <a:rPr lang="fr-FR" smtClean="0"/>
              <a:t>11-  J’ÉCRIS À CELUI À CELUI SEUL QUI EST GRÂCE</a:t>
            </a:r>
          </a:p>
          <a:p>
            <a:r>
              <a:rPr lang="fr-FR" smtClean="0"/>
              <a:t>       i ascribe to the one, only one who is grace</a:t>
            </a:r>
          </a:p>
          <a:p>
            <a:r>
              <a:rPr lang="fr-FR" smtClean="0"/>
              <a:t> 12-  TU ES GRÂCE</a:t>
            </a:r>
          </a:p>
          <a:p>
            <a:r>
              <a:rPr lang="fr-FR" smtClean="0"/>
              <a:t>        you are grace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J’ÉCRIS À CELUI</a:t>
            </a:r>
          </a:p>
          <a:p>
            <a:r>
              <a:rPr lang="fr-FR" smtClean="0"/>
              <a:t>       i ascribe to the one</a:t>
            </a:r>
          </a:p>
          <a:p>
            <a:r>
              <a:rPr lang="fr-FR" smtClean="0"/>
              <a:t>14-  À CELUI SEUL QUI EST FEU, FEU PUISSANCE, GRÂCE ET VÉRITÉ</a:t>
            </a:r>
          </a:p>
          <a:p>
            <a:r>
              <a:rPr lang="fr-FR" smtClean="0"/>
              <a:t>       only one who is fire, fire, power, mercy and truth,</a:t>
            </a:r>
          </a:p>
          <a:p>
            <a:r>
              <a:rPr lang="fr-FR" smtClean="0"/>
              <a:t>15-  IL EST ALPHA ET OMEGA LE COMMENCEMENT, LA FIN</a:t>
            </a:r>
          </a:p>
          <a:p>
            <a:r>
              <a:rPr lang="fr-FR" smtClean="0"/>
              <a:t>       he is alpha and omega, beginning and the end</a:t>
            </a:r>
          </a:p>
          <a:p>
            <a:r>
              <a:rPr lang="fr-FR" smtClean="0"/>
              <a:t>16-  IL EST VIVANT, RESSUSCITÉ SEIGNEUR SUR TOUTES CHOSES</a:t>
            </a:r>
          </a:p>
          <a:p>
            <a:r>
              <a:rPr lang="fr-FR" smtClean="0"/>
              <a:t>       he is risen, resurrected ruler over everything</a:t>
            </a:r>
          </a:p>
          <a:p>
            <a:r>
              <a:rPr lang="fr-FR" smtClean="0"/>
              <a:t>17-  À TOI SONT LE ROYAUME, LA PUISSANCE ET LA GLOIRE POUR TOUTE L’ÉTERNITÉ</a:t>
            </a:r>
          </a:p>
          <a:p>
            <a:r>
              <a:rPr lang="fr-FR" smtClean="0"/>
              <a:t>       yours is the kingdom the power the glory forever and ever </a:t>
            </a:r>
          </a:p>
          <a:p>
            <a:r>
              <a:rPr lang="fr-FR" smtClean="0"/>
              <a:t>18-  ET À JAMAIS</a:t>
            </a:r>
          </a:p>
          <a:p>
            <a:r>
              <a:rPr lang="fr-FR" smtClean="0"/>
              <a:t>       and ever and ever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OUI POUR TOI, OUI POUR TOI,  EST CE CHANT DE MON CŒUR</a:t>
            </a:r>
          </a:p>
          <a:p>
            <a:pPr>
              <a:defRPr/>
            </a:pPr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pPr>
              <a:defRPr/>
            </a:pPr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pPr>
              <a:defRPr/>
            </a:pPr>
            <a:r>
              <a:rPr lang="fr-FR" smtClean="0"/>
              <a:t>     unto you, only you, i ascribe holy praise</a:t>
            </a:r>
          </a:p>
          <a:p>
            <a:pPr>
              <a:defRPr/>
            </a:pPr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JOUR ET NUIT, JE TE CHERCHERAI POUR TROUVER TA LUMIÈRE</a:t>
            </a:r>
          </a:p>
          <a:p>
            <a:pPr>
              <a:defRPr/>
            </a:pPr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pPr>
              <a:defRPr/>
            </a:pPr>
            <a:r>
              <a:rPr lang="fr-FR" smtClean="0"/>
              <a:t>7-  J’ÉCRIS À CELUI, À CELUI SEUL  QUI EST LUMIÈRE  </a:t>
            </a:r>
          </a:p>
          <a:p>
            <a:pPr>
              <a:defRPr/>
            </a:pPr>
            <a:r>
              <a:rPr lang="fr-FR" smtClean="0"/>
              <a:t>     i’ll send your light</a:t>
            </a:r>
          </a:p>
          <a:p>
            <a:pPr>
              <a:defRPr/>
            </a:pPr>
            <a:r>
              <a:rPr lang="fr-FR" smtClean="0"/>
              <a:t>8-  TU ES LUMIÈRE </a:t>
            </a:r>
          </a:p>
          <a:p>
            <a:pPr>
              <a:defRPr/>
            </a:pPr>
            <a:r>
              <a:rPr lang="fr-FR" smtClean="0"/>
              <a:t>     you are light</a:t>
            </a:r>
          </a:p>
          <a:p>
            <a:pPr>
              <a:defRPr/>
            </a:pPr>
            <a:r>
              <a:rPr lang="fr-FR" smtClean="0"/>
              <a:t>9-  J’ÉCRIS À CELUI, À CELUI SEUL QUI EST VIE</a:t>
            </a:r>
          </a:p>
          <a:p>
            <a:pPr>
              <a:defRPr/>
            </a:pPr>
            <a:r>
              <a:rPr lang="fr-FR" smtClean="0"/>
              <a:t>     i ascribe to the one, only one who is life</a:t>
            </a:r>
          </a:p>
          <a:p>
            <a:pPr>
              <a:defRPr/>
            </a:pPr>
            <a:r>
              <a:rPr lang="fr-FR" smtClean="0"/>
              <a:t>10-  TU ES VIE </a:t>
            </a:r>
          </a:p>
          <a:p>
            <a:pPr>
              <a:defRPr/>
            </a:pPr>
            <a:r>
              <a:rPr lang="fr-FR" smtClean="0"/>
              <a:t>       you are life</a:t>
            </a:r>
          </a:p>
          <a:p>
            <a:pPr>
              <a:defRPr/>
            </a:pPr>
            <a:r>
              <a:rPr lang="fr-FR" smtClean="0"/>
              <a:t>11-  J’ÉCRIS À CELUI À CELUI SEUL QUI EST GRÂCE</a:t>
            </a:r>
          </a:p>
          <a:p>
            <a:pPr>
              <a:defRPr/>
            </a:pPr>
            <a:r>
              <a:rPr lang="fr-FR" smtClean="0"/>
              <a:t>       i ascribe to the one, only one who is grace</a:t>
            </a:r>
          </a:p>
          <a:p>
            <a:pPr>
              <a:defRPr/>
            </a:pPr>
            <a:r>
              <a:rPr lang="fr-FR" smtClean="0"/>
              <a:t> 12-  TU ES GRÂCE</a:t>
            </a:r>
          </a:p>
          <a:p>
            <a:pPr>
              <a:defRPr/>
            </a:pPr>
            <a:r>
              <a:rPr lang="fr-FR" smtClean="0"/>
              <a:t>        you are grace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13-  J’ÉCRIS À CELUI</a:t>
            </a:r>
          </a:p>
          <a:p>
            <a:pPr>
              <a:defRPr/>
            </a:pPr>
            <a:r>
              <a:rPr lang="fr-FR" smtClean="0"/>
              <a:t>       i ascribe to the one</a:t>
            </a:r>
          </a:p>
          <a:p>
            <a:pPr>
              <a:defRPr/>
            </a:pPr>
            <a:r>
              <a:rPr lang="fr-FR" smtClean="0"/>
              <a:t>14-  À CELUI SEUL QUI EST FEU, FEU PUISSANCE, GRÂCE ET VÉRITÉ</a:t>
            </a:r>
          </a:p>
          <a:p>
            <a:pPr>
              <a:defRPr/>
            </a:pPr>
            <a:r>
              <a:rPr lang="fr-FR" smtClean="0"/>
              <a:t>       only one who is fire, fire, power, mercy and truth,</a:t>
            </a:r>
          </a:p>
          <a:p>
            <a:pPr>
              <a:defRPr/>
            </a:pPr>
            <a:r>
              <a:rPr lang="fr-FR" smtClean="0"/>
              <a:t>15-  IL EST ALPHA ET OMEGA LE COMMENCEMENT, LA FIN</a:t>
            </a:r>
          </a:p>
          <a:p>
            <a:pPr>
              <a:defRPr/>
            </a:pPr>
            <a:r>
              <a:rPr lang="fr-FR" smtClean="0"/>
              <a:t>       he is alpha and omega, beginning and the end</a:t>
            </a:r>
          </a:p>
          <a:p>
            <a:pPr>
              <a:defRPr/>
            </a:pPr>
            <a:r>
              <a:rPr lang="fr-FR" smtClean="0"/>
              <a:t>16-  IL EST VIVANT, RESSUSCITÉ SEIGNEUR SUR TOUTES CHOSES</a:t>
            </a:r>
          </a:p>
          <a:p>
            <a:pPr>
              <a:defRPr/>
            </a:pPr>
            <a:r>
              <a:rPr lang="fr-FR" smtClean="0"/>
              <a:t>       he is risen, resurrected ruler over everything</a:t>
            </a:r>
          </a:p>
          <a:p>
            <a:pPr>
              <a:defRPr/>
            </a:pPr>
            <a:r>
              <a:rPr lang="fr-FR" smtClean="0"/>
              <a:t>17-  À TOI SONT LE ROYAUME, LA PUISSANCE ET LA GLOIRE POUR TOUTE L’ÉTERNITÉ</a:t>
            </a:r>
          </a:p>
          <a:p>
            <a:pPr>
              <a:defRPr/>
            </a:pPr>
            <a:r>
              <a:rPr lang="fr-FR" smtClean="0"/>
              <a:t>       yours is the kingdom the power the glory forever and ever </a:t>
            </a:r>
          </a:p>
          <a:p>
            <a:pPr>
              <a:defRPr/>
            </a:pPr>
            <a:r>
              <a:rPr lang="fr-FR" smtClean="0"/>
              <a:t>18-  ET À JAMAIS</a:t>
            </a:r>
          </a:p>
          <a:p>
            <a:pPr>
              <a:defRPr/>
            </a:pPr>
            <a:r>
              <a:rPr lang="fr-FR" smtClean="0"/>
              <a:t>       and ever and 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 POUR TOI, OUI POUR TOI,  EST CE CHANT DE MON CŒUR</a:t>
            </a:r>
          </a:p>
          <a:p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r>
              <a:rPr lang="fr-FR" smtClean="0"/>
              <a:t>     unto you, only you, i ascribe holy praise</a:t>
            </a:r>
          </a:p>
          <a:p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endParaRPr lang="fr-FR" smtClean="0"/>
          </a:p>
          <a:p>
            <a:r>
              <a:rPr lang="fr-FR" smtClean="0"/>
              <a:t>5-  JOUR ET NUIT, JE TE CHERCHERAI POUR TROUVER TA LUMIÈRE</a:t>
            </a:r>
          </a:p>
          <a:p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r>
              <a:rPr lang="fr-FR" smtClean="0"/>
              <a:t>7-  J’ÉCRIS À CELUI, À CELUI SEUL  QUI EST LUMIÈRE  </a:t>
            </a:r>
          </a:p>
          <a:p>
            <a:r>
              <a:rPr lang="fr-FR" smtClean="0"/>
              <a:t>     i’ll send your light</a:t>
            </a:r>
          </a:p>
          <a:p>
            <a:r>
              <a:rPr lang="fr-FR" smtClean="0"/>
              <a:t>8-  TU ES LUMIÈRE </a:t>
            </a:r>
          </a:p>
          <a:p>
            <a:r>
              <a:rPr lang="fr-FR" smtClean="0"/>
              <a:t>     you are light</a:t>
            </a:r>
          </a:p>
          <a:p>
            <a:r>
              <a:rPr lang="fr-FR" smtClean="0"/>
              <a:t>9-  J’ÉCRIS À CELUI, À CELUI SEUL QUI EST VIE</a:t>
            </a:r>
          </a:p>
          <a:p>
            <a:r>
              <a:rPr lang="fr-FR" smtClean="0"/>
              <a:t>     i ascribe to the one, only one who is life</a:t>
            </a:r>
          </a:p>
          <a:p>
            <a:r>
              <a:rPr lang="fr-FR" smtClean="0"/>
              <a:t>10-  TU ES VIE </a:t>
            </a:r>
          </a:p>
          <a:p>
            <a:r>
              <a:rPr lang="fr-FR" smtClean="0"/>
              <a:t>       you are life</a:t>
            </a:r>
          </a:p>
          <a:p>
            <a:r>
              <a:rPr lang="fr-FR" smtClean="0"/>
              <a:t>11-  J’ÉCRIS À CELUI À CELUI SEUL QUI EST GRÂCE</a:t>
            </a:r>
          </a:p>
          <a:p>
            <a:r>
              <a:rPr lang="fr-FR" smtClean="0"/>
              <a:t>       i ascribe to the one, only one who is grace</a:t>
            </a:r>
          </a:p>
          <a:p>
            <a:r>
              <a:rPr lang="fr-FR" smtClean="0"/>
              <a:t> 12-  TU ES GRÂCE</a:t>
            </a:r>
          </a:p>
          <a:p>
            <a:r>
              <a:rPr lang="fr-FR" smtClean="0"/>
              <a:t>        you are grace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J’ÉCRIS À CELUI</a:t>
            </a:r>
          </a:p>
          <a:p>
            <a:r>
              <a:rPr lang="fr-FR" smtClean="0"/>
              <a:t>       i ascribe to the one</a:t>
            </a:r>
          </a:p>
          <a:p>
            <a:r>
              <a:rPr lang="fr-FR" smtClean="0"/>
              <a:t>14-  À CELUI SEUL QUI EST FEU, FEU PUISSANCE, GRÂCE ET VÉRITÉ</a:t>
            </a:r>
          </a:p>
          <a:p>
            <a:r>
              <a:rPr lang="fr-FR" smtClean="0"/>
              <a:t>       only one who is fire, fire, power, mercy and truth,</a:t>
            </a:r>
          </a:p>
          <a:p>
            <a:r>
              <a:rPr lang="fr-FR" smtClean="0"/>
              <a:t>15-  IL EST ALPHA ET OMEGA LE COMMENCEMENT, LA FIN</a:t>
            </a:r>
          </a:p>
          <a:p>
            <a:r>
              <a:rPr lang="fr-FR" smtClean="0"/>
              <a:t>       he is alpha and omega, beginning and the end</a:t>
            </a:r>
          </a:p>
          <a:p>
            <a:r>
              <a:rPr lang="fr-FR" smtClean="0"/>
              <a:t>16-  IL EST VIVANT, RESSUSCITÉ SEIGNEUR SUR TOUTES CHOSES</a:t>
            </a:r>
          </a:p>
          <a:p>
            <a:r>
              <a:rPr lang="fr-FR" smtClean="0"/>
              <a:t>       he is risen, resurrected ruler over everything</a:t>
            </a:r>
          </a:p>
          <a:p>
            <a:r>
              <a:rPr lang="fr-FR" smtClean="0"/>
              <a:t>17-  À TOI SONT LE ROYAUME, LA PUISSANCE ET LA GLOIRE POUR TOUTE L’ÉTERNITÉ</a:t>
            </a:r>
          </a:p>
          <a:p>
            <a:r>
              <a:rPr lang="fr-FR" smtClean="0"/>
              <a:t>       yours is the kingdom the power the glory forever and ever </a:t>
            </a:r>
          </a:p>
          <a:p>
            <a:r>
              <a:rPr lang="fr-FR" smtClean="0"/>
              <a:t>18-  ET À JAMAIS</a:t>
            </a:r>
          </a:p>
          <a:p>
            <a:r>
              <a:rPr lang="fr-FR" smtClean="0"/>
              <a:t>       and ever and ever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OUI POUR TOI, OUI POUR TOI,  EST CE CHANT DE MON CŒUR</a:t>
            </a:r>
          </a:p>
          <a:p>
            <a:pPr>
              <a:defRPr/>
            </a:pPr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pPr>
              <a:defRPr/>
            </a:pPr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pPr>
              <a:defRPr/>
            </a:pPr>
            <a:r>
              <a:rPr lang="fr-FR" smtClean="0"/>
              <a:t>     unto you, only you, i ascribe holy praise</a:t>
            </a:r>
          </a:p>
          <a:p>
            <a:pPr>
              <a:defRPr/>
            </a:pPr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JOUR ET NUIT, JE TE CHERCHERAI POUR TROUVER TA LUMIÈRE</a:t>
            </a:r>
          </a:p>
          <a:p>
            <a:pPr>
              <a:defRPr/>
            </a:pPr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pPr>
              <a:defRPr/>
            </a:pPr>
            <a:r>
              <a:rPr lang="fr-FR" smtClean="0"/>
              <a:t>7-  J’ÉCRIS À CELUI, À CELUI SEUL  QUI EST LUMIÈRE  </a:t>
            </a:r>
          </a:p>
          <a:p>
            <a:pPr>
              <a:defRPr/>
            </a:pPr>
            <a:r>
              <a:rPr lang="fr-FR" smtClean="0"/>
              <a:t>     i’ll send your light</a:t>
            </a:r>
          </a:p>
          <a:p>
            <a:pPr>
              <a:defRPr/>
            </a:pPr>
            <a:r>
              <a:rPr lang="fr-FR" smtClean="0"/>
              <a:t>8-  TU ES LUMIÈRE </a:t>
            </a:r>
          </a:p>
          <a:p>
            <a:pPr>
              <a:defRPr/>
            </a:pPr>
            <a:r>
              <a:rPr lang="fr-FR" smtClean="0"/>
              <a:t>     you are light</a:t>
            </a:r>
          </a:p>
          <a:p>
            <a:pPr>
              <a:defRPr/>
            </a:pPr>
            <a:r>
              <a:rPr lang="fr-FR" smtClean="0"/>
              <a:t>9-  J’ÉCRIS À CELUI, À CELUI SEUL QUI EST VIE</a:t>
            </a:r>
          </a:p>
          <a:p>
            <a:pPr>
              <a:defRPr/>
            </a:pPr>
            <a:r>
              <a:rPr lang="fr-FR" smtClean="0"/>
              <a:t>     i ascribe to the one, only one who is life</a:t>
            </a:r>
          </a:p>
          <a:p>
            <a:pPr>
              <a:defRPr/>
            </a:pPr>
            <a:r>
              <a:rPr lang="fr-FR" smtClean="0"/>
              <a:t>10-  TU ES VIE </a:t>
            </a:r>
          </a:p>
          <a:p>
            <a:pPr>
              <a:defRPr/>
            </a:pPr>
            <a:r>
              <a:rPr lang="fr-FR" smtClean="0"/>
              <a:t>       you are life</a:t>
            </a:r>
          </a:p>
          <a:p>
            <a:pPr>
              <a:defRPr/>
            </a:pPr>
            <a:r>
              <a:rPr lang="fr-FR" smtClean="0"/>
              <a:t>11-  J’ÉCRIS À CELUI À CELUI SEUL QUI EST GRÂCE</a:t>
            </a:r>
          </a:p>
          <a:p>
            <a:pPr>
              <a:defRPr/>
            </a:pPr>
            <a:r>
              <a:rPr lang="fr-FR" smtClean="0"/>
              <a:t>       i ascribe to the one, only one who is grace</a:t>
            </a:r>
          </a:p>
          <a:p>
            <a:pPr>
              <a:defRPr/>
            </a:pPr>
            <a:r>
              <a:rPr lang="fr-FR" smtClean="0"/>
              <a:t> 12-  TU ES GRÂCE</a:t>
            </a:r>
          </a:p>
          <a:p>
            <a:pPr>
              <a:defRPr/>
            </a:pPr>
            <a:r>
              <a:rPr lang="fr-FR" smtClean="0"/>
              <a:t>        you are grace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13-  J’ÉCRIS À CELUI</a:t>
            </a:r>
          </a:p>
          <a:p>
            <a:pPr>
              <a:defRPr/>
            </a:pPr>
            <a:r>
              <a:rPr lang="fr-FR" smtClean="0"/>
              <a:t>       i ascribe to the one</a:t>
            </a:r>
          </a:p>
          <a:p>
            <a:pPr>
              <a:defRPr/>
            </a:pPr>
            <a:r>
              <a:rPr lang="fr-FR" smtClean="0"/>
              <a:t>14-  À CELUI SEUL QUI EST FEU, FEU PUISSANCE, GRÂCE ET VÉRITÉ</a:t>
            </a:r>
          </a:p>
          <a:p>
            <a:pPr>
              <a:defRPr/>
            </a:pPr>
            <a:r>
              <a:rPr lang="fr-FR" smtClean="0"/>
              <a:t>       only one who is fire, fire, power, mercy and truth,</a:t>
            </a:r>
          </a:p>
          <a:p>
            <a:pPr>
              <a:defRPr/>
            </a:pPr>
            <a:r>
              <a:rPr lang="fr-FR" smtClean="0"/>
              <a:t>15-  IL EST ALPHA ET OMEGA LE COMMENCEMENT, LA FIN</a:t>
            </a:r>
          </a:p>
          <a:p>
            <a:pPr>
              <a:defRPr/>
            </a:pPr>
            <a:r>
              <a:rPr lang="fr-FR" smtClean="0"/>
              <a:t>       he is alpha and omega, beginning and the end</a:t>
            </a:r>
          </a:p>
          <a:p>
            <a:pPr>
              <a:defRPr/>
            </a:pPr>
            <a:r>
              <a:rPr lang="fr-FR" smtClean="0"/>
              <a:t>16-  IL EST VIVANT, RESSUSCITÉ SEIGNEUR SUR TOUTES CHOSES</a:t>
            </a:r>
          </a:p>
          <a:p>
            <a:pPr>
              <a:defRPr/>
            </a:pPr>
            <a:r>
              <a:rPr lang="fr-FR" smtClean="0"/>
              <a:t>       he is risen, resurrected ruler over everything</a:t>
            </a:r>
          </a:p>
          <a:p>
            <a:pPr>
              <a:defRPr/>
            </a:pPr>
            <a:r>
              <a:rPr lang="fr-FR" smtClean="0"/>
              <a:t>17-  À TOI SONT LE ROYAUME, LA PUISSANCE ET LA GLOIRE POUR TOUTE L’ÉTERNITÉ</a:t>
            </a:r>
          </a:p>
          <a:p>
            <a:pPr>
              <a:defRPr/>
            </a:pPr>
            <a:r>
              <a:rPr lang="fr-FR" smtClean="0"/>
              <a:t>       yours is the kingdom the power the glory forever and ever </a:t>
            </a:r>
          </a:p>
          <a:p>
            <a:pPr>
              <a:defRPr/>
            </a:pPr>
            <a:r>
              <a:rPr lang="fr-FR" smtClean="0"/>
              <a:t>18-  ET À JAMAIS</a:t>
            </a:r>
          </a:p>
          <a:p>
            <a:pPr>
              <a:defRPr/>
            </a:pPr>
            <a:r>
              <a:rPr lang="fr-FR" smtClean="0"/>
              <a:t>       and ever and 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 POUR TOI, OUI POUR TOI,  EST CE CHANT DE MON CŒUR</a:t>
            </a:r>
          </a:p>
          <a:p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r>
              <a:rPr lang="fr-FR" smtClean="0"/>
              <a:t>     unto you, only you, i ascribe holy praise</a:t>
            </a:r>
          </a:p>
          <a:p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endParaRPr lang="fr-FR" smtClean="0"/>
          </a:p>
          <a:p>
            <a:r>
              <a:rPr lang="fr-FR" smtClean="0"/>
              <a:t>5-  JOUR ET NUIT, JE TE CHERCHERAI POUR TROUVER TA LUMIÈRE</a:t>
            </a:r>
          </a:p>
          <a:p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r>
              <a:rPr lang="fr-FR" smtClean="0"/>
              <a:t>7-  J’ÉCRIS À CELUI, À CELUI SEUL  QUI EST LUMIÈRE  </a:t>
            </a:r>
          </a:p>
          <a:p>
            <a:r>
              <a:rPr lang="fr-FR" smtClean="0"/>
              <a:t>     i’ll send your light</a:t>
            </a:r>
          </a:p>
          <a:p>
            <a:r>
              <a:rPr lang="fr-FR" smtClean="0"/>
              <a:t>8-  TU ES LUMIÈRE </a:t>
            </a:r>
          </a:p>
          <a:p>
            <a:r>
              <a:rPr lang="fr-FR" smtClean="0"/>
              <a:t>     you are light</a:t>
            </a:r>
          </a:p>
          <a:p>
            <a:r>
              <a:rPr lang="fr-FR" smtClean="0"/>
              <a:t>9-  J’ÉCRIS À CELUI, À CELUI SEUL QUI EST VIE</a:t>
            </a:r>
          </a:p>
          <a:p>
            <a:r>
              <a:rPr lang="fr-FR" smtClean="0"/>
              <a:t>     i ascribe to the one, only one who is life</a:t>
            </a:r>
          </a:p>
          <a:p>
            <a:r>
              <a:rPr lang="fr-FR" smtClean="0"/>
              <a:t>10-  TU ES VIE </a:t>
            </a:r>
          </a:p>
          <a:p>
            <a:r>
              <a:rPr lang="fr-FR" smtClean="0"/>
              <a:t>       you are life</a:t>
            </a:r>
          </a:p>
          <a:p>
            <a:r>
              <a:rPr lang="fr-FR" smtClean="0"/>
              <a:t>11-  J’ÉCRIS À CELUI À CELUI SEUL QUI EST GRÂCE</a:t>
            </a:r>
          </a:p>
          <a:p>
            <a:r>
              <a:rPr lang="fr-FR" smtClean="0"/>
              <a:t>       i ascribe to the one, only one who is grace</a:t>
            </a:r>
          </a:p>
          <a:p>
            <a:r>
              <a:rPr lang="fr-FR" smtClean="0"/>
              <a:t> 12-  TU ES GRÂCE</a:t>
            </a:r>
          </a:p>
          <a:p>
            <a:r>
              <a:rPr lang="fr-FR" smtClean="0"/>
              <a:t>        you are grace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J’ÉCRIS À CELUI</a:t>
            </a:r>
          </a:p>
          <a:p>
            <a:r>
              <a:rPr lang="fr-FR" smtClean="0"/>
              <a:t>       i ascribe to the one</a:t>
            </a:r>
          </a:p>
          <a:p>
            <a:r>
              <a:rPr lang="fr-FR" smtClean="0"/>
              <a:t>14-  À CELUI SEUL QUI EST FEU, FEU PUISSANCE, GRÂCE ET VÉRITÉ</a:t>
            </a:r>
          </a:p>
          <a:p>
            <a:r>
              <a:rPr lang="fr-FR" smtClean="0"/>
              <a:t>       only one who is fire, fire, power, mercy and truth,</a:t>
            </a:r>
          </a:p>
          <a:p>
            <a:r>
              <a:rPr lang="fr-FR" smtClean="0"/>
              <a:t>15-  IL EST ALPHA ET OMEGA LE COMMENCEMENT, LA FIN</a:t>
            </a:r>
          </a:p>
          <a:p>
            <a:r>
              <a:rPr lang="fr-FR" smtClean="0"/>
              <a:t>       he is alpha and omega, beginning and the end</a:t>
            </a:r>
          </a:p>
          <a:p>
            <a:r>
              <a:rPr lang="fr-FR" smtClean="0"/>
              <a:t>16-  IL EST VIVANT, RESSUSCITÉ SEIGNEUR SUR TOUTES CHOSES</a:t>
            </a:r>
          </a:p>
          <a:p>
            <a:r>
              <a:rPr lang="fr-FR" smtClean="0"/>
              <a:t>       he is risen, resurrected ruler over everything</a:t>
            </a:r>
          </a:p>
          <a:p>
            <a:r>
              <a:rPr lang="fr-FR" smtClean="0"/>
              <a:t>17-  À TOI SONT LE ROYAUME, LA PUISSANCE ET LA GLOIRE POUR TOUTE L’ÉTERNITÉ</a:t>
            </a:r>
          </a:p>
          <a:p>
            <a:r>
              <a:rPr lang="fr-FR" smtClean="0"/>
              <a:t>       yours is the kingdom the power the glory forever and ever </a:t>
            </a:r>
          </a:p>
          <a:p>
            <a:r>
              <a:rPr lang="fr-FR" smtClean="0"/>
              <a:t>18-  ET À JAMAIS</a:t>
            </a:r>
          </a:p>
          <a:p>
            <a:r>
              <a:rPr lang="fr-FR" smtClean="0"/>
              <a:t>       and ever and ever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OUI POUR TOI, OUI POUR TOI,  EST CE CHANT DE MON CŒUR</a:t>
            </a:r>
          </a:p>
          <a:p>
            <a:pPr>
              <a:defRPr/>
            </a:pPr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pPr>
              <a:defRPr/>
            </a:pPr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pPr>
              <a:defRPr/>
            </a:pPr>
            <a:r>
              <a:rPr lang="fr-FR" smtClean="0"/>
              <a:t>     unto you, only you, i ascribe holy praise</a:t>
            </a:r>
          </a:p>
          <a:p>
            <a:pPr>
              <a:defRPr/>
            </a:pPr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JOUR ET NUIT, JE TE CHERCHERAI POUR TROUVER TA LUMIÈRE</a:t>
            </a:r>
          </a:p>
          <a:p>
            <a:pPr>
              <a:defRPr/>
            </a:pPr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pPr>
              <a:defRPr/>
            </a:pPr>
            <a:r>
              <a:rPr lang="fr-FR" smtClean="0"/>
              <a:t>7-  J’ÉCRIS À CELUI, À CELUI SEUL  QUI EST LUMIÈRE  </a:t>
            </a:r>
          </a:p>
          <a:p>
            <a:pPr>
              <a:defRPr/>
            </a:pPr>
            <a:r>
              <a:rPr lang="fr-FR" smtClean="0"/>
              <a:t>     i’ll send your light</a:t>
            </a:r>
          </a:p>
          <a:p>
            <a:pPr>
              <a:defRPr/>
            </a:pPr>
            <a:r>
              <a:rPr lang="fr-FR" smtClean="0"/>
              <a:t>8-  TU ES LUMIÈRE </a:t>
            </a:r>
          </a:p>
          <a:p>
            <a:pPr>
              <a:defRPr/>
            </a:pPr>
            <a:r>
              <a:rPr lang="fr-FR" smtClean="0"/>
              <a:t>     you are light</a:t>
            </a:r>
          </a:p>
          <a:p>
            <a:pPr>
              <a:defRPr/>
            </a:pPr>
            <a:r>
              <a:rPr lang="fr-FR" smtClean="0"/>
              <a:t>9-  J’ÉCRIS À CELUI, À CELUI SEUL QUI EST VIE</a:t>
            </a:r>
          </a:p>
          <a:p>
            <a:pPr>
              <a:defRPr/>
            </a:pPr>
            <a:r>
              <a:rPr lang="fr-FR" smtClean="0"/>
              <a:t>     i ascribe to the one, only one who is life</a:t>
            </a:r>
          </a:p>
          <a:p>
            <a:pPr>
              <a:defRPr/>
            </a:pPr>
            <a:r>
              <a:rPr lang="fr-FR" smtClean="0"/>
              <a:t>10-  TU ES VIE </a:t>
            </a:r>
          </a:p>
          <a:p>
            <a:pPr>
              <a:defRPr/>
            </a:pPr>
            <a:r>
              <a:rPr lang="fr-FR" smtClean="0"/>
              <a:t>       you are life</a:t>
            </a:r>
          </a:p>
          <a:p>
            <a:pPr>
              <a:defRPr/>
            </a:pPr>
            <a:r>
              <a:rPr lang="fr-FR" smtClean="0"/>
              <a:t>11-  J’ÉCRIS À CELUI À CELUI SEUL QUI EST GRÂCE</a:t>
            </a:r>
          </a:p>
          <a:p>
            <a:pPr>
              <a:defRPr/>
            </a:pPr>
            <a:r>
              <a:rPr lang="fr-FR" smtClean="0"/>
              <a:t>       i ascribe to the one, only one who is grace</a:t>
            </a:r>
          </a:p>
          <a:p>
            <a:pPr>
              <a:defRPr/>
            </a:pPr>
            <a:r>
              <a:rPr lang="fr-FR" smtClean="0"/>
              <a:t> 12-  TU ES GRÂCE</a:t>
            </a:r>
          </a:p>
          <a:p>
            <a:pPr>
              <a:defRPr/>
            </a:pPr>
            <a:r>
              <a:rPr lang="fr-FR" smtClean="0"/>
              <a:t>        you are grace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13-  J’ÉCRIS À CELUI</a:t>
            </a:r>
          </a:p>
          <a:p>
            <a:pPr>
              <a:defRPr/>
            </a:pPr>
            <a:r>
              <a:rPr lang="fr-FR" smtClean="0"/>
              <a:t>       i ascribe to the one</a:t>
            </a:r>
          </a:p>
          <a:p>
            <a:pPr>
              <a:defRPr/>
            </a:pPr>
            <a:r>
              <a:rPr lang="fr-FR" smtClean="0"/>
              <a:t>14-  À CELUI SEUL QUI EST FEU, FEU PUISSANCE, GRÂCE ET VÉRITÉ</a:t>
            </a:r>
          </a:p>
          <a:p>
            <a:pPr>
              <a:defRPr/>
            </a:pPr>
            <a:r>
              <a:rPr lang="fr-FR" smtClean="0"/>
              <a:t>       only one who is fire, fire, power, mercy and truth,</a:t>
            </a:r>
          </a:p>
          <a:p>
            <a:pPr>
              <a:defRPr/>
            </a:pPr>
            <a:r>
              <a:rPr lang="fr-FR" smtClean="0"/>
              <a:t>15-  IL EST ALPHA ET OMEGA LE COMMENCEMENT, LA FIN</a:t>
            </a:r>
          </a:p>
          <a:p>
            <a:pPr>
              <a:defRPr/>
            </a:pPr>
            <a:r>
              <a:rPr lang="fr-FR" smtClean="0"/>
              <a:t>       he is alpha and omega, beginning and the end</a:t>
            </a:r>
          </a:p>
          <a:p>
            <a:pPr>
              <a:defRPr/>
            </a:pPr>
            <a:r>
              <a:rPr lang="fr-FR" smtClean="0"/>
              <a:t>16-  IL EST VIVANT, RESSUSCITÉ SEIGNEUR SUR TOUTES CHOSES</a:t>
            </a:r>
          </a:p>
          <a:p>
            <a:pPr>
              <a:defRPr/>
            </a:pPr>
            <a:r>
              <a:rPr lang="fr-FR" smtClean="0"/>
              <a:t>       he is risen, resurrected ruler over everything</a:t>
            </a:r>
          </a:p>
          <a:p>
            <a:pPr>
              <a:defRPr/>
            </a:pPr>
            <a:r>
              <a:rPr lang="fr-FR" smtClean="0"/>
              <a:t>17-  À TOI SONT LE ROYAUME, LA PUISSANCE ET LA GLOIRE POUR TOUTE L’ÉTERNITÉ</a:t>
            </a:r>
          </a:p>
          <a:p>
            <a:pPr>
              <a:defRPr/>
            </a:pPr>
            <a:r>
              <a:rPr lang="fr-FR" smtClean="0"/>
              <a:t>       yours is the kingdom the power the glory forever and ever </a:t>
            </a:r>
          </a:p>
          <a:p>
            <a:pPr>
              <a:defRPr/>
            </a:pPr>
            <a:r>
              <a:rPr lang="fr-FR" smtClean="0"/>
              <a:t>18-  ET À JAMAIS</a:t>
            </a:r>
          </a:p>
          <a:p>
            <a:pPr>
              <a:defRPr/>
            </a:pPr>
            <a:r>
              <a:rPr lang="fr-FR" smtClean="0"/>
              <a:t>       and ever and 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 POUR TOI, OUI POUR TOI,  EST CE CHANT DE MON CŒUR</a:t>
            </a:r>
          </a:p>
          <a:p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r>
              <a:rPr lang="fr-FR" smtClean="0"/>
              <a:t>     unto you, only you, i ascribe holy praise</a:t>
            </a:r>
          </a:p>
          <a:p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endParaRPr lang="fr-FR" smtClean="0"/>
          </a:p>
          <a:p>
            <a:r>
              <a:rPr lang="fr-FR" smtClean="0"/>
              <a:t>5-  JOUR ET NUIT, JE TE CHERCHERAI POUR TROUVER TA LUMIÈRE</a:t>
            </a:r>
          </a:p>
          <a:p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r>
              <a:rPr lang="fr-FR" smtClean="0"/>
              <a:t>7-  J’ÉCRIS À CELUI, À CELUI SEUL  QUI EST LUMIÈRE  </a:t>
            </a:r>
          </a:p>
          <a:p>
            <a:r>
              <a:rPr lang="fr-FR" smtClean="0"/>
              <a:t>     i’ll send your light</a:t>
            </a:r>
          </a:p>
          <a:p>
            <a:r>
              <a:rPr lang="fr-FR" smtClean="0"/>
              <a:t>8-  TU ES LUMIÈRE </a:t>
            </a:r>
          </a:p>
          <a:p>
            <a:r>
              <a:rPr lang="fr-FR" smtClean="0"/>
              <a:t>     you are light</a:t>
            </a:r>
          </a:p>
          <a:p>
            <a:r>
              <a:rPr lang="fr-FR" smtClean="0"/>
              <a:t>9-  J’ÉCRIS À CELUI, À CELUI SEUL QUI EST VIE</a:t>
            </a:r>
          </a:p>
          <a:p>
            <a:r>
              <a:rPr lang="fr-FR" smtClean="0"/>
              <a:t>     i ascribe to the one, only one who is life</a:t>
            </a:r>
          </a:p>
          <a:p>
            <a:r>
              <a:rPr lang="fr-FR" smtClean="0"/>
              <a:t>10-  TU ES VIE </a:t>
            </a:r>
          </a:p>
          <a:p>
            <a:r>
              <a:rPr lang="fr-FR" smtClean="0"/>
              <a:t>       you are life</a:t>
            </a:r>
          </a:p>
          <a:p>
            <a:r>
              <a:rPr lang="fr-FR" smtClean="0"/>
              <a:t>11-  J’ÉCRIS À CELUI À CELUI SEUL QUI EST GRÂCE</a:t>
            </a:r>
          </a:p>
          <a:p>
            <a:r>
              <a:rPr lang="fr-FR" smtClean="0"/>
              <a:t>       i ascribe to the one, only one who is grace</a:t>
            </a:r>
          </a:p>
          <a:p>
            <a:r>
              <a:rPr lang="fr-FR" smtClean="0"/>
              <a:t> 12-  TU ES GRÂCE</a:t>
            </a:r>
          </a:p>
          <a:p>
            <a:r>
              <a:rPr lang="fr-FR" smtClean="0"/>
              <a:t>        you are grace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J’ÉCRIS À CELUI</a:t>
            </a:r>
          </a:p>
          <a:p>
            <a:r>
              <a:rPr lang="fr-FR" smtClean="0"/>
              <a:t>       i ascribe to the one</a:t>
            </a:r>
          </a:p>
          <a:p>
            <a:r>
              <a:rPr lang="fr-FR" smtClean="0"/>
              <a:t>14-  À CELUI SEUL QUI EST FEU, FEU PUISSANCE, GRÂCE ET VÉRITÉ</a:t>
            </a:r>
          </a:p>
          <a:p>
            <a:r>
              <a:rPr lang="fr-FR" smtClean="0"/>
              <a:t>       only one who is fire, fire, power, mercy and truth,</a:t>
            </a:r>
          </a:p>
          <a:p>
            <a:r>
              <a:rPr lang="fr-FR" smtClean="0"/>
              <a:t>15-  IL EST ALPHA ET OMEGA LE COMMENCEMENT, LA FIN</a:t>
            </a:r>
          </a:p>
          <a:p>
            <a:r>
              <a:rPr lang="fr-FR" smtClean="0"/>
              <a:t>       he is alpha and omega, beginning and the end</a:t>
            </a:r>
          </a:p>
          <a:p>
            <a:r>
              <a:rPr lang="fr-FR" smtClean="0"/>
              <a:t>16-  IL EST VIVANT, RESSUSCITÉ SEIGNEUR SUR TOUTES CHOSES</a:t>
            </a:r>
          </a:p>
          <a:p>
            <a:r>
              <a:rPr lang="fr-FR" smtClean="0"/>
              <a:t>       he is risen, resurrected ruler over everything</a:t>
            </a:r>
          </a:p>
          <a:p>
            <a:r>
              <a:rPr lang="fr-FR" smtClean="0"/>
              <a:t>17-  À TOI SONT LE ROYAUME, LA PUISSANCE ET LA GLOIRE POUR TOUTE L’ÉTERNITÉ</a:t>
            </a:r>
          </a:p>
          <a:p>
            <a:r>
              <a:rPr lang="fr-FR" smtClean="0"/>
              <a:t>       yours is the kingdom the power the glory forever and ever </a:t>
            </a:r>
          </a:p>
          <a:p>
            <a:r>
              <a:rPr lang="fr-FR" smtClean="0"/>
              <a:t>18-  ET À JAMAIS</a:t>
            </a:r>
          </a:p>
          <a:p>
            <a:r>
              <a:rPr lang="fr-FR" smtClean="0"/>
              <a:t>       and ever and ever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OUI POUR TOI, OUI POUR TOI,  EST CE CHANT DE MON CŒUR</a:t>
            </a:r>
          </a:p>
          <a:p>
            <a:pPr>
              <a:defRPr/>
            </a:pPr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pPr>
              <a:defRPr/>
            </a:pPr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pPr>
              <a:defRPr/>
            </a:pPr>
            <a:r>
              <a:rPr lang="fr-FR" smtClean="0"/>
              <a:t>     unto you, only you, i ascribe holy praise</a:t>
            </a:r>
          </a:p>
          <a:p>
            <a:pPr>
              <a:defRPr/>
            </a:pPr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JOUR ET NUIT, JE TE CHERCHERAI POUR TROUVER TA LUMIÈRE</a:t>
            </a:r>
          </a:p>
          <a:p>
            <a:pPr>
              <a:defRPr/>
            </a:pPr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pPr>
              <a:defRPr/>
            </a:pPr>
            <a:r>
              <a:rPr lang="fr-FR" smtClean="0"/>
              <a:t>7-  J’ÉCRIS À CELUI, À CELUI SEUL  QUI EST LUMIÈRE  </a:t>
            </a:r>
          </a:p>
          <a:p>
            <a:pPr>
              <a:defRPr/>
            </a:pPr>
            <a:r>
              <a:rPr lang="fr-FR" smtClean="0"/>
              <a:t>     i’ll send your light</a:t>
            </a:r>
          </a:p>
          <a:p>
            <a:pPr>
              <a:defRPr/>
            </a:pPr>
            <a:r>
              <a:rPr lang="fr-FR" smtClean="0"/>
              <a:t>8-  TU ES LUMIÈRE </a:t>
            </a:r>
          </a:p>
          <a:p>
            <a:pPr>
              <a:defRPr/>
            </a:pPr>
            <a:r>
              <a:rPr lang="fr-FR" smtClean="0"/>
              <a:t>     you are light</a:t>
            </a:r>
          </a:p>
          <a:p>
            <a:pPr>
              <a:defRPr/>
            </a:pPr>
            <a:r>
              <a:rPr lang="fr-FR" smtClean="0"/>
              <a:t>9-  J’ÉCRIS À CELUI, À CELUI SEUL QUI EST VIE</a:t>
            </a:r>
          </a:p>
          <a:p>
            <a:pPr>
              <a:defRPr/>
            </a:pPr>
            <a:r>
              <a:rPr lang="fr-FR" smtClean="0"/>
              <a:t>     i ascribe to the one, only one who is life</a:t>
            </a:r>
          </a:p>
          <a:p>
            <a:pPr>
              <a:defRPr/>
            </a:pPr>
            <a:r>
              <a:rPr lang="fr-FR" smtClean="0"/>
              <a:t>10-  TU ES VIE </a:t>
            </a:r>
          </a:p>
          <a:p>
            <a:pPr>
              <a:defRPr/>
            </a:pPr>
            <a:r>
              <a:rPr lang="fr-FR" smtClean="0"/>
              <a:t>       you are life</a:t>
            </a:r>
          </a:p>
          <a:p>
            <a:pPr>
              <a:defRPr/>
            </a:pPr>
            <a:r>
              <a:rPr lang="fr-FR" smtClean="0"/>
              <a:t>11-  J’ÉCRIS À CELUI À CELUI SEUL QUI EST GRÂCE</a:t>
            </a:r>
          </a:p>
          <a:p>
            <a:pPr>
              <a:defRPr/>
            </a:pPr>
            <a:r>
              <a:rPr lang="fr-FR" smtClean="0"/>
              <a:t>       i ascribe to the one, only one who is grace</a:t>
            </a:r>
          </a:p>
          <a:p>
            <a:pPr>
              <a:defRPr/>
            </a:pPr>
            <a:r>
              <a:rPr lang="fr-FR" smtClean="0"/>
              <a:t> 12-  TU ES GRÂCE</a:t>
            </a:r>
          </a:p>
          <a:p>
            <a:pPr>
              <a:defRPr/>
            </a:pPr>
            <a:r>
              <a:rPr lang="fr-FR" smtClean="0"/>
              <a:t>        you are grace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13-  J’ÉCRIS À CELUI</a:t>
            </a:r>
          </a:p>
          <a:p>
            <a:pPr>
              <a:defRPr/>
            </a:pPr>
            <a:r>
              <a:rPr lang="fr-FR" smtClean="0"/>
              <a:t>       i ascribe to the one</a:t>
            </a:r>
          </a:p>
          <a:p>
            <a:pPr>
              <a:defRPr/>
            </a:pPr>
            <a:r>
              <a:rPr lang="fr-FR" smtClean="0"/>
              <a:t>14-  À CELUI SEUL QUI EST FEU, FEU PUISSANCE, GRÂCE ET VÉRITÉ</a:t>
            </a:r>
          </a:p>
          <a:p>
            <a:pPr>
              <a:defRPr/>
            </a:pPr>
            <a:r>
              <a:rPr lang="fr-FR" smtClean="0"/>
              <a:t>       only one who is fire, fire, power, mercy and truth,</a:t>
            </a:r>
          </a:p>
          <a:p>
            <a:pPr>
              <a:defRPr/>
            </a:pPr>
            <a:r>
              <a:rPr lang="fr-FR" smtClean="0"/>
              <a:t>15-  IL EST ALPHA ET OMEGA LE COMMENCEMENT, LA FIN</a:t>
            </a:r>
          </a:p>
          <a:p>
            <a:pPr>
              <a:defRPr/>
            </a:pPr>
            <a:r>
              <a:rPr lang="fr-FR" smtClean="0"/>
              <a:t>       he is alpha and omega, beginning and the end</a:t>
            </a:r>
          </a:p>
          <a:p>
            <a:pPr>
              <a:defRPr/>
            </a:pPr>
            <a:r>
              <a:rPr lang="fr-FR" smtClean="0"/>
              <a:t>16-  IL EST VIVANT, RESSUSCITÉ SEIGNEUR SUR TOUTES CHOSES</a:t>
            </a:r>
          </a:p>
          <a:p>
            <a:pPr>
              <a:defRPr/>
            </a:pPr>
            <a:r>
              <a:rPr lang="fr-FR" smtClean="0"/>
              <a:t>       he is risen, resurrected ruler over everything</a:t>
            </a:r>
          </a:p>
          <a:p>
            <a:pPr>
              <a:defRPr/>
            </a:pPr>
            <a:r>
              <a:rPr lang="fr-FR" smtClean="0"/>
              <a:t>17-  À TOI SONT LE ROYAUME, LA PUISSANCE ET LA GLOIRE POUR TOUTE L’ÉTERNITÉ</a:t>
            </a:r>
          </a:p>
          <a:p>
            <a:pPr>
              <a:defRPr/>
            </a:pPr>
            <a:r>
              <a:rPr lang="fr-FR" smtClean="0"/>
              <a:t>       yours is the kingdom the power the glory forever and ever </a:t>
            </a:r>
          </a:p>
          <a:p>
            <a:pPr>
              <a:defRPr/>
            </a:pPr>
            <a:r>
              <a:rPr lang="fr-FR" smtClean="0"/>
              <a:t>18-  ET À JAMAIS</a:t>
            </a:r>
          </a:p>
          <a:p>
            <a:pPr>
              <a:defRPr/>
            </a:pPr>
            <a:r>
              <a:rPr lang="fr-FR" smtClean="0"/>
              <a:t>       and ever and 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 POUR TOI, OUI POUR TOI,  EST CE CHANT DE MON CŒUR</a:t>
            </a:r>
          </a:p>
          <a:p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r>
              <a:rPr lang="fr-FR" smtClean="0"/>
              <a:t>     unto you, only you, i ascribe holy praise</a:t>
            </a:r>
          </a:p>
          <a:p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endParaRPr lang="fr-FR" smtClean="0"/>
          </a:p>
          <a:p>
            <a:r>
              <a:rPr lang="fr-FR" smtClean="0"/>
              <a:t>5-  JOUR ET NUIT, JE TE CHERCHERAI POUR TROUVER TA LUMIÈRE</a:t>
            </a:r>
          </a:p>
          <a:p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r>
              <a:rPr lang="fr-FR" smtClean="0"/>
              <a:t>7-  J’ÉCRIS À CELUI, À CELUI SEUL  QUI EST LUMIÈRE  </a:t>
            </a:r>
          </a:p>
          <a:p>
            <a:r>
              <a:rPr lang="fr-FR" smtClean="0"/>
              <a:t>     i’ll send your light</a:t>
            </a:r>
          </a:p>
          <a:p>
            <a:r>
              <a:rPr lang="fr-FR" smtClean="0"/>
              <a:t>8-  TU ES LUMIÈRE </a:t>
            </a:r>
          </a:p>
          <a:p>
            <a:r>
              <a:rPr lang="fr-FR" smtClean="0"/>
              <a:t>     you are light</a:t>
            </a:r>
          </a:p>
          <a:p>
            <a:r>
              <a:rPr lang="fr-FR" smtClean="0"/>
              <a:t>9-  J’ÉCRIS À CELUI, À CELUI SEUL QUI EST VIE</a:t>
            </a:r>
          </a:p>
          <a:p>
            <a:r>
              <a:rPr lang="fr-FR" smtClean="0"/>
              <a:t>     i ascribe to the one, only one who is life</a:t>
            </a:r>
          </a:p>
          <a:p>
            <a:r>
              <a:rPr lang="fr-FR" smtClean="0"/>
              <a:t>10-  TU ES VIE </a:t>
            </a:r>
          </a:p>
          <a:p>
            <a:r>
              <a:rPr lang="fr-FR" smtClean="0"/>
              <a:t>       you are life</a:t>
            </a:r>
          </a:p>
          <a:p>
            <a:r>
              <a:rPr lang="fr-FR" smtClean="0"/>
              <a:t>11-  J’ÉCRIS À CELUI À CELUI SEUL QUI EST GRÂCE</a:t>
            </a:r>
          </a:p>
          <a:p>
            <a:r>
              <a:rPr lang="fr-FR" smtClean="0"/>
              <a:t>       i ascribe to the one, only one who is grace</a:t>
            </a:r>
          </a:p>
          <a:p>
            <a:r>
              <a:rPr lang="fr-FR" smtClean="0"/>
              <a:t> 12-  TU ES GRÂCE</a:t>
            </a:r>
          </a:p>
          <a:p>
            <a:r>
              <a:rPr lang="fr-FR" smtClean="0"/>
              <a:t>        you are grace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J’ÉCRIS À CELUI</a:t>
            </a:r>
          </a:p>
          <a:p>
            <a:r>
              <a:rPr lang="fr-FR" smtClean="0"/>
              <a:t>       i ascribe to the one</a:t>
            </a:r>
          </a:p>
          <a:p>
            <a:r>
              <a:rPr lang="fr-FR" smtClean="0"/>
              <a:t>14-  À CELUI SEUL QUI EST FEU, FEU PUISSANCE, GRÂCE ET VÉRITÉ</a:t>
            </a:r>
          </a:p>
          <a:p>
            <a:r>
              <a:rPr lang="fr-FR" smtClean="0"/>
              <a:t>       only one who is fire, fire, power, mercy and truth,</a:t>
            </a:r>
          </a:p>
          <a:p>
            <a:r>
              <a:rPr lang="fr-FR" smtClean="0"/>
              <a:t>15-  IL EST ALPHA ET OMEGA LE COMMENCEMENT, LA FIN</a:t>
            </a:r>
          </a:p>
          <a:p>
            <a:r>
              <a:rPr lang="fr-FR" smtClean="0"/>
              <a:t>       he is alpha and omega, beginning and the end</a:t>
            </a:r>
          </a:p>
          <a:p>
            <a:r>
              <a:rPr lang="fr-FR" smtClean="0"/>
              <a:t>16-  IL EST VIVANT, RESSUSCITÉ SEIGNEUR SUR TOUTES CHOSES</a:t>
            </a:r>
          </a:p>
          <a:p>
            <a:r>
              <a:rPr lang="fr-FR" smtClean="0"/>
              <a:t>       he is risen, resurrected ruler over everything</a:t>
            </a:r>
          </a:p>
          <a:p>
            <a:r>
              <a:rPr lang="fr-FR" smtClean="0"/>
              <a:t>17-  À TOI SONT LE ROYAUME, LA PUISSANCE ET LA GLOIRE POUR TOUTE L’ÉTERNITÉ</a:t>
            </a:r>
          </a:p>
          <a:p>
            <a:r>
              <a:rPr lang="fr-FR" smtClean="0"/>
              <a:t>       yours is the kingdom the power the glory forever and ever </a:t>
            </a:r>
          </a:p>
          <a:p>
            <a:r>
              <a:rPr lang="fr-FR" smtClean="0"/>
              <a:t>18-  ET À JAMAIS</a:t>
            </a:r>
          </a:p>
          <a:p>
            <a:r>
              <a:rPr lang="fr-FR" smtClean="0"/>
              <a:t>       and ever and ever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OUI POUR TOI, OUI POUR TOI,  EST CE CHANT DE MON CŒUR</a:t>
            </a:r>
          </a:p>
          <a:p>
            <a:pPr>
              <a:defRPr/>
            </a:pPr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pPr>
              <a:defRPr/>
            </a:pPr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pPr>
              <a:defRPr/>
            </a:pPr>
            <a:r>
              <a:rPr lang="fr-FR" smtClean="0"/>
              <a:t>     unto you, only you, i ascribe holy praise</a:t>
            </a:r>
          </a:p>
          <a:p>
            <a:pPr>
              <a:defRPr/>
            </a:pPr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JOUR ET NUIT, JE TE CHERCHERAI POUR TROUVER TA LUMIÈRE</a:t>
            </a:r>
          </a:p>
          <a:p>
            <a:pPr>
              <a:defRPr/>
            </a:pPr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pPr>
              <a:defRPr/>
            </a:pPr>
            <a:r>
              <a:rPr lang="fr-FR" smtClean="0"/>
              <a:t>7-  J’ÉCRIS À CELUI, À CELUI SEUL  QUI EST LUMIÈRE  </a:t>
            </a:r>
          </a:p>
          <a:p>
            <a:pPr>
              <a:defRPr/>
            </a:pPr>
            <a:r>
              <a:rPr lang="fr-FR" smtClean="0"/>
              <a:t>     i’ll send your light</a:t>
            </a:r>
          </a:p>
          <a:p>
            <a:pPr>
              <a:defRPr/>
            </a:pPr>
            <a:r>
              <a:rPr lang="fr-FR" smtClean="0"/>
              <a:t>8-  TU ES LUMIÈRE </a:t>
            </a:r>
          </a:p>
          <a:p>
            <a:pPr>
              <a:defRPr/>
            </a:pPr>
            <a:r>
              <a:rPr lang="fr-FR" smtClean="0"/>
              <a:t>     you are light</a:t>
            </a:r>
          </a:p>
          <a:p>
            <a:pPr>
              <a:defRPr/>
            </a:pPr>
            <a:r>
              <a:rPr lang="fr-FR" smtClean="0"/>
              <a:t>9-  J’ÉCRIS À CELUI, À CELUI SEUL QUI EST VIE</a:t>
            </a:r>
          </a:p>
          <a:p>
            <a:pPr>
              <a:defRPr/>
            </a:pPr>
            <a:r>
              <a:rPr lang="fr-FR" smtClean="0"/>
              <a:t>     i ascribe to the one, only one who is life</a:t>
            </a:r>
          </a:p>
          <a:p>
            <a:pPr>
              <a:defRPr/>
            </a:pPr>
            <a:r>
              <a:rPr lang="fr-FR" smtClean="0"/>
              <a:t>10-  TU ES VIE </a:t>
            </a:r>
          </a:p>
          <a:p>
            <a:pPr>
              <a:defRPr/>
            </a:pPr>
            <a:r>
              <a:rPr lang="fr-FR" smtClean="0"/>
              <a:t>       you are life</a:t>
            </a:r>
          </a:p>
          <a:p>
            <a:pPr>
              <a:defRPr/>
            </a:pPr>
            <a:r>
              <a:rPr lang="fr-FR" smtClean="0"/>
              <a:t>11-  J’ÉCRIS À CELUI À CELUI SEUL QUI EST GRÂCE</a:t>
            </a:r>
          </a:p>
          <a:p>
            <a:pPr>
              <a:defRPr/>
            </a:pPr>
            <a:r>
              <a:rPr lang="fr-FR" smtClean="0"/>
              <a:t>       i ascribe to the one, only one who is grace</a:t>
            </a:r>
          </a:p>
          <a:p>
            <a:pPr>
              <a:defRPr/>
            </a:pPr>
            <a:r>
              <a:rPr lang="fr-FR" smtClean="0"/>
              <a:t> 12-  TU ES GRÂCE</a:t>
            </a:r>
          </a:p>
          <a:p>
            <a:pPr>
              <a:defRPr/>
            </a:pPr>
            <a:r>
              <a:rPr lang="fr-FR" smtClean="0"/>
              <a:t>        you are grace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13-  J’ÉCRIS À CELUI</a:t>
            </a:r>
          </a:p>
          <a:p>
            <a:pPr>
              <a:defRPr/>
            </a:pPr>
            <a:r>
              <a:rPr lang="fr-FR" smtClean="0"/>
              <a:t>       i ascribe to the one</a:t>
            </a:r>
          </a:p>
          <a:p>
            <a:pPr>
              <a:defRPr/>
            </a:pPr>
            <a:r>
              <a:rPr lang="fr-FR" smtClean="0"/>
              <a:t>14-  À CELUI SEUL QUI EST FEU, FEU PUISSANCE, GRÂCE ET VÉRITÉ</a:t>
            </a:r>
          </a:p>
          <a:p>
            <a:pPr>
              <a:defRPr/>
            </a:pPr>
            <a:r>
              <a:rPr lang="fr-FR" smtClean="0"/>
              <a:t>       only one who is fire, fire, power, mercy and truth,</a:t>
            </a:r>
          </a:p>
          <a:p>
            <a:pPr>
              <a:defRPr/>
            </a:pPr>
            <a:r>
              <a:rPr lang="fr-FR" smtClean="0"/>
              <a:t>15-  IL EST ALPHA ET OMEGA LE COMMENCEMENT, LA FIN</a:t>
            </a:r>
          </a:p>
          <a:p>
            <a:pPr>
              <a:defRPr/>
            </a:pPr>
            <a:r>
              <a:rPr lang="fr-FR" smtClean="0"/>
              <a:t>       he is alpha and omega, beginning and the end</a:t>
            </a:r>
          </a:p>
          <a:p>
            <a:pPr>
              <a:defRPr/>
            </a:pPr>
            <a:r>
              <a:rPr lang="fr-FR" smtClean="0"/>
              <a:t>16-  IL EST VIVANT, RESSUSCITÉ SEIGNEUR SUR TOUTES CHOSES</a:t>
            </a:r>
          </a:p>
          <a:p>
            <a:pPr>
              <a:defRPr/>
            </a:pPr>
            <a:r>
              <a:rPr lang="fr-FR" smtClean="0"/>
              <a:t>       he is risen, resurrected ruler over everything</a:t>
            </a:r>
          </a:p>
          <a:p>
            <a:pPr>
              <a:defRPr/>
            </a:pPr>
            <a:r>
              <a:rPr lang="fr-FR" smtClean="0"/>
              <a:t>17-  À TOI SONT LE ROYAUME, LA PUISSANCE ET LA GLOIRE POUR TOUTE L’ÉTERNITÉ</a:t>
            </a:r>
          </a:p>
          <a:p>
            <a:pPr>
              <a:defRPr/>
            </a:pPr>
            <a:r>
              <a:rPr lang="fr-FR" smtClean="0"/>
              <a:t>       yours is the kingdom the power the glory forever and ever </a:t>
            </a:r>
          </a:p>
          <a:p>
            <a:pPr>
              <a:defRPr/>
            </a:pPr>
            <a:r>
              <a:rPr lang="fr-FR" smtClean="0"/>
              <a:t>18-  ET À JAMAIS</a:t>
            </a:r>
          </a:p>
          <a:p>
            <a:pPr>
              <a:defRPr/>
            </a:pPr>
            <a:r>
              <a:rPr lang="fr-FR" smtClean="0"/>
              <a:t>       and ever and 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 POUR TOI, OUI POUR TOI,  EST CE CHANT DE MON CŒUR</a:t>
            </a:r>
          </a:p>
          <a:p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r>
              <a:rPr lang="fr-FR" smtClean="0"/>
              <a:t>     unto you, only you, i ascribe holy praise</a:t>
            </a:r>
          </a:p>
          <a:p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endParaRPr lang="fr-FR" smtClean="0"/>
          </a:p>
          <a:p>
            <a:r>
              <a:rPr lang="fr-FR" smtClean="0"/>
              <a:t>5-  JOUR ET NUIT, JE TE CHERCHERAI POUR TROUVER TA LUMIÈRE</a:t>
            </a:r>
          </a:p>
          <a:p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r>
              <a:rPr lang="fr-FR" smtClean="0"/>
              <a:t>7-  J’ÉCRIS À CELUI, À CELUI SEUL  QUI EST LUMIÈRE  </a:t>
            </a:r>
          </a:p>
          <a:p>
            <a:r>
              <a:rPr lang="fr-FR" smtClean="0"/>
              <a:t>     i’ll send your light</a:t>
            </a:r>
          </a:p>
          <a:p>
            <a:r>
              <a:rPr lang="fr-FR" smtClean="0"/>
              <a:t>8-  TU ES LUMIÈRE </a:t>
            </a:r>
          </a:p>
          <a:p>
            <a:r>
              <a:rPr lang="fr-FR" smtClean="0"/>
              <a:t>     you are light</a:t>
            </a:r>
          </a:p>
          <a:p>
            <a:r>
              <a:rPr lang="fr-FR" smtClean="0"/>
              <a:t>9-  J’ÉCRIS À CELUI, À CELUI SEUL QUI EST VIE</a:t>
            </a:r>
          </a:p>
          <a:p>
            <a:r>
              <a:rPr lang="fr-FR" smtClean="0"/>
              <a:t>     i ascribe to the one, only one who is life</a:t>
            </a:r>
          </a:p>
          <a:p>
            <a:r>
              <a:rPr lang="fr-FR" smtClean="0"/>
              <a:t>10-  TU ES VIE </a:t>
            </a:r>
          </a:p>
          <a:p>
            <a:r>
              <a:rPr lang="fr-FR" smtClean="0"/>
              <a:t>       you are life</a:t>
            </a:r>
          </a:p>
          <a:p>
            <a:r>
              <a:rPr lang="fr-FR" smtClean="0"/>
              <a:t>11-  J’ÉCRIS À CELUI À CELUI SEUL QUI EST GRÂCE</a:t>
            </a:r>
          </a:p>
          <a:p>
            <a:r>
              <a:rPr lang="fr-FR" smtClean="0"/>
              <a:t>       i ascribe to the one, only one who is grace</a:t>
            </a:r>
          </a:p>
          <a:p>
            <a:r>
              <a:rPr lang="fr-FR" smtClean="0"/>
              <a:t> 12-  TU ES GRÂCE</a:t>
            </a:r>
          </a:p>
          <a:p>
            <a:r>
              <a:rPr lang="fr-FR" smtClean="0"/>
              <a:t>        you are grace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J’ÉCRIS À CELUI</a:t>
            </a:r>
          </a:p>
          <a:p>
            <a:r>
              <a:rPr lang="fr-FR" smtClean="0"/>
              <a:t>       i ascribe to the one</a:t>
            </a:r>
          </a:p>
          <a:p>
            <a:r>
              <a:rPr lang="fr-FR" smtClean="0"/>
              <a:t>14-  À CELUI SEUL QUI EST FEU, FEU PUISSANCE, GRÂCE ET VÉRITÉ</a:t>
            </a:r>
          </a:p>
          <a:p>
            <a:r>
              <a:rPr lang="fr-FR" smtClean="0"/>
              <a:t>       only one who is fire, fire, power, mercy and truth,</a:t>
            </a:r>
          </a:p>
          <a:p>
            <a:r>
              <a:rPr lang="fr-FR" smtClean="0"/>
              <a:t>15-  IL EST ALPHA ET OMEGA LE COMMENCEMENT, LA FIN</a:t>
            </a:r>
          </a:p>
          <a:p>
            <a:r>
              <a:rPr lang="fr-FR" smtClean="0"/>
              <a:t>       he is alpha and omega, beginning and the end</a:t>
            </a:r>
          </a:p>
          <a:p>
            <a:r>
              <a:rPr lang="fr-FR" smtClean="0"/>
              <a:t>16-  IL EST VIVANT, RESSUSCITÉ SEIGNEUR SUR TOUTES CHOSES</a:t>
            </a:r>
          </a:p>
          <a:p>
            <a:r>
              <a:rPr lang="fr-FR" smtClean="0"/>
              <a:t>       he is risen, resurrected ruler over everything</a:t>
            </a:r>
          </a:p>
          <a:p>
            <a:r>
              <a:rPr lang="fr-FR" smtClean="0"/>
              <a:t>17-  À TOI SONT LE ROYAUME, LA PUISSANCE ET LA GLOIRE POUR TOUTE L’ÉTERNITÉ</a:t>
            </a:r>
          </a:p>
          <a:p>
            <a:r>
              <a:rPr lang="fr-FR" smtClean="0"/>
              <a:t>       yours is the kingdom the power the glory forever and ever </a:t>
            </a:r>
          </a:p>
          <a:p>
            <a:r>
              <a:rPr lang="fr-FR" smtClean="0"/>
              <a:t>18-  ET À JAMAIS</a:t>
            </a:r>
          </a:p>
          <a:p>
            <a:r>
              <a:rPr lang="fr-FR" smtClean="0"/>
              <a:t>       and ever and ever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OUI POUR TOI, OUI POUR TOI,  EST CE CHANT DE MON CŒUR</a:t>
            </a:r>
          </a:p>
          <a:p>
            <a:pPr>
              <a:defRPr/>
            </a:pPr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pPr>
              <a:defRPr/>
            </a:pPr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pPr>
              <a:defRPr/>
            </a:pPr>
            <a:r>
              <a:rPr lang="fr-FR" smtClean="0"/>
              <a:t>     unto you, only you, i ascribe holy praise</a:t>
            </a:r>
          </a:p>
          <a:p>
            <a:pPr>
              <a:defRPr/>
            </a:pPr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JOUR ET NUIT, JE TE CHERCHERAI POUR TROUVER TA LUMIÈRE</a:t>
            </a:r>
          </a:p>
          <a:p>
            <a:pPr>
              <a:defRPr/>
            </a:pPr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pPr>
              <a:defRPr/>
            </a:pPr>
            <a:r>
              <a:rPr lang="fr-FR" smtClean="0"/>
              <a:t>7-  J’ÉCRIS À CELUI, À CELUI SEUL  QUI EST LUMIÈRE  </a:t>
            </a:r>
          </a:p>
          <a:p>
            <a:pPr>
              <a:defRPr/>
            </a:pPr>
            <a:r>
              <a:rPr lang="fr-FR" smtClean="0"/>
              <a:t>     i’ll send your light</a:t>
            </a:r>
          </a:p>
          <a:p>
            <a:pPr>
              <a:defRPr/>
            </a:pPr>
            <a:r>
              <a:rPr lang="fr-FR" smtClean="0"/>
              <a:t>8-  TU ES LUMIÈRE </a:t>
            </a:r>
          </a:p>
          <a:p>
            <a:pPr>
              <a:defRPr/>
            </a:pPr>
            <a:r>
              <a:rPr lang="fr-FR" smtClean="0"/>
              <a:t>     you are light</a:t>
            </a:r>
          </a:p>
          <a:p>
            <a:pPr>
              <a:defRPr/>
            </a:pPr>
            <a:r>
              <a:rPr lang="fr-FR" smtClean="0"/>
              <a:t>9-  J’ÉCRIS À CELUI, À CELUI SEUL QUI EST VIE</a:t>
            </a:r>
          </a:p>
          <a:p>
            <a:pPr>
              <a:defRPr/>
            </a:pPr>
            <a:r>
              <a:rPr lang="fr-FR" smtClean="0"/>
              <a:t>     i ascribe to the one, only one who is life</a:t>
            </a:r>
          </a:p>
          <a:p>
            <a:pPr>
              <a:defRPr/>
            </a:pPr>
            <a:r>
              <a:rPr lang="fr-FR" smtClean="0"/>
              <a:t>10-  TU ES VIE </a:t>
            </a:r>
          </a:p>
          <a:p>
            <a:pPr>
              <a:defRPr/>
            </a:pPr>
            <a:r>
              <a:rPr lang="fr-FR" smtClean="0"/>
              <a:t>       you are life</a:t>
            </a:r>
          </a:p>
          <a:p>
            <a:pPr>
              <a:defRPr/>
            </a:pPr>
            <a:r>
              <a:rPr lang="fr-FR" smtClean="0"/>
              <a:t>11-  J’ÉCRIS À CELUI À CELUI SEUL QUI EST GRÂCE</a:t>
            </a:r>
          </a:p>
          <a:p>
            <a:pPr>
              <a:defRPr/>
            </a:pPr>
            <a:r>
              <a:rPr lang="fr-FR" smtClean="0"/>
              <a:t>       i ascribe to the one, only one who is grace</a:t>
            </a:r>
          </a:p>
          <a:p>
            <a:pPr>
              <a:defRPr/>
            </a:pPr>
            <a:r>
              <a:rPr lang="fr-FR" smtClean="0"/>
              <a:t> 12-  TU ES GRÂCE</a:t>
            </a:r>
          </a:p>
          <a:p>
            <a:pPr>
              <a:defRPr/>
            </a:pPr>
            <a:r>
              <a:rPr lang="fr-FR" smtClean="0"/>
              <a:t>        you are grace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13-  J’ÉCRIS À CELUI</a:t>
            </a:r>
          </a:p>
          <a:p>
            <a:pPr>
              <a:defRPr/>
            </a:pPr>
            <a:r>
              <a:rPr lang="fr-FR" smtClean="0"/>
              <a:t>       i ascribe to the one</a:t>
            </a:r>
          </a:p>
          <a:p>
            <a:pPr>
              <a:defRPr/>
            </a:pPr>
            <a:r>
              <a:rPr lang="fr-FR" smtClean="0"/>
              <a:t>14-  À CELUI SEUL QUI EST FEU, FEU PUISSANCE, GRÂCE ET VÉRITÉ</a:t>
            </a:r>
          </a:p>
          <a:p>
            <a:pPr>
              <a:defRPr/>
            </a:pPr>
            <a:r>
              <a:rPr lang="fr-FR" smtClean="0"/>
              <a:t>       only one who is fire, fire, power, mercy and truth,</a:t>
            </a:r>
          </a:p>
          <a:p>
            <a:pPr>
              <a:defRPr/>
            </a:pPr>
            <a:r>
              <a:rPr lang="fr-FR" smtClean="0"/>
              <a:t>15-  IL EST ALPHA ET OMEGA LE COMMENCEMENT, LA FIN</a:t>
            </a:r>
          </a:p>
          <a:p>
            <a:pPr>
              <a:defRPr/>
            </a:pPr>
            <a:r>
              <a:rPr lang="fr-FR" smtClean="0"/>
              <a:t>       he is alpha and omega, beginning and the end</a:t>
            </a:r>
          </a:p>
          <a:p>
            <a:pPr>
              <a:defRPr/>
            </a:pPr>
            <a:r>
              <a:rPr lang="fr-FR" smtClean="0"/>
              <a:t>16-  IL EST VIVANT, RESSUSCITÉ SEIGNEUR SUR TOUTES CHOSES</a:t>
            </a:r>
          </a:p>
          <a:p>
            <a:pPr>
              <a:defRPr/>
            </a:pPr>
            <a:r>
              <a:rPr lang="fr-FR" smtClean="0"/>
              <a:t>       he is risen, resurrected ruler over everything</a:t>
            </a:r>
          </a:p>
          <a:p>
            <a:pPr>
              <a:defRPr/>
            </a:pPr>
            <a:r>
              <a:rPr lang="fr-FR" smtClean="0"/>
              <a:t>17-  À TOI SONT LE ROYAUME, LA PUISSANCE ET LA GLOIRE POUR TOUTE L’ÉTERNITÉ</a:t>
            </a:r>
          </a:p>
          <a:p>
            <a:pPr>
              <a:defRPr/>
            </a:pPr>
            <a:r>
              <a:rPr lang="fr-FR" smtClean="0"/>
              <a:t>       yours is the kingdom the power the glory forever and ever </a:t>
            </a:r>
          </a:p>
          <a:p>
            <a:pPr>
              <a:defRPr/>
            </a:pPr>
            <a:r>
              <a:rPr lang="fr-FR" smtClean="0"/>
              <a:t>18-  ET À JAMAIS</a:t>
            </a:r>
          </a:p>
          <a:p>
            <a:pPr>
              <a:defRPr/>
            </a:pPr>
            <a:r>
              <a:rPr lang="fr-FR" smtClean="0"/>
              <a:t>       and ever and 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 POUR TOI, OUI POUR TOI,  EST CE CHANT DE MON CŒUR</a:t>
            </a:r>
          </a:p>
          <a:p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r>
              <a:rPr lang="fr-FR" smtClean="0"/>
              <a:t>     unto you, only you, i ascribe holy praise</a:t>
            </a:r>
          </a:p>
          <a:p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endParaRPr lang="fr-FR" smtClean="0"/>
          </a:p>
          <a:p>
            <a:r>
              <a:rPr lang="fr-FR" smtClean="0"/>
              <a:t>5-  JOUR ET NUIT, JE TE CHERCHERAI POUR TROUVER TA LUMIÈRE</a:t>
            </a:r>
          </a:p>
          <a:p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r>
              <a:rPr lang="fr-FR" smtClean="0"/>
              <a:t>7-  J’ÉCRIS À CELUI, À CELUI SEUL  QUI EST LUMIÈRE  </a:t>
            </a:r>
          </a:p>
          <a:p>
            <a:r>
              <a:rPr lang="fr-FR" smtClean="0"/>
              <a:t>     i’ll send your light</a:t>
            </a:r>
          </a:p>
          <a:p>
            <a:r>
              <a:rPr lang="fr-FR" smtClean="0"/>
              <a:t>8-  TU ES LUMIÈRE </a:t>
            </a:r>
          </a:p>
          <a:p>
            <a:r>
              <a:rPr lang="fr-FR" smtClean="0"/>
              <a:t>     you are light</a:t>
            </a:r>
          </a:p>
          <a:p>
            <a:r>
              <a:rPr lang="fr-FR" smtClean="0"/>
              <a:t>9-  J’ÉCRIS À CELUI, À CELUI SEUL QUI EST VIE</a:t>
            </a:r>
          </a:p>
          <a:p>
            <a:r>
              <a:rPr lang="fr-FR" smtClean="0"/>
              <a:t>     i ascribe to the one, only one who is life</a:t>
            </a:r>
          </a:p>
          <a:p>
            <a:r>
              <a:rPr lang="fr-FR" smtClean="0"/>
              <a:t>10-  TU ES VIE </a:t>
            </a:r>
          </a:p>
          <a:p>
            <a:r>
              <a:rPr lang="fr-FR" smtClean="0"/>
              <a:t>       you are life</a:t>
            </a:r>
          </a:p>
          <a:p>
            <a:r>
              <a:rPr lang="fr-FR" smtClean="0"/>
              <a:t>11-  J’ÉCRIS À CELUI À CELUI SEUL QUI EST GRÂCE</a:t>
            </a:r>
          </a:p>
          <a:p>
            <a:r>
              <a:rPr lang="fr-FR" smtClean="0"/>
              <a:t>       i ascribe to the one, only one who is grace</a:t>
            </a:r>
          </a:p>
          <a:p>
            <a:r>
              <a:rPr lang="fr-FR" smtClean="0"/>
              <a:t> 12-  TU ES GRÂCE</a:t>
            </a:r>
          </a:p>
          <a:p>
            <a:r>
              <a:rPr lang="fr-FR" smtClean="0"/>
              <a:t>        you are grace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J’ÉCRIS À CELUI</a:t>
            </a:r>
          </a:p>
          <a:p>
            <a:r>
              <a:rPr lang="fr-FR" smtClean="0"/>
              <a:t>       i ascribe to the one</a:t>
            </a:r>
          </a:p>
          <a:p>
            <a:r>
              <a:rPr lang="fr-FR" smtClean="0"/>
              <a:t>14-  À CELUI SEUL QUI EST FEU, FEU PUISSANCE, GRÂCE ET VÉRITÉ</a:t>
            </a:r>
          </a:p>
          <a:p>
            <a:r>
              <a:rPr lang="fr-FR" smtClean="0"/>
              <a:t>       only one who is fire, fire, power, mercy and truth,</a:t>
            </a:r>
          </a:p>
          <a:p>
            <a:r>
              <a:rPr lang="fr-FR" smtClean="0"/>
              <a:t>15-  IL EST ALPHA ET OMEGA LE COMMENCEMENT, LA FIN</a:t>
            </a:r>
          </a:p>
          <a:p>
            <a:r>
              <a:rPr lang="fr-FR" smtClean="0"/>
              <a:t>       he is alpha and omega, beginning and the end</a:t>
            </a:r>
          </a:p>
          <a:p>
            <a:r>
              <a:rPr lang="fr-FR" smtClean="0"/>
              <a:t>16-  IL EST VIVANT, RESSUSCITÉ SEIGNEUR SUR TOUTES CHOSES</a:t>
            </a:r>
          </a:p>
          <a:p>
            <a:r>
              <a:rPr lang="fr-FR" smtClean="0"/>
              <a:t>       he is risen, resurrected ruler over everything</a:t>
            </a:r>
          </a:p>
          <a:p>
            <a:r>
              <a:rPr lang="fr-FR" smtClean="0"/>
              <a:t>17-  À TOI SONT LE ROYAUME, LA PUISSANCE ET LA GLOIRE POUR TOUTE L’ÉTERNITÉ</a:t>
            </a:r>
          </a:p>
          <a:p>
            <a:r>
              <a:rPr lang="fr-FR" smtClean="0"/>
              <a:t>       yours is the kingdom the power the glory forever and ever </a:t>
            </a:r>
          </a:p>
          <a:p>
            <a:r>
              <a:rPr lang="fr-FR" smtClean="0"/>
              <a:t>18-  ET À JAMAIS</a:t>
            </a:r>
          </a:p>
          <a:p>
            <a:r>
              <a:rPr lang="fr-FR" smtClean="0"/>
              <a:t>       and ever and ever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OUI POUR TOI, OUI POUR TOI,  EST CE CHANT DE MON CŒUR</a:t>
            </a:r>
          </a:p>
          <a:p>
            <a:pPr>
              <a:defRPr/>
            </a:pPr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pPr>
              <a:defRPr/>
            </a:pPr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pPr>
              <a:defRPr/>
            </a:pPr>
            <a:r>
              <a:rPr lang="fr-FR" smtClean="0"/>
              <a:t>     unto you, only you, i ascribe holy praise</a:t>
            </a:r>
          </a:p>
          <a:p>
            <a:pPr>
              <a:defRPr/>
            </a:pPr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JOUR ET NUIT, JE TE CHERCHERAI POUR TROUVER TA LUMIÈRE</a:t>
            </a:r>
          </a:p>
          <a:p>
            <a:pPr>
              <a:defRPr/>
            </a:pPr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pPr>
              <a:defRPr/>
            </a:pPr>
            <a:r>
              <a:rPr lang="fr-FR" smtClean="0"/>
              <a:t>7-  J’ÉCRIS À CELUI, À CELUI SEUL  QUI EST LUMIÈRE  </a:t>
            </a:r>
          </a:p>
          <a:p>
            <a:pPr>
              <a:defRPr/>
            </a:pPr>
            <a:r>
              <a:rPr lang="fr-FR" smtClean="0"/>
              <a:t>     i’ll send your light</a:t>
            </a:r>
          </a:p>
          <a:p>
            <a:pPr>
              <a:defRPr/>
            </a:pPr>
            <a:r>
              <a:rPr lang="fr-FR" smtClean="0"/>
              <a:t>8-  TU ES LUMIÈRE </a:t>
            </a:r>
          </a:p>
          <a:p>
            <a:pPr>
              <a:defRPr/>
            </a:pPr>
            <a:r>
              <a:rPr lang="fr-FR" smtClean="0"/>
              <a:t>     you are light</a:t>
            </a:r>
          </a:p>
          <a:p>
            <a:pPr>
              <a:defRPr/>
            </a:pPr>
            <a:r>
              <a:rPr lang="fr-FR" smtClean="0"/>
              <a:t>9-  J’ÉCRIS À CELUI, À CELUI SEUL QUI EST VIE</a:t>
            </a:r>
          </a:p>
          <a:p>
            <a:pPr>
              <a:defRPr/>
            </a:pPr>
            <a:r>
              <a:rPr lang="fr-FR" smtClean="0"/>
              <a:t>     i ascribe to the one, only one who is life</a:t>
            </a:r>
          </a:p>
          <a:p>
            <a:pPr>
              <a:defRPr/>
            </a:pPr>
            <a:r>
              <a:rPr lang="fr-FR" smtClean="0"/>
              <a:t>10-  TU ES VIE </a:t>
            </a:r>
          </a:p>
          <a:p>
            <a:pPr>
              <a:defRPr/>
            </a:pPr>
            <a:r>
              <a:rPr lang="fr-FR" smtClean="0"/>
              <a:t>       you are life</a:t>
            </a:r>
          </a:p>
          <a:p>
            <a:pPr>
              <a:defRPr/>
            </a:pPr>
            <a:r>
              <a:rPr lang="fr-FR" smtClean="0"/>
              <a:t>11-  J’ÉCRIS À CELUI À CELUI SEUL QUI EST GRÂCE</a:t>
            </a:r>
          </a:p>
          <a:p>
            <a:pPr>
              <a:defRPr/>
            </a:pPr>
            <a:r>
              <a:rPr lang="fr-FR" smtClean="0"/>
              <a:t>       i ascribe to the one, only one who is grace</a:t>
            </a:r>
          </a:p>
          <a:p>
            <a:pPr>
              <a:defRPr/>
            </a:pPr>
            <a:r>
              <a:rPr lang="fr-FR" smtClean="0"/>
              <a:t> 12-  TU ES GRÂCE</a:t>
            </a:r>
          </a:p>
          <a:p>
            <a:pPr>
              <a:defRPr/>
            </a:pPr>
            <a:r>
              <a:rPr lang="fr-FR" smtClean="0"/>
              <a:t>        you are grace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13-  J’ÉCRIS À CELUI</a:t>
            </a:r>
          </a:p>
          <a:p>
            <a:pPr>
              <a:defRPr/>
            </a:pPr>
            <a:r>
              <a:rPr lang="fr-FR" smtClean="0"/>
              <a:t>       i ascribe to the one</a:t>
            </a:r>
          </a:p>
          <a:p>
            <a:pPr>
              <a:defRPr/>
            </a:pPr>
            <a:r>
              <a:rPr lang="fr-FR" smtClean="0"/>
              <a:t>14-  À CELUI SEUL QUI EST FEU, FEU PUISSANCE, GRÂCE ET VÉRITÉ</a:t>
            </a:r>
          </a:p>
          <a:p>
            <a:pPr>
              <a:defRPr/>
            </a:pPr>
            <a:r>
              <a:rPr lang="fr-FR" smtClean="0"/>
              <a:t>       only one who is fire, fire, power, mercy and truth,</a:t>
            </a:r>
          </a:p>
          <a:p>
            <a:pPr>
              <a:defRPr/>
            </a:pPr>
            <a:r>
              <a:rPr lang="fr-FR" smtClean="0"/>
              <a:t>15-  IL EST ALPHA ET OMEGA LE COMMENCEMENT, LA FIN</a:t>
            </a:r>
          </a:p>
          <a:p>
            <a:pPr>
              <a:defRPr/>
            </a:pPr>
            <a:r>
              <a:rPr lang="fr-FR" smtClean="0"/>
              <a:t>       he is alpha and omega, beginning and the end</a:t>
            </a:r>
          </a:p>
          <a:p>
            <a:pPr>
              <a:defRPr/>
            </a:pPr>
            <a:r>
              <a:rPr lang="fr-FR" smtClean="0"/>
              <a:t>16-  IL EST VIVANT, RESSUSCITÉ SEIGNEUR SUR TOUTES CHOSES</a:t>
            </a:r>
          </a:p>
          <a:p>
            <a:pPr>
              <a:defRPr/>
            </a:pPr>
            <a:r>
              <a:rPr lang="fr-FR" smtClean="0"/>
              <a:t>       he is risen, resurrected ruler over everything</a:t>
            </a:r>
          </a:p>
          <a:p>
            <a:pPr>
              <a:defRPr/>
            </a:pPr>
            <a:r>
              <a:rPr lang="fr-FR" smtClean="0"/>
              <a:t>17-  À TOI SONT LE ROYAUME, LA PUISSANCE ET LA GLOIRE POUR TOUTE L’ÉTERNITÉ</a:t>
            </a:r>
          </a:p>
          <a:p>
            <a:pPr>
              <a:defRPr/>
            </a:pPr>
            <a:r>
              <a:rPr lang="fr-FR" smtClean="0"/>
              <a:t>       yours is the kingdom the power the glory forever and ever </a:t>
            </a:r>
          </a:p>
          <a:p>
            <a:pPr>
              <a:defRPr/>
            </a:pPr>
            <a:r>
              <a:rPr lang="fr-FR" smtClean="0"/>
              <a:t>18-  ET À JAMAIS</a:t>
            </a:r>
          </a:p>
          <a:p>
            <a:pPr>
              <a:defRPr/>
            </a:pPr>
            <a:r>
              <a:rPr lang="fr-FR" smtClean="0"/>
              <a:t>       and ever and 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 POUR TOI, OUI POUR TOI,  EST CE CHANT DE MON CŒUR</a:t>
            </a:r>
          </a:p>
          <a:p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r>
              <a:rPr lang="fr-FR" smtClean="0"/>
              <a:t>     unto you, only you, i ascribe holy praise</a:t>
            </a:r>
          </a:p>
          <a:p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endParaRPr lang="fr-FR" smtClean="0"/>
          </a:p>
          <a:p>
            <a:r>
              <a:rPr lang="fr-FR" smtClean="0"/>
              <a:t>5-  JOUR ET NUIT, JE TE CHERCHERAI POUR TROUVER TA LUMIÈRE</a:t>
            </a:r>
          </a:p>
          <a:p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r>
              <a:rPr lang="fr-FR" smtClean="0"/>
              <a:t>7-  J’ÉCRIS À CELUI, À CELUI SEUL  QUI EST LUMIÈRE  </a:t>
            </a:r>
          </a:p>
          <a:p>
            <a:r>
              <a:rPr lang="fr-FR" smtClean="0"/>
              <a:t>     i’ll send your light</a:t>
            </a:r>
          </a:p>
          <a:p>
            <a:r>
              <a:rPr lang="fr-FR" smtClean="0"/>
              <a:t>8-  TU ES LUMIÈRE </a:t>
            </a:r>
          </a:p>
          <a:p>
            <a:r>
              <a:rPr lang="fr-FR" smtClean="0"/>
              <a:t>     you are light</a:t>
            </a:r>
          </a:p>
          <a:p>
            <a:r>
              <a:rPr lang="fr-FR" smtClean="0"/>
              <a:t>9-  J’ÉCRIS À CELUI, À CELUI SEUL QUI EST VIE</a:t>
            </a:r>
          </a:p>
          <a:p>
            <a:r>
              <a:rPr lang="fr-FR" smtClean="0"/>
              <a:t>     i ascribe to the one, only one who is life</a:t>
            </a:r>
          </a:p>
          <a:p>
            <a:r>
              <a:rPr lang="fr-FR" smtClean="0"/>
              <a:t>10-  TU ES VIE </a:t>
            </a:r>
          </a:p>
          <a:p>
            <a:r>
              <a:rPr lang="fr-FR" smtClean="0"/>
              <a:t>       you are life</a:t>
            </a:r>
          </a:p>
          <a:p>
            <a:r>
              <a:rPr lang="fr-FR" smtClean="0"/>
              <a:t>11-  J’ÉCRIS À CELUI À CELUI SEUL QUI EST GRÂCE</a:t>
            </a:r>
          </a:p>
          <a:p>
            <a:r>
              <a:rPr lang="fr-FR" smtClean="0"/>
              <a:t>       i ascribe to the one, only one who is grace</a:t>
            </a:r>
          </a:p>
          <a:p>
            <a:r>
              <a:rPr lang="fr-FR" smtClean="0"/>
              <a:t> 12-  TU ES GRÂCE</a:t>
            </a:r>
          </a:p>
          <a:p>
            <a:r>
              <a:rPr lang="fr-FR" smtClean="0"/>
              <a:t>        you are grace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J’ÉCRIS À CELUI</a:t>
            </a:r>
          </a:p>
          <a:p>
            <a:r>
              <a:rPr lang="fr-FR" smtClean="0"/>
              <a:t>       i ascribe to the one</a:t>
            </a:r>
          </a:p>
          <a:p>
            <a:r>
              <a:rPr lang="fr-FR" smtClean="0"/>
              <a:t>14-  À CELUI SEUL QUI EST FEU, FEU PUISSANCE, GRÂCE ET VÉRITÉ</a:t>
            </a:r>
          </a:p>
          <a:p>
            <a:r>
              <a:rPr lang="fr-FR" smtClean="0"/>
              <a:t>       only one who is fire, fire, power, mercy and truth,</a:t>
            </a:r>
          </a:p>
          <a:p>
            <a:r>
              <a:rPr lang="fr-FR" smtClean="0"/>
              <a:t>15-  IL EST ALPHA ET OMEGA LE COMMENCEMENT, LA FIN</a:t>
            </a:r>
          </a:p>
          <a:p>
            <a:r>
              <a:rPr lang="fr-FR" smtClean="0"/>
              <a:t>       he is alpha and omega, beginning and the end</a:t>
            </a:r>
          </a:p>
          <a:p>
            <a:r>
              <a:rPr lang="fr-FR" smtClean="0"/>
              <a:t>16-  IL EST VIVANT, RESSUSCITÉ SEIGNEUR SUR TOUTES CHOSES</a:t>
            </a:r>
          </a:p>
          <a:p>
            <a:r>
              <a:rPr lang="fr-FR" smtClean="0"/>
              <a:t>       he is risen, resurrected ruler over everything</a:t>
            </a:r>
          </a:p>
          <a:p>
            <a:r>
              <a:rPr lang="fr-FR" smtClean="0"/>
              <a:t>17-  À TOI SONT LE ROYAUME, LA PUISSANCE ET LA GLOIRE POUR TOUTE L’ÉTERNITÉ</a:t>
            </a:r>
          </a:p>
          <a:p>
            <a:r>
              <a:rPr lang="fr-FR" smtClean="0"/>
              <a:t>       yours is the kingdom the power the glory forever and ever </a:t>
            </a:r>
          </a:p>
          <a:p>
            <a:r>
              <a:rPr lang="fr-FR" smtClean="0"/>
              <a:t>18-  ET À JAMAIS</a:t>
            </a:r>
          </a:p>
          <a:p>
            <a:r>
              <a:rPr lang="fr-FR" smtClean="0"/>
              <a:t>       and ever and ever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OUI POUR TOI, OUI POUR TOI,  EST CE CHANT DE MON CŒUR</a:t>
            </a:r>
          </a:p>
          <a:p>
            <a:pPr>
              <a:defRPr/>
            </a:pPr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pPr>
              <a:defRPr/>
            </a:pPr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pPr>
              <a:defRPr/>
            </a:pPr>
            <a:r>
              <a:rPr lang="fr-FR" smtClean="0"/>
              <a:t>     unto you, only you, i ascribe holy praise</a:t>
            </a:r>
          </a:p>
          <a:p>
            <a:pPr>
              <a:defRPr/>
            </a:pPr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JOUR ET NUIT, JE TE CHERCHERAI POUR TROUVER TA LUMIÈRE</a:t>
            </a:r>
          </a:p>
          <a:p>
            <a:pPr>
              <a:defRPr/>
            </a:pPr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pPr>
              <a:defRPr/>
            </a:pPr>
            <a:r>
              <a:rPr lang="fr-FR" smtClean="0"/>
              <a:t>7-  J’ÉCRIS À CELUI, À CELUI SEUL  QUI EST LUMIÈRE  </a:t>
            </a:r>
          </a:p>
          <a:p>
            <a:pPr>
              <a:defRPr/>
            </a:pPr>
            <a:r>
              <a:rPr lang="fr-FR" smtClean="0"/>
              <a:t>     i’ll send your light</a:t>
            </a:r>
          </a:p>
          <a:p>
            <a:pPr>
              <a:defRPr/>
            </a:pPr>
            <a:r>
              <a:rPr lang="fr-FR" smtClean="0"/>
              <a:t>8-  TU ES LUMIÈRE </a:t>
            </a:r>
          </a:p>
          <a:p>
            <a:pPr>
              <a:defRPr/>
            </a:pPr>
            <a:r>
              <a:rPr lang="fr-FR" smtClean="0"/>
              <a:t>     you are light</a:t>
            </a:r>
          </a:p>
          <a:p>
            <a:pPr>
              <a:defRPr/>
            </a:pPr>
            <a:r>
              <a:rPr lang="fr-FR" smtClean="0"/>
              <a:t>9-  J’ÉCRIS À CELUI, À CELUI SEUL QUI EST VIE</a:t>
            </a:r>
          </a:p>
          <a:p>
            <a:pPr>
              <a:defRPr/>
            </a:pPr>
            <a:r>
              <a:rPr lang="fr-FR" smtClean="0"/>
              <a:t>     i ascribe to the one, only one who is life</a:t>
            </a:r>
          </a:p>
          <a:p>
            <a:pPr>
              <a:defRPr/>
            </a:pPr>
            <a:r>
              <a:rPr lang="fr-FR" smtClean="0"/>
              <a:t>10-  TU ES VIE </a:t>
            </a:r>
          </a:p>
          <a:p>
            <a:pPr>
              <a:defRPr/>
            </a:pPr>
            <a:r>
              <a:rPr lang="fr-FR" smtClean="0"/>
              <a:t>       you are life</a:t>
            </a:r>
          </a:p>
          <a:p>
            <a:pPr>
              <a:defRPr/>
            </a:pPr>
            <a:r>
              <a:rPr lang="fr-FR" smtClean="0"/>
              <a:t>11-  J’ÉCRIS À CELUI À CELUI SEUL QUI EST GRÂCE</a:t>
            </a:r>
          </a:p>
          <a:p>
            <a:pPr>
              <a:defRPr/>
            </a:pPr>
            <a:r>
              <a:rPr lang="fr-FR" smtClean="0"/>
              <a:t>       i ascribe to the one, only one who is grace</a:t>
            </a:r>
          </a:p>
          <a:p>
            <a:pPr>
              <a:defRPr/>
            </a:pPr>
            <a:r>
              <a:rPr lang="fr-FR" smtClean="0"/>
              <a:t> 12-  TU ES GRÂCE</a:t>
            </a:r>
          </a:p>
          <a:p>
            <a:pPr>
              <a:defRPr/>
            </a:pPr>
            <a:r>
              <a:rPr lang="fr-FR" smtClean="0"/>
              <a:t>        you are grace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13-  J’ÉCRIS À CELUI</a:t>
            </a:r>
          </a:p>
          <a:p>
            <a:pPr>
              <a:defRPr/>
            </a:pPr>
            <a:r>
              <a:rPr lang="fr-FR" smtClean="0"/>
              <a:t>       i ascribe to the one</a:t>
            </a:r>
          </a:p>
          <a:p>
            <a:pPr>
              <a:defRPr/>
            </a:pPr>
            <a:r>
              <a:rPr lang="fr-FR" smtClean="0"/>
              <a:t>14-  À CELUI SEUL QUI EST FEU, FEU PUISSANCE, GRÂCE ET VÉRITÉ</a:t>
            </a:r>
          </a:p>
          <a:p>
            <a:pPr>
              <a:defRPr/>
            </a:pPr>
            <a:r>
              <a:rPr lang="fr-FR" smtClean="0"/>
              <a:t>       only one who is fire, fire, power, mercy and truth,</a:t>
            </a:r>
          </a:p>
          <a:p>
            <a:pPr>
              <a:defRPr/>
            </a:pPr>
            <a:r>
              <a:rPr lang="fr-FR" smtClean="0"/>
              <a:t>15-  IL EST ALPHA ET OMEGA LE COMMENCEMENT, LA FIN</a:t>
            </a:r>
          </a:p>
          <a:p>
            <a:pPr>
              <a:defRPr/>
            </a:pPr>
            <a:r>
              <a:rPr lang="fr-FR" smtClean="0"/>
              <a:t>       he is alpha and omega, beginning and the end</a:t>
            </a:r>
          </a:p>
          <a:p>
            <a:pPr>
              <a:defRPr/>
            </a:pPr>
            <a:r>
              <a:rPr lang="fr-FR" smtClean="0"/>
              <a:t>16-  IL EST VIVANT, RESSUSCITÉ SEIGNEUR SUR TOUTES CHOSES</a:t>
            </a:r>
          </a:p>
          <a:p>
            <a:pPr>
              <a:defRPr/>
            </a:pPr>
            <a:r>
              <a:rPr lang="fr-FR" smtClean="0"/>
              <a:t>       he is risen, resurrected ruler over everything</a:t>
            </a:r>
          </a:p>
          <a:p>
            <a:pPr>
              <a:defRPr/>
            </a:pPr>
            <a:r>
              <a:rPr lang="fr-FR" smtClean="0"/>
              <a:t>17-  À TOI SONT LE ROYAUME, LA PUISSANCE ET LA GLOIRE POUR TOUTE L’ÉTERNITÉ</a:t>
            </a:r>
          </a:p>
          <a:p>
            <a:pPr>
              <a:defRPr/>
            </a:pPr>
            <a:r>
              <a:rPr lang="fr-FR" smtClean="0"/>
              <a:t>       yours is the kingdom the power the glory forever and ever </a:t>
            </a:r>
          </a:p>
          <a:p>
            <a:pPr>
              <a:defRPr/>
            </a:pPr>
            <a:r>
              <a:rPr lang="fr-FR" smtClean="0"/>
              <a:t>18-  ET À JAMAIS</a:t>
            </a:r>
          </a:p>
          <a:p>
            <a:pPr>
              <a:defRPr/>
            </a:pPr>
            <a:r>
              <a:rPr lang="fr-FR" smtClean="0"/>
              <a:t>       and ever and 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 POUR TOI, OUI POUR TOI,  EST CE CHANT DE MON CŒUR</a:t>
            </a:r>
          </a:p>
          <a:p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r>
              <a:rPr lang="fr-FR" smtClean="0"/>
              <a:t>     unto you, only you, i ascribe holy praise</a:t>
            </a:r>
          </a:p>
          <a:p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endParaRPr lang="fr-FR" smtClean="0"/>
          </a:p>
          <a:p>
            <a:r>
              <a:rPr lang="fr-FR" smtClean="0"/>
              <a:t>5-  JOUR ET NUIT, JE TE CHERCHERAI POUR TROUVER TA LUMIÈRE</a:t>
            </a:r>
          </a:p>
          <a:p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r>
              <a:rPr lang="fr-FR" smtClean="0"/>
              <a:t>7-  J’ÉCRIS À CELUI, À CELUI SEUL  QUI EST LUMIÈRE  </a:t>
            </a:r>
          </a:p>
          <a:p>
            <a:r>
              <a:rPr lang="fr-FR" smtClean="0"/>
              <a:t>     i’ll send your light</a:t>
            </a:r>
          </a:p>
          <a:p>
            <a:r>
              <a:rPr lang="fr-FR" smtClean="0"/>
              <a:t>8-  TU ES LUMIÈRE </a:t>
            </a:r>
          </a:p>
          <a:p>
            <a:r>
              <a:rPr lang="fr-FR" smtClean="0"/>
              <a:t>     you are light</a:t>
            </a:r>
          </a:p>
          <a:p>
            <a:r>
              <a:rPr lang="fr-FR" smtClean="0"/>
              <a:t>9-  J’ÉCRIS À CELUI, À CELUI SEUL QUI EST VIE</a:t>
            </a:r>
          </a:p>
          <a:p>
            <a:r>
              <a:rPr lang="fr-FR" smtClean="0"/>
              <a:t>     i ascribe to the one, only one who is life</a:t>
            </a:r>
          </a:p>
          <a:p>
            <a:r>
              <a:rPr lang="fr-FR" smtClean="0"/>
              <a:t>10-  TU ES VIE </a:t>
            </a:r>
          </a:p>
          <a:p>
            <a:r>
              <a:rPr lang="fr-FR" smtClean="0"/>
              <a:t>       you are life</a:t>
            </a:r>
          </a:p>
          <a:p>
            <a:r>
              <a:rPr lang="fr-FR" smtClean="0"/>
              <a:t>11-  J’ÉCRIS À CELUI À CELUI SEUL QUI EST GRÂCE</a:t>
            </a:r>
          </a:p>
          <a:p>
            <a:r>
              <a:rPr lang="fr-FR" smtClean="0"/>
              <a:t>       i ascribe to the one, only one who is grace</a:t>
            </a:r>
          </a:p>
          <a:p>
            <a:r>
              <a:rPr lang="fr-FR" smtClean="0"/>
              <a:t> 12-  TU ES GRÂCE</a:t>
            </a:r>
          </a:p>
          <a:p>
            <a:r>
              <a:rPr lang="fr-FR" smtClean="0"/>
              <a:t>        you are grace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J’ÉCRIS À CELUI</a:t>
            </a:r>
          </a:p>
          <a:p>
            <a:r>
              <a:rPr lang="fr-FR" smtClean="0"/>
              <a:t>       i ascribe to the one</a:t>
            </a:r>
          </a:p>
          <a:p>
            <a:r>
              <a:rPr lang="fr-FR" smtClean="0"/>
              <a:t>14-  À CELUI SEUL QUI EST FEU, FEU PUISSANCE, GRÂCE ET VÉRITÉ</a:t>
            </a:r>
          </a:p>
          <a:p>
            <a:r>
              <a:rPr lang="fr-FR" smtClean="0"/>
              <a:t>       only one who is fire, fire, power, mercy and truth,</a:t>
            </a:r>
          </a:p>
          <a:p>
            <a:r>
              <a:rPr lang="fr-FR" smtClean="0"/>
              <a:t>15-  IL EST ALPHA ET OMEGA LE COMMENCEMENT, LA FIN</a:t>
            </a:r>
          </a:p>
          <a:p>
            <a:r>
              <a:rPr lang="fr-FR" smtClean="0"/>
              <a:t>       he is alpha and omega, beginning and the end</a:t>
            </a:r>
          </a:p>
          <a:p>
            <a:r>
              <a:rPr lang="fr-FR" smtClean="0"/>
              <a:t>16-  IL EST VIVANT, RESSUSCITÉ SEIGNEUR SUR TOUTES CHOSES</a:t>
            </a:r>
          </a:p>
          <a:p>
            <a:r>
              <a:rPr lang="fr-FR" smtClean="0"/>
              <a:t>       he is risen, resurrected ruler over everything</a:t>
            </a:r>
          </a:p>
          <a:p>
            <a:r>
              <a:rPr lang="fr-FR" smtClean="0"/>
              <a:t>17-  À TOI SONT LE ROYAUME, LA PUISSANCE ET LA GLOIRE POUR TOUTE L’ÉTERNITÉ</a:t>
            </a:r>
          </a:p>
          <a:p>
            <a:r>
              <a:rPr lang="fr-FR" smtClean="0"/>
              <a:t>       yours is the kingdom the power the glory forever and ever </a:t>
            </a:r>
          </a:p>
          <a:p>
            <a:r>
              <a:rPr lang="fr-FR" smtClean="0"/>
              <a:t>18-  ET À JAMAIS</a:t>
            </a:r>
          </a:p>
          <a:p>
            <a:r>
              <a:rPr lang="fr-FR" smtClean="0"/>
              <a:t>       and ever and ever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OUI POUR TOI, OUI POUR TOI,  EST CE CHANT DE MON CŒUR</a:t>
            </a:r>
          </a:p>
          <a:p>
            <a:pPr>
              <a:defRPr/>
            </a:pPr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pPr>
              <a:defRPr/>
            </a:pPr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pPr>
              <a:defRPr/>
            </a:pPr>
            <a:r>
              <a:rPr lang="fr-FR" smtClean="0"/>
              <a:t>     unto you, only you, i ascribe holy praise</a:t>
            </a:r>
          </a:p>
          <a:p>
            <a:pPr>
              <a:defRPr/>
            </a:pPr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JOUR ET NUIT, JE TE CHERCHERAI POUR TROUVER TA LUMIÈRE</a:t>
            </a:r>
          </a:p>
          <a:p>
            <a:pPr>
              <a:defRPr/>
            </a:pPr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pPr>
              <a:defRPr/>
            </a:pPr>
            <a:r>
              <a:rPr lang="fr-FR" smtClean="0"/>
              <a:t>7-  J’ÉCRIS À CELUI, À CELUI SEUL  QUI EST LUMIÈRE  </a:t>
            </a:r>
          </a:p>
          <a:p>
            <a:pPr>
              <a:defRPr/>
            </a:pPr>
            <a:r>
              <a:rPr lang="fr-FR" smtClean="0"/>
              <a:t>     i’ll send your light</a:t>
            </a:r>
          </a:p>
          <a:p>
            <a:pPr>
              <a:defRPr/>
            </a:pPr>
            <a:r>
              <a:rPr lang="fr-FR" smtClean="0"/>
              <a:t>8-  TU ES LUMIÈRE </a:t>
            </a:r>
          </a:p>
          <a:p>
            <a:pPr>
              <a:defRPr/>
            </a:pPr>
            <a:r>
              <a:rPr lang="fr-FR" smtClean="0"/>
              <a:t>     you are light</a:t>
            </a:r>
          </a:p>
          <a:p>
            <a:pPr>
              <a:defRPr/>
            </a:pPr>
            <a:r>
              <a:rPr lang="fr-FR" smtClean="0"/>
              <a:t>9-  J’ÉCRIS À CELUI, À CELUI SEUL QUI EST VIE</a:t>
            </a:r>
          </a:p>
          <a:p>
            <a:pPr>
              <a:defRPr/>
            </a:pPr>
            <a:r>
              <a:rPr lang="fr-FR" smtClean="0"/>
              <a:t>     i ascribe to the one, only one who is life</a:t>
            </a:r>
          </a:p>
          <a:p>
            <a:pPr>
              <a:defRPr/>
            </a:pPr>
            <a:r>
              <a:rPr lang="fr-FR" smtClean="0"/>
              <a:t>10-  TU ES VIE </a:t>
            </a:r>
          </a:p>
          <a:p>
            <a:pPr>
              <a:defRPr/>
            </a:pPr>
            <a:r>
              <a:rPr lang="fr-FR" smtClean="0"/>
              <a:t>       you are life</a:t>
            </a:r>
          </a:p>
          <a:p>
            <a:pPr>
              <a:defRPr/>
            </a:pPr>
            <a:r>
              <a:rPr lang="fr-FR" smtClean="0"/>
              <a:t>11-  J’ÉCRIS À CELUI À CELUI SEUL QUI EST GRÂCE</a:t>
            </a:r>
          </a:p>
          <a:p>
            <a:pPr>
              <a:defRPr/>
            </a:pPr>
            <a:r>
              <a:rPr lang="fr-FR" smtClean="0"/>
              <a:t>       i ascribe to the one, only one who is grace</a:t>
            </a:r>
          </a:p>
          <a:p>
            <a:pPr>
              <a:defRPr/>
            </a:pPr>
            <a:r>
              <a:rPr lang="fr-FR" smtClean="0"/>
              <a:t> 12-  TU ES GRÂCE</a:t>
            </a:r>
          </a:p>
          <a:p>
            <a:pPr>
              <a:defRPr/>
            </a:pPr>
            <a:r>
              <a:rPr lang="fr-FR" smtClean="0"/>
              <a:t>        you are grace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13-  J’ÉCRIS À CELUI</a:t>
            </a:r>
          </a:p>
          <a:p>
            <a:pPr>
              <a:defRPr/>
            </a:pPr>
            <a:r>
              <a:rPr lang="fr-FR" smtClean="0"/>
              <a:t>       i ascribe to the one</a:t>
            </a:r>
          </a:p>
          <a:p>
            <a:pPr>
              <a:defRPr/>
            </a:pPr>
            <a:r>
              <a:rPr lang="fr-FR" smtClean="0"/>
              <a:t>14-  À CELUI SEUL QUI EST FEU, FEU PUISSANCE, GRÂCE ET VÉRITÉ</a:t>
            </a:r>
          </a:p>
          <a:p>
            <a:pPr>
              <a:defRPr/>
            </a:pPr>
            <a:r>
              <a:rPr lang="fr-FR" smtClean="0"/>
              <a:t>       only one who is fire, fire, power, mercy and truth,</a:t>
            </a:r>
          </a:p>
          <a:p>
            <a:pPr>
              <a:defRPr/>
            </a:pPr>
            <a:r>
              <a:rPr lang="fr-FR" smtClean="0"/>
              <a:t>15-  IL EST ALPHA ET OMEGA LE COMMENCEMENT, LA FIN</a:t>
            </a:r>
          </a:p>
          <a:p>
            <a:pPr>
              <a:defRPr/>
            </a:pPr>
            <a:r>
              <a:rPr lang="fr-FR" smtClean="0"/>
              <a:t>       he is alpha and omega, beginning and the end</a:t>
            </a:r>
          </a:p>
          <a:p>
            <a:pPr>
              <a:defRPr/>
            </a:pPr>
            <a:r>
              <a:rPr lang="fr-FR" smtClean="0"/>
              <a:t>16-  IL EST VIVANT, RESSUSCITÉ SEIGNEUR SUR TOUTES CHOSES</a:t>
            </a:r>
          </a:p>
          <a:p>
            <a:pPr>
              <a:defRPr/>
            </a:pPr>
            <a:r>
              <a:rPr lang="fr-FR" smtClean="0"/>
              <a:t>       he is risen, resurrected ruler over everything</a:t>
            </a:r>
          </a:p>
          <a:p>
            <a:pPr>
              <a:defRPr/>
            </a:pPr>
            <a:r>
              <a:rPr lang="fr-FR" smtClean="0"/>
              <a:t>17-  À TOI SONT LE ROYAUME, LA PUISSANCE ET LA GLOIRE POUR TOUTE L’ÉTERNITÉ</a:t>
            </a:r>
          </a:p>
          <a:p>
            <a:pPr>
              <a:defRPr/>
            </a:pPr>
            <a:r>
              <a:rPr lang="fr-FR" smtClean="0"/>
              <a:t>       yours is the kingdom the power the glory forever and ever </a:t>
            </a:r>
          </a:p>
          <a:p>
            <a:pPr>
              <a:defRPr/>
            </a:pPr>
            <a:r>
              <a:rPr lang="fr-FR" smtClean="0"/>
              <a:t>18-  ET À JAMAIS</a:t>
            </a:r>
          </a:p>
          <a:p>
            <a:pPr>
              <a:defRPr/>
            </a:pPr>
            <a:r>
              <a:rPr lang="fr-FR" smtClean="0"/>
              <a:t>       and ever and 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 POUR TOI, OUI POUR TOI,  EST CE CHANT DE MON CŒUR</a:t>
            </a:r>
          </a:p>
          <a:p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r>
              <a:rPr lang="fr-FR" smtClean="0"/>
              <a:t>     unto you, only you, i ascribe holy praise</a:t>
            </a:r>
          </a:p>
          <a:p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endParaRPr lang="fr-FR" smtClean="0"/>
          </a:p>
          <a:p>
            <a:r>
              <a:rPr lang="fr-FR" smtClean="0"/>
              <a:t>5-  JOUR ET NUIT, JE TE CHERCHERAI POUR TROUVER TA LUMIÈRE</a:t>
            </a:r>
          </a:p>
          <a:p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r>
              <a:rPr lang="fr-FR" smtClean="0"/>
              <a:t>7-  J’ÉCRIS À CELUI, À CELUI SEUL  QUI EST LUMIÈRE  </a:t>
            </a:r>
          </a:p>
          <a:p>
            <a:r>
              <a:rPr lang="fr-FR" smtClean="0"/>
              <a:t>     i’ll send your light</a:t>
            </a:r>
          </a:p>
          <a:p>
            <a:r>
              <a:rPr lang="fr-FR" smtClean="0"/>
              <a:t>8-  TU ES LUMIÈRE </a:t>
            </a:r>
          </a:p>
          <a:p>
            <a:r>
              <a:rPr lang="fr-FR" smtClean="0"/>
              <a:t>     you are light</a:t>
            </a:r>
          </a:p>
          <a:p>
            <a:r>
              <a:rPr lang="fr-FR" smtClean="0"/>
              <a:t>9-  J’ÉCRIS À CELUI, À CELUI SEUL QUI EST VIE</a:t>
            </a:r>
          </a:p>
          <a:p>
            <a:r>
              <a:rPr lang="fr-FR" smtClean="0"/>
              <a:t>     i ascribe to the one, only one who is life</a:t>
            </a:r>
          </a:p>
          <a:p>
            <a:r>
              <a:rPr lang="fr-FR" smtClean="0"/>
              <a:t>10-  TU ES VIE </a:t>
            </a:r>
          </a:p>
          <a:p>
            <a:r>
              <a:rPr lang="fr-FR" smtClean="0"/>
              <a:t>       you are life</a:t>
            </a:r>
          </a:p>
          <a:p>
            <a:r>
              <a:rPr lang="fr-FR" smtClean="0"/>
              <a:t>11-  J’ÉCRIS À CELUI À CELUI SEUL QUI EST GRÂCE</a:t>
            </a:r>
          </a:p>
          <a:p>
            <a:r>
              <a:rPr lang="fr-FR" smtClean="0"/>
              <a:t>       i ascribe to the one, only one who is grace</a:t>
            </a:r>
          </a:p>
          <a:p>
            <a:r>
              <a:rPr lang="fr-FR" smtClean="0"/>
              <a:t> 12-  TU ES GRÂCE</a:t>
            </a:r>
          </a:p>
          <a:p>
            <a:r>
              <a:rPr lang="fr-FR" smtClean="0"/>
              <a:t>        you are grace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J’ÉCRIS À CELUI</a:t>
            </a:r>
          </a:p>
          <a:p>
            <a:r>
              <a:rPr lang="fr-FR" smtClean="0"/>
              <a:t>       i ascribe to the one</a:t>
            </a:r>
          </a:p>
          <a:p>
            <a:r>
              <a:rPr lang="fr-FR" smtClean="0"/>
              <a:t>14-  À CELUI SEUL QUI EST FEU, FEU PUISSANCE, GRÂCE ET VÉRITÉ</a:t>
            </a:r>
          </a:p>
          <a:p>
            <a:r>
              <a:rPr lang="fr-FR" smtClean="0"/>
              <a:t>       only one who is fire, fire, power, mercy and truth,</a:t>
            </a:r>
          </a:p>
          <a:p>
            <a:r>
              <a:rPr lang="fr-FR" smtClean="0"/>
              <a:t>15-  IL EST ALPHA ET OMEGA LE COMMENCEMENT, LA FIN</a:t>
            </a:r>
          </a:p>
          <a:p>
            <a:r>
              <a:rPr lang="fr-FR" smtClean="0"/>
              <a:t>       he is alpha and omega, beginning and the end</a:t>
            </a:r>
          </a:p>
          <a:p>
            <a:r>
              <a:rPr lang="fr-FR" smtClean="0"/>
              <a:t>16-  IL EST VIVANT, RESSUSCITÉ SEIGNEUR SUR TOUTES CHOSES</a:t>
            </a:r>
          </a:p>
          <a:p>
            <a:r>
              <a:rPr lang="fr-FR" smtClean="0"/>
              <a:t>       he is risen, resurrected ruler over everything</a:t>
            </a:r>
          </a:p>
          <a:p>
            <a:r>
              <a:rPr lang="fr-FR" smtClean="0"/>
              <a:t>17-  À TOI SONT LE ROYAUME, LA PUISSANCE ET LA GLOIRE POUR TOUTE L’ÉTERNITÉ</a:t>
            </a:r>
          </a:p>
          <a:p>
            <a:r>
              <a:rPr lang="fr-FR" smtClean="0"/>
              <a:t>       yours is the kingdom the power the glory forever and ever </a:t>
            </a:r>
          </a:p>
          <a:p>
            <a:r>
              <a:rPr lang="fr-FR" smtClean="0"/>
              <a:t>18-  ET À JAMAIS</a:t>
            </a:r>
          </a:p>
          <a:p>
            <a:r>
              <a:rPr lang="fr-FR" smtClean="0"/>
              <a:t>       and ever and ever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OUI POUR TOI, OUI POUR TOI,  EST CE CHANT DE MON CŒUR</a:t>
            </a:r>
          </a:p>
          <a:p>
            <a:pPr>
              <a:defRPr/>
            </a:pPr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pPr>
              <a:defRPr/>
            </a:pPr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pPr>
              <a:defRPr/>
            </a:pPr>
            <a:r>
              <a:rPr lang="fr-FR" smtClean="0"/>
              <a:t>     unto you, only you, i ascribe holy praise</a:t>
            </a:r>
          </a:p>
          <a:p>
            <a:pPr>
              <a:defRPr/>
            </a:pPr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JOUR ET NUIT, JE TE CHERCHERAI POUR TROUVER TA LUMIÈRE</a:t>
            </a:r>
          </a:p>
          <a:p>
            <a:pPr>
              <a:defRPr/>
            </a:pPr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pPr>
              <a:defRPr/>
            </a:pPr>
            <a:r>
              <a:rPr lang="fr-FR" smtClean="0"/>
              <a:t>7-  J’ÉCRIS À CELUI, À CELUI SEUL  QUI EST LUMIÈRE  </a:t>
            </a:r>
          </a:p>
          <a:p>
            <a:pPr>
              <a:defRPr/>
            </a:pPr>
            <a:r>
              <a:rPr lang="fr-FR" smtClean="0"/>
              <a:t>     i’ll send your light</a:t>
            </a:r>
          </a:p>
          <a:p>
            <a:pPr>
              <a:defRPr/>
            </a:pPr>
            <a:r>
              <a:rPr lang="fr-FR" smtClean="0"/>
              <a:t>8-  TU ES LUMIÈRE </a:t>
            </a:r>
          </a:p>
          <a:p>
            <a:pPr>
              <a:defRPr/>
            </a:pPr>
            <a:r>
              <a:rPr lang="fr-FR" smtClean="0"/>
              <a:t>     you are light</a:t>
            </a:r>
          </a:p>
          <a:p>
            <a:pPr>
              <a:defRPr/>
            </a:pPr>
            <a:r>
              <a:rPr lang="fr-FR" smtClean="0"/>
              <a:t>9-  J’ÉCRIS À CELUI, À CELUI SEUL QUI EST VIE</a:t>
            </a:r>
          </a:p>
          <a:p>
            <a:pPr>
              <a:defRPr/>
            </a:pPr>
            <a:r>
              <a:rPr lang="fr-FR" smtClean="0"/>
              <a:t>     i ascribe to the one, only one who is life</a:t>
            </a:r>
          </a:p>
          <a:p>
            <a:pPr>
              <a:defRPr/>
            </a:pPr>
            <a:r>
              <a:rPr lang="fr-FR" smtClean="0"/>
              <a:t>10-  TU ES VIE </a:t>
            </a:r>
          </a:p>
          <a:p>
            <a:pPr>
              <a:defRPr/>
            </a:pPr>
            <a:r>
              <a:rPr lang="fr-FR" smtClean="0"/>
              <a:t>       you are life</a:t>
            </a:r>
          </a:p>
          <a:p>
            <a:pPr>
              <a:defRPr/>
            </a:pPr>
            <a:r>
              <a:rPr lang="fr-FR" smtClean="0"/>
              <a:t>11-  J’ÉCRIS À CELUI À CELUI SEUL QUI EST GRÂCE</a:t>
            </a:r>
          </a:p>
          <a:p>
            <a:pPr>
              <a:defRPr/>
            </a:pPr>
            <a:r>
              <a:rPr lang="fr-FR" smtClean="0"/>
              <a:t>       i ascribe to the one, only one who is grace</a:t>
            </a:r>
          </a:p>
          <a:p>
            <a:pPr>
              <a:defRPr/>
            </a:pPr>
            <a:r>
              <a:rPr lang="fr-FR" smtClean="0"/>
              <a:t> 12-  TU ES GRÂCE</a:t>
            </a:r>
          </a:p>
          <a:p>
            <a:pPr>
              <a:defRPr/>
            </a:pPr>
            <a:r>
              <a:rPr lang="fr-FR" smtClean="0"/>
              <a:t>        you are grace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13-  J’ÉCRIS À CELUI</a:t>
            </a:r>
          </a:p>
          <a:p>
            <a:pPr>
              <a:defRPr/>
            </a:pPr>
            <a:r>
              <a:rPr lang="fr-FR" smtClean="0"/>
              <a:t>       i ascribe to the one</a:t>
            </a:r>
          </a:p>
          <a:p>
            <a:pPr>
              <a:defRPr/>
            </a:pPr>
            <a:r>
              <a:rPr lang="fr-FR" smtClean="0"/>
              <a:t>14-  À CELUI SEUL QUI EST FEU, FEU PUISSANCE, GRÂCE ET VÉRITÉ</a:t>
            </a:r>
          </a:p>
          <a:p>
            <a:pPr>
              <a:defRPr/>
            </a:pPr>
            <a:r>
              <a:rPr lang="fr-FR" smtClean="0"/>
              <a:t>       only one who is fire, fire, power, mercy and truth,</a:t>
            </a:r>
          </a:p>
          <a:p>
            <a:pPr>
              <a:defRPr/>
            </a:pPr>
            <a:r>
              <a:rPr lang="fr-FR" smtClean="0"/>
              <a:t>15-  IL EST ALPHA ET OMEGA LE COMMENCEMENT, LA FIN</a:t>
            </a:r>
          </a:p>
          <a:p>
            <a:pPr>
              <a:defRPr/>
            </a:pPr>
            <a:r>
              <a:rPr lang="fr-FR" smtClean="0"/>
              <a:t>       he is alpha and omega, beginning and the end</a:t>
            </a:r>
          </a:p>
          <a:p>
            <a:pPr>
              <a:defRPr/>
            </a:pPr>
            <a:r>
              <a:rPr lang="fr-FR" smtClean="0"/>
              <a:t>16-  IL EST VIVANT, RESSUSCITÉ SEIGNEUR SUR TOUTES CHOSES</a:t>
            </a:r>
          </a:p>
          <a:p>
            <a:pPr>
              <a:defRPr/>
            </a:pPr>
            <a:r>
              <a:rPr lang="fr-FR" smtClean="0"/>
              <a:t>       he is risen, resurrected ruler over everything</a:t>
            </a:r>
          </a:p>
          <a:p>
            <a:pPr>
              <a:defRPr/>
            </a:pPr>
            <a:r>
              <a:rPr lang="fr-FR" smtClean="0"/>
              <a:t>17-  À TOI SONT LE ROYAUME, LA PUISSANCE ET LA GLOIRE POUR TOUTE L’ÉTERNITÉ</a:t>
            </a:r>
          </a:p>
          <a:p>
            <a:pPr>
              <a:defRPr/>
            </a:pPr>
            <a:r>
              <a:rPr lang="fr-FR" smtClean="0"/>
              <a:t>       yours is the kingdom the power the glory forever and ever </a:t>
            </a:r>
          </a:p>
          <a:p>
            <a:pPr>
              <a:defRPr/>
            </a:pPr>
            <a:r>
              <a:rPr lang="fr-FR" smtClean="0"/>
              <a:t>18-  ET À JAMAIS</a:t>
            </a:r>
          </a:p>
          <a:p>
            <a:pPr>
              <a:defRPr/>
            </a:pPr>
            <a:r>
              <a:rPr lang="fr-FR" smtClean="0"/>
              <a:t>       and ever and 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 POUR TOI, OUI POUR TOI,  EST CE CHANT DE MON CŒUR</a:t>
            </a:r>
          </a:p>
          <a:p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r>
              <a:rPr lang="fr-FR" smtClean="0"/>
              <a:t>     unto you, only you, i ascribe holy praise</a:t>
            </a:r>
          </a:p>
          <a:p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endParaRPr lang="fr-FR" smtClean="0"/>
          </a:p>
          <a:p>
            <a:r>
              <a:rPr lang="fr-FR" smtClean="0"/>
              <a:t>5-  JOUR ET NUIT, JE TE CHERCHERAI POUR TROUVER TA LUMIÈRE</a:t>
            </a:r>
          </a:p>
          <a:p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r>
              <a:rPr lang="fr-FR" smtClean="0"/>
              <a:t>7-  J’ÉCRIS À CELUI, À CELUI SEUL  QUI EST LUMIÈRE  </a:t>
            </a:r>
          </a:p>
          <a:p>
            <a:r>
              <a:rPr lang="fr-FR" smtClean="0"/>
              <a:t>     i’ll send your light</a:t>
            </a:r>
          </a:p>
          <a:p>
            <a:r>
              <a:rPr lang="fr-FR" smtClean="0"/>
              <a:t>8-  TU ES LUMIÈRE </a:t>
            </a:r>
          </a:p>
          <a:p>
            <a:r>
              <a:rPr lang="fr-FR" smtClean="0"/>
              <a:t>     you are light</a:t>
            </a:r>
          </a:p>
          <a:p>
            <a:r>
              <a:rPr lang="fr-FR" smtClean="0"/>
              <a:t>9-  J’ÉCRIS À CELUI, À CELUI SEUL QUI EST VIE</a:t>
            </a:r>
          </a:p>
          <a:p>
            <a:r>
              <a:rPr lang="fr-FR" smtClean="0"/>
              <a:t>     i ascribe to the one, only one who is life</a:t>
            </a:r>
          </a:p>
          <a:p>
            <a:r>
              <a:rPr lang="fr-FR" smtClean="0"/>
              <a:t>10-  TU ES VIE </a:t>
            </a:r>
          </a:p>
          <a:p>
            <a:r>
              <a:rPr lang="fr-FR" smtClean="0"/>
              <a:t>       you are life</a:t>
            </a:r>
          </a:p>
          <a:p>
            <a:r>
              <a:rPr lang="fr-FR" smtClean="0"/>
              <a:t>11-  J’ÉCRIS À CELUI À CELUI SEUL QUI EST GRÂCE</a:t>
            </a:r>
          </a:p>
          <a:p>
            <a:r>
              <a:rPr lang="fr-FR" smtClean="0"/>
              <a:t>       i ascribe to the one, only one who is grace</a:t>
            </a:r>
          </a:p>
          <a:p>
            <a:r>
              <a:rPr lang="fr-FR" smtClean="0"/>
              <a:t> 12-  TU ES GRÂCE</a:t>
            </a:r>
          </a:p>
          <a:p>
            <a:r>
              <a:rPr lang="fr-FR" smtClean="0"/>
              <a:t>        you are grace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J’ÉCRIS À CELUI</a:t>
            </a:r>
          </a:p>
          <a:p>
            <a:r>
              <a:rPr lang="fr-FR" smtClean="0"/>
              <a:t>       i ascribe to the one</a:t>
            </a:r>
          </a:p>
          <a:p>
            <a:r>
              <a:rPr lang="fr-FR" smtClean="0"/>
              <a:t>14-  À CELUI SEUL QUI EST FEU, FEU PUISSANCE, GRÂCE ET VÉRITÉ</a:t>
            </a:r>
          </a:p>
          <a:p>
            <a:r>
              <a:rPr lang="fr-FR" smtClean="0"/>
              <a:t>       only one who is fire, fire, power, mercy and truth,</a:t>
            </a:r>
          </a:p>
          <a:p>
            <a:r>
              <a:rPr lang="fr-FR" smtClean="0"/>
              <a:t>15-  IL EST ALPHA ET OMEGA LE COMMENCEMENT, LA FIN</a:t>
            </a:r>
          </a:p>
          <a:p>
            <a:r>
              <a:rPr lang="fr-FR" smtClean="0"/>
              <a:t>       he is alpha and omega, beginning and the end</a:t>
            </a:r>
          </a:p>
          <a:p>
            <a:r>
              <a:rPr lang="fr-FR" smtClean="0"/>
              <a:t>16-  IL EST VIVANT, RESSUSCITÉ SEIGNEUR SUR TOUTES CHOSES</a:t>
            </a:r>
          </a:p>
          <a:p>
            <a:r>
              <a:rPr lang="fr-FR" smtClean="0"/>
              <a:t>       he is risen, resurrected ruler over everything</a:t>
            </a:r>
          </a:p>
          <a:p>
            <a:r>
              <a:rPr lang="fr-FR" smtClean="0"/>
              <a:t>17-  À TOI SONT LE ROYAUME, LA PUISSANCE ET LA GLOIRE POUR TOUTE L’ÉTERNITÉ</a:t>
            </a:r>
          </a:p>
          <a:p>
            <a:r>
              <a:rPr lang="fr-FR" smtClean="0"/>
              <a:t>       yours is the kingdom the power the glory forever and ever </a:t>
            </a:r>
          </a:p>
          <a:p>
            <a:r>
              <a:rPr lang="fr-FR" smtClean="0"/>
              <a:t>18-  ET À JAMAIS</a:t>
            </a:r>
          </a:p>
          <a:p>
            <a:r>
              <a:rPr lang="fr-FR" smtClean="0"/>
              <a:t>       and ever and ever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OUI POUR TOI, OUI POUR TOI,  EST CE CHANT DE MON CŒUR</a:t>
            </a:r>
          </a:p>
          <a:p>
            <a:pPr>
              <a:defRPr/>
            </a:pPr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pPr>
              <a:defRPr/>
            </a:pPr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pPr>
              <a:defRPr/>
            </a:pPr>
            <a:r>
              <a:rPr lang="fr-FR" smtClean="0"/>
              <a:t>     unto you, only you, i ascribe holy praise</a:t>
            </a:r>
          </a:p>
          <a:p>
            <a:pPr>
              <a:defRPr/>
            </a:pPr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JOUR ET NUIT, JE TE CHERCHERAI POUR TROUVER TA LUMIÈRE</a:t>
            </a:r>
          </a:p>
          <a:p>
            <a:pPr>
              <a:defRPr/>
            </a:pPr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pPr>
              <a:defRPr/>
            </a:pPr>
            <a:r>
              <a:rPr lang="fr-FR" smtClean="0"/>
              <a:t>7-  J’ÉCRIS À CELUI, À CELUI SEUL  QUI EST LUMIÈRE  </a:t>
            </a:r>
          </a:p>
          <a:p>
            <a:pPr>
              <a:defRPr/>
            </a:pPr>
            <a:r>
              <a:rPr lang="fr-FR" smtClean="0"/>
              <a:t>     i’ll send your light</a:t>
            </a:r>
          </a:p>
          <a:p>
            <a:pPr>
              <a:defRPr/>
            </a:pPr>
            <a:r>
              <a:rPr lang="fr-FR" smtClean="0"/>
              <a:t>8-  TU ES LUMIÈRE </a:t>
            </a:r>
          </a:p>
          <a:p>
            <a:pPr>
              <a:defRPr/>
            </a:pPr>
            <a:r>
              <a:rPr lang="fr-FR" smtClean="0"/>
              <a:t>     you are light</a:t>
            </a:r>
          </a:p>
          <a:p>
            <a:pPr>
              <a:defRPr/>
            </a:pPr>
            <a:r>
              <a:rPr lang="fr-FR" smtClean="0"/>
              <a:t>9-  J’ÉCRIS À CELUI, À CELUI SEUL QUI EST VIE</a:t>
            </a:r>
          </a:p>
          <a:p>
            <a:pPr>
              <a:defRPr/>
            </a:pPr>
            <a:r>
              <a:rPr lang="fr-FR" smtClean="0"/>
              <a:t>     i ascribe to the one, only one who is life</a:t>
            </a:r>
          </a:p>
          <a:p>
            <a:pPr>
              <a:defRPr/>
            </a:pPr>
            <a:r>
              <a:rPr lang="fr-FR" smtClean="0"/>
              <a:t>10-  TU ES VIE </a:t>
            </a:r>
          </a:p>
          <a:p>
            <a:pPr>
              <a:defRPr/>
            </a:pPr>
            <a:r>
              <a:rPr lang="fr-FR" smtClean="0"/>
              <a:t>       you are life</a:t>
            </a:r>
          </a:p>
          <a:p>
            <a:pPr>
              <a:defRPr/>
            </a:pPr>
            <a:r>
              <a:rPr lang="fr-FR" smtClean="0"/>
              <a:t>11-  J’ÉCRIS À CELUI À CELUI SEUL QUI EST GRÂCE</a:t>
            </a:r>
          </a:p>
          <a:p>
            <a:pPr>
              <a:defRPr/>
            </a:pPr>
            <a:r>
              <a:rPr lang="fr-FR" smtClean="0"/>
              <a:t>       i ascribe to the one, only one who is grace</a:t>
            </a:r>
          </a:p>
          <a:p>
            <a:pPr>
              <a:defRPr/>
            </a:pPr>
            <a:r>
              <a:rPr lang="fr-FR" smtClean="0"/>
              <a:t> 12-  TU ES GRÂCE</a:t>
            </a:r>
          </a:p>
          <a:p>
            <a:pPr>
              <a:defRPr/>
            </a:pPr>
            <a:r>
              <a:rPr lang="fr-FR" smtClean="0"/>
              <a:t>        you are grace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13-  J’ÉCRIS À CELUI</a:t>
            </a:r>
          </a:p>
          <a:p>
            <a:pPr>
              <a:defRPr/>
            </a:pPr>
            <a:r>
              <a:rPr lang="fr-FR" smtClean="0"/>
              <a:t>       i ascribe to the one</a:t>
            </a:r>
          </a:p>
          <a:p>
            <a:pPr>
              <a:defRPr/>
            </a:pPr>
            <a:r>
              <a:rPr lang="fr-FR" smtClean="0"/>
              <a:t>14-  À CELUI SEUL QUI EST FEU, FEU PUISSANCE, GRÂCE ET VÉRITÉ</a:t>
            </a:r>
          </a:p>
          <a:p>
            <a:pPr>
              <a:defRPr/>
            </a:pPr>
            <a:r>
              <a:rPr lang="fr-FR" smtClean="0"/>
              <a:t>       only one who is fire, fire, power, mercy and truth,</a:t>
            </a:r>
          </a:p>
          <a:p>
            <a:pPr>
              <a:defRPr/>
            </a:pPr>
            <a:r>
              <a:rPr lang="fr-FR" smtClean="0"/>
              <a:t>15-  IL EST ALPHA ET OMEGA LE COMMENCEMENT, LA FIN</a:t>
            </a:r>
          </a:p>
          <a:p>
            <a:pPr>
              <a:defRPr/>
            </a:pPr>
            <a:r>
              <a:rPr lang="fr-FR" smtClean="0"/>
              <a:t>       he is alpha and omega, beginning and the end</a:t>
            </a:r>
          </a:p>
          <a:p>
            <a:pPr>
              <a:defRPr/>
            </a:pPr>
            <a:r>
              <a:rPr lang="fr-FR" smtClean="0"/>
              <a:t>16-  IL EST VIVANT, RESSUSCITÉ SEIGNEUR SUR TOUTES CHOSES</a:t>
            </a:r>
          </a:p>
          <a:p>
            <a:pPr>
              <a:defRPr/>
            </a:pPr>
            <a:r>
              <a:rPr lang="fr-FR" smtClean="0"/>
              <a:t>       he is risen, resurrected ruler over everything</a:t>
            </a:r>
          </a:p>
          <a:p>
            <a:pPr>
              <a:defRPr/>
            </a:pPr>
            <a:r>
              <a:rPr lang="fr-FR" smtClean="0"/>
              <a:t>17-  À TOI SONT LE ROYAUME, LA PUISSANCE ET LA GLOIRE POUR TOUTE L’ÉTERNITÉ</a:t>
            </a:r>
          </a:p>
          <a:p>
            <a:pPr>
              <a:defRPr/>
            </a:pPr>
            <a:r>
              <a:rPr lang="fr-FR" smtClean="0"/>
              <a:t>       yours is the kingdom the power the glory forever and ever </a:t>
            </a:r>
          </a:p>
          <a:p>
            <a:pPr>
              <a:defRPr/>
            </a:pPr>
            <a:r>
              <a:rPr lang="fr-FR" smtClean="0"/>
              <a:t>18-  ET À JAMAIS</a:t>
            </a:r>
          </a:p>
          <a:p>
            <a:pPr>
              <a:defRPr/>
            </a:pPr>
            <a:r>
              <a:rPr lang="fr-FR" smtClean="0"/>
              <a:t>       and ever and 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 POUR TOI, OUI POUR TOI,  EST CE CHANT DE MON CŒUR</a:t>
            </a:r>
          </a:p>
          <a:p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r>
              <a:rPr lang="fr-FR" smtClean="0"/>
              <a:t>     unto you, only you, i ascribe holy praise</a:t>
            </a:r>
          </a:p>
          <a:p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endParaRPr lang="fr-FR" smtClean="0"/>
          </a:p>
          <a:p>
            <a:r>
              <a:rPr lang="fr-FR" smtClean="0"/>
              <a:t>5-  JOUR ET NUIT, JE TE CHERCHERAI POUR TROUVER TA LUMIÈRE</a:t>
            </a:r>
          </a:p>
          <a:p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r>
              <a:rPr lang="fr-FR" smtClean="0"/>
              <a:t>7-  J’ÉCRIS À CELUI, À CELUI SEUL  QUI EST LUMIÈRE  </a:t>
            </a:r>
          </a:p>
          <a:p>
            <a:r>
              <a:rPr lang="fr-FR" smtClean="0"/>
              <a:t>     i’ll send your light</a:t>
            </a:r>
          </a:p>
          <a:p>
            <a:r>
              <a:rPr lang="fr-FR" smtClean="0"/>
              <a:t>8-  TU ES LUMIÈRE </a:t>
            </a:r>
          </a:p>
          <a:p>
            <a:r>
              <a:rPr lang="fr-FR" smtClean="0"/>
              <a:t>     you are light</a:t>
            </a:r>
          </a:p>
          <a:p>
            <a:r>
              <a:rPr lang="fr-FR" smtClean="0"/>
              <a:t>9-  J’ÉCRIS À CELUI, À CELUI SEUL QUI EST VIE</a:t>
            </a:r>
          </a:p>
          <a:p>
            <a:r>
              <a:rPr lang="fr-FR" smtClean="0"/>
              <a:t>     i ascribe to the one, only one who is life</a:t>
            </a:r>
          </a:p>
          <a:p>
            <a:r>
              <a:rPr lang="fr-FR" smtClean="0"/>
              <a:t>10-  TU ES VIE </a:t>
            </a:r>
          </a:p>
          <a:p>
            <a:r>
              <a:rPr lang="fr-FR" smtClean="0"/>
              <a:t>       you are life</a:t>
            </a:r>
          </a:p>
          <a:p>
            <a:r>
              <a:rPr lang="fr-FR" smtClean="0"/>
              <a:t>11-  J’ÉCRIS À CELUI À CELUI SEUL QUI EST GRÂCE</a:t>
            </a:r>
          </a:p>
          <a:p>
            <a:r>
              <a:rPr lang="fr-FR" smtClean="0"/>
              <a:t>       i ascribe to the one, only one who is grace</a:t>
            </a:r>
          </a:p>
          <a:p>
            <a:r>
              <a:rPr lang="fr-FR" smtClean="0"/>
              <a:t> 12-  TU ES GRÂCE</a:t>
            </a:r>
          </a:p>
          <a:p>
            <a:r>
              <a:rPr lang="fr-FR" smtClean="0"/>
              <a:t>        you are grace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J’ÉCRIS À CELUI</a:t>
            </a:r>
          </a:p>
          <a:p>
            <a:r>
              <a:rPr lang="fr-FR" smtClean="0"/>
              <a:t>       i ascribe to the one</a:t>
            </a:r>
          </a:p>
          <a:p>
            <a:r>
              <a:rPr lang="fr-FR" smtClean="0"/>
              <a:t>14-  À CELUI SEUL QUI EST FEU, FEU PUISSANCE, GRÂCE ET VÉRITÉ</a:t>
            </a:r>
          </a:p>
          <a:p>
            <a:r>
              <a:rPr lang="fr-FR" smtClean="0"/>
              <a:t>       only one who is fire, fire, power, mercy and truth,</a:t>
            </a:r>
          </a:p>
          <a:p>
            <a:r>
              <a:rPr lang="fr-FR" smtClean="0"/>
              <a:t>15-  IL EST ALPHA ET OMEGA LE COMMENCEMENT, LA FIN</a:t>
            </a:r>
          </a:p>
          <a:p>
            <a:r>
              <a:rPr lang="fr-FR" smtClean="0"/>
              <a:t>       he is alpha and omega, beginning and the end</a:t>
            </a:r>
          </a:p>
          <a:p>
            <a:r>
              <a:rPr lang="fr-FR" smtClean="0"/>
              <a:t>16-  IL EST VIVANT, RESSUSCITÉ SEIGNEUR SUR TOUTES CHOSES</a:t>
            </a:r>
          </a:p>
          <a:p>
            <a:r>
              <a:rPr lang="fr-FR" smtClean="0"/>
              <a:t>       he is risen, resurrected ruler over everything</a:t>
            </a:r>
          </a:p>
          <a:p>
            <a:r>
              <a:rPr lang="fr-FR" smtClean="0"/>
              <a:t>17-  À TOI SONT LE ROYAUME, LA PUISSANCE ET LA GLOIRE POUR TOUTE L’ÉTERNITÉ</a:t>
            </a:r>
          </a:p>
          <a:p>
            <a:r>
              <a:rPr lang="fr-FR" smtClean="0"/>
              <a:t>       yours is the kingdom the power the glory forever and ever </a:t>
            </a:r>
          </a:p>
          <a:p>
            <a:r>
              <a:rPr lang="fr-FR" smtClean="0"/>
              <a:t>18-  ET À JAMAIS</a:t>
            </a:r>
          </a:p>
          <a:p>
            <a:r>
              <a:rPr lang="fr-FR" smtClean="0"/>
              <a:t>       and ever and ever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A1118B-A457-4F45-9E78-EE416F4E593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A477C-EF3C-47AE-8A91-0F799857384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1CC1FA-396F-4473-9CA7-DC91030170F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4C3DF5-576D-4468-A2E7-BEC31ACDD00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81AFB9-8E8E-4909-B037-D93EA5E738A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D5FC23-4D34-4599-9ACB-BE541B41C5C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9D2C31-464A-44F8-BA78-BD5B45C0213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7683EE-B507-41EC-88C1-4A296DBB787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DAC47A-8548-4F62-9112-ECBE8B1F98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094FB6-6184-4FC1-BD71-6F0CB01BBB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C19380-BF53-47EE-B287-03F3B0558E0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1A9E117-649A-407D-9201-093DCAFF3BD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POUR TOI, OUI POUR TOI,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CE CHANT DE MON COEUR </a:t>
            </a:r>
          </a:p>
          <a:p>
            <a:pPr algn="ctr">
              <a:defRPr/>
            </a:pP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LA NUIT J’AI LA LUMIÈRE QUI BRILLE DE MA LOUANGE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POUR TOI, SEULEMENT TOI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PUBLIE CES LOUANGES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Y A UN SON SI PROFOND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TU M’AS DONNE, C’EST MA LUMIÈRE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JOUR ET NUIT, JE TE CHERCHERAI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TROUVER TA LUMIÈRE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 FEU, SOUS LA PLUIE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LUMIÈRE JAILLIRA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J’ÉCRIS À CELUI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CELUI SEUL QUI EST LUMIÈRE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LUMIÈRE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J’ÉCRIS À CELUI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CELUI SEUL QUI EST VIE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VIE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J’ÉCRIS À CELUI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CELUI SEUL QUI EST GRÂCE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GRÂCE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J’ÉCRIS À CELUI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CELUI SEUL QUI EST FEU, FEU PUISSANCE, GRÂCE ET VÉRITÉ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ALPHA ET OMEGA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COMMENCEMENT, LA FIN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VIVANT, RESSUSCITÉ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 SUR TOUTES CHOSES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TOI SONT LE ROYAUME, LA PUISSANCE ET LA GLOIRE POUR TOUTE L’ÉTERNITÉ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À JAMAIS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1526</TotalTime>
  <Words>1169</Words>
  <Application>Microsoft Office PowerPoint</Application>
  <PresentationFormat>On-screen Show (4:3)</PresentationFormat>
  <Paragraphs>1219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Charis</cp:lastModifiedBy>
  <cp:revision>145</cp:revision>
  <dcterms:created xsi:type="dcterms:W3CDTF">2002-08-17T10:50:50Z</dcterms:created>
  <dcterms:modified xsi:type="dcterms:W3CDTF">2015-02-08T04:01:27Z</dcterms:modified>
</cp:coreProperties>
</file>