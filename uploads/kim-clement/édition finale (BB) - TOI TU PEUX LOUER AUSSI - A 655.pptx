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</p:showPr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9430" autoAdjust="0"/>
    <p:restoredTop sz="91136" autoAdjust="0"/>
  </p:normalViewPr>
  <p:slideViewPr>
    <p:cSldViewPr>
      <p:cViewPr varScale="1">
        <p:scale>
          <a:sx n="43" d="100"/>
          <a:sy n="43" d="100"/>
        </p:scale>
        <p:origin x="-108" y="-7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0B75BC-C675-4B98-9C62-29F4EB316F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D6AB7E-7218-4C0B-A71A-C3731D7EE70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030B95-B9AC-472E-922A-3E36F23D3F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AB16D-7159-43BF-94DC-0D5E2F5DA08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BE67BF-980F-417B-8F2B-676F7CB85A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F3AD48-2B2A-4572-9CE6-6CB5A2C06D1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0788D5-AEB0-4760-B9CD-88F7A16DDAC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CDD0A0-466B-49C4-917C-E31D35FC0C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FAA4A-CA3C-47C5-BE5E-37668BC28E0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FDAD11-0B4B-4ECA-AEC5-CCA0C8F884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921418-749B-490B-A211-F69263B9FCE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D1FD6F0-9261-43B4-BD62-FBED5A66B1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/>
          <p:cNvGrpSpPr>
            <a:grpSpLocks/>
          </p:cNvGrpSpPr>
          <p:nvPr/>
        </p:nvGrpSpPr>
        <p:grpSpPr bwMode="auto">
          <a:xfrm>
            <a:off x="1042988" y="-17463"/>
            <a:ext cx="6985000" cy="1882776"/>
            <a:chOff x="-114" y="3249"/>
            <a:chExt cx="6078" cy="1071"/>
          </a:xfrm>
        </p:grpSpPr>
        <p:sp>
          <p:nvSpPr>
            <p:cNvPr id="2048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48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489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SI PAUL PEUT LOUER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TOI TU PEUX LOUER AUSSI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2"/>
          <p:cNvGrpSpPr>
            <a:grpSpLocks/>
          </p:cNvGrpSpPr>
          <p:nvPr/>
        </p:nvGrpSpPr>
        <p:grpSpPr bwMode="auto">
          <a:xfrm>
            <a:off x="1042988" y="-88900"/>
            <a:ext cx="6985000" cy="1989138"/>
            <a:chOff x="-114" y="3249"/>
            <a:chExt cx="6078" cy="1071"/>
          </a:xfrm>
        </p:grpSpPr>
        <p:sp>
          <p:nvSpPr>
            <p:cNvPr id="2662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2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2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663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6633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SI JOSUÉ PEUT CRIER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TOI TU PEUX CRIER AUSSI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2"/>
          <p:cNvGrpSpPr>
            <a:grpSpLocks/>
          </p:cNvGrpSpPr>
          <p:nvPr/>
        </p:nvGrpSpPr>
        <p:grpSpPr bwMode="auto">
          <a:xfrm>
            <a:off x="877888" y="-44450"/>
            <a:ext cx="7359650" cy="1989138"/>
            <a:chOff x="-114" y="3249"/>
            <a:chExt cx="6078" cy="1071"/>
          </a:xfrm>
        </p:grpSpPr>
        <p:sp>
          <p:nvSpPr>
            <p:cNvPr id="2765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765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7656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7657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SI DAVID PEUT DANSER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TOI TU PEUX DANSER AUSSI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2"/>
          <p:cNvGrpSpPr>
            <a:grpSpLocks/>
          </p:cNvGrpSpPr>
          <p:nvPr/>
        </p:nvGrpSpPr>
        <p:grpSpPr bwMode="auto">
          <a:xfrm>
            <a:off x="877888" y="-44450"/>
            <a:ext cx="7359650" cy="1989138"/>
            <a:chOff x="-114" y="3249"/>
            <a:chExt cx="6078" cy="1071"/>
          </a:xfrm>
        </p:grpSpPr>
        <p:sp>
          <p:nvSpPr>
            <p:cNvPr id="2867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7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7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867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7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SI UNE BICHE PEUT SAUTER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TOI TU PEUX SAUTER AUSSI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2"/>
          <p:cNvGrpSpPr>
            <a:grpSpLocks/>
          </p:cNvGrpSpPr>
          <p:nvPr/>
        </p:nvGrpSpPr>
        <p:grpSpPr bwMode="auto">
          <a:xfrm>
            <a:off x="-323850" y="-44450"/>
            <a:ext cx="9763125" cy="1989138"/>
            <a:chOff x="-114" y="3249"/>
            <a:chExt cx="6078" cy="1071"/>
          </a:xfrm>
        </p:grpSpPr>
        <p:sp>
          <p:nvSpPr>
            <p:cNvPr id="2969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970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9705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CRIE, CRIE, CRIE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JUSQU’À CE QUE LES MURS TOMBENT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2"/>
          <p:cNvGrpSpPr>
            <a:grpSpLocks/>
          </p:cNvGrpSpPr>
          <p:nvPr/>
        </p:nvGrpSpPr>
        <p:grpSpPr bwMode="auto">
          <a:xfrm>
            <a:off x="-323850" y="0"/>
            <a:ext cx="9763125" cy="1873250"/>
            <a:chOff x="-114" y="3249"/>
            <a:chExt cx="6078" cy="1071"/>
          </a:xfrm>
        </p:grpSpPr>
        <p:sp>
          <p:nvSpPr>
            <p:cNvPr id="3072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72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28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29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DANSE, DANSE, DANSE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JUSQU’À CE QUE LES MURS TOMBENT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2"/>
          <p:cNvGrpSpPr>
            <a:grpSpLocks/>
          </p:cNvGrpSpPr>
          <p:nvPr/>
        </p:nvGrpSpPr>
        <p:grpSpPr bwMode="auto">
          <a:xfrm>
            <a:off x="-323850" y="0"/>
            <a:ext cx="9763125" cy="1873250"/>
            <a:chOff x="-114" y="3249"/>
            <a:chExt cx="6078" cy="1071"/>
          </a:xfrm>
        </p:grpSpPr>
        <p:sp>
          <p:nvSpPr>
            <p:cNvPr id="3174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74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74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175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75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1752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1753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TU ES GRAND ET ADORÉ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NOUS SOMMES LA POUR T’ADORER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889</TotalTime>
  <Words>65</Words>
  <Application>Microsoft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Modèle de conception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Franklin Gothic Medium</vt:lpstr>
      <vt:lpstr>Arial</vt:lpstr>
      <vt:lpstr>Calibri</vt:lpstr>
      <vt:lpstr>Default Design</vt:lpstr>
      <vt:lpstr>SI PAUL PEUT LOUER TOI TU PEUX LOUER AUSSI</vt:lpstr>
      <vt:lpstr>SI JOSUÉ PEUT CRIER TOI TU PEUX CRIER AUSSI</vt:lpstr>
      <vt:lpstr>SI DAVID PEUT DANSER TOI TU PEUX DANSER AUSSI</vt:lpstr>
      <vt:lpstr>SI UNE BICHE PEUT SAUTER TOI TU PEUX SAUTER AUSSI</vt:lpstr>
      <vt:lpstr>CRIE, CRIE, CRIE  JUSQU’À CE QUE LES MURS TOMBENT</vt:lpstr>
      <vt:lpstr>DANSE, DANSE, DANSE  JUSQU’À CE QUE LES MURS TOMBENT</vt:lpstr>
      <vt:lpstr>TU ES GRAND ET ADORÉ NOUS SOMMES LA POUR T’ADORER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NT</cp:lastModifiedBy>
  <cp:revision>67</cp:revision>
  <dcterms:created xsi:type="dcterms:W3CDTF">2002-08-17T10:50:50Z</dcterms:created>
  <dcterms:modified xsi:type="dcterms:W3CDTF">2010-11-12T21:11:38Z</dcterms:modified>
</cp:coreProperties>
</file>