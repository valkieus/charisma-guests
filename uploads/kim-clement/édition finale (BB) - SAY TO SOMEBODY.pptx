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302" r:id="rId11"/>
    <p:sldId id="280" r:id="rId12"/>
    <p:sldId id="303" r:id="rId13"/>
    <p:sldId id="30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 varScale="1">
        <p:scale>
          <a:sx n="48" d="100"/>
          <a:sy n="48" d="100"/>
        </p:scale>
        <p:origin x="-9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B2153-7728-457C-95BF-2BCF846817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C86C1-4C19-4717-8E60-CC8BBD42E0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550EC-E3BE-465A-B466-AD722A68D6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5EDB2-B13E-45C8-8027-CFC039E8F6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539E4-3DE9-4BC5-838D-83A3EBDD6D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7A106-D3CC-4116-8F0E-2DCE8D196A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65A6FA-B3A1-489C-B7D5-354A347777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F7CC4-2A0D-4295-ADE4-108849FC48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B45830-5160-4130-A9B7-175DA5E33C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D3E35-E290-4069-9130-8B6D2DD8EC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7CCA1-ACDD-4C16-9690-4C6B5E1F22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D78E937-FA0A-4F1A-9ED8-2655F53503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941513" y="-100013"/>
            <a:ext cx="5045075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DIS À QUELQU’UN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 QUE TU L’AIMES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-468313" y="-100013"/>
            <a:ext cx="10080626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DIS À QUELQU’UN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QUE TU ES CONTENT QU’IL SOIT VIVANT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642938" y="-100013"/>
            <a:ext cx="7715250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DIS À QUELQU’UN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 QUE TU TE SOUCIES D’ELLE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323850" y="-100013"/>
            <a:ext cx="8515350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DIS À QUELQU’UN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QU’IL Y A LA VIE DANS SES YEUX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1992313" y="-100013"/>
            <a:ext cx="5159375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DIS À QUELQU’UN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 QUE TU L’AIMES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-541338" y="-100013"/>
            <a:ext cx="10298113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DIS À QUELQU’UN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 QUE TU ES CONTENT QU’IL SOIT VIVANT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971550" y="-100013"/>
            <a:ext cx="7258050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DIS À QUELQU’UN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 QUE JE PRIERAI POUR TOI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DIS À QUELQU’UN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 MON AMOUR NE MOURRA JAMAIS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1565275" y="-100013"/>
            <a:ext cx="5797550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OUVRE TON CŒUR 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-285750" y="-100013"/>
            <a:ext cx="9715500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ET SOUVIENS-TOI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LA PREMIÈRE FOIS OÙ IL T’A TOUCHÉ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1449388" y="-100013"/>
            <a:ext cx="6029325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OUVRE TES MAINS 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428625" y="-100013"/>
            <a:ext cx="8286750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ET SOUVIENS-TOI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L’AMOUR QUE TU AS RESSENTI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QUAND TU AS REGARDÉ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 DANS SES YEUX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2411413" y="-100013"/>
            <a:ext cx="4105275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DIS AU PÈRE : 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 JE T’AIME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0" y="-100013"/>
            <a:ext cx="9120188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DIS À L’ESPRIT : 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SUIS HEUREUX D’ÊTRE VIVANT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2292350" y="-100013"/>
            <a:ext cx="4343400" cy="2025651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DIS AU PÈRE : 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T’AIME 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684213" y="-100013"/>
            <a:ext cx="8601075" cy="20256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DIS AU FILS :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	JE SUIS HEUREUX, TU ES VIVANT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1476375" y="-100013"/>
            <a:ext cx="6335713" cy="2025651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946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SAY TO SOMEBODY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 THAT YOU LOVE THEM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0" y="-100013"/>
            <a:ext cx="9285288" cy="2025651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48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SAY TO SOMEBODY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THAT YOU’RE GLAD THEY’RE ALIVE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900113" y="-100013"/>
            <a:ext cx="7343775" cy="2025651"/>
            <a:chOff x="-114" y="3249"/>
            <a:chExt cx="6078" cy="1071"/>
          </a:xfrm>
        </p:grpSpPr>
        <p:sp>
          <p:nvSpPr>
            <p:cNvPr id="215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150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SAY TO SOMEBODY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THAT YOU CARE FOR THEM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253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253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253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SAY TO SOMEBODY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THAT THERE’S LIFE IN THEIR EYES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1763713" y="-100013"/>
            <a:ext cx="5545137" cy="2025651"/>
            <a:chOff x="-114" y="3249"/>
            <a:chExt cx="6078" cy="1071"/>
          </a:xfrm>
        </p:grpSpPr>
        <p:sp>
          <p:nvSpPr>
            <p:cNvPr id="2355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356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355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SAY TO SOMEBODY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 I LOVE YOU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1187450" y="-100013"/>
            <a:ext cx="6840538" cy="2025651"/>
            <a:chOff x="-114" y="3249"/>
            <a:chExt cx="6078" cy="1071"/>
          </a:xfrm>
        </p:grpSpPr>
        <p:sp>
          <p:nvSpPr>
            <p:cNvPr id="2458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458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458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SAY TO SOMEBODY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 I’M GLAD YOU’RE ALIVE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1619250" y="-100013"/>
            <a:ext cx="5832475" cy="2025651"/>
            <a:chOff x="-114" y="3249"/>
            <a:chExt cx="6078" cy="1071"/>
          </a:xfrm>
        </p:grpSpPr>
        <p:sp>
          <p:nvSpPr>
            <p:cNvPr id="2560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560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560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SAY TO SOMEBODY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I’LL PRAY FOR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1042988" y="-100013"/>
            <a:ext cx="7129462" cy="2025651"/>
            <a:chOff x="-114" y="3249"/>
            <a:chExt cx="6078" cy="1071"/>
          </a:xfrm>
        </p:grpSpPr>
        <p:sp>
          <p:nvSpPr>
            <p:cNvPr id="2662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663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662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SAY TO SOMEBODY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MY LOVE WILL NEVER DIE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-323850" y="-100013"/>
            <a:ext cx="9791700" cy="2025651"/>
            <a:chOff x="-114" y="3249"/>
            <a:chExt cx="6078" cy="1071"/>
          </a:xfrm>
        </p:grpSpPr>
        <p:sp>
          <p:nvSpPr>
            <p:cNvPr id="276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76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76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OPEN YOUR HEART AND REMEMBER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1258888" y="-100013"/>
            <a:ext cx="6626225" cy="2025651"/>
            <a:chOff x="-114" y="3249"/>
            <a:chExt cx="6078" cy="1071"/>
          </a:xfrm>
        </p:grpSpPr>
        <p:sp>
          <p:nvSpPr>
            <p:cNvPr id="286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86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THE VERY FIRST TIME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THAT HE TOUCHED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0" y="-100013"/>
            <a:ext cx="9540875" cy="2025651"/>
            <a:chOff x="-114" y="3249"/>
            <a:chExt cx="6078" cy="1071"/>
          </a:xfrm>
        </p:grpSpPr>
        <p:sp>
          <p:nvSpPr>
            <p:cNvPr id="297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97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97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20115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   OPEN YOUR HEART AND REMEMBER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307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7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THE LOVE THAT YOU FELT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WHEN YOU LOOKED INTO HIS EYES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-468313" y="-100013"/>
            <a:ext cx="10153651" cy="2025651"/>
            <a:chOff x="-114" y="3249"/>
            <a:chExt cx="6078" cy="1071"/>
          </a:xfrm>
        </p:grpSpPr>
        <p:sp>
          <p:nvSpPr>
            <p:cNvPr id="317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17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17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17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SAY TO THE FATHER</a:t>
            </a:r>
            <a:r>
              <a:rPr lang="fr-FR" sz="4000" smtClean="0">
                <a:solidFill>
                  <a:schemeClr val="bg1"/>
                </a:solidFill>
              </a:rPr>
              <a:t>,</a:t>
            </a:r>
            <a:r>
              <a:rPr lang="en-US" sz="4000" smtClean="0">
                <a:solidFill>
                  <a:schemeClr val="bg1"/>
                </a:solidFill>
              </a:rPr>
              <a:t> I LOVE YOU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SAY TO THE SPIRIT, I’M GLAD I’M ALIVE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/>
          <p:cNvGrpSpPr>
            <a:grpSpLocks/>
          </p:cNvGrpSpPr>
          <p:nvPr/>
        </p:nvGrpSpPr>
        <p:grpSpPr bwMode="auto">
          <a:xfrm>
            <a:off x="323850" y="-100013"/>
            <a:ext cx="8496300" cy="2025651"/>
            <a:chOff x="-114" y="3249"/>
            <a:chExt cx="6078" cy="1071"/>
          </a:xfrm>
        </p:grpSpPr>
        <p:sp>
          <p:nvSpPr>
            <p:cNvPr id="327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27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27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4000" smtClean="0">
                <a:solidFill>
                  <a:schemeClr val="bg1"/>
                </a:solidFill>
              </a:rPr>
              <a:t> SAY TO THE FATHER, I LOVE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/>
          <p:cNvGrpSpPr>
            <a:grpSpLocks/>
          </p:cNvGrpSpPr>
          <p:nvPr/>
        </p:nvGrpSpPr>
        <p:grpSpPr bwMode="auto">
          <a:xfrm>
            <a:off x="1116013" y="-100013"/>
            <a:ext cx="6840537" cy="2025651"/>
            <a:chOff x="-114" y="3249"/>
            <a:chExt cx="6078" cy="1071"/>
          </a:xfrm>
        </p:grpSpPr>
        <p:sp>
          <p:nvSpPr>
            <p:cNvPr id="337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7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7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38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8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37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37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500" smtClean="0">
                <a:solidFill>
                  <a:schemeClr val="bg1"/>
                </a:solidFill>
              </a:rPr>
              <a:t/>
            </a:r>
            <a:br>
              <a:rPr lang="en-US" sz="5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SAY TO THE SON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 I’M GLAD YOU’RE ALIVE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</TotalTime>
  <Words>102</Words>
  <Application>Microsoft PowerPoint</Application>
  <PresentationFormat>On-screen Show (4:3)</PresentationFormat>
  <Paragraphs>32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Franklin Gothic Medium</vt:lpstr>
      <vt:lpstr>Arial</vt:lpstr>
      <vt:lpstr>Calibri</vt:lpstr>
      <vt:lpstr>Default Design</vt:lpstr>
      <vt:lpstr>DIS À QUELQU’UN  QUE TU L’AIMES </vt:lpstr>
      <vt:lpstr> DIS À QUELQU’UN  QUE TU ES CONTENT QU’IL SOIT VIVANT   </vt:lpstr>
      <vt:lpstr>DIS À QUELQU’UN  QUE TU TE SOUCIES D’ELLE </vt:lpstr>
      <vt:lpstr>DIS À QUELQU’UN  QU’IL Y A LA VIE DANS SES YEUX </vt:lpstr>
      <vt:lpstr>DIS À QUELQU’UN  QUE TU L’AIMES </vt:lpstr>
      <vt:lpstr>DIS À QUELQU’UN  QUE TU ES CONTENT QU’IL SOIT VIVANT </vt:lpstr>
      <vt:lpstr>DIS À QUELQU’UN  QUE JE PRIERAI POUR TOI </vt:lpstr>
      <vt:lpstr>DIS À QUELQU’UN  MON AMOUR NE MOURRA JAMAIS </vt:lpstr>
      <vt:lpstr> OUVRE TON CŒUR  </vt:lpstr>
      <vt:lpstr>ET SOUVIENS-TOI LA PREMIÈRE FOIS OÙ IL T’A TOUCHÉ </vt:lpstr>
      <vt:lpstr> OUVRE TES MAINS  </vt:lpstr>
      <vt:lpstr>ET SOUVIENS-TOI L’AMOUR QUE TU AS RESSENTI </vt:lpstr>
      <vt:lpstr>QUAND TU AS REGARDÉ  DANS SES YEUX </vt:lpstr>
      <vt:lpstr>DIS AU PÈRE :   JE T’AIME </vt:lpstr>
      <vt:lpstr>DIS À L’ESPRIT :  JE SUIS HEUREUX D’ÊTRE VIVANT </vt:lpstr>
      <vt:lpstr> DIS AU PÈRE :  JE T’AIME  </vt:lpstr>
      <vt:lpstr>DIS AU FILS :   JE SUIS HEUREUX, TU ES VIVANT </vt:lpstr>
      <vt:lpstr>SAY TO SOMEBODY  THAT YOU LOVE THEM</vt:lpstr>
      <vt:lpstr>SAY TO SOMEBODY  THAT YOU’RE GLAD THEY’RE ALIVE</vt:lpstr>
      <vt:lpstr>SAY TO SOMEBODY  THAT YOU CARE FOR THEM</vt:lpstr>
      <vt:lpstr>SAY TO SOMEBODY  THAT THERE’S LIFE IN THEIR EYES</vt:lpstr>
      <vt:lpstr>SAY TO SOMEBODY  I LOVE YOU</vt:lpstr>
      <vt:lpstr>SAY TO SOMEBODY  I’M GLAD YOU’RE ALIVE</vt:lpstr>
      <vt:lpstr>SAY TO SOMEBODY I’LL PRAY FOR YOU</vt:lpstr>
      <vt:lpstr>SAY TO SOMEBODY MY LOVE WILL NEVER DIE</vt:lpstr>
      <vt:lpstr>OPEN YOUR HEART AND REMEMBER</vt:lpstr>
      <vt:lpstr>THE VERY FIRST TIME  THAT HE TOUCHED YOU</vt:lpstr>
      <vt:lpstr>   OPEN YOUR HEART AND REMEMBER</vt:lpstr>
      <vt:lpstr>THE LOVE THAT YOU FELT WHEN YOU LOOKED INTO HIS EYES</vt:lpstr>
      <vt:lpstr>SAY TO THE FATHER, I LOVE YOU SAY TO THE SPIRIT, I’M GLAD I’M ALIVE</vt:lpstr>
      <vt:lpstr> SAY TO THE FATHER, I LOVE YOU</vt:lpstr>
      <vt:lpstr> SAY TO THE SON  I’M GLAD YOU’RE ALIVE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71</cp:revision>
  <dcterms:created xsi:type="dcterms:W3CDTF">2002-08-17T10:50:50Z</dcterms:created>
  <dcterms:modified xsi:type="dcterms:W3CDTF">2010-11-14T08:23:36Z</dcterms:modified>
</cp:coreProperties>
</file>