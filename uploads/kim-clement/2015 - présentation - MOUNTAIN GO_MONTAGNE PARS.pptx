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70" r:id="rId2"/>
    <p:sldId id="311" r:id="rId3"/>
    <p:sldId id="329" r:id="rId4"/>
    <p:sldId id="285" r:id="rId5"/>
    <p:sldId id="284" r:id="rId6"/>
    <p:sldId id="312" r:id="rId7"/>
    <p:sldId id="313" r:id="rId8"/>
    <p:sldId id="330" r:id="rId9"/>
    <p:sldId id="331" r:id="rId10"/>
    <p:sldId id="286" r:id="rId11"/>
    <p:sldId id="283" r:id="rId12"/>
    <p:sldId id="332" r:id="rId13"/>
    <p:sldId id="287" r:id="rId14"/>
    <p:sldId id="333" r:id="rId15"/>
    <p:sldId id="282" r:id="rId16"/>
    <p:sldId id="288" r:id="rId17"/>
    <p:sldId id="310" r:id="rId18"/>
    <p:sldId id="309" r:id="rId19"/>
    <p:sldId id="308" r:id="rId20"/>
    <p:sldId id="307" r:id="rId21"/>
    <p:sldId id="334" r:id="rId22"/>
    <p:sldId id="314" r:id="rId23"/>
    <p:sldId id="324" r:id="rId24"/>
    <p:sldId id="306" r:id="rId25"/>
    <p:sldId id="315" r:id="rId26"/>
    <p:sldId id="335" r:id="rId27"/>
    <p:sldId id="316" r:id="rId28"/>
    <p:sldId id="336" r:id="rId29"/>
    <p:sldId id="305" r:id="rId30"/>
    <p:sldId id="304" r:id="rId31"/>
    <p:sldId id="339" r:id="rId32"/>
    <p:sldId id="317" r:id="rId33"/>
    <p:sldId id="340" r:id="rId34"/>
    <p:sldId id="318" r:id="rId35"/>
    <p:sldId id="341" r:id="rId36"/>
    <p:sldId id="325" r:id="rId37"/>
    <p:sldId id="303" r:id="rId38"/>
    <p:sldId id="319" r:id="rId39"/>
    <p:sldId id="328" r:id="rId40"/>
    <p:sldId id="337" r:id="rId41"/>
    <p:sldId id="302" r:id="rId42"/>
    <p:sldId id="338" r:id="rId43"/>
    <p:sldId id="326" r:id="rId44"/>
    <p:sldId id="301" r:id="rId45"/>
    <p:sldId id="300" r:id="rId46"/>
    <p:sldId id="320" r:id="rId4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037B0BE-EBB4-4C0C-8797-6D2CB6FA54E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E1C93D-9F5A-4C82-B9BE-516C9675FDE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J’IRAI PRENDRE CETTE MONTAGNE MÊME AU MILIEU DE LA NUIT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there’s</a:t>
            </a:r>
            <a:r>
              <a:rPr lang="fr-FR" dirty="0" smtClean="0"/>
              <a:t> a </a:t>
            </a:r>
            <a:r>
              <a:rPr lang="fr-FR" dirty="0" err="1" smtClean="0"/>
              <a:t>mountain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conquer</a:t>
            </a:r>
            <a:r>
              <a:rPr lang="fr-FR" dirty="0" smtClean="0"/>
              <a:t> in the middle of the night
2-  DÈS MAINTENANT JE SUIS PRÊT À PAYER LE PRIX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starting</a:t>
            </a:r>
            <a:r>
              <a:rPr lang="fr-FR" dirty="0" smtClean="0"/>
              <a:t> right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do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
3-  J’AI LA PUISSANCE DE ME SOUMETTRE À CE QUE DIEU ME PROMET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the power to </a:t>
            </a:r>
            <a:r>
              <a:rPr lang="fr-FR" dirty="0" err="1" smtClean="0"/>
              <a:t>surrender</a:t>
            </a:r>
            <a:r>
              <a:rPr lang="fr-FR" dirty="0" smtClean="0"/>
              <a:t> to the promise divine
4-  RIEN N’PEUT ME RETARDER RIEN NE PEUT M’ARRÊTER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there’s</a:t>
            </a:r>
            <a:r>
              <a:rPr lang="fr-FR" dirty="0" smtClean="0"/>
              <a:t> no holding me back, </a:t>
            </a:r>
            <a:r>
              <a:rPr lang="fr-FR" dirty="0" err="1" smtClean="0"/>
              <a:t>there’s</a:t>
            </a:r>
            <a:r>
              <a:rPr lang="fr-FR" dirty="0" smtClean="0"/>
              <a:t> no </a:t>
            </a:r>
            <a:r>
              <a:rPr lang="fr-FR" dirty="0" err="1" smtClean="0"/>
              <a:t>stopping</a:t>
            </a:r>
            <a:r>
              <a:rPr lang="fr-FR" dirty="0" smtClean="0"/>
              <a:t> me </a:t>
            </a:r>
            <a:r>
              <a:rPr lang="fr-FR" dirty="0" err="1" smtClean="0"/>
              <a:t>now</a:t>
            </a:r>
            <a:r>
              <a:rPr lang="fr-FR" dirty="0" smtClean="0"/>
              <a:t>
5-  PRENDS CETTE MONTAGNE  BATS LES GÉANTS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conquer</a:t>
            </a:r>
            <a:r>
              <a:rPr lang="fr-FR" dirty="0" smtClean="0"/>
              <a:t> the </a:t>
            </a:r>
            <a:r>
              <a:rPr lang="fr-FR" dirty="0" err="1" smtClean="0"/>
              <a:t>mountain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down the </a:t>
            </a:r>
            <a:r>
              <a:rPr lang="fr-FR" dirty="0" err="1" smtClean="0"/>
              <a:t>giants</a:t>
            </a:r>
            <a:r>
              <a:rPr lang="fr-FR" dirty="0" smtClean="0"/>
              <a:t>
6-  JE LOUERAI ET DIRAI HAUT ET FORT CE QUE JE CROIS 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and </a:t>
            </a:r>
            <a:r>
              <a:rPr lang="fr-FR" dirty="0" err="1" smtClean="0"/>
              <a:t>proclaim</a:t>
            </a:r>
            <a:r>
              <a:rPr lang="fr-FR" dirty="0" smtClean="0"/>
              <a:t> </a:t>
            </a:r>
            <a:r>
              <a:rPr lang="fr-FR" dirty="0" err="1" smtClean="0"/>
              <a:t>prophesy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believe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	7-  OUI, LIBRE DU PASSÉ JE M'ÉLANCERAI VERS L'AVENIR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free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yesterday</a:t>
            </a:r>
            <a:r>
              <a:rPr lang="fr-FR" dirty="0" smtClean="0"/>
              <a:t> to </a:t>
            </a:r>
            <a:r>
              <a:rPr lang="fr-FR" dirty="0" err="1" smtClean="0"/>
              <a:t>step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future
	8-  LIBERE DE CE QUI ME RETIENT</a:t>
            </a:r>
          </a:p>
          <a:p>
            <a:pPr>
              <a:defRPr/>
            </a:pPr>
            <a:r>
              <a:rPr lang="fr-FR" dirty="0" smtClean="0"/>
              <a:t>                         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what’s</a:t>
            </a:r>
            <a:r>
              <a:rPr lang="fr-FR" dirty="0" smtClean="0"/>
              <a:t> holding me back</a:t>
            </a:r>
          </a:p>
          <a:p>
            <a:pPr>
              <a:defRPr/>
            </a:pPr>
            <a:r>
              <a:rPr lang="fr-FR" dirty="0" smtClean="0"/>
              <a:t> </a:t>
            </a:r>
          </a:p>
          <a:p>
            <a:pPr>
              <a:defRPr/>
            </a:pPr>
            <a:r>
              <a:rPr lang="fr-FR" dirty="0" smtClean="0"/>
              <a:t>9-  DETTE, TU DOIS PARTIR, TU DOIS PARTIR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debt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
10-  MALADIE, PARS, TU DOIS PARTIR RELIGION, PARS, TU DOIS PARTIR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sickness</a:t>
            </a:r>
            <a:r>
              <a:rPr lang="fr-FR" dirty="0" smtClean="0"/>
              <a:t>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 religion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 perversion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
	12-  DISCORDE, PARS, TU DOIS PARTIR </a:t>
            </a:r>
          </a:p>
          <a:p>
            <a:pPr>
              <a:defRPr/>
            </a:pPr>
            <a:r>
              <a:rPr lang="fr-FR" dirty="0" smtClean="0"/>
              <a:t>                          discord go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go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OUI, LIBRE DU PASSE JE M'ELANCERAI VERS L'AVENIR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free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yesterday</a:t>
            </a:r>
            <a:r>
              <a:rPr lang="fr-FR" dirty="0" smtClean="0"/>
              <a:t> to </a:t>
            </a:r>
            <a:r>
              <a:rPr lang="fr-FR" dirty="0" err="1" smtClean="0"/>
              <a:t>step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future
14-  LIBERE DE CE QUI ME RETIENT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what’s</a:t>
            </a:r>
            <a:r>
              <a:rPr lang="fr-FR" dirty="0" smtClean="0"/>
              <a:t> holding me back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15-  PARLE À LA MONTAGNE ET ELLE SE DÉPLACERA </a:t>
            </a:r>
          </a:p>
          <a:p>
            <a:pPr>
              <a:defRPr/>
            </a:pPr>
            <a:r>
              <a:rPr lang="fr-FR" dirty="0" smtClean="0"/>
              <a:t>                          </a:t>
            </a:r>
            <a:r>
              <a:rPr lang="fr-FR" dirty="0" err="1" smtClean="0"/>
              <a:t>speak</a:t>
            </a:r>
            <a:r>
              <a:rPr lang="fr-FR" dirty="0" smtClean="0"/>
              <a:t> to the </a:t>
            </a:r>
            <a:r>
              <a:rPr lang="fr-FR" dirty="0" err="1" smtClean="0"/>
              <a:t>mountain</a:t>
            </a:r>
            <a:r>
              <a:rPr lang="fr-FR" dirty="0" smtClean="0"/>
              <a:t>, </a:t>
            </a:r>
            <a:r>
              <a:rPr lang="fr-FR" dirty="0" err="1" smtClean="0"/>
              <a:t>mountain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removed</a:t>
            </a:r>
            <a:r>
              <a:rPr lang="fr-FR" dirty="0" smtClean="0"/>
              <a:t> (</a:t>
            </a:r>
            <a:r>
              <a:rPr lang="fr-FR" dirty="0" err="1" smtClean="0"/>
              <a:t>repeat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 
	16-  JE LA PRENDRAI PAR MA LOUANGE LA MONTAGNE EST À MOI</a:t>
            </a:r>
          </a:p>
          <a:p>
            <a:pPr>
              <a:defRPr/>
            </a:pPr>
            <a:r>
              <a:rPr lang="fr-FR" dirty="0" smtClean="0"/>
              <a:t> 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the </a:t>
            </a:r>
            <a:r>
              <a:rPr lang="fr-FR" dirty="0" err="1" smtClean="0"/>
              <a:t>mountain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mine
	17-  JE LE PRENDRAI AVEC MA FOI LE ROYAUME EST À MOI </a:t>
            </a:r>
          </a:p>
          <a:p>
            <a:pPr>
              <a:defRPr/>
            </a:pPr>
            <a:r>
              <a:rPr lang="fr-FR" dirty="0" smtClean="0"/>
              <a:t>  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mine
	18-  JE L’AURAI AVEC TA PAROLE LA PROMESSE EST À MOI </a:t>
            </a:r>
          </a:p>
          <a:p>
            <a:pPr>
              <a:defRPr/>
            </a:pPr>
            <a:r>
              <a:rPr lang="fr-FR" dirty="0" smtClean="0"/>
              <a:t>   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word</a:t>
            </a:r>
            <a:r>
              <a:rPr lang="fr-FR" dirty="0" smtClean="0"/>
              <a:t>, the promise </a:t>
            </a:r>
            <a:r>
              <a:rPr lang="fr-FR" dirty="0" err="1" smtClean="0"/>
              <a:t>is</a:t>
            </a:r>
            <a:r>
              <a:rPr lang="fr-FR" dirty="0" smtClean="0"/>
              <a:t> mine
	19-  JE LA PRENDRAI AVEC MA FOI LA MONTAGNE EST A MOI</a:t>
            </a:r>
          </a:p>
          <a:p>
            <a:pPr>
              <a:defRPr/>
            </a:pPr>
            <a:r>
              <a:rPr lang="fr-FR" dirty="0" smtClean="0"/>
              <a:t>   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, the </a:t>
            </a:r>
            <a:r>
              <a:rPr lang="fr-FR" dirty="0" err="1" smtClean="0"/>
              <a:t>mountain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mine
	20-  JE LA PRENDRAI AVEC MA FOI JE LA PRENDRAI PAR MA LOUANGE  </a:t>
            </a:r>
          </a:p>
          <a:p>
            <a:pPr>
              <a:defRPr/>
            </a:pPr>
            <a:r>
              <a:rPr lang="fr-FR" dirty="0" smtClean="0"/>
              <a:t>                     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,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21-  LA MONTAGNE EST À MOI</a:t>
            </a:r>
          </a:p>
          <a:p>
            <a:pPr>
              <a:defRPr/>
            </a:pPr>
            <a:r>
              <a:rPr lang="fr-FR" dirty="0" smtClean="0"/>
              <a:t>                          the </a:t>
            </a:r>
            <a:r>
              <a:rPr lang="fr-FR" dirty="0" err="1" smtClean="0"/>
              <a:t>mountain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mine  (</a:t>
            </a:r>
            <a:r>
              <a:rPr lang="fr-FR" dirty="0" err="1" smtClean="0"/>
              <a:t>Repeat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22-  JE SAIS QUE JE SAIS QUE JE SAIS DIEU VERRA MA FOI</a:t>
            </a:r>
          </a:p>
          <a:p>
            <a:pPr>
              <a:defRPr/>
            </a:pPr>
            <a:r>
              <a:rPr lang="fr-FR" dirty="0" smtClean="0"/>
              <a:t>       i know </a:t>
            </a:r>
            <a:r>
              <a:rPr lang="fr-FR" dirty="0" err="1" smtClean="0"/>
              <a:t>that</a:t>
            </a:r>
            <a:r>
              <a:rPr lang="fr-FR" dirty="0" smtClean="0"/>
              <a:t> i know </a:t>
            </a:r>
            <a:r>
              <a:rPr lang="fr-FR" dirty="0" err="1" smtClean="0"/>
              <a:t>that</a:t>
            </a:r>
            <a:r>
              <a:rPr lang="fr-FR" dirty="0" smtClean="0"/>
              <a:t> i know </a:t>
            </a:r>
            <a:r>
              <a:rPr lang="fr-FR" dirty="0" err="1" smtClean="0"/>
              <a:t>god’s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honor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
23-  JE SAIS QUE JE SAIS QUE JE SAIS DIEU HONORERA MON CHANT</a:t>
            </a:r>
          </a:p>
          <a:p>
            <a:pPr>
              <a:defRPr/>
            </a:pPr>
            <a:r>
              <a:rPr lang="fr-FR" dirty="0" smtClean="0"/>
              <a:t>       i know </a:t>
            </a:r>
            <a:r>
              <a:rPr lang="fr-FR" dirty="0" err="1" smtClean="0"/>
              <a:t>that</a:t>
            </a:r>
            <a:r>
              <a:rPr lang="fr-FR" dirty="0" smtClean="0"/>
              <a:t> i know </a:t>
            </a:r>
            <a:r>
              <a:rPr lang="fr-FR" dirty="0" err="1" smtClean="0"/>
              <a:t>that</a:t>
            </a:r>
            <a:r>
              <a:rPr lang="fr-FR" dirty="0" smtClean="0"/>
              <a:t> i know </a:t>
            </a:r>
            <a:r>
              <a:rPr lang="fr-FR" dirty="0" err="1" smtClean="0"/>
              <a:t>god’s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honor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</a:t>
            </a:r>
          </a:p>
          <a:p>
            <a:pPr>
              <a:defRPr/>
            </a:pPr>
            <a:r>
              <a:rPr lang="fr-FR" dirty="0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dirty="0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dirty="0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dirty="0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dirty="0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dirty="0" smtClean="0"/>
              <a:t>	38-  SPEAK TO THE MOUNTAIN, MOUNTAIN WILL BE REMOVED    
</a:t>
            </a:r>
          </a:p>
          <a:p>
            <a:pPr>
              <a:defRPr/>
            </a:pPr>
            <a:r>
              <a:rPr lang="fr-FR" dirty="0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dirty="0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J’IRAI PRENDRE CETTE MONTAGNE MÊME AU MILIEU DE LA NUIT </a:t>
            </a:r>
          </a:p>
          <a:p>
            <a:pPr>
              <a:defRPr/>
            </a:pPr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pPr>
              <a:defRPr/>
            </a:pPr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pPr>
              <a:defRPr/>
            </a:pPr>
            <a:r>
              <a:rPr lang="fr-FR" smtClean="0"/>
              <a:t>      i’ve got the power to surrender to the promise divine
4-  RIEN N’PEUT ME RETARDER RIEN NE PEUT M’ARRÊTER</a:t>
            </a:r>
          </a:p>
          <a:p>
            <a:pPr>
              <a:defRPr/>
            </a:pPr>
            <a:r>
              <a:rPr lang="fr-FR" smtClean="0"/>
              <a:t>     there’s no holding me back, there’s no stopping me now
5-  PRENDS CETTE MONTAGNE  BATS LES GÉANTS</a:t>
            </a:r>
          </a:p>
          <a:p>
            <a:pPr>
              <a:defRPr/>
            </a:pPr>
            <a:r>
              <a:rPr lang="fr-FR" smtClean="0"/>
              <a:t>      conquer the mountain, bring down the giants
6-  JE LOUERAI ET DIRAI HAUT ET FORT CE QUE JE CROIS </a:t>
            </a:r>
          </a:p>
          <a:p>
            <a:pPr>
              <a:defRPr/>
            </a:pPr>
            <a:r>
              <a:rPr lang="fr-FR" smtClean="0"/>
              <a:t>      i will praise and proclaim prophesy what i believe</a:t>
            </a:r>
          </a:p>
          <a:p>
            <a:pPr>
              <a:defRPr/>
            </a:pPr>
            <a:r>
              <a:rPr lang="fr-FR" smtClean="0"/>
              <a:t> 
	7-  OUI, LIBRE DU PASSÉ JE M'ÉLANCERAI VERS L'AVENIR</a:t>
            </a:r>
          </a:p>
          <a:p>
            <a:pPr>
              <a:defRPr/>
            </a:pPr>
            <a:r>
              <a:rPr lang="fr-FR" smtClean="0"/>
              <a:t>                         i’m gonna be free from yesterday to step into the future
	8-  LIBERE DE CE QUI ME RETIENT</a:t>
            </a:r>
          </a:p>
          <a:p>
            <a:pPr>
              <a:defRPr/>
            </a:pPr>
            <a:r>
              <a:rPr lang="fr-FR" smtClean="0"/>
              <a:t>                          got the freedom from what’s holding me back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9-  DETTE, TU DOIS PARTIR, TU DOIS PARTIR </a:t>
            </a:r>
          </a:p>
          <a:p>
            <a:pPr>
              <a:defRPr/>
            </a:pPr>
            <a:r>
              <a:rPr lang="fr-FR" smtClean="0"/>
              <a:t>     debt you gotta go you gotta go
10-  MALADIE, PARS, TU DOIS PARTIR RELIGION, PARS, TU DOIS PARTIR </a:t>
            </a:r>
          </a:p>
          <a:p>
            <a:pPr>
              <a:defRPr/>
            </a:pPr>
            <a:r>
              <a:rPr lang="fr-FR" smtClean="0"/>
              <a:t>       sickness go you gotta go religion go you gotta go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11-  PEUR, TU DOIS PARTIR, TU DOIS PARTIR PERVERSION, PARS, TU DOIS PARTIR  </a:t>
            </a:r>
          </a:p>
          <a:p>
            <a:pPr>
              <a:defRPr/>
            </a:pPr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pPr>
              <a:defRPr/>
            </a:pPr>
            <a:r>
              <a:rPr lang="fr-FR" smtClean="0"/>
              <a:t>                          discord go you gotta go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OUI, LIBRE DU PASSE JE M'ELANCERAI VERS L'AVENIR</a:t>
            </a:r>
          </a:p>
          <a:p>
            <a:pPr>
              <a:defRPr/>
            </a:pPr>
            <a:r>
              <a:rPr lang="fr-FR" smtClean="0"/>
              <a:t>       I’m gonna be free from yesterday to step into the future
14-  LIBERE DE CE QUI ME RETIENT </a:t>
            </a:r>
          </a:p>
          <a:p>
            <a:pPr>
              <a:defRPr/>
            </a:pPr>
            <a:r>
              <a:rPr lang="fr-FR" smtClean="0"/>
              <a:t>       got the freedom from what’s holding me back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PARLE À LA MONTAGNE ET ELLE SE DÉPLACERA </a:t>
            </a:r>
          </a:p>
          <a:p>
            <a:pPr>
              <a:defRPr/>
            </a:pPr>
            <a:r>
              <a:rPr lang="fr-FR" smtClean="0"/>
              <a:t>                          speak to the mountain, mountain will be removed (repeat)</a:t>
            </a:r>
          </a:p>
          <a:p>
            <a:pPr>
              <a:defRPr/>
            </a:pPr>
            <a:r>
              <a:rPr lang="fr-FR" smtClean="0"/>
              <a:t> 
	16-  JE LA PRENDRAI PAR MA LOUANGE LA MONTAGNE EST À MOI</a:t>
            </a:r>
          </a:p>
          <a:p>
            <a:pPr>
              <a:defRPr/>
            </a:pPr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pPr>
              <a:defRPr/>
            </a:pPr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pPr>
              <a:defRPr/>
            </a:pPr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pPr>
              <a:defRPr/>
            </a:pPr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pPr>
              <a:defRPr/>
            </a:pPr>
            <a:r>
              <a:rPr lang="fr-FR" smtClean="0"/>
              <a:t>                            i’m gonna take it with my faith, i’m gonna take it with my praise</a:t>
            </a:r>
          </a:p>
          <a:p>
            <a:pPr>
              <a:defRPr/>
            </a:pPr>
            <a:r>
              <a:rPr lang="fr-FR" smtClean="0"/>
              <a:t>	21-  LA MONTAGNE EST À MOI</a:t>
            </a:r>
          </a:p>
          <a:p>
            <a:pPr>
              <a:defRPr/>
            </a:pPr>
            <a:r>
              <a:rPr lang="fr-FR" smtClean="0"/>
              <a:t>                          the mountain is mine  (Repeat)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22-  JE SAIS QUE JE SAIS QUE JE SAIS DIEU VERRA MA FOI</a:t>
            </a:r>
          </a:p>
          <a:p>
            <a:pPr>
              <a:defRPr/>
            </a:pPr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pPr>
              <a:defRPr/>
            </a:pPr>
            <a:r>
              <a:rPr lang="fr-FR" smtClean="0"/>
              <a:t>       i know that i know that i know god’s gonna honor my praise</a:t>
            </a:r>
          </a:p>
          <a:p>
            <a:pPr>
              <a:defRPr/>
            </a:pPr>
            <a:r>
              <a:rPr lang="fr-FR" smtClean="0"/>
              <a:t>   </a:t>
            </a:r>
          </a:p>
          <a:p>
            <a:pPr>
              <a:defRPr/>
            </a:pPr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pPr>
              <a:defRPr/>
            </a:pPr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pPr>
              <a:defRPr/>
            </a:pPr>
            <a:r>
              <a:rPr lang="fr-FR" smtClean="0"/>
              <a:t>32-  DEBT YOU GOTTA GO YOU GOTTA GO SICKNESS GO YOU GOTTA GO  
33-  RELIGION GO YOU GOTTA GO 
</a:t>
            </a:r>
          </a:p>
          <a:p>
            <a:pPr>
              <a:defRPr/>
            </a:pPr>
            <a:r>
              <a:rPr lang="fr-FR" smtClean="0"/>
              <a:t>	34-  FEAR YOU GOTTA GO YOU GOTTA GO PERVERSION GO YOU GOTTA GO  
	35-  DISCORD GO YOU GOTTA GO 
</a:t>
            </a:r>
          </a:p>
          <a:p>
            <a:pPr>
              <a:defRPr/>
            </a:pPr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pPr>
              <a:defRPr/>
            </a:pPr>
            <a:r>
              <a:rPr lang="fr-FR" smtClean="0"/>
              <a:t>	38-  SPEAK TO THE MOUNTAIN, MOUNTAIN WILL BE REMOVED    
</a:t>
            </a:r>
          </a:p>
          <a:p>
            <a:pPr>
              <a:defRPr/>
            </a:pPr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pPr>
              <a:defRPr/>
            </a:pPr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J’IRAI PRENDRE CETTE MONTAGNE MÊME AU MILIEU DE LA NUIT </a:t>
            </a:r>
          </a:p>
          <a:p>
            <a:r>
              <a:rPr lang="fr-FR" smtClean="0"/>
              <a:t>     there’s a mountain i will conquer in the middle of the night
2-  DÈS MAINTENANT JE SUIS PRÊT À PAYER LE PRIX </a:t>
            </a:r>
          </a:p>
          <a:p>
            <a:r>
              <a:rPr lang="fr-FR" smtClean="0"/>
              <a:t>      starting right now i’m gonna do what it takes
3-  J’AI LA PUISSANCE DE ME SOUMETTRE À CE QUE DIEU ME PROMET </a:t>
            </a:r>
          </a:p>
          <a:p>
            <a:r>
              <a:rPr lang="fr-FR" smtClean="0"/>
              <a:t>      i’ve got the power to surrender to the promise divine
4-  RIEN N’PEUT ME RETARDER RIEN NE PEUT M’ARRÊTER</a:t>
            </a:r>
          </a:p>
          <a:p>
            <a:r>
              <a:rPr lang="fr-FR" smtClean="0"/>
              <a:t>     there’s no holding me back, there’s no stopping me now
5-  PRENDS CETTE MONTAGNE  BATS LES GÉANTS</a:t>
            </a:r>
          </a:p>
          <a:p>
            <a:r>
              <a:rPr lang="fr-FR" smtClean="0"/>
              <a:t>      conquer the mountain, bring down the giants
6-  JE LOUERAI ET DIRAI HAUT ET FORT CE QUE JE CROIS </a:t>
            </a:r>
          </a:p>
          <a:p>
            <a:r>
              <a:rPr lang="fr-FR" smtClean="0"/>
              <a:t>      i will praise and proclaim prophesy what i believe</a:t>
            </a:r>
          </a:p>
          <a:p>
            <a:r>
              <a:rPr lang="fr-FR" smtClean="0"/>
              <a:t> 
	7-  OUI, LIBRE DU PASSÉ JE M'ÉLANCERAI VERS L'AVENIR</a:t>
            </a:r>
          </a:p>
          <a:p>
            <a:r>
              <a:rPr lang="fr-FR" smtClean="0"/>
              <a:t>                         i’m gonna be free from yesterday to step into the future
	8-  LIBERE DE CE QUI ME RETIENT</a:t>
            </a:r>
          </a:p>
          <a:p>
            <a:r>
              <a:rPr lang="fr-FR" smtClean="0"/>
              <a:t>                          got the freedom from what’s holding me back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9-  DETTE, TU DOIS PARTIR, TU DOIS PARTIR </a:t>
            </a:r>
          </a:p>
          <a:p>
            <a:r>
              <a:rPr lang="fr-FR" smtClean="0"/>
              <a:t>     debt you gotta go you gotta go
10-  MALADIE, PARS, TU DOIS PARTIR RELIGION, PARS, TU DOIS PARTIR </a:t>
            </a:r>
          </a:p>
          <a:p>
            <a:r>
              <a:rPr lang="fr-FR" smtClean="0"/>
              <a:t>       sickness go you gotta go religion go you gotta go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11-  PEUR, TU DOIS PARTIR, TU DOIS PARTIR PERVERSION, PARS, TU DOIS PARTIR  </a:t>
            </a:r>
          </a:p>
          <a:p>
            <a:r>
              <a:rPr lang="fr-FR" smtClean="0"/>
              <a:t>                         fear you gotta go you gotta go perversion go you gotta go
	12-  DISCORDE, PARS, TU DOIS PARTIR </a:t>
            </a:r>
          </a:p>
          <a:p>
            <a:r>
              <a:rPr lang="fr-FR" smtClean="0"/>
              <a:t>                          discord go you gotta go</a:t>
            </a:r>
          </a:p>
          <a:p>
            <a:endParaRPr lang="fr-FR" smtClean="0"/>
          </a:p>
          <a:p>
            <a:r>
              <a:rPr lang="fr-FR" smtClean="0"/>
              <a:t>13-  OUI, LIBRE DU PASSE JE M'ELANCERAI VERS L'AVENIR</a:t>
            </a:r>
          </a:p>
          <a:p>
            <a:r>
              <a:rPr lang="fr-FR" smtClean="0"/>
              <a:t>       I’m gonna be free from yesterday to step into the future
14-  LIBERE DE CE QUI ME RETIENT </a:t>
            </a:r>
          </a:p>
          <a:p>
            <a:r>
              <a:rPr lang="fr-FR" smtClean="0"/>
              <a:t>       got the freedom from what’s holding me back</a:t>
            </a:r>
          </a:p>
          <a:p>
            <a:endParaRPr lang="fr-FR" smtClean="0"/>
          </a:p>
          <a:p>
            <a:r>
              <a:rPr lang="fr-FR" smtClean="0"/>
              <a:t>	15-  PARLE À LA MONTAGNE ET ELLE SE DÉPLACERA </a:t>
            </a:r>
          </a:p>
          <a:p>
            <a:r>
              <a:rPr lang="fr-FR" smtClean="0"/>
              <a:t>                          speak to the mountain, mountain will be removed (repeat)</a:t>
            </a:r>
          </a:p>
          <a:p>
            <a:r>
              <a:rPr lang="fr-FR" smtClean="0"/>
              <a:t> 
	16-  JE LA PRENDRAI PAR MA LOUANGE LA MONTAGNE EST À MOI</a:t>
            </a:r>
          </a:p>
          <a:p>
            <a:r>
              <a:rPr lang="fr-FR" smtClean="0"/>
              <a:t>                          i’m gonna take it with my praise the mountain is mine
	17-  JE LE PRENDRAI AVEC MA FOI LE ROYAUME EST À MOI </a:t>
            </a:r>
          </a:p>
          <a:p>
            <a:r>
              <a:rPr lang="fr-FR" smtClean="0"/>
              <a:t>                           i’m gonna take it with my faith the kingdom is mine
	18-  JE L’AURAI AVEC TA PAROLE LA PROMESSE EST À MOI </a:t>
            </a:r>
          </a:p>
          <a:p>
            <a:r>
              <a:rPr lang="fr-FR" smtClean="0"/>
              <a:t>                            i’m gonna take it by your word, the promise is mine
	19-  JE LA PRENDRAI AVEC MA FOI LA MONTAGNE EST A MOI</a:t>
            </a:r>
          </a:p>
          <a:p>
            <a:r>
              <a:rPr lang="fr-FR" smtClean="0"/>
              <a:t>                            i’m gonna take it with my faith, the mountain is mine
	20-  JE LA PRENDRAI AVEC MA FOI JE LA PRENDRAI PAR MA LOUANGE  </a:t>
            </a:r>
          </a:p>
          <a:p>
            <a:r>
              <a:rPr lang="fr-FR" smtClean="0"/>
              <a:t>                            i’m gonna take it with my faith, i’m gonna take it with my praise</a:t>
            </a:r>
          </a:p>
          <a:p>
            <a:r>
              <a:rPr lang="fr-FR" smtClean="0"/>
              <a:t>	21-  LA MONTAGNE EST À MOI</a:t>
            </a:r>
          </a:p>
          <a:p>
            <a:r>
              <a:rPr lang="fr-FR" smtClean="0"/>
              <a:t>                          the mountain is mine  (Repeat)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22-  JE SAIS QUE JE SAIS QUE JE SAIS DIEU VERRA MA FOI</a:t>
            </a:r>
          </a:p>
          <a:p>
            <a:r>
              <a:rPr lang="fr-FR" smtClean="0"/>
              <a:t>       i know that i know that i know god’s gonna honor my faith
23-  JE SAIS QUE JE SAIS QUE JE SAIS DIEU HONORERA MON CHANT</a:t>
            </a:r>
          </a:p>
          <a:p>
            <a:r>
              <a:rPr lang="fr-FR" smtClean="0"/>
              <a:t>       i know that i know that i know god’s gonna honor my praise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24-  THERE’S A MOUNTAIN I WILL CONQUER IN THE MIDDLE OF THE NIGHT  
25-  STARTING RIGHT NOW I’M GONNA DO WHAT IT TAKES  
26-  I’VE GOT THE POWER TO SURRENDER TO THE PROMISE DIVINE 
27-  THERE’S NO HOLDING ME BACK  THERE’S NO STOPPING ME NOW  
28-  CONQUER THE MOUNTAIN BRING DOWN THE GIANTS 
29-  I WILL PRAISE AND PROCLAIM PROPHESY WHAT I BELIEVE  
</a:t>
            </a:r>
          </a:p>
          <a:p>
            <a:r>
              <a:rPr lang="fr-FR" smtClean="0"/>
              <a:t>	30-  I’M GONNA BE FREE FROM YESTERDAY TO STEP INTO THE FUTURE  
	31-  GOT THE FREEDOM FROM WHAT’S HOLDING ME BACK 
</a:t>
            </a:r>
          </a:p>
          <a:p>
            <a:r>
              <a:rPr lang="fr-FR" smtClean="0"/>
              <a:t>32-  DEBT YOU GOTTA GO YOU GOTTA GO SICKNESS GO YOU GOTTA GO  
33-  RELIGION GO YOU GOTTA GO 
</a:t>
            </a:r>
          </a:p>
          <a:p>
            <a:r>
              <a:rPr lang="fr-FR" smtClean="0"/>
              <a:t>	34-  FEAR YOU GOTTA GO YOU GOTTA GO PERVERSION GO YOU GOTTA GO  
	35-  DISCORD GO YOU GOTTA GO 
</a:t>
            </a:r>
          </a:p>
          <a:p>
            <a:r>
              <a:rPr lang="fr-FR" smtClean="0"/>
              <a:t>36-   I’M GONNA BE FREE FROM YESTERDAY TO STEP INTO THE FUTURE  
37-  GOT THE FREEDOM FROM WHAT’S HOLDING ME BACK    
</a:t>
            </a:r>
          </a:p>
          <a:p>
            <a:r>
              <a:rPr lang="fr-FR" smtClean="0"/>
              <a:t>	38-  SPEAK TO THE MOUNTAIN, MOUNTAIN WILL BE REMOVED    
</a:t>
            </a:r>
          </a:p>
          <a:p>
            <a:r>
              <a:rPr lang="fr-FR" smtClean="0"/>
              <a:t>39-  I’M GONNA TAKE IT WITH MY PRAISE THE MOUNTAIN IS MINE  
40-  I’M GONNA TAKE IT WITH MY FAITH THE KINGDOM IS MINE 
41-  I’M GONNA TAKE IT BY YOUR WORD THE PROMISE IS MINE  
42-  I’M GONNA TAKE IT WITH MY FAITH THE MOUNTAIN IS MINE 
43-  I’M GONNA TAKE IT WITH MY FAITH I’M GONNA TAKE IT WITH MY PRAISE  
44-  THE MOUNTAIN IS MINE    
</a:t>
            </a:r>
          </a:p>
          <a:p>
            <a:r>
              <a:rPr lang="fr-FR" smtClean="0"/>
              <a:t>	45-  I KNOW THAT I KNOW THAT I KNOW GOD’S GONNA HONOR MY FAITH  
	46-  I KNOW THAT I KNOW THAT I KNOW GOD’S GONNA HONOR MY PRAISE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DC065-F7E6-4D7A-B0A3-82331E02FA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E6AC-0661-4A94-85B3-1C05559C22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7DB60-2E1D-4EF0-A9CF-95D727895F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04A59-D516-44C4-92A5-0EF2736265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FB4CB-4F7D-4E03-99EE-9F0FA343CA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2EC4F-5BC5-4ADB-80AA-220EC0817B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1D8E6-3ECF-46EF-B11D-452E09151D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0552D-F33D-4E58-820A-5C89F2F1D6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6EA-C686-4F16-AD11-132C71C28F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89FED4-9FBE-4859-96C0-527E63AB9B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71312-AEC8-43C1-957F-0391FC7EA8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67BDBD0-BDAA-4E20-949B-5E0258227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J’IRAI PRENDRE CETTE MONTAGNE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AU MILIEU DE LA NUIT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DÈS MAINTENANT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PRÊT À PAYER LE PRIX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LA PUISSANCE DE ME SOUMETTRE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 QUE DIEU ME PROMET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N’PEUT ME RETARDER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M’ARRÊTER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CETTE MONTAGNE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BATS LES GÉANTS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LOUERAI ET DIRAI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HAUT ET FORT CE QUE JE CROIS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LIBRE DU PASSÉ JE M'ÉLANCERAI VERS L'AVENIR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LIBERE DE CE QUI ME RETIENT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DETTE, TU DOIS PARTIR, TU DOIS PARTIR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MALADIE, PARS, TU DOIS PARTIR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RELIGION, PARS, TU DOIS PARTIR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PEUR, TU DOIS PARTIR, TU DOIS PARTIR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PERVERSION, PARS, TU DOIS PARTIR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DISCORDE, PARS, TU DOIS PARTIR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LIBRE DU PASSE JE M'ELANCERAI VERS L'AVENIR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LIBERE DE CE QUI ME RETIENT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PARLE À LA MONTAGNE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ELLE SE DÉPLACERA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 PRENDRAI PAR MA LOUANGE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MONTAGNE EST À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PRENDRAI AVEC MA FOI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ROYAUME EST À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L’AURAI AVEC TA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PROMESSE EST À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 PRENDRAI AVEC MA FOI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MONTAGNE EST A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 PRENDRAI AVEC MA FOI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 PRENDRAI PAR MA LOUANGE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MONTAGNE EST 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JE SAIS QUE JE SAIS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VERRA MA FOI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JE SAIS QUE JE SAIS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HONORERA MON CHANT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A MOUNTAIN I WILL CONQUER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THE MIDDLE OF THE NIGHT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STARTING RIGHT NOW I’M GONNA DO WHAT IT TAKES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I’VE GOT THE POWER TO SURRENDER TO THE PROMISE DIVINE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NO HOLDING ME BACK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THERE’S NO STOPPING ME NOW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CONQUER THE MOUNTAIN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BRING DOWN THE GIANTS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PRAISE AND PROCLAIM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PROPHESY WHAT I BELIEVE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BE FREE FROM YESTERDAY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STEP INTO THE FUTURE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GOT THE FREEDOM FROM WHAT’S HOLDING ME BACK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DEBT YOU GOTTA GO YOU GOTTA GO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SICKNESS GO YOU GOTTA GO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RELIGION GO YOU GOTTA GO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FEAR YOU GOTTA GO YOU GOTTA GO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PERVERSION GO YOU GOTTA GO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DISCORD GO YOU GOTTA GO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I’M GONNA BE FREE FROM YESTERDAY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STEP INTO THE FUTURE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GOT THE FREEDOM FROM WHAT’S HOLDING ME BACK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SPEAK TO THE MOUNTAIN, MOUNTAIN WILL BE REMOVED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WITH MY PRAISE THE MOUNTAIN IS MINE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WITH MY FAITH THE KINGDOM IS MINE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BY YOUR WORD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PROMISE IS MINE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WITH MY FAITH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IS MINE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WITH MY FAITH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GONNA TAKE IT WITH MY PRAISE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IS MINE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KNOW THAT I KNOW THAT I KNOW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GOD’S GONNA HONOR MY FAITH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KNOW THAT I KNOW THAT I KNOW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GOD’S GONNA HONOR MY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2648</Words>
  <Application>Microsoft Office PowerPoint</Application>
  <PresentationFormat>On-screen Show (4:3)</PresentationFormat>
  <Paragraphs>4310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138</cp:revision>
  <dcterms:created xsi:type="dcterms:W3CDTF">2002-08-17T10:50:50Z</dcterms:created>
  <dcterms:modified xsi:type="dcterms:W3CDTF">2015-02-08T00:12:30Z</dcterms:modified>
</cp:coreProperties>
</file>