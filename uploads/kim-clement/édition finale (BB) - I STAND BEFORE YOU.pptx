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83" r:id="rId8"/>
    <p:sldId id="276" r:id="rId9"/>
    <p:sldId id="277" r:id="rId10"/>
    <p:sldId id="278" r:id="rId11"/>
    <p:sldId id="279" r:id="rId12"/>
    <p:sldId id="282" r:id="rId13"/>
    <p:sldId id="280" r:id="rId14"/>
    <p:sldId id="281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54" autoAdjust="0"/>
    <p:restoredTop sz="91136" autoAdjust="0"/>
  </p:normalViewPr>
  <p:slideViewPr>
    <p:cSldViewPr>
      <p:cViewPr varScale="1">
        <p:scale>
          <a:sx n="49" d="100"/>
          <a:sy n="49" d="100"/>
        </p:scale>
        <p:origin x="-108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251C6-8424-4273-A1CA-5F5571D4AB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747A70-0DCE-4EB0-B77F-774DE35FEC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32A00-C48D-4D46-8420-AE50BAC2B6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029D7-850B-4F40-94CA-08D2F594A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A1A64-0E5A-4D78-9C52-B373C6599F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B1ECF-32FB-46CD-BCBA-7201CD9F3B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CB94C-F2E5-4CAC-BD5C-10155965F6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4FF98-3B46-4E27-AC7F-F5C6608150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292BC-514B-4059-8CA9-C5BF13465E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E33F4-48ED-4D5F-81E2-9E53C61A55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F49F6-8249-475F-9BFB-4FE4C307E4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E59CD46-2844-43B4-A194-DAE5BB898A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1571625" y="-100013"/>
            <a:ext cx="6000750" cy="2025651"/>
            <a:chOff x="-114" y="3249"/>
            <a:chExt cx="6078" cy="1071"/>
          </a:xfrm>
        </p:grpSpPr>
        <p:sp>
          <p:nvSpPr>
            <p:cNvPr id="205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SUIS DEVANT TOI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ME TIENS PRÊT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1571625" y="-100013"/>
            <a:ext cx="5929313" cy="2025651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307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SUIS DEVANT TOI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DANS CE LIEU SAINT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41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ME TIENS PRÊT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À TOUCHER TA FACE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1500188" y="-100013"/>
            <a:ext cx="6072187" cy="2025651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512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SUIS DEVANT TOI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614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EMERVEILLÉ 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DANS TON SANCTUAIRE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2286000" y="-100013"/>
            <a:ext cx="4500563" cy="2025651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717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TE REÇOIS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819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20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819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/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JE ME TIENS PRÊT </a:t>
            </a:r>
            <a:br>
              <a:rPr lang="fr-FR" sz="4000" smtClean="0">
                <a:solidFill>
                  <a:schemeClr val="bg1"/>
                </a:solidFill>
              </a:rPr>
            </a:br>
            <a:r>
              <a:rPr lang="fr-FR" sz="4000" smtClean="0">
                <a:solidFill>
                  <a:schemeClr val="bg1"/>
                </a:solidFill>
              </a:rPr>
              <a:t>À TOUCHER TON CŒUR </a:t>
            </a:r>
            <a:br>
              <a:rPr lang="fr-FR" sz="4000" smtClean="0">
                <a:solidFill>
                  <a:schemeClr val="bg1"/>
                </a:solidFill>
              </a:rPr>
            </a:b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922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922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z="4000" smtClean="0">
                <a:solidFill>
                  <a:schemeClr val="bg1"/>
                </a:solidFill>
              </a:rPr>
              <a:t> </a:t>
            </a: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BEFORE YOU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PREPARED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024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024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fr-FR" smtClean="0">
                <a:solidFill>
                  <a:schemeClr val="bg1"/>
                </a:solidFill>
              </a:rPr>
              <a:t> </a:t>
            </a: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BEFORE YOU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ON HOLY GROUND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126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1268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PREPARED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TO TOUCH YOUR FACE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229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/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BEFORE YOU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331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3316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STAND AMAZED</a:t>
            </a:r>
            <a:br>
              <a:rPr lang="en-US" sz="4000" smtClean="0">
                <a:solidFill>
                  <a:schemeClr val="bg1"/>
                </a:solidFill>
                <a:ea typeface="MS PGothic" pitchFamily="34" charset="-128"/>
              </a:rPr>
            </a:br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 A SANCTUARY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2000250" y="-100013"/>
            <a:ext cx="5072063" cy="2025651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434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  <a:ea typeface="MS PGothic" pitchFamily="34" charset="-128"/>
              </a:rPr>
              <a:t>I WELCOME YOU</a:t>
            </a:r>
            <a:endParaRPr lang="fr-FR" sz="4000" smtClean="0">
              <a:solidFill>
                <a:schemeClr val="bg1"/>
              </a:solidFill>
              <a:ea typeface="MS PGothic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1187450" y="-100013"/>
            <a:ext cx="6769100" cy="2025651"/>
            <a:chOff x="-114" y="3249"/>
            <a:chExt cx="6078" cy="1071"/>
          </a:xfrm>
        </p:grpSpPr>
        <p:sp>
          <p:nvSpPr>
            <p:cNvPr id="1536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36988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endParaRPr lang="fr-FR" sz="4000">
              <a:solidFill>
                <a:schemeClr val="bg1"/>
              </a:solidFill>
            </a:endParaRPr>
          </a:p>
        </p:txBody>
      </p:sp>
      <p:sp>
        <p:nvSpPr>
          <p:cNvPr id="15364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-57150" y="295275"/>
            <a:ext cx="9258300" cy="1238250"/>
          </a:xfrm>
        </p:spPr>
        <p:txBody>
          <a:bodyPr/>
          <a:lstStyle/>
          <a:p>
            <a:pPr eaLnBrk="1" hangingPunct="1"/>
            <a:r>
              <a:rPr lang="en-US" sz="4000" smtClean="0">
                <a:solidFill>
                  <a:schemeClr val="bg1"/>
                </a:solidFill>
              </a:rPr>
              <a:t>I STAND PREPARED</a:t>
            </a:r>
            <a:br>
              <a:rPr lang="en-US" sz="4000" smtClean="0">
                <a:solidFill>
                  <a:schemeClr val="bg1"/>
                </a:solidFill>
              </a:rPr>
            </a:br>
            <a:r>
              <a:rPr lang="en-US" sz="4000" smtClean="0">
                <a:solidFill>
                  <a:schemeClr val="bg1"/>
                </a:solidFill>
              </a:rPr>
              <a:t>TO TOUCH YOUR HEART</a:t>
            </a:r>
            <a:endParaRPr lang="fr-FR" sz="40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22</Words>
  <Application>Microsoft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Franklin Gothic Medium</vt:lpstr>
      <vt:lpstr>Arial</vt:lpstr>
      <vt:lpstr>Calibri</vt:lpstr>
      <vt:lpstr>MS PGothic</vt:lpstr>
      <vt:lpstr>Default Design</vt:lpstr>
      <vt:lpstr> JE SUIS DEVANT TOI JE ME TIENS PRÊT  </vt:lpstr>
      <vt:lpstr>  JE SUIS DEVANT TOI  DANS CE LIEU SAINT  </vt:lpstr>
      <vt:lpstr> JE ME TIENS PRÊT  À TOUCHER TA FACE  </vt:lpstr>
      <vt:lpstr> JE SUIS DEVANT TOI </vt:lpstr>
      <vt:lpstr> EMERVEILLÉ   DANS TON SANCTUAIRE </vt:lpstr>
      <vt:lpstr> JE TE REÇOIS </vt:lpstr>
      <vt:lpstr> JE ME TIENS PRÊT  À TOUCHER TON CŒUR  </vt:lpstr>
      <vt:lpstr> I STAND BEFORE YOU I STAND PREPARED</vt:lpstr>
      <vt:lpstr> I STAND BEFORE YOU ON HOLY GROUND</vt:lpstr>
      <vt:lpstr>I STAND PREPARED TO TOUCH YOUR FACE</vt:lpstr>
      <vt:lpstr> I STAND BEFORE YOU </vt:lpstr>
      <vt:lpstr>I STAND AMAZED  A SANCTUARY</vt:lpstr>
      <vt:lpstr>I WELCOME YOU</vt:lpstr>
      <vt:lpstr>I STAND PREPARED TO TOUCH YOUR HEART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72</cp:revision>
  <dcterms:created xsi:type="dcterms:W3CDTF">2002-08-17T10:50:50Z</dcterms:created>
  <dcterms:modified xsi:type="dcterms:W3CDTF">2010-11-14T08:15:40Z</dcterms:modified>
</cp:coreProperties>
</file>