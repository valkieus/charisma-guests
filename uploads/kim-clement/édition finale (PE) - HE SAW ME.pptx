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12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5F9FB1-3D5E-4F7E-BF03-1F48E77F74F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8D5BC0-819B-4707-91B8-895C857C7B4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E733B-5F32-46FA-A37D-2CF1E3046A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2C0523-9941-4750-84C8-F9CE74CB8EE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AAAE9B-1DA7-443A-9DD9-A367BBE458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C0289-E929-4450-B273-7E851643861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49E779-70E8-40F6-A642-CC509FD44F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F27D5D-7B03-4DF6-A0E8-D9A209AB531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337DA2-5D91-4F6A-9676-B2C84B287F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AB5130-193B-4A88-82FE-51B1875CD5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B40DC6-8F7B-41EA-956C-BBD31ACC393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5365A0D5-8C55-4760-B457-34DFA3D1786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HE SAW ME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DANCING DOWN THE AISLE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HE SAW ME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WITH MY HANDS LIFTED HIGH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HE SAW ME </a:t>
            </a: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SHOUTING THE VICTORY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HE SAW ME RAISING THE DEAD</a:t>
            </a:r>
          </a:p>
          <a:p>
            <a:pPr algn="ctr">
              <a:lnSpc>
                <a:spcPct val="110000"/>
              </a:lnSpc>
            </a:pPr>
            <a:endParaRPr lang="en-US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en-US" sz="3600">
                <a:solidFill>
                  <a:schemeClr val="bg1"/>
                </a:solidFill>
                <a:latin typeface="Arial Black" pitchFamily="34" charset="0"/>
              </a:rPr>
              <a:t>HE SAW ME HEALING THE SICK</a:t>
            </a:r>
          </a:p>
          <a:p>
            <a:pPr algn="ctr">
              <a:lnSpc>
                <a:spcPct val="110000"/>
              </a:lnSpc>
            </a:pPr>
            <a:endParaRPr lang="en-US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fr-FR" sz="5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IL M’A VU DANSER DANS L’ALLÉE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IL M’A VU</a:t>
            </a: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AVEC MES MAINS LEVÉES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IL M’A VU CRIER VICTOIRE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IL M’A VU DONNER LA VIE</a:t>
            </a:r>
          </a:p>
          <a:p>
            <a:pPr algn="ctr">
              <a:lnSpc>
                <a:spcPct val="110000"/>
              </a:lnSpc>
            </a:pPr>
            <a:endParaRPr lang="fr-FR" sz="1000">
              <a:solidFill>
                <a:schemeClr val="bg1"/>
              </a:solidFill>
              <a:latin typeface="Arial Black" pitchFamily="34" charset="0"/>
            </a:endParaRPr>
          </a:p>
          <a:p>
            <a:pPr algn="ctr">
              <a:lnSpc>
                <a:spcPct val="110000"/>
              </a:lnSpc>
            </a:pPr>
            <a:r>
              <a:rPr lang="fr-FR" sz="3600">
                <a:solidFill>
                  <a:schemeClr val="bg1"/>
                </a:solidFill>
                <a:latin typeface="Arial Black" pitchFamily="34" charset="0"/>
              </a:rPr>
              <a:t>IL M’A VU GUÉRIR LES MALADES</a:t>
            </a:r>
            <a:endParaRPr lang="en-US" sz="3600">
              <a:solidFill>
                <a:schemeClr val="bg1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63</Words>
  <Application>Microsoft PowerPoint</Application>
  <PresentationFormat>On-screen Show (4:3)</PresentationFormat>
  <Paragraphs>23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Franklin Gothic Medium</vt:lpstr>
      <vt:lpstr>ＭＳ Ｐゴシック</vt:lpstr>
      <vt:lpstr>Arial</vt:lpstr>
      <vt:lpstr>Calibri</vt:lpstr>
      <vt:lpstr>Arial Black</vt:lpstr>
      <vt:lpstr>Default Design</vt:lpstr>
      <vt:lpstr>Diapositive 1</vt:lpstr>
      <vt:lpstr>Diapositive 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78</cp:revision>
  <dcterms:created xsi:type="dcterms:W3CDTF">2002-08-17T10:50:50Z</dcterms:created>
  <dcterms:modified xsi:type="dcterms:W3CDTF">2010-11-14T08:35:28Z</dcterms:modified>
</cp:coreProperties>
</file>