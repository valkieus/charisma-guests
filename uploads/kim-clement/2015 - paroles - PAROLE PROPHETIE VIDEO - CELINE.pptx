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73" r:id="rId3"/>
    <p:sldId id="272" r:id="rId4"/>
    <p:sldId id="271" r:id="rId5"/>
    <p:sldId id="285" r:id="rId6"/>
    <p:sldId id="284" r:id="rId7"/>
    <p:sldId id="283" r:id="rId8"/>
    <p:sldId id="282" r:id="rId9"/>
    <p:sldId id="281" r:id="rId10"/>
    <p:sldId id="280" r:id="rId11"/>
    <p:sldId id="279" r:id="rId12"/>
    <p:sldId id="278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4257" autoAdjust="0"/>
  </p:normalViewPr>
  <p:slideViewPr>
    <p:cSldViewPr>
      <p:cViewPr varScale="1">
        <p:scale>
          <a:sx n="36" d="100"/>
          <a:sy n="36" d="100"/>
        </p:scale>
        <p:origin x="-78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F32510E-BACC-4F26-8594-0924D355334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FE9D452-08AF-4470-BF2C-238596D5339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IL Y AURA UNE SECONDE RÉFORME EN EUROPE</a:t>
            </a:r>
          </a:p>
          <a:p>
            <a:pPr>
              <a:defRPr/>
            </a:pPr>
            <a:r>
              <a:rPr lang="fr-FR" dirty="0" smtClean="0"/>
              <a:t>     There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second reformation</a:t>
            </a:r>
          </a:p>
          <a:p>
            <a:pPr>
              <a:defRPr/>
            </a:pPr>
            <a:r>
              <a:rPr lang="fr-FR" dirty="0" smtClean="0"/>
              <a:t>2-  JE VAIS INITIER QUELQUE CHOSE DE NOUVEAU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begin</a:t>
            </a:r>
            <a:r>
              <a:rPr lang="fr-FR" dirty="0" smtClean="0"/>
              <a:t> </a:t>
            </a:r>
            <a:r>
              <a:rPr lang="fr-FR" dirty="0" err="1" smtClean="0"/>
              <a:t>something</a:t>
            </a:r>
            <a:r>
              <a:rPr lang="fr-FR" dirty="0" smtClean="0"/>
              <a:t> new in Europe</a:t>
            </a:r>
          </a:p>
          <a:p>
            <a:pPr>
              <a:defRPr/>
            </a:pPr>
            <a:r>
              <a:rPr lang="fr-FR" dirty="0" smtClean="0"/>
              <a:t>3-  DIT DIEU ET JE VAIS COMMENCER EN FRANCE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says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begin</a:t>
            </a:r>
            <a:r>
              <a:rPr lang="fr-FR" dirty="0" smtClean="0"/>
              <a:t> in France</a:t>
            </a:r>
          </a:p>
          <a:p>
            <a:pPr>
              <a:defRPr/>
            </a:pPr>
            <a:r>
              <a:rPr lang="fr-FR" dirty="0" smtClean="0"/>
              <a:t>4-  TOUS LES PEUPLES DE LA TERRE SERONT AFFECTÉS PAR LE SON</a:t>
            </a:r>
          </a:p>
          <a:p>
            <a:pPr>
              <a:defRPr/>
            </a:pPr>
            <a:r>
              <a:rPr lang="fr-FR" dirty="0" smtClean="0"/>
              <a:t>     All the </a:t>
            </a:r>
            <a:r>
              <a:rPr lang="fr-FR" dirty="0" err="1" smtClean="0"/>
              <a:t>tribes</a:t>
            </a:r>
            <a:r>
              <a:rPr lang="fr-FR" dirty="0" smtClean="0"/>
              <a:t> of the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affected</a:t>
            </a:r>
            <a:r>
              <a:rPr lang="fr-FR" dirty="0" smtClean="0"/>
              <a:t> by the </a:t>
            </a:r>
            <a:r>
              <a:rPr lang="fr-FR" dirty="0" err="1" smtClean="0"/>
              <a:t>sound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5-  CHRÉTIENS JUIFS</a:t>
            </a:r>
          </a:p>
          <a:p>
            <a:pPr>
              <a:defRPr/>
            </a:pPr>
            <a:r>
              <a:rPr lang="fr-FR" dirty="0" smtClean="0"/>
              <a:t>     Christian </a:t>
            </a:r>
            <a:r>
              <a:rPr lang="fr-FR" dirty="0" err="1" smtClean="0"/>
              <a:t>jewish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6-  MUSULMANS BOUDDHISTES</a:t>
            </a:r>
          </a:p>
          <a:p>
            <a:pPr>
              <a:defRPr/>
            </a:pPr>
            <a:r>
              <a:rPr lang="fr-FR" dirty="0" smtClean="0"/>
              <a:t>     Islam Buddha</a:t>
            </a:r>
          </a:p>
          <a:p>
            <a:pPr>
              <a:defRPr/>
            </a:pPr>
            <a:r>
              <a:rPr lang="fr-FR" dirty="0" smtClean="0"/>
              <a:t>7-  ILS ENTENDRONT JÉSUS </a:t>
            </a:r>
            <a:r>
              <a:rPr lang="fr-FR" dirty="0" err="1" smtClean="0"/>
              <a:t>JÉSUS</a:t>
            </a:r>
            <a:r>
              <a:rPr lang="fr-FR" dirty="0" smtClean="0"/>
              <a:t> TOUCHERA TOUTES LES TRIBUS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touch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tribe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TOUTES LES NATIONS TOUTES LES LANGUES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Every</a:t>
            </a:r>
            <a:r>
              <a:rPr lang="fr-FR" dirty="0" smtClean="0"/>
              <a:t> nation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language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9-  DE CE SON DE CE LIEU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place</a:t>
            </a:r>
          </a:p>
          <a:p>
            <a:pPr>
              <a:defRPr/>
            </a:pPr>
            <a:r>
              <a:rPr lang="fr-FR" dirty="0" smtClean="0"/>
              <a:t>10-  CELA NE S'ARRÊTERA JAMAIS ET LE COMBAT SERA GAGNÉ</a:t>
            </a:r>
          </a:p>
          <a:p>
            <a:pPr>
              <a:defRPr/>
            </a:pPr>
            <a:r>
              <a:rPr lang="fr-FR" dirty="0" smtClean="0"/>
              <a:t>       It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end And the </a:t>
            </a:r>
            <a:r>
              <a:rPr lang="fr-FR" dirty="0" err="1" smtClean="0"/>
              <a:t>battle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won</a:t>
            </a:r>
          </a:p>
          <a:p>
            <a:pPr>
              <a:defRPr/>
            </a:pPr>
            <a:r>
              <a:rPr lang="fr-FR" dirty="0" smtClean="0"/>
              <a:t>11-  CE MOT, C'EST YESHUA,</a:t>
            </a:r>
          </a:p>
          <a:p>
            <a:pPr>
              <a:defRPr/>
            </a:pPr>
            <a:r>
              <a:rPr lang="fr-FR" dirty="0" smtClean="0"/>
              <a:t>       That </a:t>
            </a:r>
            <a:r>
              <a:rPr lang="fr-FR" dirty="0" err="1" smtClean="0"/>
              <a:t>word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Yahshua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  JÉSUS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CC7B66-84F4-48F6-BFB4-41F1E82351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BC56F-0353-44B0-8FCA-EF23A2EEA3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380DF-3B65-4E87-BB09-4DA5D252C5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A06EE-1622-48AA-BA73-396E34D204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0AF013-84C8-4AD0-8ACF-54A9712F53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BFB3C-93D8-4B34-8B1E-FA39E16626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0D5EA7-0D32-46A1-A056-44A658803A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EC820-C4C4-4018-A59C-142F254BEC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FC654-3691-4750-B9DD-8D4E0360A6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AB74F-5F4D-45F7-838A-DC4CB66F5D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DC3B00-3094-4ACF-8E9B-6ECE972FEB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B670ADA-E95F-4D63-B57F-FD7A5DC553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AURA UNE SECONDE RÉFORME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EUROPE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INITIER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QUELQUE CHOSE DE NOUVEAU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DIT DIEU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VAIS COMMENCER EN FRANCE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LES PEUPLES DE LA TERRE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SERONT AFFECTÉS PAR LE SON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CHRÉTIENS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JUIFS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MUSULMANS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BOUDDHISTES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ENTENDRONT JÉSUS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TOUCHERA TOUTES LES TRIBUS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LES NATIONS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LES LANGUES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 SON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 LIEU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CELA NE S'ARRÊTERA JAMAIS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 COMBAT SERA GAGNÉ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MOT, C'EST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1702</TotalTime>
  <Words>4105</Words>
  <Application>Microsoft Office PowerPoint</Application>
  <PresentationFormat>On-screen Show (4:3)</PresentationFormat>
  <Paragraphs>598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164</cp:revision>
  <dcterms:created xsi:type="dcterms:W3CDTF">2002-08-17T10:50:50Z</dcterms:created>
  <dcterms:modified xsi:type="dcterms:W3CDTF">2015-02-08T08:56:10Z</dcterms:modified>
</cp:coreProperties>
</file>