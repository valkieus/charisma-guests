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27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24" r:id="rId11"/>
    <p:sldId id="318" r:id="rId12"/>
    <p:sldId id="319" r:id="rId13"/>
    <p:sldId id="320" r:id="rId14"/>
    <p:sldId id="325" r:id="rId15"/>
    <p:sldId id="321" r:id="rId16"/>
    <p:sldId id="326" r:id="rId17"/>
    <p:sldId id="322" r:id="rId18"/>
    <p:sldId id="323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5" r:id="rId31"/>
    <p:sldId id="296" r:id="rId32"/>
    <p:sldId id="297" r:id="rId33"/>
    <p:sldId id="294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6" r:id="rId42"/>
    <p:sldId id="307" r:id="rId43"/>
    <p:sldId id="305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7" r:id="rId53"/>
    <p:sldId id="338" r:id="rId5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-114" y="-6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7CBC7D94-068E-4627-B93B-FF698FE99448}" type="datetime1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421818AC-355D-42A0-916E-DF94DD2C5A1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07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9B15F-D0B0-4A21-B339-357CC59AAC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2BE94-F7BC-4F45-BF7D-D3AF22A885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10D92-0CE0-4865-9011-0867A93B48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71D3A3-1BFB-459E-A1E2-262E12D36A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4C75A-1396-4770-A85F-6D384370C4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FFD73-5E35-451B-91D2-DCD2EA226E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D1FE5-061A-47F2-A1BF-3D3B3BE474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A9791-8460-457C-A3B6-9207CF82C5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FA127-4389-49C7-923F-180F6E30FD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72C63-37BA-4CD1-85CF-E3F9D33BBB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40218-31FA-492B-9B86-8A56ED16A1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7E7B88D4-BEE5-4042-BBF0-332FB7F438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-285750" y="-100013"/>
            <a:ext cx="9786938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Y A UN GRAND BRUIT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COMME UN MOUVEMENT DANS L’AIR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500063" y="-100013"/>
            <a:ext cx="10072688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ILS ENTENDENT LE SON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ILS ÉCOUTENT LE SON DES GUERRIERS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571500" y="-100013"/>
            <a:ext cx="1028700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800" smtClean="0">
                <a:solidFill>
                  <a:schemeClr val="bg1"/>
                </a:solidFill>
              </a:rPr>
              <a:t>ILS ENTENDENT UN SON</a:t>
            </a:r>
            <a:br>
              <a:rPr lang="fr-FR" sz="3800" smtClean="0">
                <a:solidFill>
                  <a:schemeClr val="bg1"/>
                </a:solidFill>
              </a:rPr>
            </a:br>
            <a:r>
              <a:rPr lang="fr-FR" sz="3800" smtClean="0">
                <a:solidFill>
                  <a:schemeClr val="bg1"/>
                </a:solidFill>
              </a:rPr>
              <a:t>ILS ENTENDENT DES CRIS DE TRIOMPHE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000125" y="-100013"/>
            <a:ext cx="7072313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Y A UN GRAND BRUIT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ET DES ANGES PARTOUT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285750" y="-100013"/>
            <a:ext cx="885825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Y A UN GRAND BRUIT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LES DÉMONS DEVIENNENT FOUS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384175" y="-100013"/>
            <a:ext cx="10028238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800" smtClean="0">
                <a:solidFill>
                  <a:schemeClr val="bg1"/>
                </a:solidFill>
              </a:rPr>
              <a:t>ILS ENTENDENT LE BRUIT</a:t>
            </a:r>
            <a:br>
              <a:rPr lang="fr-FR" sz="3800" smtClean="0">
                <a:solidFill>
                  <a:schemeClr val="bg1"/>
                </a:solidFill>
              </a:rPr>
            </a:br>
            <a:r>
              <a:rPr lang="fr-FR" sz="3800" smtClean="0">
                <a:solidFill>
                  <a:schemeClr val="bg1"/>
                </a:solidFill>
              </a:rPr>
              <a:t>ILS ENTENDENT LE SON DE LA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42875" y="-100013"/>
            <a:ext cx="8872538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ILS ENTENDENT LE SON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ILS ENTENDENT LE SON DE JUDA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Y A UN GRAND BRUIT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QUAND L’ESPRIT PREND SA PLACE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1714500" y="-100013"/>
            <a:ext cx="5786438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IL Y A UN SENTIMENT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000125" y="-100013"/>
            <a:ext cx="7143750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LES ANGES COMMENCENT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LEURS POURSUITES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-479425" y="-100013"/>
            <a:ext cx="10123488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800" smtClean="0">
                <a:solidFill>
                  <a:schemeClr val="bg1"/>
                </a:solidFill>
              </a:rPr>
              <a:t>ILS ENTENDENT LE BRUIT</a:t>
            </a:r>
            <a:br>
              <a:rPr lang="fr-FR" sz="3800" smtClean="0">
                <a:solidFill>
                  <a:schemeClr val="bg1"/>
                </a:solidFill>
              </a:rPr>
            </a:br>
            <a:r>
              <a:rPr lang="fr-FR" sz="3800" smtClean="0">
                <a:solidFill>
                  <a:schemeClr val="bg1"/>
                </a:solidFill>
              </a:rPr>
              <a:t>ILS ENTENDENT LE SON DES GUERRIERS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-142875" y="-100013"/>
            <a:ext cx="9572625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ILS ENTENDENT LE BRUIT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ILS ENTENDENT LE BRUIT DE YAHVÉ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428750" y="-100013"/>
            <a:ext cx="6286500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800" smtClean="0">
                <a:solidFill>
                  <a:schemeClr val="bg1"/>
                </a:solidFill>
              </a:rPr>
              <a:t/>
            </a:r>
            <a:br>
              <a:rPr lang="fr-FR" sz="3800" smtClean="0">
                <a:solidFill>
                  <a:schemeClr val="bg1"/>
                </a:solidFill>
              </a:rPr>
            </a:br>
            <a:r>
              <a:rPr lang="fr-FR" sz="3800" smtClean="0">
                <a:solidFill>
                  <a:schemeClr val="bg1"/>
                </a:solidFill>
              </a:rPr>
              <a:t>ILS S’INCLINENT AU SON</a:t>
            </a:r>
            <a:br>
              <a:rPr lang="fr-FR" sz="3800" smtClean="0">
                <a:solidFill>
                  <a:schemeClr val="bg1"/>
                </a:solidFill>
              </a:rPr>
            </a:br>
            <a:endParaRPr lang="fr-FR" sz="38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1000125" y="-100013"/>
            <a:ext cx="7143750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800" smtClean="0">
                <a:solidFill>
                  <a:schemeClr val="bg1"/>
                </a:solidFill>
              </a:rPr>
              <a:t>ILS S’INCLINENT </a:t>
            </a:r>
            <a:br>
              <a:rPr lang="fr-FR" sz="3800" smtClean="0">
                <a:solidFill>
                  <a:schemeClr val="bg1"/>
                </a:solidFill>
              </a:rPr>
            </a:br>
            <a:r>
              <a:rPr lang="fr-FR" sz="3800" smtClean="0">
                <a:solidFill>
                  <a:schemeClr val="bg1"/>
                </a:solidFill>
              </a:rPr>
              <a:t>AUX SONS DES GUERRIERS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1428750" y="-100013"/>
            <a:ext cx="6357938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800" smtClean="0">
                <a:solidFill>
                  <a:schemeClr val="bg1"/>
                </a:solidFill>
              </a:rPr>
              <a:t>ILS S’INCLINENT AU 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1428750" y="-100013"/>
            <a:ext cx="6357938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800" smtClean="0">
                <a:solidFill>
                  <a:schemeClr val="bg1"/>
                </a:solidFill>
              </a:rPr>
              <a:t>ILS S’INCLINENT </a:t>
            </a:r>
            <a:br>
              <a:rPr lang="fr-FR" sz="3800" smtClean="0">
                <a:solidFill>
                  <a:schemeClr val="bg1"/>
                </a:solidFill>
              </a:rPr>
            </a:br>
            <a:r>
              <a:rPr lang="fr-FR" sz="3800" smtClean="0">
                <a:solidFill>
                  <a:schemeClr val="bg1"/>
                </a:solidFill>
              </a:rPr>
              <a:t>AUX CRIS DE TRIOMPHE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-428625" y="-100013"/>
            <a:ext cx="9979025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3800" smtClean="0">
                <a:solidFill>
                  <a:schemeClr val="bg1"/>
                </a:solidFill>
              </a:rPr>
              <a:t>ILS S’INCLINENT AU BRUIT </a:t>
            </a:r>
            <a:br>
              <a:rPr lang="fr-FR" sz="3800" smtClean="0">
                <a:solidFill>
                  <a:schemeClr val="bg1"/>
                </a:solidFill>
              </a:rPr>
            </a:br>
            <a:r>
              <a:rPr lang="fr-FR" sz="3800" smtClean="0">
                <a:solidFill>
                  <a:schemeClr val="bg1"/>
                </a:solidFill>
              </a:rPr>
              <a:t>ILS S’INCLINENT AU SON DES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-500063" y="-100013"/>
            <a:ext cx="10215563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94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ILS TOMBENT FACE AUX CRIS DE JOSUÉ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016000" y="-100013"/>
            <a:ext cx="6985000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THERE’S A COMMOTION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AN EMOTION IN THE 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928688" y="-100013"/>
            <a:ext cx="7286625" cy="20256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150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THERE’S A COMMOTION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THERE’S MOTION IN THE 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84138" y="-100013"/>
            <a:ext cx="9059862" cy="2025651"/>
            <a:chOff x="-114" y="3249"/>
            <a:chExt cx="6078" cy="1071"/>
          </a:xfrm>
        </p:grpSpPr>
        <p:sp>
          <p:nvSpPr>
            <p:cNvPr id="225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25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253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68263" y="-100013"/>
            <a:ext cx="9147175" cy="2025651"/>
            <a:chOff x="-114" y="3249"/>
            <a:chExt cx="6078" cy="1071"/>
          </a:xfrm>
        </p:grpSpPr>
        <p:sp>
          <p:nvSpPr>
            <p:cNvPr id="2355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356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355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WARRIORS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127000" y="-100013"/>
            <a:ext cx="9017000" cy="2025651"/>
            <a:chOff x="-114" y="3249"/>
            <a:chExt cx="6078" cy="1071"/>
          </a:xfrm>
        </p:grpSpPr>
        <p:sp>
          <p:nvSpPr>
            <p:cNvPr id="2458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458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458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98425" y="-100013"/>
            <a:ext cx="8974138" cy="2025651"/>
            <a:chOff x="-114" y="3249"/>
            <a:chExt cx="6078" cy="1071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560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TRIUMPH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557213" y="-100013"/>
            <a:ext cx="8015287" cy="2025651"/>
            <a:chOff x="-114" y="3249"/>
            <a:chExt cx="6078" cy="1071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662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THERE’S A COMMOTION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THERE ARE ANGELS IN THE 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-357188" y="-100013"/>
            <a:ext cx="9888538" cy="2025651"/>
            <a:chOff x="-114" y="3249"/>
            <a:chExt cx="6078" cy="1071"/>
          </a:xfrm>
        </p:grpSpPr>
        <p:sp>
          <p:nvSpPr>
            <p:cNvPr id="276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76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3800" smtClean="0">
                <a:solidFill>
                  <a:schemeClr val="bg1"/>
                </a:solidFill>
              </a:rPr>
              <a:t>THERE’S A COMMOTION</a:t>
            </a:r>
            <a:br>
              <a:rPr lang="fr-FR" sz="3800" smtClean="0">
                <a:solidFill>
                  <a:schemeClr val="bg1"/>
                </a:solidFill>
              </a:rPr>
            </a:br>
            <a:r>
              <a:rPr lang="fr-FR" sz="3800" smtClean="0">
                <a:solidFill>
                  <a:schemeClr val="bg1"/>
                </a:solidFill>
              </a:rPr>
              <a:t>THERE ARE DEMONS WHO WOULD DARE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98425" y="-100013"/>
            <a:ext cx="8974138" cy="2025651"/>
            <a:chOff x="-114" y="3249"/>
            <a:chExt cx="6078" cy="1071"/>
          </a:xfrm>
        </p:grpSpPr>
        <p:sp>
          <p:nvSpPr>
            <p:cNvPr id="286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142875" y="-100013"/>
            <a:ext cx="8929688" cy="2025651"/>
            <a:chOff x="-114" y="3249"/>
            <a:chExt cx="6078" cy="1071"/>
          </a:xfrm>
        </p:grpSpPr>
        <p:sp>
          <p:nvSpPr>
            <p:cNvPr id="2970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PRAISES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114300" y="-100013"/>
            <a:ext cx="9029700" cy="2025651"/>
            <a:chOff x="-114" y="3249"/>
            <a:chExt cx="6078" cy="1071"/>
          </a:xfrm>
        </p:grpSpPr>
        <p:sp>
          <p:nvSpPr>
            <p:cNvPr id="307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55563" y="-100013"/>
            <a:ext cx="9017000" cy="2025651"/>
            <a:chOff x="-114" y="3249"/>
            <a:chExt cx="6078" cy="1071"/>
          </a:xfrm>
        </p:grpSpPr>
        <p:sp>
          <p:nvSpPr>
            <p:cNvPr id="3174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4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175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74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JUDAH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422275" y="-100013"/>
            <a:ext cx="8364538" cy="2025651"/>
            <a:chOff x="-114" y="3249"/>
            <a:chExt cx="6078" cy="1071"/>
          </a:xfrm>
        </p:grpSpPr>
        <p:sp>
          <p:nvSpPr>
            <p:cNvPr id="327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27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27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THERE’S A COMMOTION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AS THE SPIRIT TAKES HIS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>
            <a:grpSpLocks/>
          </p:cNvGrpSpPr>
          <p:nvPr/>
        </p:nvGrpSpPr>
        <p:grpSpPr bwMode="auto">
          <a:xfrm>
            <a:off x="363538" y="-100013"/>
            <a:ext cx="8494712" cy="2025651"/>
            <a:chOff x="-114" y="3249"/>
            <a:chExt cx="6078" cy="1071"/>
          </a:xfrm>
        </p:grpSpPr>
        <p:sp>
          <p:nvSpPr>
            <p:cNvPr id="337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38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8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37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37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THERE’S A COMMOTION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AS ANGELS START THEIR CHASE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>
            <a:off x="68263" y="-100013"/>
            <a:ext cx="9147175" cy="2025651"/>
            <a:chOff x="-114" y="3249"/>
            <a:chExt cx="6078" cy="1071"/>
          </a:xfrm>
        </p:grpSpPr>
        <p:sp>
          <p:nvSpPr>
            <p:cNvPr id="348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48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48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48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>
            <a:grpSpLocks/>
          </p:cNvGrpSpPr>
          <p:nvPr/>
        </p:nvGrpSpPr>
        <p:grpSpPr bwMode="auto">
          <a:xfrm>
            <a:off x="84138" y="-100013"/>
            <a:ext cx="9059862" cy="2025651"/>
            <a:chOff x="-114" y="3249"/>
            <a:chExt cx="6078" cy="1071"/>
          </a:xfrm>
        </p:grpSpPr>
        <p:sp>
          <p:nvSpPr>
            <p:cNvPr id="358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58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58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58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WARRIORS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>
            <a:grpSpLocks/>
          </p:cNvGrpSpPr>
          <p:nvPr/>
        </p:nvGrpSpPr>
        <p:grpSpPr bwMode="auto">
          <a:xfrm>
            <a:off x="71438" y="-100013"/>
            <a:ext cx="9001125" cy="2025651"/>
            <a:chOff x="-114" y="3249"/>
            <a:chExt cx="6078" cy="1071"/>
          </a:xfrm>
        </p:grpSpPr>
        <p:sp>
          <p:nvSpPr>
            <p:cNvPr id="368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68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68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68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12700" y="-100013"/>
            <a:ext cx="9059863" cy="2025651"/>
            <a:chOff x="-114" y="3249"/>
            <a:chExt cx="6078" cy="1071"/>
          </a:xfrm>
        </p:grpSpPr>
        <p:sp>
          <p:nvSpPr>
            <p:cNvPr id="378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8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8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78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8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78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78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LISTENING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JEHOVAH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363538" y="-100013"/>
            <a:ext cx="8494712" cy="2025651"/>
            <a:chOff x="-114" y="3249"/>
            <a:chExt cx="6078" cy="1071"/>
          </a:xfrm>
        </p:grpSpPr>
        <p:sp>
          <p:nvSpPr>
            <p:cNvPr id="389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89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89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89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BOWING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>
            <a:grpSpLocks/>
          </p:cNvGrpSpPr>
          <p:nvPr/>
        </p:nvGrpSpPr>
        <p:grpSpPr bwMode="auto">
          <a:xfrm>
            <a:off x="363538" y="-100013"/>
            <a:ext cx="8494712" cy="2025651"/>
            <a:chOff x="-114" y="3249"/>
            <a:chExt cx="6078" cy="1071"/>
          </a:xfrm>
        </p:grpSpPr>
        <p:sp>
          <p:nvSpPr>
            <p:cNvPr id="399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99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99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99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BOWING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WARRIORS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2"/>
          <p:cNvGrpSpPr>
            <a:grpSpLocks/>
          </p:cNvGrpSpPr>
          <p:nvPr/>
        </p:nvGrpSpPr>
        <p:grpSpPr bwMode="auto">
          <a:xfrm>
            <a:off x="320675" y="-100013"/>
            <a:ext cx="8537575" cy="2025651"/>
            <a:chOff x="-114" y="3249"/>
            <a:chExt cx="6078" cy="1071"/>
          </a:xfrm>
        </p:grpSpPr>
        <p:sp>
          <p:nvSpPr>
            <p:cNvPr id="409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9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9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09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9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09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BOWING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"/>
          <p:cNvGrpSpPr>
            <a:grpSpLocks/>
          </p:cNvGrpSpPr>
          <p:nvPr/>
        </p:nvGrpSpPr>
        <p:grpSpPr bwMode="auto">
          <a:xfrm>
            <a:off x="217488" y="-100013"/>
            <a:ext cx="8712200" cy="2025651"/>
            <a:chOff x="-114" y="3249"/>
            <a:chExt cx="6078" cy="1071"/>
          </a:xfrm>
        </p:grpSpPr>
        <p:sp>
          <p:nvSpPr>
            <p:cNvPr id="419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9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9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9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9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19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9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BOWING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TRIUMPH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>
            <a:off x="276225" y="-100013"/>
            <a:ext cx="8582025" cy="2025651"/>
            <a:chOff x="-114" y="3249"/>
            <a:chExt cx="6078" cy="1071"/>
          </a:xfrm>
        </p:grpSpPr>
        <p:sp>
          <p:nvSpPr>
            <p:cNvPr id="430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30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30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30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BOWING TO THE SOUND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2"/>
          <p:cNvGrpSpPr>
            <a:grpSpLocks/>
          </p:cNvGrpSpPr>
          <p:nvPr/>
        </p:nvGrpSpPr>
        <p:grpSpPr bwMode="auto">
          <a:xfrm>
            <a:off x="336550" y="-100013"/>
            <a:ext cx="8450263" cy="2025651"/>
            <a:chOff x="-114" y="3249"/>
            <a:chExt cx="6078" cy="1071"/>
          </a:xfrm>
        </p:grpSpPr>
        <p:sp>
          <p:nvSpPr>
            <p:cNvPr id="440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0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0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40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0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40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40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BOWING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PRAISES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2"/>
          <p:cNvGrpSpPr>
            <a:grpSpLocks/>
          </p:cNvGrpSpPr>
          <p:nvPr/>
        </p:nvGrpSpPr>
        <p:grpSpPr bwMode="auto">
          <a:xfrm>
            <a:off x="336550" y="-100013"/>
            <a:ext cx="8450263" cy="2025651"/>
            <a:chOff x="-114" y="3249"/>
            <a:chExt cx="6078" cy="1071"/>
          </a:xfrm>
        </p:grpSpPr>
        <p:sp>
          <p:nvSpPr>
            <p:cNvPr id="450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0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0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50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0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50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50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THEY’RE FALLING TO THE SOUND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OF J’SHUA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"/>
          <p:cNvGrpSpPr>
            <a:grpSpLocks/>
          </p:cNvGrpSpPr>
          <p:nvPr/>
        </p:nvGrpSpPr>
        <p:grpSpPr bwMode="auto">
          <a:xfrm>
            <a:off x="336550" y="-100013"/>
            <a:ext cx="8521700" cy="2025651"/>
            <a:chOff x="-114" y="3249"/>
            <a:chExt cx="6078" cy="1071"/>
          </a:xfrm>
        </p:grpSpPr>
        <p:sp>
          <p:nvSpPr>
            <p:cNvPr id="460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0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0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60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0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60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60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THEY ARE ANGELS EVERYWHERE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471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71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710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710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ILS S’INCLINENT AU NOM DE JÉSUS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2"/>
          <p:cNvGrpSpPr>
            <a:grpSpLocks/>
          </p:cNvGrpSpPr>
          <p:nvPr/>
        </p:nvGrpSpPr>
        <p:grpSpPr bwMode="auto">
          <a:xfrm>
            <a:off x="-612775" y="-100013"/>
            <a:ext cx="10225088" cy="2025651"/>
            <a:chOff x="-114" y="3249"/>
            <a:chExt cx="6078" cy="1071"/>
          </a:xfrm>
        </p:grpSpPr>
        <p:sp>
          <p:nvSpPr>
            <p:cNvPr id="481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1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1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81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1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813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813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ILS S’INCLINENT DEVANT YAHVÉ JIRÉ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/>
          <p:cNvGrpSpPr>
            <a:grpSpLocks/>
          </p:cNvGrpSpPr>
          <p:nvPr/>
        </p:nvGrpSpPr>
        <p:grpSpPr bwMode="auto">
          <a:xfrm>
            <a:off x="-612775" y="-100013"/>
            <a:ext cx="10225088" cy="2025651"/>
            <a:chOff x="-114" y="3249"/>
            <a:chExt cx="6078" cy="1071"/>
          </a:xfrm>
        </p:grpSpPr>
        <p:sp>
          <p:nvSpPr>
            <p:cNvPr id="4915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5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5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916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6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915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915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333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sz="4000" smtClean="0">
                <a:solidFill>
                  <a:schemeClr val="bg1"/>
                </a:solidFill>
              </a:rPr>
              <a:t>JÉSUS EST LE TOUT-PUISSANT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5018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8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8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018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8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017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018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CHAQUE FOIS QUE JE TE VOIS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ME VOIS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512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0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0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TU ES SI BEAU, TU ES SI BEAU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IL Y A UN MOMENT DANS LE TEMPS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522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22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22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22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22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222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222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Où tu t’es éloigné, mais j’étais là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532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32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32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32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32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32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32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ME VOICI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DÉSIRE QUE TU PRENNES MA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542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2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2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42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2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42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42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ME VOICI, JE DÉSIRE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QUE TU REÇOIVES MON COEUR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2"/>
          <p:cNvGrpSpPr>
            <a:grpSpLocks/>
          </p:cNvGrpSpPr>
          <p:nvPr/>
        </p:nvGrpSpPr>
        <p:grpSpPr bwMode="auto">
          <a:xfrm>
            <a:off x="-323850" y="0"/>
            <a:ext cx="9763125" cy="1873250"/>
            <a:chOff x="-114" y="3249"/>
            <a:chExt cx="6078" cy="1071"/>
          </a:xfrm>
        </p:grpSpPr>
        <p:sp>
          <p:nvSpPr>
            <p:cNvPr id="553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3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3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53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3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52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53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ME VOICI, JE DESIRE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QUE TU PRENNES MON COEUR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237</Words>
  <Application>Microsoft Office PowerPoint</Application>
  <PresentationFormat>On-screen Show (4:3)</PresentationFormat>
  <Paragraphs>53</Paragraphs>
  <Slides>53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53</vt:i4>
      </vt:variant>
    </vt:vector>
  </HeadingPairs>
  <TitlesOfParts>
    <vt:vector size="58" baseType="lpstr">
      <vt:lpstr>Franklin Gothic Medium</vt:lpstr>
      <vt:lpstr>MS PGothic</vt:lpstr>
      <vt:lpstr>Arial</vt:lpstr>
      <vt:lpstr>Calibri</vt:lpstr>
      <vt:lpstr>Default Design</vt:lpstr>
      <vt:lpstr>IL Y A UN GRAND BRUIT COMME UN MOUVEMENT DANS L’AIR</vt:lpstr>
      <vt:lpstr>ILS ENTENDENT LE SON ILS ÉCOUTENT LE SON DES GUERRIERS</vt:lpstr>
      <vt:lpstr>ILS ENTENDENT UN SON ILS ENTENDENT DES CRIS DE TRIOMPHE</vt:lpstr>
      <vt:lpstr>IL Y A UN GRAND BRUIT ET DES ANGES PARTOUT</vt:lpstr>
      <vt:lpstr>IL Y A UN GRAND BRUIT LES DÉMONS DEVIENNENT FOUS</vt:lpstr>
      <vt:lpstr>ILS ENTENDENT LE BRUIT ILS ENTENDENT LE SON DE LA LOUANGE</vt:lpstr>
      <vt:lpstr>ILS ENTENDENT LE SON ILS ENTENDENT LE SON DE JUDA</vt:lpstr>
      <vt:lpstr>IL Y A UN GRAND BRUIT  QUAND L’ESPRIT PREND SA PLACE</vt:lpstr>
      <vt:lpstr> IL Y A UN SENTIMENT </vt:lpstr>
      <vt:lpstr>LES ANGES COMMENCENT LEURS POURSUITES</vt:lpstr>
      <vt:lpstr>ILS ENTENDENT LE BRUIT ILS ENTENDENT LE SON DES GUERRIERS</vt:lpstr>
      <vt:lpstr>ILS ENTENDENT LE BRUIT ILS ENTENDENT LE BRUIT DE YAHVÉ</vt:lpstr>
      <vt:lpstr> ILS S’INCLINENT AU SON </vt:lpstr>
      <vt:lpstr>ILS S’INCLINENT  AUX SONS DES GUERRIERS</vt:lpstr>
      <vt:lpstr>ILS S’INCLINENT AU SON</vt:lpstr>
      <vt:lpstr>ILS S’INCLINENT  AUX CRIS DE TRIOMPHE</vt:lpstr>
      <vt:lpstr>ILS S’INCLINENT AU BRUIT  ILS S’INCLINENT AU SON DES LOUANGES</vt:lpstr>
      <vt:lpstr>ILS TOMBENT FACE AUX CRIS DE JOSUÉ </vt:lpstr>
      <vt:lpstr>THERE’S A COMMOTION  AN EMOTION IN THE AIR</vt:lpstr>
      <vt:lpstr>THERE’S A COMMOTION THERE’S MOTION IN THE AIR</vt:lpstr>
      <vt:lpstr>THEY’RE LISTENING TO THE SOUND</vt:lpstr>
      <vt:lpstr>THEY’RE LISTENING TO THE SOUND OF WARRIORS</vt:lpstr>
      <vt:lpstr>THEY’RE LISTENING TO THE SOUND</vt:lpstr>
      <vt:lpstr>THEY’RE LISTENING TO THE SOUND OF TRIUMPH</vt:lpstr>
      <vt:lpstr>THERE’S A COMMOTION THERE ARE ANGELS IN THE AIR</vt:lpstr>
      <vt:lpstr>THERE’S A COMMOTION THERE ARE DEMONS WHO WOULD DARE</vt:lpstr>
      <vt:lpstr>THEY’RE LISTENING TO THE SOUND</vt:lpstr>
      <vt:lpstr>THEY’RE LISTENING TO THE SOUND OF PRAISES</vt:lpstr>
      <vt:lpstr>THEY’RE LISTENING TO THE SOUND</vt:lpstr>
      <vt:lpstr>THEY’RE LISTENING TO THE SOUND OF JUDAH</vt:lpstr>
      <vt:lpstr>THERE’S A COMMOTION AS THE SPIRIT TAKES HIS SPACE</vt:lpstr>
      <vt:lpstr>THERE’S A COMMOTION AS ANGELS START THEIR CHASE</vt:lpstr>
      <vt:lpstr>THEY’RE LISTENING TO THE SOUND</vt:lpstr>
      <vt:lpstr>THEY’RE LISTENING TO THE SOUND OF WARRIORS</vt:lpstr>
      <vt:lpstr>THEY’RE LISTENING TO THE SOUND</vt:lpstr>
      <vt:lpstr>THEY’RE LISTENING TO THE SOUND OF JEHOVAH</vt:lpstr>
      <vt:lpstr>THEY’RE BOWING TO THE SOUND</vt:lpstr>
      <vt:lpstr>THEY’RE BOWING TO THE SOUND OF WARRIORS</vt:lpstr>
      <vt:lpstr>THEY’RE BOWING TO THE SOUND</vt:lpstr>
      <vt:lpstr>THEY’RE BOWING TO THE SOUND OF TRIUMPH</vt:lpstr>
      <vt:lpstr>THEY’RE BOWING TO THE SOUND</vt:lpstr>
      <vt:lpstr>THEY’RE BOWING TO THE SOUND OF PRAISES</vt:lpstr>
      <vt:lpstr>THEY’RE FALLING TO THE SOUND OF J’SHUA</vt:lpstr>
      <vt:lpstr>THEY ARE ANGELS EVERYWHERE</vt:lpstr>
      <vt:lpstr>ILS S’INCLINENT AU NOM DE JÉSUS </vt:lpstr>
      <vt:lpstr>ILS S’INCLINENT DEVANT YAHVÉ JIRÉ </vt:lpstr>
      <vt:lpstr>JÉSUS EST LE TOUT-PUISSANT  </vt:lpstr>
      <vt:lpstr>CHAQUE FOIS QUE JE TE VOIS JE ME VOIS EN TOI</vt:lpstr>
      <vt:lpstr>TU ES SI BEAU, TU ES SI BEAU IL Y A UN MOMENT DANS LE TEMPS</vt:lpstr>
      <vt:lpstr>Où tu t’es éloigné, mais j’étais là </vt:lpstr>
      <vt:lpstr>ME VOICI JE DÉSIRE QUE TU PRENNES MA MAIN</vt:lpstr>
      <vt:lpstr>ME VOICI, JE DÉSIRE QUE TU REÇOIVES MON COEUR</vt:lpstr>
      <vt:lpstr>ME VOICI, JE DESIRE QUE TU PRENNES MON COEUR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75</cp:revision>
  <dcterms:created xsi:type="dcterms:W3CDTF">2010-11-04T21:13:48Z</dcterms:created>
  <dcterms:modified xsi:type="dcterms:W3CDTF">2011-01-29T13:40:53Z</dcterms:modified>
</cp:coreProperties>
</file>