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70" r:id="rId6"/>
    <p:sldId id="271" r:id="rId7"/>
    <p:sldId id="273" r:id="rId8"/>
    <p:sldId id="281" r:id="rId9"/>
    <p:sldId id="274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50" d="100"/>
          <a:sy n="50" d="100"/>
        </p:scale>
        <p:origin x="-6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88266-312C-4A81-BFEE-C5FB45BA2F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BEC71-E3E1-4707-A258-7D48739ACE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D14A4-AA3D-4DC8-8B26-8755F4F02C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AD3A6-D323-4734-80FF-33CFC1F3EE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8F1CF-6C6F-413F-94B2-C9EDCC2FBE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ABFDA-3071-447D-A22D-605ADA3AD1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BC157-A236-49C0-BF29-9727DA6666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3579D-062E-4DDA-9C80-42058C6FEF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DA5FE-4C77-4FDA-BE7C-C6E81E7862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0F7BD-B0F3-4B27-BEC1-8628A86860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497F0-C434-4CFD-8F48-C02A85896A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42477F6-D271-4168-8F11-1C6B28D9DE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M’A VU DANSER DANS L’ALLÉE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857250" y="-100013"/>
            <a:ext cx="735806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M’A VU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AVEC MES MAINS LEVÉES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857250" y="-100013"/>
            <a:ext cx="7358063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M’A VU CRIER VICTOIRE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IL M’A VU DONNER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285750" y="-100013"/>
            <a:ext cx="8501063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IL M’A VU GUÉRIR LES MALADES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571500" y="-100013"/>
            <a:ext cx="7858125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SAW ME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DANCING DOWN THE AISLE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357188" y="-100013"/>
            <a:ext cx="8358187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SAW ME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WITH MY HANDS LIFTED HIGH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214438" y="-100013"/>
            <a:ext cx="657225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SAW ME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SHOUTING THE VICTORY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714500" y="-100013"/>
            <a:ext cx="5643563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SAW ME 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RAISING THE DEAD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323850" y="-100013"/>
            <a:ext cx="84963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95275"/>
            <a:ext cx="91440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HE SAW ME HEALING THE SICK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38</Words>
  <Application>Microsoft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IL M’A VU DANSER DANS L’ALLÉE</vt:lpstr>
      <vt:lpstr>IL M’A VU AVEC MES MAINS LEVÉES</vt:lpstr>
      <vt:lpstr>IL M’A VU CRIER VICTOIRE IL M’A VU DONNER LA VIE</vt:lpstr>
      <vt:lpstr>IL M’A VU GUÉRIR LES MALADES</vt:lpstr>
      <vt:lpstr>HE SAW ME  DANCING DOWN THE AISLE</vt:lpstr>
      <vt:lpstr>HE SAW ME  WITH MY HANDS LIFTED HIGH</vt:lpstr>
      <vt:lpstr>HE SAW ME  SHOUTING THE VICTORY</vt:lpstr>
      <vt:lpstr>HE SAW ME  RAISING THE DEAD</vt:lpstr>
      <vt:lpstr>HE SAW ME HEALING THE SICK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73</cp:revision>
  <dcterms:created xsi:type="dcterms:W3CDTF">2002-08-17T10:50:50Z</dcterms:created>
  <dcterms:modified xsi:type="dcterms:W3CDTF">2010-11-14T08:34:22Z</dcterms:modified>
</cp:coreProperties>
</file>