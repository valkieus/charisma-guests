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3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1" r:id="rId12"/>
    <p:sldId id="280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309" r:id="rId22"/>
    <p:sldId id="310" r:id="rId23"/>
    <p:sldId id="311" r:id="rId24"/>
    <p:sldId id="327" r:id="rId25"/>
    <p:sldId id="312" r:id="rId26"/>
    <p:sldId id="313" r:id="rId27"/>
    <p:sldId id="314" r:id="rId28"/>
    <p:sldId id="315" r:id="rId29"/>
    <p:sldId id="316" r:id="rId30"/>
    <p:sldId id="324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3" r:id="rId51"/>
    <p:sldId id="304" r:id="rId52"/>
    <p:sldId id="305" r:id="rId53"/>
    <p:sldId id="306" r:id="rId54"/>
    <p:sldId id="307" r:id="rId55"/>
    <p:sldId id="308" r:id="rId5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120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869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D3E2089-4EEE-42FF-9F6A-0029C3554E3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2FE1B97-944A-49E9-BD35-67BE9FA459A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moving</a:t>
            </a:r>
            <a:r>
              <a:rPr lang="fr-FR" dirty="0" smtClean="0"/>
              <a:t> 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sounds</a:t>
            </a:r>
            <a:r>
              <a:rPr lang="fr-FR" dirty="0" smtClean="0"/>
              <a:t> of the light   
2-  DES VOLS INFINIS SANS CESSE ILS MURMURENT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eternal</a:t>
            </a:r>
            <a:r>
              <a:rPr lang="fr-FR" dirty="0" smtClean="0"/>
              <a:t> in flight  </a:t>
            </a:r>
            <a:r>
              <a:rPr lang="fr-FR" dirty="0" err="1" smtClean="0"/>
              <a:t>transcendently</a:t>
            </a:r>
            <a:r>
              <a:rPr lang="fr-FR" dirty="0" smtClean="0"/>
              <a:t> </a:t>
            </a:r>
            <a:r>
              <a:rPr lang="fr-FR" dirty="0" err="1" smtClean="0"/>
              <a:t>whispering</a:t>
            </a:r>
            <a:r>
              <a:rPr lang="fr-FR" dirty="0" smtClean="0"/>
              <a:t>  
3-  LE NOM DE YESHUA  SEIGNEUR DE LA NUIT </a:t>
            </a:r>
          </a:p>
          <a:p>
            <a:pPr>
              <a:defRPr/>
            </a:pPr>
            <a:r>
              <a:rPr lang="fr-FR" dirty="0" smtClean="0"/>
              <a:t>    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yeshua</a:t>
            </a:r>
            <a:r>
              <a:rPr lang="fr-FR" dirty="0" smtClean="0"/>
              <a:t>   the lord of the night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LES ANGES COMBATTENT  PRÉPARANT LA TERRE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warring</a:t>
            </a:r>
            <a:r>
              <a:rPr lang="fr-FR" dirty="0" smtClean="0"/>
              <a:t>  </a:t>
            </a:r>
            <a:r>
              <a:rPr lang="fr-FR" dirty="0" err="1" smtClean="0"/>
              <a:t>preparing</a:t>
            </a:r>
            <a:r>
              <a:rPr lang="fr-FR" dirty="0" smtClean="0"/>
              <a:t> the </a:t>
            </a:r>
            <a:r>
              <a:rPr lang="fr-FR" dirty="0" err="1" smtClean="0"/>
              <a:t>earth</a:t>
            </a:r>
            <a:r>
              <a:rPr lang="fr-FR" dirty="0" smtClean="0"/>
              <a:t>   
5-  POUR LA GLOIRE À VENIR</a:t>
            </a:r>
          </a:p>
          <a:p>
            <a:pPr>
              <a:defRPr/>
            </a:pPr>
            <a:r>
              <a:rPr lang="fr-FR" dirty="0" smtClean="0"/>
              <a:t>     for the </a:t>
            </a:r>
            <a:r>
              <a:rPr lang="fr-FR" dirty="0" err="1" smtClean="0"/>
              <a:t>brilliance</a:t>
            </a:r>
            <a:r>
              <a:rPr lang="fr-FR" dirty="0" smtClean="0"/>
              <a:t> to come  
6-  ESPRITS ET ÂMES S’UNISSENT  ET REFLÈTANT LE DOUX ET L’AMER </a:t>
            </a:r>
          </a:p>
          <a:p>
            <a:pPr>
              <a:defRPr/>
            </a:pPr>
            <a:r>
              <a:rPr lang="fr-FR" dirty="0" smtClean="0"/>
              <a:t>     spirits and souls are </a:t>
            </a:r>
            <a:r>
              <a:rPr lang="fr-FR" dirty="0" err="1" smtClean="0"/>
              <a:t>uniting</a:t>
            </a:r>
            <a:r>
              <a:rPr lang="fr-FR" dirty="0" smtClean="0"/>
              <a:t> </a:t>
            </a:r>
            <a:r>
              <a:rPr lang="fr-FR" dirty="0" err="1" smtClean="0"/>
              <a:t>reflecting</a:t>
            </a:r>
            <a:r>
              <a:rPr lang="fr-FR" dirty="0" smtClean="0"/>
              <a:t> the bitter and </a:t>
            </a:r>
            <a:r>
              <a:rPr lang="fr-FR" dirty="0" err="1" smtClean="0"/>
              <a:t>sweet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CIEL ET LA TERRE LE CIEL ET LA TERRE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
8-  PARLANT SA LUMIÈRE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YESHUA, TU ES SEIGNEUR DE LA NUIT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10-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 
11-  YESHUA, TU ES SEIGNEUR DE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12-  DE LUMIÈRE ET VIE LA PUISSANCE ET FORCE 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13-  PARLANT SA LUMIÈRE  NOUS SOMMES LES ÂMES DANS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
14-  PROCLAMANT SA FORCE  NOUS SOMMES LUMIERE ICI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 
16-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
17-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</a:t>
            </a:r>
          </a:p>
          <a:p>
            <a:pPr>
              <a:defRPr/>
            </a:pPr>
            <a:r>
              <a:rPr lang="fr-FR" dirty="0" smtClean="0"/>
              <a:t>18-  DE LUMIÈRE ET VIE LA PUISSANCE ET FORCE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19-  PARLANT SA LUMIÈRE  NOUS SOMMES LES ÂMES DANS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 
20-  PROCLAMANT SA FORCE  NOUS SOMMES LUMIERE ICI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**** KOSSI****</a:t>
            </a:r>
          </a:p>
          <a:p>
            <a:pPr>
              <a:defRPr/>
            </a:pPr>
            <a:r>
              <a:rPr lang="fr-FR" dirty="0" smtClean="0"/>
              <a:t>21-  L’ALPHA, L’OMEGA LE COMMENCEMENT, LA FIN</a:t>
            </a:r>
            <a:br>
              <a:rPr lang="fr-FR" dirty="0" smtClean="0"/>
            </a:br>
            <a:r>
              <a:rPr lang="fr-FR" dirty="0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dirty="0" smtClean="0"/>
              <a:t>24-  TU ES NOTRE DIEU TOUT-PUISSANT 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25-  CELUI QUI RÈGNE SUR LA TERRE LE CRÉATEUR DE TOUTE LA TERRE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L’ALPHA, L’OMEGA LE COMMENCEMENT, LA FIN</a:t>
            </a:r>
            <a:br>
              <a:rPr lang="fr-FR" dirty="0" smtClean="0"/>
            </a:br>
            <a:r>
              <a:rPr lang="fr-FR" dirty="0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dirty="0" smtClean="0"/>
              <a:t>29-  TU ES NOTRE DIEU TOUT-PUISSANT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30-  CELUI QUI RÈGNE SUR LA TERRE LE CRÉATEUR DE TOUTE LA TERRE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dirty="0" smtClean="0"/>
              <a:t>37-  REPRENONS, REPRENONS </a:t>
            </a:r>
            <a:br>
              <a:rPr lang="fr-FR" dirty="0" smtClean="0"/>
            </a:br>
            <a:r>
              <a:rPr lang="fr-FR" dirty="0" smtClean="0"/>
              <a:t> REPRENONS-LES			X8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Anglais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38-  ANGELS ARE MOVING  AT SOUNDS OF THE LIGHT  </a:t>
            </a:r>
          </a:p>
          <a:p>
            <a:pPr>
              <a:defRPr/>
            </a:pPr>
            <a:r>
              <a:rPr lang="fr-FR" dirty="0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dirty="0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dirty="0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dirty="0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dirty="0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dirty="0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dirty="0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dirty="0" smtClean="0"/>
              <a:t>54-  ALPHA AND OMEGA BEGINNING AND END 
55-  THE FIRST AND THE LAST 
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LES ANGES VOLENT  AUSSI VITE QUE LA LUMIÈRE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moving</a:t>
            </a:r>
            <a:r>
              <a:rPr lang="fr-FR" dirty="0" smtClean="0"/>
              <a:t> 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sounds</a:t>
            </a:r>
            <a:r>
              <a:rPr lang="fr-FR" dirty="0" smtClean="0"/>
              <a:t> of the light   
2-  DES VOLS INFINIS SANS CESSE ILS MURMURENT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eternal</a:t>
            </a:r>
            <a:r>
              <a:rPr lang="fr-FR" dirty="0" smtClean="0"/>
              <a:t> in flight  </a:t>
            </a:r>
            <a:r>
              <a:rPr lang="fr-FR" dirty="0" err="1" smtClean="0"/>
              <a:t>transcendently</a:t>
            </a:r>
            <a:r>
              <a:rPr lang="fr-FR" dirty="0" smtClean="0"/>
              <a:t> </a:t>
            </a:r>
            <a:r>
              <a:rPr lang="fr-FR" dirty="0" err="1" smtClean="0"/>
              <a:t>whispering</a:t>
            </a:r>
            <a:r>
              <a:rPr lang="fr-FR" dirty="0" smtClean="0"/>
              <a:t>  
3-  LE NOM DE YESHUA  SEIGNEUR DE LA NUIT </a:t>
            </a:r>
          </a:p>
          <a:p>
            <a:pPr>
              <a:defRPr/>
            </a:pPr>
            <a:r>
              <a:rPr lang="fr-FR" dirty="0" smtClean="0"/>
              <a:t>    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yeshua</a:t>
            </a:r>
            <a:r>
              <a:rPr lang="fr-FR" dirty="0" smtClean="0"/>
              <a:t>   the lord of the night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4-  LES ANGES COMBATTENT  PRÉPARANT LA TERRE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angels</a:t>
            </a:r>
            <a:r>
              <a:rPr lang="fr-FR" dirty="0" smtClean="0"/>
              <a:t> are </a:t>
            </a:r>
            <a:r>
              <a:rPr lang="fr-FR" dirty="0" err="1" smtClean="0"/>
              <a:t>warring</a:t>
            </a:r>
            <a:r>
              <a:rPr lang="fr-FR" dirty="0" smtClean="0"/>
              <a:t>  </a:t>
            </a:r>
            <a:r>
              <a:rPr lang="fr-FR" dirty="0" err="1" smtClean="0"/>
              <a:t>preparing</a:t>
            </a:r>
            <a:r>
              <a:rPr lang="fr-FR" dirty="0" smtClean="0"/>
              <a:t> the </a:t>
            </a:r>
            <a:r>
              <a:rPr lang="fr-FR" dirty="0" err="1" smtClean="0"/>
              <a:t>earth</a:t>
            </a:r>
            <a:r>
              <a:rPr lang="fr-FR" dirty="0" smtClean="0"/>
              <a:t>   
5-  POUR LA GLOIRE À VENIR</a:t>
            </a:r>
          </a:p>
          <a:p>
            <a:pPr>
              <a:defRPr/>
            </a:pPr>
            <a:r>
              <a:rPr lang="fr-FR" dirty="0" smtClean="0"/>
              <a:t>     for the </a:t>
            </a:r>
            <a:r>
              <a:rPr lang="fr-FR" dirty="0" err="1" smtClean="0"/>
              <a:t>brilliance</a:t>
            </a:r>
            <a:r>
              <a:rPr lang="fr-FR" dirty="0" smtClean="0"/>
              <a:t> to come  
6-  ESPRITS ET ÂMES S’UNISSENT  ET REFLÈTANT LE DOUX ET L’AMER </a:t>
            </a:r>
          </a:p>
          <a:p>
            <a:pPr>
              <a:defRPr/>
            </a:pPr>
            <a:r>
              <a:rPr lang="fr-FR" dirty="0" smtClean="0"/>
              <a:t>     spirits and souls are </a:t>
            </a:r>
            <a:r>
              <a:rPr lang="fr-FR" dirty="0" err="1" smtClean="0"/>
              <a:t>uniting</a:t>
            </a:r>
            <a:r>
              <a:rPr lang="fr-FR" dirty="0" smtClean="0"/>
              <a:t> </a:t>
            </a:r>
            <a:r>
              <a:rPr lang="fr-FR" dirty="0" err="1" smtClean="0"/>
              <a:t>reflecting</a:t>
            </a:r>
            <a:r>
              <a:rPr lang="fr-FR" dirty="0" smtClean="0"/>
              <a:t> the bitter and </a:t>
            </a:r>
            <a:r>
              <a:rPr lang="fr-FR" dirty="0" err="1" smtClean="0"/>
              <a:t>sweet</a:t>
            </a:r>
            <a:r>
              <a:rPr lang="fr-FR" dirty="0" smtClean="0"/>
              <a:t>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LE CIEL ET LA TERRE LE CIEL ET LA TERRE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  </a:t>
            </a:r>
            <a:r>
              <a:rPr lang="fr-FR" dirty="0" err="1" smtClean="0"/>
              <a:t>heaven</a:t>
            </a:r>
            <a:r>
              <a:rPr lang="fr-FR" dirty="0" smtClean="0"/>
              <a:t> and </a:t>
            </a:r>
            <a:r>
              <a:rPr lang="fr-FR" dirty="0" err="1" smtClean="0"/>
              <a:t>earth</a:t>
            </a:r>
            <a:r>
              <a:rPr lang="fr-FR" dirty="0" smtClean="0"/>
              <a:t> 
8-  PARLANT SA LUMIÈRE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9-  YESHUA, TU ES SEIGNEUR DE LA NUIT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10-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 
11-  YESHUA, TU ES SEIGNEUR DE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
12-  DE LUMIÈRE ET VIE LA PUISSANCE ET FORCE 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13-  PARLANT SA LUMIÈRE  NOUS SOMMES LES ÂMES DANS LA NUIT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
14-  PROCLAMANT SA FORCE  NOUS SOMMES LUMIERE ICI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 
16-  DE LUMIÈRE ET VIE JUSTICE INFINIE</a:t>
            </a:r>
          </a:p>
          <a:p>
            <a:pPr>
              <a:defRPr/>
            </a:pPr>
            <a:r>
              <a:rPr lang="fr-FR" dirty="0" smtClean="0"/>
              <a:t>       lord of the light </a:t>
            </a:r>
            <a:r>
              <a:rPr lang="fr-FR" dirty="0" err="1" smtClean="0"/>
              <a:t>eternally</a:t>
            </a:r>
            <a:r>
              <a:rPr lang="fr-FR" dirty="0" smtClean="0"/>
              <a:t> right 
17-  YESHUA, TU ES SEIGNEUR DE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yeshua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 lord of the night </a:t>
            </a:r>
          </a:p>
          <a:p>
            <a:pPr>
              <a:defRPr/>
            </a:pPr>
            <a:r>
              <a:rPr lang="fr-FR" dirty="0" smtClean="0"/>
              <a:t>18-  DE LUMIÈRE ET VIE LA PUISSANCE ET FORCE</a:t>
            </a:r>
          </a:p>
          <a:p>
            <a:pPr>
              <a:defRPr/>
            </a:pPr>
            <a:r>
              <a:rPr lang="fr-FR" dirty="0" smtClean="0"/>
              <a:t>       lord of the light the power and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19-  PARLANT SA LUMIÈRE  NOUS SOMMES LES ÂMES DANS LA NUIT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light (x2) </a:t>
            </a:r>
            <a:r>
              <a:rPr lang="fr-FR" dirty="0" err="1" smtClean="0"/>
              <a:t>we</a:t>
            </a:r>
            <a:r>
              <a:rPr lang="fr-FR" dirty="0" smtClean="0"/>
              <a:t> are the souls in the night  
20-  PROCLAMANT SA FORCE  NOUS SOMMES LUMIERE ICI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declaring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might</a:t>
            </a:r>
            <a:r>
              <a:rPr lang="fr-FR" dirty="0" smtClean="0"/>
              <a:t>  </a:t>
            </a:r>
            <a:r>
              <a:rPr lang="fr-FR" dirty="0" err="1" smtClean="0"/>
              <a:t>we</a:t>
            </a:r>
            <a:r>
              <a:rPr lang="fr-FR" dirty="0" smtClean="0"/>
              <a:t> are </a:t>
            </a:r>
            <a:r>
              <a:rPr lang="fr-FR" dirty="0" err="1" smtClean="0"/>
              <a:t>soldiers</a:t>
            </a:r>
            <a:r>
              <a:rPr lang="fr-FR" dirty="0" smtClean="0"/>
              <a:t> of light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**** KOSSI****</a:t>
            </a:r>
          </a:p>
          <a:p>
            <a:pPr>
              <a:defRPr/>
            </a:pPr>
            <a:r>
              <a:rPr lang="fr-FR" dirty="0" smtClean="0"/>
              <a:t>21-  L’ALPHA, L’OMEGA LE COMMENCEMENT, LA FIN</a:t>
            </a:r>
            <a:br>
              <a:rPr lang="fr-FR" dirty="0" smtClean="0"/>
            </a:br>
            <a:r>
              <a:rPr lang="fr-FR" dirty="0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dirty="0" smtClean="0"/>
              <a:t>24-  TU ES NOTRE DIEU TOUT-PUISSANT 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25-  CELUI QUI RÈGNE SUR LA TERRE LE CRÉATEUR DE TOUTE LA TERRE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26-  L’ALPHA, L’OMEGA LE COMMENCEMENT, LA FIN</a:t>
            </a:r>
            <a:br>
              <a:rPr lang="fr-FR" dirty="0" smtClean="0"/>
            </a:br>
            <a:r>
              <a:rPr lang="fr-FR" dirty="0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dirty="0" smtClean="0"/>
              <a:t>29-  TU ES NOTRE DIEU TOUT-PUISSANT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30-  CELUI QUI RÈGNE SUR LA TERRE LE CRÉATEUR DE TOUTE LA TERRE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dirty="0" smtClean="0"/>
              <a:t>37-  REPRENONS, REPRENONS </a:t>
            </a:r>
            <a:br>
              <a:rPr lang="fr-FR" dirty="0" smtClean="0"/>
            </a:br>
            <a:r>
              <a:rPr lang="fr-FR" dirty="0" smtClean="0"/>
              <a:t> REPRENONS-LES			X8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Anglais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38-  ANGELS ARE MOVING  AT SOUNDS OF THE LIGHT  </a:t>
            </a:r>
          </a:p>
          <a:p>
            <a:pPr>
              <a:defRPr/>
            </a:pPr>
            <a:r>
              <a:rPr lang="fr-FR" dirty="0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dirty="0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dirty="0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dirty="0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dirty="0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dirty="0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dirty="0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dirty="0" smtClean="0"/>
              <a:t>54-  ALPHA AND OMEGA BEGINNING AND END 
55-  THE FIRST AND THE LAST 
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095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05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16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26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36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LES ANGES VOLENT  AUSSI VITE QUE LA LUMIÈRE</a:t>
            </a:r>
          </a:p>
          <a:p>
            <a:pPr>
              <a:defRPr/>
            </a:pPr>
            <a:r>
              <a:rPr lang="fr-FR" smtClean="0"/>
              <a:t>     angels are moving  at sounds of the light   
2-  DES VOLS INFINIS SANS CESSE ILS MURMURENT </a:t>
            </a:r>
          </a:p>
          <a:p>
            <a:pPr>
              <a:defRPr/>
            </a:pPr>
            <a:r>
              <a:rPr lang="fr-FR" smtClean="0"/>
              <a:t>     eternal in flight  transcendently whispering  
3-  LE NOM DE YESHUA  SEIGNEUR DE LA NUIT </a:t>
            </a:r>
          </a:p>
          <a:p>
            <a:pPr>
              <a:defRPr/>
            </a:pPr>
            <a:r>
              <a:rPr lang="fr-FR" smtClean="0"/>
              <a:t>     the name of yeshua   the lord of the night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LES ANGES COMBATTENT  PRÉPARANT LA TERRE</a:t>
            </a:r>
          </a:p>
          <a:p>
            <a:pPr>
              <a:defRPr/>
            </a:pPr>
            <a:r>
              <a:rPr lang="fr-FR" smtClean="0"/>
              <a:t>     angels are warring  preparing the earth   
5-  POUR LA GLOIRE À VENIR</a:t>
            </a:r>
          </a:p>
          <a:p>
            <a:pPr>
              <a:defRPr/>
            </a:pPr>
            <a:r>
              <a:rPr lang="fr-FR" smtClean="0"/>
              <a:t>     for the brilliance to come  
6-  ESPRITS ET ÂMES S’UNISSENT  ET REFLÈTANT LE DOUX ET L’AMER </a:t>
            </a:r>
          </a:p>
          <a:p>
            <a:pPr>
              <a:defRPr/>
            </a:pPr>
            <a:r>
              <a:rPr lang="fr-FR" smtClean="0"/>
              <a:t>     spirits and souls are uniting reflecting the bitter and sweet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LE CIEL ET LA TERRE LE CIEL ET LA TERRE </a:t>
            </a:r>
          </a:p>
          <a:p>
            <a:pPr>
              <a:defRPr/>
            </a:pPr>
            <a:r>
              <a:rPr lang="fr-FR" smtClean="0"/>
              <a:t>     heaven and earth   heaven and earth 
8-  PARLANT SA LUMIÈRE </a:t>
            </a:r>
          </a:p>
          <a:p>
            <a:pPr>
              <a:defRPr/>
            </a:pPr>
            <a:r>
              <a:rPr lang="fr-FR" smtClean="0"/>
              <a:t>     declaring his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YESHUA, TU ES SEIGNEUR DE LA NUIT </a:t>
            </a:r>
          </a:p>
          <a:p>
            <a:pPr>
              <a:defRPr/>
            </a:pPr>
            <a:r>
              <a:rPr lang="fr-FR" smtClean="0"/>
              <a:t>     yeshua you are lord of the night 
10-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 
11-  YESHUA, TU ES SEIGNEUR DE LA NUIT </a:t>
            </a:r>
          </a:p>
          <a:p>
            <a:pPr>
              <a:defRPr/>
            </a:pPr>
            <a:r>
              <a:rPr lang="fr-FR" smtClean="0"/>
              <a:t>       yeshua you are lord of the night 
12-  DE LUMIÈRE ET VIE LA PUISSANCE ET FORCE 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13-  PARLANT SA LUMIÈRE  NOUS SOMMES LES ÂMES DANS LA NUIT </a:t>
            </a:r>
          </a:p>
          <a:p>
            <a:pPr>
              <a:defRPr/>
            </a:pPr>
            <a:r>
              <a:rPr lang="fr-FR" smtClean="0"/>
              <a:t>       declaring his light (x2) we are the souls in the night 
14-  PROCLAMANT SA FORCE  NOUS SOMMES LUMIERE ICI 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 
16-  DE LUMIÈRE ET VIE JUSTICE INFINIE</a:t>
            </a:r>
          </a:p>
          <a:p>
            <a:pPr>
              <a:defRPr/>
            </a:pPr>
            <a:r>
              <a:rPr lang="fr-FR" smtClean="0"/>
              <a:t>       lord of the light eternally right 
17-  YESHUA, TU ES SEIGNEUR DE LA NUIT</a:t>
            </a:r>
          </a:p>
          <a:p>
            <a:pPr>
              <a:defRPr/>
            </a:pPr>
            <a:r>
              <a:rPr lang="fr-FR" smtClean="0"/>
              <a:t>       yeshua you are lord of the night </a:t>
            </a:r>
          </a:p>
          <a:p>
            <a:pPr>
              <a:defRPr/>
            </a:pPr>
            <a:r>
              <a:rPr lang="fr-FR" smtClean="0"/>
              <a:t>18-  DE LUMIÈRE ET VIE LA PUISSANCE ET FORCE</a:t>
            </a:r>
          </a:p>
          <a:p>
            <a:pPr>
              <a:defRPr/>
            </a:pPr>
            <a:r>
              <a:rPr lang="fr-FR" smtClean="0"/>
              <a:t>       lord of the light the power and might </a:t>
            </a:r>
          </a:p>
          <a:p>
            <a:pPr>
              <a:defRPr/>
            </a:pPr>
            <a:r>
              <a:rPr lang="fr-FR" smtClean="0"/>
              <a:t>19-  PARLANT SA LUMIÈRE  NOUS SOMMES LES ÂMES DANS LA NUIT</a:t>
            </a:r>
          </a:p>
          <a:p>
            <a:pPr>
              <a:defRPr/>
            </a:pPr>
            <a:r>
              <a:rPr lang="fr-FR" smtClean="0"/>
              <a:t>       declaring his light (x2) we are the souls in the night  
20-  PROCLAMANT SA FORCE  NOUS SOMMES LUMIERE ICI</a:t>
            </a:r>
          </a:p>
          <a:p>
            <a:pPr>
              <a:defRPr/>
            </a:pPr>
            <a:r>
              <a:rPr lang="fr-FR" smtClean="0"/>
              <a:t>       declaring his might  we are soldiers of light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**** KOSSI****</a:t>
            </a:r>
          </a:p>
          <a:p>
            <a:pPr>
              <a:defRPr/>
            </a:pPr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pPr>
              <a:defRPr/>
            </a:pPr>
            <a:r>
              <a:rPr lang="fr-FR" smtClean="0"/>
              <a:t>24-  TU ES NOTRE DIEU TOUT-PUISSANT 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25-  CELUI QUI RÈGNE SUR LA TERRE LE CRÉATEUR DE TOUTE LA TERRE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pPr>
              <a:defRPr/>
            </a:pPr>
            <a:r>
              <a:rPr lang="fr-FR" smtClean="0"/>
              <a:t>29-  TU ES NOTRE DIEU TOUT-PUISSANT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30-  CELUI QUI RÈGNE SUR LA TERRE LE CRÉATEUR DE TOUTE LA TERRE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35-  NOTRE FOI, ON LA RÉCUPÈRE NOTRE JOIE, ON LA RÉCUPÈRE 
36-  NOTRE FORCE, ON LA RÉCUPÈRE          X2
</a:t>
            </a:r>
          </a:p>
          <a:p>
            <a:pPr>
              <a:defRPr/>
            </a:pPr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Anglais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38-  ANGELS ARE MOVING  AT SOUNDS OF THE LIGHT  </a:t>
            </a:r>
          </a:p>
          <a:p>
            <a:pPr>
              <a:defRPr/>
            </a:pPr>
            <a:r>
              <a:rPr lang="fr-FR" smtClean="0"/>
              <a:t>39-  ETERNAL IN FLIGHT  TRANSCENDENTLY WHISPERING  
40-  THE NAME OF YESHUA   THE LORD OF THE NIGHT </a:t>
            </a:r>
          </a:p>
          <a:p>
            <a:pPr>
              <a:defRPr/>
            </a:pPr>
            <a:r>
              <a:rPr lang="fr-FR" smtClean="0"/>
              <a:t>41-  ANGELS ARE WARRING  PREPARING THE EARTH  
42-  FOR THE BRILLIANCE TO COME </a:t>
            </a:r>
          </a:p>
          <a:p>
            <a:pPr>
              <a:defRPr/>
            </a:pPr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pPr>
              <a:defRPr/>
            </a:pPr>
            <a:r>
              <a:rPr lang="fr-FR" smtClean="0"/>
              <a:t>46-  DECLARING HIS LIGHT  WE ARE THE SOULS IN THE NIGHT 
47-  DECLARING HIS MIGHT  WE ARE SOLDIERS OF LIGHT </a:t>
            </a:r>
          </a:p>
          <a:p>
            <a:pPr>
              <a:defRPr/>
            </a:pPr>
            <a:r>
              <a:rPr lang="fr-FR" smtClean="0"/>
              <a:t>48-  YESHUA YOU ARE LORD OF THE NIGHT  
49-  LORD OF THE LIGHT ETERNALLY RIGHT </a:t>
            </a:r>
          </a:p>
          <a:p>
            <a:pPr>
              <a:defRPr/>
            </a:pPr>
            <a:r>
              <a:rPr lang="fr-FR" smtClean="0"/>
              <a:t>50-  YESHUA YOU ARE LORD OF THE NIGHT  
51-  LORD OF THE LIGHT THE POWER AND MIGHT </a:t>
            </a:r>
          </a:p>
          <a:p>
            <a:pPr>
              <a:defRPr/>
            </a:pPr>
            <a:r>
              <a:rPr lang="fr-FR" smtClean="0"/>
              <a:t>52-  DECLARING HIS LIGHT  WE ARE THE SOULS IN THE NIGHT 
53-  DECLARING HIS MIGHT  WE ARE SOLDIERS OF LIGHT </a:t>
            </a:r>
          </a:p>
          <a:p>
            <a:pPr>
              <a:defRPr/>
            </a:pPr>
            <a:r>
              <a:rPr lang="fr-FR" smtClean="0"/>
              <a:t>54-  ALPHA AND OMEGA BEGINNING AND END 
55-  THE FIRST AND THE LAST 
</a:t>
            </a:r>
            <a:endParaRPr lang="fr-FR" dirty="0" smtClean="0"/>
          </a:p>
        </p:txBody>
      </p:sp>
      <p:sp>
        <p:nvSpPr>
          <p:cNvPr id="1146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ANGES VOLENT  AUSSI VITE QUE LA LUMIÈRE</a:t>
            </a:r>
          </a:p>
          <a:p>
            <a:r>
              <a:rPr lang="fr-FR" smtClean="0"/>
              <a:t>     angels are moving  at sounds of the light   
2-  DES VOLS INFINIS SANS CESSE ILS MURMURENT </a:t>
            </a:r>
          </a:p>
          <a:p>
            <a:r>
              <a:rPr lang="fr-FR" smtClean="0"/>
              <a:t>     eternal in flight  transcendently whispering  
3-  LE NOM DE YESHUA  SEIGNEUR DE LA NUIT </a:t>
            </a:r>
          </a:p>
          <a:p>
            <a:r>
              <a:rPr lang="fr-FR" smtClean="0"/>
              <a:t>     the name of yeshua   the lord of the night </a:t>
            </a:r>
          </a:p>
          <a:p>
            <a:endParaRPr lang="fr-FR" smtClean="0"/>
          </a:p>
          <a:p>
            <a:r>
              <a:rPr lang="fr-FR" smtClean="0"/>
              <a:t>4-  LES ANGES COMBATTENT  PRÉPARANT LA TERRE</a:t>
            </a:r>
          </a:p>
          <a:p>
            <a:r>
              <a:rPr lang="fr-FR" smtClean="0"/>
              <a:t>     angels are warring  preparing the earth   
5-  POUR LA GLOIRE À VENIR</a:t>
            </a:r>
          </a:p>
          <a:p>
            <a:r>
              <a:rPr lang="fr-FR" smtClean="0"/>
              <a:t>     for the brilliance to come  
6-  ESPRITS ET ÂMES S’UNISSENT  ET REFLÈTANT LE DOUX ET L’AMER </a:t>
            </a:r>
          </a:p>
          <a:p>
            <a:r>
              <a:rPr lang="fr-FR" smtClean="0"/>
              <a:t>     spirits and souls are uniting reflecting the bitter and sweet  </a:t>
            </a:r>
          </a:p>
          <a:p>
            <a:endParaRPr lang="fr-FR" smtClean="0"/>
          </a:p>
          <a:p>
            <a:r>
              <a:rPr lang="fr-FR" smtClean="0"/>
              <a:t>7-  LE CIEL ET LA TERRE LE CIEL ET LA TERRE </a:t>
            </a:r>
          </a:p>
          <a:p>
            <a:r>
              <a:rPr lang="fr-FR" smtClean="0"/>
              <a:t>     heaven and earth   heaven and earth 
8-  PARLANT SA LUMIÈRE </a:t>
            </a:r>
          </a:p>
          <a:p>
            <a:r>
              <a:rPr lang="fr-FR" smtClean="0"/>
              <a:t>     declaring his light </a:t>
            </a:r>
          </a:p>
          <a:p>
            <a:endParaRPr lang="fr-FR" smtClean="0"/>
          </a:p>
          <a:p>
            <a:r>
              <a:rPr lang="fr-FR" smtClean="0"/>
              <a:t>9-  YESHUA, TU ES SEIGNEUR DE LA NUIT </a:t>
            </a:r>
          </a:p>
          <a:p>
            <a:r>
              <a:rPr lang="fr-FR" smtClean="0"/>
              <a:t>     yeshua you are lord of the night 
10-  DE LUMIÈRE ET VIE JUSTICE INFINIE</a:t>
            </a:r>
          </a:p>
          <a:p>
            <a:r>
              <a:rPr lang="fr-FR" smtClean="0"/>
              <a:t>       lord of the light eternally right  
11-  YESHUA, TU ES SEIGNEUR DE LA NUIT </a:t>
            </a:r>
          </a:p>
          <a:p>
            <a:r>
              <a:rPr lang="fr-FR" smtClean="0"/>
              <a:t>       yeshua you are lord of the night 
12-  DE LUMIÈRE ET VIE LA PUISSANCE ET FORCE 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13-  PARLANT SA LUMIÈRE  NOUS SOMMES LES ÂMES DANS LA NUIT </a:t>
            </a:r>
          </a:p>
          <a:p>
            <a:r>
              <a:rPr lang="fr-FR" smtClean="0"/>
              <a:t>       declaring his light (x2) we are the souls in the night 
14-  PROCLAMANT SA FORCE  NOUS SOMMES LUMIERE ICI 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15-  YESHUA, TU ES SEIGNEUR DE LA NUIT</a:t>
            </a:r>
          </a:p>
          <a:p>
            <a:r>
              <a:rPr lang="fr-FR" smtClean="0"/>
              <a:t>       yeshua you are lord of the night  
16-  DE LUMIÈRE ET VIE JUSTICE INFINIE</a:t>
            </a:r>
          </a:p>
          <a:p>
            <a:r>
              <a:rPr lang="fr-FR" smtClean="0"/>
              <a:t>       lord of the light eternally right 
17-  YESHUA, TU ES SEIGNEUR DE LA NUIT</a:t>
            </a:r>
          </a:p>
          <a:p>
            <a:r>
              <a:rPr lang="fr-FR" smtClean="0"/>
              <a:t>       yeshua you are lord of the night </a:t>
            </a:r>
          </a:p>
          <a:p>
            <a:r>
              <a:rPr lang="fr-FR" smtClean="0"/>
              <a:t>18-  DE LUMIÈRE ET VIE LA PUISSANCE ET FORCE</a:t>
            </a:r>
          </a:p>
          <a:p>
            <a:r>
              <a:rPr lang="fr-FR" smtClean="0"/>
              <a:t>       lord of the light the power and might </a:t>
            </a:r>
          </a:p>
          <a:p>
            <a:r>
              <a:rPr lang="fr-FR" smtClean="0"/>
              <a:t>19-  PARLANT SA LUMIÈRE  NOUS SOMMES LES ÂMES DANS LA NUIT</a:t>
            </a:r>
          </a:p>
          <a:p>
            <a:r>
              <a:rPr lang="fr-FR" smtClean="0"/>
              <a:t>       declaring his light (x2) we are the souls in the night  
20-  PROCLAMANT SA FORCE  NOUS SOMMES LUMIERE ICI</a:t>
            </a:r>
          </a:p>
          <a:p>
            <a:r>
              <a:rPr lang="fr-FR" smtClean="0"/>
              <a:t>       declaring his might  we are soldiers of light </a:t>
            </a:r>
          </a:p>
          <a:p>
            <a:endParaRPr lang="fr-FR" smtClean="0"/>
          </a:p>
          <a:p>
            <a:r>
              <a:rPr lang="fr-FR" smtClean="0"/>
              <a:t>	**** KOSSI****</a:t>
            </a:r>
          </a:p>
          <a:p>
            <a:r>
              <a:rPr lang="fr-FR" smtClean="0"/>
              <a:t>21-  L’ALPHA, L’OMEGA LE COMMENCEMENT, LA FIN</a:t>
            </a:r>
            <a:br>
              <a:rPr lang="fr-FR" smtClean="0"/>
            </a:br>
            <a:r>
              <a:rPr lang="fr-FR" smtClean="0"/>
              <a:t>22-  LE PREMIER, LE DERNIER L'ÉTERNEL EST SANS FIN 
23-  RÉSURRECTION ET VIE C’EST LE DONNEUR DE LA VIE</a:t>
            </a:r>
          </a:p>
          <a:p>
            <a:r>
              <a:rPr lang="fr-FR" smtClean="0"/>
              <a:t>24-  TU ES NOTRE DIEU TOUT-PUISSANT         X2</a:t>
            </a:r>
          </a:p>
          <a:p>
            <a:endParaRPr lang="fr-FR" smtClean="0"/>
          </a:p>
          <a:p>
            <a:r>
              <a:rPr lang="fr-FR" smtClean="0"/>
              <a:t>25-  CELUI QUI RÈGNE SUR LA TERRE LE CRÉATEUR DE TOUTE LA TERRE   X2</a:t>
            </a:r>
          </a:p>
          <a:p>
            <a:endParaRPr lang="fr-FR" smtClean="0"/>
          </a:p>
          <a:p>
            <a:r>
              <a:rPr lang="fr-FR" smtClean="0"/>
              <a:t>26-  L’ALPHA, L’OMEGA LE COMMENCEMENT, LA FIN</a:t>
            </a:r>
            <a:br>
              <a:rPr lang="fr-FR" smtClean="0"/>
            </a:br>
            <a:r>
              <a:rPr lang="fr-FR" smtClean="0"/>
              <a:t>27-  LE PREMIER, LE DERNIER L'ÉTERNEL EST SANS FIN 
28-  RÉSURRECTION ET VIE C’EST LE DONNEUR DE LA VIE </a:t>
            </a:r>
          </a:p>
          <a:p>
            <a:r>
              <a:rPr lang="fr-FR" smtClean="0"/>
              <a:t>29-  TU ES NOTRE DIEU TOUT-PUISSANT       X2</a:t>
            </a:r>
          </a:p>
          <a:p>
            <a:endParaRPr lang="fr-FR" smtClean="0"/>
          </a:p>
          <a:p>
            <a:r>
              <a:rPr lang="fr-FR" smtClean="0"/>
              <a:t>30-  CELUI QUI RÈGNE SUR LA TERRE LE CRÉATEUR DE TOUTE LA TERRE X2</a:t>
            </a:r>
          </a:p>
          <a:p>
            <a:endParaRPr lang="fr-FR" smtClean="0"/>
          </a:p>
          <a:p>
            <a:r>
              <a:rPr lang="fr-FR" smtClean="0"/>
              <a:t>31-  LA LUMIÈRE DU MONDE  ET LE SEL DE LA TERRE 
32-  NOUS SOMMES ARMÉS DE FRONDES ET FAISONS TREMBLER L’ENFER 
33-  PEUPLE PUISSANT, NOUS ALLONS GAGNER CETTE GUERRE 
34-  JÉSUS EST VIVANT ET LE DIABLE NE PEUT RIEN FAIRE        X2</a:t>
            </a:r>
          </a:p>
          <a:p>
            <a:endParaRPr lang="fr-FR" smtClean="0"/>
          </a:p>
          <a:p>
            <a:r>
              <a:rPr lang="fr-FR" smtClean="0"/>
              <a:t>35-  NOTRE FOI, ON LA RÉCUPÈRE NOTRE JOIE, ON LA RÉCUPÈRE 
36-  NOTRE FORCE, ON LA RÉCUPÈRE          X2
</a:t>
            </a:r>
          </a:p>
          <a:p>
            <a:r>
              <a:rPr lang="fr-FR" smtClean="0"/>
              <a:t>37-  REPRENONS, REPRENONS </a:t>
            </a:r>
            <a:br>
              <a:rPr lang="fr-FR" smtClean="0"/>
            </a:br>
            <a:r>
              <a:rPr lang="fr-FR" smtClean="0"/>
              <a:t> REPRENONS-LES			X8</a:t>
            </a:r>
          </a:p>
          <a:p>
            <a:endParaRPr lang="fr-FR" smtClean="0"/>
          </a:p>
          <a:p>
            <a:r>
              <a:rPr lang="fr-FR" smtClean="0"/>
              <a:t>Anglais :</a:t>
            </a:r>
          </a:p>
          <a:p>
            <a:endParaRPr lang="fr-FR" smtClean="0"/>
          </a:p>
          <a:p>
            <a:r>
              <a:rPr lang="fr-FR" smtClean="0"/>
              <a:t>38-  ANGELS ARE MOVING  AT SOUNDS OF THE LIGHT  </a:t>
            </a:r>
          </a:p>
          <a:p>
            <a:r>
              <a:rPr lang="fr-FR" smtClean="0"/>
              <a:t>39-  ETERNAL IN FLIGHT  TRANSCENDENTLY WHISPERING  
40-  THE NAME OF YESHUA   THE LORD OF THE NIGHT </a:t>
            </a:r>
          </a:p>
          <a:p>
            <a:r>
              <a:rPr lang="fr-FR" smtClean="0"/>
              <a:t>41-  ANGELS ARE WARRING  PREPARING THE EARTH  
42-  FOR THE BRILLIANCE TO COME </a:t>
            </a:r>
          </a:p>
          <a:p>
            <a:r>
              <a:rPr lang="fr-FR" smtClean="0"/>
              <a:t>43-  SPIRITS AND SOULS ARE UNITING REFLECTING THE BITTER AND SWEET 
44-  HEAVEN AND EARTH   HEAVEN AND EARTH 
45-  DECLARING HIS LIGHT </a:t>
            </a:r>
          </a:p>
          <a:p>
            <a:r>
              <a:rPr lang="fr-FR" smtClean="0"/>
              <a:t>46-  DECLARING HIS LIGHT  WE ARE THE SOULS IN THE NIGHT 
47-  DECLARING HIS MIGHT  WE ARE SOLDIERS OF LIGHT </a:t>
            </a:r>
          </a:p>
          <a:p>
            <a:r>
              <a:rPr lang="fr-FR" smtClean="0"/>
              <a:t>48-  YESHUA YOU ARE LORD OF THE NIGHT  
49-  LORD OF THE LIGHT ETERNALLY RIGHT </a:t>
            </a:r>
          </a:p>
          <a:p>
            <a:r>
              <a:rPr lang="fr-FR" smtClean="0"/>
              <a:t>50-  YESHUA YOU ARE LORD OF THE NIGHT  
51-  LORD OF THE LIGHT THE POWER AND MIGHT </a:t>
            </a:r>
          </a:p>
          <a:p>
            <a:r>
              <a:rPr lang="fr-FR" smtClean="0"/>
              <a:t>52-  DECLARING HIS LIGHT  WE ARE THE SOULS IN THE NIGHT 
53-  DECLARING HIS MIGHT  WE ARE SOLDIERS OF LIGHT </a:t>
            </a:r>
          </a:p>
          <a:p>
            <a:r>
              <a:rPr lang="fr-FR" smtClean="0"/>
              <a:t>54-  ALPHA AND OMEGA BEGINNING AND END 
55-  THE FIRST AND THE LAST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47011-5FED-4C0F-850C-771B5DDC95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81965-BE6C-4A4F-9832-D56D6E9553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553949-FCD0-42BD-8D45-BC7EAF245D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C1D99-0DA3-4ACC-8668-9EC34A4B5C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C3DB8-EFA0-4B6A-849C-4F33DC10C0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A049F-9200-4D5B-9DE8-978FCCA5CD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21465-3B8D-4454-A80F-D63CA255EB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9A470-9319-4661-80DE-92FD739CB3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6CA19-5C0D-4777-AE83-31A5B31870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13D3C-1B8C-42D9-8CA3-D91DC26E50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C6C21-E7D9-464B-8064-60071B9EF0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6C3FEAE-D7B3-4BB8-9862-CE75DC128C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VOLENT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AUSSI VITE QUE LA LUMIÈRE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VOLS INFINIS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CESSE ILS MURMURENT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NOM DE YESHUA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ANGES COMBATTENT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PRÉPARANT LA TERRE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LA GLOIRE À VENIR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ESPRITS ET ÂMES S’UNISSENT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REFLÈTANT LE DOUX ET L’AMER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ET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ET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PARLANT SA LUMIÈRE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JUSTICE INFINIE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PUISSANCE ET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PARLANT SA LUMIÈRE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LES ÂMES 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PROCLAMANT SA FORCE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LUMIERE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JUSTICE INFINIE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YESHUA, TU ES SEIGNEUR DE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LUMIÈRE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PUISSANCE ET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PARLANT SA LUMIÈRE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LES ÂMES DANS LA NUIT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PROCLAMANT SA FORCE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LUMIERE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L’ALPHA, L’OMEGA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COMMENCEMENT, LA FIN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PREMIER, LE DERNIER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L'ÉTERNEL EST SANS FIN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RÉSURRECTION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LE DONNEUR DE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DIEU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RÈGNE SUR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CRÉATEUR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L’ALPHA, L’OMEGA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COMMENCEMENT, LA FIN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PREMIER, LE DERNIER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L'ÉTERNEL EST SANS FIN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RÉSURRECTION ET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LE DONNEUR DE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DIEU TOUT-PUISSANT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QUI RÈGNE SUR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CRÉATEUR DE TOUTE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LUMIÈRE DU MONDE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SEL DE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ARMÉS DE FRONDES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FAISONS TREMBLER L’ENFER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PEUPLE PUISSANT, NOUS ALLONS GAGNER CETTE GUERRE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EST VIVANT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DIABLE NE PEUT RIEN FAIRE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FOI, ON LA RÉCUPÈRE</a:t>
            </a:r>
            <a:b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JOIE, ON LA RÉCUPÈRE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FORCE, ON LA RÉCUPÈRE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REPRENONS, REPRENONS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REPRENONS-LES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ANGELS ARE MOVING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AT SOUNDS OF THE LIGHT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ETERNAL IN FLIGHT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TRANSCENDENTLY WHISPERING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NAME OF YESHUA 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LORD OF THE NIGHT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ANGELS ARE WARRING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PREPARING THE EARTH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 THE BRILLIANCE TO COME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SPIRITS AND SOULS ARE UNITING REFLECTING THE BITTER AND SWEET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HEAVEN AND EARTH 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HEAVEN AND EARTH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LIGHT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THE SOULS IN THE NIGHT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MIGHT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SOLDIERS OF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 YOU ARE LORD OF THE NIGHT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LORD OF THE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ETERNALLY RIGHT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YESHUA YOU ARE LORD OF THE NIGHT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LORD OF THE LIGHT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POWER AND MIGHT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LIGHT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THE SOULS IN THE NIGHT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DECLARING HIS MIGHT 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WE ARE SOLDIERS OF LIGHT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ALPHA AND OMEGA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BEGINNING AND END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 FIRST AND THE LAST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2373</Words>
  <Application>Microsoft Office PowerPoint</Application>
  <PresentationFormat>On-screen Show (4:3)</PresentationFormat>
  <Paragraphs>6687</Paragraphs>
  <Slides>55</Slides>
  <Notes>55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5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  <vt:lpstr>Diapositive 44</vt:lpstr>
      <vt:lpstr>Diapositive 45</vt:lpstr>
      <vt:lpstr>Diapositive 46</vt:lpstr>
      <vt:lpstr>Diapositive 47</vt:lpstr>
      <vt:lpstr>Diapositive 48</vt:lpstr>
      <vt:lpstr>Diapositive 49</vt:lpstr>
      <vt:lpstr>Diapositive 50</vt:lpstr>
      <vt:lpstr>Diapositive 51</vt:lpstr>
      <vt:lpstr>Diapositive 52</vt:lpstr>
      <vt:lpstr>Diapositive 53</vt:lpstr>
      <vt:lpstr>Diapositive 54</vt:lpstr>
      <vt:lpstr>Diapositive 55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Charis</cp:lastModifiedBy>
  <cp:revision>158</cp:revision>
  <dcterms:created xsi:type="dcterms:W3CDTF">2002-08-17T10:50:50Z</dcterms:created>
  <dcterms:modified xsi:type="dcterms:W3CDTF">2015-02-08T04:41:46Z</dcterms:modified>
</cp:coreProperties>
</file>