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74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6056" autoAdjust="0"/>
  </p:normalViewPr>
  <p:slideViewPr>
    <p:cSldViewPr>
      <p:cViewPr>
        <p:scale>
          <a:sx n="40" d="100"/>
          <a:sy n="40" d="100"/>
        </p:scale>
        <p:origin x="-69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CE84257-352F-4A12-9CB4-C4F511B8D08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4EB0A42-8477-4B22-B5AF-700B69BD5AD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UN DOUX PARFUM, PLEIN DE VIE S'ELEVANT AVEC L'AURORE</a:t>
            </a:r>
          </a:p>
          <a:p>
            <a:pPr>
              <a:defRPr/>
            </a:pPr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pPr>
              <a:defRPr/>
            </a:pPr>
            <a:r>
              <a:rPr lang="fr-FR" smtClean="0"/>
              <a:t>     a precious incense filling france
3-  UN ESPOIR POUR LA PATRIE ENFANTS RIEURS, SONS DE VIE</a:t>
            </a:r>
          </a:p>
          <a:p>
            <a:pPr>
              <a:defRPr/>
            </a:pPr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pPr>
              <a:defRPr/>
            </a:pPr>
            <a:r>
              <a:rPr lang="fr-FR" smtClean="0"/>
              <a:t>     as the sorrow turns to joy hosts of heaven, drawing close  
5-  NOUS APPORTER LA CLARTE </a:t>
            </a:r>
          </a:p>
          <a:p>
            <a:pPr>
              <a:defRPr/>
            </a:pPr>
            <a:r>
              <a:rPr lang="fr-FR" smtClean="0"/>
              <a:t>   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ALLELUIA, ESPRIT SAINT, ALLELUIA</a:t>
            </a:r>
          </a:p>
          <a:p>
            <a:pPr>
              <a:defRPr/>
            </a:pPr>
            <a:r>
              <a:rPr lang="fr-FR" smtClean="0"/>
              <a:t>     hallelujah, spirit come, hallelujah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***Anglais***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HALLELUJAH, SPIRIT COME, HALLELUJAH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DOUX PARFUM, PLEIN DE VIE S'ELEVANT AVEC L'AURORE</a:t>
            </a:r>
          </a:p>
          <a:p>
            <a:r>
              <a:rPr lang="fr-FR" smtClean="0"/>
              <a:t>     there’s a fragrance  filled  with life rising from dawn’s early light  
2-  UN ENCENS PRECIEUX POUR LA FRANCE </a:t>
            </a:r>
          </a:p>
          <a:p>
            <a:r>
              <a:rPr lang="fr-FR" smtClean="0"/>
              <a:t>     a precious incense filling france
3-  UN ESPOIR POUR LA PATRIE ENFANTS RIEURS, SONS DE VIE</a:t>
            </a:r>
          </a:p>
          <a:p>
            <a:r>
              <a:rPr lang="fr-FR" smtClean="0"/>
              <a:t>     hope restored across the land children laughing, sounds of life  
4-  LA SOUFFRANCE DEVENANT JOIE HOTES DES CIEUX VENANT A NOUS</a:t>
            </a:r>
          </a:p>
          <a:p>
            <a:r>
              <a:rPr lang="fr-FR" smtClean="0"/>
              <a:t>     as the sorrow turns to joy hosts of heaven, drawing close  
5-  NOUS APPORTER LA CLARTE </a:t>
            </a:r>
          </a:p>
          <a:p>
            <a:r>
              <a:rPr lang="fr-FR" smtClean="0"/>
              <a:t>     bringing forth tomorrow’s light </a:t>
            </a:r>
          </a:p>
          <a:p>
            <a:endParaRPr lang="fr-FR" smtClean="0"/>
          </a:p>
          <a:p>
            <a:r>
              <a:rPr lang="fr-FR" smtClean="0"/>
              <a:t>6-  ALLELUIA, ESPRIT SAINT, ALLELUIA</a:t>
            </a:r>
          </a:p>
          <a:p>
            <a:r>
              <a:rPr lang="fr-FR" smtClean="0"/>
              <a:t>     hallelujah, spirit come, hallelujah 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***Anglais***</a:t>
            </a:r>
          </a:p>
          <a:p>
            <a:endParaRPr lang="fr-FR" smtClean="0"/>
          </a:p>
          <a:p>
            <a:r>
              <a:rPr lang="fr-FR" smtClean="0"/>
              <a:t>7-  THERE’S A FRAGRANCE  FILLED  WITH LIFE 
8-  RISING FROM DAWN’S EARLY LIGHT 
9-  A PRECIOUS INCENSE FILLING FRANCE 
10-  HOPE RESTORED ACROSS THE LAND 
11-  CHILDREN LAUGHING, SOUNDS OF LIFE 
12-  AS THE SORROW TURNS TO JOY HOSTS OF HEAVEN, DRAWING CLOSE 
13-  BRINGING FORTH TOMORROW’S LIGHT </a:t>
            </a:r>
          </a:p>
          <a:p>
            <a:endParaRPr lang="fr-FR" smtClean="0"/>
          </a:p>
          <a:p>
            <a:r>
              <a:rPr lang="fr-FR" smtClean="0"/>
              <a:t>14-  HALLELUJAH, SPIRIT COME, HALLELUJAH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E309DA-72EE-4593-A046-3C4A21EDBC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4D1C1-CEED-4F84-8526-AD3FEE191D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F180B-8B64-4216-B7F3-7536CB9778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2C44C5-DB44-4E8F-AFD4-97C32634A9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593741-CA79-4EEF-8C80-991F73503F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311B3D-7CC2-4039-823B-422730E38D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AB79A-58ED-4192-A11B-1E40E6423B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8FC83D-5EEB-4229-8761-7F93CD4336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00DAB-A5C0-4F74-8727-8E4C9D5691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44BFF7-A248-4518-B8EB-92A6582A8B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39FD8-4631-4720-97D4-E1AA062CEB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2611DD2-B3FA-460E-B9C9-1A1634BE73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DOUX PARFUM, PLEIN DE VIE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S‘ÉLEVANT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L'AURORE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ENCENS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PRÉCIEUX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LA FRANCE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ESPOIR POUR LA PATRIE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ENFANTS RIEURS, SONS DE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SOUFFRANCE DEVENANT JOIE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HÔTES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CIEUX VENANT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APPORTER LA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CLARTÉ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ESPRIT SAINT,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THERE’S A FRAGRANCE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FILLED  WITH LIFE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RISING FROM DAWN’S EARLY LIGHT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PRECIOUS INCENSE FILLING FRANCE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HOPE RESTORED ACROSS THE LAND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CHILDREN LAUGHING, SOUNDS OF LIFE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 THE SORROW TURNS TO JOY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HOSTS OF HEAVEN, DRAWING CLOSE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BRINGING FORTH TOMORROW’S LIGHT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HALLELUJAH, SPIRIT COME, HALLELUJAH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1694</TotalTime>
  <Words>725</Words>
  <Application>Microsoft Office PowerPoint</Application>
  <PresentationFormat>On-screen Show (4:3)</PresentationFormat>
  <Paragraphs>464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169</cp:revision>
  <dcterms:created xsi:type="dcterms:W3CDTF">2002-08-17T10:50:50Z</dcterms:created>
  <dcterms:modified xsi:type="dcterms:W3CDTF">2015-02-08T09:00:13Z</dcterms:modified>
</cp:coreProperties>
</file>