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63" r:id="rId4"/>
    <p:sldId id="262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7" d="100"/>
          <a:sy n="37" d="100"/>
        </p:scale>
        <p:origin x="-306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15ADD-1DE5-4987-8E64-55F6019E63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E4CB1-028E-4607-9F9C-3E0F54B31B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38113-693B-438A-A8A2-10A77E4D4E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EF83C-BF35-4431-AE34-0D589D6E28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09306-EC34-4AAC-B90D-5DEED34273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A1CDD-2739-451E-9DF2-253F7F9A14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FA9EB-30BA-4BBA-BD29-12F82E7211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5F4E8-321A-4233-86A8-46DB474CFE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A58F3-3122-468D-83F8-CED26CFF1E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152AC-576B-45D1-8EE9-F9026892DF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D6751-E5C9-4D35-BBA6-38BD2CBE0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ea typeface="ＭＳ Ｐゴシック" pitchFamily="-107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ea typeface="ＭＳ Ｐゴシック" pitchFamily="-107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  <a:ea typeface="ＭＳ Ｐゴシック" pitchFamily="-107" charset="-128"/>
                <a:cs typeface="+mn-cs"/>
              </a:defRPr>
            </a:lvl1pPr>
          </a:lstStyle>
          <a:p>
            <a:pPr>
              <a:defRPr/>
            </a:pPr>
            <a:fld id="{4DD8B69D-A898-42DA-BADE-D371F8E142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SUIS DEVANT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ME TIENS PRÊT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SUIS DEVANT TOI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DANS CE LIEU SAINT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ME TIENS PRÊT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À TOUCHER TA FACE</a:t>
            </a: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172450" y="6237288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SUIS DEVANT TOI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EMERVEILLÉ 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DANS TON SANCTUAIRE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REÇOIS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ME TIENS PRÊT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À TOUCHER TON CŒUR</a:t>
            </a: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172450" y="6237288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STAND BEFORE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STAND PREPARED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STAND BEFORE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ON HOLY GROUND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STAND PREPARED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TOUCH YOUR FACE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172450" y="6237288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STAND BEFORE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STAND AMAZED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 SANCTUARY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WELCOME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STAND PREPARED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TOUCH YOUR HEART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83</Words>
  <Application>Microsoft Office PowerPoint</Application>
  <PresentationFormat>On-screen Show (4:3)</PresentationFormat>
  <Paragraphs>45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75</cp:revision>
  <dcterms:created xsi:type="dcterms:W3CDTF">2002-08-17T10:50:50Z</dcterms:created>
  <dcterms:modified xsi:type="dcterms:W3CDTF">2010-11-14T03:28:54Z</dcterms:modified>
</cp:coreProperties>
</file>