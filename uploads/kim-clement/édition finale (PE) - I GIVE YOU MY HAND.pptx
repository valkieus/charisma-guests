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3" r:id="rId3"/>
    <p:sldId id="264" r:id="rId4"/>
    <p:sldId id="265" r:id="rId5"/>
    <p:sldId id="262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C021E31E-E301-463C-90CB-0686EE3B56F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B7F527BF-6CFD-447F-BC1E-B8047CB65CF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993A30B-3082-45EA-B41A-A92EB348C487}" type="slidenum">
              <a:rPr lang="fr-FR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AE334-E416-4744-8903-8988C304CC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2B190-F181-40CF-87CB-D17279A101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1E38D-C23C-4475-9578-52F3A38B41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20AD5-D39B-45BC-AC8F-FC373F13D3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CCC76-9334-4145-B9F9-0D60E6D4ED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8DF3E-DA10-4856-9BD4-E11C345E89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982E1-5EFC-43A4-B628-E0519E65D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72DA8-E37C-4B31-8924-1DD19476E0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643A4-E101-4073-8925-3A128A891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9CE3E5-BD93-4DC8-9614-7A85410CA6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A8CBA-2040-492E-9308-CE7528C758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959551DA-98C9-45C8-A9AD-2D76F5231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DONNE MES MAINS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DONNE MON CŒUR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DONNE MON CHANT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T’OFFRE MA LOUANGE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C’EST TOUT CE QUE J’AI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TOUT CE QUE JE PEUX TE DONNER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MA DOULEUR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J’OUVRE MES MAINS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J’OUVRE MON CŒUR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SOUMETS MES CRAINTES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QUI M’ONT ELOIGNÉ DE TOI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C’EST TOUT CE QUE J’AI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TOUT CE QUE JE PEUX TE DONNER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MA DOULEUR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LES MOTS QUE JE T’OFFRE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LE CHANT QUE JE CHANTE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SONT PLUS PRÉCIEUX QUE L’OR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CAR ILS VIENNENT DE MES LARMES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C’EST TOUT CE QUE J’AI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TOUT CE QUE JE PEUX TE DONNER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MA DOULEUR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DONNE MA VIE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DONNE MON SOUFFLE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MON ÂME À FAIT LE CHOIX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D’ÊTRE UN AVEC TOI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C’EST TOUT CE QUE J’AI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TOUT CE QUE JE PEUX TE DONNER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DANS MA DOULEUR 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GIVE YOU MY HAND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GIVE YOU MY HEART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GIVE YOU MY SONG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GIVE YOU MY PRAISE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IT’S ALL I HAVE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IT’S ALL I’VE GOT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GIVE TO YOU, IN MY PAIN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OPEN MY HANDS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OPEN MY HEART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SURRENDER THESE FEARS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THAT HAVE TORN US APART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IT’S ALL I HAVE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IT’S ALL I’VE GOT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GIVE TO YOU, IN MY PAIN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WORDS THAT I BRING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SONG THAT I SING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MORE PRECIOUS THAN GOLD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FOR THEY COME WITH MY TEARS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IT’S ALL I HAVE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IT’S ALL I’VE GOT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GIVE TO YOU, IN MY PAIN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GIVE YOU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GIVE YOU BREATH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MY SOUL MADE THIS CHOICE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BE ONE WITH YOUR VOICE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YOU’RE ALL I HAVE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 YOU’RE ALL I’VE GOT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CLING TO YOU, IN MY PAIN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278</Words>
  <Application>Microsoft PowerPoint</Application>
  <PresentationFormat>On-screen Show (4:3)</PresentationFormat>
  <Paragraphs>65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69</cp:revision>
  <dcterms:created xsi:type="dcterms:W3CDTF">2002-08-17T10:50:50Z</dcterms:created>
  <dcterms:modified xsi:type="dcterms:W3CDTF">2010-11-14T08:44:56Z</dcterms:modified>
</cp:coreProperties>
</file>