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3511" autoAdjust="0"/>
  </p:normalViewPr>
  <p:slideViewPr>
    <p:cSldViewPr>
      <p:cViewPr>
        <p:scale>
          <a:sx n="40" d="100"/>
          <a:sy n="40" d="100"/>
        </p:scale>
        <p:origin x="-1200" y="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01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06990EF-1814-4A96-B4A7-FC18385CAF1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10B81A7-1380-4100-86D9-0BA15CE4F36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 C'EST L'HEURE, L'HEURE  DE TOUT CHANGER</a:t>
            </a:r>
          </a:p>
          <a:p>
            <a:pPr>
              <a:defRPr/>
            </a:pPr>
            <a:r>
              <a:rPr lang="fr-FR" smtClean="0"/>
              <a:t>      it’s time, time to make a change
2-  NOUS SOMMES LE PEUPLE  QUI PEUT LE FAIRE</a:t>
            </a:r>
          </a:p>
          <a:p>
            <a:pPr>
              <a:defRPr/>
            </a:pPr>
            <a:r>
              <a:rPr lang="fr-FR" smtClean="0"/>
              <a:t>      we are the people who can do it  
3-  ET SI DANS LE PASSE IL A SU  COMMENT LE FAIRE</a:t>
            </a:r>
          </a:p>
          <a:p>
            <a:pPr>
              <a:defRPr/>
            </a:pPr>
            <a:r>
              <a:rPr lang="fr-FR" smtClean="0"/>
              <a:t>     if he did it like he did it in the days of old  
4-  ALORS IL PEUT LE REFAIRE</a:t>
            </a:r>
          </a:p>
          <a:p>
            <a:pPr>
              <a:defRPr/>
            </a:pPr>
            <a:r>
              <a:rPr lang="fr-FR" smtClean="0"/>
              <a:t>     then he can do it again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VOUS VIVREZ, VOUS VIVREZ,  JE LE PRÉDIS, VOUS VIVREZ   x2</a:t>
            </a:r>
          </a:p>
          <a:p>
            <a:pPr>
              <a:defRPr/>
            </a:pPr>
            <a:r>
              <a:rPr lang="fr-FR" smtClean="0"/>
              <a:t>     you will live, you will live i prophesy, you will live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OUI, J’AI LES CLÉS DE L’ENFER  ET LA MORT </a:t>
            </a:r>
          </a:p>
          <a:p>
            <a:pPr>
              <a:defRPr/>
            </a:pPr>
            <a:r>
              <a:rPr lang="fr-FR" smtClean="0"/>
              <a:t>     i got the keys to death, hell and the grave
7-  OUI, J’AI LES CLÉS POUR VAINCRE CHAQUE MONTAGNE </a:t>
            </a:r>
          </a:p>
          <a:p>
            <a:pPr>
              <a:defRPr/>
            </a:pPr>
            <a:r>
              <a:rPr lang="fr-FR" smtClean="0"/>
              <a:t>     i got the keys to conquer every mountain
8-  OUI, J’AI LES CLÉS POUR RENDRE LIBRES LES CAPTIFS</a:t>
            </a:r>
          </a:p>
          <a:p>
            <a:pPr>
              <a:defRPr/>
            </a:pPr>
            <a:r>
              <a:rPr lang="fr-FR" smtClean="0"/>
              <a:t>     i got me the keys to set the captive free
9-  OUI, J’AI LES CLÉS  POUR PARLER AUX OSSEMENTS MORTS </a:t>
            </a:r>
          </a:p>
          <a:p>
            <a:pPr>
              <a:defRPr/>
            </a:pPr>
            <a:r>
              <a:rPr lang="fr-FR" smtClean="0"/>
              <a:t>     i got the keys to prophesy to dead bones</a:t>
            </a:r>
          </a:p>
          <a:p>
            <a:pPr>
              <a:defRPr/>
            </a:pPr>
            <a:r>
              <a:rPr lang="fr-FR" smtClean="0"/>
              <a:t>10-  PARLER AUX OSSEMENTS MORTS </a:t>
            </a:r>
          </a:p>
          <a:p>
            <a:pPr>
              <a:defRPr/>
            </a:pPr>
            <a:r>
              <a:rPr lang="fr-FR" smtClean="0"/>
              <a:t>     prophesy to dead bones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J’AI LA LUMIÈRE POUR PERCER  DANS LES TÉNÈBRES</a:t>
            </a:r>
          </a:p>
          <a:p>
            <a:pPr>
              <a:defRPr/>
            </a:pPr>
            <a:r>
              <a:rPr lang="fr-FR" smtClean="0"/>
              <a:t>       i got the light to pierce into the darkness 
12-  J’AI LES PAROLES POUR VOIR  DANS L’AVENIR</a:t>
            </a:r>
          </a:p>
          <a:p>
            <a:pPr>
              <a:defRPr/>
            </a:pPr>
            <a:r>
              <a:rPr lang="fr-FR" smtClean="0"/>
              <a:t>       i got the words to see into the future 
13-  ET J’AI LE SON POUR  TOUCHER CETTE NATION</a:t>
            </a:r>
          </a:p>
          <a:p>
            <a:pPr>
              <a:defRPr/>
            </a:pPr>
            <a:r>
              <a:rPr lang="fr-FR" smtClean="0"/>
              <a:t>       i got the sound to reach this chosen generation
14-  OUI, J’AI LES CLÉS POUR PARLER AUX OSSEMENTS MORTS</a:t>
            </a:r>
          </a:p>
          <a:p>
            <a:pPr>
              <a:defRPr/>
            </a:pPr>
            <a:r>
              <a:rPr lang="fr-FR" smtClean="0"/>
              <a:t>       i got the keys to prophesy to dead bones </a:t>
            </a:r>
          </a:p>
          <a:p>
            <a:pPr>
              <a:defRPr/>
            </a:pPr>
            <a:r>
              <a:rPr lang="fr-FR" smtClean="0"/>
              <a:t>15-  VOUS VIVREZ, VOUS VIVREZ,  JE LE PRÉDIS, VOUS VIVREZ  x2</a:t>
            </a:r>
          </a:p>
          <a:p>
            <a:pPr>
              <a:defRPr/>
            </a:pPr>
            <a:r>
              <a:rPr lang="fr-FR" smtClean="0"/>
              <a:t>       you will live, you will live, i prophesy, you will live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 C'EST L'HEURE, L'HEURE  DE TOUT CHANGER</a:t>
            </a:r>
          </a:p>
          <a:p>
            <a:r>
              <a:rPr lang="fr-FR" smtClean="0"/>
              <a:t>      it’s time, time to make a change
2-  NOUS SOMMES LE PEUPLE  QUI PEUT LE FAIRE</a:t>
            </a:r>
          </a:p>
          <a:p>
            <a:r>
              <a:rPr lang="fr-FR" smtClean="0"/>
              <a:t>      we are the people who can do it  
3-  ET SI DANS LE PASSE IL A SU  COMMENT LE FAIRE</a:t>
            </a:r>
          </a:p>
          <a:p>
            <a:r>
              <a:rPr lang="fr-FR" smtClean="0"/>
              <a:t>     if he did it like he did it in the days of old  
4-  ALORS IL PEUT LE REFAIRE</a:t>
            </a:r>
          </a:p>
          <a:p>
            <a:r>
              <a:rPr lang="fr-FR" smtClean="0"/>
              <a:t>     then he can do it again </a:t>
            </a:r>
          </a:p>
          <a:p>
            <a:endParaRPr lang="fr-FR" smtClean="0"/>
          </a:p>
          <a:p>
            <a:r>
              <a:rPr lang="fr-FR" smtClean="0"/>
              <a:t>5-  VOUS VIVREZ, VOUS VIVREZ,  JE LE PRÉDIS, VOUS VIVREZ   x2</a:t>
            </a:r>
          </a:p>
          <a:p>
            <a:r>
              <a:rPr lang="fr-FR" smtClean="0"/>
              <a:t>     you will live, you will live i prophesy, you will live    </a:t>
            </a:r>
          </a:p>
          <a:p>
            <a:endParaRPr lang="fr-FR" smtClean="0"/>
          </a:p>
          <a:p>
            <a:r>
              <a:rPr lang="fr-FR" smtClean="0"/>
              <a:t>6-  OUI, J’AI LES CLÉS DE L’ENFER  ET LA MORT </a:t>
            </a:r>
          </a:p>
          <a:p>
            <a:r>
              <a:rPr lang="fr-FR" smtClean="0"/>
              <a:t>     i got the keys to death, hell and the grave
7-  OUI, J’AI LES CLÉS POUR VAINCRE CHAQUE MONTAGNE </a:t>
            </a:r>
          </a:p>
          <a:p>
            <a:r>
              <a:rPr lang="fr-FR" smtClean="0"/>
              <a:t>     i got the keys to conquer every mountain
8-  OUI, J’AI LES CLÉS POUR RENDRE LIBRES LES CAPTIFS</a:t>
            </a:r>
          </a:p>
          <a:p>
            <a:r>
              <a:rPr lang="fr-FR" smtClean="0"/>
              <a:t>     i got me the keys to set the captive free
9-  OUI, J’AI LES CLÉS  POUR PARLER AUX OSSEMENTS MORTS </a:t>
            </a:r>
          </a:p>
          <a:p>
            <a:r>
              <a:rPr lang="fr-FR" smtClean="0"/>
              <a:t>     i got the keys to prophesy to dead bones</a:t>
            </a:r>
          </a:p>
          <a:p>
            <a:r>
              <a:rPr lang="fr-FR" smtClean="0"/>
              <a:t>10-  PARLER AUX OSSEMENTS MORTS </a:t>
            </a:r>
          </a:p>
          <a:p>
            <a:r>
              <a:rPr lang="fr-FR" smtClean="0"/>
              <a:t>     prophesy to dead bones</a:t>
            </a:r>
          </a:p>
          <a:p>
            <a:endParaRPr lang="fr-FR" smtClean="0"/>
          </a:p>
          <a:p>
            <a:r>
              <a:rPr lang="fr-FR" smtClean="0"/>
              <a:t>11-  J’AI LA LUMIÈRE POUR PERCER  DANS LES TÉNÈBRES</a:t>
            </a:r>
          </a:p>
          <a:p>
            <a:r>
              <a:rPr lang="fr-FR" smtClean="0"/>
              <a:t>       i got the light to pierce into the darkness 
12-  J’AI LES PAROLES POUR VOIR  DANS L’AVENIR</a:t>
            </a:r>
          </a:p>
          <a:p>
            <a:r>
              <a:rPr lang="fr-FR" smtClean="0"/>
              <a:t>       i got the words to see into the future 
13-  ET J’AI LE SON POUR  TOUCHER CETTE NATION</a:t>
            </a:r>
          </a:p>
          <a:p>
            <a:r>
              <a:rPr lang="fr-FR" smtClean="0"/>
              <a:t>       i got the sound to reach this chosen generation
14-  OUI, J’AI LES CLÉS POUR PARLER AUX OSSEMENTS MORTS</a:t>
            </a:r>
          </a:p>
          <a:p>
            <a:r>
              <a:rPr lang="fr-FR" smtClean="0"/>
              <a:t>       i got the keys to prophesy to dead bones </a:t>
            </a:r>
          </a:p>
          <a:p>
            <a:r>
              <a:rPr lang="fr-FR" smtClean="0"/>
              <a:t>15-  VOUS VIVREZ, VOUS VIVREZ,  JE LE PRÉDIS, VOUS VIVREZ  x2</a:t>
            </a:r>
          </a:p>
          <a:p>
            <a:r>
              <a:rPr lang="fr-FR" smtClean="0"/>
              <a:t>       you will live, you will live, i prophesy, you will live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228444-6692-4F7E-BA67-22AA192035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15829F-72F1-40BA-BF9B-A6AD200390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7FB196-9F2C-49E4-B37E-BCC65B29D6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C1F785-6853-4C0B-8372-BC64BC410B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618C9-5406-4D6E-8E38-6C759E4A39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A31DAE-F8AB-41AE-932A-6653C96FB3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D4C8D-9D9D-4B49-9213-8DE280584F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426760-2CF3-4F6B-9E51-1BB21418CC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D2CD0B-AA8A-4C3F-B2C3-D86B1519EA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588756-3BD1-43B2-B574-EF49F132E9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1DEB5-D65E-48E0-8E3C-B787DD635F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DFAD6EF-EF13-42CD-BFE4-B72214183D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C'EST L'HEURE, L'HEURE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TOUT CHANGER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LE PEUPLE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PEUT LE FAIRE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SI DANS LE PASSE IL A SU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COMMENT LE FAIRE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ALORS IL PEUT LE REFAIRE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VIVREZ, VOUS VIVREZ,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LE PRÉDIS, VOUS VIVREZ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J’AI LES CLÉS DE L’ENFER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LA MORT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J’AI LES CLÉS POUR VAINCRE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MONTAGNE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J’AI LES CLÉS POUR RENDRE LIBRES LES CAPTIFS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J’AI LES CLÉS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PARLER AUX OSSEMENTS MORTS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PARLER AUX OSSEMENTS MORTS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LA LUMIÈRE POUR PERCER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TÉNÈBRES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LES PAROLES POUR VOIR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L’AVENIR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J’AI LE SON POUR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TOUCHER CETTE NATION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J’AI LES CLÉS POUR PARLER AUX OSSEMENTS MORTS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VIVREZ, VOUS VIVREZ,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LE PRÉDIS, VOUS VIVREZ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154</Words>
  <Application>Microsoft Office PowerPoint</Application>
  <PresentationFormat>On-screen Show (4:3)</PresentationFormat>
  <Paragraphs>746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145</cp:revision>
  <dcterms:created xsi:type="dcterms:W3CDTF">2002-08-17T10:50:50Z</dcterms:created>
  <dcterms:modified xsi:type="dcterms:W3CDTF">2015-02-08T04:14:23Z</dcterms:modified>
</cp:coreProperties>
</file>