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60" r:id="rId4"/>
    <p:sldId id="259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96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2CFFB2-7954-443F-8567-70E68B6DA6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C81A6E-DC7B-4BD6-8F05-B15B68609B0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C16510-4C56-430F-9A91-F9FC535F5B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7AF262-DED7-4C46-8F36-6AE1D8F498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2CB98-D281-43D3-95CA-A5B31AD000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CA38AC-5352-4013-A658-46383B7B35D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7D3F04-DB15-45A9-8579-79F847B29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CABFE-F70B-4D1E-9F1F-1F7A8EB404A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EED831-081A-46C7-B47A-11542790A4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F8F5DC-A94E-44D7-8DE1-9472405B94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20565A-A5A8-4A2F-A1A8-924A0F9C25D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9F69DE72-89D0-4C62-94C8-E7C96D4839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11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11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11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UN CŒUR ASSOIFFÉ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CRIE SI FORT À TOI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VIENS, ENTRE CHEZ MOI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VIENS DANS MA FAMILLE 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CRIE SI FORT À TOI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VIENS VERS MOI 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11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11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COMME UNE BICHE SOUPIRE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COMME UNE BICHE SOUPIRE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APRÈS L’EAU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JE SOUPIRE APRÈS TOI</a:t>
            </a:r>
          </a:p>
          <a:p>
            <a:pPr algn="ctr">
              <a:lnSpc>
                <a:spcPct val="110000"/>
              </a:lnSpc>
            </a:pPr>
            <a:endParaRPr lang="fr-FR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SEIGNEUR, JE SOUPIRE APRÈS TOI</a:t>
            </a:r>
          </a:p>
          <a:p>
            <a:pPr algn="ctr">
              <a:lnSpc>
                <a:spcPct val="110000"/>
              </a:lnSpc>
            </a:pPr>
            <a:endParaRPr lang="fr-FR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11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HEART OF DESPERATION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CRYING OUT FOR YOU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COME INTO MY HOME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COME INTO MY FAMILY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HEART OF DESPERATION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CRYING OUT FOR YOU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TO COME TO ME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AS THE DEER PANTS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AS THE DEER PANTS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FOR THE WATER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SO I’M LONGING FOR YOU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LORD I’M LONGING FOR YOU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94</Words>
  <Application>Microsoft PowerPoint</Application>
  <PresentationFormat>On-screen Show (4:3)</PresentationFormat>
  <Paragraphs>37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1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68</cp:revision>
  <dcterms:created xsi:type="dcterms:W3CDTF">2002-08-17T10:50:50Z</dcterms:created>
  <dcterms:modified xsi:type="dcterms:W3CDTF">2010-11-14T03:19:18Z</dcterms:modified>
</cp:coreProperties>
</file>