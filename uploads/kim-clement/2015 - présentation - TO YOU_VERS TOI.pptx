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70" r:id="rId2"/>
    <p:sldId id="285" r:id="rId3"/>
    <p:sldId id="284" r:id="rId4"/>
    <p:sldId id="283" r:id="rId5"/>
    <p:sldId id="282" r:id="rId6"/>
    <p:sldId id="307" r:id="rId7"/>
    <p:sldId id="281" r:id="rId8"/>
    <p:sldId id="297" r:id="rId9"/>
    <p:sldId id="280" r:id="rId10"/>
    <p:sldId id="279" r:id="rId11"/>
    <p:sldId id="287" r:id="rId12"/>
    <p:sldId id="298" r:id="rId13"/>
    <p:sldId id="299" r:id="rId14"/>
    <p:sldId id="278" r:id="rId15"/>
    <p:sldId id="300" r:id="rId16"/>
    <p:sldId id="277" r:id="rId17"/>
    <p:sldId id="301" r:id="rId18"/>
    <p:sldId id="276" r:id="rId19"/>
    <p:sldId id="302" r:id="rId20"/>
    <p:sldId id="275" r:id="rId21"/>
    <p:sldId id="308" r:id="rId22"/>
    <p:sldId id="274" r:id="rId23"/>
    <p:sldId id="273" r:id="rId24"/>
    <p:sldId id="272" r:id="rId25"/>
    <p:sldId id="303" r:id="rId26"/>
    <p:sldId id="309" r:id="rId27"/>
    <p:sldId id="271" r:id="rId28"/>
    <p:sldId id="288" r:id="rId29"/>
    <p:sldId id="296" r:id="rId30"/>
    <p:sldId id="304" r:id="rId31"/>
    <p:sldId id="310" r:id="rId32"/>
    <p:sldId id="295" r:id="rId33"/>
    <p:sldId id="305" r:id="rId34"/>
    <p:sldId id="311" r:id="rId35"/>
    <p:sldId id="294" r:id="rId36"/>
    <p:sldId id="306" r:id="rId37"/>
    <p:sldId id="293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51761" autoAdjust="0"/>
  </p:normalViewPr>
  <p:slideViewPr>
    <p:cSldViewPr>
      <p:cViewPr>
        <p:scale>
          <a:sx n="40" d="100"/>
          <a:sy n="40" d="100"/>
        </p:scale>
        <p:origin x="-69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8B8A26A-EB03-42D6-B6E8-6742CB2357E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01C4DAA-AB61-4868-B7F6-C1463DB9C7E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 VIENS ÔTER LE VOILE VIENS ÔTER  VOILE</a:t>
            </a:r>
          </a:p>
          <a:p>
            <a:pPr>
              <a:defRPr/>
            </a:pPr>
            <a:r>
              <a:rPr lang="en-US" dirty="0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dirty="0" smtClean="0"/>
              <a:t>     Open up my eyes let me see your light</a:t>
            </a:r>
          </a:p>
          <a:p>
            <a:pPr>
              <a:defRPr/>
            </a:pPr>
            <a:r>
              <a:rPr lang="en-US" dirty="0" smtClean="0"/>
              <a:t> 3-  BRILLER DANS LA NUIT VIENS OUVRIR MES YEUX </a:t>
            </a:r>
          </a:p>
          <a:p>
            <a:pPr>
              <a:defRPr/>
            </a:pPr>
            <a:r>
              <a:rPr lang="en-US" dirty="0" smtClean="0"/>
              <a:t>     Shining in the night open up my eye</a:t>
            </a:r>
          </a:p>
          <a:p>
            <a:pPr>
              <a:defRPr/>
            </a:pPr>
            <a:r>
              <a:rPr lang="en-US" dirty="0" smtClean="0"/>
              <a:t>4-  POUR QUE JE TE VOIE FACE À FACE ET TOUCHE TA SAINTE GRÂCE  
     That </a:t>
            </a:r>
            <a:r>
              <a:rPr lang="en-US" dirty="0" err="1" smtClean="0"/>
              <a:t>i</a:t>
            </a:r>
            <a:r>
              <a:rPr lang="en-US" dirty="0" smtClean="0"/>
              <a:t> may see you face to </a:t>
            </a:r>
            <a:r>
              <a:rPr lang="en-US" dirty="0" err="1" smtClean="0"/>
              <a:t>faceand</a:t>
            </a:r>
            <a:r>
              <a:rPr lang="en-US" dirty="0" smtClean="0"/>
              <a:t> touch your holy grace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5-  VIENS ÔTER LE VOILE VIENS ÔTER LE VOILE </a:t>
            </a:r>
          </a:p>
          <a:p>
            <a:pPr>
              <a:defRPr/>
            </a:pPr>
            <a:r>
              <a:rPr lang="en-US" dirty="0" smtClean="0"/>
              <a:t>                        Take away the veil, take away the veil</a:t>
            </a:r>
          </a:p>
          <a:p>
            <a:pPr>
              <a:defRPr/>
            </a:pPr>
            <a:r>
              <a:rPr lang="en-US" dirty="0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dirty="0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dirty="0" smtClean="0"/>
              <a:t>                         Whisper in my ear the sound </a:t>
            </a:r>
            <a:r>
              <a:rPr lang="en-US" dirty="0" err="1" smtClean="0"/>
              <a:t>i</a:t>
            </a:r>
            <a:r>
              <a:rPr lang="en-US" dirty="0" smtClean="0"/>
              <a:t> love to hear
	8-  ET QUE TA PRESENCE M’EMMÈNE</a:t>
            </a:r>
          </a:p>
          <a:p>
            <a:pPr>
              <a:defRPr/>
            </a:pPr>
            <a:r>
              <a:rPr lang="en-US" dirty="0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dirty="0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11-  VERS TOI, VERS TOI MA LUMIÈRE BRILLERA JUSQU'À TOI</a:t>
            </a:r>
          </a:p>
          <a:p>
            <a:pPr>
              <a:defRPr/>
            </a:pPr>
            <a:r>
              <a:rPr lang="en-US" dirty="0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dirty="0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14-  LA BRILLANTE LUMIÈRE QUI T'A CONDUIT HIER</a:t>
            </a:r>
          </a:p>
          <a:p>
            <a:pPr>
              <a:defRPr/>
            </a:pPr>
            <a:r>
              <a:rPr lang="en-US" dirty="0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dirty="0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dirty="0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dirty="0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dirty="0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dirty="0" smtClean="0"/>
              <a:t>	       In a dry and thirsty land he’ll send the rain</a:t>
            </a:r>
          </a:p>
          <a:p>
            <a:pPr>
              <a:defRPr/>
            </a:pPr>
            <a:r>
              <a:rPr lang="en-US" dirty="0" smtClean="0"/>
              <a:t> </a:t>
            </a:r>
          </a:p>
          <a:p>
            <a:pPr>
              <a:defRPr/>
            </a:pPr>
            <a:r>
              <a:rPr lang="en-US" dirty="0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dirty="0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dirty="0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dirty="0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E65EA-9404-4F01-9681-FF4435F584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2B892-116A-4313-9F00-6726A6E66A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5180A-9410-4F94-8C43-FE4406738E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54916F-6417-4542-A7D1-70B1231A56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8C4091-C25A-4215-906B-DADFF38049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165707-BD86-4293-B9ED-8002C68E6B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663B6-C5FA-4159-ABF8-0B7072D68B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8C92C-37BE-41ED-9D32-2C6D2563CE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FD63F2-B38E-4A9A-A62D-D3B17188A5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8D01B-074F-47FD-B6AA-8892A8068A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79891-ED0E-42C6-A56B-4E43F188F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3588EEC-3ECD-4035-A0C1-B5C14EDA10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ÔTER LE VOILE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ÔTER LE VOILE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OUVRIR MES YEUX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LUMIÈRE JE VEUX VOIR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BRILLER DANS LA NUIT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OUVRIR MES YEUX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JE TE VOIE FACE À FACE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TOUCHE TA SAINTE GRÂCE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ÔTER LE VOILE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ÔTER LE VOILE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OUVRIR MON CŒUR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J’ENTENDE TA VOIX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SOUFFLE DANS MON OREILLE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SON QUI M’ÉMERVEILLE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TA PRESENCE M’EMMÈNE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MA DESTINÉE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ADORATION T’ATTIRE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REÇOIS AUSSI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VERS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LUMIÈRE BRILLERA JUSQU'À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MON AMOUR BRILLERA JUSQU'A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LUMIÈRE BRILLERA JUSQU'À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BRILLANTE LUMIÈRE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T'A CONDUIT HIER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ILLUMINE LA VOIE DE LA PAIX ÉTERNELLE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SUPPRIME LE CHAGRIN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SOUFFRANCE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OUVRIRA LES YEUX ET LE CŒUR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CHACUN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ENTENDREZ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VOIX QUI RÉCONFORTERA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TERRE ASSOIFFÉE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ENVERRA SA PLUIE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TAKE AWAY THE VEIL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TAKE AWAY THE VEIL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MY EYES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LET ME SEE YOUR 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SHINING IN THE NIGHT OPEN UP MY EYE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MAY SEE YOU FACE TO FACE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TOUCH YOUR HOLY GRACE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TAKE AWAY THE VEIL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TAKE AWAY THE VEIL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MY HEART LET ME HEAR YOUR WORDS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WHISPER IN MY EAR THE SOUND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LOVE TO HEAR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YOUR PRESENCE DRAWS ME NEAR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INTO MY DESTINY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MY WORSHIP DRAWS YOU NEAR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GENTLY WELCOME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YOU, TO YOU, MY LIGHT IS SHINING ALL THE WAY TO YOU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YOU, MY LOVE IS SHINING ALL THE WAY TO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YOU, MY LIGHT IS SHINING ALL THE WAY TO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BRIGHT AND SHINING LIGHT THAT LEAD YOU YESTERDAY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WILL LIGHT YOUR WAY AND GUIDE YOU TO ETERNAL PEACE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HE’LL TAKE AWAY THE PAIN AND THE SUFFERING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HE’LL OPEN UP THE EYES THE HEARTS OF EVERYONE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WILL HEAR THE VOICE THAT ALWAYS COMFORTS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A DRY AND THIRSTY LAND HE’LL SEND THE RAIN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1657</Words>
  <Application>Microsoft Office PowerPoint</Application>
  <PresentationFormat>On-screen Show (4:3)</PresentationFormat>
  <Paragraphs>2354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130</cp:revision>
  <dcterms:created xsi:type="dcterms:W3CDTF">2002-08-17T10:50:50Z</dcterms:created>
  <dcterms:modified xsi:type="dcterms:W3CDTF">2015-02-07T23:15:20Z</dcterms:modified>
</cp:coreProperties>
</file>