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0" r:id="rId2"/>
    <p:sldId id="315" r:id="rId3"/>
    <p:sldId id="314" r:id="rId4"/>
    <p:sldId id="313" r:id="rId5"/>
    <p:sldId id="312" r:id="rId6"/>
    <p:sldId id="311" r:id="rId7"/>
    <p:sldId id="310" r:id="rId8"/>
    <p:sldId id="309" r:id="rId9"/>
    <p:sldId id="308" r:id="rId10"/>
    <p:sldId id="307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295" r:id="rId23"/>
    <p:sldId id="294" r:id="rId24"/>
    <p:sldId id="293" r:id="rId25"/>
    <p:sldId id="292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281" r:id="rId37"/>
    <p:sldId id="280" r:id="rId38"/>
    <p:sldId id="278" r:id="rId39"/>
    <p:sldId id="277" r:id="rId40"/>
    <p:sldId id="276" r:id="rId41"/>
    <p:sldId id="275" r:id="rId42"/>
    <p:sldId id="274" r:id="rId4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488" autoAdjust="0"/>
    <p:restoredTop sz="35775" autoAdjust="0"/>
  </p:normalViewPr>
  <p:slideViewPr>
    <p:cSldViewPr>
      <p:cViewPr varScale="1">
        <p:scale>
          <a:sx n="39" d="100"/>
          <a:sy n="39" d="100"/>
        </p:scale>
        <p:origin x="147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90D466-1F6E-478E-918B-C2C816A2D202}" type="datetimeFigureOut">
              <a:rPr lang="fr-FR"/>
              <a:pPr>
                <a:defRPr/>
              </a:pPr>
              <a:t>18/06/2023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3E2A09-ACDA-4A66-8549-B249124D3CA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213684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908733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835015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568106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4172852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264104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905131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19634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9243391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160466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78802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036516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8665193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683210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094971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64291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636863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822123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430735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449689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795136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8673652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618967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6051952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0229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3890329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0288891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479201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979921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4510046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40467119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6467049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0897631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42651260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9208267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15466758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800660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5141619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28814492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35862038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6-  PAPA, ILS NE SAVENT PAS...  ILS NE SAVENT PAS QUE PARFOIS  
7-  IL EST DUR POUR TOI DE PORTER  AUTANT DE RESPONSABILITÉS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8-  ILS NE SAVENT PAS  QUE TU FAIS DE TON MIEUX  
9-  POUR QUE TES ENFANTS  SOIENT EN SÉCURITÉ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35-  JE TE LE DIS 
36-  JE VEUX TE LE FAIRE SAVOIR :  JE T’AIME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37-  JE T’AIME, TOI MON PÈRE, MON REPÈRE CELUI QUI RÉPARE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À CŒUR OUVERT J’ÉCRIS CES MOTS 
2-  CES MOTS QUI, JE L’ESPÈRE  SOULAGERONT DES MAUX  
3-  CES MAUX CAUSÉS  CERTAINS DES MOTS 
4-  MAIS QUI AUJOURD’HUI  SONT REMPLACÉS 
5-  PAR DES MOTS D’AMOUR</a:t>
            </a:r>
          </a:p>
          <a:p>
            <a:r>
              <a:rPr lang="fr-FR" smtClean="0"/>
              <a:t>  
6-  PAPA, ILS NE SAVENT PAS...  ILS NE SAVENT PAS QUE PARFOIS  
7-  IL EST DUR POUR TOI DE PORTER  AUTANT DE RESPONSABILITÉS</a:t>
            </a:r>
          </a:p>
          <a:p>
            <a:r>
              <a:rPr lang="fr-FR" smtClean="0"/>
              <a:t>  
8-  ILS NE SAVENT PAS  QUE TU FAIS DE TON MIEUX  
9-  POUR QUE TES ENFANTS  SOIENT EN SÉCURITÉ</a:t>
            </a:r>
          </a:p>
          <a:p>
            <a:r>
              <a:rPr lang="fr-FR" smtClean="0"/>
              <a:t>  
10-  ILS NE COMPRENNENT PAS  DONC ILS PENSENT...  
11-  ILS VOIENT QUE TU ES DUR 
12-  QUAND EN FAIT TU VEUX JUSTE ÊTRE FORT 
13-  MAIS S’IL TE PLAÎT  PARDONNE LEURS TORTS</a:t>
            </a:r>
          </a:p>
          <a:p>
            <a:r>
              <a:rPr lang="fr-FR" smtClean="0"/>
              <a:t>  
14-  JE SAIS...  
15-  TES SOUFFRANCES  ONT SOUVENT ÉTÉ SILENCIEUSES  
16-  ALORS JE TE DEMANDE PARDON  AU NOM DE TOUS CEUX  
17-  QUI T’ONT TOUJOURS FAIT CROIRE  QUE TU NE POUVAIS PAS ASSUMER  
18-  NON PAS TON RÔLE  MAIS TA RAISON D’ÊTRE, D’ÉDUQUER</a:t>
            </a:r>
          </a:p>
          <a:p>
            <a:r>
              <a:rPr lang="fr-FR" smtClean="0"/>
              <a:t>  
19-  PAPA ESSUIE TES LARMES INTÉRIEURES 
20-  JE CROIS QUE LE PÈRE DES PÈRES  A PLANTÉ DU PUR DANS TON PIRE  
21-  TU ES MON MEILLEUR !  RELÈVE LA TÊTE ET BATS-TOI !  
22-  JE NE VEUX PAS PRENDRE EXEMPLE  SUR UN AUTRE SOLDAT QUE TOI  
23-  LES INSTANTS DANS TA PRÉSENCE  SONT TELLEMENT PLAISANTS  
24-  TELLEMENT BONS QU’ILS PARAISSENT  ÊTRE DE COURTS INSTANTS  
25-  MALGRÉ TES NON-DITS  JE PEUX APERCEVOIR  
26-  TON AMOUR, CETTE PASSION  QUI BRÛLE TELLEMENT FORT</a:t>
            </a:r>
          </a:p>
          <a:p>
            <a:r>
              <a:rPr lang="fr-FR" smtClean="0"/>
              <a:t>  
27-  PAPA Ô COMBIEN J’AI BESOIN DE TOI 
28-  L’AMOUR NE SE RETIENT PAS  IL SE DONNE À CŒUR JOIE  
29-  J’AI DÉCIDÉ D’AIMER  À JAMAIS J’AI BANNI LA HAINE 
30-  J’AI PLEURÉ COMME UN HOMME 
31-  LE JOUR OÙ TU M’AS DIT : « JE T’AIME »  CETTE PHRASE QUI 
32-  POUR BEAUCOUP D’HOMMES EST DURE À DIRE  
33-  MAIS QUI PEUT AVOIR  UN IMPACT ÉNORME 
34-  CHEZ L’ENFANT ET DANS SON AVENIR</a:t>
            </a:r>
          </a:p>
          <a:p>
            <a:r>
              <a:rPr lang="fr-FR" smtClean="0"/>
              <a:t> 
35-  JE TE LE DIS 
36-  JE VEUX TE LE FAIRE SAVOIR :  JE T’AIME</a:t>
            </a:r>
          </a:p>
          <a:p>
            <a:r>
              <a:rPr lang="fr-FR" smtClean="0"/>
              <a:t>  
37-  JE T’AIME, TOI MON PÈRE, MON REPÈRE CELUI QUI RÉPARE</a:t>
            </a:r>
          </a:p>
          <a:p>
            <a:r>
              <a:rPr lang="fr-FR" smtClean="0"/>
              <a:t> 
38-  C’EST DONC À CŒUR OUVERT  QUE J’ÉCRIS CES MOTS  
39-  CES MOTS QUI, JE L’ESPÈRE  SOULAGERONT DES MAUX 
40-  CES MAUX CAUSÉS  PAR CERTAINS MOTS 
41-  MAIS QUI AUJOURD’HUI  SONT REMPLACÉS 
42-  PAR DES MOTS D’AMOUR 
</a:t>
            </a:r>
          </a:p>
        </p:txBody>
      </p:sp>
    </p:spTree>
    <p:extLst>
      <p:ext uri="{BB962C8B-B14F-4D97-AF65-F5344CB8AC3E}">
        <p14:creationId xmlns:p14="http://schemas.microsoft.com/office/powerpoint/2010/main" val="949678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F2DD-B7A7-440B-B227-D0EEB499FC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D371E-FD51-4BA2-ABEC-D5A0D70E26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583F5-8A81-42A5-A74E-AB0CC2F3C0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2A178-A66D-4818-9161-5EFC6568FC5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1F837-9870-40A8-9F0B-B42FF6D770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11AA3-3601-4305-B44D-4A4A80A472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ECEE5-ED27-49ED-B2A3-6D0AECA804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2ED32-2E85-4CF2-BB36-299D39514E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AD032-371A-4153-81F8-68277C7969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F0669-A617-4B2A-8633-3E9A0D3719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29207-0E0F-46D6-AB7B-D7347FBCF2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EE9054C-8B28-408E-93BE-4B5D03B459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CŒUR OUVERT J’ÉCRIS CES MOTS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MOTS QUI, JE L’ESPÈRE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SOULAGERONT DES MAUX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176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086414" y="635000"/>
            <a:ext cx="4971169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MAUX CAUSÉS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CERTAINS MOTS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239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REMPLACÉS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3148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DES MOTS D’AMOUR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236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PAPA, ILS NE SAVENT PAS...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NE SAVENT PAS QUE PARFOIS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476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DUR POUR TOI DE PORTER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AUTANT DE RESPONSABILITÉS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7518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NE SAVENT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FAIS DE TON MIEUX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725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 TES ENFANTS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SOIENT EN SÉCURITÉ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254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NE COMPRENNENT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 ILS PENSENT...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136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VOIENT QUE TU ES DUR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339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EN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VEUX JUSTE ÊTRE FORT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143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S’IL TE PLAÎT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PARDONNE LEURS TORTS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62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SAIS...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5711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SOUFFRANCES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SOUVENT ÉTÉ SILENCIEUSES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3755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TE DEMANDE PARDON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NOM DE TOUS CEUX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943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T’ONT TOUJOURS FAIT CROIRE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TU NE POUVAIS PAS ASSUMER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97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 PAS TON RÔLE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TA RAISON D’ÊTRE, D’ÉDUQUER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650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ESSUIE TES LARMES INTÉRIEURES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307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CROIS QUE LE PÈRE DES PÈRES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PLANTÉ DU PUR DANS TON PIRE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75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MEILLEUR 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RELÈVE LA TÊTE ET BATS-TOI !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381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PAS PRENDRE EXEMPLE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UN AUTRE SOLDAT QUE TOI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777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INSTANTS DANS TA PRÉSENCE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TELLEMENT PLAISANTS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3863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TELLEMENT BONS QU’ILS PARAISSENT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DE COURTS INSTANTS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724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MALGRÉ TES NON-DITS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APERCEVOIR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282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AMOUR, CETTE PASSION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BRÛLE TELLEMENT FORT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440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PAPA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COMBIEN J’AI BESOIN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931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NE SE RETIENT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SE DONNE À CŒUR JOIE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20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DÉCIDÉ D’AIMER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JAMAIS J’AI BANNI LA HAINE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031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PLEURÉ COMME UN HOMME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979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JOUR OÙ TU M’AS DIT : « JE T’AIME »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PHRASE QUI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059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BEAUCOUP D’HOMMES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DURE À DIRE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328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PEUT AVOIR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IMPACT ÉNORME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247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CHEZ L’ENFANT ET DANS SON AVENIR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122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767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LE FAIRE SAVOIR :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T’AIME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0224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T’AIME, TOI MON PÈRE, MON REPÈRE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RÉPARE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125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DONC À CŒUR OUVERT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J’ÉCRIS CES MOTS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526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MOTS QUI, JE L’ESPÈRE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SOULAGERONT DES MAUX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976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150536" y="635000"/>
            <a:ext cx="4842929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MAUX CAUSÉS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CERTAINS MOTS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3875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SONT REMPLACÉS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164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DES MOTS D’AMOUR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905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906</Words>
  <Application>Microsoft Office PowerPoint</Application>
  <PresentationFormat>Affichage à l'écran (4:3)</PresentationFormat>
  <Paragraphs>916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5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127</cp:revision>
  <dcterms:created xsi:type="dcterms:W3CDTF">2002-08-17T10:50:50Z</dcterms:created>
  <dcterms:modified xsi:type="dcterms:W3CDTF">2023-06-18T07:46:34Z</dcterms:modified>
</cp:coreProperties>
</file>