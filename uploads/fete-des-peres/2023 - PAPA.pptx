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258" r:id="rId2"/>
    <p:sldId id="296" r:id="rId3"/>
    <p:sldId id="295" r:id="rId4"/>
    <p:sldId id="294" r:id="rId5"/>
    <p:sldId id="293" r:id="rId6"/>
    <p:sldId id="292" r:id="rId7"/>
    <p:sldId id="291" r:id="rId8"/>
    <p:sldId id="290" r:id="rId9"/>
    <p:sldId id="289" r:id="rId10"/>
    <p:sldId id="288" r:id="rId11"/>
    <p:sldId id="287" r:id="rId12"/>
    <p:sldId id="286" r:id="rId13"/>
    <p:sldId id="285" r:id="rId14"/>
    <p:sldId id="284" r:id="rId15"/>
    <p:sldId id="283" r:id="rId16"/>
    <p:sldId id="282" r:id="rId17"/>
    <p:sldId id="281" r:id="rId18"/>
    <p:sldId id="280" r:id="rId19"/>
    <p:sldId id="279" r:id="rId20"/>
    <p:sldId id="278" r:id="rId21"/>
    <p:sldId id="277" r:id="rId22"/>
    <p:sldId id="276" r:id="rId23"/>
    <p:sldId id="297" r:id="rId24"/>
    <p:sldId id="275" r:id="rId25"/>
    <p:sldId id="274" r:id="rId26"/>
    <p:sldId id="273" r:id="rId27"/>
    <p:sldId id="272" r:id="rId28"/>
    <p:sldId id="271" r:id="rId29"/>
    <p:sldId id="270" r:id="rId30"/>
    <p:sldId id="269" r:id="rId31"/>
    <p:sldId id="268" r:id="rId32"/>
    <p:sldId id="267" r:id="rId33"/>
    <p:sldId id="266" r:id="rId34"/>
    <p:sldId id="265" r:id="rId35"/>
    <p:sldId id="264" r:id="rId36"/>
    <p:sldId id="263" r:id="rId37"/>
    <p:sldId id="298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4" autoAdjust="0"/>
    <p:restoredTop sz="36864" autoAdjust="0"/>
  </p:normalViewPr>
  <p:slideViewPr>
    <p:cSldViewPr>
      <p:cViewPr varScale="1">
        <p:scale>
          <a:sx n="37" d="100"/>
          <a:sy n="37" d="100"/>
        </p:scale>
        <p:origin x="55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17/06/2023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298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8547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4294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76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071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634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777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1851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27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088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567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818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595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819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775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35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1167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7394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724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9039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84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8616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4873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4129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5618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094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0847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1004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756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3924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6566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92300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7563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3013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3961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es, sans en faire beaucoup de bruit,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belle Leçon de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as peut-être pensé que je n'avais pas vu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que je n'avais pas entendu,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tu pensais peut-être que j'avais oublié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leçons de vie que tu m’enseignes.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j'ai compris chaque mot,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Même pendant mes maux.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J’ai bien tout gardé,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écrit, gravé, dans mon cœur bien aimé.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 le tonnerre éclate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la foudre qui remet le chaos dans l'ordre   Tel un homme discret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reconnaître ce sourire dans le coin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me révèle quand tu es content,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es fort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fais rire quand ronflant dans le canapé et que je te réveille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me réponds : « Je ne dormais pas. »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vrai,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soldat est censé peu dormir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Sortir les poubelles, tuer les insectes qui nous font peur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Tonner de la voix quand on fait les fous, font partie de ton ministère,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Papa solide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 qui réponds avec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 tonnerres de cette vie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veux te dire merci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 un soldat engagé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sais que ton amour s'exprime différemment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tes batailles sont ma protection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 victoires ma couronne,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Papa, quand on dit tonnerre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réponds foudre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Aujourd'hui, je veux te dire que ton amour me foudroie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avec reconnaissance que je crie haut et fort : « Je t'aime, Papa chéri ! »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1-  QUAND JE MANQUE DE PAIX JE ME TOURNE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2-  TU ES MA RAISON D’ESPÉRER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3-  QUAND JE N’AI PAS D’ISSUE JE COURS VERS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4-  JE N’AI D’AUTRE ENDROIT OÙ ALLER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5-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6-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7-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8-  DE TA MAIN TU CHANGES LE MONDE ET TU CHANGES MON CŒUR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9-  TU ES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10-  SAUVEUR, MON SAUVEUR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     	11-  PLUS DE RAISON D’AVOIR PEUR TU RÈGNES EN SEIGNEUR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12-  QUAND RIEN NE M’ÉCLAIRE JE M’ATTENDS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13-  TU CHANGES LES TÉNÈBRES EN JOUR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14-  ET DANS MES PRIÈRES JE M’ADRESSE À TOI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15-  CAR TU ME RÉPONDS TOUJOURS                  X2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16-  TU ES CE FLEUVE D’EAU VIVE QUI COULE EN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17-  JE CROIS EN TOUTES TES PROMESSES AVEC FOI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Pont :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18-  TU M’OUVRES LES YEUX À PRÉSENT JE VOIS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19-  JE RESSENS TA FAVEUR TOUT AUTOUR DE MOI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20-  AUJOURD’HUI, POUR TOUJOURS À JAMAIS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 pitchFamily="34" charset="0"/>
                <a:ea typeface="+mn-ea"/>
                <a:cs typeface="+mn-cs"/>
              </a:rPr>
              <a:t>21-  JE T’INVOQUERAI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61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ES, SANS EN FAIRE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BEAUCOUP DE BRUIT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UNE BELLE LEÇON DE VIE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59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AS PEUT-ÊTRE PENSÉ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QUE JE N'AVAIS PAS VU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39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OU QUE JE N'AVAIS PAS ENTENDU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148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ET TU PENSAIS PEUT-ÊTRE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QUE J'AVAIS OUBLIÉ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3868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LES LEÇONS DE VIE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QUE TU M’ENSEIGNES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30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MAIS J'AI COMPRIS CHAQUE MOT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280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MÊME PENDANT MES MAUX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03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J’AI BIEN TOUT GARDÉ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77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C'EST ÉCRIT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GRAVÉ, DANS MON CŒUR BIEN AIMÉ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34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MON PAPA SOLIDE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111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QUAND LE TONNERRE ÉCLATE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05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 LA FOUDRE QUI REMET LE CHAOS DANS L'ORDRE</a:t>
            </a:r>
            <a:r>
              <a:rPr kumimoji="0" lang="fr-FR" sz="4000" b="0" i="0" u="none" strike="noStrike" kern="1200" cap="none" spc="0" normalizeH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</a:t>
            </a: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TEL UN HOMME DISCRET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350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JE SAIS RECONNAÎTRE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CE SOURIRE DANS LE COIN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65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QUI ME RÉVÈLE QUAND TU ES CONTENT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940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MON PAPA SOLIDE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008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ES FORT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649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ME FAIS RIRE QUAND RONFLANT DANS LE CANAPÉ ET QUE JE TE RÉVEILLE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561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ME RÉPONDS :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« JE NE DORMAIS PAS. »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651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C'EST VRAI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99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UN SOLDAT EST CENSÉ PEU DORMIR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158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SORTIR LES POUBELLES</a:t>
            </a:r>
          </a:p>
        </p:txBody>
      </p:sp>
    </p:spTree>
    <p:extLst>
      <p:ext uri="{BB962C8B-B14F-4D97-AF65-F5344CB8AC3E}">
        <p14:creationId xmlns:p14="http://schemas.microsoft.com/office/powerpoint/2010/main" val="1166103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TUER LES INSECTES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QUI NOUS FONT PEUR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599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TONNER DE LA VOIX QUAND ON FAIT LES FOUS, FONT PARTIE DE TON MINISTÈRE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44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MON PAPA SOLIDE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5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TOI QUI RÉPONDS AVEC FOUDRE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5113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AUX TONNERRES DE CETTE VIE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628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JE VEUX TE DIRE MERCI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054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TEL UN SOLDAT ENGAGÉ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346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JE SAIS QUE TON AMOUR S'EXPRIME DIFFÉREMMENT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681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PAPA, TES BATAILLES SONT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MA PROTECTION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166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TES VICTOIRES MA COURONNE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7436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PAPA, QUAND ON DIT TONNERRE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703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TU RÉPONDS FOUDRE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08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AUJOURD'HUI, JE VEUX TE DIRE 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QUE TON AMOUR ME FOUDROIE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804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C'EST AVEC RECONNAISSANCE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930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QUE JE CRIE HAUT ET FORT :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uLnTx/>
                <a:uFillTx/>
                <a:ea typeface="+mn-ea"/>
                <a:cs typeface="+mn-cs"/>
              </a:rPr>
              <a:t> « JE T'AIME, PAPA CHÉRI ! »</a:t>
            </a:r>
            <a:endParaRPr kumimoji="0" lang="fr-FR" sz="4000" b="0" i="0" u="none" strike="noStrike" kern="1200" cap="none" spc="0" normalizeH="0" baseline="0" noProof="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114031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5683</Words>
  <Application>Microsoft Office PowerPoint</Application>
  <PresentationFormat>Affichage à l'écran (4:3)</PresentationFormat>
  <Paragraphs>2453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ＭＳ Ｐゴシック</vt:lpstr>
      <vt:lpstr>Calibri</vt:lpstr>
      <vt:lpstr>Franklin Gothic Medium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90</cp:revision>
  <dcterms:created xsi:type="dcterms:W3CDTF">2011-01-30T10:04:33Z</dcterms:created>
  <dcterms:modified xsi:type="dcterms:W3CDTF">2023-06-17T17:17:50Z</dcterms:modified>
</cp:coreProperties>
</file>