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65" r:id="rId2"/>
    <p:sldId id="276" r:id="rId3"/>
    <p:sldId id="277" r:id="rId4"/>
    <p:sldId id="278" r:id="rId5"/>
    <p:sldId id="279" r:id="rId6"/>
    <p:sldId id="280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81" r:id="rId15"/>
    <p:sldId id="282" r:id="rId16"/>
    <p:sldId id="283" r:id="rId17"/>
    <p:sldId id="273" r:id="rId18"/>
    <p:sldId id="274" r:id="rId19"/>
    <p:sldId id="284" r:id="rId20"/>
    <p:sldId id="285" r:id="rId21"/>
    <p:sldId id="286" r:id="rId22"/>
    <p:sldId id="287" r:id="rId23"/>
    <p:sldId id="288" r:id="rId24"/>
    <p:sldId id="275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35287" autoAdjust="0"/>
  </p:normalViewPr>
  <p:slideViewPr>
    <p:cSldViewPr>
      <p:cViewPr varScale="1">
        <p:scale>
          <a:sx n="38" d="100"/>
          <a:sy n="38" d="100"/>
        </p:scale>
        <p:origin x="13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18/06/2023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87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009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7202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618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53904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97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7144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8148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9151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5615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488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812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8393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4857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253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9546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1830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8337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373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74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7263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291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39246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576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8186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8989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2865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6244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1812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5975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49549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3692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3062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4220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6633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62855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ES, SANS EN FAIRE  BEAUCOUP DE BRUIT  
2-  UNE BELLE LEÇON DE VIE 
3-  TU AS PEUT-ÊTRE PENSÉ  QUE JE N'AVAIS PAS VU  
4-  OU QUE JE N'AVAIS PAS ENTENDU 
5-  ET TU PENSAIS PEUT-ÊTRE  QUE J'AVAIS OUBLIÉ 
6-  LES LEÇONS DE VIE QUE TU M'AS ENSEIGNÉES 
7-  MAIS J'AI COMPRIS CHAQUE MOT MÊME PENDANT MES MAUX  
8-  J’AI BIEN TOUT GARDÉ,  
9-  C'EST ÉCRIT, GRAVÉ, DANS MON CŒUR BIEN AIMÉ  
10-  BRIQUE APRÈS BRIQUE,  
11-  TEL UN MUR DE CIMENT MÊLÉ À NOS SENTIMENTS  
12-  TELLE UNE TOUR SOLIDE QUI SE TRANSMETTRA, SANS AUCUNE RIDE  
13-  CAR IL EST PLUS FACILE DE CONSTRUIRE DES ENFANTS FORTS  
14-  QUE DE RÉPARER  DES HOMMES BRISÉS  
15-  ALORS PAPA, QUE TA PAROLE SOIT EN BÉTON ARMÉ.  
16-  SANS TOI, PAPA, JE NE SERAIS PAS  LA PERSONNE QUE JE SUIS AUJOURD'HUI  
17-  JE NE POUVAIS PAS CROIRE QU'UNE PERSONNE 
18-  POUVAIT ÊTRE SI RESPONSABLE CELA EN EST ADMIRABLE 
19-  NE FAISANT AUCUN CAS, DANS LE SILENCE, DE SES SENTIMENTS 
20-  CAR AUCUN HOMME N'EST PLUS GRAND 
21-  QUE LORSQU'IL SE PENCHE POUR AIDER SON ENFANT 
22-  TEL UN SAGE, TRANSMETTANT DES PAROLES EMPRUNTES DE SAGESSE  
23-  CELA EN FAIT TOUTE MA RICHESSE  
24-  TOI MON PAPA QUI CHASSAIT LES MONSTRES DE MON PLACARD,  
25-  LES MOUSTIQUES ET TOUS MES CAFARDS  
26-  ME PORTANT SUR TES ÉPAULES BIEN HAUT  
27-  JE VOULAIS ATTEINDRE TOUS LES OISEAUX  
28-  ET ENDORMI CONTRE TON DOS BIEN ROND  
29-  J'ÉCOUTAIS TON CŒUR ME DIRE :  « NOUS VAINCRONS »  
30-  MOI AUSSI, PAPA, JE T'AIME, ET DE TOUTES LES MANIÈRES POSSIBLES 
31-  TU N’ES NI UNE ANCRE POUR ME RETENIR 
32-  NI UNE VOILE POUR ME CONDUIRE   
33-  MAIS UN PHARE BRILLANT DONT L'AMOUR ME MONTRE LE CHEMIN 
34-  ET POUR NOS ENFANTS, À MON TOUR JE SERAI BRIQUE APRÈS BRIQUE 
35-  LE CIMENT DE CET AMOUR  
36-  QUAND JE PENSE À TOI, MES YEUX FERMÉS, REMPLIS DE SOUVENIRS 
37-  TU ES MON HIER, SI VIVANT DANS MON PRÉSENT, ET MON GUIDE POUR L’AVENIR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608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ES, SANS EN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BEAUCOUP DE BRUIT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BELLE LEÇON DE VIE</a:t>
            </a:r>
          </a:p>
        </p:txBody>
      </p:sp>
    </p:spTree>
    <p:extLst>
      <p:ext uri="{BB962C8B-B14F-4D97-AF65-F5344CB8AC3E}">
        <p14:creationId xmlns:p14="http://schemas.microsoft.com/office/powerpoint/2010/main" val="48436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AS PEUT-ÊTRE PENSÉ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JE N'AVAIS PAS VU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75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 QUE JE N'AVAIS PAS ENTENDU</a:t>
            </a:r>
          </a:p>
        </p:txBody>
      </p:sp>
    </p:spTree>
    <p:extLst>
      <p:ext uri="{BB962C8B-B14F-4D97-AF65-F5344CB8AC3E}">
        <p14:creationId xmlns:p14="http://schemas.microsoft.com/office/powerpoint/2010/main" val="79495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TU PENSAIS PEUT-ÊTRE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J'AVAIS OUBLIÉ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26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LEÇONS DE VIE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M'AS ENSEIGNÉES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10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J'AI COMPRIS CHAQUE MOT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PENDANT MES MAUX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74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 BIEN 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GARDÉ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7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C'EST ÉCRIT, GRAVÉ, DANS MON CŒUR BIEN AIMÉ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9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BRIQUE APRÈS BRIQUE,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63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TEL UN MUR DE CIMENT MÊLÉ À NOS SENTIMENTS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7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TELLE UNE </a:t>
            </a: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TOUR</a:t>
            </a: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SOLIDE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6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SE TRANSMETTRA, SANS AUCUNE RIDE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10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IL EST PLUS FACILE DE CONSTRUIRE DES ENFANTS FORTS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05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DE RÉPARER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HOMMES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BRISÉS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1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 PAPA, QUE TA PAROLE SOIT EN BÉTON ARMÉ.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TOI, PAPA, JE NE SERAIS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PERSONNE QUE JE SUIS AUJOURD'HUI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3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POUVAIS PAS CROIRE QU'UNE PERSONNE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37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POUVAIT ÊTRE SI RESPONSABLE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CELA EN EST ADMIRABLE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16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FAISANT AUCUN CAS, DANS LE SILENCE, DE SES SENTIMENTS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20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AUCUN HOMME N'EST PLUS GRAND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60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LORSQU'IL SE PENCHE POUR AIDER SON ENFANT</a:t>
            </a:r>
          </a:p>
        </p:txBody>
      </p:sp>
    </p:spTree>
    <p:extLst>
      <p:ext uri="{BB962C8B-B14F-4D97-AF65-F5344CB8AC3E}">
        <p14:creationId xmlns:p14="http://schemas.microsoft.com/office/powerpoint/2010/main" val="2652049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TEL UN SAGE, TRANSMETTANT DES PAROLES EMPRUNTES DE SAGESSE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652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CELA EN FAIT TOUTE MA RICHESSE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84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TOI MON PAPA QUI CHASSAIT LES MONSTRES DE MON PLACARD,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93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MOUSTIQUES ET TOUS MES CAFARDS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36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 PORTANT SUR TES ÉPAULES BIEN HAUT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31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VOULAIS ATTEINDRE TOUS LES OISEAUX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50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ENDORMI CONTRE TON DOS BIEN ROND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24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J'ÉCOUTAIS TON CŒUR ME DIRE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: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« NOUS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VAINCRONS 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56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 AUSSI, PAPA, JE T'AIME, ET DE TOUTES LES MANIÈRES POSSIBLES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78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N’ES NI UNE ANCRE POUR ME RETENIR</a:t>
            </a:r>
          </a:p>
        </p:txBody>
      </p:sp>
    </p:spTree>
    <p:extLst>
      <p:ext uri="{BB962C8B-B14F-4D97-AF65-F5344CB8AC3E}">
        <p14:creationId xmlns:p14="http://schemas.microsoft.com/office/powerpoint/2010/main" val="79330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NI UNE VOILE POUR ME CONDUIRE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5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UN PHARE BRILLANT DONT L'AMOUR ME MONTRE LE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07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POUR NOS ENFANTS, À MON TOUR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SERAI BRIQUE APRÈS BRIQUE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05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CIMENT DE CET AMOUR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JE PENSE À TOI, MES YEUX FERMÉS, REMPLIS DE SOUVENIRS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25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MON HIER, SI VIVANT DANS MON PRÉSENT, ET MON GUIDE POUR L’AVENIR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92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1064</Words>
  <Application>Microsoft Office PowerPoint</Application>
  <PresentationFormat>Affichage à l'écran (4:3)</PresentationFormat>
  <Paragraphs>122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106</cp:revision>
  <dcterms:created xsi:type="dcterms:W3CDTF">2002-08-17T13:12:10Z</dcterms:created>
  <dcterms:modified xsi:type="dcterms:W3CDTF">2023-06-18T07:33:55Z</dcterms:modified>
</cp:coreProperties>
</file>