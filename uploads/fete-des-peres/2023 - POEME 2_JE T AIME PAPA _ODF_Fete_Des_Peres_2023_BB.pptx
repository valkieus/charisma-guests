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0" r:id="rId2"/>
    <p:sldId id="294" r:id="rId3"/>
    <p:sldId id="293" r:id="rId4"/>
    <p:sldId id="292" r:id="rId5"/>
    <p:sldId id="291" r:id="rId6"/>
    <p:sldId id="290" r:id="rId7"/>
    <p:sldId id="289" r:id="rId8"/>
    <p:sldId id="288" r:id="rId9"/>
    <p:sldId id="287" r:id="rId10"/>
    <p:sldId id="286" r:id="rId11"/>
    <p:sldId id="285" r:id="rId12"/>
    <p:sldId id="295" r:id="rId13"/>
    <p:sldId id="284" r:id="rId14"/>
    <p:sldId id="283" r:id="rId15"/>
    <p:sldId id="282" r:id="rId16"/>
    <p:sldId id="281" r:id="rId17"/>
    <p:sldId id="280" r:id="rId18"/>
    <p:sldId id="279" r:id="rId19"/>
    <p:sldId id="278" r:id="rId20"/>
    <p:sldId id="296" r:id="rId21"/>
    <p:sldId id="277" r:id="rId22"/>
    <p:sldId id="276" r:id="rId23"/>
    <p:sldId id="275" r:id="rId24"/>
    <p:sldId id="274" r:id="rId25"/>
    <p:sldId id="273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8" autoAdjust="0"/>
    <p:restoredTop sz="45700" autoAdjust="0"/>
  </p:normalViewPr>
  <p:slideViewPr>
    <p:cSldViewPr>
      <p:cViewPr varScale="1">
        <p:scale>
          <a:sx n="50" d="100"/>
          <a:sy n="50" d="100"/>
        </p:scale>
        <p:origin x="139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E90D466-1F6E-478E-918B-C2C816A2D202}" type="datetimeFigureOut">
              <a:rPr lang="fr-FR"/>
              <a:pPr>
                <a:defRPr/>
              </a:pPr>
              <a:t>18/06/2023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E3E2A09-ACDA-4A66-8549-B249124D3CA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39786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4204185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679741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989163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2288572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3457415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3155231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4178776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3371882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915691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143868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2636226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2085924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311224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840307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7748023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044969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9658400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2201636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969135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9960230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896362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18758344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PAPA  MON PAPA SOLIDE  
2-  QUAND LE TONNERRE ÉCLATE  
3-  TU ES LA FOUDRE  QUI REMET LE CHAOS DANS L'ORDRE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4-  TEL UN HOMME DISCRET  JE SAIS RECONNAÎTRE  
5-  CE SOURIRE DANS LE COIN  QUI ME RÉVÈLE QUAND TU ES CONTENT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16-  MON PAPA SOLIDE  TOI QUI RÉPONDS AVEC FOUDRE  
17-  AUX TONNERRES DE CETTE VIE  JE VEUX TE DIRE MERCI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22-  PAPA, QUAND ON DIT TONNERRE  TU RÉPONDS FOUDRE  
23-  AUJOURD'HUI, JE VEUX TE DIRE  QUE TON AMOUR ME FOUDROIE  
24-  C'EST AVEC RECONNAISSANCE QUE  
25-  JE CRIE HAUT ET FORT :  « JE T'AIME, PAPA CHÉRI ! » 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PAPA  MON PAPA SOLIDE  
2-  QUAND LE TONNERRE ÉCLATE  
3-  TU ES LA FOUDRE  QUI REMET LE CHAOS DANS L'ORDRE</a:t>
            </a:r>
          </a:p>
          <a:p>
            <a:r>
              <a:rPr lang="fr-FR" smtClean="0"/>
              <a:t>  
4-  TEL UN HOMME DISCRET  JE SAIS RECONNAÎTRE  
5-  CE SOURIRE DANS LE COIN  QUI ME RÉVÈLE QUAND TU ES CONTENT</a:t>
            </a:r>
          </a:p>
          <a:p>
            <a:r>
              <a:rPr lang="fr-FR" smtClean="0"/>
              <a:t>  
6-  MON PAPA SOLIDE  TU ES FORT  
7-  TU ME FAIS RIRE  
8-  QUAND RONFLANT DANS LE CANAPÉ  ET QUE JE TE RÉVEILLE  
9-  TU ME RÉPONDS :  « JE NE DORMAIS PAS »</a:t>
            </a:r>
          </a:p>
          <a:p>
            <a:r>
              <a:rPr lang="fr-FR" smtClean="0"/>
              <a:t>  
10-  C'EST VRAI  UN SOLDAT EST CENSÉ PEU DORMIR  
11-  SORTIR LES POUBELLES  
12-  TUER LES INSECTES  QUI NOUS FONT PEUR  
13-  MOUCHES, MOUSTIQUES  ARAIGNÉES, FOURMIS 
14-  TONNER DE LA VOIX  QUAND ON FAIT LES FOUS  
15-  FONT PARTIE DE TON MINISTÈRE</a:t>
            </a:r>
          </a:p>
          <a:p>
            <a:r>
              <a:rPr lang="fr-FR" smtClean="0"/>
              <a:t>  
16-  MON PAPA SOLIDE  TOI QUI RÉPONDS AVEC FOUDRE  
17-  AUX TONNERRES DE CETTE VIE  JE VEUX TE DIRE MERCI</a:t>
            </a:r>
          </a:p>
          <a:p>
            <a:r>
              <a:rPr lang="fr-FR" smtClean="0"/>
              <a:t>  
18-  TEL UN SOLDAT ENGAGÉ  JE SAIS QUE TON AMOUR  
19-  S'EXPRIME DIFFÉREMMENT  
20-  PAPA, TES BATAILLES SONT MA PROTECTION   
21-  TES VICTOIRES MA COURONNE</a:t>
            </a:r>
          </a:p>
          <a:p>
            <a:r>
              <a:rPr lang="fr-FR" smtClean="0"/>
              <a:t>  
22-  PAPA, QUAND ON DIT TONNERRE  TU RÉPONDS FOUDRE  
23-  AUJOURD'HUI, JE VEUX TE DIRE  QUE TON AMOUR ME FOUDROIE  
24-  C'EST AVEC RECONNAISSANCE QUE  
25-  JE CRIE HAUT ET FORT :  « JE T'AIME, PAPA CHÉRI ! » 
</a:t>
            </a:r>
          </a:p>
        </p:txBody>
      </p:sp>
    </p:spTree>
    <p:extLst>
      <p:ext uri="{BB962C8B-B14F-4D97-AF65-F5344CB8AC3E}">
        <p14:creationId xmlns:p14="http://schemas.microsoft.com/office/powerpoint/2010/main" val="2078108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9F2DD-B7A7-440B-B227-D0EEB499FC1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D371E-FD51-4BA2-ABEC-D5A0D70E263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583F5-8A81-42A5-A74E-AB0CC2F3C0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2A178-A66D-4818-9161-5EFC6568FC5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1F837-9870-40A8-9F0B-B42FF6D770D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11AA3-3601-4305-B44D-4A4A80A472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ECEE5-ED27-49ED-B2A3-6D0AECA804C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2ED32-2E85-4CF2-BB36-299D39514E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AD032-371A-4153-81F8-68277C79695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F0669-A617-4B2A-8633-3E9A0D3719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29207-0E0F-46D6-AB7B-D7347FBCF28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EE9054C-8B28-408E-93BE-4B5D03B459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PAPA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PAPA SOLIDE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LE TONNERRE ÉCLATE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708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LA FOUDRE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REMET LE CHAOS DANS L'ORDRE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5309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 UN HOMME DISCRET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RECONNAÎTRE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3655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SOURIRE DANS LE COIN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ME RÉVÈLE QUAND TU ES CONTENT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963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PAPA SOLIDE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FORT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388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FAIS RIRE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893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RONFLANT DANS LE CANAPÉ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JE TE RÉVEILLE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280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RÉPONDS :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 JE NE DORMAIS PAS »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377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VRAI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SOLDAT EST CENSÉ PEU DORMIR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237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SORTIR LES POUBELLES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218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TUER LES INSECTES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NOUS FONT PEUR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6058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MOUCHES, MOUSTIQUES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ARAIGNÉES, FOURMIS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175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TONNER DE LA VOIX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ON FAIT LES FOUS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9961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FONT PARTIE DE TON MINISTÈRE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44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PAPA SOLIDE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QUI RÉPONDS AVEC FOUDRE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815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TONNERRES DE CETTE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324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 UN SOLDAT ENGAGÉ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TON AMOUR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24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S'EXPRIME DIFFÉREMMENT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686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PAPA, TES BATAILLES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MA PROTECTION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795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VICTOIRES MA COURONNE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916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PAPA, QUAND ON DIT TONNERRE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RÉPONDS FOUDRE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710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AUJOURD'HUI, JE VEUX TE DIRE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AMOUR ME FOUDROIE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371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AVEC RECONNAISSANCE QUE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135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CRIE HAUT ET FORT :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 JE T'AIME, PAPA CHÉRI ! 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461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433</Words>
  <Application>Microsoft Office PowerPoint</Application>
  <PresentationFormat>Affichage à l'écran (4:3)</PresentationFormat>
  <Paragraphs>393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123</cp:revision>
  <dcterms:created xsi:type="dcterms:W3CDTF">2002-08-17T10:50:50Z</dcterms:created>
  <dcterms:modified xsi:type="dcterms:W3CDTF">2023-06-18T07:39:46Z</dcterms:modified>
</cp:coreProperties>
</file>