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9" r:id="rId2"/>
    <p:sldId id="304" r:id="rId3"/>
    <p:sldId id="303" r:id="rId4"/>
    <p:sldId id="302" r:id="rId5"/>
    <p:sldId id="301" r:id="rId6"/>
    <p:sldId id="300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66790" autoAdjust="0"/>
  </p:normalViewPr>
  <p:slideViewPr>
    <p:cSldViewPr>
      <p:cViewPr>
        <p:scale>
          <a:sx n="30" d="100"/>
          <a:sy n="30" d="100"/>
        </p:scale>
        <p:origin x="-384" y="-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19BFBEB-5473-482D-8C85-957F7090273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0587E45-FF02-4E80-9402-65BFB9BC9D9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JE </a:t>
            </a:r>
            <a:r>
              <a:rPr lang="fr-FR" smtClean="0"/>
              <a:t>DEMEURERAI </a:t>
            </a:r>
            <a:r>
              <a:rPr lang="fr-FR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SOUS</a:t>
            </a:r>
            <a:r>
              <a:rPr lang="fr-FR" smtClean="0"/>
              <a:t> </a:t>
            </a:r>
            <a:r>
              <a:rPr lang="fr-FR" dirty="0" smtClean="0"/>
              <a:t>L'ABRI DU TRÈS-HAUT  
2-  ET J'HABITERAI À L'OMBRE DE SES AILES 
3-  JE NE CRAINDRAI AUCUNE FLÈCHE  AUCUNE TERREUR 
4-  PARCE QUE TU M'AS AIMÉ  ET TU CONNAIS MON NOM 
5-  MON REFUGE, MA FORTERESSE  MON DIEU EN QUI JE ME CONFIE</a:t>
            </a:r>
          </a:p>
          <a:p>
            <a:pPr>
              <a:defRPr/>
            </a:pPr>
            <a:r>
              <a:rPr lang="fr-FR" dirty="0" smtClean="0"/>
              <a:t>
6-  YAHVÉ, YAHVÉ , YAHVÉ, YAHVÉ </a:t>
            </a:r>
            <a:r>
              <a:rPr lang="fr-FR" dirty="0" err="1" smtClean="0"/>
              <a:t>YAHVÉ</a:t>
            </a:r>
            <a:r>
              <a:rPr lang="fr-FR" dirty="0" smtClean="0"/>
              <a:t>, YAHVÉ 
</a:t>
            </a:r>
            <a:endParaRPr lang="fr-FR" dirty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  <a:endParaRPr lang="fr-FR" dirty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  <a:endParaRPr lang="fr-FR" dirty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DEMEURERAI À L'ABRI DU TRÈS-HAUT  
2-  ET J'HABITERAI À L'OMBRE DE SES AILES 
3-  JE NE CRAINDRAI AUCUNE FLÈCHE  AUCUNE TERREUR 
4-  PARCE QUE TU M'AS AIMÉ  ET TU CONNAIS MON NOM 
5-  MON REFUGE, MA FORTERESSE  MON DIEU EN QUI JE ME CONFIE 
6-  YAHVÉ, YAHVÉ , YAHVÉ, YAHVÉ YAHVÉ, YAHVÉ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9928B-76E5-4C4D-87FA-DDA4D7B02E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622A0-F95A-4234-88C8-F843F2D96E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961A2-BBA9-43F8-8BB8-D0D043B3E2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EA2F2-27D5-4A75-ACBA-FF05A3CD1B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E53FB-05E0-47B8-BC20-95451C8160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F34B1-584A-4B6C-8DAD-FEAD6BBA72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2937C6-169C-4520-9B6F-D4AABFAE1C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716CE-CF46-46F6-B213-B80FBFCF17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9C184-FE25-4E0E-9D9F-6ADCBF192B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2E300-3B30-4CF6-A43E-29B4221DD0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B2B2C-7BC2-49EA-B714-08F91E692C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9794AB1-6294-432A-895E-926024D3F9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DEMEURERAI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SOUS L'ABRI DU TRÈS-HAUT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J'HABITERAI À L'OMBRE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SES AILES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CRAINDRAI AUCUNE FLÈCHE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AUCUNE TERREUR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TU M'AS AIMÉ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CONNAIS MON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REFUGE, MA FORTERESSE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EN QUI JE ME CONFIE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YAHVÉ, YAHVÉ </a:t>
            </a:r>
            <a:r>
              <a:rPr lang="es-E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</a:t>
            </a:r>
            <a:r>
              <a:rPr lang="es-E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YAHVÉ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131</Words>
  <Application>Microsoft Office PowerPoint</Application>
  <PresentationFormat>On-screen Show (4:3)</PresentationFormat>
  <Paragraphs>24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2002-08-17T13:12:10Z</dcterms:created>
  <dcterms:modified xsi:type="dcterms:W3CDTF">2015-07-19T10:34:14Z</dcterms:modified>
</cp:coreProperties>
</file>