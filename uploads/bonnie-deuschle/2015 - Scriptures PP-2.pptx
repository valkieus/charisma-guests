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7"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7" d="100"/>
          <a:sy n="107" d="100"/>
        </p:scale>
        <p:origin x="-1128" y="-1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interSettings" Target="printerSettings/printerSettings1.bin"/></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6388" y="739588"/>
            <a:ext cx="8513762" cy="2729753"/>
          </a:xfrm>
        </p:spPr>
        <p:txBody>
          <a:bodyPr>
            <a:noAutofit/>
          </a:bodyPr>
          <a:lstStyle>
            <a:lvl1pPr algn="l">
              <a:lnSpc>
                <a:spcPts val="10800"/>
              </a:lnSpc>
              <a:defRPr sz="10000" b="1" spc="-250" baseline="0">
                <a:solidFill>
                  <a:schemeClr val="tx2"/>
                </a:solidFill>
              </a:defRPr>
            </a:lvl1pPr>
          </a:lstStyle>
          <a:p>
            <a:r>
              <a:rPr lang="en-US" smtClean="0"/>
              <a:t>Click to edit Master title style</a:t>
            </a:r>
            <a:endParaRPr/>
          </a:p>
        </p:txBody>
      </p:sp>
      <p:sp>
        <p:nvSpPr>
          <p:cNvPr id="3" name="Subtitle 2"/>
          <p:cNvSpPr>
            <a:spLocks noGrp="1"/>
          </p:cNvSpPr>
          <p:nvPr>
            <p:ph type="subTitle" idx="1"/>
          </p:nvPr>
        </p:nvSpPr>
        <p:spPr>
          <a:xfrm>
            <a:off x="306388" y="3505200"/>
            <a:ext cx="4683050" cy="1344706"/>
          </a:xfrm>
        </p:spPr>
        <p:txBody>
          <a:bodyPr anchor="b" anchorCtr="0">
            <a:normAutofit/>
          </a:bodyPr>
          <a:lstStyle>
            <a:lvl1pPr marL="0" indent="0" algn="l">
              <a:buNone/>
              <a:defRPr sz="440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57200" y="6275294"/>
            <a:ext cx="1600200" cy="365125"/>
          </a:xfrm>
        </p:spPr>
        <p:txBody>
          <a:bodyPr/>
          <a:lstStyle>
            <a:lvl1pPr>
              <a:defRPr sz="1100">
                <a:solidFill>
                  <a:schemeClr val="tx2"/>
                </a:solidFill>
              </a:defRPr>
            </a:lvl1pPr>
          </a:lstStyle>
          <a:p>
            <a:fld id="{D7C3A134-F1C3-464B-BF47-54DC2DE08F52}" type="datetimeFigureOut">
              <a:rPr lang="en-US" smtClean="0"/>
              <a:pPr/>
              <a:t>1/4/15</a:t>
            </a:fld>
            <a:endParaRPr lang="en-US"/>
          </a:p>
        </p:txBody>
      </p:sp>
      <p:sp>
        <p:nvSpPr>
          <p:cNvPr id="5" name="Footer Placeholder 4"/>
          <p:cNvSpPr>
            <a:spLocks noGrp="1"/>
          </p:cNvSpPr>
          <p:nvPr>
            <p:ph type="ftr" sz="quarter" idx="11"/>
          </p:nvPr>
        </p:nvSpPr>
        <p:spPr>
          <a:xfrm>
            <a:off x="2209800" y="6275294"/>
            <a:ext cx="5638800" cy="365125"/>
          </a:xfrm>
        </p:spPr>
        <p:txBody>
          <a:bodyPr/>
          <a:lstStyle>
            <a:lvl1pPr algn="l">
              <a:defRPr sz="1100">
                <a:solidFill>
                  <a:schemeClr val="tx2"/>
                </a:solidFill>
              </a:defRPr>
            </a:lvl1pPr>
          </a:lstStyle>
          <a:p>
            <a:endParaRPr kumimoji="0" lang="en-US"/>
          </a:p>
        </p:txBody>
      </p:sp>
      <p:sp>
        <p:nvSpPr>
          <p:cNvPr id="6" name="Slide Number Placeholder 5"/>
          <p:cNvSpPr>
            <a:spLocks noGrp="1"/>
          </p:cNvSpPr>
          <p:nvPr>
            <p:ph type="sldNum" sz="quarter" idx="12"/>
          </p:nvPr>
        </p:nvSpPr>
        <p:spPr>
          <a:xfrm>
            <a:off x="8077200" y="6275294"/>
            <a:ext cx="609600" cy="365125"/>
          </a:xfrm>
        </p:spPr>
        <p:txBody>
          <a:bodyPr/>
          <a:lstStyle>
            <a:lvl1pPr>
              <a:defRPr sz="1400">
                <a:solidFill>
                  <a:schemeClr val="tx2"/>
                </a:solidFill>
              </a:defRPr>
            </a:lvl1pPr>
          </a:lstStyle>
          <a:p>
            <a:fld id="{9648F39E-9C37-485F-AC97-16BB4BDF9F49}" type="slidenum">
              <a:rPr kumimoji="0" lang="en-US" smtClean="0"/>
              <a:pPr/>
              <a:t>‹#›</a:t>
            </a:fld>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normAutofit/>
          </a:bodyPr>
          <a:lstStyle>
            <a:lvl1pPr>
              <a:spcBef>
                <a:spcPts val="2200"/>
              </a:spcBef>
              <a:defRPr/>
            </a:lvl1pPr>
            <a:lvl2pPr>
              <a:spcBef>
                <a:spcPts val="600"/>
              </a:spcBef>
              <a:defRPr/>
            </a:lvl2pPr>
            <a:lvl3pPr>
              <a:spcBef>
                <a:spcPts val="600"/>
              </a:spcBef>
              <a:defRPr/>
            </a:lvl3pPr>
            <a:lvl4pPr>
              <a:spcBef>
                <a:spcPts val="600"/>
              </a:spcBef>
              <a:defRPr/>
            </a:lvl4pPr>
            <a:lvl5pPr>
              <a:spcBef>
                <a:spcPts val="600"/>
              </a:spcBef>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7030797B-D0E1-4849-8B9D-CE1555A2A35F}" type="datetimeFigureOut">
              <a:rPr lang="en-US" smtClean="0"/>
              <a:t>1/4/15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96A12B-82BF-D54B-BB99-DBABD3F4080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02151" y="4822206"/>
            <a:ext cx="8511989" cy="1446975"/>
          </a:xfrm>
        </p:spPr>
        <p:txBody>
          <a:bodyPr lIns="0" tIns="0" rIns="0" bIns="0" anchor="t">
            <a:noAutofit/>
          </a:bodyPr>
          <a:lstStyle>
            <a:lvl1pPr algn="l">
              <a:lnSpc>
                <a:spcPts val="13800"/>
              </a:lnSpc>
              <a:defRPr sz="13500" b="1" cap="none" spc="-250" baseline="0">
                <a:solidFill>
                  <a:schemeClr val="tx2"/>
                </a:solidFill>
              </a:defRPr>
            </a:lvl1pPr>
          </a:lstStyle>
          <a:p>
            <a:r>
              <a:rPr lang="en-US" smtClean="0"/>
              <a:t>Click to edit Master title style</a:t>
            </a:r>
            <a:endParaRPr/>
          </a:p>
        </p:txBody>
      </p:sp>
      <p:sp>
        <p:nvSpPr>
          <p:cNvPr id="3" name="Text Placeholder 2"/>
          <p:cNvSpPr>
            <a:spLocks noGrp="1"/>
          </p:cNvSpPr>
          <p:nvPr>
            <p:ph type="body" idx="1"/>
          </p:nvPr>
        </p:nvSpPr>
        <p:spPr>
          <a:xfrm>
            <a:off x="384874" y="3525980"/>
            <a:ext cx="8355714" cy="1270752"/>
          </a:xfrm>
        </p:spPr>
        <p:txBody>
          <a:bodyPr lIns="0" tIns="0" rIns="0" bIns="0" anchor="b">
            <a:normAutofit/>
          </a:bodyPr>
          <a:lstStyle>
            <a:lvl1pPr marL="0" indent="0" algn="l">
              <a:buNone/>
              <a:defRPr sz="4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302151" y="4822206"/>
            <a:ext cx="8511989" cy="1446975"/>
          </a:xfrm>
        </p:spPr>
        <p:txBody>
          <a:bodyPr lIns="0" tIns="0" rIns="0" bIns="0" anchor="t">
            <a:noAutofit/>
          </a:bodyPr>
          <a:lstStyle>
            <a:lvl1pPr algn="l">
              <a:lnSpc>
                <a:spcPts val="13800"/>
              </a:lnSpc>
              <a:defRPr sz="13500" b="1" cap="none" spc="-250" baseline="0">
                <a:solidFill>
                  <a:schemeClr val="tx2"/>
                </a:solidFill>
              </a:defRPr>
            </a:lvl1pPr>
          </a:lstStyle>
          <a:p>
            <a:r>
              <a:rPr lang="en-US" smtClean="0"/>
              <a:t>Click to edit Master title style</a:t>
            </a:r>
            <a:endParaRPr/>
          </a:p>
        </p:txBody>
      </p:sp>
      <p:sp>
        <p:nvSpPr>
          <p:cNvPr id="3" name="Text Placeholder 2"/>
          <p:cNvSpPr>
            <a:spLocks noGrp="1"/>
          </p:cNvSpPr>
          <p:nvPr>
            <p:ph type="body" idx="1"/>
          </p:nvPr>
        </p:nvSpPr>
        <p:spPr>
          <a:xfrm>
            <a:off x="384874" y="3525980"/>
            <a:ext cx="4428426" cy="1270752"/>
          </a:xfrm>
        </p:spPr>
        <p:txBody>
          <a:bodyPr lIns="0" tIns="0" rIns="0" bIns="0" anchor="b">
            <a:normAutofit/>
          </a:bodyPr>
          <a:lstStyle>
            <a:lvl1pPr marL="0" indent="0" algn="l">
              <a:buNone/>
              <a:defRPr sz="4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7" name="Picture Placeholder 2"/>
          <p:cNvSpPr>
            <a:spLocks noGrp="1"/>
          </p:cNvSpPr>
          <p:nvPr>
            <p:ph type="pic" idx="13"/>
          </p:nvPr>
        </p:nvSpPr>
        <p:spPr>
          <a:xfrm rot="21263043">
            <a:off x="5231118" y="261015"/>
            <a:ext cx="3433660" cy="4204035"/>
          </a:xfrm>
          <a:prstGeom prst="rect">
            <a:avLst/>
          </a:prstGeom>
          <a:noFill/>
          <a:ln w="177800" cap="sq">
            <a:solidFill>
              <a:schemeClr val="tx1"/>
            </a:solidFill>
            <a:miter lim="800000"/>
          </a:ln>
          <a:effectLst>
            <a:outerShdw blurRad="50800" dist="38100" dir="2700000" algn="tl" rotWithShape="0">
              <a:prstClr val="black">
                <a:alpha val="4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a:p>
        </p:txBody>
      </p:sp>
      <p:sp>
        <p:nvSpPr>
          <p:cNvPr id="3" name="Content Placeholder 2"/>
          <p:cNvSpPr>
            <a:spLocks noGrp="1"/>
          </p:cNvSpPr>
          <p:nvPr>
            <p:ph sz="half" idx="1"/>
          </p:nvPr>
        </p:nvSpPr>
        <p:spPr>
          <a:xfrm>
            <a:off x="632012" y="2057400"/>
            <a:ext cx="3863788" cy="4068763"/>
          </a:xfrm>
        </p:spPr>
        <p:txBody>
          <a:bodyPr>
            <a:normAutofit/>
          </a:bodyPr>
          <a:lstStyle>
            <a:lvl1pPr>
              <a:spcBef>
                <a:spcPts val="2000"/>
              </a:spcBef>
              <a:defRPr sz="2000"/>
            </a:lvl1pPr>
            <a:lvl2pPr>
              <a:spcBef>
                <a:spcPts val="600"/>
              </a:spcBef>
              <a:defRPr sz="1800"/>
            </a:lvl2pPr>
            <a:lvl3pPr>
              <a:spcBef>
                <a:spcPts val="600"/>
              </a:spcBef>
              <a:defRPr sz="1800"/>
            </a:lvl3pPr>
            <a:lvl4pPr>
              <a:spcBef>
                <a:spcPts val="600"/>
              </a:spcBef>
              <a:defRPr sz="1800"/>
            </a:lvl4pPr>
            <a:lvl5pPr>
              <a:spcBef>
                <a:spcPts val="600"/>
              </a:spcBef>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661646" y="2057400"/>
            <a:ext cx="3867912" cy="4068763"/>
          </a:xfrm>
        </p:spPr>
        <p:txBody>
          <a:bodyPr>
            <a:normAutofit/>
          </a:bodyPr>
          <a:lstStyle>
            <a:lvl1pPr>
              <a:spcBef>
                <a:spcPts val="2000"/>
              </a:spcBef>
              <a:defRPr sz="2000"/>
            </a:lvl1pPr>
            <a:lvl2pPr>
              <a:spcBef>
                <a:spcPts val="600"/>
              </a:spcBef>
              <a:defRPr sz="1800"/>
            </a:lvl2pPr>
            <a:lvl3pPr>
              <a:spcBef>
                <a:spcPts val="600"/>
              </a:spcBef>
              <a:defRPr sz="1800"/>
            </a:lvl3pPr>
            <a:lvl4pPr>
              <a:spcBef>
                <a:spcPts val="600"/>
              </a:spcBef>
              <a:defRPr sz="1800"/>
            </a:lvl4pPr>
            <a:lvl5pPr>
              <a:spcBef>
                <a:spcPts val="600"/>
              </a:spcBef>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7030797B-D0E1-4849-8B9D-CE1555A2A35F}" type="datetimeFigureOut">
              <a:rPr lang="en-US" smtClean="0"/>
              <a:t>1/4/15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96A12B-82BF-D54B-BB99-DBABD3F4080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775" y="582706"/>
            <a:ext cx="7918450" cy="788894"/>
          </a:xfrm>
        </p:spPr>
        <p:txBody>
          <a:bodyPr>
            <a:noAutofit/>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635545" y="1546412"/>
            <a:ext cx="3867912" cy="464950"/>
          </a:xfrm>
        </p:spPr>
        <p:txBody>
          <a:bodyPr anchor="b">
            <a:noAutofit/>
          </a:bodyPr>
          <a:lstStyle>
            <a:lvl1pPr marL="0" indent="0" algn="ctr">
              <a:buNone/>
              <a:defRPr sz="26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936" y="2147887"/>
            <a:ext cx="3867912" cy="3951288"/>
          </a:xfrm>
        </p:spPr>
        <p:txBody>
          <a:bodyPr>
            <a:normAutofit/>
          </a:bodyPr>
          <a:lstStyle>
            <a:lvl1pPr>
              <a:spcBef>
                <a:spcPts val="2000"/>
              </a:spcBef>
              <a:defRPr sz="2000"/>
            </a:lvl1pPr>
            <a:lvl2pPr>
              <a:spcBef>
                <a:spcPts val="600"/>
              </a:spcBef>
              <a:defRPr sz="1800"/>
            </a:lvl2pPr>
            <a:lvl3pPr>
              <a:spcBef>
                <a:spcPts val="600"/>
              </a:spcBef>
              <a:defRPr sz="1800"/>
            </a:lvl3pPr>
            <a:lvl4pPr>
              <a:spcBef>
                <a:spcPts val="600"/>
              </a:spcBef>
              <a:defRPr sz="1800"/>
            </a:lvl4pPr>
            <a:lvl5pPr>
              <a:spcBef>
                <a:spcPts val="600"/>
              </a:spcBef>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663313" y="1545018"/>
            <a:ext cx="3867912" cy="466344"/>
          </a:xfrm>
        </p:spPr>
        <p:txBody>
          <a:bodyPr anchor="b">
            <a:noAutofit/>
          </a:bodyPr>
          <a:lstStyle>
            <a:lvl1pPr marL="0" indent="0" algn="ctr">
              <a:buNone/>
              <a:defRPr sz="26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63313" y="2147887"/>
            <a:ext cx="3867912" cy="3951288"/>
          </a:xfrm>
        </p:spPr>
        <p:txBody>
          <a:bodyPr>
            <a:normAutofit/>
          </a:bodyPr>
          <a:lstStyle>
            <a:lvl1pPr>
              <a:spcBef>
                <a:spcPts val="2000"/>
              </a:spcBef>
              <a:defRPr sz="2000"/>
            </a:lvl1pPr>
            <a:lvl2pPr>
              <a:spcBef>
                <a:spcPts val="600"/>
              </a:spcBef>
              <a:defRPr sz="1800"/>
            </a:lvl2pPr>
            <a:lvl3pPr>
              <a:spcBef>
                <a:spcPts val="600"/>
              </a:spcBef>
              <a:defRPr sz="1800"/>
            </a:lvl3pPr>
            <a:lvl4pPr>
              <a:spcBef>
                <a:spcPts val="600"/>
              </a:spcBef>
              <a:defRPr sz="1800"/>
            </a:lvl4pPr>
            <a:lvl5pPr>
              <a:spcBef>
                <a:spcPts val="600"/>
              </a:spcBef>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7030797B-D0E1-4849-8B9D-CE1555A2A35F}" type="datetimeFigureOut">
              <a:rPr lang="en-US" smtClean="0"/>
              <a:t>1/4/15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96A12B-82BF-D54B-BB99-DBABD3F40801}" type="slidenum">
              <a:rPr lang="en-US" smtClean="0"/>
              <a:t>‹#›</a:t>
            </a:fld>
            <a:endParaRPr lang="en-US"/>
          </a:p>
        </p:txBody>
      </p:sp>
      <p:sp>
        <p:nvSpPr>
          <p:cNvPr id="12" name="Rectangle 11"/>
          <p:cNvSpPr/>
          <p:nvPr/>
        </p:nvSpPr>
        <p:spPr>
          <a:xfrm flipH="1">
            <a:off x="4574241" y="1694516"/>
            <a:ext cx="18288" cy="4389120"/>
          </a:xfrm>
          <a:prstGeom prst="rect">
            <a:avLst/>
          </a:prstGeom>
          <a:gradFill flip="none" rotWithShape="1">
            <a:gsLst>
              <a:gs pos="0">
                <a:schemeClr val="tx2">
                  <a:lumMod val="75000"/>
                </a:schemeClr>
              </a:gs>
              <a:gs pos="100000">
                <a:schemeClr val="tx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flipH="1">
            <a:off x="4574241" y="1694516"/>
            <a:ext cx="18288" cy="4389120"/>
          </a:xfrm>
          <a:prstGeom prst="rect">
            <a:avLst/>
          </a:prstGeom>
          <a:gradFill flip="none" rotWithShape="1">
            <a:gsLst>
              <a:gs pos="0">
                <a:schemeClr val="tx2">
                  <a:lumMod val="75000"/>
                </a:schemeClr>
              </a:gs>
              <a:gs pos="100000">
                <a:schemeClr val="tx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flipH="1">
            <a:off x="4574241" y="1694516"/>
            <a:ext cx="18288" cy="4389120"/>
          </a:xfrm>
          <a:prstGeom prst="rect">
            <a:avLst/>
          </a:prstGeom>
          <a:gradFill flip="none" rotWithShape="1">
            <a:gsLst>
              <a:gs pos="0">
                <a:schemeClr val="tx2">
                  <a:lumMod val="75000"/>
                </a:schemeClr>
              </a:gs>
              <a:gs pos="100000">
                <a:schemeClr val="tx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flipH="1">
            <a:off x="4574241" y="1694516"/>
            <a:ext cx="18288" cy="4389120"/>
          </a:xfrm>
          <a:prstGeom prst="rect">
            <a:avLst/>
          </a:prstGeom>
          <a:gradFill flip="none" rotWithShape="1">
            <a:gsLst>
              <a:gs pos="0">
                <a:schemeClr val="tx2">
                  <a:lumMod val="75000"/>
                </a:schemeClr>
              </a:gs>
              <a:gs pos="100000">
                <a:schemeClr val="tx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7030797B-D0E1-4849-8B9D-CE1555A2A35F}" type="datetimeFigureOut">
              <a:rPr lang="en-US" smtClean="0"/>
              <a:t>1/4/15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96A12B-82BF-D54B-BB99-DBABD3F4080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30797B-D0E1-4849-8B9D-CE1555A2A35F}" type="datetimeFigureOut">
              <a:rPr lang="en-US" smtClean="0"/>
              <a:t>1/4/15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96A12B-82BF-D54B-BB99-DBABD3F4080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1825" y="1720103"/>
            <a:ext cx="3657600" cy="1162050"/>
          </a:xfrm>
        </p:spPr>
        <p:txBody>
          <a:bodyPr anchor="b">
            <a:noAutofit/>
          </a:bodyPr>
          <a:lstStyle>
            <a:lvl1pPr algn="ctr">
              <a:defRPr sz="3600" b="0"/>
            </a:lvl1pPr>
          </a:lstStyle>
          <a:p>
            <a:r>
              <a:rPr lang="en-US" smtClean="0"/>
              <a:t>Click to edit Master title style</a:t>
            </a:r>
            <a:endParaRPr/>
          </a:p>
        </p:txBody>
      </p:sp>
      <p:sp>
        <p:nvSpPr>
          <p:cNvPr id="3" name="Content Placeholder 2"/>
          <p:cNvSpPr>
            <a:spLocks noGrp="1"/>
          </p:cNvSpPr>
          <p:nvPr>
            <p:ph idx="1"/>
          </p:nvPr>
        </p:nvSpPr>
        <p:spPr>
          <a:xfrm>
            <a:off x="4692650" y="658906"/>
            <a:ext cx="3819338" cy="5467258"/>
          </a:xfrm>
        </p:spPr>
        <p:txBody>
          <a:bodyPr>
            <a:normAutofit/>
          </a:bodyPr>
          <a:lstStyle>
            <a:lvl1pPr>
              <a:spcBef>
                <a:spcPts val="2000"/>
              </a:spcBef>
              <a:defRPr sz="2000"/>
            </a:lvl1pPr>
            <a:lvl2pPr>
              <a:spcBef>
                <a:spcPts val="600"/>
              </a:spcBef>
              <a:defRPr sz="1800"/>
            </a:lvl2pPr>
            <a:lvl3pPr>
              <a:spcBef>
                <a:spcPts val="600"/>
              </a:spcBef>
              <a:defRPr sz="1800"/>
            </a:lvl3pPr>
            <a:lvl4pPr>
              <a:spcBef>
                <a:spcPts val="600"/>
              </a:spcBef>
              <a:defRPr sz="1800"/>
            </a:lvl4pPr>
            <a:lvl5pPr>
              <a:spcBef>
                <a:spcPts val="600"/>
              </a:spcBef>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631825" y="2877671"/>
            <a:ext cx="3657600" cy="2339788"/>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30797B-D0E1-4849-8B9D-CE1555A2A35F}" type="datetimeFigureOut">
              <a:rPr lang="en-US" smtClean="0"/>
              <a:t>1/4/15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FF1679-83E0-4571-98D7-4BB535B5F50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1823" y="1227427"/>
            <a:ext cx="3657600" cy="566738"/>
          </a:xfrm>
        </p:spPr>
        <p:txBody>
          <a:bodyPr anchor="b">
            <a:noAutofit/>
          </a:bodyPr>
          <a:lstStyle>
            <a:lvl1pPr algn="l">
              <a:defRPr sz="3600" b="0"/>
            </a:lvl1pPr>
          </a:lstStyle>
          <a:p>
            <a:r>
              <a:rPr lang="en-US" smtClean="0"/>
              <a:t>Click to edit Master title style</a:t>
            </a:r>
            <a:endParaRPr/>
          </a:p>
        </p:txBody>
      </p:sp>
      <p:sp>
        <p:nvSpPr>
          <p:cNvPr id="3" name="Picture Placeholder 2"/>
          <p:cNvSpPr>
            <a:spLocks noGrp="1"/>
          </p:cNvSpPr>
          <p:nvPr>
            <p:ph type="pic" idx="1"/>
          </p:nvPr>
        </p:nvSpPr>
        <p:spPr>
          <a:xfrm rot="194096">
            <a:off x="4845353" y="975801"/>
            <a:ext cx="3496570" cy="4747249"/>
          </a:xfrm>
          <a:prstGeom prst="rect">
            <a:avLst/>
          </a:prstGeom>
          <a:noFill/>
          <a:ln w="177800" cap="sq">
            <a:solidFill>
              <a:schemeClr val="tx1"/>
            </a:solidFill>
            <a:miter lim="800000"/>
          </a:ln>
          <a:effectLst>
            <a:outerShdw blurRad="50800" dist="38100" dir="2700000" algn="tl" rotWithShape="0">
              <a:prstClr val="black">
                <a:alpha val="4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631823" y="1799793"/>
            <a:ext cx="3657600" cy="3991408"/>
          </a:xfrm>
        </p:spPr>
        <p:txBody>
          <a:bodyPr>
            <a:normAutofit/>
          </a:bodyPr>
          <a:lstStyle>
            <a:lvl1pPr marL="0" indent="0" algn="l">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30797B-D0E1-4849-8B9D-CE1555A2A35F}" type="datetimeFigureOut">
              <a:rPr lang="en-US" smtClean="0"/>
              <a:t>1/4/15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96A12B-82BF-D54B-BB99-DBABD3F4080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632011" y="4329953"/>
            <a:ext cx="7907151" cy="927847"/>
          </a:xfrm>
        </p:spPr>
        <p:txBody>
          <a:bodyPr anchor="b" anchorCtr="0">
            <a:noAutofit/>
          </a:bodyPr>
          <a:lstStyle>
            <a:lvl1pPr algn="l">
              <a:defRPr sz="3600"/>
            </a:lvl1pPr>
          </a:lstStyle>
          <a:p>
            <a:r>
              <a:rPr lang="en-US" smtClean="0"/>
              <a:t>Click to edit Master title style</a:t>
            </a:r>
            <a:endParaRPr/>
          </a:p>
        </p:txBody>
      </p:sp>
      <p:sp>
        <p:nvSpPr>
          <p:cNvPr id="3" name="Date Placeholder 2"/>
          <p:cNvSpPr>
            <a:spLocks noGrp="1"/>
          </p:cNvSpPr>
          <p:nvPr>
            <p:ph type="dt" sz="half" idx="10"/>
          </p:nvPr>
        </p:nvSpPr>
        <p:spPr/>
        <p:txBody>
          <a:bodyPr/>
          <a:lstStyle/>
          <a:p>
            <a:fld id="{7030797B-D0E1-4849-8B9D-CE1555A2A35F}" type="datetimeFigureOut">
              <a:rPr lang="en-US" smtClean="0"/>
              <a:t>1/4/15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96A12B-82BF-D54B-BB99-DBABD3F40801}" type="slidenum">
              <a:rPr lang="en-US" smtClean="0"/>
              <a:t>‹#›</a:t>
            </a:fld>
            <a:endParaRPr lang="en-US"/>
          </a:p>
        </p:txBody>
      </p:sp>
      <p:sp>
        <p:nvSpPr>
          <p:cNvPr id="7" name="Text Placeholder 6"/>
          <p:cNvSpPr>
            <a:spLocks noGrp="1"/>
          </p:cNvSpPr>
          <p:nvPr>
            <p:ph type="body" sz="quarter" idx="13"/>
          </p:nvPr>
        </p:nvSpPr>
        <p:spPr>
          <a:xfrm>
            <a:off x="634196" y="5257800"/>
            <a:ext cx="7904950" cy="990600"/>
          </a:xfrm>
        </p:spPr>
        <p:txBody>
          <a:bodyPr>
            <a:normAutofit/>
          </a:bodyPr>
          <a:lstStyle>
            <a:lvl1pPr marL="0" indent="0">
              <a:buNone/>
              <a:defRPr sz="1800"/>
            </a:lvl1pPr>
            <a:lvl2pPr marL="0" indent="0">
              <a:buNone/>
              <a:defRPr sz="1800"/>
            </a:lvl2pPr>
            <a:lvl3pPr marL="0" indent="0">
              <a:buNone/>
              <a:defRPr sz="1800"/>
            </a:lvl3pPr>
            <a:lvl4pPr marL="0" indent="0">
              <a:buNone/>
              <a:defRPr sz="1800"/>
            </a:lvl4pPr>
            <a:lvl5pPr marL="0" indent="0">
              <a:buNone/>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Picture Placeholder 2"/>
          <p:cNvSpPr>
            <a:spLocks noGrp="1"/>
          </p:cNvSpPr>
          <p:nvPr>
            <p:ph type="pic" idx="1"/>
          </p:nvPr>
        </p:nvSpPr>
        <p:spPr>
          <a:xfrm rot="319004">
            <a:off x="2075968" y="741009"/>
            <a:ext cx="4914362" cy="3240064"/>
          </a:xfrm>
          <a:prstGeom prst="rect">
            <a:avLst/>
          </a:prstGeom>
          <a:noFill/>
          <a:ln w="177800" cap="sq">
            <a:solidFill>
              <a:schemeClr val="tx1"/>
            </a:solidFill>
            <a:miter lim="800000"/>
          </a:ln>
          <a:effectLst>
            <a:outerShdw blurRad="50800" dist="38100" dir="2700000" algn="tl" rotWithShape="0">
              <a:prstClr val="black">
                <a:alpha val="4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9" name="Picture Placeholder 2"/>
          <p:cNvSpPr>
            <a:spLocks noGrp="1"/>
          </p:cNvSpPr>
          <p:nvPr>
            <p:ph type="pic" idx="14"/>
          </p:nvPr>
        </p:nvSpPr>
        <p:spPr>
          <a:xfrm rot="21346724">
            <a:off x="436037" y="494284"/>
            <a:ext cx="4663440" cy="3030003"/>
          </a:xfrm>
          <a:prstGeom prst="rect">
            <a:avLst/>
          </a:prstGeom>
          <a:noFill/>
          <a:ln w="177800" cap="sq">
            <a:solidFill>
              <a:schemeClr val="tx1"/>
            </a:solidFill>
            <a:miter lim="800000"/>
          </a:ln>
          <a:effectLst>
            <a:outerShdw blurRad="50800" dist="38100" dir="2700000" algn="tl" rotWithShape="0">
              <a:prstClr val="black">
                <a:alpha val="4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2" name="Title 1"/>
          <p:cNvSpPr>
            <a:spLocks noGrp="1"/>
          </p:cNvSpPr>
          <p:nvPr>
            <p:ph type="title"/>
          </p:nvPr>
        </p:nvSpPr>
        <p:spPr>
          <a:xfrm>
            <a:off x="632011" y="4329953"/>
            <a:ext cx="7907151" cy="927847"/>
          </a:xfrm>
        </p:spPr>
        <p:txBody>
          <a:bodyPr anchor="b" anchorCtr="0">
            <a:noAutofit/>
          </a:bodyPr>
          <a:lstStyle>
            <a:lvl1pPr algn="l">
              <a:defRPr sz="3600"/>
            </a:lvl1pPr>
          </a:lstStyle>
          <a:p>
            <a:r>
              <a:rPr lang="en-US" smtClean="0"/>
              <a:t>Click to edit Master title style</a:t>
            </a:r>
            <a:endParaRPr/>
          </a:p>
        </p:txBody>
      </p:sp>
      <p:sp>
        <p:nvSpPr>
          <p:cNvPr id="3" name="Date Placeholder 2"/>
          <p:cNvSpPr>
            <a:spLocks noGrp="1"/>
          </p:cNvSpPr>
          <p:nvPr>
            <p:ph type="dt" sz="half" idx="10"/>
          </p:nvPr>
        </p:nvSpPr>
        <p:spPr/>
        <p:txBody>
          <a:bodyPr/>
          <a:lstStyle/>
          <a:p>
            <a:fld id="{7030797B-D0E1-4849-8B9D-CE1555A2A35F}" type="datetimeFigureOut">
              <a:rPr lang="en-US" smtClean="0"/>
              <a:t>1/4/15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96A12B-82BF-D54B-BB99-DBABD3F40801}" type="slidenum">
              <a:rPr lang="en-US" smtClean="0"/>
              <a:t>‹#›</a:t>
            </a:fld>
            <a:endParaRPr lang="en-US"/>
          </a:p>
        </p:txBody>
      </p:sp>
      <p:sp>
        <p:nvSpPr>
          <p:cNvPr id="7" name="Text Placeholder 6"/>
          <p:cNvSpPr>
            <a:spLocks noGrp="1"/>
          </p:cNvSpPr>
          <p:nvPr>
            <p:ph type="body" sz="quarter" idx="13"/>
          </p:nvPr>
        </p:nvSpPr>
        <p:spPr>
          <a:xfrm>
            <a:off x="634196" y="5257800"/>
            <a:ext cx="7904950" cy="990600"/>
          </a:xfrm>
        </p:spPr>
        <p:txBody>
          <a:bodyPr>
            <a:normAutofit/>
          </a:bodyPr>
          <a:lstStyle>
            <a:lvl1pPr marL="0" indent="0">
              <a:buNone/>
              <a:defRPr sz="1800"/>
            </a:lvl1pPr>
            <a:lvl2pPr marL="0" indent="0">
              <a:buNone/>
              <a:defRPr sz="1800"/>
            </a:lvl2pPr>
            <a:lvl3pPr marL="0" indent="0">
              <a:buNone/>
              <a:defRPr sz="1800"/>
            </a:lvl3pPr>
            <a:lvl4pPr marL="0" indent="0">
              <a:buNone/>
              <a:defRPr sz="1800"/>
            </a:lvl4pPr>
            <a:lvl5pPr marL="0" indent="0">
              <a:buNone/>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Picture Placeholder 2"/>
          <p:cNvSpPr>
            <a:spLocks noGrp="1"/>
          </p:cNvSpPr>
          <p:nvPr>
            <p:ph type="pic" idx="1"/>
          </p:nvPr>
        </p:nvSpPr>
        <p:spPr>
          <a:xfrm rot="152337">
            <a:off x="4118577" y="735553"/>
            <a:ext cx="4663440" cy="3030003"/>
          </a:xfrm>
          <a:prstGeom prst="rect">
            <a:avLst/>
          </a:prstGeom>
          <a:noFill/>
          <a:ln w="177800" cap="sq">
            <a:solidFill>
              <a:schemeClr val="tx1"/>
            </a:solidFill>
            <a:miter lim="800000"/>
          </a:ln>
          <a:effectLst>
            <a:outerShdw blurRad="50800" dist="38100" dir="2700000" algn="tl" rotWithShape="0">
              <a:prstClr val="black">
                <a:alpha val="4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normAutofit/>
          </a:bodyPr>
          <a:lstStyle>
            <a:lvl1pPr>
              <a:spcBef>
                <a:spcPts val="2000"/>
              </a:spcBef>
              <a:defRPr/>
            </a:lvl1pPr>
            <a:lvl2pPr>
              <a:spcBef>
                <a:spcPts val="600"/>
              </a:spcBef>
              <a:defRPr/>
            </a:lvl2pPr>
            <a:lvl3pPr>
              <a:spcBef>
                <a:spcPts val="600"/>
              </a:spcBef>
              <a:defRPr/>
            </a:lvl3pPr>
            <a:lvl4pPr>
              <a:spcBef>
                <a:spcPts val="600"/>
              </a:spcBef>
              <a:defRPr/>
            </a:lvl4pPr>
            <a:lvl5pPr>
              <a:spcBef>
                <a:spcPts val="600"/>
              </a:spcBef>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7030797B-D0E1-4849-8B9D-CE1555A2A35F}" type="datetimeFigureOut">
              <a:rPr lang="en-US" smtClean="0"/>
              <a:t>1/4/15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96A12B-82BF-D54B-BB99-DBABD3F40801}"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72400" y="685801"/>
            <a:ext cx="757518" cy="5440680"/>
          </a:xfrm>
        </p:spPr>
        <p:txBody>
          <a:bodyPr vert="eaVert">
            <a:noAutofit/>
          </a:bodyPr>
          <a:lstStyle/>
          <a:p>
            <a:r>
              <a:rPr lang="en-US" smtClean="0"/>
              <a:t>Click to edit Master title style</a:t>
            </a:r>
            <a:endParaRPr/>
          </a:p>
        </p:txBody>
      </p:sp>
      <p:sp>
        <p:nvSpPr>
          <p:cNvPr id="3" name="Vertical Text Placeholder 2"/>
          <p:cNvSpPr>
            <a:spLocks noGrp="1"/>
          </p:cNvSpPr>
          <p:nvPr>
            <p:ph type="body" orient="vert" idx="1"/>
          </p:nvPr>
        </p:nvSpPr>
        <p:spPr>
          <a:xfrm>
            <a:off x="631825" y="685801"/>
            <a:ext cx="6561137" cy="5440680"/>
          </a:xfrm>
        </p:spPr>
        <p:txBody>
          <a:bodyPr vert="eaVe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7030797B-D0E1-4849-8B9D-CE1555A2A35F}" type="datetimeFigureOut">
              <a:rPr lang="en-US" smtClean="0"/>
              <a:t>1/4/15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96A12B-82BF-D54B-BB99-DBABD3F4080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2775" y="582706"/>
            <a:ext cx="7918450" cy="788894"/>
          </a:xfrm>
          <a:prstGeom prst="rect">
            <a:avLst/>
          </a:prstGeom>
        </p:spPr>
        <p:txBody>
          <a:bodyPr vert="horz" lIns="91440" tIns="45720" rIns="91440" bIns="45720" rtlCol="0" anchor="t" anchorCtr="0">
            <a:normAutofit/>
          </a:bodyPr>
          <a:lstStyle/>
          <a:p>
            <a:r>
              <a:rPr lang="en-US" smtClean="0"/>
              <a:t>Click to edit Master title style</a:t>
            </a:r>
            <a:endParaRPr/>
          </a:p>
        </p:txBody>
      </p:sp>
      <p:sp>
        <p:nvSpPr>
          <p:cNvPr id="3" name="Text Placeholder 2"/>
          <p:cNvSpPr>
            <a:spLocks noGrp="1"/>
          </p:cNvSpPr>
          <p:nvPr>
            <p:ph type="body" idx="1"/>
          </p:nvPr>
        </p:nvSpPr>
        <p:spPr>
          <a:xfrm>
            <a:off x="988358" y="2044700"/>
            <a:ext cx="7167284" cy="40814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457200" y="6275294"/>
            <a:ext cx="1600200" cy="365125"/>
          </a:xfrm>
          <a:prstGeom prst="rect">
            <a:avLst/>
          </a:prstGeom>
        </p:spPr>
        <p:txBody>
          <a:bodyPr vert="horz" lIns="91440" tIns="45720" rIns="91440" bIns="45720" rtlCol="0" anchor="ctr"/>
          <a:lstStyle>
            <a:lvl1pPr algn="l">
              <a:defRPr sz="1100">
                <a:solidFill>
                  <a:schemeClr val="tx2"/>
                </a:solidFill>
              </a:defRPr>
            </a:lvl1pPr>
          </a:lstStyle>
          <a:p>
            <a:fld id="{7030797B-D0E1-4849-8B9D-CE1555A2A35F}" type="datetimeFigureOut">
              <a:rPr lang="en-US" smtClean="0"/>
              <a:t>1/4/15</a:t>
            </a:fld>
            <a:endParaRPr lang="en-US"/>
          </a:p>
        </p:txBody>
      </p:sp>
      <p:sp>
        <p:nvSpPr>
          <p:cNvPr id="5" name="Footer Placeholder 4"/>
          <p:cNvSpPr>
            <a:spLocks noGrp="1"/>
          </p:cNvSpPr>
          <p:nvPr>
            <p:ph type="ftr" sz="quarter" idx="3"/>
          </p:nvPr>
        </p:nvSpPr>
        <p:spPr>
          <a:xfrm>
            <a:off x="2205318" y="6275294"/>
            <a:ext cx="5643282"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sp>
        <p:nvSpPr>
          <p:cNvPr id="6" name="Slide Number Placeholder 5"/>
          <p:cNvSpPr>
            <a:spLocks noGrp="1"/>
          </p:cNvSpPr>
          <p:nvPr>
            <p:ph type="sldNum" sz="quarter" idx="4"/>
          </p:nvPr>
        </p:nvSpPr>
        <p:spPr>
          <a:xfrm>
            <a:off x="8077200" y="6275294"/>
            <a:ext cx="609600" cy="365125"/>
          </a:xfrm>
          <a:prstGeom prst="rect">
            <a:avLst/>
          </a:prstGeom>
        </p:spPr>
        <p:txBody>
          <a:bodyPr vert="horz" lIns="91440" tIns="45720" rIns="91440" bIns="45720" rtlCol="0" anchor="ctr"/>
          <a:lstStyle>
            <a:lvl1pPr algn="r">
              <a:defRPr sz="1400">
                <a:solidFill>
                  <a:schemeClr val="tx2"/>
                </a:solidFill>
              </a:defRPr>
            </a:lvl1pPr>
          </a:lstStyle>
          <a:p>
            <a:fld id="{F296A12B-82BF-D54B-BB99-DBABD3F40801}"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 id="2147483920" r:id="rId13"/>
    <p:sldLayoutId id="2147483921" r:id="rId14"/>
  </p:sldLayoutIdLst>
  <p:txStyles>
    <p:titleStyle>
      <a:lvl1pPr algn="ctr" defTabSz="914400" rtl="0" eaLnBrk="1" latinLnBrk="0" hangingPunct="1">
        <a:spcBef>
          <a:spcPct val="0"/>
        </a:spcBef>
        <a:buNone/>
        <a:defRPr sz="4200" kern="1200">
          <a:solidFill>
            <a:schemeClr val="accent1"/>
          </a:solidFill>
          <a:latin typeface="+mj-lt"/>
          <a:ea typeface="+mj-ea"/>
          <a:cs typeface="+mj-cs"/>
        </a:defRPr>
      </a:lvl1pPr>
    </p:titleStyle>
    <p:bodyStyle>
      <a:lvl1pPr marL="342900" indent="-342900" algn="l" defTabSz="914400" rtl="0" eaLnBrk="1" latinLnBrk="0" hangingPunct="1">
        <a:spcBef>
          <a:spcPct val="20000"/>
        </a:spcBef>
        <a:buClr>
          <a:schemeClr val="bg2"/>
        </a:buClr>
        <a:buSzPct val="90000"/>
        <a:buFont typeface="Wingdings 2" pitchFamily="18" charset="2"/>
        <a:buChar char="Ü"/>
        <a:defRPr sz="2200" kern="1200">
          <a:solidFill>
            <a:schemeClr val="tx1"/>
          </a:solidFill>
          <a:latin typeface="+mn-lt"/>
          <a:ea typeface="+mn-ea"/>
          <a:cs typeface="+mn-cs"/>
        </a:defRPr>
      </a:lvl1pPr>
      <a:lvl2pPr marL="685800" indent="-336550" algn="l" defTabSz="914400" rtl="0" eaLnBrk="1" latinLnBrk="0" hangingPunct="1">
        <a:spcBef>
          <a:spcPct val="20000"/>
        </a:spcBef>
        <a:buClr>
          <a:schemeClr val="bg2">
            <a:lumMod val="60000"/>
            <a:lumOff val="40000"/>
          </a:schemeClr>
        </a:buClr>
        <a:buSzPct val="90000"/>
        <a:buFont typeface="Wingdings 2" pitchFamily="18" charset="2"/>
        <a:buChar char="Ü"/>
        <a:defRPr sz="2000" kern="1200">
          <a:solidFill>
            <a:schemeClr val="tx1"/>
          </a:solidFill>
          <a:latin typeface="+mn-lt"/>
          <a:ea typeface="+mn-ea"/>
          <a:cs typeface="+mn-cs"/>
        </a:defRPr>
      </a:lvl2pPr>
      <a:lvl3pPr marL="1035050" indent="-349250" algn="l" defTabSz="914400" rtl="0" eaLnBrk="1" latinLnBrk="0" hangingPunct="1">
        <a:spcBef>
          <a:spcPct val="20000"/>
        </a:spcBef>
        <a:buClr>
          <a:schemeClr val="bg2"/>
        </a:buClr>
        <a:buSzPct val="90000"/>
        <a:buFont typeface="Wingdings 2" pitchFamily="18" charset="2"/>
        <a:buChar char="Ü"/>
        <a:defRPr sz="1800" kern="1200">
          <a:solidFill>
            <a:schemeClr val="tx1"/>
          </a:solidFill>
          <a:latin typeface="+mn-lt"/>
          <a:ea typeface="+mn-ea"/>
          <a:cs typeface="+mn-cs"/>
        </a:defRPr>
      </a:lvl3pPr>
      <a:lvl4pPr marL="1371600" indent="-336550" algn="l" defTabSz="914400" rtl="0" eaLnBrk="1" latinLnBrk="0" hangingPunct="1">
        <a:spcBef>
          <a:spcPct val="20000"/>
        </a:spcBef>
        <a:buClr>
          <a:schemeClr val="bg2">
            <a:lumMod val="60000"/>
            <a:lumOff val="40000"/>
          </a:schemeClr>
        </a:buClr>
        <a:buSzPct val="90000"/>
        <a:buFont typeface="Wingdings 2" pitchFamily="18" charset="2"/>
        <a:buChar char="Ü"/>
        <a:defRPr sz="1800" kern="1200">
          <a:solidFill>
            <a:schemeClr val="tx1"/>
          </a:solidFill>
          <a:latin typeface="+mn-lt"/>
          <a:ea typeface="+mn-ea"/>
          <a:cs typeface="+mn-cs"/>
        </a:defRPr>
      </a:lvl4pPr>
      <a:lvl5pPr marL="1720850" indent="-349250" algn="l" defTabSz="914400" rtl="0" eaLnBrk="1" latinLnBrk="0" hangingPunct="1">
        <a:spcBef>
          <a:spcPct val="20000"/>
        </a:spcBef>
        <a:buClr>
          <a:schemeClr val="bg2"/>
        </a:buClr>
        <a:buSzPct val="90000"/>
        <a:buFont typeface="Wingdings 2" pitchFamily="18" charset="2"/>
        <a:buChar char="Ü"/>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u="sng" dirty="0" smtClean="0"/>
              <a:t>Ezekiel 28:11-18</a:t>
            </a:r>
            <a:r>
              <a:rPr lang="en-US" dirty="0" smtClean="0"/>
              <a:t/>
            </a:r>
            <a:br>
              <a:rPr lang="en-US" dirty="0" smtClean="0"/>
            </a:br>
            <a:endParaRPr lang="en-US" dirty="0"/>
          </a:p>
        </p:txBody>
      </p:sp>
      <p:sp>
        <p:nvSpPr>
          <p:cNvPr id="5" name="Rectangle 4"/>
          <p:cNvSpPr/>
          <p:nvPr/>
        </p:nvSpPr>
        <p:spPr>
          <a:xfrm>
            <a:off x="498593" y="1232370"/>
            <a:ext cx="8032631" cy="5078314"/>
          </a:xfrm>
          <a:prstGeom prst="rect">
            <a:avLst/>
          </a:prstGeom>
        </p:spPr>
        <p:txBody>
          <a:bodyPr wrap="square">
            <a:spAutoFit/>
          </a:bodyPr>
          <a:lstStyle/>
          <a:p>
            <a:r>
              <a:rPr lang="en-US" b="1" dirty="0"/>
              <a:t>11</a:t>
            </a:r>
            <a:r>
              <a:rPr lang="en-US" dirty="0"/>
              <a:t> The word of the LORD came to me: </a:t>
            </a:r>
            <a:r>
              <a:rPr lang="en-US" b="1" dirty="0"/>
              <a:t>12</a:t>
            </a:r>
            <a:r>
              <a:rPr lang="en-US" dirty="0"/>
              <a:t> "Son of man, take up a lament concerning the king of Tyre and say to him: 'This is what the Sovereign LORD says: " 'You were the seal of perfection, full of wisdom and perfect in beauty.</a:t>
            </a:r>
            <a:r>
              <a:rPr lang="en-US" b="1" dirty="0"/>
              <a:t>13 </a:t>
            </a:r>
            <a:r>
              <a:rPr lang="en-US" dirty="0"/>
              <a:t>You were in Eden, the garden of God; every precious stone adorned you: carnelian, chrysolite and emerald, topaz, onyx and jasper, lapis lazuli, turquoise and beryl. Your settings and mountings were made of gold; on the day you were created they were prepared.</a:t>
            </a:r>
            <a:r>
              <a:rPr lang="en-US" b="1" dirty="0"/>
              <a:t>14</a:t>
            </a:r>
            <a:r>
              <a:rPr lang="en-US" dirty="0"/>
              <a:t> You were anointed as a guardian cherub, for so I ordained you. You were on the holy mount of God; you walked among the fiery stones.</a:t>
            </a:r>
            <a:r>
              <a:rPr lang="en-US" b="1" dirty="0"/>
              <a:t>15 </a:t>
            </a:r>
            <a:r>
              <a:rPr lang="en-US" dirty="0"/>
              <a:t>You were blameless in your ways from the day you were created till wickedness was found in you.</a:t>
            </a:r>
            <a:r>
              <a:rPr lang="en-US" b="1" dirty="0"/>
              <a:t>16 </a:t>
            </a:r>
            <a:r>
              <a:rPr lang="en-US" dirty="0"/>
              <a:t>Through your widespread trade you were filled with violence, and you sinned. So I drove you in disgrace from the mount of God, and I expelled you, guardian cherub, from among the fiery stones.</a:t>
            </a:r>
            <a:r>
              <a:rPr lang="en-US" b="1" dirty="0"/>
              <a:t>17</a:t>
            </a:r>
            <a:r>
              <a:rPr lang="en-US" dirty="0"/>
              <a:t> Your heart became proud on account of your beauty, and you corrupted your wisdom because of your splendor. So I threw you to the earth; I made a spectacle of you before kings.</a:t>
            </a:r>
            <a:r>
              <a:rPr lang="en-US" b="1" dirty="0"/>
              <a:t>18</a:t>
            </a:r>
            <a:r>
              <a:rPr lang="en-US" dirty="0"/>
              <a:t> By your many sins and dishonest trade you have desecrated your sanctuaries. So I made a fire come out from you, and it consumed you, and I reduced you to ashes on the ground in the sight of all who were watching.</a:t>
            </a:r>
          </a:p>
        </p:txBody>
      </p:sp>
      <p:sp>
        <p:nvSpPr>
          <p:cNvPr id="2" name="TextBox 1"/>
          <p:cNvSpPr txBox="1"/>
          <p:nvPr/>
        </p:nvSpPr>
        <p:spPr>
          <a:xfrm>
            <a:off x="9911069" y="2658922"/>
            <a:ext cx="184666" cy="369332"/>
          </a:xfrm>
          <a:prstGeom prst="rect">
            <a:avLst/>
          </a:prstGeom>
          <a:noFill/>
        </p:spPr>
        <p:txBody>
          <a:bodyPr wrap="none" rtlCol="0">
            <a:spAutoFit/>
          </a:bodyPr>
          <a:lstStyle/>
          <a:p>
            <a:endParaRPr lang="en-US"/>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Matthew 4:8-11</a:t>
            </a:r>
            <a:r>
              <a:rPr lang="en-US" dirty="0" smtClean="0"/>
              <a:t> </a:t>
            </a:r>
            <a:endParaRPr lang="en-US" dirty="0"/>
          </a:p>
        </p:txBody>
      </p:sp>
      <p:sp>
        <p:nvSpPr>
          <p:cNvPr id="3" name="Rectangle 2"/>
          <p:cNvSpPr/>
          <p:nvPr/>
        </p:nvSpPr>
        <p:spPr>
          <a:xfrm>
            <a:off x="623652" y="1946847"/>
            <a:ext cx="7907573" cy="1477328"/>
          </a:xfrm>
          <a:prstGeom prst="rect">
            <a:avLst/>
          </a:prstGeom>
        </p:spPr>
        <p:txBody>
          <a:bodyPr wrap="square">
            <a:spAutoFit/>
          </a:bodyPr>
          <a:lstStyle/>
          <a:p>
            <a:r>
              <a:rPr lang="en-US" b="1" dirty="0"/>
              <a:t>8</a:t>
            </a:r>
            <a:r>
              <a:rPr lang="en-US" dirty="0"/>
              <a:t> Again, the devil took him to a very high mountain and showed him all the kingdoms of the world and their splendor. </a:t>
            </a:r>
            <a:r>
              <a:rPr lang="en-US" b="1" dirty="0"/>
              <a:t>9</a:t>
            </a:r>
            <a:r>
              <a:rPr lang="en-US" dirty="0"/>
              <a:t> "All this I will give you," he said, "if you will bow down and worship me."</a:t>
            </a:r>
            <a:r>
              <a:rPr lang="en-US" b="1" dirty="0"/>
              <a:t>10</a:t>
            </a:r>
            <a:r>
              <a:rPr lang="en-US" dirty="0"/>
              <a:t> Jesus said to him, "Away from me, Satan! For it is written: 'Worship the Lord your God, and serve him only.'"</a:t>
            </a:r>
            <a:r>
              <a:rPr lang="en-US" b="1" dirty="0"/>
              <a:t>11</a:t>
            </a:r>
            <a:r>
              <a:rPr lang="en-US" dirty="0"/>
              <a:t> Then the devil left him, and angels came and attended him.</a:t>
            </a:r>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t>Hebrews 7:1-10</a:t>
            </a:r>
            <a:r>
              <a:rPr lang="en-US" dirty="0" smtClean="0"/>
              <a:t/>
            </a:r>
            <a:br>
              <a:rPr lang="en-US" dirty="0" smtClean="0"/>
            </a:br>
            <a:endParaRPr lang="en-US" dirty="0"/>
          </a:p>
        </p:txBody>
      </p:sp>
      <p:sp>
        <p:nvSpPr>
          <p:cNvPr id="3" name="Rectangle 2"/>
          <p:cNvSpPr/>
          <p:nvPr/>
        </p:nvSpPr>
        <p:spPr>
          <a:xfrm>
            <a:off x="642193" y="1371600"/>
            <a:ext cx="7889032" cy="4801315"/>
          </a:xfrm>
          <a:prstGeom prst="rect">
            <a:avLst/>
          </a:prstGeom>
        </p:spPr>
        <p:txBody>
          <a:bodyPr wrap="square">
            <a:spAutoFit/>
          </a:bodyPr>
          <a:lstStyle/>
          <a:p>
            <a:r>
              <a:rPr lang="en-US" b="1" dirty="0"/>
              <a:t>1 </a:t>
            </a:r>
            <a:r>
              <a:rPr lang="en-US" dirty="0"/>
              <a:t>This Melchizedek was king of Salem and priest of God Most High. He met Abraham returning from the defeat of the kings and blessed him, </a:t>
            </a:r>
            <a:r>
              <a:rPr lang="en-US" b="1" dirty="0"/>
              <a:t>2 </a:t>
            </a:r>
            <a:r>
              <a:rPr lang="en-US" dirty="0"/>
              <a:t>and Abraham gave him a tenth of everything. First, the name Melchizedek means "king of righteousness"; then also, "king of Salem" means "king of peace." </a:t>
            </a:r>
            <a:r>
              <a:rPr lang="en-US" b="1" dirty="0"/>
              <a:t>3 </a:t>
            </a:r>
            <a:r>
              <a:rPr lang="en-US" dirty="0"/>
              <a:t>Without father or mother, without genealogy, without beginning of days or end of life, resembling the Son of God, he remains a priest forever.</a:t>
            </a:r>
            <a:r>
              <a:rPr lang="en-US" b="1" dirty="0"/>
              <a:t>4 </a:t>
            </a:r>
            <a:r>
              <a:rPr lang="en-US" dirty="0"/>
              <a:t>Just think how great he was: Even the patriarch Abraham gave him a tenth of the plunder! </a:t>
            </a:r>
            <a:r>
              <a:rPr lang="en-US" b="1" dirty="0"/>
              <a:t>5</a:t>
            </a:r>
            <a:r>
              <a:rPr lang="en-US" dirty="0"/>
              <a:t> Now the law requires the descendants of Levi who become priests to collect a tenth from the people—that is, from their fellow Israelites—even though they also are descended from Abraham. </a:t>
            </a:r>
            <a:r>
              <a:rPr lang="en-US" b="1" dirty="0"/>
              <a:t>6 </a:t>
            </a:r>
            <a:r>
              <a:rPr lang="en-US" dirty="0"/>
              <a:t>This man, however, did not trace his descent from Levi, yet he collected a tenth from Abraham and blessed him who had the promises. </a:t>
            </a:r>
            <a:r>
              <a:rPr lang="en-US" b="1" dirty="0"/>
              <a:t>7</a:t>
            </a:r>
            <a:r>
              <a:rPr lang="en-US" dirty="0"/>
              <a:t> And without doubt the lesser is blessed by the greater. </a:t>
            </a:r>
            <a:r>
              <a:rPr lang="en-US" b="1" dirty="0"/>
              <a:t>8</a:t>
            </a:r>
            <a:r>
              <a:rPr lang="en-US" dirty="0"/>
              <a:t> In the one case, the tenth is collected by people who die; but in the other case, by him who is declared to be living. </a:t>
            </a:r>
            <a:r>
              <a:rPr lang="en-US" b="1" dirty="0"/>
              <a:t>9 </a:t>
            </a:r>
            <a:r>
              <a:rPr lang="en-US" dirty="0"/>
              <a:t>One might even say that Levi, who collects the tenth, paid the tenth through Abraham, </a:t>
            </a:r>
            <a:r>
              <a:rPr lang="en-US" b="1" dirty="0"/>
              <a:t>10</a:t>
            </a:r>
            <a:r>
              <a:rPr lang="en-US" dirty="0"/>
              <a:t> because when Melchizedek met Abraham, Levi was still in the body of his ancestor.</a:t>
            </a:r>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t>Genesis 12:1-3</a:t>
            </a:r>
            <a:r>
              <a:rPr lang="en-US" dirty="0" smtClean="0"/>
              <a:t/>
            </a:r>
            <a:br>
              <a:rPr lang="en-US" dirty="0" smtClean="0"/>
            </a:br>
            <a:endParaRPr lang="en-US" dirty="0"/>
          </a:p>
        </p:txBody>
      </p:sp>
      <p:sp>
        <p:nvSpPr>
          <p:cNvPr id="4" name="Rectangle 3"/>
          <p:cNvSpPr/>
          <p:nvPr/>
        </p:nvSpPr>
        <p:spPr>
          <a:xfrm>
            <a:off x="787975" y="1650185"/>
            <a:ext cx="7743249" cy="1754327"/>
          </a:xfrm>
          <a:prstGeom prst="rect">
            <a:avLst/>
          </a:prstGeom>
        </p:spPr>
        <p:txBody>
          <a:bodyPr wrap="square">
            <a:spAutoFit/>
          </a:bodyPr>
          <a:lstStyle/>
          <a:p>
            <a:r>
              <a:rPr lang="en-US" b="1" dirty="0"/>
              <a:t>1 </a:t>
            </a:r>
            <a:r>
              <a:rPr lang="en-US" dirty="0"/>
              <a:t>The LORD had said to Abram, "Go from your country, your people and your father's household to the land I will show you.</a:t>
            </a:r>
          </a:p>
          <a:p>
            <a:r>
              <a:rPr lang="en-US" b="1" dirty="0"/>
              <a:t>2</a:t>
            </a:r>
            <a:r>
              <a:rPr lang="en-US" dirty="0"/>
              <a:t> "I will make you into a great nation, and I will bless you; I will make your name great, and you will be a blessing.</a:t>
            </a:r>
          </a:p>
          <a:p>
            <a:r>
              <a:rPr lang="en-US" b="1" dirty="0"/>
              <a:t>3</a:t>
            </a:r>
            <a:r>
              <a:rPr lang="en-US" dirty="0"/>
              <a:t> I will bless those who bless you, and whoever curses you I will curse; and all peoples on earth will be blessed through you."</a:t>
            </a:r>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t>Genesis 12:10-19</a:t>
            </a:r>
            <a:r>
              <a:rPr lang="en-US" dirty="0" smtClean="0"/>
              <a:t/>
            </a:r>
            <a:br>
              <a:rPr lang="en-US" dirty="0" smtClean="0"/>
            </a:br>
            <a:endParaRPr lang="en-US" dirty="0"/>
          </a:p>
        </p:txBody>
      </p:sp>
      <p:sp>
        <p:nvSpPr>
          <p:cNvPr id="3" name="Rectangle 2"/>
          <p:cNvSpPr/>
          <p:nvPr/>
        </p:nvSpPr>
        <p:spPr>
          <a:xfrm>
            <a:off x="747419" y="1627840"/>
            <a:ext cx="7920319" cy="4524316"/>
          </a:xfrm>
          <a:prstGeom prst="rect">
            <a:avLst/>
          </a:prstGeom>
        </p:spPr>
        <p:txBody>
          <a:bodyPr wrap="square">
            <a:spAutoFit/>
          </a:bodyPr>
          <a:lstStyle/>
          <a:p>
            <a:r>
              <a:rPr lang="en-US" b="1" dirty="0"/>
              <a:t>10 </a:t>
            </a:r>
            <a:r>
              <a:rPr lang="en-US" dirty="0"/>
              <a:t>Now there was a famine in the land, and Abram went down to Egypt to live there for a while because the famine was severe. </a:t>
            </a:r>
            <a:r>
              <a:rPr lang="en-US" b="1" dirty="0"/>
              <a:t>11 </a:t>
            </a:r>
            <a:r>
              <a:rPr lang="en-US" dirty="0"/>
              <a:t>As he was about to enter Egypt, he said to his wife Sarai, "I know what a beautiful woman you are. </a:t>
            </a:r>
            <a:r>
              <a:rPr lang="en-US" b="1" dirty="0"/>
              <a:t>12 </a:t>
            </a:r>
            <a:r>
              <a:rPr lang="en-US" dirty="0"/>
              <a:t>When the Egyptians see you, they will say, 'This is his wife.' Then they will kill me but will let you live. </a:t>
            </a:r>
            <a:r>
              <a:rPr lang="en-US" b="1" dirty="0"/>
              <a:t>13</a:t>
            </a:r>
            <a:r>
              <a:rPr lang="en-US" dirty="0"/>
              <a:t> Say you are my sister, so that I will be treated well for your sake and my life will be spared because of you."</a:t>
            </a:r>
            <a:r>
              <a:rPr lang="en-US" b="1" dirty="0"/>
              <a:t>14 </a:t>
            </a:r>
            <a:r>
              <a:rPr lang="en-US" dirty="0"/>
              <a:t>When Abram came to Egypt, the Egyptians saw that Sarai was a very beautiful woman. </a:t>
            </a:r>
            <a:r>
              <a:rPr lang="en-US" b="1" dirty="0"/>
              <a:t>15</a:t>
            </a:r>
            <a:r>
              <a:rPr lang="en-US" dirty="0"/>
              <a:t> And when Pharaoh's officials saw her, they praised her to Pharaoh, and she was taken into his palace. </a:t>
            </a:r>
            <a:r>
              <a:rPr lang="en-US" b="1" dirty="0"/>
              <a:t>16</a:t>
            </a:r>
            <a:r>
              <a:rPr lang="en-US" dirty="0"/>
              <a:t> He treated Abram well for her sake, and Abram acquired sheep and cattle, male and female donkeys, male and female servants, and camels.</a:t>
            </a:r>
            <a:r>
              <a:rPr lang="en-US" b="1" dirty="0"/>
              <a:t>17</a:t>
            </a:r>
            <a:r>
              <a:rPr lang="en-US" dirty="0"/>
              <a:t> But the LORD inflicted serious diseases on Pharaoh and his household because of Abram's wife Sarai. </a:t>
            </a:r>
            <a:r>
              <a:rPr lang="en-US" b="1" dirty="0"/>
              <a:t>18</a:t>
            </a:r>
            <a:r>
              <a:rPr lang="en-US" dirty="0"/>
              <a:t> So Pharaoh summoned Abram. "What have you done to me?" he said. "Why didn't you tell me she was your wife? </a:t>
            </a:r>
            <a:r>
              <a:rPr lang="en-US" b="1" dirty="0"/>
              <a:t>19</a:t>
            </a:r>
            <a:r>
              <a:rPr lang="en-US" dirty="0"/>
              <a:t> Why did you say, 'She is my sister,' so that I took her to be my wife? Now then, here is your wife. Take her and go!"</a:t>
            </a:r>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775" y="287392"/>
            <a:ext cx="7918450" cy="788894"/>
          </a:xfrm>
        </p:spPr>
        <p:txBody>
          <a:bodyPr>
            <a:normAutofit fontScale="90000"/>
          </a:bodyPr>
          <a:lstStyle/>
          <a:p>
            <a:r>
              <a:rPr lang="en-US" b="1" u="sng" dirty="0" smtClean="0"/>
              <a:t>Genesis 14:10-22</a:t>
            </a:r>
            <a:r>
              <a:rPr lang="en-US" dirty="0" smtClean="0"/>
              <a:t/>
            </a:r>
            <a:br>
              <a:rPr lang="en-US" dirty="0" smtClean="0"/>
            </a:br>
            <a:endParaRPr lang="en-US" dirty="0"/>
          </a:p>
        </p:txBody>
      </p:sp>
      <p:sp>
        <p:nvSpPr>
          <p:cNvPr id="6" name="Rectangle 5"/>
          <p:cNvSpPr/>
          <p:nvPr/>
        </p:nvSpPr>
        <p:spPr>
          <a:xfrm>
            <a:off x="370812" y="1076286"/>
            <a:ext cx="8307794" cy="5016759"/>
          </a:xfrm>
          <a:prstGeom prst="rect">
            <a:avLst/>
          </a:prstGeom>
        </p:spPr>
        <p:txBody>
          <a:bodyPr wrap="square">
            <a:spAutoFit/>
          </a:bodyPr>
          <a:lstStyle/>
          <a:p>
            <a:r>
              <a:rPr lang="en-US" sz="1600" b="1" dirty="0"/>
              <a:t>10 </a:t>
            </a:r>
            <a:r>
              <a:rPr lang="en-US" sz="1600" dirty="0"/>
              <a:t>Now the Valley of Siddim was full of tar pits, and when the kings of Sodom and Gomorrah fled, some of the men fell into them and the rest fled to the hills. </a:t>
            </a:r>
            <a:r>
              <a:rPr lang="en-US" sz="1600" b="1" dirty="0"/>
              <a:t>11</a:t>
            </a:r>
            <a:r>
              <a:rPr lang="en-US" sz="1600" dirty="0"/>
              <a:t> The four kings seized all the goods of Sodom and Gomorrah and all their food; then they went away. </a:t>
            </a:r>
            <a:r>
              <a:rPr lang="en-US" sz="1600" b="1" dirty="0"/>
              <a:t>12</a:t>
            </a:r>
            <a:r>
              <a:rPr lang="en-US" sz="1600" dirty="0"/>
              <a:t> They also carried off Abram's nephew Lot and his possessions, since he was living in Sodom.</a:t>
            </a:r>
            <a:r>
              <a:rPr lang="en-US" sz="1600" b="1" dirty="0"/>
              <a:t>13 </a:t>
            </a:r>
            <a:r>
              <a:rPr lang="en-US" sz="1600" dirty="0"/>
              <a:t>A man who had escaped came and reported this to Abram the Hebrew. Now Abram was living near the great trees of Mamre the Amorite, a brother of Eshkol and Aner, all of whom were allied with Abram.</a:t>
            </a:r>
            <a:r>
              <a:rPr lang="en-US" sz="1600" b="1" dirty="0"/>
              <a:t> 14 </a:t>
            </a:r>
            <a:r>
              <a:rPr lang="en-US" sz="1600" dirty="0"/>
              <a:t>When Abram heard that his relative had been taken captive, he called out the 318 trained men born in his household and went in pursuit as far as Dan. </a:t>
            </a:r>
            <a:r>
              <a:rPr lang="en-US" sz="1600" b="1" dirty="0"/>
              <a:t>15</a:t>
            </a:r>
            <a:r>
              <a:rPr lang="en-US" sz="1600" dirty="0"/>
              <a:t> During the night Abram divided his men to attack them and he routed them, pursuing them as far as Hobah, north of Damascus. </a:t>
            </a:r>
            <a:r>
              <a:rPr lang="en-US" sz="1600" b="1" dirty="0"/>
              <a:t>16</a:t>
            </a:r>
            <a:r>
              <a:rPr lang="en-US" sz="1600" dirty="0"/>
              <a:t> He recovered all the goods and brought back his relative Lot and his possessions, together with the women and the other people.</a:t>
            </a:r>
            <a:r>
              <a:rPr lang="en-US" sz="1600" b="1" dirty="0"/>
              <a:t>17</a:t>
            </a:r>
            <a:r>
              <a:rPr lang="en-US" sz="1600" dirty="0"/>
              <a:t> After Abram returned from defeating Kedorlaomer and the kings allied with him, the king of Sodom came out to meet him in the Valley of Shaveh (that is, the King's Valley). </a:t>
            </a:r>
            <a:r>
              <a:rPr lang="en-US" sz="1600" b="1" dirty="0"/>
              <a:t>18 </a:t>
            </a:r>
            <a:r>
              <a:rPr lang="en-US" sz="1600" dirty="0"/>
              <a:t>Then Melchizedek king of Salem brought out bread and wine. He was priest of God Most High, </a:t>
            </a:r>
            <a:r>
              <a:rPr lang="en-US" sz="1600" b="1" dirty="0"/>
              <a:t>19</a:t>
            </a:r>
            <a:r>
              <a:rPr lang="en-US" sz="1600" dirty="0"/>
              <a:t> and he blessed Abram, saying, "Blessed be Abram by God Most High, Creator of heaven and earth.</a:t>
            </a:r>
            <a:r>
              <a:rPr lang="en-US" sz="1600" b="1" dirty="0"/>
              <a:t>20</a:t>
            </a:r>
            <a:r>
              <a:rPr lang="en-US" sz="1600" dirty="0"/>
              <a:t> And praise be to God Most High, who delivered your enemies into your hand." Then Abram gave him a tenth of everything.</a:t>
            </a:r>
            <a:r>
              <a:rPr lang="en-US" sz="1600" b="1" dirty="0"/>
              <a:t>21</a:t>
            </a:r>
            <a:r>
              <a:rPr lang="en-US" sz="1600" dirty="0"/>
              <a:t> The king of Sodom said to Abram, "Give me the people and keep the goods for yourself."</a:t>
            </a:r>
            <a:r>
              <a:rPr lang="en-US" sz="1600" b="1" dirty="0"/>
              <a:t>22</a:t>
            </a:r>
            <a:r>
              <a:rPr lang="en-US" sz="1600" dirty="0"/>
              <a:t> But Abram said to the king of Sodom, "With raised hand I have sworn an oath to the LORD, God Most High, Creator of heaven and earth,</a:t>
            </a:r>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t>Malachi 3:8-11</a:t>
            </a:r>
            <a:r>
              <a:rPr lang="en-US" dirty="0" smtClean="0"/>
              <a:t/>
            </a:r>
            <a:br>
              <a:rPr lang="en-US" dirty="0" smtClean="0"/>
            </a:br>
            <a:endParaRPr lang="en-US" dirty="0"/>
          </a:p>
        </p:txBody>
      </p:sp>
      <p:sp>
        <p:nvSpPr>
          <p:cNvPr id="7" name="TextBox 6"/>
          <p:cNvSpPr txBox="1"/>
          <p:nvPr/>
        </p:nvSpPr>
        <p:spPr>
          <a:xfrm>
            <a:off x="863133" y="1580444"/>
            <a:ext cx="7668092" cy="2585323"/>
          </a:xfrm>
          <a:prstGeom prst="rect">
            <a:avLst/>
          </a:prstGeom>
          <a:noFill/>
        </p:spPr>
        <p:txBody>
          <a:bodyPr wrap="square" rtlCol="0">
            <a:spAutoFit/>
          </a:bodyPr>
          <a:lstStyle/>
          <a:p>
            <a:r>
              <a:rPr lang="en-US" b="1" dirty="0"/>
              <a:t>8</a:t>
            </a:r>
            <a:r>
              <a:rPr lang="en-US" dirty="0"/>
              <a:t> "Will a mere mortal rob God? Yet you rob me. "But you ask, 'How are we robbing you?' "In tithes and offerings. </a:t>
            </a:r>
            <a:r>
              <a:rPr lang="en-US" b="1" dirty="0"/>
              <a:t>9</a:t>
            </a:r>
            <a:r>
              <a:rPr lang="en-US" dirty="0"/>
              <a:t> You are under a curse—your whole nation—because you are robbing me. </a:t>
            </a:r>
            <a:r>
              <a:rPr lang="en-US" b="1" dirty="0"/>
              <a:t>10</a:t>
            </a:r>
            <a:r>
              <a:rPr lang="en-US" dirty="0"/>
              <a:t> Bring the whole tithe into the storehouse, that there may be food in my house. Test me in this," says the LORD Almighty, "and see if I will not throw open the floodgates of heaven and pour out so much blessing that there will not be room enough to store it. </a:t>
            </a:r>
            <a:r>
              <a:rPr lang="en-US" b="1" dirty="0"/>
              <a:t>11</a:t>
            </a:r>
            <a:r>
              <a:rPr lang="en-US" dirty="0"/>
              <a:t> I will prevent pests from devouring your crops, and the vines in your fields will not drop their fruit before it is ripe, " says the LORD Almighty</a:t>
            </a:r>
            <a:r>
              <a:rPr lang="en-US" dirty="0" smtClean="0"/>
              <a:t> </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Matthew 16:19</a:t>
            </a:r>
            <a:r>
              <a:rPr lang="en-US" dirty="0" smtClean="0"/>
              <a:t> </a:t>
            </a:r>
            <a:endParaRPr lang="en-US" dirty="0"/>
          </a:p>
        </p:txBody>
      </p:sp>
      <p:sp>
        <p:nvSpPr>
          <p:cNvPr id="14" name="TextBox 13"/>
          <p:cNvSpPr txBox="1"/>
          <p:nvPr/>
        </p:nvSpPr>
        <p:spPr>
          <a:xfrm>
            <a:off x="612775" y="1683926"/>
            <a:ext cx="8241678" cy="1477328"/>
          </a:xfrm>
          <a:prstGeom prst="rect">
            <a:avLst/>
          </a:prstGeom>
          <a:noFill/>
        </p:spPr>
        <p:txBody>
          <a:bodyPr wrap="square" rtlCol="0">
            <a:spAutoFit/>
          </a:bodyPr>
          <a:lstStyle/>
          <a:p>
            <a:r>
              <a:rPr lang="en-US" b="1" dirty="0" smtClean="0"/>
              <a:t>19</a:t>
            </a:r>
            <a:r>
              <a:rPr lang="en-US" dirty="0" smtClean="0"/>
              <a:t> </a:t>
            </a:r>
            <a:r>
              <a:rPr lang="en-US" dirty="0"/>
              <a:t>I will give you the keys of the kingdom of heaven; whatever you bind on earth will be bound in heaven, and whatever you loose on earth will be loosed in heaven."</a:t>
            </a:r>
          </a:p>
          <a:p>
            <a:r>
              <a:rPr lang="en-US" dirty="0"/>
              <a:t> </a:t>
            </a:r>
          </a:p>
          <a:p>
            <a:endParaRPr lang="en-US" dirty="0"/>
          </a:p>
        </p:txBody>
      </p:sp>
    </p:spTree>
  </p:cSld>
  <p:clrMapOvr>
    <a:masterClrMapping/>
  </p:clrMapOvr>
  <p:timing>
    <p:tnLst>
      <p:par>
        <p:cTn xmlns:p14="http://schemas.microsoft.com/office/powerpoint/2010/mai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Twilight">
  <a:themeElements>
    <a:clrScheme name="Twilight">
      <a:dk1>
        <a:sysClr val="windowText" lastClr="000000"/>
      </a:dk1>
      <a:lt1>
        <a:sysClr val="window" lastClr="FFFFFF"/>
      </a:lt1>
      <a:dk2>
        <a:srgbClr val="54638C"/>
      </a:dk2>
      <a:lt2>
        <a:srgbClr val="8D9AB3"/>
      </a:lt2>
      <a:accent1>
        <a:srgbClr val="FFAF03"/>
      </a:accent1>
      <a:accent2>
        <a:srgbClr val="FDE689"/>
      </a:accent2>
      <a:accent3>
        <a:srgbClr val="9E82E7"/>
      </a:accent3>
      <a:accent4>
        <a:srgbClr val="9735BB"/>
      </a:accent4>
      <a:accent5>
        <a:srgbClr val="BF2B2B"/>
      </a:accent5>
      <a:accent6>
        <a:srgbClr val="ED7307"/>
      </a:accent6>
      <a:hlink>
        <a:srgbClr val="FFAF03"/>
      </a:hlink>
      <a:folHlink>
        <a:srgbClr val="FDE689"/>
      </a:folHlink>
    </a:clrScheme>
    <a:fontScheme name="Twilight">
      <a:majorFont>
        <a:latin typeface="Century Gothic"/>
        <a:ea typeface=""/>
        <a:cs typeface=""/>
        <a:font script="Jpan" typeface="ＭＳ Ｐゴシック"/>
      </a:majorFont>
      <a:minorFont>
        <a:latin typeface="Century Gothic"/>
        <a:ea typeface=""/>
        <a:cs typeface=""/>
        <a:font script="Jpan" typeface="ＭＳ Ｐゴシック"/>
      </a:minorFont>
    </a:fontScheme>
    <a:fmtScheme name="Twilight">
      <a:fillStyleLst>
        <a:solidFill>
          <a:schemeClr val="phClr"/>
        </a:solidFill>
        <a:gradFill rotWithShape="1">
          <a:gsLst>
            <a:gs pos="0">
              <a:schemeClr val="phClr">
                <a:tint val="100000"/>
                <a:shade val="60000"/>
                <a:satMod val="130000"/>
              </a:schemeClr>
            </a:gs>
            <a:gs pos="100000">
              <a:schemeClr val="phClr">
                <a:tint val="100000"/>
                <a:shade val="94000"/>
                <a:satMod val="135000"/>
              </a:schemeClr>
            </a:gs>
          </a:gsLst>
          <a:path path="circle">
            <a:fillToRect l="100000" t="100000" r="100000" b="100000"/>
          </a:path>
        </a:gradFill>
        <a:gradFill rotWithShape="1">
          <a:gsLst>
            <a:gs pos="0">
              <a:schemeClr val="phClr">
                <a:shade val="60000"/>
                <a:satMod val="130000"/>
              </a:schemeClr>
            </a:gs>
            <a:gs pos="100000">
              <a:schemeClr val="phClr">
                <a:shade val="94000"/>
                <a:satMod val="135000"/>
              </a:schemeClr>
            </a:gs>
          </a:gsLst>
          <a:lin ang="16200000" scaled="0"/>
        </a:gradFill>
      </a:fillStyleLst>
      <a:lnStyleLst>
        <a:ln w="19050" cap="flat" cmpd="sng" algn="ctr">
          <a:solidFill>
            <a:schemeClr val="phClr">
              <a:shade val="95000"/>
              <a:satMod val="105000"/>
            </a:schemeClr>
          </a:solidFill>
          <a:prstDash val="solid"/>
        </a:ln>
        <a:ln w="19050" cap="flat" cmpd="sng" algn="ctr">
          <a:solidFill>
            <a:schemeClr val="phClr"/>
          </a:solidFill>
          <a:prstDash val="solid"/>
        </a:ln>
        <a:ln w="47625" cap="flat" cmpd="sng" algn="ctr">
          <a:solidFill>
            <a:schemeClr val="phClr"/>
          </a:solidFill>
          <a:prstDash val="solid"/>
        </a:ln>
      </a:lnStyleLst>
      <a:effectStyleLst>
        <a:effectStyle>
          <a:effectLst/>
        </a:effectStyle>
        <a:effectStyle>
          <a:effectLst>
            <a:innerShdw blurRad="38100" dist="12700" dir="5400000">
              <a:srgbClr val="FFFFFF">
                <a:alpha val="75000"/>
              </a:srgbClr>
            </a:innerShdw>
            <a:outerShdw blurRad="88900" dist="50800" dir="5400000" sx="102000" sy="102000" algn="tr" rotWithShape="0">
              <a:srgbClr val="808080">
                <a:alpha val="50000"/>
              </a:srgbClr>
            </a:outerShdw>
          </a:effectLst>
        </a:effectStyle>
        <a:effectStyle>
          <a:effectLst>
            <a:outerShdw blurRad="317500" dist="762000" dir="5400000" sy="45000" rotWithShape="0">
              <a:srgbClr val="000000">
                <a:alpha val="35000"/>
              </a:srgbClr>
            </a:outerShdw>
          </a:effectLst>
          <a:scene3d>
            <a:camera prst="orthographicFront">
              <a:rot lat="0" lon="0" rev="0"/>
            </a:camera>
            <a:lightRig rig="balanced" dir="tl"/>
          </a:scene3d>
          <a:sp3d extrusionH="12700" prstMaterial="softEdge">
            <a:bevelT w="38100" h="12700"/>
          </a:sp3d>
        </a:effectStyle>
      </a:effectStyleLst>
      <a:bgFillStyleLst>
        <a:solidFill>
          <a:schemeClr val="phClr"/>
        </a:solidFill>
        <a:blipFill rotWithShape="1">
          <a:blip xmlns:r="http://schemas.openxmlformats.org/officeDocument/2006/relationships" r:embed="rId1">
            <a:duotone>
              <a:schemeClr val="phClr">
                <a:shade val="10000"/>
                <a:satMod val="200000"/>
              </a:schemeClr>
              <a:schemeClr val="phClr">
                <a:tint val="30000"/>
                <a:satMod val="300000"/>
              </a:schemeClr>
            </a:duotone>
          </a:blip>
          <a:stretch/>
        </a:blipFill>
        <a:blipFill rotWithShape="1">
          <a:blip xmlns:r="http://schemas.openxmlformats.org/officeDocument/2006/relationships" r:embed="rId2">
            <a:duotone>
              <a:schemeClr val="phClr">
                <a:shade val="20000"/>
                <a:satMod val="200000"/>
              </a:schemeClr>
              <a:schemeClr val="phClr">
                <a:tint val="50000"/>
                <a:satMod val="1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Twilight.thmx</Template>
  <TotalTime>4655</TotalTime>
  <Words>1584</Words>
  <Application>Microsoft Macintosh PowerPoint</Application>
  <PresentationFormat>On-screen Show (4:3)</PresentationFormat>
  <Paragraphs>19</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Twilight</vt:lpstr>
      <vt:lpstr>Ezekiel 28:11-18 </vt:lpstr>
      <vt:lpstr>Matthew 4:8-11 </vt:lpstr>
      <vt:lpstr>Hebrews 7:1-10 </vt:lpstr>
      <vt:lpstr>Genesis 12:1-3 </vt:lpstr>
      <vt:lpstr>Genesis 12:10-19 </vt:lpstr>
      <vt:lpstr>Genesis 14:10-22 </vt:lpstr>
      <vt:lpstr>Malachi 3:8-11 </vt:lpstr>
      <vt:lpstr>Matthew 16:19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Ezekiel 28:11-18 </dc:title>
  <dc:creator>Tom Deuschle</dc:creator>
  <cp:lastModifiedBy>Tom Deuschle</cp:lastModifiedBy>
  <cp:revision>3</cp:revision>
  <dcterms:created xsi:type="dcterms:W3CDTF">2014-12-04T10:57:10Z</dcterms:created>
  <dcterms:modified xsi:type="dcterms:W3CDTF">2015-01-07T20:35:21Z</dcterms:modified>
</cp:coreProperties>
</file>