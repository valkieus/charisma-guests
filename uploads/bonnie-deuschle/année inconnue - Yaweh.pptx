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 varScale="1">
        <p:scale>
          <a:sx n="49" d="100"/>
          <a:sy n="49" d="100"/>
        </p:scale>
        <p:origin x="-90" y="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622C6D2-0F1D-4025-B4CF-0CCA9217B2F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04A45E-1F0E-4977-913D-49794B3D9AC0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4AB69E-CE0B-4D90-8D98-A27FC2F5C2DA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6D605-4EBB-4C75-8871-97BD39B177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E83219-99C7-443A-A23B-C9CECA4270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AC5DE-A4CD-42D1-934E-7E29CA1F32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A09B0-458A-4BA3-96C3-E0F79CD25E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DC48E-FD26-4B88-85B9-694996B109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D26C0-02E4-42CF-B273-5C404DFF58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250CD-C9EF-431A-A962-3793CDADE1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FF244-EAD7-4016-A81C-946F1EA3EC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992FAB-EB99-462B-948D-C8F44A086A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7FC29-B7BE-4F12-B8AA-031920CCAD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DFB84F-D3BD-42E6-8CB1-4F5BF513C9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89E3858-73EA-40EA-9719-9AD8C1245D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/>
              <a:t>je </a:t>
            </a: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>demeurerai sous l'abri du très haut. Et j'habiterai à l'ombre de Ses ailes. Je ne craindrais aucune terreur, car tu m'a aimé et tu connais mon nom</a:t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>Mon refuge, ma forteresse, mon Dieu en qui je me confie</a:t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>Yaweh</a:t>
            </a: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/>
              <a:t>je </a:t>
            </a: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>demeurerai sous l'abri du très haut. Et j'habiterai à l'ombre de Ses ailes. Je ne craindrais aucune terreur, car tu m'a aimé et tu connais mon nom</a:t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>Mon refuge, ma forteresse, mon Dieu en qui je me confie</a:t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4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4000">
                <a:solidFill>
                  <a:schemeClr val="bg1"/>
                </a:solidFill>
                <a:latin typeface="Arial Black" pitchFamily="34" charset="0"/>
              </a:rPr>
              <a:t>Yaweh</a:t>
            </a: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64</Words>
  <Application>Microsoft PowerPoint</Application>
  <PresentationFormat>On-screen Show (4:3)</PresentationFormat>
  <Paragraphs>8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CEC_INCRUSTATIONS</cp:lastModifiedBy>
  <cp:revision>50</cp:revision>
  <dcterms:created xsi:type="dcterms:W3CDTF">2002-08-17T12:16:38Z</dcterms:created>
  <dcterms:modified xsi:type="dcterms:W3CDTF">2012-06-24T07:52:13Z</dcterms:modified>
</cp:coreProperties>
</file>