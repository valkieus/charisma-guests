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9" r:id="rId2"/>
    <p:sldId id="290" r:id="rId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4" autoAdjust="0"/>
    <p:restoredTop sz="54495" autoAdjust="0"/>
  </p:normalViewPr>
  <p:slideViewPr>
    <p:cSldViewPr>
      <p:cViewPr varScale="1">
        <p:scale>
          <a:sx n="37" d="100"/>
          <a:sy n="37" d="100"/>
        </p:scale>
        <p:origin x="-168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87184266-D255-4F21-8172-1A6ECE935D1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7D56E03D-D361-4C01-A3E7-93E8E6689BE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JE TE FAIS CONFIANCE JE TE FAIS CONFIANCE </a:t>
            </a:r>
          </a:p>
          <a:p>
            <a:pPr>
              <a:spcBef>
                <a:spcPct val="0"/>
              </a:spcBef>
            </a:pPr>
            <a:r>
              <a:rPr lang="fr-FR" smtClean="0"/>
              <a:t>2-  JE SAIS QUE TU ES DIEU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51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TE FAIS CONFIANCE JE TE FAIS CONFIANCE </a:t>
            </a:r>
          </a:p>
          <a:p>
            <a:r>
              <a:rPr lang="fr-FR"/>
              <a:t>2-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fr-FR" smtClean="0"/>
              <a:t>1-  JE TE FAIS CONFIANCE JE TE FAIS CONFIANCE </a:t>
            </a:r>
          </a:p>
          <a:p>
            <a:pPr>
              <a:spcBef>
                <a:spcPct val="0"/>
              </a:spcBef>
            </a:pPr>
            <a:r>
              <a:rPr lang="fr-FR" smtClean="0"/>
              <a:t>2-  JE SAIS QUE TU ES DIEU</a:t>
            </a:r>
          </a:p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TE FAIS CONFIANCE JE TE FAIS CONFIANCE </a:t>
            </a:r>
          </a:p>
          <a:p>
            <a:r>
              <a:rPr lang="fr-FR"/>
              <a:t>2-  JE SAIS QUE TU ES DIEU</a:t>
            </a:r>
          </a:p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FD81BC-0D10-47F6-BEB5-63754C3207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E9E1BB-5B25-425F-A11D-AC14503A1F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43AD81-03BD-41CE-AA85-8CCAF2ACC1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F1555F-59D6-41FF-8EFA-E6BC4F9C1B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6CABB-012A-4703-B9EB-095CEE6186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5F4F74-7BDD-406C-A70B-4ADA1884AA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368379-1A24-4613-9445-6B4E8AC93D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AB95B-2184-4E2F-BA72-138A89C31E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398D1C-5C2D-4074-A58E-914B4D7959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1C85D-E418-4DCB-9A21-54EC6A5A7A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E94BD3-F4A9-495D-A08D-807FEA5BBF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5CF71C28-FD04-40A3-9FB4-ED741629F1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TE FAIS CONFIANCE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TE FAIS CONFIANCE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SAIS QUE TU ES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74</Words>
  <Application>Microsoft PowerPoint</Application>
  <PresentationFormat>On-screen Show (4:3)</PresentationFormat>
  <Paragraphs>10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Franklin Gothic Medium</vt:lpstr>
      <vt:lpstr>Arial</vt:lpstr>
      <vt:lpstr>Calibri</vt:lpstr>
      <vt:lpstr>Default Design</vt:lpstr>
      <vt:lpstr>JE TE FAIS CONFIANCE JE TE FAIS CONFIANCE </vt:lpstr>
      <vt:lpstr>JE SAIS QUE TU ES DIEU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79</cp:revision>
  <dcterms:created xsi:type="dcterms:W3CDTF">2002-08-17T10:50:50Z</dcterms:created>
  <dcterms:modified xsi:type="dcterms:W3CDTF">2012-06-22T18:46:08Z</dcterms:modified>
</cp:coreProperties>
</file>