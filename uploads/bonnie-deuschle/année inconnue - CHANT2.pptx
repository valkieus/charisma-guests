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86430" autoAdjust="0"/>
  </p:normalViewPr>
  <p:slideViewPr>
    <p:cSldViewPr>
      <p:cViewPr varScale="1">
        <p:scale>
          <a:sx n="40" d="100"/>
          <a:sy n="40" d="100"/>
        </p:scale>
        <p:origin x="-108" y="-5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29A14-04FB-4B77-9E8D-A9221B3762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8953E-E296-46D5-9A34-38DB5F3588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223F8-8C01-4270-887C-BF691FA18A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438D3-1AF0-4E6C-AF65-972ED2AEE8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8408C-6D7D-4BA6-A2F0-5F8ED793C3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DE5A2-7969-48B5-AC7F-89C0658317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E34EE-B0CF-4063-AEC4-ED618904FD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4EC34-A074-4011-AD16-8B096CDB16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9B8CF-565E-49E0-958A-014F16EFCF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8CAF4-60F9-49A0-855F-B57EC54E61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F4DEE-C606-4900-8F38-6EC11BFD4D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8816E79D-865C-41C4-AC0A-C23E59C781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YADAH, JE LEVE MES MAINS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TODAH ENCORE PLUS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SHABBACH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LOUE CRIE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BARAK, JE T'ADORE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ZAMAR, AVEC MES INSTRUMENTS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TEHILLAH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HABITE NOS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ALLÉLUIA </a:t>
            </a:r>
            <a:r>
              <a:rPr lang="fr-FR" sz="4000" dirty="0" err="1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TOURNE SUR MOI MÊME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ALLÉLUIA ALLÉLUIA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N'AI PAS HONTE D’ÊTRE FOU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POUR TOI JESUS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DANSERAI ET SERAI FOU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N'AI PAS HONTE D’ÉLEVER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27</Words>
  <Application>Microsoft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YADAH, JE LEVE MES MAINS TODAH ENCORE PLUS HAUT</vt:lpstr>
      <vt:lpstr>SHABBACH JE LOUE CRIE DE JOIE</vt:lpstr>
      <vt:lpstr>BARAK, JE T'ADORE ZAMAR, AVEC MES INSTRUMENTS</vt:lpstr>
      <vt:lpstr>TEHILLAH HABITE NOS LOUANGES</vt:lpstr>
      <vt:lpstr>ALLÉLUIA ALLÉLUIA JE TOURNE SUR MOI MÊME</vt:lpstr>
      <vt:lpstr>ALLÉLUIA ALLÉLUIA </vt:lpstr>
      <vt:lpstr>JE N'AI PAS HONTE D’ÊTRE FOU  POUR TOI JESUS </vt:lpstr>
      <vt:lpstr>JE DANSERAI ET SERAI FOU JE N'AI PAS HONTE D’ÉLEVER JÉSUS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76</cp:revision>
  <dcterms:created xsi:type="dcterms:W3CDTF">2002-08-17T10:50:50Z</dcterms:created>
  <dcterms:modified xsi:type="dcterms:W3CDTF">2012-06-24T08:31:44Z</dcterms:modified>
</cp:coreProperties>
</file>