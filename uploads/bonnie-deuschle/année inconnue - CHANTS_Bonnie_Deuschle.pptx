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27156" autoAdjust="0"/>
  </p:normalViewPr>
  <p:slideViewPr>
    <p:cSldViewPr>
      <p:cViewPr varScale="1">
        <p:scale>
          <a:sx n="21" d="100"/>
          <a:sy n="21" d="100"/>
        </p:scale>
        <p:origin x="-222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55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2E6C935-6BB0-4233-A24C-E4771F6DC4C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BB8B61D1-79D0-49C7-AD70-37E68F239F4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SAINT-ESPRIT, SAINT-ESPRIT SAINT-ESPRIT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PRÉCIEUX JÉSUS, PRÉCIEUX JÉSUS PRÉCIEUX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ABBA PÈRE, ABBA PÈRE, ABBA PÈRE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DIEU ETERNEL, DIEU ETERNEL DIEU ETERNEL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AMOUR DE NOS VIES AMOUR DE NOS VIES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AMOUR DE NOS VIES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2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T'AIME SEIGNEUR  JE T'AIME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T'ADORE SEIGNEUR  JE T'ADORE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LÈVE MES MAINS SEIGNEUR JE LÈVE MES MAINS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T'EXALTE SEIGNEUR JE T'EXALTE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TE LOUE SEIGNEUR JE TE LOUE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T'ÉLÈVE SEIGNEUR JE T'ÉLÈVE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3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TE FAIS CONFIANCE JE TE FAIS CONFIANCE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SAIS QUE TU ES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SAINT-ESPRIT, SAINT-ESPRIT SAINT-ESPRIT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PRÉCIEUX JÉSUS, PRÉCIEUX JÉSUS PRÉCIEUX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ABBA PÈRE, ABBA PÈRE, ABBA PÈRE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DIEU ETERNEL, DIEU ETERNEL DIEU ETERNEL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AMOUR DE NOS VIES AMOUR DE NOS VIES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AMOUR DE NOS VIES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2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T'AIME SEIGNEUR  JE T'AIME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T'ADORE SEIGNEUR  JE T'ADORE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LÈVE MES MAINS SEIGNEUR JE LÈVE MES MAINS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T'EXALTE SEIGNEUR JE T'EXALTE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TE LOUE SEIGNEUR JE TE LOUE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T'ÉLÈVE SEIGNEUR JE T'ÉLÈVE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3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TE FAIS CONFIANCE JE TE FAIS CONFIANCE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SAIS QUE TU ES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SAINT-ESPRIT, SAINT-ESPRIT SAINT-ESPRIT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PRÉCIEUX JÉSUS, PRÉCIEUX JÉSUS PRÉCIEUX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ABBA PÈRE, ABBA PÈRE, ABBA PÈRE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DIEU ETERNEL, DIEU ETERNEL DIEU ETERNEL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AMOUR DE NOS VIES AMOUR DE NOS VIES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AMOUR DE NOS VIES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2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T'AIME SEIGNEUR  JE T'AIME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T'ADORE SEIGNEUR  JE T'ADORE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LÈVE MES MAINS SEIGNEUR JE LÈVE MES MAINS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T'EXALTE SEIGNEUR JE T'EXALTE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TE LOUE SEIGNEUR JE TE LOUE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T'ÉLÈVE SEIGNEUR JE T'ÉLÈVE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3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TE FAIS CONFIANCE JE TE FAIS CONFIANCE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SAIS QUE TU ES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SAINT-ESPRIT, SAINT-ESPRIT SAINT-ESPRIT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PRÉCIEUX JÉSUS, PRÉCIEUX JÉSUS PRÉCIEUX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ABBA PÈRE, ABBA PÈRE, ABBA PÈRE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DIEU ETERNEL, DIEU ETERNEL DIEU ETERNEL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AMOUR DE NOS VIES AMOUR DE NOS VIES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AMOUR DE NOS VIES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2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T'AIME SEIGNEUR  JE T'AIME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T'ADORE SEIGNEUR  JE T'ADORE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LÈVE MES MAINS SEIGNEUR JE LÈVE MES MAINS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T'EXALTE SEIGNEUR JE T'EXALTE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TE LOUE SEIGNEUR JE TE LOUE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T'ÉLÈVE SEIGNEUR JE T'ÉLÈVE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3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TE FAIS CONFIANCE JE TE FAIS CONFIANCE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SAIS QUE TU ES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SAINT-ESPRIT, SAINT-ESPRIT SAINT-ESPRIT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PRÉCIEUX JÉSUS, PRÉCIEUX JÉSUS PRÉCIEUX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ABBA PÈRE, ABBA PÈRE, ABBA PÈRE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DIEU ETERNEL, DIEU ETERNEL DIEU ETERNEL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AMOUR DE NOS VIES AMOUR DE NOS VIES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AMOUR DE NOS VIES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2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T'AIME SEIGNEUR  JE T'AIME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T'ADORE SEIGNEUR  JE T'ADORE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LÈVE MES MAINS SEIGNEUR JE LÈVE MES MAINS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T'EXALTE SEIGNEUR JE T'EXALTE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TE LOUE SEIGNEUR JE TE LOUE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T'ÉLÈVE SEIGNEUR JE T'ÉLÈVE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3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TE FAIS CONFIANCE JE TE FAIS CONFIANCE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SAIS QUE TU ES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SAINT-ESPRIT, SAINT-ESPRIT SAINT-ESPRIT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PRÉCIEUX JÉSUS, PRÉCIEUX JÉSUS PRÉCIEUX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ABBA PÈRE, ABBA PÈRE, ABBA PÈRE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DIEU ETERNEL, DIEU ETERNEL DIEU ETERNEL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AMOUR DE NOS VIES AMOUR DE NOS VIES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AMOUR DE NOS VIES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2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T'AIME SEIGNEUR  JE T'AIME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T'ADORE SEIGNEUR  JE T'ADORE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LÈVE MES MAINS SEIGNEUR JE LÈVE MES MAINS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T'EXALTE SEIGNEUR JE T'EXALTE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TE LOUE SEIGNEUR JE TE LOUE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T'ÉLÈVE SEIGNEUR JE T'ÉLÈVE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3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TE FAIS CONFIANCE JE TE FAIS CONFIANCE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SAIS QUE TU ES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SAINT-ESPRIT, SAINT-ESPRIT SAINT-ESPRIT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PRÉCIEUX JÉSUS, PRÉCIEUX JÉSUS PRÉCIEUX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ABBA PÈRE, ABBA PÈRE, ABBA PÈRE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DIEU ETERNEL, DIEU ETERNEL DIEU ETERNEL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AMOUR DE NOS VIES AMOUR DE NOS VIES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AMOUR DE NOS VIES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2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T'AIME SEIGNEUR  JE T'AIME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T'ADORE SEIGNEUR  JE T'ADORE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LÈVE MES MAINS SEIGNEUR JE LÈVE MES MAINS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T'EXALTE SEIGNEUR JE T'EXALTE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TE LOUE SEIGNEUR JE TE LOUE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T'ÉLÈVE SEIGNEUR JE T'ÉLÈVE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3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TE FAIS CONFIANCE JE TE FAIS CONFIANCE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SAIS QUE TU ES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SAINT-ESPRIT, SAINT-ESPRIT SAINT-ESPRIT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PRÉCIEUX JÉSUS, PRÉCIEUX JÉSUS PRÉCIEUX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ABBA PÈRE, ABBA PÈRE, ABBA PÈRE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DIEU ETERNEL, DIEU ETERNEL DIEU ETERNEL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AMOUR DE NOS VIES AMOUR DE NOS VIES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AMOUR DE NOS VIES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2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T'AIME SEIGNEUR  JE T'AIME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T'ADORE SEIGNEUR  JE T'ADORE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LÈVE MES MAINS SEIGNEUR JE LÈVE MES MAINS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T'EXALTE SEIGNEUR JE T'EXALTE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TE LOUE SEIGNEUR JE TE LOUE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T'ÉLÈVE SEIGNEUR JE T'ÉLÈVE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3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TE FAIS CONFIANCE JE TE FAIS CONFIANCE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SAIS QUE TU ES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SAINT-ESPRIT, SAINT-ESPRIT SAINT-ESPRIT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PRÉCIEUX JÉSUS, PRÉCIEUX JÉSUS PRÉCIEUX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ABBA PÈRE, ABBA PÈRE, ABBA PÈRE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DIEU ETERNEL, DIEU ETERNEL DIEU ETERNEL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AMOUR DE NOS VIES AMOUR DE NOS VIES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AMOUR DE NOS VIES ON NE PEUT RIEN FAIRE SANS TOI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2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T'AIME SEIGNEUR  JE T'AIME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T'ADORE SEIGNEUR  JE T'ADORE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LÈVE MES MAINS SEIGNEUR JE LÈVE MES MAINS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T'EXALTE SEIGNEUR JE T'EXALTE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TE LOUE SEIGNEUR JE TE LOUE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Autre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T'ÉLÈVE SEIGNEUR JE T'ÉLÈVE SEIGNEUR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MON DIEU, MON ROI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 3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TE FAIS CONFIANCE JE TE FAIS CONFIANCE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SAIS QUE TU ES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SAINT-ESPRIT, SAINT-ESPRIT SAINT-ESPRIT</a:t>
            </a:r>
          </a:p>
          <a:p>
            <a:pPr>
              <a:spcBef>
                <a:spcPct val="0"/>
              </a:spcBef>
            </a:pPr>
            <a:r>
              <a:rPr lang="fr-FR" smtClean="0"/>
              <a:t>2-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3-  PRÉCIEUX JÉSUS, PRÉCIEUX JÉSUS PRÉCIEUX JÉSUS</a:t>
            </a:r>
          </a:p>
          <a:p>
            <a:pPr>
              <a:spcBef>
                <a:spcPct val="0"/>
              </a:spcBef>
            </a:pPr>
            <a:r>
              <a:rPr lang="fr-FR" smtClean="0"/>
              <a:t>4-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5-  ABBA PÈRE, ABBA PÈRE, ABBA PÈRE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6-  DIEU ETERNEL, DIEU ETERNEL DIEU ETERNEL</a:t>
            </a:r>
          </a:p>
          <a:p>
            <a:pPr>
              <a:spcBef>
                <a:spcPct val="0"/>
              </a:spcBef>
            </a:pPr>
            <a:r>
              <a:rPr lang="fr-FR" smtClean="0"/>
              <a:t>7- 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8-  AMOUR DE NOS VIES AMOUR DE NOS VIES</a:t>
            </a:r>
          </a:p>
          <a:p>
            <a:pPr>
              <a:spcBef>
                <a:spcPct val="0"/>
              </a:spcBef>
            </a:pPr>
            <a:r>
              <a:rPr lang="fr-FR" smtClean="0"/>
              <a:t>9-  AMOUR DE NOS VIES ON NE PEUT RIEN FAIRE SANS TOI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2 :</a:t>
            </a:r>
          </a:p>
          <a:p>
            <a:pPr>
              <a:spcBef>
                <a:spcPct val="0"/>
              </a:spcBef>
            </a:pPr>
            <a:r>
              <a:rPr lang="fr-FR" smtClean="0"/>
              <a:t>10-  JE T'AIME SEIGNEUR  JE T'AIME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12-  JE T'ADORE SEIGNEUR  JE T'ADORE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13-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14-  JE LÈVE MES MAINS SEIGNEUR JE LÈVE MES MAINS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15-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16-  JE T'EXALTE SEIGNEUR JE T'EXALTE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17-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18-  JE TE LOUE SEIGNEUR JE TE LOUE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19-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Autre :</a:t>
            </a:r>
          </a:p>
          <a:p>
            <a:pPr>
              <a:spcBef>
                <a:spcPct val="0"/>
              </a:spcBef>
            </a:pPr>
            <a:r>
              <a:rPr lang="fr-FR" smtClean="0"/>
              <a:t>20-  JE T'ÉLÈVE SEIGNEUR JE T'ÉLÈVE SEIGNEUR</a:t>
            </a:r>
          </a:p>
          <a:p>
            <a:pPr>
              <a:spcBef>
                <a:spcPct val="0"/>
              </a:spcBef>
            </a:pPr>
            <a:r>
              <a:rPr lang="fr-FR" smtClean="0"/>
              <a:t>21-  JÉSUS MON DIEU, MON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Chant 3 :</a:t>
            </a:r>
          </a:p>
          <a:p>
            <a:pPr>
              <a:spcBef>
                <a:spcPct val="0"/>
              </a:spcBef>
            </a:pPr>
            <a:r>
              <a:rPr lang="fr-FR" smtClean="0"/>
              <a:t>22-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23-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SAINT-ESPRIT, SAINT-ESPRIT SAINT-ESPRIT</a:t>
            </a:r>
          </a:p>
          <a:p>
            <a:r>
              <a:rPr lang="fr-FR"/>
              <a:t>2-  ON NE PEUT RIEN FAIRE SANS TOI</a:t>
            </a:r>
          </a:p>
          <a:p>
            <a:endParaRPr lang="fr-FR"/>
          </a:p>
          <a:p>
            <a:r>
              <a:rPr lang="fr-FR"/>
              <a:t>3-  PRÉCIEUX JÉSUS, PRÉCIEUX JÉSUS PRÉCIEUX JÉSUS</a:t>
            </a:r>
          </a:p>
          <a:p>
            <a:r>
              <a:rPr lang="fr-FR"/>
              <a:t>4-  ON NE PEUT RIEN FAIRE SANS TOI</a:t>
            </a:r>
          </a:p>
          <a:p>
            <a:endParaRPr lang="fr-FR"/>
          </a:p>
          <a:p>
            <a:r>
              <a:rPr lang="fr-FR"/>
              <a:t>5-  ABBA PÈRE, ABBA PÈRE, ABBA PÈRE ON NE PEUT RIEN FAIRE SANS TOI</a:t>
            </a:r>
          </a:p>
          <a:p>
            <a:endParaRPr lang="fr-FR"/>
          </a:p>
          <a:p>
            <a:r>
              <a:rPr lang="fr-FR"/>
              <a:t>6-  DIEU ETERNEL, DIEU ETERNEL DIEU ETERNEL</a:t>
            </a:r>
          </a:p>
          <a:p>
            <a:r>
              <a:rPr lang="fr-FR"/>
              <a:t>7-  ON NE PEUT RIEN FAIRE SANS TOI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8-  AMOUR DE NOS VIES AMOUR DE NOS VIES</a:t>
            </a:r>
          </a:p>
          <a:p>
            <a:r>
              <a:rPr lang="fr-FR"/>
              <a:t>9-  AMOUR DE NOS VIES ON NE PEUT RIEN FAIRE SANS TOI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2 :</a:t>
            </a:r>
          </a:p>
          <a:p>
            <a:r>
              <a:rPr lang="fr-FR"/>
              <a:t>10-  JE T'AIME SEIGNEUR  JE T'AIME SEIGNEUR</a:t>
            </a:r>
          </a:p>
          <a:p>
            <a:r>
              <a:rPr lang="fr-FR"/>
              <a:t>11-  JÉSUS MON DIEU, MON ROI</a:t>
            </a:r>
          </a:p>
          <a:p>
            <a:endParaRPr lang="fr-FR"/>
          </a:p>
          <a:p>
            <a:r>
              <a:rPr lang="fr-FR"/>
              <a:t>12-  JE T'ADORE SEIGNEUR  JE T'ADORE SEIGNEUR</a:t>
            </a:r>
          </a:p>
          <a:p>
            <a:r>
              <a:rPr lang="fr-FR"/>
              <a:t>13-  JÉSUS MON DIEU, MON ROI</a:t>
            </a:r>
          </a:p>
          <a:p>
            <a:endParaRPr lang="fr-FR"/>
          </a:p>
          <a:p>
            <a:r>
              <a:rPr lang="fr-FR"/>
              <a:t>14-  JE LÈVE MES MAINS SEIGNEUR JE LÈVE MES MAINS SEIGNEUR</a:t>
            </a:r>
          </a:p>
          <a:p>
            <a:r>
              <a:rPr lang="fr-FR"/>
              <a:t>15-  JÉSUS MON DIEU, MON ROI</a:t>
            </a:r>
          </a:p>
          <a:p>
            <a:endParaRPr lang="fr-FR"/>
          </a:p>
          <a:p>
            <a:r>
              <a:rPr lang="fr-FR"/>
              <a:t>16-  JE T'EXALTE SEIGNEUR JE T'EXALTE SEIGNEUR</a:t>
            </a:r>
          </a:p>
          <a:p>
            <a:r>
              <a:rPr lang="fr-FR"/>
              <a:t>17-  JÉSUS MON DIEU, MON ROI</a:t>
            </a:r>
          </a:p>
          <a:p>
            <a:endParaRPr lang="fr-FR"/>
          </a:p>
          <a:p>
            <a:r>
              <a:rPr lang="fr-FR"/>
              <a:t>18-  JE TE LOUE SEIGNEUR JE TE LOUE SEIGNEUR</a:t>
            </a:r>
          </a:p>
          <a:p>
            <a:r>
              <a:rPr lang="fr-FR"/>
              <a:t>19-  JÉSUS MON DIEU, MON ROI</a:t>
            </a:r>
          </a:p>
          <a:p>
            <a:endParaRPr lang="fr-FR"/>
          </a:p>
          <a:p>
            <a:r>
              <a:rPr lang="fr-FR"/>
              <a:t>Autre :</a:t>
            </a:r>
          </a:p>
          <a:p>
            <a:r>
              <a:rPr lang="fr-FR"/>
              <a:t>20-  JE T'ÉLÈVE SEIGNEUR JE T'ÉLÈVE SEIGNEUR</a:t>
            </a:r>
          </a:p>
          <a:p>
            <a:r>
              <a:rPr lang="fr-FR"/>
              <a:t>21-  JÉSUS MON DIEU, MON ROI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Chant 3 :</a:t>
            </a:r>
          </a:p>
          <a:p>
            <a:r>
              <a:rPr lang="fr-FR"/>
              <a:t>22-  JE TE FAIS CONFIANCE JE TE FAIS CONFIANCE </a:t>
            </a:r>
          </a:p>
          <a:p>
            <a:r>
              <a:rPr lang="fr-FR"/>
              <a:t>23-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291E6-B50E-4FAA-B956-7AAC8DD8CE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065A5-733C-4A31-8E78-9D4A5D8826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CE197-6572-4885-A90A-CB5A669DB5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22C62-7F38-47B7-89BD-655AA48E4B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875AF-8A91-47B5-A107-B84817781F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8639B-9A81-4665-AC9A-5EC80C4A9D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4B233E-7AD1-4166-A12A-8B4182F376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DB598-400E-49B0-861E-08FE58BF0D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9B940-2C55-4B23-B6CF-506A144142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7E673-F1C0-41EA-A91D-E80C4ABAC9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3EAB3-9978-492A-9F0F-D9759AB72E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2DF7EA63-F537-4294-A12F-ACCA44DD2C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SAINT-ESPRIT, SAINT-ESPRIT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SAINT-ESPRIT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ON NE PEUT RIEN FAIRE SANS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PRÉCIEUX JÉSUS, PRÉCIEUX JÉSUS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PRÉCIEUX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ON NE PEUT RIEN FAIRE SANS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ABBA PÈRE, ABBA PÈRE, ABBA PÈRE 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ON NE PEUT RIEN FAIRE SANS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DIEU ETERNEL, DIEU ETERNEL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DIEU ETERNEL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ON NE PEUT RIEN FAIRE SANS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AMOUR DE NOS VIES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AMOUR DE NOS 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AMOUR DE NOS VIES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ON NE PEUT RIEN FAIRE SANS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T'AIME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JE T'AIME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T'ADORE SEIGNEUR 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JE T'ADORE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LÈVE MES MAINS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LÈVE MES MAINS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T'EXALTE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JE T'EXALTE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TE LOUE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TE LOUE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T'ÉLÈVE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T'ÉLÈVE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TE FAIS CONFIANCE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TE FAIS CONFIANCE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SAIS QUE TU ES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9225</Words>
  <Application>Microsoft PowerPoint</Application>
  <PresentationFormat>On-screen Show (4:3)</PresentationFormat>
  <Paragraphs>1863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Franklin Gothic Medium</vt:lpstr>
      <vt:lpstr>Arial</vt:lpstr>
      <vt:lpstr>Calibri</vt:lpstr>
      <vt:lpstr>Default Design</vt:lpstr>
      <vt:lpstr>SAINT-ESPRIT, SAINT-ESPRIT SAINT-ESPRIT</vt:lpstr>
      <vt:lpstr>ON NE PEUT RIEN FAIRE SANS TOI</vt:lpstr>
      <vt:lpstr>PRÉCIEUX JÉSUS, PRÉCIEUX JÉSUS PRÉCIEUX JÉSUS</vt:lpstr>
      <vt:lpstr>ON NE PEUT RIEN FAIRE SANS TOI</vt:lpstr>
      <vt:lpstr>ABBA PÈRE, ABBA PÈRE, ABBA PÈRE  ON NE PEUT RIEN FAIRE SANS TOI</vt:lpstr>
      <vt:lpstr>DIEU ETERNEL, DIEU ETERNEL DIEU ETERNEL</vt:lpstr>
      <vt:lpstr>ON NE PEUT RIEN FAIRE SANS TOI</vt:lpstr>
      <vt:lpstr>AMOUR DE NOS VIES AMOUR DE NOS VIES</vt:lpstr>
      <vt:lpstr>AMOUR DE NOS VIES ON NE PEUT RIEN FAIRE SANS TOI</vt:lpstr>
      <vt:lpstr>JE T'AIME SEIGNEUR  JE T'AIME SEIGNEUR</vt:lpstr>
      <vt:lpstr>JÉSUS MON DIEU, MON ROI</vt:lpstr>
      <vt:lpstr>JE T'ADORE SEIGNEUR   JE T'ADORE SEIGNEUR</vt:lpstr>
      <vt:lpstr>JÉSUS MON DIEU, MON ROI</vt:lpstr>
      <vt:lpstr>JE LÈVE MES MAINS SEIGNEUR JE LÈVE MES MAINS SEIGNEUR</vt:lpstr>
      <vt:lpstr>JÉSUS MON DIEU, MON ROI</vt:lpstr>
      <vt:lpstr>JE T'EXALTE SEIGNEUR  JE T'EXALTE SEIGNEUR</vt:lpstr>
      <vt:lpstr>JÉSUS MON DIEU, MON ROI</vt:lpstr>
      <vt:lpstr>JE TE LOUE SEIGNEUR JE TE LOUE SEIGNEUR</vt:lpstr>
      <vt:lpstr>JÉSUS MON DIEU, MON ROI</vt:lpstr>
      <vt:lpstr>JE T'ÉLÈVE SEIGNEUR JE T'ÉLÈVE SEIGNEUR</vt:lpstr>
      <vt:lpstr>JÉSUS MON DIEU, MON ROI</vt:lpstr>
      <vt:lpstr>JE TE FAIS CONFIANCE JE TE FAIS CONFIANCE </vt:lpstr>
      <vt:lpstr>JE SAIS QUE TU ES DIEU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79</cp:revision>
  <dcterms:created xsi:type="dcterms:W3CDTF">2002-08-17T10:50:50Z</dcterms:created>
  <dcterms:modified xsi:type="dcterms:W3CDTF">2012-06-22T19:10:08Z</dcterms:modified>
</cp:coreProperties>
</file>