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78" r:id="rId2"/>
    <p:sldId id="279" r:id="rId3"/>
    <p:sldId id="280" r:id="rId4"/>
    <p:sldId id="281" r:id="rId5"/>
    <p:sldId id="282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91" r:id="rId1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5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5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5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5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5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-105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-105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-105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-105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inimized">
    <p:restoredLeft sz="5954" autoAdjust="0"/>
    <p:restoredTop sz="61101" autoAdjust="0"/>
  </p:normalViewPr>
  <p:slideViewPr>
    <p:cSldViewPr>
      <p:cViewPr varScale="1">
        <p:scale>
          <a:sx n="13" d="100"/>
          <a:sy n="13" d="100"/>
        </p:scale>
        <p:origin x="-888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30" y="396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E207607C-ED4D-4192-8A9F-4D8D68F47984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A9697A0E-5D51-4381-9408-9C1265CAF4CD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T'AIME SEIGNEUR JE T'AIME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JE T'ADORE SEIGNEUR  JE T'ADORE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JE LÈVE MES MAINS SEIGNEUR JE LÈVE MES MAINS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JE T'EXALTE SEIGNEUR JE T'EXALTE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JE TE LOUE SEIGNEUR JE TE LOUE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 T'ÉLÈVE SEIGNEUR JE T'ÉLÈVE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JE PRIE ET JE LOUE, JE PRIE ET JE LOUE, JE PRIE ET JE LOUE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T'AIME SEIGNEUR JE T'AIME SEIGNEUR</a:t>
            </a:r>
          </a:p>
          <a:p>
            <a:r>
              <a:rPr lang="fr-FR" smtClean="0"/>
              <a:t>2-  JÉSUS MON DIEU, MON ROI</a:t>
            </a:r>
          </a:p>
          <a:p>
            <a:endParaRPr lang="fr-FR" smtClean="0"/>
          </a:p>
          <a:p>
            <a:r>
              <a:rPr lang="fr-FR" smtClean="0"/>
              <a:t>3-  JE T'ADORE SEIGNEUR  JE T'ADORE SEIGNEUR</a:t>
            </a:r>
          </a:p>
          <a:p>
            <a:r>
              <a:rPr lang="fr-FR" smtClean="0"/>
              <a:t>4-  JÉSUS MON DIEU, MON ROI</a:t>
            </a:r>
          </a:p>
          <a:p>
            <a:endParaRPr lang="fr-FR" smtClean="0"/>
          </a:p>
          <a:p>
            <a:r>
              <a:rPr lang="fr-FR" smtClean="0"/>
              <a:t>5-  JE LÈVE MES MAINS SEIGNEUR JE LÈVE MES MAINS SEIGNEUR</a:t>
            </a:r>
          </a:p>
          <a:p>
            <a:r>
              <a:rPr lang="fr-FR" smtClean="0"/>
              <a:t>6-  JÉSUS MON DIEU, MON ROI</a:t>
            </a:r>
          </a:p>
          <a:p>
            <a:endParaRPr lang="fr-FR" smtClean="0"/>
          </a:p>
          <a:p>
            <a:r>
              <a:rPr lang="fr-FR" smtClean="0"/>
              <a:t>7-  JE T'EXALTE SEIGNEUR JE T'EXALTE SEIGNEUR</a:t>
            </a:r>
          </a:p>
          <a:p>
            <a:r>
              <a:rPr lang="fr-FR" smtClean="0"/>
              <a:t>8-  JÉSUS MON DIEU, MON ROI</a:t>
            </a:r>
          </a:p>
          <a:p>
            <a:endParaRPr lang="fr-FR" smtClean="0"/>
          </a:p>
          <a:p>
            <a:r>
              <a:rPr lang="fr-FR" smtClean="0"/>
              <a:t>9-  JE TE LOUE SEIGNEUR JE TE LOUE SEIGNEUR</a:t>
            </a:r>
          </a:p>
          <a:p>
            <a:r>
              <a:rPr lang="fr-FR" smtClean="0"/>
              <a:t>10-  JÉSUS MON DIEU, MON ROI</a:t>
            </a:r>
          </a:p>
          <a:p>
            <a:endParaRPr lang="fr-FR" smtClean="0"/>
          </a:p>
          <a:p>
            <a:r>
              <a:rPr lang="fr-FR" smtClean="0"/>
              <a:t>11-  JE T'ÉLÈVE SEIGNEUR JE T'ÉLÈVE SEIGNEUR</a:t>
            </a:r>
          </a:p>
          <a:p>
            <a:r>
              <a:rPr lang="fr-FR" smtClean="0"/>
              <a:t>12-  JÉSUS MON DIEU, MON ROI</a:t>
            </a:r>
          </a:p>
          <a:p>
            <a:endParaRPr lang="fr-FR" smtClean="0"/>
          </a:p>
          <a:p>
            <a:r>
              <a:rPr lang="fr-FR" smtClean="0"/>
              <a:t>13-  JE PRIE ET JE LOUE, JE PRIE ET JE LOUE, JE PRIE ET JE LOUE</a:t>
            </a:r>
          </a:p>
          <a:p>
            <a:r>
              <a:rPr lang="fr-FR" smtClean="0"/>
              <a:t>14-  JÉSUS MON DIEU, MON ROI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T'AIME SEIGNEUR JE T'AIME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JE T'ADORE SEIGNEUR  JE T'ADORE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JE LÈVE MES MAINS SEIGNEUR JE LÈVE MES MAINS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JE T'EXALTE SEIGNEUR JE T'EXALTE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JE TE LOUE SEIGNEUR JE TE LOUE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 T'ÉLÈVE SEIGNEUR JE T'ÉLÈVE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JE PRIE ET JE LOUE, JE PRIE ET JE LOUE, JE PRIE ET JE LOUE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T'AIME SEIGNEUR JE T'AIME SEIGNEUR</a:t>
            </a:r>
          </a:p>
          <a:p>
            <a:r>
              <a:rPr lang="fr-FR" smtClean="0"/>
              <a:t>2-  JÉSUS MON DIEU, MON ROI</a:t>
            </a:r>
          </a:p>
          <a:p>
            <a:endParaRPr lang="fr-FR" smtClean="0"/>
          </a:p>
          <a:p>
            <a:r>
              <a:rPr lang="fr-FR" smtClean="0"/>
              <a:t>3-  JE T'ADORE SEIGNEUR  JE T'ADORE SEIGNEUR</a:t>
            </a:r>
          </a:p>
          <a:p>
            <a:r>
              <a:rPr lang="fr-FR" smtClean="0"/>
              <a:t>4-  JÉSUS MON DIEU, MON ROI</a:t>
            </a:r>
          </a:p>
          <a:p>
            <a:endParaRPr lang="fr-FR" smtClean="0"/>
          </a:p>
          <a:p>
            <a:r>
              <a:rPr lang="fr-FR" smtClean="0"/>
              <a:t>5-  JE LÈVE MES MAINS SEIGNEUR JE LÈVE MES MAINS SEIGNEUR</a:t>
            </a:r>
          </a:p>
          <a:p>
            <a:r>
              <a:rPr lang="fr-FR" smtClean="0"/>
              <a:t>6-  JÉSUS MON DIEU, MON ROI</a:t>
            </a:r>
          </a:p>
          <a:p>
            <a:endParaRPr lang="fr-FR" smtClean="0"/>
          </a:p>
          <a:p>
            <a:r>
              <a:rPr lang="fr-FR" smtClean="0"/>
              <a:t>7-  JE T'EXALTE SEIGNEUR JE T'EXALTE SEIGNEUR</a:t>
            </a:r>
          </a:p>
          <a:p>
            <a:r>
              <a:rPr lang="fr-FR" smtClean="0"/>
              <a:t>8-  JÉSUS MON DIEU, MON ROI</a:t>
            </a:r>
          </a:p>
          <a:p>
            <a:endParaRPr lang="fr-FR" smtClean="0"/>
          </a:p>
          <a:p>
            <a:r>
              <a:rPr lang="fr-FR" smtClean="0"/>
              <a:t>9-  JE TE LOUE SEIGNEUR JE TE LOUE SEIGNEUR</a:t>
            </a:r>
          </a:p>
          <a:p>
            <a:r>
              <a:rPr lang="fr-FR" smtClean="0"/>
              <a:t>10-  JÉSUS MON DIEU, MON ROI</a:t>
            </a:r>
          </a:p>
          <a:p>
            <a:endParaRPr lang="fr-FR" smtClean="0"/>
          </a:p>
          <a:p>
            <a:r>
              <a:rPr lang="fr-FR" smtClean="0"/>
              <a:t>11-  JE T'ÉLÈVE SEIGNEUR JE T'ÉLÈVE SEIGNEUR</a:t>
            </a:r>
          </a:p>
          <a:p>
            <a:r>
              <a:rPr lang="fr-FR" smtClean="0"/>
              <a:t>12-  JÉSUS MON DIEU, MON ROI</a:t>
            </a:r>
          </a:p>
          <a:p>
            <a:endParaRPr lang="fr-FR" smtClean="0"/>
          </a:p>
          <a:p>
            <a:r>
              <a:rPr lang="fr-FR" smtClean="0"/>
              <a:t>13-  JE PRIE ET JE LOUE, JE PRIE ET JE LOUE, JE PRIE ET JE LOUE</a:t>
            </a:r>
          </a:p>
          <a:p>
            <a:r>
              <a:rPr lang="fr-FR" smtClean="0"/>
              <a:t>14-  JÉSUS MON DIEU, MON ROI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T'AIME SEIGNEUR JE T'AIME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JE T'ADORE SEIGNEUR  JE T'ADORE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JE LÈVE MES MAINS SEIGNEUR JE LÈVE MES MAINS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JE T'EXALTE SEIGNEUR JE T'EXALTE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JE TE LOUE SEIGNEUR JE TE LOUE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 T'ÉLÈVE SEIGNEUR JE T'ÉLÈVE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JE PRIE ET JE LOUE, JE PRIE ET JE LOUE, JE PRIE ET JE LOUE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T'AIME SEIGNEUR JE T'AIME SEIGNEUR</a:t>
            </a:r>
          </a:p>
          <a:p>
            <a:r>
              <a:rPr lang="fr-FR" smtClean="0"/>
              <a:t>2-  JÉSUS MON DIEU, MON ROI</a:t>
            </a:r>
          </a:p>
          <a:p>
            <a:endParaRPr lang="fr-FR" smtClean="0"/>
          </a:p>
          <a:p>
            <a:r>
              <a:rPr lang="fr-FR" smtClean="0"/>
              <a:t>3-  JE T'ADORE SEIGNEUR  JE T'ADORE SEIGNEUR</a:t>
            </a:r>
          </a:p>
          <a:p>
            <a:r>
              <a:rPr lang="fr-FR" smtClean="0"/>
              <a:t>4-  JÉSUS MON DIEU, MON ROI</a:t>
            </a:r>
          </a:p>
          <a:p>
            <a:endParaRPr lang="fr-FR" smtClean="0"/>
          </a:p>
          <a:p>
            <a:r>
              <a:rPr lang="fr-FR" smtClean="0"/>
              <a:t>5-  JE LÈVE MES MAINS SEIGNEUR JE LÈVE MES MAINS SEIGNEUR</a:t>
            </a:r>
          </a:p>
          <a:p>
            <a:r>
              <a:rPr lang="fr-FR" smtClean="0"/>
              <a:t>6-  JÉSUS MON DIEU, MON ROI</a:t>
            </a:r>
          </a:p>
          <a:p>
            <a:endParaRPr lang="fr-FR" smtClean="0"/>
          </a:p>
          <a:p>
            <a:r>
              <a:rPr lang="fr-FR" smtClean="0"/>
              <a:t>7-  JE T'EXALTE SEIGNEUR JE T'EXALTE SEIGNEUR</a:t>
            </a:r>
          </a:p>
          <a:p>
            <a:r>
              <a:rPr lang="fr-FR" smtClean="0"/>
              <a:t>8-  JÉSUS MON DIEU, MON ROI</a:t>
            </a:r>
          </a:p>
          <a:p>
            <a:endParaRPr lang="fr-FR" smtClean="0"/>
          </a:p>
          <a:p>
            <a:r>
              <a:rPr lang="fr-FR" smtClean="0"/>
              <a:t>9-  JE TE LOUE SEIGNEUR JE TE LOUE SEIGNEUR</a:t>
            </a:r>
          </a:p>
          <a:p>
            <a:r>
              <a:rPr lang="fr-FR" smtClean="0"/>
              <a:t>10-  JÉSUS MON DIEU, MON ROI</a:t>
            </a:r>
          </a:p>
          <a:p>
            <a:endParaRPr lang="fr-FR" smtClean="0"/>
          </a:p>
          <a:p>
            <a:r>
              <a:rPr lang="fr-FR" smtClean="0"/>
              <a:t>11-  JE T'ÉLÈVE SEIGNEUR JE T'ÉLÈVE SEIGNEUR</a:t>
            </a:r>
          </a:p>
          <a:p>
            <a:r>
              <a:rPr lang="fr-FR" smtClean="0"/>
              <a:t>12-  JÉSUS MON DIEU, MON ROI</a:t>
            </a:r>
          </a:p>
          <a:p>
            <a:endParaRPr lang="fr-FR" smtClean="0"/>
          </a:p>
          <a:p>
            <a:r>
              <a:rPr lang="fr-FR" smtClean="0"/>
              <a:t>13-  JE PRIE ET JE LOUE, JE PRIE ET JE LOUE, JE PRIE ET JE LOUE</a:t>
            </a:r>
          </a:p>
          <a:p>
            <a:r>
              <a:rPr lang="fr-FR" smtClean="0"/>
              <a:t>14-  JÉSUS MON DIEU, MON ROI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T'AIME SEIGNEUR JE T'AIME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JE T'ADORE SEIGNEUR  JE T'ADORE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JE LÈVE MES MAINS SEIGNEUR JE LÈVE MES MAINS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JE T'EXALTE SEIGNEUR JE T'EXALTE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JE TE LOUE SEIGNEUR JE TE LOUE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 T'ÉLÈVE SEIGNEUR JE T'ÉLÈVE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JE PRIE ET JE LOUE, JE PRIE ET JE LOUE, JE PRIE ET JE LOUE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T'AIME SEIGNEUR JE T'AIME SEIGNEUR</a:t>
            </a:r>
          </a:p>
          <a:p>
            <a:r>
              <a:rPr lang="fr-FR" smtClean="0"/>
              <a:t>2-  JÉSUS MON DIEU, MON ROI</a:t>
            </a:r>
          </a:p>
          <a:p>
            <a:endParaRPr lang="fr-FR" smtClean="0"/>
          </a:p>
          <a:p>
            <a:r>
              <a:rPr lang="fr-FR" smtClean="0"/>
              <a:t>3-  JE T'ADORE SEIGNEUR  JE T'ADORE SEIGNEUR</a:t>
            </a:r>
          </a:p>
          <a:p>
            <a:r>
              <a:rPr lang="fr-FR" smtClean="0"/>
              <a:t>4-  JÉSUS MON DIEU, MON ROI</a:t>
            </a:r>
          </a:p>
          <a:p>
            <a:endParaRPr lang="fr-FR" smtClean="0"/>
          </a:p>
          <a:p>
            <a:r>
              <a:rPr lang="fr-FR" smtClean="0"/>
              <a:t>5-  JE LÈVE MES MAINS SEIGNEUR JE LÈVE MES MAINS SEIGNEUR</a:t>
            </a:r>
          </a:p>
          <a:p>
            <a:r>
              <a:rPr lang="fr-FR" smtClean="0"/>
              <a:t>6-  JÉSUS MON DIEU, MON ROI</a:t>
            </a:r>
          </a:p>
          <a:p>
            <a:endParaRPr lang="fr-FR" smtClean="0"/>
          </a:p>
          <a:p>
            <a:r>
              <a:rPr lang="fr-FR" smtClean="0"/>
              <a:t>7-  JE T'EXALTE SEIGNEUR JE T'EXALTE SEIGNEUR</a:t>
            </a:r>
          </a:p>
          <a:p>
            <a:r>
              <a:rPr lang="fr-FR" smtClean="0"/>
              <a:t>8-  JÉSUS MON DIEU, MON ROI</a:t>
            </a:r>
          </a:p>
          <a:p>
            <a:endParaRPr lang="fr-FR" smtClean="0"/>
          </a:p>
          <a:p>
            <a:r>
              <a:rPr lang="fr-FR" smtClean="0"/>
              <a:t>9-  JE TE LOUE SEIGNEUR JE TE LOUE SEIGNEUR</a:t>
            </a:r>
          </a:p>
          <a:p>
            <a:r>
              <a:rPr lang="fr-FR" smtClean="0"/>
              <a:t>10-  JÉSUS MON DIEU, MON ROI</a:t>
            </a:r>
          </a:p>
          <a:p>
            <a:endParaRPr lang="fr-FR" smtClean="0"/>
          </a:p>
          <a:p>
            <a:r>
              <a:rPr lang="fr-FR" smtClean="0"/>
              <a:t>11-  JE T'ÉLÈVE SEIGNEUR JE T'ÉLÈVE SEIGNEUR</a:t>
            </a:r>
          </a:p>
          <a:p>
            <a:r>
              <a:rPr lang="fr-FR" smtClean="0"/>
              <a:t>12-  JÉSUS MON DIEU, MON ROI</a:t>
            </a:r>
          </a:p>
          <a:p>
            <a:endParaRPr lang="fr-FR" smtClean="0"/>
          </a:p>
          <a:p>
            <a:r>
              <a:rPr lang="fr-FR" smtClean="0"/>
              <a:t>13-  JE PRIE ET JE LOUE, JE PRIE ET JE LOUE, JE PRIE ET JE LOUE</a:t>
            </a:r>
          </a:p>
          <a:p>
            <a:r>
              <a:rPr lang="fr-FR" smtClean="0"/>
              <a:t>14-  JÉSUS MON DIEU, MON ROI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T'AIME SEIGNEUR JE T'AIME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JE T'ADORE SEIGNEUR  JE T'ADORE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JE LÈVE MES MAINS SEIGNEUR JE LÈVE MES MAINS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JE T'EXALTE SEIGNEUR JE T'EXALTE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JE TE LOUE SEIGNEUR JE TE LOUE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 T'ÉLÈVE SEIGNEUR JE T'ÉLÈVE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JE PRIE ET JE LOUE, JE PRIE ET JE LOUE, JE PRIE ET JE LOUE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T'AIME SEIGNEUR JE T'AIME SEIGNEUR</a:t>
            </a:r>
          </a:p>
          <a:p>
            <a:r>
              <a:rPr lang="fr-FR" smtClean="0"/>
              <a:t>2-  JÉSUS MON DIEU, MON ROI</a:t>
            </a:r>
          </a:p>
          <a:p>
            <a:endParaRPr lang="fr-FR" smtClean="0"/>
          </a:p>
          <a:p>
            <a:r>
              <a:rPr lang="fr-FR" smtClean="0"/>
              <a:t>3-  JE T'ADORE SEIGNEUR  JE T'ADORE SEIGNEUR</a:t>
            </a:r>
          </a:p>
          <a:p>
            <a:r>
              <a:rPr lang="fr-FR" smtClean="0"/>
              <a:t>4-  JÉSUS MON DIEU, MON ROI</a:t>
            </a:r>
          </a:p>
          <a:p>
            <a:endParaRPr lang="fr-FR" smtClean="0"/>
          </a:p>
          <a:p>
            <a:r>
              <a:rPr lang="fr-FR" smtClean="0"/>
              <a:t>5-  JE LÈVE MES MAINS SEIGNEUR JE LÈVE MES MAINS SEIGNEUR</a:t>
            </a:r>
          </a:p>
          <a:p>
            <a:r>
              <a:rPr lang="fr-FR" smtClean="0"/>
              <a:t>6-  JÉSUS MON DIEU, MON ROI</a:t>
            </a:r>
          </a:p>
          <a:p>
            <a:endParaRPr lang="fr-FR" smtClean="0"/>
          </a:p>
          <a:p>
            <a:r>
              <a:rPr lang="fr-FR" smtClean="0"/>
              <a:t>7-  JE T'EXALTE SEIGNEUR JE T'EXALTE SEIGNEUR</a:t>
            </a:r>
          </a:p>
          <a:p>
            <a:r>
              <a:rPr lang="fr-FR" smtClean="0"/>
              <a:t>8-  JÉSUS MON DIEU, MON ROI</a:t>
            </a:r>
          </a:p>
          <a:p>
            <a:endParaRPr lang="fr-FR" smtClean="0"/>
          </a:p>
          <a:p>
            <a:r>
              <a:rPr lang="fr-FR" smtClean="0"/>
              <a:t>9-  JE TE LOUE SEIGNEUR JE TE LOUE SEIGNEUR</a:t>
            </a:r>
          </a:p>
          <a:p>
            <a:r>
              <a:rPr lang="fr-FR" smtClean="0"/>
              <a:t>10-  JÉSUS MON DIEU, MON ROI</a:t>
            </a:r>
          </a:p>
          <a:p>
            <a:endParaRPr lang="fr-FR" smtClean="0"/>
          </a:p>
          <a:p>
            <a:r>
              <a:rPr lang="fr-FR" smtClean="0"/>
              <a:t>11-  JE T'ÉLÈVE SEIGNEUR JE T'ÉLÈVE SEIGNEUR</a:t>
            </a:r>
          </a:p>
          <a:p>
            <a:r>
              <a:rPr lang="fr-FR" smtClean="0"/>
              <a:t>12-  JÉSUS MON DIEU, MON ROI</a:t>
            </a:r>
          </a:p>
          <a:p>
            <a:endParaRPr lang="fr-FR" smtClean="0"/>
          </a:p>
          <a:p>
            <a:r>
              <a:rPr lang="fr-FR" smtClean="0"/>
              <a:t>13-  JE PRIE ET JE LOUE, JE PRIE ET JE LOUE, JE PRIE ET JE LOUE</a:t>
            </a:r>
          </a:p>
          <a:p>
            <a:r>
              <a:rPr lang="fr-FR" smtClean="0"/>
              <a:t>14-  JÉSUS MON DIEU, MON ROI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T'AIME SEIGNEUR JE T'AIME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JE T'ADORE SEIGNEUR  JE T'ADORE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JE LÈVE MES MAINS SEIGNEUR JE LÈVE MES MAINS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JE T'EXALTE SEIGNEUR JE T'EXALTE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JE TE LOUE SEIGNEUR JE TE LOUE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 T'ÉLÈVE SEIGNEUR JE T'ÉLÈVE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JE PRIE ET JE LOUE, JE PRIE ET JE LOUE, JE PRIE ET JE LOUE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T'AIME SEIGNEUR JE T'AIME SEIGNEUR</a:t>
            </a:r>
          </a:p>
          <a:p>
            <a:r>
              <a:rPr lang="fr-FR" smtClean="0"/>
              <a:t>2-  JÉSUS MON DIEU, MON ROI</a:t>
            </a:r>
          </a:p>
          <a:p>
            <a:endParaRPr lang="fr-FR" smtClean="0"/>
          </a:p>
          <a:p>
            <a:r>
              <a:rPr lang="fr-FR" smtClean="0"/>
              <a:t>3-  JE T'ADORE SEIGNEUR  JE T'ADORE SEIGNEUR</a:t>
            </a:r>
          </a:p>
          <a:p>
            <a:r>
              <a:rPr lang="fr-FR" smtClean="0"/>
              <a:t>4-  JÉSUS MON DIEU, MON ROI</a:t>
            </a:r>
          </a:p>
          <a:p>
            <a:endParaRPr lang="fr-FR" smtClean="0"/>
          </a:p>
          <a:p>
            <a:r>
              <a:rPr lang="fr-FR" smtClean="0"/>
              <a:t>5-  JE LÈVE MES MAINS SEIGNEUR JE LÈVE MES MAINS SEIGNEUR</a:t>
            </a:r>
          </a:p>
          <a:p>
            <a:r>
              <a:rPr lang="fr-FR" smtClean="0"/>
              <a:t>6-  JÉSUS MON DIEU, MON ROI</a:t>
            </a:r>
          </a:p>
          <a:p>
            <a:endParaRPr lang="fr-FR" smtClean="0"/>
          </a:p>
          <a:p>
            <a:r>
              <a:rPr lang="fr-FR" smtClean="0"/>
              <a:t>7-  JE T'EXALTE SEIGNEUR JE T'EXALTE SEIGNEUR</a:t>
            </a:r>
          </a:p>
          <a:p>
            <a:r>
              <a:rPr lang="fr-FR" smtClean="0"/>
              <a:t>8-  JÉSUS MON DIEU, MON ROI</a:t>
            </a:r>
          </a:p>
          <a:p>
            <a:endParaRPr lang="fr-FR" smtClean="0"/>
          </a:p>
          <a:p>
            <a:r>
              <a:rPr lang="fr-FR" smtClean="0"/>
              <a:t>9-  JE TE LOUE SEIGNEUR JE TE LOUE SEIGNEUR</a:t>
            </a:r>
          </a:p>
          <a:p>
            <a:r>
              <a:rPr lang="fr-FR" smtClean="0"/>
              <a:t>10-  JÉSUS MON DIEU, MON ROI</a:t>
            </a:r>
          </a:p>
          <a:p>
            <a:endParaRPr lang="fr-FR" smtClean="0"/>
          </a:p>
          <a:p>
            <a:r>
              <a:rPr lang="fr-FR" smtClean="0"/>
              <a:t>11-  JE T'ÉLÈVE SEIGNEUR JE T'ÉLÈVE SEIGNEUR</a:t>
            </a:r>
          </a:p>
          <a:p>
            <a:r>
              <a:rPr lang="fr-FR" smtClean="0"/>
              <a:t>12-  JÉSUS MON DIEU, MON ROI</a:t>
            </a:r>
          </a:p>
          <a:p>
            <a:endParaRPr lang="fr-FR" smtClean="0"/>
          </a:p>
          <a:p>
            <a:r>
              <a:rPr lang="fr-FR" smtClean="0"/>
              <a:t>13-  JE PRIE ET JE LOUE, JE PRIE ET JE LOUE, JE PRIE ET JE LOUE</a:t>
            </a:r>
          </a:p>
          <a:p>
            <a:r>
              <a:rPr lang="fr-FR" smtClean="0"/>
              <a:t>14-  JÉSUS MON DIEU, MON ROI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T'AIME SEIGNEUR JE T'AIME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JE T'ADORE SEIGNEUR  JE T'ADORE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JE LÈVE MES MAINS SEIGNEUR JE LÈVE MES MAINS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JE T'EXALTE SEIGNEUR JE T'EXALTE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JE TE LOUE SEIGNEUR JE TE LOUE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 T'ÉLÈVE SEIGNEUR JE T'ÉLÈVE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JE PRIE ET JE LOUE, JE PRIE ET JE LOUE, JE PRIE ET JE LOUE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T'AIME SEIGNEUR JE T'AIME SEIGNEUR</a:t>
            </a:r>
          </a:p>
          <a:p>
            <a:r>
              <a:rPr lang="fr-FR" smtClean="0"/>
              <a:t>2-  JÉSUS MON DIEU, MON ROI</a:t>
            </a:r>
          </a:p>
          <a:p>
            <a:endParaRPr lang="fr-FR" smtClean="0"/>
          </a:p>
          <a:p>
            <a:r>
              <a:rPr lang="fr-FR" smtClean="0"/>
              <a:t>3-  JE T'ADORE SEIGNEUR  JE T'ADORE SEIGNEUR</a:t>
            </a:r>
          </a:p>
          <a:p>
            <a:r>
              <a:rPr lang="fr-FR" smtClean="0"/>
              <a:t>4-  JÉSUS MON DIEU, MON ROI</a:t>
            </a:r>
          </a:p>
          <a:p>
            <a:endParaRPr lang="fr-FR" smtClean="0"/>
          </a:p>
          <a:p>
            <a:r>
              <a:rPr lang="fr-FR" smtClean="0"/>
              <a:t>5-  JE LÈVE MES MAINS SEIGNEUR JE LÈVE MES MAINS SEIGNEUR</a:t>
            </a:r>
          </a:p>
          <a:p>
            <a:r>
              <a:rPr lang="fr-FR" smtClean="0"/>
              <a:t>6-  JÉSUS MON DIEU, MON ROI</a:t>
            </a:r>
          </a:p>
          <a:p>
            <a:endParaRPr lang="fr-FR" smtClean="0"/>
          </a:p>
          <a:p>
            <a:r>
              <a:rPr lang="fr-FR" smtClean="0"/>
              <a:t>7-  JE T'EXALTE SEIGNEUR JE T'EXALTE SEIGNEUR</a:t>
            </a:r>
          </a:p>
          <a:p>
            <a:r>
              <a:rPr lang="fr-FR" smtClean="0"/>
              <a:t>8-  JÉSUS MON DIEU, MON ROI</a:t>
            </a:r>
          </a:p>
          <a:p>
            <a:endParaRPr lang="fr-FR" smtClean="0"/>
          </a:p>
          <a:p>
            <a:r>
              <a:rPr lang="fr-FR" smtClean="0"/>
              <a:t>9-  JE TE LOUE SEIGNEUR JE TE LOUE SEIGNEUR</a:t>
            </a:r>
          </a:p>
          <a:p>
            <a:r>
              <a:rPr lang="fr-FR" smtClean="0"/>
              <a:t>10-  JÉSUS MON DIEU, MON ROI</a:t>
            </a:r>
          </a:p>
          <a:p>
            <a:endParaRPr lang="fr-FR" smtClean="0"/>
          </a:p>
          <a:p>
            <a:r>
              <a:rPr lang="fr-FR" smtClean="0"/>
              <a:t>11-  JE T'ÉLÈVE SEIGNEUR JE T'ÉLÈVE SEIGNEUR</a:t>
            </a:r>
          </a:p>
          <a:p>
            <a:r>
              <a:rPr lang="fr-FR" smtClean="0"/>
              <a:t>12-  JÉSUS MON DIEU, MON ROI</a:t>
            </a:r>
          </a:p>
          <a:p>
            <a:endParaRPr lang="fr-FR" smtClean="0"/>
          </a:p>
          <a:p>
            <a:r>
              <a:rPr lang="fr-FR" smtClean="0"/>
              <a:t>13-  JE PRIE ET JE LOUE, JE PRIE ET JE LOUE, JE PRIE ET JE LOUE</a:t>
            </a:r>
          </a:p>
          <a:p>
            <a:r>
              <a:rPr lang="fr-FR" smtClean="0"/>
              <a:t>14-  JÉSUS MON DIEU, MON ROI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T'AIME SEIGNEUR JE T'AIME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JE T'ADORE SEIGNEUR  JE T'ADORE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JE LÈVE MES MAINS SEIGNEUR JE LÈVE MES MAINS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JE T'EXALTE SEIGNEUR JE T'EXALTE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JE TE LOUE SEIGNEUR JE TE LOUE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 T'ÉLÈVE SEIGNEUR JE T'ÉLÈVE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JE PRIE ET JE LOUE, JE PRIE ET JE LOUE, JE PRIE ET JE LOUE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T'AIME SEIGNEUR JE T'AIME SEIGNEUR</a:t>
            </a:r>
          </a:p>
          <a:p>
            <a:r>
              <a:rPr lang="fr-FR" smtClean="0"/>
              <a:t>2-  JÉSUS MON DIEU, MON ROI</a:t>
            </a:r>
          </a:p>
          <a:p>
            <a:endParaRPr lang="fr-FR" smtClean="0"/>
          </a:p>
          <a:p>
            <a:r>
              <a:rPr lang="fr-FR" smtClean="0"/>
              <a:t>3-  JE T'ADORE SEIGNEUR  JE T'ADORE SEIGNEUR</a:t>
            </a:r>
          </a:p>
          <a:p>
            <a:r>
              <a:rPr lang="fr-FR" smtClean="0"/>
              <a:t>4-  JÉSUS MON DIEU, MON ROI</a:t>
            </a:r>
          </a:p>
          <a:p>
            <a:endParaRPr lang="fr-FR" smtClean="0"/>
          </a:p>
          <a:p>
            <a:r>
              <a:rPr lang="fr-FR" smtClean="0"/>
              <a:t>5-  JE LÈVE MES MAINS SEIGNEUR JE LÈVE MES MAINS SEIGNEUR</a:t>
            </a:r>
          </a:p>
          <a:p>
            <a:r>
              <a:rPr lang="fr-FR" smtClean="0"/>
              <a:t>6-  JÉSUS MON DIEU, MON ROI</a:t>
            </a:r>
          </a:p>
          <a:p>
            <a:endParaRPr lang="fr-FR" smtClean="0"/>
          </a:p>
          <a:p>
            <a:r>
              <a:rPr lang="fr-FR" smtClean="0"/>
              <a:t>7-  JE T'EXALTE SEIGNEUR JE T'EXALTE SEIGNEUR</a:t>
            </a:r>
          </a:p>
          <a:p>
            <a:r>
              <a:rPr lang="fr-FR" smtClean="0"/>
              <a:t>8-  JÉSUS MON DIEU, MON ROI</a:t>
            </a:r>
          </a:p>
          <a:p>
            <a:endParaRPr lang="fr-FR" smtClean="0"/>
          </a:p>
          <a:p>
            <a:r>
              <a:rPr lang="fr-FR" smtClean="0"/>
              <a:t>9-  JE TE LOUE SEIGNEUR JE TE LOUE SEIGNEUR</a:t>
            </a:r>
          </a:p>
          <a:p>
            <a:r>
              <a:rPr lang="fr-FR" smtClean="0"/>
              <a:t>10-  JÉSUS MON DIEU, MON ROI</a:t>
            </a:r>
          </a:p>
          <a:p>
            <a:endParaRPr lang="fr-FR" smtClean="0"/>
          </a:p>
          <a:p>
            <a:r>
              <a:rPr lang="fr-FR" smtClean="0"/>
              <a:t>11-  JE T'ÉLÈVE SEIGNEUR JE T'ÉLÈVE SEIGNEUR</a:t>
            </a:r>
          </a:p>
          <a:p>
            <a:r>
              <a:rPr lang="fr-FR" smtClean="0"/>
              <a:t>12-  JÉSUS MON DIEU, MON ROI</a:t>
            </a:r>
          </a:p>
          <a:p>
            <a:endParaRPr lang="fr-FR" smtClean="0"/>
          </a:p>
          <a:p>
            <a:r>
              <a:rPr lang="fr-FR" smtClean="0"/>
              <a:t>13-  JE PRIE ET JE LOUE, JE PRIE ET JE LOUE, JE PRIE ET JE LOUE</a:t>
            </a:r>
          </a:p>
          <a:p>
            <a:r>
              <a:rPr lang="fr-FR" smtClean="0"/>
              <a:t>14-  JÉSUS MON DIEU, MON ROI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T'AIME SEIGNEUR JE T'AIME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JE T'ADORE SEIGNEUR  JE T'ADORE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JE LÈVE MES MAINS SEIGNEUR JE LÈVE MES MAINS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JE T'EXALTE SEIGNEUR JE T'EXALTE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JE TE LOUE SEIGNEUR JE TE LOUE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 T'ÉLÈVE SEIGNEUR JE T'ÉLÈVE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JE PRIE ET JE LOUE, JE PRIE ET JE LOUE, JE PRIE ET JE LOUE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T'AIME SEIGNEUR JE T'AIME SEIGNEUR</a:t>
            </a:r>
          </a:p>
          <a:p>
            <a:r>
              <a:rPr lang="fr-FR" smtClean="0"/>
              <a:t>2-  JÉSUS MON DIEU, MON ROI</a:t>
            </a:r>
          </a:p>
          <a:p>
            <a:endParaRPr lang="fr-FR" smtClean="0"/>
          </a:p>
          <a:p>
            <a:r>
              <a:rPr lang="fr-FR" smtClean="0"/>
              <a:t>3-  JE T'ADORE SEIGNEUR  JE T'ADORE SEIGNEUR</a:t>
            </a:r>
          </a:p>
          <a:p>
            <a:r>
              <a:rPr lang="fr-FR" smtClean="0"/>
              <a:t>4-  JÉSUS MON DIEU, MON ROI</a:t>
            </a:r>
          </a:p>
          <a:p>
            <a:endParaRPr lang="fr-FR" smtClean="0"/>
          </a:p>
          <a:p>
            <a:r>
              <a:rPr lang="fr-FR" smtClean="0"/>
              <a:t>5-  JE LÈVE MES MAINS SEIGNEUR JE LÈVE MES MAINS SEIGNEUR</a:t>
            </a:r>
          </a:p>
          <a:p>
            <a:r>
              <a:rPr lang="fr-FR" smtClean="0"/>
              <a:t>6-  JÉSUS MON DIEU, MON ROI</a:t>
            </a:r>
          </a:p>
          <a:p>
            <a:endParaRPr lang="fr-FR" smtClean="0"/>
          </a:p>
          <a:p>
            <a:r>
              <a:rPr lang="fr-FR" smtClean="0"/>
              <a:t>7-  JE T'EXALTE SEIGNEUR JE T'EXALTE SEIGNEUR</a:t>
            </a:r>
          </a:p>
          <a:p>
            <a:r>
              <a:rPr lang="fr-FR" smtClean="0"/>
              <a:t>8-  JÉSUS MON DIEU, MON ROI</a:t>
            </a:r>
          </a:p>
          <a:p>
            <a:endParaRPr lang="fr-FR" smtClean="0"/>
          </a:p>
          <a:p>
            <a:r>
              <a:rPr lang="fr-FR" smtClean="0"/>
              <a:t>9-  JE TE LOUE SEIGNEUR JE TE LOUE SEIGNEUR</a:t>
            </a:r>
          </a:p>
          <a:p>
            <a:r>
              <a:rPr lang="fr-FR" smtClean="0"/>
              <a:t>10-  JÉSUS MON DIEU, MON ROI</a:t>
            </a:r>
          </a:p>
          <a:p>
            <a:endParaRPr lang="fr-FR" smtClean="0"/>
          </a:p>
          <a:p>
            <a:r>
              <a:rPr lang="fr-FR" smtClean="0"/>
              <a:t>11-  JE T'ÉLÈVE SEIGNEUR JE T'ÉLÈVE SEIGNEUR</a:t>
            </a:r>
          </a:p>
          <a:p>
            <a:r>
              <a:rPr lang="fr-FR" smtClean="0"/>
              <a:t>12-  JÉSUS MON DIEU, MON ROI</a:t>
            </a:r>
          </a:p>
          <a:p>
            <a:endParaRPr lang="fr-FR" smtClean="0"/>
          </a:p>
          <a:p>
            <a:r>
              <a:rPr lang="fr-FR" smtClean="0"/>
              <a:t>13-  JE PRIE ET JE LOUE, JE PRIE ET JE LOUE, JE PRIE ET JE LOUE</a:t>
            </a:r>
          </a:p>
          <a:p>
            <a:r>
              <a:rPr lang="fr-FR" smtClean="0"/>
              <a:t>14-  JÉSUS MON DIEU, MON ROI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T'AIME SEIGNEUR JE T'AIME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JE T'ADORE SEIGNEUR  JE T'ADORE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JE LÈVE MES MAINS SEIGNEUR JE LÈVE MES MAINS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JE T'EXALTE SEIGNEUR JE T'EXALTE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JE TE LOUE SEIGNEUR JE TE LOUE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 T'ÉLÈVE SEIGNEUR JE T'ÉLÈVE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JE PRIE ET JE LOUE, JE PRIE ET JE LOUE, JE PRIE ET JE LOUE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T'AIME SEIGNEUR JE T'AIME SEIGNEUR</a:t>
            </a:r>
          </a:p>
          <a:p>
            <a:r>
              <a:rPr lang="fr-FR" smtClean="0"/>
              <a:t>2-  JÉSUS MON DIEU, MON ROI</a:t>
            </a:r>
          </a:p>
          <a:p>
            <a:endParaRPr lang="fr-FR" smtClean="0"/>
          </a:p>
          <a:p>
            <a:r>
              <a:rPr lang="fr-FR" smtClean="0"/>
              <a:t>3-  JE T'ADORE SEIGNEUR  JE T'ADORE SEIGNEUR</a:t>
            </a:r>
          </a:p>
          <a:p>
            <a:r>
              <a:rPr lang="fr-FR" smtClean="0"/>
              <a:t>4-  JÉSUS MON DIEU, MON ROI</a:t>
            </a:r>
          </a:p>
          <a:p>
            <a:endParaRPr lang="fr-FR" smtClean="0"/>
          </a:p>
          <a:p>
            <a:r>
              <a:rPr lang="fr-FR" smtClean="0"/>
              <a:t>5-  JE LÈVE MES MAINS SEIGNEUR JE LÈVE MES MAINS SEIGNEUR</a:t>
            </a:r>
          </a:p>
          <a:p>
            <a:r>
              <a:rPr lang="fr-FR" smtClean="0"/>
              <a:t>6-  JÉSUS MON DIEU, MON ROI</a:t>
            </a:r>
          </a:p>
          <a:p>
            <a:endParaRPr lang="fr-FR" smtClean="0"/>
          </a:p>
          <a:p>
            <a:r>
              <a:rPr lang="fr-FR" smtClean="0"/>
              <a:t>7-  JE T'EXALTE SEIGNEUR JE T'EXALTE SEIGNEUR</a:t>
            </a:r>
          </a:p>
          <a:p>
            <a:r>
              <a:rPr lang="fr-FR" smtClean="0"/>
              <a:t>8-  JÉSUS MON DIEU, MON ROI</a:t>
            </a:r>
          </a:p>
          <a:p>
            <a:endParaRPr lang="fr-FR" smtClean="0"/>
          </a:p>
          <a:p>
            <a:r>
              <a:rPr lang="fr-FR" smtClean="0"/>
              <a:t>9-  JE TE LOUE SEIGNEUR JE TE LOUE SEIGNEUR</a:t>
            </a:r>
          </a:p>
          <a:p>
            <a:r>
              <a:rPr lang="fr-FR" smtClean="0"/>
              <a:t>10-  JÉSUS MON DIEU, MON ROI</a:t>
            </a:r>
          </a:p>
          <a:p>
            <a:endParaRPr lang="fr-FR" smtClean="0"/>
          </a:p>
          <a:p>
            <a:r>
              <a:rPr lang="fr-FR" smtClean="0"/>
              <a:t>11-  JE T'ÉLÈVE SEIGNEUR JE T'ÉLÈVE SEIGNEUR</a:t>
            </a:r>
          </a:p>
          <a:p>
            <a:r>
              <a:rPr lang="fr-FR" smtClean="0"/>
              <a:t>12-  JÉSUS MON DIEU, MON ROI</a:t>
            </a:r>
          </a:p>
          <a:p>
            <a:endParaRPr lang="fr-FR" smtClean="0"/>
          </a:p>
          <a:p>
            <a:r>
              <a:rPr lang="fr-FR" smtClean="0"/>
              <a:t>13-  JE PRIE ET JE LOUE, JE PRIE ET JE LOUE, JE PRIE ET JE LOUE</a:t>
            </a:r>
          </a:p>
          <a:p>
            <a:r>
              <a:rPr lang="fr-FR" smtClean="0"/>
              <a:t>14-  JÉSUS MON DIEU, MON ROI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T'AIME SEIGNEUR JE T'AIME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JE T'ADORE SEIGNEUR  JE T'ADORE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JE LÈVE MES MAINS SEIGNEUR JE LÈVE MES MAINS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JE T'EXALTE SEIGNEUR JE T'EXALTE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JE TE LOUE SEIGNEUR JE TE LOUE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 T'ÉLÈVE SEIGNEUR JE T'ÉLÈVE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JE PRIE ET JE LOUE, JE PRIE ET JE LOUE, JE PRIE ET JE LOUE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T'AIME SEIGNEUR JE T'AIME SEIGNEUR</a:t>
            </a:r>
          </a:p>
          <a:p>
            <a:r>
              <a:rPr lang="fr-FR" smtClean="0"/>
              <a:t>2-  JÉSUS MON DIEU, MON ROI</a:t>
            </a:r>
          </a:p>
          <a:p>
            <a:endParaRPr lang="fr-FR" smtClean="0"/>
          </a:p>
          <a:p>
            <a:r>
              <a:rPr lang="fr-FR" smtClean="0"/>
              <a:t>3-  JE T'ADORE SEIGNEUR  JE T'ADORE SEIGNEUR</a:t>
            </a:r>
          </a:p>
          <a:p>
            <a:r>
              <a:rPr lang="fr-FR" smtClean="0"/>
              <a:t>4-  JÉSUS MON DIEU, MON ROI</a:t>
            </a:r>
          </a:p>
          <a:p>
            <a:endParaRPr lang="fr-FR" smtClean="0"/>
          </a:p>
          <a:p>
            <a:r>
              <a:rPr lang="fr-FR" smtClean="0"/>
              <a:t>5-  JE LÈVE MES MAINS SEIGNEUR JE LÈVE MES MAINS SEIGNEUR</a:t>
            </a:r>
          </a:p>
          <a:p>
            <a:r>
              <a:rPr lang="fr-FR" smtClean="0"/>
              <a:t>6-  JÉSUS MON DIEU, MON ROI</a:t>
            </a:r>
          </a:p>
          <a:p>
            <a:endParaRPr lang="fr-FR" smtClean="0"/>
          </a:p>
          <a:p>
            <a:r>
              <a:rPr lang="fr-FR" smtClean="0"/>
              <a:t>7-  JE T'EXALTE SEIGNEUR JE T'EXALTE SEIGNEUR</a:t>
            </a:r>
          </a:p>
          <a:p>
            <a:r>
              <a:rPr lang="fr-FR" smtClean="0"/>
              <a:t>8-  JÉSUS MON DIEU, MON ROI</a:t>
            </a:r>
          </a:p>
          <a:p>
            <a:endParaRPr lang="fr-FR" smtClean="0"/>
          </a:p>
          <a:p>
            <a:r>
              <a:rPr lang="fr-FR" smtClean="0"/>
              <a:t>9-  JE TE LOUE SEIGNEUR JE TE LOUE SEIGNEUR</a:t>
            </a:r>
          </a:p>
          <a:p>
            <a:r>
              <a:rPr lang="fr-FR" smtClean="0"/>
              <a:t>10-  JÉSUS MON DIEU, MON ROI</a:t>
            </a:r>
          </a:p>
          <a:p>
            <a:endParaRPr lang="fr-FR" smtClean="0"/>
          </a:p>
          <a:p>
            <a:r>
              <a:rPr lang="fr-FR" smtClean="0"/>
              <a:t>11-  JE T'ÉLÈVE SEIGNEUR JE T'ÉLÈVE SEIGNEUR</a:t>
            </a:r>
          </a:p>
          <a:p>
            <a:r>
              <a:rPr lang="fr-FR" smtClean="0"/>
              <a:t>12-  JÉSUS MON DIEU, MON ROI</a:t>
            </a:r>
          </a:p>
          <a:p>
            <a:endParaRPr lang="fr-FR" smtClean="0"/>
          </a:p>
          <a:p>
            <a:r>
              <a:rPr lang="fr-FR" smtClean="0"/>
              <a:t>13-  JE PRIE ET JE LOUE, JE PRIE ET JE LOUE, JE PRIE ET JE LOUE</a:t>
            </a:r>
          </a:p>
          <a:p>
            <a:r>
              <a:rPr lang="fr-FR" smtClean="0"/>
              <a:t>14-  JÉSUS MON DIEU, MON ROI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T'AIME SEIGNEUR JE T'AIME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JE T'ADORE SEIGNEUR  JE T'ADORE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JE LÈVE MES MAINS SEIGNEUR JE LÈVE MES MAINS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JE T'EXALTE SEIGNEUR JE T'EXALTE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JE TE LOUE SEIGNEUR JE TE LOUE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 T'ÉLÈVE SEIGNEUR JE T'ÉLÈVE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JE PRIE ET JE LOUE, JE PRIE ET JE LOUE, JE PRIE ET JE LOUE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T'AIME SEIGNEUR JE T'AIME SEIGNEUR</a:t>
            </a:r>
          </a:p>
          <a:p>
            <a:r>
              <a:rPr lang="fr-FR" smtClean="0"/>
              <a:t>2-  JÉSUS MON DIEU, MON ROI</a:t>
            </a:r>
          </a:p>
          <a:p>
            <a:endParaRPr lang="fr-FR" smtClean="0"/>
          </a:p>
          <a:p>
            <a:r>
              <a:rPr lang="fr-FR" smtClean="0"/>
              <a:t>3-  JE T'ADORE SEIGNEUR  JE T'ADORE SEIGNEUR</a:t>
            </a:r>
          </a:p>
          <a:p>
            <a:r>
              <a:rPr lang="fr-FR" smtClean="0"/>
              <a:t>4-  JÉSUS MON DIEU, MON ROI</a:t>
            </a:r>
          </a:p>
          <a:p>
            <a:endParaRPr lang="fr-FR" smtClean="0"/>
          </a:p>
          <a:p>
            <a:r>
              <a:rPr lang="fr-FR" smtClean="0"/>
              <a:t>5-  JE LÈVE MES MAINS SEIGNEUR JE LÈVE MES MAINS SEIGNEUR</a:t>
            </a:r>
          </a:p>
          <a:p>
            <a:r>
              <a:rPr lang="fr-FR" smtClean="0"/>
              <a:t>6-  JÉSUS MON DIEU, MON ROI</a:t>
            </a:r>
          </a:p>
          <a:p>
            <a:endParaRPr lang="fr-FR" smtClean="0"/>
          </a:p>
          <a:p>
            <a:r>
              <a:rPr lang="fr-FR" smtClean="0"/>
              <a:t>7-  JE T'EXALTE SEIGNEUR JE T'EXALTE SEIGNEUR</a:t>
            </a:r>
          </a:p>
          <a:p>
            <a:r>
              <a:rPr lang="fr-FR" smtClean="0"/>
              <a:t>8-  JÉSUS MON DIEU, MON ROI</a:t>
            </a:r>
          </a:p>
          <a:p>
            <a:endParaRPr lang="fr-FR" smtClean="0"/>
          </a:p>
          <a:p>
            <a:r>
              <a:rPr lang="fr-FR" smtClean="0"/>
              <a:t>9-  JE TE LOUE SEIGNEUR JE TE LOUE SEIGNEUR</a:t>
            </a:r>
          </a:p>
          <a:p>
            <a:r>
              <a:rPr lang="fr-FR" smtClean="0"/>
              <a:t>10-  JÉSUS MON DIEU, MON ROI</a:t>
            </a:r>
          </a:p>
          <a:p>
            <a:endParaRPr lang="fr-FR" smtClean="0"/>
          </a:p>
          <a:p>
            <a:r>
              <a:rPr lang="fr-FR" smtClean="0"/>
              <a:t>11-  JE T'ÉLÈVE SEIGNEUR JE T'ÉLÈVE SEIGNEUR</a:t>
            </a:r>
          </a:p>
          <a:p>
            <a:r>
              <a:rPr lang="fr-FR" smtClean="0"/>
              <a:t>12-  JÉSUS MON DIEU, MON ROI</a:t>
            </a:r>
          </a:p>
          <a:p>
            <a:endParaRPr lang="fr-FR" smtClean="0"/>
          </a:p>
          <a:p>
            <a:r>
              <a:rPr lang="fr-FR" smtClean="0"/>
              <a:t>13-  JE PRIE ET JE LOUE, JE PRIE ET JE LOUE, JE PRIE ET JE LOUE</a:t>
            </a:r>
          </a:p>
          <a:p>
            <a:r>
              <a:rPr lang="fr-FR" smtClean="0"/>
              <a:t>14-  JÉSUS MON DIEU, MON ROI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T'AIME SEIGNEUR JE T'AIME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JE T'ADORE SEIGNEUR  JE T'ADORE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JE LÈVE MES MAINS SEIGNEUR JE LÈVE MES MAINS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JE T'EXALTE SEIGNEUR JE T'EXALTE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JE TE LOUE SEIGNEUR JE TE LOUE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 T'ÉLÈVE SEIGNEUR JE T'ÉLÈVE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JE PRIE ET JE LOUE, JE PRIE ET JE LOUE, JE PRIE ET JE LOUE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T'AIME SEIGNEUR JE T'AIME SEIGNEUR</a:t>
            </a:r>
          </a:p>
          <a:p>
            <a:r>
              <a:rPr lang="fr-FR" smtClean="0"/>
              <a:t>2-  JÉSUS MON DIEU, MON ROI</a:t>
            </a:r>
          </a:p>
          <a:p>
            <a:endParaRPr lang="fr-FR" smtClean="0"/>
          </a:p>
          <a:p>
            <a:r>
              <a:rPr lang="fr-FR" smtClean="0"/>
              <a:t>3-  JE T'ADORE SEIGNEUR  JE T'ADORE SEIGNEUR</a:t>
            </a:r>
          </a:p>
          <a:p>
            <a:r>
              <a:rPr lang="fr-FR" smtClean="0"/>
              <a:t>4-  JÉSUS MON DIEU, MON ROI</a:t>
            </a:r>
          </a:p>
          <a:p>
            <a:endParaRPr lang="fr-FR" smtClean="0"/>
          </a:p>
          <a:p>
            <a:r>
              <a:rPr lang="fr-FR" smtClean="0"/>
              <a:t>5-  JE LÈVE MES MAINS SEIGNEUR JE LÈVE MES MAINS SEIGNEUR</a:t>
            </a:r>
          </a:p>
          <a:p>
            <a:r>
              <a:rPr lang="fr-FR" smtClean="0"/>
              <a:t>6-  JÉSUS MON DIEU, MON ROI</a:t>
            </a:r>
          </a:p>
          <a:p>
            <a:endParaRPr lang="fr-FR" smtClean="0"/>
          </a:p>
          <a:p>
            <a:r>
              <a:rPr lang="fr-FR" smtClean="0"/>
              <a:t>7-  JE T'EXALTE SEIGNEUR JE T'EXALTE SEIGNEUR</a:t>
            </a:r>
          </a:p>
          <a:p>
            <a:r>
              <a:rPr lang="fr-FR" smtClean="0"/>
              <a:t>8-  JÉSUS MON DIEU, MON ROI</a:t>
            </a:r>
          </a:p>
          <a:p>
            <a:endParaRPr lang="fr-FR" smtClean="0"/>
          </a:p>
          <a:p>
            <a:r>
              <a:rPr lang="fr-FR" smtClean="0"/>
              <a:t>9-  JE TE LOUE SEIGNEUR JE TE LOUE SEIGNEUR</a:t>
            </a:r>
          </a:p>
          <a:p>
            <a:r>
              <a:rPr lang="fr-FR" smtClean="0"/>
              <a:t>10-  JÉSUS MON DIEU, MON ROI</a:t>
            </a:r>
          </a:p>
          <a:p>
            <a:endParaRPr lang="fr-FR" smtClean="0"/>
          </a:p>
          <a:p>
            <a:r>
              <a:rPr lang="fr-FR" smtClean="0"/>
              <a:t>11-  JE T'ÉLÈVE SEIGNEUR JE T'ÉLÈVE SEIGNEUR</a:t>
            </a:r>
          </a:p>
          <a:p>
            <a:r>
              <a:rPr lang="fr-FR" smtClean="0"/>
              <a:t>12-  JÉSUS MON DIEU, MON ROI</a:t>
            </a:r>
          </a:p>
          <a:p>
            <a:endParaRPr lang="fr-FR" smtClean="0"/>
          </a:p>
          <a:p>
            <a:r>
              <a:rPr lang="fr-FR" smtClean="0"/>
              <a:t>13-  JE PRIE ET JE LOUE, JE PRIE ET JE LOUE, JE PRIE ET JE LOUE</a:t>
            </a:r>
          </a:p>
          <a:p>
            <a:r>
              <a:rPr lang="fr-FR" smtClean="0"/>
              <a:t>14-  JÉSUS MON DIEU, MON ROI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T'AIME SEIGNEUR JE T'AIME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JE T'ADORE SEIGNEUR  JE T'ADORE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JE LÈVE MES MAINS SEIGNEUR JE LÈVE MES MAINS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JE T'EXALTE SEIGNEUR JE T'EXALTE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JE TE LOUE SEIGNEUR JE TE LOUE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JE T'ÉLÈVE SEIGNEUR JE T'ÉLÈVE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JE PRIE ET JE LOUE, JE PRIE ET JE LOUE, JE PRIE ET JE LOUE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JÉSUS MON DIEU, MON ROI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T'AIME SEIGNEUR JE T'AIME SEIGNEUR</a:t>
            </a:r>
          </a:p>
          <a:p>
            <a:r>
              <a:rPr lang="fr-FR" smtClean="0"/>
              <a:t>2-  JÉSUS MON DIEU, MON ROI</a:t>
            </a:r>
          </a:p>
          <a:p>
            <a:endParaRPr lang="fr-FR" smtClean="0"/>
          </a:p>
          <a:p>
            <a:r>
              <a:rPr lang="fr-FR" smtClean="0"/>
              <a:t>3-  JE T'ADORE SEIGNEUR  JE T'ADORE SEIGNEUR</a:t>
            </a:r>
          </a:p>
          <a:p>
            <a:r>
              <a:rPr lang="fr-FR" smtClean="0"/>
              <a:t>4-  JÉSUS MON DIEU, MON ROI</a:t>
            </a:r>
          </a:p>
          <a:p>
            <a:endParaRPr lang="fr-FR" smtClean="0"/>
          </a:p>
          <a:p>
            <a:r>
              <a:rPr lang="fr-FR" smtClean="0"/>
              <a:t>5-  JE LÈVE MES MAINS SEIGNEUR JE LÈVE MES MAINS SEIGNEUR</a:t>
            </a:r>
          </a:p>
          <a:p>
            <a:r>
              <a:rPr lang="fr-FR" smtClean="0"/>
              <a:t>6-  JÉSUS MON DIEU, MON ROI</a:t>
            </a:r>
          </a:p>
          <a:p>
            <a:endParaRPr lang="fr-FR" smtClean="0"/>
          </a:p>
          <a:p>
            <a:r>
              <a:rPr lang="fr-FR" smtClean="0"/>
              <a:t>7-  JE T'EXALTE SEIGNEUR JE T'EXALTE SEIGNEUR</a:t>
            </a:r>
          </a:p>
          <a:p>
            <a:r>
              <a:rPr lang="fr-FR" smtClean="0"/>
              <a:t>8-  JÉSUS MON DIEU, MON ROI</a:t>
            </a:r>
          </a:p>
          <a:p>
            <a:endParaRPr lang="fr-FR" smtClean="0"/>
          </a:p>
          <a:p>
            <a:r>
              <a:rPr lang="fr-FR" smtClean="0"/>
              <a:t>9-  JE TE LOUE SEIGNEUR JE TE LOUE SEIGNEUR</a:t>
            </a:r>
          </a:p>
          <a:p>
            <a:r>
              <a:rPr lang="fr-FR" smtClean="0"/>
              <a:t>10-  JÉSUS MON DIEU, MON ROI</a:t>
            </a:r>
          </a:p>
          <a:p>
            <a:endParaRPr lang="fr-FR" smtClean="0"/>
          </a:p>
          <a:p>
            <a:r>
              <a:rPr lang="fr-FR" smtClean="0"/>
              <a:t>11-  JE T'ÉLÈVE SEIGNEUR JE T'ÉLÈVE SEIGNEUR</a:t>
            </a:r>
          </a:p>
          <a:p>
            <a:r>
              <a:rPr lang="fr-FR" smtClean="0"/>
              <a:t>12-  JÉSUS MON DIEU, MON ROI</a:t>
            </a:r>
          </a:p>
          <a:p>
            <a:endParaRPr lang="fr-FR" smtClean="0"/>
          </a:p>
          <a:p>
            <a:r>
              <a:rPr lang="fr-FR" smtClean="0"/>
              <a:t>13-  JE PRIE ET JE LOUE, JE PRIE ET JE LOUE, JE PRIE ET JE LOUE</a:t>
            </a:r>
          </a:p>
          <a:p>
            <a:r>
              <a:rPr lang="fr-FR" smtClean="0"/>
              <a:t>14-  JÉSUS MON DIEU, MON ROI</a:t>
            </a:r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CA0105-3B51-465E-A19B-39C227201FE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74DC13-C1C9-41F4-96F2-85D6D975E6F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BAF409-A7F4-40F1-8CAF-997B9C8BED1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BBFABE-2C94-473D-A337-63CEB43A056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7DDE2E-7E47-4E78-A9CD-264E32A802E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5663D2-C2C7-4307-8D60-FC069F1FE9B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BDE612-E7DD-4034-9DCC-082A0A8FB6C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FE6C8E-B5FA-4CCD-81FE-A49599A5737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EA621C-CBA4-4E7D-9E49-D3AC6757256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557C2B-0D8F-4A12-9BBC-B23626A06DE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036817-03A2-4C4E-916E-64A8A815C1C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D5D9ACA5-0097-4AF8-A1DA-B706D172274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6100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JE T'AIME SEIGNEUR</a:t>
            </a:r>
            <a:b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 JE T'AIME 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6100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JÉSUS MON DIEU, MON ROI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6100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JE T'ADORE SEIGNEUR </a:t>
            </a:r>
            <a:b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 JE T'ADORE 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6100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JÉSUS MON DIEU, MON ROI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6100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JE LÈVE MES MAINS SEIGNEUR</a:t>
            </a:r>
            <a:b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JE LÈVE MES MAINS 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6100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JÉSUS MON DIEU, MON ROI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6100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JE T'EXALTE SEIGNEUR</a:t>
            </a:r>
            <a:b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 JE T'EXALTE 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6100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JÉSUS MON DIEU, MON ROI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6100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JE TE LOUE SEIGNEUR</a:t>
            </a:r>
            <a:b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JE TE LOUE 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6100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JÉSUS MON DIEU, MON ROI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6100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JE T'ÉLÈVE SEIGNEUR</a:t>
            </a:r>
            <a:b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JE T'ÉLÈVE 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6100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JÉSUS MON DIEU, MON ROI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6100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JE PRIE ET JE LOUE, JE PRIE ET JE LOUE</a:t>
            </a:r>
            <a:b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JE PRIE ET JE LOUE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6100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JÉSUS MON DIEU, MON ROI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863</TotalTime>
  <Words>3294</Words>
  <Application>Microsoft PowerPoint</Application>
  <PresentationFormat>On-screen Show (4:3)</PresentationFormat>
  <Paragraphs>574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Franklin Gothic Medium</vt:lpstr>
      <vt:lpstr>Arial</vt:lpstr>
      <vt:lpstr>Calibri</vt:lpstr>
      <vt:lpstr>Default Design</vt:lpstr>
      <vt:lpstr>JE T'AIME SEIGNEUR  JE T'AIME SEIGNEUR</vt:lpstr>
      <vt:lpstr>JÉSUS MON DIEU, MON ROI</vt:lpstr>
      <vt:lpstr>JE T'ADORE SEIGNEUR   JE T'ADORE SEIGNEUR</vt:lpstr>
      <vt:lpstr>JÉSUS MON DIEU, MON ROI</vt:lpstr>
      <vt:lpstr>JE LÈVE MES MAINS SEIGNEUR JE LÈVE MES MAINS SEIGNEUR</vt:lpstr>
      <vt:lpstr>JÉSUS MON DIEU, MON ROI</vt:lpstr>
      <vt:lpstr>JE T'EXALTE SEIGNEUR  JE T'EXALTE SEIGNEUR</vt:lpstr>
      <vt:lpstr>JÉSUS MON DIEU, MON ROI</vt:lpstr>
      <vt:lpstr>JE TE LOUE SEIGNEUR JE TE LOUE SEIGNEUR</vt:lpstr>
      <vt:lpstr>JÉSUS MON DIEU, MON ROI</vt:lpstr>
      <vt:lpstr>JE T'ÉLÈVE SEIGNEUR JE T'ÉLÈVE SEIGNEUR</vt:lpstr>
      <vt:lpstr>JÉSUS MON DIEU, MON ROI</vt:lpstr>
      <vt:lpstr>JE PRIE ET JE LOUE, JE PRIE ET JE LOUE JE PRIE ET JE LOUE</vt:lpstr>
      <vt:lpstr>JÉSUS MON DIEU, MON ROI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82</cp:revision>
  <dcterms:created xsi:type="dcterms:W3CDTF">2002-08-17T10:50:50Z</dcterms:created>
  <dcterms:modified xsi:type="dcterms:W3CDTF">2012-06-22T19:37:26Z</dcterms:modified>
</cp:coreProperties>
</file>