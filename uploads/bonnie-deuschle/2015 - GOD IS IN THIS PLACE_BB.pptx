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01" r:id="rId2"/>
    <p:sldId id="303" r:id="rId3"/>
    <p:sldId id="304" r:id="rId4"/>
    <p:sldId id="305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56631" autoAdjust="0"/>
  </p:normalViewPr>
  <p:slideViewPr>
    <p:cSldViewPr>
      <p:cViewPr>
        <p:scale>
          <a:sx n="30" d="100"/>
          <a:sy n="30" d="100"/>
        </p:scale>
        <p:origin x="-384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2DFA0AF-2218-4FC5-ADF2-FDBA9F150F7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4E239A-325E-48DC-A9D9-B441D05EA31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EST DANS CET ENDROIT 
2-  ICI MAINTENANT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ARIPANO WEDENGA! DAIDZAI ZITA RAKE! 
4-  AAH EEHEE! NDI JESUEEHEE 
</a:t>
            </a:r>
            <a:endParaRPr lang="fr-FR" dirty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DANS CET ENDROIT 
2-  ICI MAINTENANT </a:t>
            </a:r>
          </a:p>
          <a:p>
            <a:endParaRPr lang="fr-FR" smtClean="0"/>
          </a:p>
          <a:p>
            <a:r>
              <a:rPr lang="fr-FR" smtClean="0"/>
              <a:t>3-  ARIPANO WEDENGA! DAIDZAI ZITA RAKE! 
4-  AAH EEHEE! NDI JESUEEHEE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EST DANS CET ENDROIT 
2-  ICI MAINTENANT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ARIPANO WEDENGA! DAIDZAI ZITA RAKE! 
4-  AAH EEHEE! NDI JESUEEHEE 
</a:t>
            </a:r>
            <a:endParaRPr lang="fr-FR" dirty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DANS CET ENDROIT 
2-  ICI MAINTENANT </a:t>
            </a:r>
          </a:p>
          <a:p>
            <a:endParaRPr lang="fr-FR" smtClean="0"/>
          </a:p>
          <a:p>
            <a:r>
              <a:rPr lang="fr-FR" smtClean="0"/>
              <a:t>3-  ARIPANO WEDENGA! DAIDZAI ZITA RAKE! 
4-  AAH EEHEE! NDI JESUEEHEE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EST DANS CET ENDROIT 
2-  ICI MAINTENANT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ARIPANO WEDENGA! DAIDZAI ZITA RAKE! 
4-  AAH EEHEE! NDI JESUEEHEE 
</a:t>
            </a:r>
            <a:endParaRPr lang="fr-FR" dirty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DANS CET ENDROIT 
2-  ICI MAINTENANT </a:t>
            </a:r>
          </a:p>
          <a:p>
            <a:endParaRPr lang="fr-FR" smtClean="0"/>
          </a:p>
          <a:p>
            <a:r>
              <a:rPr lang="fr-FR" smtClean="0"/>
              <a:t>3-  ARIPANO WEDENGA! DAIDZAI ZITA RAKE! 
4-  AAH EEHEE! NDI JESUEEHEE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DIEU EST DANS CET ENDROIT 
2-  ICI MAINTENANT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ARIPANO WEDENGA! DAIDZAI ZITA RAKE! 
4-  AAH EEHEE! NDI JESUEEHEE 
</a:t>
            </a:r>
            <a:endParaRPr lang="fr-FR" dirty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EST DANS CET ENDROIT 
2-  ICI MAINTENANT </a:t>
            </a:r>
          </a:p>
          <a:p>
            <a:endParaRPr lang="fr-FR" smtClean="0"/>
          </a:p>
          <a:p>
            <a:r>
              <a:rPr lang="fr-FR" smtClean="0"/>
              <a:t>3-  ARIPANO WEDENGA! DAIDZAI ZITA RAKE! 
4-  AAH EEHEE! NDI JESUEEHEE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9AFC78-FDC2-432F-9687-0E580EC170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D1D674-65F9-4DBF-889B-22175E0567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E022EE-C749-4CC8-80C4-53D3A57931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B182EB-3059-4CCB-943B-BEC56A411B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3A2CD5-1741-4BA2-A8A4-063B8D1DED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1D5B1-38A0-4B87-AE0B-459AD699DE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6F5EAE-E8B4-40E3-98B7-20F37A1F62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FBB2F-9CB9-4877-B331-E3E07D5B71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DBF84B-5380-4F31-8042-37D17E379D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68A0D-D70B-4807-943E-04C4BD18D9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08900-7D37-41D4-BC21-D425C66448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4C5D4B6-23D9-4FDA-ACD1-954074122D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EST 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 ENDROIT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ICI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MAINTENANT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ARIPANO WEDENGA!</a:t>
            </a:r>
          </a:p>
          <a:p>
            <a:pPr algn="ctr">
              <a:defRPr/>
            </a:pPr>
            <a: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DAIDZAI ZITA RAKE!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AAH EEHEE!</a:t>
            </a:r>
          </a:p>
          <a:p>
            <a:pPr algn="ctr">
              <a:defRPr/>
            </a:pPr>
            <a:r>
              <a:rPr lang="it-IT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NDI JESUEEHEE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67</Words>
  <Application>Microsoft Office PowerPoint</Application>
  <PresentationFormat>On-screen Show (4:3)</PresentationFormat>
  <Paragraphs>31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67</cp:revision>
  <dcterms:created xsi:type="dcterms:W3CDTF">2002-08-17T13:12:10Z</dcterms:created>
  <dcterms:modified xsi:type="dcterms:W3CDTF">2015-07-19T10:28:55Z</dcterms:modified>
</cp:coreProperties>
</file>