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5954" autoAdjust="0"/>
    <p:restoredTop sz="84954" autoAdjust="0"/>
  </p:normalViewPr>
  <p:slideViewPr>
    <p:cSldViewPr>
      <p:cViewPr varScale="1">
        <p:scale>
          <a:sx n="13" d="100"/>
          <a:sy n="13" d="100"/>
        </p:scale>
        <p:origin x="-888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D6B304BD-3246-4B90-B080-B73B93DF3B8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D2ABC148-ED82-4A58-AE5E-1B5A639E39D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YADAH, JE LÈVE MES MAINS TOWDAH, ENCORE PLUS HAUT</a:t>
            </a:r>
          </a:p>
          <a:p>
            <a:pPr>
              <a:spcBef>
                <a:spcPct val="0"/>
              </a:spcBef>
            </a:pPr>
            <a:r>
              <a:rPr lang="fr-FR" smtClean="0"/>
              <a:t>2-  SHABAK JE LOUE CRIE DE JOIE</a:t>
            </a:r>
          </a:p>
          <a:p>
            <a:pPr>
              <a:spcBef>
                <a:spcPct val="0"/>
              </a:spcBef>
            </a:pPr>
            <a:r>
              <a:rPr lang="fr-FR" smtClean="0"/>
              <a:t>3-  BARAK, JE T'ADORE ZAMAR, AVEC MES INSTRUMENTS</a:t>
            </a:r>
          </a:p>
          <a:p>
            <a:pPr>
              <a:spcBef>
                <a:spcPct val="0"/>
              </a:spcBef>
            </a:pPr>
            <a:r>
              <a:rPr lang="fr-FR" smtClean="0"/>
              <a:t>4-  TEHILLAH HABITE NOS LOUANGES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5-  ALLÉLUIA, ALLÉLUIA JE TOURNE SUR MOI MÊME</a:t>
            </a:r>
          </a:p>
          <a:p>
            <a:pPr>
              <a:spcBef>
                <a:spcPct val="0"/>
              </a:spcBef>
            </a:pPr>
            <a:r>
              <a:rPr lang="fr-FR" smtClean="0"/>
              <a:t>	6-  ALLÉLUIA, ALLÉLUIA</a:t>
            </a:r>
            <a:br>
              <a:rPr lang="fr-FR" smtClean="0"/>
            </a:b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7-  JE N’AI PAS HONTE D’ÊTRE FOU POUR TOI JESUS 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Pont :</a:t>
            </a:r>
          </a:p>
          <a:p>
            <a:pPr>
              <a:spcBef>
                <a:spcPct val="0"/>
              </a:spcBef>
            </a:pPr>
            <a:r>
              <a:rPr lang="fr-FR" smtClean="0"/>
              <a:t>8-  JE DANSERAI ET SERAI FOU JE N’AI PAS HONTE D’ÉLEVER JÉSUS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YADAH, JE LÈVE MES MAINS TOWDAH, ENCORE PLUS HAUT</a:t>
            </a:r>
          </a:p>
          <a:p>
            <a:r>
              <a:rPr lang="fr-FR"/>
              <a:t>2-  SHABAK JE LOUE CRIE DE JOIE</a:t>
            </a:r>
          </a:p>
          <a:p>
            <a:r>
              <a:rPr lang="fr-FR"/>
              <a:t>3-  BARAK, JE T'ADORE ZAMAR, AVEC MES INSTRUMENTS</a:t>
            </a:r>
          </a:p>
          <a:p>
            <a:r>
              <a:rPr lang="fr-FR"/>
              <a:t>4-  TEHILLAH HABITE NOS LOUANGES</a:t>
            </a:r>
          </a:p>
          <a:p>
            <a:endParaRPr lang="fr-FR"/>
          </a:p>
          <a:p>
            <a:r>
              <a:rPr lang="fr-FR"/>
              <a:t>	5-  ALLÉLUIA, ALLÉLUIA JE TOURNE SUR MOI MÊME</a:t>
            </a:r>
          </a:p>
          <a:p>
            <a:r>
              <a:rPr lang="fr-FR"/>
              <a:t>	6-  ALLÉLUIA, ALLÉLUIA</a:t>
            </a:r>
            <a:br>
              <a:rPr lang="fr-FR"/>
            </a:br>
            <a:endParaRPr lang="fr-FR"/>
          </a:p>
          <a:p>
            <a:r>
              <a:rPr lang="fr-FR"/>
              <a:t>	7-  JE N’AI PAS HONTE D’ÊTRE FOU POUR TOI JESUS 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8-  JE DANSERAI ET SERAI FOU JE N’AI PAS HONTE D’ÉLEVER JÉSUS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YADAH, JE LÈVE MES MAINS TOWDAH, ENCORE PLUS HAUT</a:t>
            </a:r>
          </a:p>
          <a:p>
            <a:pPr>
              <a:spcBef>
                <a:spcPct val="0"/>
              </a:spcBef>
            </a:pPr>
            <a:r>
              <a:rPr lang="fr-FR" smtClean="0"/>
              <a:t>2-  SHABAK JE LOUE CRIE DE JOIE</a:t>
            </a:r>
          </a:p>
          <a:p>
            <a:pPr>
              <a:spcBef>
                <a:spcPct val="0"/>
              </a:spcBef>
            </a:pPr>
            <a:r>
              <a:rPr lang="fr-FR" smtClean="0"/>
              <a:t>3-  BARAK, JE T'ADORE ZAMAR, AVEC MES INSTRUMENTS</a:t>
            </a:r>
          </a:p>
          <a:p>
            <a:pPr>
              <a:spcBef>
                <a:spcPct val="0"/>
              </a:spcBef>
            </a:pPr>
            <a:r>
              <a:rPr lang="fr-FR" smtClean="0"/>
              <a:t>4-  TEHILLAH HABITE NOS LOUANGES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5-  ALLÉLUIA, ALLÉLUIA JE TOURNE SUR MOI MÊME</a:t>
            </a:r>
          </a:p>
          <a:p>
            <a:pPr>
              <a:spcBef>
                <a:spcPct val="0"/>
              </a:spcBef>
            </a:pPr>
            <a:r>
              <a:rPr lang="fr-FR" smtClean="0"/>
              <a:t>	6-  ALLÉLUIA, ALLÉLUIA</a:t>
            </a:r>
            <a:br>
              <a:rPr lang="fr-FR" smtClean="0"/>
            </a:b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7-  JE N’AI PAS HONTE D’ÊTRE FOU POUR TOI JESUS 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Pont :</a:t>
            </a:r>
          </a:p>
          <a:p>
            <a:pPr>
              <a:spcBef>
                <a:spcPct val="0"/>
              </a:spcBef>
            </a:pPr>
            <a:r>
              <a:rPr lang="fr-FR" smtClean="0"/>
              <a:t>8-  JE DANSERAI ET SERAI FOU JE N’AI PAS HONTE D’ÉLEVER JÉSUS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YADAH, JE LÈVE MES MAINS TOWDAH, ENCORE PLUS HAUT</a:t>
            </a:r>
          </a:p>
          <a:p>
            <a:r>
              <a:rPr lang="fr-FR"/>
              <a:t>2-  SHABAK JE LOUE CRIE DE JOIE</a:t>
            </a:r>
          </a:p>
          <a:p>
            <a:r>
              <a:rPr lang="fr-FR"/>
              <a:t>3-  BARAK, JE T'ADORE ZAMAR, AVEC MES INSTRUMENTS</a:t>
            </a:r>
          </a:p>
          <a:p>
            <a:r>
              <a:rPr lang="fr-FR"/>
              <a:t>4-  TEHILLAH HABITE NOS LOUANGES</a:t>
            </a:r>
          </a:p>
          <a:p>
            <a:endParaRPr lang="fr-FR"/>
          </a:p>
          <a:p>
            <a:r>
              <a:rPr lang="fr-FR"/>
              <a:t>	5-  ALLÉLUIA, ALLÉLUIA JE TOURNE SUR MOI MÊME</a:t>
            </a:r>
          </a:p>
          <a:p>
            <a:r>
              <a:rPr lang="fr-FR"/>
              <a:t>	6-  ALLÉLUIA, ALLÉLUIA</a:t>
            </a:r>
            <a:br>
              <a:rPr lang="fr-FR"/>
            </a:br>
            <a:endParaRPr lang="fr-FR"/>
          </a:p>
          <a:p>
            <a:r>
              <a:rPr lang="fr-FR"/>
              <a:t>	7-  JE N’AI PAS HONTE D’ÊTRE FOU POUR TOI JESUS 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8-  JE DANSERAI ET SERAI FOU JE N’AI PAS HONTE D’ÉLEVER JÉSUS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YADAH, JE LÈVE MES MAINS TOWDAH, ENCORE PLUS HAUT</a:t>
            </a:r>
          </a:p>
          <a:p>
            <a:pPr>
              <a:spcBef>
                <a:spcPct val="0"/>
              </a:spcBef>
            </a:pPr>
            <a:r>
              <a:rPr lang="fr-FR" smtClean="0"/>
              <a:t>2-  SHABAK JE LOUE CRIE DE JOIE</a:t>
            </a:r>
          </a:p>
          <a:p>
            <a:pPr>
              <a:spcBef>
                <a:spcPct val="0"/>
              </a:spcBef>
            </a:pPr>
            <a:r>
              <a:rPr lang="fr-FR" smtClean="0"/>
              <a:t>3-  BARAK, JE T'ADORE ZAMAR, AVEC MES INSTRUMENTS</a:t>
            </a:r>
          </a:p>
          <a:p>
            <a:pPr>
              <a:spcBef>
                <a:spcPct val="0"/>
              </a:spcBef>
            </a:pPr>
            <a:r>
              <a:rPr lang="fr-FR" smtClean="0"/>
              <a:t>4-  TEHILLAH HABITE NOS LOUANGES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5-  ALLÉLUIA, ALLÉLUIA JE TOURNE SUR MOI MÊME</a:t>
            </a:r>
          </a:p>
          <a:p>
            <a:pPr>
              <a:spcBef>
                <a:spcPct val="0"/>
              </a:spcBef>
            </a:pPr>
            <a:r>
              <a:rPr lang="fr-FR" smtClean="0"/>
              <a:t>	6-  ALLÉLUIA, ALLÉLUIA</a:t>
            </a:r>
            <a:br>
              <a:rPr lang="fr-FR" smtClean="0"/>
            </a:b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7-  JE N’AI PAS HONTE D’ÊTRE FOU POUR TOI JESUS 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Pont :</a:t>
            </a:r>
          </a:p>
          <a:p>
            <a:pPr>
              <a:spcBef>
                <a:spcPct val="0"/>
              </a:spcBef>
            </a:pPr>
            <a:r>
              <a:rPr lang="fr-FR" smtClean="0"/>
              <a:t>8-  JE DANSERAI ET SERAI FOU JE N’AI PAS HONTE D’ÉLEVER JÉSUS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YADAH, JE LÈVE MES MAINS TOWDAH, ENCORE PLUS HAUT</a:t>
            </a:r>
          </a:p>
          <a:p>
            <a:r>
              <a:rPr lang="fr-FR"/>
              <a:t>2-  SHABAK JE LOUE CRIE DE JOIE</a:t>
            </a:r>
          </a:p>
          <a:p>
            <a:r>
              <a:rPr lang="fr-FR"/>
              <a:t>3-  BARAK, JE T'ADORE ZAMAR, AVEC MES INSTRUMENTS</a:t>
            </a:r>
          </a:p>
          <a:p>
            <a:r>
              <a:rPr lang="fr-FR"/>
              <a:t>4-  TEHILLAH HABITE NOS LOUANGES</a:t>
            </a:r>
          </a:p>
          <a:p>
            <a:endParaRPr lang="fr-FR"/>
          </a:p>
          <a:p>
            <a:r>
              <a:rPr lang="fr-FR"/>
              <a:t>	5-  ALLÉLUIA, ALLÉLUIA JE TOURNE SUR MOI MÊME</a:t>
            </a:r>
          </a:p>
          <a:p>
            <a:r>
              <a:rPr lang="fr-FR"/>
              <a:t>	6-  ALLÉLUIA, ALLÉLUIA</a:t>
            </a:r>
            <a:br>
              <a:rPr lang="fr-FR"/>
            </a:br>
            <a:endParaRPr lang="fr-FR"/>
          </a:p>
          <a:p>
            <a:r>
              <a:rPr lang="fr-FR"/>
              <a:t>	7-  JE N’AI PAS HONTE D’ÊTRE FOU POUR TOI JESUS 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8-  JE DANSERAI ET SERAI FOU JE N’AI PAS HONTE D’ÉLEVER JÉSUS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YADAH, JE LÈVE MES MAINS TOWDAH, ENCORE PLUS HAUT</a:t>
            </a:r>
          </a:p>
          <a:p>
            <a:pPr>
              <a:spcBef>
                <a:spcPct val="0"/>
              </a:spcBef>
            </a:pPr>
            <a:r>
              <a:rPr lang="fr-FR" smtClean="0"/>
              <a:t>2-  SHABAK JE LOUE CRIE DE JOIE</a:t>
            </a:r>
          </a:p>
          <a:p>
            <a:pPr>
              <a:spcBef>
                <a:spcPct val="0"/>
              </a:spcBef>
            </a:pPr>
            <a:r>
              <a:rPr lang="fr-FR" smtClean="0"/>
              <a:t>3-  BARAK, JE T'ADORE ZAMAR, AVEC MES INSTRUMENTS</a:t>
            </a:r>
          </a:p>
          <a:p>
            <a:pPr>
              <a:spcBef>
                <a:spcPct val="0"/>
              </a:spcBef>
            </a:pPr>
            <a:r>
              <a:rPr lang="fr-FR" smtClean="0"/>
              <a:t>4-  TEHILLAH HABITE NOS LOUANGES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5-  ALLÉLUIA, ALLÉLUIA JE TOURNE SUR MOI MÊME</a:t>
            </a:r>
          </a:p>
          <a:p>
            <a:pPr>
              <a:spcBef>
                <a:spcPct val="0"/>
              </a:spcBef>
            </a:pPr>
            <a:r>
              <a:rPr lang="fr-FR" smtClean="0"/>
              <a:t>	6-  ALLÉLUIA, ALLÉLUIA</a:t>
            </a:r>
            <a:br>
              <a:rPr lang="fr-FR" smtClean="0"/>
            </a:b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7-  JE N’AI PAS HONTE D’ÊTRE FOU POUR TOI JESUS 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Pont :</a:t>
            </a:r>
          </a:p>
          <a:p>
            <a:pPr>
              <a:spcBef>
                <a:spcPct val="0"/>
              </a:spcBef>
            </a:pPr>
            <a:r>
              <a:rPr lang="fr-FR" smtClean="0"/>
              <a:t>8-  JE DANSERAI ET SERAI FOU JE N’AI PAS HONTE D’ÉLEVER JÉSUS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YADAH, JE LÈVE MES MAINS TOWDAH, ENCORE PLUS HAUT</a:t>
            </a:r>
          </a:p>
          <a:p>
            <a:r>
              <a:rPr lang="fr-FR"/>
              <a:t>2-  SHABAK JE LOUE CRIE DE JOIE</a:t>
            </a:r>
          </a:p>
          <a:p>
            <a:r>
              <a:rPr lang="fr-FR"/>
              <a:t>3-  BARAK, JE T'ADORE ZAMAR, AVEC MES INSTRUMENTS</a:t>
            </a:r>
          </a:p>
          <a:p>
            <a:r>
              <a:rPr lang="fr-FR"/>
              <a:t>4-  TEHILLAH HABITE NOS LOUANGES</a:t>
            </a:r>
          </a:p>
          <a:p>
            <a:endParaRPr lang="fr-FR"/>
          </a:p>
          <a:p>
            <a:r>
              <a:rPr lang="fr-FR"/>
              <a:t>	5-  ALLÉLUIA, ALLÉLUIA JE TOURNE SUR MOI MÊME</a:t>
            </a:r>
          </a:p>
          <a:p>
            <a:r>
              <a:rPr lang="fr-FR"/>
              <a:t>	6-  ALLÉLUIA, ALLÉLUIA</a:t>
            </a:r>
            <a:br>
              <a:rPr lang="fr-FR"/>
            </a:br>
            <a:endParaRPr lang="fr-FR"/>
          </a:p>
          <a:p>
            <a:r>
              <a:rPr lang="fr-FR"/>
              <a:t>	7-  JE N’AI PAS HONTE D’ÊTRE FOU POUR TOI JESUS 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8-  JE DANSERAI ET SERAI FOU JE N’AI PAS HONTE D’ÉLEVER JÉSUS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YADAH, JE LÈVE MES MAINS TOWDAH, ENCORE PLUS HAUT</a:t>
            </a:r>
          </a:p>
          <a:p>
            <a:pPr>
              <a:spcBef>
                <a:spcPct val="0"/>
              </a:spcBef>
            </a:pPr>
            <a:r>
              <a:rPr lang="fr-FR" smtClean="0"/>
              <a:t>2-  SHABAK JE LOUE CRIE DE JOIE</a:t>
            </a:r>
          </a:p>
          <a:p>
            <a:pPr>
              <a:spcBef>
                <a:spcPct val="0"/>
              </a:spcBef>
            </a:pPr>
            <a:r>
              <a:rPr lang="fr-FR" smtClean="0"/>
              <a:t>3-  BARAK, JE T'ADORE ZAMAR, AVEC MES INSTRUMENTS</a:t>
            </a:r>
          </a:p>
          <a:p>
            <a:pPr>
              <a:spcBef>
                <a:spcPct val="0"/>
              </a:spcBef>
            </a:pPr>
            <a:r>
              <a:rPr lang="fr-FR" smtClean="0"/>
              <a:t>4-  TEHILLAH HABITE NOS LOUANGES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5-  ALLÉLUIA, ALLÉLUIA JE TOURNE SUR MOI MÊME</a:t>
            </a:r>
          </a:p>
          <a:p>
            <a:pPr>
              <a:spcBef>
                <a:spcPct val="0"/>
              </a:spcBef>
            </a:pPr>
            <a:r>
              <a:rPr lang="fr-FR" smtClean="0"/>
              <a:t>	6-  ALLÉLUIA, ALLÉLUIA</a:t>
            </a:r>
            <a:br>
              <a:rPr lang="fr-FR" smtClean="0"/>
            </a:b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7-  JE N’AI PAS HONTE D’ÊTRE FOU POUR TOI JESUS 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Pont :</a:t>
            </a:r>
          </a:p>
          <a:p>
            <a:pPr>
              <a:spcBef>
                <a:spcPct val="0"/>
              </a:spcBef>
            </a:pPr>
            <a:r>
              <a:rPr lang="fr-FR" smtClean="0"/>
              <a:t>8-  JE DANSERAI ET SERAI FOU JE N’AI PAS HONTE D’ÉLEVER JÉSUS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YADAH, JE LÈVE MES MAINS TOWDAH, ENCORE PLUS HAUT</a:t>
            </a:r>
          </a:p>
          <a:p>
            <a:r>
              <a:rPr lang="fr-FR"/>
              <a:t>2-  SHABAK JE LOUE CRIE DE JOIE</a:t>
            </a:r>
          </a:p>
          <a:p>
            <a:r>
              <a:rPr lang="fr-FR"/>
              <a:t>3-  BARAK, JE T'ADORE ZAMAR, AVEC MES INSTRUMENTS</a:t>
            </a:r>
          </a:p>
          <a:p>
            <a:r>
              <a:rPr lang="fr-FR"/>
              <a:t>4-  TEHILLAH HABITE NOS LOUANGES</a:t>
            </a:r>
          </a:p>
          <a:p>
            <a:endParaRPr lang="fr-FR"/>
          </a:p>
          <a:p>
            <a:r>
              <a:rPr lang="fr-FR"/>
              <a:t>	5-  ALLÉLUIA, ALLÉLUIA JE TOURNE SUR MOI MÊME</a:t>
            </a:r>
          </a:p>
          <a:p>
            <a:r>
              <a:rPr lang="fr-FR"/>
              <a:t>	6-  ALLÉLUIA, ALLÉLUIA</a:t>
            </a:r>
            <a:br>
              <a:rPr lang="fr-FR"/>
            </a:br>
            <a:endParaRPr lang="fr-FR"/>
          </a:p>
          <a:p>
            <a:r>
              <a:rPr lang="fr-FR"/>
              <a:t>	7-  JE N’AI PAS HONTE D’ÊTRE FOU POUR TOI JESUS 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8-  JE DANSERAI ET SERAI FOU JE N’AI PAS HONTE D’ÉLEVER JÉSUS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YADAH, JE LÈVE MES MAINS TOWDAH, ENCORE PLUS HAUT</a:t>
            </a:r>
          </a:p>
          <a:p>
            <a:pPr>
              <a:spcBef>
                <a:spcPct val="0"/>
              </a:spcBef>
            </a:pPr>
            <a:r>
              <a:rPr lang="fr-FR" smtClean="0"/>
              <a:t>2-  SHABAK JE LOUE CRIE DE JOIE</a:t>
            </a:r>
          </a:p>
          <a:p>
            <a:pPr>
              <a:spcBef>
                <a:spcPct val="0"/>
              </a:spcBef>
            </a:pPr>
            <a:r>
              <a:rPr lang="fr-FR" smtClean="0"/>
              <a:t>3-  BARAK, JE T'ADORE ZAMAR, AVEC MES INSTRUMENTS</a:t>
            </a:r>
          </a:p>
          <a:p>
            <a:pPr>
              <a:spcBef>
                <a:spcPct val="0"/>
              </a:spcBef>
            </a:pPr>
            <a:r>
              <a:rPr lang="fr-FR" smtClean="0"/>
              <a:t>4-  TEHILLAH HABITE NOS LOUANGES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5-  ALLÉLUIA, ALLÉLUIA JE TOURNE SUR MOI MÊME</a:t>
            </a:r>
          </a:p>
          <a:p>
            <a:pPr>
              <a:spcBef>
                <a:spcPct val="0"/>
              </a:spcBef>
            </a:pPr>
            <a:r>
              <a:rPr lang="fr-FR" smtClean="0"/>
              <a:t>	6-  ALLÉLUIA, ALLÉLUIA</a:t>
            </a:r>
            <a:br>
              <a:rPr lang="fr-FR" smtClean="0"/>
            </a:b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7-  JE N’AI PAS HONTE D’ÊTRE FOU POUR TOI JESUS 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Pont :</a:t>
            </a:r>
          </a:p>
          <a:p>
            <a:pPr>
              <a:spcBef>
                <a:spcPct val="0"/>
              </a:spcBef>
            </a:pPr>
            <a:r>
              <a:rPr lang="fr-FR" smtClean="0"/>
              <a:t>8-  JE DANSERAI ET SERAI FOU JE N’AI PAS HONTE D’ÉLEVER JÉSUS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YADAH, JE LÈVE MES MAINS TOWDAH, ENCORE PLUS HAUT</a:t>
            </a:r>
          </a:p>
          <a:p>
            <a:r>
              <a:rPr lang="fr-FR"/>
              <a:t>2-  SHABAK JE LOUE CRIE DE JOIE</a:t>
            </a:r>
          </a:p>
          <a:p>
            <a:r>
              <a:rPr lang="fr-FR"/>
              <a:t>3-  BARAK, JE T'ADORE ZAMAR, AVEC MES INSTRUMENTS</a:t>
            </a:r>
          </a:p>
          <a:p>
            <a:r>
              <a:rPr lang="fr-FR"/>
              <a:t>4-  TEHILLAH HABITE NOS LOUANGES</a:t>
            </a:r>
          </a:p>
          <a:p>
            <a:endParaRPr lang="fr-FR"/>
          </a:p>
          <a:p>
            <a:r>
              <a:rPr lang="fr-FR"/>
              <a:t>	5-  ALLÉLUIA, ALLÉLUIA JE TOURNE SUR MOI MÊME</a:t>
            </a:r>
          </a:p>
          <a:p>
            <a:r>
              <a:rPr lang="fr-FR"/>
              <a:t>	6-  ALLÉLUIA, ALLÉLUIA</a:t>
            </a:r>
            <a:br>
              <a:rPr lang="fr-FR"/>
            </a:br>
            <a:endParaRPr lang="fr-FR"/>
          </a:p>
          <a:p>
            <a:r>
              <a:rPr lang="fr-FR"/>
              <a:t>	7-  JE N’AI PAS HONTE D’ÊTRE FOU POUR TOI JESUS 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8-  JE DANSERAI ET SERAI FOU JE N’AI PAS HONTE D’ÉLEVER JÉSUS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YADAH, JE LÈVE MES MAINS TOWDAH, ENCORE PLUS HAUT</a:t>
            </a:r>
          </a:p>
          <a:p>
            <a:pPr>
              <a:spcBef>
                <a:spcPct val="0"/>
              </a:spcBef>
            </a:pPr>
            <a:r>
              <a:rPr lang="fr-FR" smtClean="0"/>
              <a:t>2-  SHABAK JE LOUE CRIE DE JOIE</a:t>
            </a:r>
          </a:p>
          <a:p>
            <a:pPr>
              <a:spcBef>
                <a:spcPct val="0"/>
              </a:spcBef>
            </a:pPr>
            <a:r>
              <a:rPr lang="fr-FR" smtClean="0"/>
              <a:t>3-  BARAK, JE T'ADORE ZAMAR, AVEC MES INSTRUMENTS</a:t>
            </a:r>
          </a:p>
          <a:p>
            <a:pPr>
              <a:spcBef>
                <a:spcPct val="0"/>
              </a:spcBef>
            </a:pPr>
            <a:r>
              <a:rPr lang="fr-FR" smtClean="0"/>
              <a:t>4-  TEHILLAH HABITE NOS LOUANGES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5-  ALLÉLUIA, ALLÉLUIA JE TOURNE SUR MOI MÊME</a:t>
            </a:r>
          </a:p>
          <a:p>
            <a:pPr>
              <a:spcBef>
                <a:spcPct val="0"/>
              </a:spcBef>
            </a:pPr>
            <a:r>
              <a:rPr lang="fr-FR" smtClean="0"/>
              <a:t>	6-  ALLÉLUIA, ALLÉLUIA</a:t>
            </a:r>
            <a:br>
              <a:rPr lang="fr-FR" smtClean="0"/>
            </a:b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7-  JE N’AI PAS HONTE D’ÊTRE FOU POUR TOI JESUS 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Pont :</a:t>
            </a:r>
          </a:p>
          <a:p>
            <a:pPr>
              <a:spcBef>
                <a:spcPct val="0"/>
              </a:spcBef>
            </a:pPr>
            <a:r>
              <a:rPr lang="fr-FR" smtClean="0"/>
              <a:t>8-  JE DANSERAI ET SERAI FOU JE N’AI PAS HONTE D’ÉLEVER JÉSUS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YADAH, JE LÈVE MES MAINS TOWDAH, ENCORE PLUS HAUT</a:t>
            </a:r>
          </a:p>
          <a:p>
            <a:r>
              <a:rPr lang="fr-FR"/>
              <a:t>2-  SHABAK JE LOUE CRIE DE JOIE</a:t>
            </a:r>
          </a:p>
          <a:p>
            <a:r>
              <a:rPr lang="fr-FR"/>
              <a:t>3-  BARAK, JE T'ADORE ZAMAR, AVEC MES INSTRUMENTS</a:t>
            </a:r>
          </a:p>
          <a:p>
            <a:r>
              <a:rPr lang="fr-FR"/>
              <a:t>4-  TEHILLAH HABITE NOS LOUANGES</a:t>
            </a:r>
          </a:p>
          <a:p>
            <a:endParaRPr lang="fr-FR"/>
          </a:p>
          <a:p>
            <a:r>
              <a:rPr lang="fr-FR"/>
              <a:t>	5-  ALLÉLUIA, ALLÉLUIA JE TOURNE SUR MOI MÊME</a:t>
            </a:r>
          </a:p>
          <a:p>
            <a:r>
              <a:rPr lang="fr-FR"/>
              <a:t>	6-  ALLÉLUIA, ALLÉLUIA</a:t>
            </a:r>
            <a:br>
              <a:rPr lang="fr-FR"/>
            </a:br>
            <a:endParaRPr lang="fr-FR"/>
          </a:p>
          <a:p>
            <a:r>
              <a:rPr lang="fr-FR"/>
              <a:t>	7-  JE N’AI PAS HONTE D’ÊTRE FOU POUR TOI JESUS 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8-  JE DANSERAI ET SERAI FOU JE N’AI PAS HONTE D’ÉLEVER JÉSUS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YADAH, JE LÈVE MES MAINS TOWDAH, ENCORE PLUS HAUT</a:t>
            </a:r>
          </a:p>
          <a:p>
            <a:pPr>
              <a:spcBef>
                <a:spcPct val="0"/>
              </a:spcBef>
            </a:pPr>
            <a:r>
              <a:rPr lang="fr-FR" smtClean="0"/>
              <a:t>2-  SHABAK JE LOUE CRIE DE JOIE</a:t>
            </a:r>
          </a:p>
          <a:p>
            <a:pPr>
              <a:spcBef>
                <a:spcPct val="0"/>
              </a:spcBef>
            </a:pPr>
            <a:r>
              <a:rPr lang="fr-FR" smtClean="0"/>
              <a:t>3-  BARAK, JE T'ADORE ZAMAR, AVEC MES INSTRUMENTS</a:t>
            </a:r>
          </a:p>
          <a:p>
            <a:pPr>
              <a:spcBef>
                <a:spcPct val="0"/>
              </a:spcBef>
            </a:pPr>
            <a:r>
              <a:rPr lang="fr-FR" smtClean="0"/>
              <a:t>4-  TEHILLAH HABITE NOS LOUANGES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5-  ALLÉLUIA, ALLÉLUIA JE TOURNE SUR MOI MÊME</a:t>
            </a:r>
          </a:p>
          <a:p>
            <a:pPr>
              <a:spcBef>
                <a:spcPct val="0"/>
              </a:spcBef>
            </a:pPr>
            <a:r>
              <a:rPr lang="fr-FR" smtClean="0"/>
              <a:t>	6-  ALLÉLUIA, ALLÉLUIA</a:t>
            </a:r>
            <a:br>
              <a:rPr lang="fr-FR" smtClean="0"/>
            </a:b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7-  JE N’AI PAS HONTE D’ÊTRE FOU POUR TOI JESUS 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Pont :</a:t>
            </a:r>
          </a:p>
          <a:p>
            <a:pPr>
              <a:spcBef>
                <a:spcPct val="0"/>
              </a:spcBef>
            </a:pPr>
            <a:r>
              <a:rPr lang="fr-FR" smtClean="0"/>
              <a:t>8-  JE DANSERAI ET SERAI FOU JE N’AI PAS HONTE D’ÉLEVER JÉSUS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YADAH, JE LÈVE MES MAINS TOWDAH, ENCORE PLUS HAUT</a:t>
            </a:r>
          </a:p>
          <a:p>
            <a:r>
              <a:rPr lang="fr-FR"/>
              <a:t>2-  SHABAK JE LOUE CRIE DE JOIE</a:t>
            </a:r>
          </a:p>
          <a:p>
            <a:r>
              <a:rPr lang="fr-FR"/>
              <a:t>3-  BARAK, JE T'ADORE ZAMAR, AVEC MES INSTRUMENTS</a:t>
            </a:r>
          </a:p>
          <a:p>
            <a:r>
              <a:rPr lang="fr-FR"/>
              <a:t>4-  TEHILLAH HABITE NOS LOUANGES</a:t>
            </a:r>
          </a:p>
          <a:p>
            <a:endParaRPr lang="fr-FR"/>
          </a:p>
          <a:p>
            <a:r>
              <a:rPr lang="fr-FR"/>
              <a:t>	5-  ALLÉLUIA, ALLÉLUIA JE TOURNE SUR MOI MÊME</a:t>
            </a:r>
          </a:p>
          <a:p>
            <a:r>
              <a:rPr lang="fr-FR"/>
              <a:t>	6-  ALLÉLUIA, ALLÉLUIA</a:t>
            </a:r>
            <a:br>
              <a:rPr lang="fr-FR"/>
            </a:br>
            <a:endParaRPr lang="fr-FR"/>
          </a:p>
          <a:p>
            <a:r>
              <a:rPr lang="fr-FR"/>
              <a:t>	7-  JE N’AI PAS HONTE D’ÊTRE FOU POUR TOI JESUS 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8-  JE DANSERAI ET SERAI FOU JE N’AI PAS HONTE D’ÉLEVER JÉSUS</a:t>
            </a:r>
          </a:p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A2F99E-218B-474B-95C6-3836F6DF90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CEC3CE-66B2-4AEF-991B-2DE70C8B45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DE465E-7D2F-475E-BD70-7AD1B27DDE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A16F97-4139-45BD-910A-311C7254C2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AB217B-C1AE-46AF-B022-B57ABB03B1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669DB9-1975-4686-9A44-1F31D02CE4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2E71A-1080-41EF-B12D-FCB7BECC16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731D78-0FA3-4370-A94D-6FF62A7032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73560C-3F08-404B-A1E3-7E66474DE1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0AA4D8-BFD1-4689-BB3E-DD062B4027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66E59A-85F0-4A84-B263-424AA2BBDD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A35D961D-8E4E-479C-8DE1-5A833D3087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YADAH, JE LÈVE MES MAINS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TOWDAH, ENCORE PLUS HAUT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SHABAK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LOUE CRIE DE JOIE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BARAK, JE T'ADORE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ZAMAR, AVEC MES INSTRUMENTS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TEHILLAH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HABITE NOS LOUANGES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ALLÉLUIA, ALLÉLUIA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TOURNE SUR MOI MÊME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ALLÉLUIA, ALLÉLUIA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solidFill>
                <a:schemeClr val="bg1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N’AI PAS HONTE D’ÊTRE FOU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 POUR TOI JESUS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DANSERAI ET SERAI FOU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N’AI PAS HONTE D’ÉLEVER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573</Words>
  <Application>Microsoft PowerPoint</Application>
  <PresentationFormat>On-screen Show (4:3)</PresentationFormat>
  <Paragraphs>184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Franklin Gothic Medium</vt:lpstr>
      <vt:lpstr>Arial</vt:lpstr>
      <vt:lpstr>Calibri</vt:lpstr>
      <vt:lpstr>Default Design</vt:lpstr>
      <vt:lpstr>YADAH, JE LÈVE MES MAINS TOWDAH, ENCORE PLUS HAUT</vt:lpstr>
      <vt:lpstr>SHABAK JE LOUE CRIE DE JOIE</vt:lpstr>
      <vt:lpstr>BARAK, JE T'ADORE ZAMAR, AVEC MES INSTRUMENTS</vt:lpstr>
      <vt:lpstr>TEHILLAH HABITE NOS LOUANGES</vt:lpstr>
      <vt:lpstr>ALLÉLUIA, ALLÉLUIA JE TOURNE SUR MOI MÊME</vt:lpstr>
      <vt:lpstr>ALLÉLUIA, ALLÉLUIA </vt:lpstr>
      <vt:lpstr>JE N’AI PAS HONTE D’ÊTRE FOU  POUR TOI JESUS </vt:lpstr>
      <vt:lpstr>JE DANSERAI ET SERAI FOU JE N’AI PAS HONTE D’ÉLEVER JÉSUS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84</cp:revision>
  <dcterms:created xsi:type="dcterms:W3CDTF">2002-08-17T10:50:50Z</dcterms:created>
  <dcterms:modified xsi:type="dcterms:W3CDTF">2012-06-24T10:59:41Z</dcterms:modified>
</cp:coreProperties>
</file>