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lIns="45720" tIns="0" rIns="45720" bIns="0" anchor="b">
            <a:scene3d>
              <a:camera prst="orthographicFront"/>
              <a:lightRig rig="soft" dir="t">
                <a:rot lat="0" lon="0" rev="17220000"/>
              </a:lightRig>
            </a:scene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7CE07887-B475-4105-B392-B511042D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8080A-EA69-45D2-B210-5ADE696536CB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DE3190D1-D63D-4C2A-A94B-DBFCC43B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038BDB11-87B9-40CF-B043-E373CC4A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910BC3-BEA7-4FC6-8D79-13E2A469E63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2879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3AD0F4FE-DF99-4152-A804-02DA2379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292692-2AAB-4120-9C11-9364646A3587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DE8FEEED-F397-4653-8AD0-F8EEDC5C5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E4DF1D3B-AC0A-4101-8DB5-0320B77A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B2A456-2985-4257-AC04-1A28E207BA9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2532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8D6D6935-B369-41CF-A5D4-8318C8AC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6DF77-CBDF-4A4D-9D96-37948BA48E55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A31FE06E-2118-4FE7-B129-0418B7219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0EDB4D91-7688-4E69-A804-903C0EEE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721F0-1E92-41A6-B2C5-BC6561DA8FCC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0766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>
            <a:extLst>
              <a:ext uri="{FF2B5EF4-FFF2-40B4-BE49-F238E27FC236}">
                <a16:creationId xmlns:a16="http://schemas.microsoft.com/office/drawing/2014/main" id="{F71830E7-D38D-4D7E-B69C-89AF14BF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2DC93-0D55-4B10-AE0C-4E302E65D9A9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A2402754-1A0C-4945-B44C-4F57F0D9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22">
            <a:extLst>
              <a:ext uri="{FF2B5EF4-FFF2-40B4-BE49-F238E27FC236}">
                <a16:creationId xmlns:a16="http://schemas.microsoft.com/office/drawing/2014/main" id="{0E88B470-DD0B-48D7-8CC9-D0522592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A5193-1243-405B-8C58-89072D09C2D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6336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13">
            <a:extLst>
              <a:ext uri="{FF2B5EF4-FFF2-40B4-BE49-F238E27FC236}">
                <a16:creationId xmlns:a16="http://schemas.microsoft.com/office/drawing/2014/main" id="{33FB8740-D32C-4BB4-90CB-ADACF368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EEDB4-0A47-4F6B-A6CE-3409472FCC84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8" name="Espace réservé du pied de page 2">
            <a:extLst>
              <a:ext uri="{FF2B5EF4-FFF2-40B4-BE49-F238E27FC236}">
                <a16:creationId xmlns:a16="http://schemas.microsoft.com/office/drawing/2014/main" id="{35EE5534-A26D-4604-B5C8-0BAFAC64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22">
            <a:extLst>
              <a:ext uri="{FF2B5EF4-FFF2-40B4-BE49-F238E27FC236}">
                <a16:creationId xmlns:a16="http://schemas.microsoft.com/office/drawing/2014/main" id="{8438E260-3DC9-4990-B22D-287EAAE5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9AC7F-11B7-4FCA-B60F-CF37DCD77DA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726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13">
            <a:extLst>
              <a:ext uri="{FF2B5EF4-FFF2-40B4-BE49-F238E27FC236}">
                <a16:creationId xmlns:a16="http://schemas.microsoft.com/office/drawing/2014/main" id="{61CD3F58-9722-48B7-B32D-322BC2E5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EA406C-E8A3-41C1-890F-96EF45652D0F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0FA74F2E-8FC0-4DC9-8A79-5A14C5DC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22">
            <a:extLst>
              <a:ext uri="{FF2B5EF4-FFF2-40B4-BE49-F238E27FC236}">
                <a16:creationId xmlns:a16="http://schemas.microsoft.com/office/drawing/2014/main" id="{DB2070F4-60EF-4A0B-BF9D-BE8555E85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76C0F-58DA-43BA-ADC1-A8411C9CB6A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2970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3">
            <a:extLst>
              <a:ext uri="{FF2B5EF4-FFF2-40B4-BE49-F238E27FC236}">
                <a16:creationId xmlns:a16="http://schemas.microsoft.com/office/drawing/2014/main" id="{F7ABA3DA-252E-4A58-8546-5848772F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69230-92A3-476D-BE16-5190D9D8726C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CFC833-CC93-4E2C-A1C2-8B562D3C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22">
            <a:extLst>
              <a:ext uri="{FF2B5EF4-FFF2-40B4-BE49-F238E27FC236}">
                <a16:creationId xmlns:a16="http://schemas.microsoft.com/office/drawing/2014/main" id="{778C929E-C542-4252-8D05-404DBD07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FE7696-CB14-45BE-A7C3-C2D3C9DAF7A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1603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>
            <a:extLst>
              <a:ext uri="{FF2B5EF4-FFF2-40B4-BE49-F238E27FC236}">
                <a16:creationId xmlns:a16="http://schemas.microsoft.com/office/drawing/2014/main" id="{8E0D61A9-7A60-4E27-A7ED-165DDC7B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13612-B18A-455A-8890-DEE98DE77282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E0A9E3D4-0921-4D9F-8639-D90B3823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22">
            <a:extLst>
              <a:ext uri="{FF2B5EF4-FFF2-40B4-BE49-F238E27FC236}">
                <a16:creationId xmlns:a16="http://schemas.microsoft.com/office/drawing/2014/main" id="{F62F3B53-325A-4DF1-8871-131C99C6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5B19F-DA2F-4867-B9FC-35B95FB2620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4195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indent="0">
              <a:buNone/>
              <a:defRPr sz="3200"/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rIns="45720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13">
            <a:extLst>
              <a:ext uri="{FF2B5EF4-FFF2-40B4-BE49-F238E27FC236}">
                <a16:creationId xmlns:a16="http://schemas.microsoft.com/office/drawing/2014/main" id="{5B9A3A84-5344-4313-9296-68FAE555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3D54E-4A86-401B-A1DB-950598C19247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8F88F99C-76E2-47C8-90C1-CC8A2F85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22">
            <a:extLst>
              <a:ext uri="{FF2B5EF4-FFF2-40B4-BE49-F238E27FC236}">
                <a16:creationId xmlns:a16="http://schemas.microsoft.com/office/drawing/2014/main" id="{0646D84E-3B48-4FCC-ACC8-1DD47A31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61ACE-7EC1-4144-A5E9-2B944B51F37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85646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AFC8EBA3-71B6-497C-B6F9-1C2708A2B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F162E-BEE8-41A9-B999-ECB31B673D5D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05E888D3-466B-45C4-B882-ADB83741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AB852D57-B8E3-4900-AA30-9C39BBD0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3FE25-17A4-41CC-9FB8-FAA29C0CD16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4133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B7EE822A-692C-482D-B9CA-F5B3C5D7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C58BE-91A2-4979-B594-098B8CD40455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71916F13-C995-4FB2-9049-87E9D17C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0FD5A009-1249-442F-80CB-AFA46383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FE394-8CAF-4743-8FB0-8FA37C059CA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5876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>
            <a:extLst>
              <a:ext uri="{FF2B5EF4-FFF2-40B4-BE49-F238E27FC236}">
                <a16:creationId xmlns:a16="http://schemas.microsoft.com/office/drawing/2014/main" id="{E3060919-8E55-4FA8-B8CB-45390309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1027" name="Espace réservé du texte 12">
            <a:extLst>
              <a:ext uri="{FF2B5EF4-FFF2-40B4-BE49-F238E27FC236}">
                <a16:creationId xmlns:a16="http://schemas.microsoft.com/office/drawing/2014/main" id="{91B6A036-4BE3-4A17-83FC-3EDCA7B745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13079407-0CC9-433D-8F80-F31A8F9D4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EC2C33-C430-421E-B7E6-9ABA1E2D309D}" type="datetimeFigureOut">
              <a:rPr lang="fr-FR"/>
              <a:pPr>
                <a:defRPr/>
              </a:pPr>
              <a:t>29/04/2018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979167E-2AB7-4213-B3A9-F3E5F4659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636C4566-EA03-4837-A2D8-412BAD41F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BCBCBC"/>
                </a:solidFill>
                <a:latin typeface="Book Antiqua" panose="02040602050305030304" pitchFamily="18" charset="0"/>
              </a:defRPr>
            </a:lvl1pPr>
          </a:lstStyle>
          <a:p>
            <a:fld id="{64355BD4-90C6-4965-9115-38B012DCF380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100" b="1" kern="120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100" b="1">
          <a:solidFill>
            <a:schemeClr val="tx1"/>
          </a:solidFill>
          <a:latin typeface="Lucida Sans" panose="020B0602030504020204" pitchFamily="34" charset="0"/>
        </a:defRPr>
      </a:lvl9pPr>
    </p:titleStyle>
    <p:bodyStyle>
      <a:lvl1pPr marL="547688" indent="-411163" algn="l" rtl="0" fontAlgn="base">
        <a:spcBef>
          <a:spcPct val="20000"/>
        </a:spcBef>
        <a:spcAft>
          <a:spcPct val="0"/>
        </a:spcAft>
        <a:buClr>
          <a:srgbClr val="F9F9F9"/>
        </a:buClr>
        <a:buSzPct val="65000"/>
        <a:buFont typeface="Wingdings 2" panose="05020102010507070707" pitchFamily="18" charset="2"/>
        <a:buChar char="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363" indent="-282575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475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anose="05000000000000000000" pitchFamily="2" charset="2"/>
        <a:buChar char="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2550" indent="-182563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 3" panose="050401020108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4638" indent="-182563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2" descr="C:\Users\INCRUSTATIONS\Desktop\Couverture OK.tiff">
            <a:extLst>
              <a:ext uri="{FF2B5EF4-FFF2-40B4-BE49-F238E27FC236}">
                <a16:creationId xmlns:a16="http://schemas.microsoft.com/office/drawing/2014/main" id="{A9466D5B-4D39-4BC7-A33F-4DD4C0299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44463"/>
            <a:ext cx="4321175" cy="659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0</Words>
  <Application>Microsoft Office PowerPoint</Application>
  <PresentationFormat>Affichage à l'écran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Book Antiqua</vt:lpstr>
      <vt:lpstr>Arial</vt:lpstr>
      <vt:lpstr>Lucida Sans</vt:lpstr>
      <vt:lpstr>Wingdings 2</vt:lpstr>
      <vt:lpstr>Wingdings</vt:lpstr>
      <vt:lpstr>Wingdings 3</vt:lpstr>
      <vt:lpstr>Calibri</vt:lpstr>
      <vt:lpstr>Apex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INCRUSTATIONS</dc:creator>
  <cp:lastModifiedBy>Kent Aquer</cp:lastModifiedBy>
  <cp:revision>15</cp:revision>
  <dcterms:created xsi:type="dcterms:W3CDTF">2013-04-21T07:57:29Z</dcterms:created>
  <dcterms:modified xsi:type="dcterms:W3CDTF">2018-04-29T04:34:17Z</dcterms:modified>
</cp:coreProperties>
</file>