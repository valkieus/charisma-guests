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930" autoAdjust="0"/>
  </p:normalViewPr>
  <p:slideViewPr>
    <p:cSldViewPr>
      <p:cViewPr varScale="1">
        <p:scale>
          <a:sx n="38" d="100"/>
          <a:sy n="38" d="100"/>
        </p:scale>
        <p:origin x="-120" y="-3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34690A4E-F59D-4C44-9A39-11A19CA1B41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F78A765-90D8-4B41-AD42-8ED3C22C67E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fr-FR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76CDDF1-C649-487A-ABC3-2ACDB8884453}" type="slidenum">
              <a:rPr lang="fr-FR"/>
              <a:pPr/>
              <a:t>6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76C162-61B6-40A1-A4BB-4C339025C7E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7F5276-FB58-4619-B0EE-A5B23220AC7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3D723-703A-4BE8-BAAA-F56BBFB6840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763B-9513-4797-85ED-D7829354069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0393A-F474-4B04-A8AD-BB4945B40CA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94BBBA-2494-455B-B5BF-358B4D62640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5144B8-C37A-4D6C-B841-0F13582009A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DBB87-C44E-490D-8CE6-534ABD7D9C7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29A143-5A7B-4B6B-A191-4649B4031BC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672C2D-4626-4A94-B578-CD6E89942D1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BC40A5-427B-4147-BE86-5291D1E519E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DFB5C1-9112-460B-A376-9B0F6A647F1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1AC2B3-CE23-430C-A265-405EC932365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EEE8D0-73F3-4966-8905-AA3F034F290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A456C0-02E3-4D24-B312-F31F4528040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BB65D-CE14-4245-9387-D50F34331ED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A7FAF0-D31B-48D5-A9BA-03C0C1D67B14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340ED8-D81A-4F1A-9C87-268631B79F5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F7422-D3EB-4A62-A152-62A9073C961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035879-B399-4DC2-A6EE-04E40D679EC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014561-0227-46EC-A3C0-7D2D1024B4A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FF2906-28BC-4EAC-AC01-3985837B83C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402617C-DD0C-45DE-8FEC-6823277FDDB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8D2EA73-21D9-4C8C-A088-1A30A2A9097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9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re 1"/>
          <p:cNvSpPr>
            <a:spLocks noGrp="1"/>
          </p:cNvSpPr>
          <p:nvPr>
            <p:ph type="ctrTitle"/>
          </p:nvPr>
        </p:nvSpPr>
        <p:spPr>
          <a:xfrm>
            <a:off x="684213" y="2174875"/>
            <a:ext cx="7772400" cy="1470025"/>
          </a:xfrm>
        </p:spPr>
        <p:txBody>
          <a:bodyPr/>
          <a:lstStyle/>
          <a:p>
            <a:pPr eaLnBrk="1" hangingPunct="1"/>
            <a:endParaRPr lang="fr-FR" sz="5400" b="1" smtClean="0">
              <a:solidFill>
                <a:schemeClr val="bg1"/>
              </a:solidFill>
            </a:endParaRPr>
          </a:p>
        </p:txBody>
      </p:sp>
      <p:pic>
        <p:nvPicPr>
          <p:cNvPr id="2051" name="Image 2" descr="babel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re 1"/>
          <p:cNvSpPr>
            <a:spLocks noGrp="1"/>
          </p:cNvSpPr>
          <p:nvPr>
            <p:ph type="ctrTitle"/>
          </p:nvPr>
        </p:nvSpPr>
        <p:spPr>
          <a:xfrm>
            <a:off x="684213" y="2174875"/>
            <a:ext cx="7772400" cy="1470025"/>
          </a:xfrm>
        </p:spPr>
        <p:txBody>
          <a:bodyPr/>
          <a:lstStyle/>
          <a:p>
            <a:pPr eaLnBrk="1" hangingPunct="1"/>
            <a:endParaRPr lang="fr-FR" sz="5400" b="1" smtClean="0">
              <a:solidFill>
                <a:schemeClr val="bg1"/>
              </a:solidFill>
            </a:endParaRPr>
          </a:p>
        </p:txBody>
      </p:sp>
      <p:pic>
        <p:nvPicPr>
          <p:cNvPr id="3075" name="Image 2" descr="babel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Image 3" descr="deux euro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re 1"/>
          <p:cNvSpPr>
            <a:spLocks noGrp="1"/>
          </p:cNvSpPr>
          <p:nvPr>
            <p:ph type="ctrTitle"/>
          </p:nvPr>
        </p:nvSpPr>
        <p:spPr>
          <a:xfrm>
            <a:off x="684213" y="2174875"/>
            <a:ext cx="7772400" cy="1470025"/>
          </a:xfrm>
        </p:spPr>
        <p:txBody>
          <a:bodyPr/>
          <a:lstStyle/>
          <a:p>
            <a:pPr eaLnBrk="1" hangingPunct="1"/>
            <a:endParaRPr lang="fr-FR" sz="5400" b="1" smtClean="0">
              <a:solidFill>
                <a:schemeClr val="bg1"/>
              </a:solidFill>
            </a:endParaRPr>
          </a:p>
        </p:txBody>
      </p:sp>
      <p:pic>
        <p:nvPicPr>
          <p:cNvPr id="4099" name="Image 2" descr="babel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Image 3" descr="deux euro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Image 4" descr="enlevement_europa_zeus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re 1"/>
          <p:cNvSpPr>
            <a:spLocks noGrp="1"/>
          </p:cNvSpPr>
          <p:nvPr>
            <p:ph type="ctrTitle"/>
          </p:nvPr>
        </p:nvSpPr>
        <p:spPr>
          <a:xfrm>
            <a:off x="684213" y="2174875"/>
            <a:ext cx="7772400" cy="1470025"/>
          </a:xfrm>
        </p:spPr>
        <p:txBody>
          <a:bodyPr/>
          <a:lstStyle/>
          <a:p>
            <a:pPr eaLnBrk="1" hangingPunct="1"/>
            <a:endParaRPr lang="fr-FR" sz="5400" b="1" smtClean="0">
              <a:solidFill>
                <a:schemeClr val="bg1"/>
              </a:solidFill>
            </a:endParaRPr>
          </a:p>
        </p:txBody>
      </p:sp>
      <p:pic>
        <p:nvPicPr>
          <p:cNvPr id="5123" name="Image 2" descr="babel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4" name="Image 3" descr="deux euro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5" name="Image 4" descr="enlevement_europa_zeus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6" name="Image 5" descr="130193702603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re 1"/>
          <p:cNvSpPr>
            <a:spLocks noGrp="1"/>
          </p:cNvSpPr>
          <p:nvPr>
            <p:ph type="ctrTitle"/>
          </p:nvPr>
        </p:nvSpPr>
        <p:spPr>
          <a:xfrm>
            <a:off x="684213" y="2174875"/>
            <a:ext cx="7772400" cy="1470025"/>
          </a:xfrm>
        </p:spPr>
        <p:txBody>
          <a:bodyPr/>
          <a:lstStyle/>
          <a:p>
            <a:pPr eaLnBrk="1" hangingPunct="1"/>
            <a:endParaRPr lang="fr-FR" sz="5400" b="1" smtClean="0">
              <a:solidFill>
                <a:schemeClr val="bg1"/>
              </a:solidFill>
            </a:endParaRPr>
          </a:p>
        </p:txBody>
      </p:sp>
      <p:pic>
        <p:nvPicPr>
          <p:cNvPr id="6147" name="Image 2" descr="babel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8" name="Image 3" descr="deux euro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Image 4" descr="enlevement_europa_zeus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0" name="Image 5" descr="130193702603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1" name="Image 7" descr="parlement-europeen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-95250" y="-88900"/>
            <a:ext cx="9334500" cy="703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re 1"/>
          <p:cNvSpPr>
            <a:spLocks noGrp="1"/>
          </p:cNvSpPr>
          <p:nvPr>
            <p:ph type="ctrTitle"/>
          </p:nvPr>
        </p:nvSpPr>
        <p:spPr>
          <a:xfrm>
            <a:off x="684213" y="2174875"/>
            <a:ext cx="7772400" cy="1470025"/>
          </a:xfrm>
        </p:spPr>
        <p:txBody>
          <a:bodyPr/>
          <a:lstStyle/>
          <a:p>
            <a:pPr eaLnBrk="1" hangingPunct="1"/>
            <a:endParaRPr lang="fr-FR" sz="5400" b="1" smtClean="0">
              <a:solidFill>
                <a:schemeClr val="bg1"/>
              </a:solidFill>
            </a:endParaRPr>
          </a:p>
        </p:txBody>
      </p:sp>
      <p:pic>
        <p:nvPicPr>
          <p:cNvPr id="7171" name="Image 3" descr="parlement-europeen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25925" y="1196975"/>
            <a:ext cx="4918075" cy="4926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2" name="Image 4" descr="babel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1196975"/>
            <a:ext cx="4464050" cy="493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re 1"/>
          <p:cNvSpPr>
            <a:spLocks noGrp="1"/>
          </p:cNvSpPr>
          <p:nvPr>
            <p:ph type="ctrTitle"/>
          </p:nvPr>
        </p:nvSpPr>
        <p:spPr>
          <a:xfrm>
            <a:off x="684213" y="2174875"/>
            <a:ext cx="7772400" cy="1470025"/>
          </a:xfrm>
        </p:spPr>
        <p:txBody>
          <a:bodyPr/>
          <a:lstStyle/>
          <a:p>
            <a:pPr eaLnBrk="1" hangingPunct="1"/>
            <a:endParaRPr lang="fr-FR" sz="5400" b="1" smtClean="0">
              <a:solidFill>
                <a:schemeClr val="bg1"/>
              </a:solidFill>
            </a:endParaRPr>
          </a:p>
        </p:txBody>
      </p:sp>
      <p:pic>
        <p:nvPicPr>
          <p:cNvPr id="8195" name="Image 3" descr="parlement-europeen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25925" y="1238250"/>
            <a:ext cx="4918075" cy="4884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Image 4" descr="babel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188" y="1228725"/>
            <a:ext cx="4146550" cy="486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Image 6" descr="FEMME SUR LA BET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14288" y="3175"/>
            <a:ext cx="9172576" cy="685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re 1"/>
          <p:cNvSpPr>
            <a:spLocks noGrp="1"/>
          </p:cNvSpPr>
          <p:nvPr>
            <p:ph type="ctrTitle"/>
          </p:nvPr>
        </p:nvSpPr>
        <p:spPr>
          <a:xfrm>
            <a:off x="684213" y="2174875"/>
            <a:ext cx="7772400" cy="1470025"/>
          </a:xfrm>
        </p:spPr>
        <p:txBody>
          <a:bodyPr/>
          <a:lstStyle/>
          <a:p>
            <a:pPr eaLnBrk="1" hangingPunct="1"/>
            <a:endParaRPr lang="fr-FR" sz="5400" b="1" smtClean="0">
              <a:solidFill>
                <a:schemeClr val="bg1"/>
              </a:solidFill>
            </a:endParaRPr>
          </a:p>
        </p:txBody>
      </p:sp>
      <p:pic>
        <p:nvPicPr>
          <p:cNvPr id="9219" name="Image 3" descr="parlement-europeen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25925" y="1238250"/>
            <a:ext cx="4918075" cy="4884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Image 4" descr="babel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188" y="1228725"/>
            <a:ext cx="4146550" cy="486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1" name="Image 6" descr="FEMME SUR LA BET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14288" y="3175"/>
            <a:ext cx="9172576" cy="685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Image 5" descr="reve de daniel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-30163"/>
            <a:ext cx="9144000" cy="6918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re 1"/>
          <p:cNvSpPr>
            <a:spLocks noGrp="1"/>
          </p:cNvSpPr>
          <p:nvPr>
            <p:ph type="ctrTitle"/>
          </p:nvPr>
        </p:nvSpPr>
        <p:spPr>
          <a:xfrm>
            <a:off x="684213" y="2174875"/>
            <a:ext cx="7772400" cy="1470025"/>
          </a:xfrm>
        </p:spPr>
        <p:txBody>
          <a:bodyPr/>
          <a:lstStyle/>
          <a:p>
            <a:pPr eaLnBrk="1" hangingPunct="1"/>
            <a:endParaRPr lang="fr-FR" sz="5400" b="1" smtClean="0">
              <a:solidFill>
                <a:schemeClr val="bg1"/>
              </a:solidFill>
            </a:endParaRPr>
          </a:p>
        </p:txBody>
      </p:sp>
      <p:pic>
        <p:nvPicPr>
          <p:cNvPr id="10243" name="Image 3" descr="parlement-europeen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25925" y="1238250"/>
            <a:ext cx="4918075" cy="4884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4" name="Image 4" descr="babel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188" y="1228725"/>
            <a:ext cx="4146550" cy="486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5" name="Image 6" descr="FEMME SUR LA BET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14288" y="3175"/>
            <a:ext cx="9172576" cy="685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6" name="Image 5" descr="reve de daniel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-30163"/>
            <a:ext cx="9144000" cy="6918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7" name="Image 7" descr="petite-pierre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-50800" y="-61913"/>
            <a:ext cx="9245600" cy="6981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re 1"/>
          <p:cNvSpPr>
            <a:spLocks noGrp="1"/>
          </p:cNvSpPr>
          <p:nvPr>
            <p:ph type="ctrTitle"/>
          </p:nvPr>
        </p:nvSpPr>
        <p:spPr>
          <a:xfrm>
            <a:off x="684213" y="2174875"/>
            <a:ext cx="7772400" cy="1470025"/>
          </a:xfrm>
        </p:spPr>
        <p:txBody>
          <a:bodyPr/>
          <a:lstStyle/>
          <a:p>
            <a:pPr eaLnBrk="1" hangingPunct="1"/>
            <a:endParaRPr lang="fr-FR" sz="5400" b="1" smtClean="0">
              <a:solidFill>
                <a:schemeClr val="bg1"/>
              </a:solidFill>
            </a:endParaRPr>
          </a:p>
        </p:txBody>
      </p:sp>
      <p:pic>
        <p:nvPicPr>
          <p:cNvPr id="11267" name="Image 3" descr="parlement-europeen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25925" y="1238250"/>
            <a:ext cx="4918075" cy="4884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Image 4" descr="babel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188" y="1228725"/>
            <a:ext cx="4146550" cy="486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Image 6" descr="FEMME SUR LA BETE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14288" y="3175"/>
            <a:ext cx="9172576" cy="685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0" name="Image 5" descr="reve de daniel.jp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-30163"/>
            <a:ext cx="9144000" cy="6918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1" name="Image 7" descr="petite-pierre.jp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-50800" y="-61913"/>
            <a:ext cx="9245600" cy="6981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2" name="Image 8" descr="drapeau_algerie.jp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0" y="-76200"/>
            <a:ext cx="9144000" cy="701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1</Words>
  <Application>Microsoft Office PowerPoint</Application>
  <PresentationFormat>On-screen Show (4:3)</PresentationFormat>
  <Paragraphs>1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RÉUNION DE GF REPORTÉE</dc:title>
  <dc:creator>INCRUSTATIONS</dc:creator>
  <cp:lastModifiedBy>INCRUSTATIONS</cp:lastModifiedBy>
  <cp:revision>38</cp:revision>
  <dcterms:created xsi:type="dcterms:W3CDTF">2012-11-02T21:16:50Z</dcterms:created>
  <dcterms:modified xsi:type="dcterms:W3CDTF">2014-10-12T10:32:47Z</dcterms:modified>
</cp:coreProperties>
</file>