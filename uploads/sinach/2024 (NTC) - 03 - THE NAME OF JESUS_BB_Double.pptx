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42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5" r:id="rId33"/>
    <p:sldId id="374" r:id="rId34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64366" autoAdjust="0"/>
  </p:normalViewPr>
  <p:slideViewPr>
    <p:cSldViewPr>
      <p:cViewPr varScale="1">
        <p:scale>
          <a:sx n="69" d="100"/>
          <a:sy n="69" d="100"/>
        </p:scale>
        <p:origin x="23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28-  CALL THAT NAME, JESUS [ Invoque-Le, Jésus ] 
29-  MIGHTY GOD, JESUS [ Dieu puissant, Jésus ] 
30-  MARVELOUS, JESUS [ Merveilleux, Jésus ] 
31-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811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28-  CALL THAT NAME, JESUS [ Invoque-Le, Jésus ] 
29-  MIGHTY GOD, JESUS [ Dieu puissant, Jésus ] 
30-  MARVELOUS, JESUS [ Merveilleux, Jésus ] 
31-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70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56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050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492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655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706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7240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671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05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795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037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594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33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60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2526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104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63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371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3937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096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147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01832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661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715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661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021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4236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5442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855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878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oh oh,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2605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CALL HIS NAME, JESUS [ Invoque-Le, Jésus ]   x3
27-  OHOHOH,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28-  CALL THAT NAME, JESUS [ Invoque-Le, Jésus ] 
29-  MIGHTY GOD, JESUS [ Dieu puissant, Jésus ] 
30-  MARVELOUS, JESUS [ Merveilleux, Jésus ] 
31-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32-  JESUS, JESUS, JESUS [ Jésus, Jésus, Jésus ] 
33-  OHOHOH JESUS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HOW MAJESTIC IS YOUR NAME, OH LORD [ Si majestueux est Ton Nom, Seigneur ] 
2-  IN ALL THE EARTH [ Sur toute la Terre ] 
3-  YOUR NAME IS STRONG AND MIGHTY [ Ton Nom est fort et puissant ] 
4-  YOUR NAME IS GLORIOUS AND GREAT [ Ton Nom est glorieux et grand ] 
5-  IN HIM WE'RE SAVED [ En Lui, nous sommes sauvés ] 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THE NAME OF JESUS  [ Le Nom de Jésus ] 
	7-  HIGHER THAN OTHER NAMES [ Plus haut que tous les noms ] 
	8-  KING OF ALL KINGS [ Roi des rois ] 
	9-  NO OTHER NAME LIKE HIS [ Aucun nom n’est comme le sien ] 
	10-  THE NAME OF JESUS  [ Le Nom de Jésus ] 
	11-  HIGHER THAN OTHER NAMES [ Plus haut que tous les noms ] 
	12-  ALPHA AND OMEGA [ Alpha et Oméga ] 
	13-  NO OTHER NAME LIKE HIS [ Aucun nom n’est comme le sien ] </a:t>
            </a:r>
          </a:p>
          <a:p>
            <a:r>
              <a:rPr lang="fr-FR" smtClean="0"/>
              <a:t>
14-  YOUR NAME LIKE SWEET PERFUME [ Ton Nom est comme un doux parfum ] 
15-  POURED UPON MY SOUL, YEAH [ Répandu sur mon âme ] 
16-  IN YOUR NAME WE OVERCOME [ En Ton Nom, nous triomphons ] 
17-  IN HIS NAME THERE'S VICTORY [ En Ton Nom, il y a la victoire ] 
18-  HIS NAME IS POWERFUL [ Ton Nom est tout-puissant ] 
</a:t>
            </a:r>
          </a:p>
          <a:p>
            <a:r>
              <a:rPr lang="fr-FR" smtClean="0"/>
              <a:t>	Refrain :  x2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19-  EVERY OTHER GOD [ Tous les autres dieux ] 
20-  THEY ARE DEADER THAN DEAD [ Sont dans leur tombeau ] 
21-  JESUS DIED AND ROSE AGAIN [ Jésus est mort et ressuscité ] 
22-  WE LIFT HIM HIGHER [ Nous L'élevons plus haut ] 
23-  IN YOUR NAME EVERY KNEE SHALL BOW [ En Ton Nom, tout genou fléchit ] 
24-  IN YOUR NAME ALL MEN ARE SAVED [ En Ton Nom, tout homme est sauvé ] 
25-  WE CALL UPON THE NAME [ Nous invoquons Ton Nom ] </a:t>
            </a:r>
          </a:p>
          <a:p>
            <a:r>
              <a:rPr lang="fr-FR" smtClean="0"/>
              <a:t>
26-  CALL HIS NAME, JESUS [ Invoque-Le, Jésus ]   x3
27-  OHOHOH, JESUS [ Oh oh oh, Jésus ] 
28-  CALL THAT NAME, JESUS [ Invoque-Le, Jésus ] 
29-  MIGHTY GOD, JESUS [ Dieu puissant, Jésus ] 
30-  MARVELOUS, JESUS [ Merveilleux, Jésus ] 
31-  OHOHOH JESUS [ Oh oh oh, Jésus ] </a:t>
            </a:r>
          </a:p>
          <a:p>
            <a:r>
              <a:rPr lang="fr-FR" smtClean="0"/>
              <a:t>
32-  JESUS, JESUS, JESUS [ Jésus, Jésus, Jésus ] 
33-  OHOHOH JESUS [ Oh oh oh, Jésus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4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1"/>
            <a:ext cx="9468544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HOW MAJESTIC IS YOUR NAME, OH LORD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Si </a:t>
            </a:r>
            <a:r>
              <a:rPr lang="en-US" altLang="fr-FR" sz="34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majestueux</a:t>
            </a:r>
            <a:r>
              <a:rPr lang="en-US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en-US" altLang="fr-FR" sz="34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est</a:t>
            </a:r>
            <a:r>
              <a:rPr lang="en-US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Ton Nom, Seigneur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8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ALL THE EARTH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Sur toute la Terre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36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IS STRONG AND MIGHTY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fort et puissant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59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IS GLORIOUS AND GREAT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glorieux et grand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HIM WE'RE SAVED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Lui, nous sommes sauvés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55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5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HIGHER THAN OTHER NAMES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haut que tous les noms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91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KING OF ALL KINGS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Roi des rois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06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OTHER NAME LIKE HIS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Aucun nom n’est comme le sien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7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 NAME OF JESUS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Le Nom de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0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HIGHER THAN OTHER NAMES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haut que tous les noms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6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ALPHA AND OMEGA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Alpha et Oméga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54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NO OTHER NAME LIKE HIS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Aucun nom n’est comme le sien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NAME LIKE SWEET PERFUME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comme un doux parfum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6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POURED UPON MY SOUL, YEAH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Répandu sur mon âme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239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WE OVERCOME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nous triomphons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058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HIS NAME THERE'S VICTORY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il y a la victoire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89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NAME IS POWERFUL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Nom est tout-puissant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4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OTHER GOD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Tous les autres dieux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4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THEY ARE DEADER THAN DEAD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Sont dans leur tombeau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 DIED AND ROSE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Jésus est mort et ressuscité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2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LIFT HIM HIGHER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L’élevons plus haut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6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EVERY KNEE SHALL BOW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tout genou fléchit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4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IN YOUR NAME ALL MEN ARE SAVED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En Ton Nom, tout homme est sauvé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78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CALL UPON THE NAME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invoquons Ton Nom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24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HIS NAME,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Invoque-Le,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4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 THAT NAME,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Invoque-Le,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3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MIGHTY GOD, JESUS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puissant,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7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MARVELOUS,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Merveilleux,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4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82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JESUS, JESUS,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Jésus, Jésus,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19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OHOHOH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Oh oh oh, Jésus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6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6392</TotalTime>
  <Words>31205</Words>
  <Application>Microsoft Office PowerPoint</Application>
  <PresentationFormat>Grand écran</PresentationFormat>
  <Paragraphs>726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198</cp:revision>
  <dcterms:created xsi:type="dcterms:W3CDTF">2002-08-17T10:50:50Z</dcterms:created>
  <dcterms:modified xsi:type="dcterms:W3CDTF">2024-11-22T21:44:43Z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