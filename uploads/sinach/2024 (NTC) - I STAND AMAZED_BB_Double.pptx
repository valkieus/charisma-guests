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6" r:id="rId23"/>
    <p:sldId id="363" r:id="rId24"/>
    <p:sldId id="364" r:id="rId25"/>
    <p:sldId id="368" r:id="rId26"/>
    <p:sldId id="369" r:id="rId27"/>
    <p:sldId id="365" r:id="rId2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47303" autoAdjust="0"/>
  </p:normalViewPr>
  <p:slideViewPr>
    <p:cSldViewPr>
      <p:cViewPr varScale="1">
        <p:scale>
          <a:sx n="50" d="100"/>
          <a:sy n="50" d="100"/>
        </p:scale>
        <p:origin x="78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22/11/2024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0638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8458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102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7939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8216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0172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238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50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0184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4615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4438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0614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13652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88905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0786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5401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1643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57381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35806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11604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95163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4853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75667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69694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46396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 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HALLELUJAH, HALLELUJAH [ Alléluia, Alléluia ]  x6
22-  I LOVE YOU  [ Je T’aime ]  x4
23-  I DANCE FOR YOU  [ Je danse pour Toi ]  x4
24-  I SHOUT [ Je crie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25 - I PRAISE YOUR NAME [ Je loue Ton Nom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 RAISE MY HANDS [ Je lève mes mains ]  x4
27-  HALLELUJAH [ Alléluia ]  x8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STAND AMAZED IN YOUR PRESENCE [ Émerveillé en Ta présence ] 
2-  THERE IS NOTHING YOU CANNOT DO [ Rien ne T'est impossible ] 
3-  I STAND AMAZED IN YOUR PRESENCE [ Émerveillé en Ta présence ] 
4-  THERE IS JOY, PEACE AND HOPE [ Ta joie me remplit d'espérance ] </a:t>
            </a:r>
          </a:p>
          <a:p>
            <a:endParaRPr lang="fr-FR" smtClean="0"/>
          </a:p>
          <a:p>
            <a:r>
              <a:rPr lang="fr-FR" smtClean="0"/>
              <a:t>	Pré refrain :
	5-  THERE’S NO ONE LIKE YOU, JESUS [ Nul n’est comme Toi, Jésus ] 
	6-  THERE’S NO ONE LIKE YOU [ Personne comme Toi ] 
	7-  IN ALL THE EARTH [ Sur toute la Terre ] 
	8-  NOBODY LIKE YOU, JESUS [ Personne comme Toi, Jésus ] 
	9-  THERE’S NO ONE LIKE YOU [ Nul n’est comme Toi ] </a:t>
            </a:r>
          </a:p>
          <a:p>
            <a:endParaRPr lang="fr-FR" smtClean="0"/>
          </a:p>
          <a:p>
            <a:r>
              <a:rPr lang="fr-FR" smtClean="0"/>
              <a:t>	Refrain :
	10-  YOU DO MIGHTY THINGS [ Tu fais des merveilles ] 
	11-  YOU DO GLORIOUS THINGS [ D’une gloire sans pareille ] 
	12-  YOU’RE A FAITHFUL GOD [ Toi le Dieu fidèle ] 
	13-  AWESOME IS YOUR NAME [ Puissant est Ton Nom ]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r>
              <a:rPr lang="fr-FR" smtClean="0"/>
              <a:t>	Pré refrain :</a:t>
            </a:r>
          </a:p>
          <a:p>
            <a:r>
              <a:rPr lang="fr-FR" smtClean="0"/>
              <a:t>	Refrain :   x4</a:t>
            </a:r>
          </a:p>
          <a:p>
            <a:endParaRPr lang="fr-FR" smtClean="0"/>
          </a:p>
          <a:p>
            <a:r>
              <a:rPr lang="fr-FR" smtClean="0"/>
              <a:t>Interlude :
14-  GLORIOUS GOD, YOU ARE [ Dieu de gloire, Tu es ] 
15-  YOU OPENED THE BLIND EYES [ Tu ouvres les yeux des aveugles ] 
16-  MIGHTY GOD, HEY [ Dieu tout-puissant hé ] 
17-  TURNING SITUATIONS AROUND, HEY [ Tu changes les circonstances, hé ] 
18-  YOU’RE THE MIGHTY GOD [ Tu es un Dieu puissant ] 
19-  WE BLESS YOU, WE LIFT YOU [ Nous Te bénissons, nous T’élevons ] 
20-  YOU ARE GLORIOUS, COME ON ! [ Tu es Glorieux, allons-y ! ] </a:t>
            </a:r>
          </a:p>
          <a:p>
            <a:endParaRPr lang="fr-FR" smtClean="0"/>
          </a:p>
          <a:p>
            <a:r>
              <a:rPr lang="fr-FR" smtClean="0"/>
              <a:t>	Refrain :  x6</a:t>
            </a:r>
          </a:p>
          <a:p>
            <a:r>
              <a:rPr lang="fr-FR" smtClean="0"/>
              <a:t>
21-  HALLELUJAH, HALLELUJAH [ Alléluia, Alléluia ]  x6
22-  I LOVE YOU  [ Je T’aime ]  x4
23-  I DANCE FOR YOU  [ Je danse pour Toi ]  x4
24-  I SHOUT [ Je crie ]  x4</a:t>
            </a:r>
          </a:p>
          <a:p>
            <a:r>
              <a:rPr lang="fr-FR" smtClean="0"/>
              <a:t>25 - I PRAISE YOUR NAME [ Je loue Ton Nom ]  x4</a:t>
            </a:r>
          </a:p>
          <a:p>
            <a:r>
              <a:rPr lang="fr-FR" smtClean="0"/>
              <a:t>26- I RAISE MY HANDS [ Je lève mes mains ]  x4
27-  HALLELUJAH [ Alléluia ]  x8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075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STAND AMAZED IN YOUR PRESENCE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Émerveillé en Ta présence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 IS NOTHING YOU CANNOT DO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Rien ne T'est impossible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40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STAND AMAZED IN YOUR PRESENCE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Émerveillé en Ta présence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7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 IS JOY, PEACE AND HOPE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Ta joie me remplit d'espérance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25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THERE’S NO ONE LIKE YOU,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Nul n’est comme Toi, Jésus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41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THERE’S NO ONE LIKE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Personne comme Toi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55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ALL THE EARTH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Sur toute la Terre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39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NOBODY LIKE YOU,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Personne comme Toi, Jésus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44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THERE’S NO ONE LIKE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Nul n’est comme Toi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00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DO MIGHTY THINGS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fais des merveilles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1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DO GLORIOUS THINGS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D’une gloire sans pareille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21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YOU’RE A FAITHFUL GOD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Toi le Dieu fidèle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74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AWESOME IS YOUR NAME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Puissant est Ton Nom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23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GLORIOUS GOD, YOU ARE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Dieu de gloire, Tu es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05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OPENED THE BLIND EYES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ouvres les yeux des aveugles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1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MIGHTY GOD, HEY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Dieu tout-puissant, hé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35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TURNING SITUATIONS AROUND, HEY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changes les circonstances, hé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81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YOU’RE THE MIGHTY GOD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un Dieu puissant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40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BLESS YOU, WE LIFT YOU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Te bénissons, nous T’élevons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83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GLORIOUS, COME ON !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Glorieux, allons-y !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49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HALLELUJAH, HALLELUJAH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Alléluia, Alléluia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95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LOVE YOU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T’aime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9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DANCE FOR YOU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danse pour Toi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88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SHOUT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crie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77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PRAISE YOUR NAME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loue Ton Nom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75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RAISE MY HANDS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lève mes mains 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49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HALLELUJAH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Alléluia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52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2299</TotalTime>
  <Words>21299</Words>
  <Application>Microsoft Office PowerPoint</Application>
  <PresentationFormat>Affichage à l'écran (4:3)</PresentationFormat>
  <Paragraphs>1026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227</cp:revision>
  <dcterms:created xsi:type="dcterms:W3CDTF">2002-08-17T10:50:50Z</dcterms:created>
  <dcterms:modified xsi:type="dcterms:W3CDTF">2024-11-22T21:49:38Z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