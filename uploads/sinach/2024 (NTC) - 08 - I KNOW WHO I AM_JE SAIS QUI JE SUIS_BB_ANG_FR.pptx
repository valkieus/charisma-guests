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41" r:id="rId2"/>
    <p:sldId id="345" r:id="rId3"/>
    <p:sldId id="346" r:id="rId4"/>
    <p:sldId id="344" r:id="rId5"/>
    <p:sldId id="343" r:id="rId6"/>
    <p:sldId id="342" r:id="rId7"/>
    <p:sldId id="347" r:id="rId8"/>
    <p:sldId id="350" r:id="rId9"/>
    <p:sldId id="349" r:id="rId10"/>
    <p:sldId id="348" r:id="rId11"/>
    <p:sldId id="351" r:id="rId12"/>
    <p:sldId id="354" r:id="rId13"/>
    <p:sldId id="353" r:id="rId14"/>
    <p:sldId id="352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5" r:id="rId24"/>
    <p:sldId id="366" r:id="rId25"/>
    <p:sldId id="367" r:id="rId26"/>
    <p:sldId id="368" r:id="rId27"/>
    <p:sldId id="369" r:id="rId28"/>
    <p:sldId id="363" r:id="rId29"/>
    <p:sldId id="364" r:id="rId30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69134" autoAdjust="0"/>
  </p:normalViewPr>
  <p:slideViewPr>
    <p:cSldViewPr>
      <p:cViewPr varScale="1">
        <p:scale>
          <a:sx n="70" d="100"/>
          <a:sy n="70" d="100"/>
        </p:scale>
        <p:origin x="84" y="1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932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681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3343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85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057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49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336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186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5309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480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, OH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800" dirty="0" err="1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OH</a:t>
            </a:r>
            <a:r>
              <a:rPr lang="fr-FR" sz="1800" dirty="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9882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1411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25533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664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706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869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445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2440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98291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5011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6353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9220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1080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1278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4825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3983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437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Couplet : 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15-  OH OH OH, OH OH OH [ Oh ! oh ! oh ! oh ! oh ! oh ! ] 
16-  I KNOW WHO I AM [ Je sais qui je suis ]                             x4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Pont : 
17-  I AM HOLY, I AM RIGHTEOUS OH… [ Je suis saint en Christ, justifié ] 
18-  I AM SO RICH, I AM BEAUTIFUL  [ Joyau précieux comblé de Ses richesses ] </a:t>
            </a:r>
          </a:p>
          <a:p>
            <a:pPr>
              <a:lnSpc>
                <a:spcPct val="120000"/>
              </a:lnSpc>
            </a:pPr>
            <a:endParaRPr lang="fr-FR" sz="1800" smtClean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effectLst/>
                <a:latin typeface="Gill Sans Std Light"/>
                <a:ea typeface="Calibri" panose="020F0502020204030204" pitchFamily="34" charset="0"/>
                <a:cs typeface="Times New Roman" panose="02020603050405020304" pitchFamily="18" charset="0"/>
              </a:rPr>
              <a:t>
28-  OH OH OH, OH OH OH [ Oh ! oh ! oh ! oh ! oh ! oh ! ] 
29-  I KNOW WHO I AM [ Je sais qui je suis ]                             x2
</a:t>
            </a:r>
            <a:endParaRPr lang="fr-FR" sz="1800" dirty="0">
              <a:effectLst/>
              <a:latin typeface="Gill Sans Std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WE ARE A CHOSEN GENERATION [ Nous sommes une génération choisie ] 
2-  CALLED FORTH TO SHOW [ Appelée pour montrer ]
3-  HIS EXCELLENCE  [ Son excellence ]
4-  ALL I REQUIRE FOR LIFE  [ Tout ce dont j’ai besoin ]  
5-  GOD HAS GIVEN ME  [ Dieu me l’a donné ] 
6-  AND I KNOW WHO I AM  [ Je sais qui je suis ] </a:t>
            </a:r>
          </a:p>
          <a:p>
            <a:endParaRPr lang="fr-FR" smtClean="0"/>
          </a:p>
          <a:p>
            <a:r>
              <a:rPr lang="fr-FR" smtClean="0"/>
              <a:t>	Pré-refrain :
	7-  I KNOW WHO GOD SAYS I AM [ Je sais qui je suis en Christ ] 
	8-  WHAT HE SAYS I AM [ Ce que j'ai en Christ ] 
	9-  WHERE HE SAYS I'M AT [ Où je suis en Christ ] 
	10-  I KNOW WHO I AM [ Je sais qui je suis ] </a:t>
            </a:r>
          </a:p>
          <a:p>
            <a:endParaRPr lang="fr-FR" smtClean="0"/>
          </a:p>
          <a:p>
            <a:r>
              <a:rPr lang="fr-FR" smtClean="0"/>
              <a:t>	Refrain :
	11-  I’M WALKING IN POWER  [ Je marche avec puissance ] 
	12-  I’M WALKING IN MIRACLES  [ J’accomplis des miracles ] 
	13-  I LIVE A LIFE OF FAVOR  [ Je vis une vie de faveur ] 
	14-  'CAUSE I KNOW WHO I AM  [ Je sais qui je suis ] </a:t>
            </a:r>
          </a:p>
          <a:p>
            <a:endParaRPr lang="fr-FR" smtClean="0"/>
          </a:p>
          <a:p>
            <a:r>
              <a:rPr lang="fr-FR" smtClean="0"/>
              <a:t>Couplet :  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
15-  OH OH OH, OH OH OH [ Oh ! oh ! oh ! oh ! oh ! oh ! ] 
16-  I KNOW WHO I AM [ Je sais qui je suis ]                             x4</a:t>
            </a:r>
          </a:p>
          <a:p>
            <a:endParaRPr lang="fr-FR" smtClean="0"/>
          </a:p>
          <a:p>
            <a:r>
              <a:rPr lang="fr-FR" smtClean="0"/>
              <a:t>Pont : 
17-  I AM HOLY, I AM RIGHTEOUS OH… [ Je suis saint en Christ, justifié ] 
18-  I AM SO RICH, I AM BEAUTIFUL  [ Joyau précieux comblé de Ses richesses ] </a:t>
            </a:r>
          </a:p>
          <a:p>
            <a:endParaRPr lang="fr-FR" smtClean="0"/>
          </a:p>
          <a:p>
            <a:r>
              <a:rPr lang="fr-FR" smtClean="0"/>
              <a:t>	Refrain :
	19-  I’M WALKING IN POWER  [ Je marche avec puissance ] 
	20-  I’M WALKING IN MIRACLES  [ J’accomplis des miracles ] 
	21-  I LIVE A LIFE OF FAVOR  [ Je vis une vie de faveur ] 
	22-  'CAUSE I KNOW WHO I AM  [ Je sais qui je suis ]                   x2</a:t>
            </a:r>
          </a:p>
          <a:p>
            <a:r>
              <a:rPr lang="fr-FR" smtClean="0"/>
              <a:t>
23-  TAKE A LOOK AT ME, I’M A WONDER [ Je suis une merveille, regarde-moi ] 
24-  IT DOESN’T MATTER [ Et qu’importe ] 
25-  WHAT YOU SEE NOW [ Ce que tu vois ] 
26-  CAN YOU SEE HIS GLORY ? [ Vois-tu Sa gloire en moi ? ] 
27-  'CAUSE I KNOW WHO I AM  [ Je sais qui je suis ]                   x4</a:t>
            </a:r>
          </a:p>
          <a:p>
            <a:r>
              <a:rPr lang="fr-FR" smtClean="0"/>
              <a:t>
28-  OH OH OH, OH OH OH [ Oh ! oh ! oh ! oh ! oh ! oh ! ] 
29-  I KNOW WHO I AM [ Je sais qui je suis ]                             x2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8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WE ARE A CHOSEN GENERATION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Nous sommes une génération choisie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1"/>
            <a:ext cx="9144000" cy="1505027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CALLED FORTH TO SHOW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Appelée pour montrer ]</a:t>
            </a:r>
            <a:b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699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1"/>
            <a:ext cx="9144000" cy="1505027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HIS EXCELLENCE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Son excellence ]</a:t>
            </a:r>
            <a:b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426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ALL I REQUIRE FOR LIFE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Tout ce dont j’ai besoin ] 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30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GOD HAS GIVEN ME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me l’a donné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31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AND I KNOW WHO I AM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01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WHO GOD SAYS I AM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en Christ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4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HE SAYS I AM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que j’ai en Christ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605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WHERE HE SAYS I'M AT</a:t>
            </a:r>
            <a:b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</a:b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Où je suis en Christ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2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WHO I 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176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WALKING IN POWER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marche avec puissance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471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WALKING IN MIRACLES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J’accomplis des miracles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506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LIVE A LIFE OF FAVOR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vis une vie de faveur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736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WHO I AM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19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563231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OH OH, OH OH OH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96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WHO I 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180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HOLY, I AM RIGHTEOUS OH…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saint en Christ, justifié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940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99456" y="620688"/>
            <a:ext cx="9684568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SO RICH, I AM BEAUTIFUL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Joyau précieux, comblé de Ses richesses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997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WALKING IN POWER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marche avec puissance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01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I’M WALKING IN MIRACLES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J’accomplis des miracles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639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LIVE A LIFE OF FAVOR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vis une vie de faveur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96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WHO I AM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42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TAKE A LOOK AT ME, I’M A WONDER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une merveille, regarde-moi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644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IT DOESN’T MATTER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Et qu’importe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087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WHAT YOU SEE NOW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Ce que tu vois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526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CAN YOU SEE HIS GLORY ?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Vois-tu Sa gloire en moi ?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988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'CAUSE I KNOW WHO I AM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260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563231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OH OH OH, OH OH OH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95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KNOW WHO I AM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4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sais qui je suis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91403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2279</TotalTime>
  <Words>26965</Words>
  <Application>Microsoft Office PowerPoint</Application>
  <PresentationFormat>Grand écran</PresentationFormat>
  <Paragraphs>983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Calibri</vt:lpstr>
      <vt:lpstr>Franklin Gothic Medium</vt:lpstr>
      <vt:lpstr>Gill Sans Std Light</vt:lpstr>
      <vt:lpstr>Metropolis Semi Bold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204</cp:revision>
  <dcterms:created xsi:type="dcterms:W3CDTF">2002-08-17T10:50:50Z</dcterms:created>
  <dcterms:modified xsi:type="dcterms:W3CDTF">2024-11-24T11:05:24Z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