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341" r:id="rId2"/>
    <p:sldId id="342" r:id="rId3"/>
    <p:sldId id="343" r:id="rId4"/>
    <p:sldId id="344" r:id="rId5"/>
    <p:sldId id="345" r:id="rId6"/>
    <p:sldId id="346" r:id="rId7"/>
    <p:sldId id="347" r:id="rId8"/>
    <p:sldId id="348" r:id="rId9"/>
    <p:sldId id="349" r:id="rId10"/>
    <p:sldId id="350" r:id="rId11"/>
    <p:sldId id="351" r:id="rId12"/>
    <p:sldId id="352" r:id="rId13"/>
    <p:sldId id="353" r:id="rId14"/>
    <p:sldId id="354" r:id="rId15"/>
    <p:sldId id="355" r:id="rId16"/>
    <p:sldId id="356" r:id="rId17"/>
    <p:sldId id="357" r:id="rId18"/>
    <p:sldId id="358" r:id="rId19"/>
    <p:sldId id="359" r:id="rId20"/>
    <p:sldId id="360" r:id="rId21"/>
    <p:sldId id="361" r:id="rId22"/>
    <p:sldId id="362" r:id="rId23"/>
    <p:sldId id="367" r:id="rId24"/>
    <p:sldId id="368" r:id="rId25"/>
    <p:sldId id="369" r:id="rId26"/>
    <p:sldId id="364" r:id="rId27"/>
    <p:sldId id="365" r:id="rId28"/>
    <p:sldId id="366" r:id="rId29"/>
    <p:sldId id="370" r:id="rId30"/>
    <p:sldId id="371" r:id="rId31"/>
    <p:sldId id="372" r:id="rId32"/>
    <p:sldId id="373" r:id="rId33"/>
    <p:sldId id="374" r:id="rId34"/>
    <p:sldId id="375" r:id="rId35"/>
    <p:sldId id="376" r:id="rId36"/>
    <p:sldId id="377" r:id="rId37"/>
    <p:sldId id="378" r:id="rId38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63614" autoAdjust="0"/>
  </p:normalViewPr>
  <p:slideViewPr>
    <p:cSldViewPr>
      <p:cViewPr varScale="1">
        <p:scale>
          <a:sx n="45" d="100"/>
          <a:sy n="45" d="100"/>
        </p:scale>
        <p:origin x="312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09/11/2023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23167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21931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459196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45341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428277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25541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14652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51638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39259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48755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058122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527671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9671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44613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498250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790896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013004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2501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91246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48884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8032908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5038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786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5016006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498158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335445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291392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0488001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05865845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57941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25979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0675254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10559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891337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51443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3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1 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33-  IT'S A NEW LEVEL  [ C’est un nouveau niveau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
34-  I'VE TAKEN OVER [ Et je vais gagner ]  x4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Pont 2 : 
35-  IT'S A NEW LEVEL [ C’est un nouveau niveau ] 
36-  I'VE TAKEN OVER [ Et je vais gagner ] 
37-  SUPERNATURAL [ Surnaturel ] 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1 :</a:t>
            </a:r>
          </a:p>
          <a:p>
            <a:r>
              <a:rPr lang="fr-FR" smtClean="0"/>
              <a:t>1-  THERE IS AN OUTPOURING  [ Il y a une effusion ] 
2-  OF ABUNDANCE [ De l’abondance ] 
3-  NEW DOORS HAVE BEEN OPENED [ Des portes sont ouvertes ] 
4-  THE LAND IT IS GREEN [ La Terre est bénie ] 
5-  A NEW GRACE HAS BEEN RELEASED [ Dieu libère Sa grâce ici ] </a:t>
            </a:r>
          </a:p>
          <a:p>
            <a:endParaRPr lang="fr-FR" smtClean="0"/>
          </a:p>
          <a:p>
            <a:r>
              <a:rPr lang="fr-FR" smtClean="0"/>
              <a:t>	Pré-refrain :
	6-  THE GLORY OF THE LATTER [ La gloire de l’arrière-saison ] 
	7-  IS GREATER THAN THE FORMER [ Dépasse la gloire passée ] 
	8-  THE BLESSING IS HERE [ La bénédiction est là ] 
	9-  IT'S ALL HERE [ Est là ]                  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10-  THERE'S AN OVERFLOW [ C’est une effusion ] 
	11-  ABUNDANCE OF FAVOR [ D’abondante faveur ] 
	12-  IT'S A NEW LEVEL [ Un nouveau niveau ]  x2
	13-  THERE'S AN OVERFLOW [ C’est une effusion ] 
	14-  ABUNDANCE OF BLESSING [ De Sa bénédiction ] 
	15-  I'VE TAKEN OVER  [ Je vais gagner ]   x2                            </a:t>
            </a:r>
          </a:p>
          <a:p>
            <a:endParaRPr lang="fr-FR" smtClean="0"/>
          </a:p>
          <a:p>
            <a:r>
              <a:rPr lang="fr-FR" smtClean="0"/>
              <a:t>Couplet 2 :
16-  I SEE THE NATIONS COME TO ME [ Je vois les nations venir à Moi ] 
17-  THEY RECEIVE ANSWERS FROM MY LIPS [ Écouter des réponses de Mes lèvres ] 
18-  I AM SHINING AS A HOUSE ON A HILL [ Ma lumière brille comme une ville élevée ] 
19-  MY GREATNESS CANNOT BE HIDDEN [ Ma grandeur n’est plus cachée ]                           x2</a:t>
            </a:r>
          </a:p>
          <a:p>
            <a:endParaRPr lang="fr-FR" smtClean="0"/>
          </a:p>
          <a:p>
            <a:r>
              <a:rPr lang="fr-FR" smtClean="0"/>
              <a:t>	Pré-refrain :
	20-  IT'S BEYOND MY WILDEST DREAMS [ Ce que Dieu fait dans ma vie ] 
	21-  WHAT THE LORD IS DOING [ Dépasse tous mes rêves ] 
	22-  MY REALITY  [ Ma réalité ] x2                                                 x2</a:t>
            </a:r>
          </a:p>
          <a:p>
            <a:endParaRPr lang="fr-FR" smtClean="0"/>
          </a:p>
          <a:p>
            <a:r>
              <a:rPr lang="fr-FR" smtClean="0"/>
              <a:t>	Refrain : 
	23-  THERE'S AN OVERFLOW [ C’est une effusion ] 
	24-  ABUNDANCE OF FAVOR [ D’abondante faveur ] 
	25-  IT'S A NEW LEVEL [ Un nouveau niveau ]  x2
	26-  THERE'S AN OVERFLOW [ C’est une effusion ] 
	27-  ABUNDANCE OF BLESSING [ De Sa bénédiction ] 
	28-  I'VE TAKEN OVER  [ Je vais gagner ]  x2                            x2</a:t>
            </a:r>
          </a:p>
          <a:p>
            <a:endParaRPr lang="fr-FR" smtClean="0"/>
          </a:p>
          <a:p>
            <a:r>
              <a:rPr lang="fr-FR" smtClean="0"/>
              <a:t>Pont 1 :
29-  WALKING IN ABUNDANCE [ Marchant dans l’abondance ] 
30-  MOVING WITH THE SPEED [ Avec la vitesse ] 
31-  OF THE HOLY GHOST [ Du Saint-Esprit ] 
32-  I AM FAVORED [ J’ai Sa faveur ]                                           x6</a:t>
            </a:r>
          </a:p>
          <a:p>
            <a:r>
              <a:rPr lang="fr-FR" smtClean="0"/>
              <a:t>
33-  IT'S A NEW LEVEL  [ C’est un nouveau niveau ]  x4</a:t>
            </a:r>
          </a:p>
          <a:p>
            <a:r>
              <a:rPr lang="fr-FR" smtClean="0"/>
              <a:t>
34-  I'VE TAKEN OVER [ Et je vais gagner ]  x4</a:t>
            </a:r>
          </a:p>
          <a:p>
            <a:endParaRPr lang="fr-FR" smtClean="0"/>
          </a:p>
          <a:p>
            <a:r>
              <a:rPr lang="fr-FR" smtClean="0"/>
              <a:t>Pont 2 : 
35-  IT'S A NEW LEVEL [ C’est un nouveau niveau ] 
36-  I'VE TAKEN OVER [ Et je vais gagner ] 
37-  SUPERNATURAL [ Surnaturel 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496854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 IS AN OUTPOURING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 a une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effusion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ABUNDANCE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 l’abondance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827992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NEW DOORS HAVE BEEN OPENED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portes sont ouvertes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373769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LAND IT IS GREEN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Terre est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56796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NEW GRACE HAS BEEN RELEASED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Dieu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libère Sa grâce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ici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685090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GLORY OF THE LATTER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gloire de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l’arrière-saison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9344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IS GREATER THAN THE FORMER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Dépasse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gloire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passée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96817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 BLESSING IS HERE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bénédiction est là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56113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 HERE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Est là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361635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THERE’S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effusion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8914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ABUNDANCE OF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D’abondante faveur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33062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NEW LEVEL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niveau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78934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THERE’S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effusion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3311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ABUNDANCE OF BLESSING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bénédiction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85100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I'VE TAKEN OVER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vais gagner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70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SEE THE NATIONS COME TO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vois les nations venir à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Moi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264023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THEY RECEIVE ANSWERS FROM MY LIPS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Écouter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des réponses de Mes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lèvres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24808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AM SHINING AS A HOUSE ON A HILL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fr-FR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</a:t>
            </a:r>
            <a:r>
              <a:rPr lang="fr-FR" altLang="fr-FR" sz="37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lumière brille comme une </a:t>
            </a:r>
            <a:r>
              <a:rPr lang="fr-FR" altLang="fr-FR" sz="37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ville élevée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030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GREATNESS CANNOT BE HIDDEN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Ma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grandeur n’est plus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cachée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34411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BEYOND MY WILDEST DREAMS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Dieu fait dans ma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56761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WHAT THE LORD IS DOING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Dépasse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tous mes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rêves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31295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REALITY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réalité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52112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THERE’S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effusion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6323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ABUNDANCE OF FAVOR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D’abondante faveur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2026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 NEW LEVEL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nouveau niveau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887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THERE’S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AN OVERFLOW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effusion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123938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ABUNDANCE OF BLESSING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bénédiction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92011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I’VE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TAKEN OVER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vais gagner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105666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WALKING IN ABUNDANCE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Marchant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l’abondance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7673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MOVING WITH THE SPEED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vitesse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171422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OF THE HOLY GHOST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 Saint-Esprit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30942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AM FAVORED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Sa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faveur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00792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IT'S A NEW LEVEL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nouveau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niveau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</a:p>
        </p:txBody>
      </p:sp>
    </p:spTree>
    <p:extLst>
      <p:ext uri="{BB962C8B-B14F-4D97-AF65-F5344CB8AC3E}">
        <p14:creationId xmlns:p14="http://schemas.microsoft.com/office/powerpoint/2010/main" val="1280489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I’VE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TAKEN OVER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Et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vais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gagner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39521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IT’S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NEW LEVEL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C’est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nouveau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niveau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1037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I’VE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TAKEN OVER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vais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gagner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14809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SUPERNATURAL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Surnaturel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32323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2058</TotalTime>
  <Words>1463</Words>
  <Application>Microsoft Office PowerPoint</Application>
  <PresentationFormat>Affichage à l'écran (4:3)</PresentationFormat>
  <Paragraphs>1406</Paragraphs>
  <Slides>37</Slides>
  <Notes>37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0" baseType="lpstr">
      <vt:lpstr>Calibri</vt:lpstr>
      <vt:lpstr>Franklin Gothic Medium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valeriemuthiani@hotmail.com</cp:lastModifiedBy>
  <cp:revision>209</cp:revision>
  <dcterms:created xsi:type="dcterms:W3CDTF">2002-08-17T10:50:50Z</dcterms:created>
  <dcterms:modified xsi:type="dcterms:W3CDTF">2023-11-09T22:05:55Z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