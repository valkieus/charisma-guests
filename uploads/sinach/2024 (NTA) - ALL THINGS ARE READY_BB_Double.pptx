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5" r:id="rId35"/>
    <p:sldId id="374" r:id="rId3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54080" autoAdjust="0"/>
  </p:normalViewPr>
  <p:slideViewPr>
    <p:cSldViewPr>
      <p:cViewPr varScale="1">
        <p:scale>
          <a:sx n="57" d="100"/>
          <a:sy n="57" d="100"/>
        </p:scale>
        <p:origin x="60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5494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8309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210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362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090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720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407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968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8952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3505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973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0711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8201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8992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60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303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499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7081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2698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8076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9819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000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5155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6350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5141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929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2588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0292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39257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8554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039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7666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31480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
6-  AS I LOOK IN THE WORD AND I SPEAK [ Quand je lis et proclame La Parole ] 
7-  I BECOME AS I SEE [ Moi je deviens ce qu’elle dit ] 
8-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ALL IS READY FOR ME [ Tout est déjà prêt pour moi ]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10-  IT DOESN’T MATTER [ Peu importe ] 
11-  WHAT IS GOING ON AROUND [ Ce qui se passe autour de moi ] 
12-  YOUR WORD ALL THAT I SEE [ C'est Ta Parole que je vois ] 
13-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14-  ALL IS READY FOR ME [ Tout est déjà prêt pour moi ]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INCREASE, I SEE ME [ Je grandis, je me vois ] 
16-  FAVOUR, I SEE ME [ Faveur, je me vois ] 
17-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SHINNING, I SEE ME [ Brillant, je me vois ] 
23-  WINNING, I SEE ME [ Gagnant, je me vois ] 
24-  REJOICE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 Dans la joie, la joie ] 
25-  IT’S ALREADY DONE [ Tout est fait déjà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IT’S ALREADY DONE [ Tout est fait déjà ! ] 
35-  ALL THINGS ARE READY FOR ME [ Tout est déjà prêt pour moi !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 </a:t>
            </a:r>
          </a:p>
          <a:p>
            <a:r>
              <a:rPr lang="fr-FR" smtClean="0"/>
              <a:t>	1-  IT’S ALREADY DONE ! [ Tout est déjà fait ! ] 
	2-  EVERYTHING IS READY IS FOR ME [ Il a déjà tout fait pour moi ] 
	3-  ALL THAT I NEED [ Tous mes besoins ] 
	4-  EVERYTHING FOR LIFE [ Pour ma vie ici-bas ] 
	5-  IS READY FOR ME [ Tout est prêt pour moi ]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1 :
6-  AS I LOOK IN THE WORD AND I SPEAK [ Quand je lis et proclame La Parole ] 
7-  I BECOME AS I SEE [ Moi je deviens ce qu’elle dit ] 
8-  OH OH OH 
9-  ALL IS READY FOR ME [ Tout est déjà prêt pour moi ]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endParaRPr lang="fr-FR" smtClean="0"/>
          </a:p>
          <a:p>
            <a:r>
              <a:rPr lang="fr-FR" smtClean="0"/>
              <a:t>Couplet 2 :
10-  IT DOESN’T MATTER [ Peu importe ] 
11-  WHAT IS GOING ON AROUND [ Ce qui se passe autour de moi ] 
12-  YOUR WORD ALL THAT I SEE [ C'est Ta Parole que je vois ] 
13-  OH OH OH 
14-  ALL IS READY FOR ME [ Tout est déjà prêt pour moi ]                             x2</a:t>
            </a:r>
          </a:p>
          <a:p>
            <a:endParaRPr lang="fr-FR" smtClean="0"/>
          </a:p>
          <a:p>
            <a:r>
              <a:rPr lang="fr-FR" smtClean="0"/>
              <a:t>	Refrain :  x1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
15-  INCREASE, I SEE ME [ Je grandis, je me vois ] 
16-  FAVOUR, I SEE ME [ Faveur, je me vois ] 
17-  REJOICE REJOICE [ Dans la joie, la joie ] 
18-  IT’S ALREADY DONE [ Tout est fait déjà ] 
19-  PROMOTION, I SEE ME [ Promotion, je me vois ] 
20-  PEACE AND JOY, I SEE ME [ Paix et joie, je me vois ] 
21-  I REJOICE IT’S ALREADY DONE [ Dans la joie, la joie tout est fait déjà ] </a:t>
            </a:r>
          </a:p>
          <a:p>
            <a:r>
              <a:rPr lang="fr-FR" smtClean="0"/>
              <a:t>
22-  SHINNING, I SEE ME [ Brillant, je me vois ] 
23-  WINNING, I SEE ME [ Gagnant, je me vois ] 
24-  REJOICE REJOICE [ Dans la joie, la joie ] 
25-  IT’S ALREADY DONE [ Tout est fait déjà ] </a:t>
            </a:r>
          </a:p>
          <a:p>
            <a:r>
              <a:rPr lang="fr-FR" smtClean="0"/>
              <a:t>
26-  ALL I EVER REQUIRE  [ Oh tous mes besoins ] 
27-  FOR LIFE AND GODLINESS [ De vie et de sainteté ] 
28-  IS ALREADY DONE [ Tout est fait déjà ] 
29-  CAN YOU SEE IT  [ Peux-tu le voir ? ]  x3</a:t>
            </a:r>
          </a:p>
          <a:p>
            <a:r>
              <a:rPr lang="fr-FR" smtClean="0"/>
              <a:t>
30-  REJOICE  [ La joie ]   x3
31-  IT’S ALREADY DONE [ Tout est fait déjà ! ]   
32-  REJOICE  [ La joie ]   x3
33-  ALL THINGS ARE READY FOR ME [ Tout est déjà prêt pour moi ! ]                               </a:t>
            </a:r>
          </a:p>
          <a:p>
            <a:r>
              <a:rPr lang="fr-FR" smtClean="0"/>
              <a:t>
34-  IT’S ALREADY DONE [ Tout est fait déjà ! ] 
35-  ALL THINGS ARE READY FOR ME [ Tout est déjà prêt pour moi !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8804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IT’S ALREADY DONE !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est déjà fait !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EVERYTHING IS READY IS FOR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Il a déjà tout fait pour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1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THAT I NEED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Tous mes besoins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9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EVERYTHING FOR LIFE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ma vie ici-bas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2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IS READY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est prêt pour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69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AS I LOOK IN THE WORD AND I SPEAK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Quand je lis et proclame La Parole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34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BECOME AS I SEE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Moi je deviens ce qu’elle dit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95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0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OH OH</a:t>
            </a:r>
            <a:endParaRPr lang="en-US" alt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07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IS READY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est déjà prêt pour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69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 DOESN’T MATTER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Peu importe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27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IS GOING ON AROUND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qui se passe autour de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85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WORD ALL THAT I SEE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C’est Ta Parole que je vois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5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0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OH OH</a:t>
            </a:r>
            <a:endParaRPr lang="en-US" alt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91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IS READY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est déjà prêt pour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6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INCREASE,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grandis, je me vois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58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FAVOUR,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Faveur, je me vois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31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REJOICE REJOICE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Dans la joie, la joie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48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IT’S ALREADY DONE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est fait déjà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81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PROMOTION,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Promotion, je me vois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66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PEACE AND JOY,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Paix et joie, je me vois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0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REJOICE IT’S ALREADY DONE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Dans la joie, la joie tout est fait déjà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35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SHINNING,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Brillant, je me vois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37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WINNING, I SEE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Gagnant, je me vois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80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REJOICE REJOICE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Dans la joie, la joie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98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IT’S ALREADY DONE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est fait déjà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60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I EVER REQUIRE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tous mes besoins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29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FOR LIFE AND GODLINESS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 vie et de sainteté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14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IS ALREADY DONE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est fait déjà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60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CAN YOU SEE IT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Peux-tu le voir ?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36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REJOICE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La joie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85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IT’S ALREADY DONE !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est fait déjà !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71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REJOICE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La joie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38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THINGS ARE READY FOR ME !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est déjà prêt pour moi !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59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IT’S ALREADY DONE !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est fait déjà !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50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THINGS ARE READY FOR ME !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est déjà prêt pour moi !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17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2150</TotalTime>
  <Words>34409</Words>
  <Application>Microsoft Office PowerPoint</Application>
  <PresentationFormat>Affichage à l'écran (4:3)</PresentationFormat>
  <Paragraphs>1188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9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217</cp:revision>
  <dcterms:created xsi:type="dcterms:W3CDTF">2002-08-17T10:50:50Z</dcterms:created>
  <dcterms:modified xsi:type="dcterms:W3CDTF">2024-11-22T21:42:16Z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