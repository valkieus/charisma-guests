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4" r:id="rId35"/>
    <p:sldId id="375" r:id="rId3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62500" autoAdjust="0"/>
  </p:normalViewPr>
  <p:slideViewPr>
    <p:cSldViewPr>
      <p:cViewPr varScale="1">
        <p:scale>
          <a:sx n="67" d="100"/>
          <a:sy n="67" d="100"/>
        </p:scale>
        <p:origin x="56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734A5-6A5E-F519-C14C-AF487F895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0464450A-FD22-A682-F990-EF163BD7D9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16EAE3C-A515-1AB5-7C3B-468861A80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4FEF97E-1BC2-2EEA-BDFA-03721EECD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8517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D6C0-C092-7BFB-79D6-F6CC0D5F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3BE458D2-3991-8545-B861-EDCF4B1035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35846DC-AF53-A635-F4DE-D789390BE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D26A6BAB-7FB0-F8DC-9D4E-AEB9E7CD6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9499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3161E-E11B-46C1-98C6-BC830EA90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C2E771B3-DD85-B235-8952-4CE2E03F25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D930BFB-9388-840C-7B52-423E78473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339968B-6E5F-44C4-E7C3-AC37DC8CE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4036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17D7D-2FD9-726D-74D8-27076C400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CE435C8A-A25E-2004-3ACE-842DAFB0D5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9462018-8CC1-7A51-5AEF-A40113395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F60A4F88-9801-1CE1-F6F3-1AF119856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6697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4350A-EA11-89CC-FC0D-33B2A9FEB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3EF03A74-D596-7DE1-1DE7-A7EB123385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BE05885-3819-5DB4-10B5-022E5CAE5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4D0B62B-EE20-09D8-B631-E6C0BC74D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6809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8AB5-C834-D1B8-92E7-5B143C0A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6872979-EB05-570F-0D73-4CBA4D304D8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55A04F3-A6EC-F9EF-6516-C3ADE49EC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0D21D31-7739-52FD-488C-B5B8E39AA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604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A19F4-7F6B-4DBD-1E4C-828E33F61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A177EAC7-BA73-8C89-CED1-8768FD67B3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C7EFE0E-8BAB-47EE-FD58-2FBA84946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D1BEF91-C897-84B8-9B1D-9CE560EBD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3384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2BC6F-53BF-B831-B9D2-666441639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0110D696-E16B-943C-7125-8D02C825D4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03E2656-7F44-BAF3-16C4-7B9E65F9F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1E83937-F120-F39E-D1EB-7A56A16CD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27642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2D3E9-AC65-D3EF-C932-A386E083F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4C2B6853-2F93-8F45-4A9D-00826F0F0E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226BAEB-3355-3504-8950-936D1E6FF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6ECD4B7-1363-FE3C-CFC3-7A2B3B059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3461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06D4C-9E4E-D5EC-047D-925A479C6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B29B7A1-D901-9603-43F5-57C4C95C74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B7764CE-C235-BC29-8F45-837F5D371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AE6373F-13FC-B847-7643-E240B8A8A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10366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F70E-A6E1-D9D6-E054-1DEE5AD53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3B8D9A0F-6B1D-3169-12F6-395ED78CFA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FD522C2-25B2-5A2A-C12C-B14EE6924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BB24B92-43E8-E09B-15A1-5DFDF622F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8604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C93A1-20FA-154F-110B-4B80FB9B9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E33102FD-98CB-9A92-656E-0CF28A3B11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407E15F-048D-D7D9-97FE-8D0C8F4AF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1DA2DA4-5A39-D3D9-361D-823B41C53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6027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F3B58-2F70-765C-8C27-E61DA1EC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D4E0162B-2227-8E24-7DF9-8ECBCE93A0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7B33E73-723C-A955-7BE5-3E7AEA565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ED67ECA-85CB-0158-D66F-FCF6FF6FDE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1729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C1DAD-1868-522B-AB56-67491EA27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48EE4E3B-6C47-BD07-50F3-D537935199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DE5E486-58F3-A62E-32F9-58980975E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6F047EB0-3DE3-DDE4-D891-B993B93B1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9790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170FF-358C-D9F4-6B5A-16ED1DEAA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E5910E86-9D68-490E-909E-4628561D7B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E1DBA47-ABD8-A8AD-D9E8-F61E8088D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D684A67-90E1-22B8-E8CC-50FBF0F7E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16619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4E594-5519-8D00-8653-278B04715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85F66502-7DE9-53E3-823B-48B1683D86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72DDE03-8F07-BE3D-461F-AFF62870B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BA43111-08C7-47B5-30C1-79C7E2A80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07723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44B54-4731-B787-B758-4FE12795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2324CBD-681B-7BEA-82EB-E92C80F59C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F8CE211-AA84-B645-78ED-7C50BD451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4E4B22DF-1825-3667-EA8A-C57AE7B73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5426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621BA-9E4E-7E28-7AB5-C2F623258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49F7C79-4A70-A874-271D-D41C587D6D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3075AF0-AA3B-3BEF-0D63-EAD545310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445A7969-CC75-A877-4D0E-C461B54F2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03309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2FD0-6F5D-F167-C195-5460CC06D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89D1B97-EDC8-EB91-99BF-E0311E0E51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D4684CC-E7C4-F508-1287-BFC646B5E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E57DB2B6-44B7-322D-6853-A0C4851EF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09502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74CFE-E3CD-2E6C-A2DC-09B2B376C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830629EE-25C6-BF23-E7A9-AE23B7D744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05DAEFE-9264-9D1C-14AC-36C6142C4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7A9D4432-15E7-E7E2-8386-BFEFDB563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20813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10772-4C2D-7539-57F2-06B42AF28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FBAEE48-A29B-A6D8-BE3A-061E5C31CE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1376A0D-233C-E0B2-740D-378F2544D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0A5B1F31-05E4-CE68-0E8A-949ECB1B0E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1546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61753-C3BA-EFFA-9A98-98E7450DF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D881E4D9-FCED-ED47-E781-4AFC763EC6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EB870CD-8C9F-2C56-5C39-986DF6A39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C46515CF-2A5D-D991-AD5F-86064781A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01509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58683-7175-EA8E-50F9-088F23343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B7FD1F36-3E3D-91D8-0F36-C063F7722F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902EB61-D5E2-6B17-04EB-6C5C501EF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6432C5E-887C-783C-1AC3-2F3286710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101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FB1BD-8454-5229-B060-C031F69B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EB87CC46-B257-FAA3-B115-BAF579953A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C4CF3E9-09C0-6FE9-4336-2A629BE0D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4668CAF-747D-C85B-1F54-142AE225D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84487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40DD2-6C8A-CA76-E9F4-18F79D8FC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80C9AD77-3ACB-CB4D-0824-C220C0BCDC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C47BB56-4D22-55B8-D992-E15F4242F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A397593-DF48-7C4A-B112-932DE4000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07702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07BED-947F-D94C-0E49-657A71C1A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76B82FD8-69B8-13DF-BB0D-E2DFF6029F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63E9D6B-F0D7-9942-1A5F-082745AAE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22D787D-278F-56BB-EB33-E7F867BBA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54947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21F1C-A0B7-9CFE-6DC8-3D06A604B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1761862-DC19-8B40-3348-FD5055A1AD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58047EB-B3B8-B705-DFFB-F11457C77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0807748D-C55B-5BB8-F7B8-BF6A60809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3887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E1AA0-FADA-E639-9DD3-20A7DB7D6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BED9CC50-EB38-C7FF-7E7E-7257686798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8471435-E8E4-9DA4-1799-84CF0BBF1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78B78B9E-53E1-9E20-68B3-0DB5DBB3F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04268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AD899-4E78-F8D3-ADE0-E2AE5B838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8ED78E88-89D6-1007-B4F2-A30D560AC5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51D4311-4A2C-F9C0-8C20-141D3BCA1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C73DDC82-01AC-3F5B-1D5C-02CD4FD88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49558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BAE9C-F92A-715D-B625-4E62D95D7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E926202-66C3-D45F-4A88-CAF0150D3C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DB4F186-5CC1-1E50-FD40-21906A85F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2AEBEFF-3292-D880-484A-3C2B6B604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0456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8F47E-DEF5-B7C0-5656-CB9F6E099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DEA5F1AA-A05E-44BC-AD5D-D6D16722D7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B66517F-B176-645F-7EEC-0C90AEAD8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AB5DB12-2FBF-EE89-F432-1EB6F5B25D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89191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01462-7D09-76AD-8A9A-1C26E7071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DC04B74A-737B-ABC1-1BC8-BC3FF76879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5816000-0FC1-699E-CC5A-130F5CD9E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E9653863-3B10-DCBC-5D7C-38B446320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4419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93026-FD0E-06C8-DA28-B21D7E0E2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8F5B274-8A4F-55E2-1755-2EA2C76220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D01A7BF-5268-9A0E-C819-FD47550C4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439BC936-2A25-3A1B-4A9E-00F78C312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12368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2AE9-07F9-432A-BA65-85B77133E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F1CBE0CE-C640-71F8-90F9-21701DD29F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43E579E-A244-4E83-44A6-8905A4737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x2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Goodness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4989260-E575-C977-9375-CE5F7DDB7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3862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 LORD IS MY SHEPHERD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e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S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eigneur est mon berger </a:t>
            </a:r>
            <a:r>
              <a:rPr lang="fr-FR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53727-7FC8-4CC0-75D4-EF5FB04A2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D83AE86-02B0-A09A-75CA-7865413D6E21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SHALL NOT WANT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suis comble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87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24FE5-FF1F-93FA-4B69-4ECD6492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AFBBCA9-37E0-44B8-D224-4E4F9026A9D3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 LORD HAS PROVIDED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Le Seigneur 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pourvu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664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A7106-077F-930F-84F8-1C8D11F9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B3E9AFF-598A-B105-CC95-D502B56E0ED3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MORE THAN ENOUGH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Bien plus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qu’assez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39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7B625-4316-9086-F593-3CB6B8470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B0B5873-F7DB-BD53-5CDF-AC7B434380AB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NO MATTER WHERE I GO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Peu importe où je vais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09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517D5-8453-8BA6-2C0B-06AF2FE5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E1DBA08-33BE-12E6-0F73-04499FBD4F36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VICTORY IS MY NAME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La victoire est mon nom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597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057D0-B1F0-7EB5-102A-7E9EB46AE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012B3EC-6633-1F39-EA08-CD23277FA789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MY PRAISE IS STRONG </a:t>
            </a:r>
            <a:b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</a:b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loue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puissamment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739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FB21E5-501D-CDA4-4C4B-A7EB703AC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932186F-A3A3-82B9-2B5D-78B0CA5126B8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JOY OVERFLOWING  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La joie coule à flots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714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6E1B8-3449-FBE3-8E23-0B55EF283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68D32E9-7802-6F41-E59D-59A9870095CD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MORE THAN A SONG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Bien plus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qu’un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chant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151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DC080-11C5-7293-3ACB-843F3019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259D152-9AE4-0190-CDC1-02CF5E019220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I'M CELEBRATING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célèbre bien haut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13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CF174-942B-5A23-B035-A2B8FBEC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8C7BC63-D1DD-A3F3-DED6-4442E317855E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MIDST OF MY ENEMIES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Au milieu de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ennemis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03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662DB-C0CF-5965-E8E5-FC2908B12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9AF42BC-5BA1-9A57-86D4-0C08B78CDEB2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PRAISE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loue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009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572AE-B931-197B-E1A7-93CB3286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A3CB50C-3E4F-4967-7A20-5522A0CD5B81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MIDST OF MY ENEMIES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Au milieu de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ennemis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343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BA9DF-A750-2C68-72E5-3C691E7F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6EECBF8-3271-8C1E-FFBC-216E12D48910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PRAISE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loue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075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EBD1-856A-F5F2-9873-D7DE200BD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BFF74DF-9AEA-9032-FDA2-B1D0BE9F3173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PUT ON MY DANCING SHOES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mets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chaussures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danse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50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5361-1444-EB25-7D5B-DFE1DF4CD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A15D5C2-D822-F9BD-276E-17CEC3FE0869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THERE'S NO WAY THAT I CAN LOOSE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défaite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n’a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aucune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chance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399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D978D-A288-903E-2AAD-9DFF43BE9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0D8A239-3A85-A76F-0F8F-7C5675D803F2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I'LL BE THE LAST ONE STANDING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Et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debout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resterai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724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58C1-5F22-25D3-0D99-0415C1BE1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00511CD-F481-3F1B-EEA6-9FD39D9C69A2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 LORD IS TOWER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Mon Dieu est un abri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520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0BF1E-2AF3-8932-3F63-E35E84860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602381B-3C5A-B364-AF97-4CB8508DF702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A SHIELD FOR ME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Mon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bouclier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52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EE7CE-8330-4EC8-42CD-13BD2522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25C79DD-1C4F-9C7F-2BA2-6254E8D91932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WITH ALL OF THE POWER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Tout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pouvoir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est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Lui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647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9CEC4-3906-428A-EB10-5EF8C6360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06CBD7C-A78E-8410-4F23-9EC3203F4B8A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 I'LL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EVER NEED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Pour me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garder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226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6991C-3E8B-8FC0-3775-76AB84218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3E9BE39-D749-5D2B-DBAB-7FD426EC7243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 NO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MATTER WHERE I GO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Peu importe où je vais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62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BB2B8-9515-1F99-C46A-E8F890DB9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F0852FB-BC4A-41DC-0284-37B45CBC5A4B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VICTORY, VICTORY IS MY NAME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La victoire, la victoire est mon nom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820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B1F5F-F35D-7A21-070A-0BA07257C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494D6E7-8B68-E10D-991E-6D7FF57363EE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 MY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NAME 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Mon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</a:t>
            </a:r>
            <a:r>
              <a:rPr lang="en-US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2111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74709-64A3-5AA1-467E-DC1A2581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6E8A289-92CF-DEE9-7F00-C2F60635DDDF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VICTORY IS MY NAME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Victoire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est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mon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 </a:t>
            </a:r>
            <a:r>
              <a:rPr lang="en-US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743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156B0-B8CE-4270-A5CE-97CF792A2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571B227-AF36-6CC1-7F24-14D484F852DC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GOODNESS AND MERCY FOLLOWS ME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Bonheur et grâce me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poursuivent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624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3E191-4AF0-65BB-E847-D1A2C50C7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0E8FA3C-8936-A8BF-1A2B-1AC94C499657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ALL MY DAYS, ALL MY DAYS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Tous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les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jours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de ma vie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811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1AF82-8FA6-52FF-3FE9-7FC8D03BF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22412E6-4CB9-9E5A-BD68-546F8BB9720D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UP AHEAD, AND BEHIND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Devant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moi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, derrière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moi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685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679A8-E0CE-325D-5DF0-DBB8012CC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D2E9BD4-3CD6-865D-57AE-0EEE67D0F933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ON THE LEFT, ON THE RIGHT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À ma gauche, à ma droite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</a:t>
            </a:r>
            <a:r>
              <a:rPr lang="fr-FR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826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C9889-00BF-6927-EC48-E71E60F1E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9C3E718-FEE4-E6F8-7332-2B81E589AC34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 MY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NAME 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Mon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914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CEF9B-4BB3-F543-B6D0-1722F219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BFFC654-1A6F-2E5A-E1DC-A0FFCC13136A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VICTORY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IS MY NAME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Victoire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est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mon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 </a:t>
            </a:r>
            <a:r>
              <a:rPr lang="en-US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8925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CF6AE-4948-7C5A-0FBE-5C50194F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3C6B7E4-59A9-46A4-1C94-16F8322FB0D4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 FAVOUR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IS MY NAME 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Faveur est mon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fr-FR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6119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7DF1E-8BAC-80FA-8496-0571FC1A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58E8C76-A032-D3BD-52EE-B6B6548E0600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  MIRACLE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IS MY NAME 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Miracle est mon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fr-FR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4483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CC219-955C-9A20-8646-66B92F8F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7C670A6-E158-FDCC-A0A9-4E0F91B20996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   BLESSING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IS MY NAME 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Béni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est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mon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161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C269C-CD2C-05D6-D974-955DD7D7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7EE073D-A236-EB02-8DAA-C57097A29980}"/>
              </a:ext>
            </a:extLst>
          </p:cNvPr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 WEALTH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IS MY NAME 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Richesse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est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mon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43973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2294</TotalTime>
  <Words>49790</Words>
  <Application>Microsoft Office PowerPoint</Application>
  <PresentationFormat>Affichage à l'écran (4:3)</PresentationFormat>
  <Paragraphs>1189</Paragraphs>
  <Slides>35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9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220</cp:revision>
  <dcterms:created xsi:type="dcterms:W3CDTF">2002-08-17T10:50:50Z</dcterms:created>
  <dcterms:modified xsi:type="dcterms:W3CDTF">2024-11-24T07:41:44Z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  <property fmtid="{D5CDD505-2E9C-101B-9397-08002B2CF9AE}" pid="9" name="MSIP_Label_d0979fc8-5559-4f19-93ee-e28ca03d7638_Enabled">
    <vt:lpwstr>true</vt:lpwstr>
  </property>
  <property fmtid="{D5CDD505-2E9C-101B-9397-08002B2CF9AE}" pid="10" name="MSIP_Label_d0979fc8-5559-4f19-93ee-e28ca03d7638_SetDate">
    <vt:lpwstr>2024-11-22T13:10:35Z</vt:lpwstr>
  </property>
  <property fmtid="{D5CDD505-2E9C-101B-9397-08002B2CF9AE}" pid="11" name="MSIP_Label_d0979fc8-5559-4f19-93ee-e28ca03d7638_Method">
    <vt:lpwstr>Privileged</vt:lpwstr>
  </property>
  <property fmtid="{D5CDD505-2E9C-101B-9397-08002B2CF9AE}" pid="12" name="MSIP_Label_d0979fc8-5559-4f19-93ee-e28ca03d7638_Name">
    <vt:lpwstr>General Business Information (G)</vt:lpwstr>
  </property>
  <property fmtid="{D5CDD505-2E9C-101B-9397-08002B2CF9AE}" pid="13" name="MSIP_Label_d0979fc8-5559-4f19-93ee-e28ca03d7638_SiteId">
    <vt:lpwstr>906aefe9-76a7-4f65-b82d-5ec20775d5aa</vt:lpwstr>
  </property>
  <property fmtid="{D5CDD505-2E9C-101B-9397-08002B2CF9AE}" pid="14" name="MSIP_Label_d0979fc8-5559-4f19-93ee-e28ca03d7638_ActionId">
    <vt:lpwstr>e5f3a7e6-8aa3-45db-a857-50b91aec1907</vt:lpwstr>
  </property>
  <property fmtid="{D5CDD505-2E9C-101B-9397-08002B2CF9AE}" pid="15" name="MSIP_Label_d0979fc8-5559-4f19-93ee-e28ca03d7638_ContentBits">
    <vt:lpwstr>0</vt:lpwstr>
  </property>
</Properties>
</file>