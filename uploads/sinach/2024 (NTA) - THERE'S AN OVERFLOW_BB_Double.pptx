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7" r:id="rId24"/>
    <p:sldId id="368" r:id="rId25"/>
    <p:sldId id="369" r:id="rId26"/>
    <p:sldId id="364" r:id="rId27"/>
    <p:sldId id="365" r:id="rId28"/>
    <p:sldId id="366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63614" autoAdjust="0"/>
  </p:normalViewPr>
  <p:slideViewPr>
    <p:cSldViewPr>
      <p:cViewPr varScale="1">
        <p:scale>
          <a:sx n="68" d="100"/>
          <a:sy n="68" d="100"/>
        </p:scale>
        <p:origin x="2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316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931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19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34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827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554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465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1638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925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4875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581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276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67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61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825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908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130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250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9124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888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3290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5038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786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160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9815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3544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913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8800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8658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7941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5979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7525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0559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9133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1443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68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IS AN OUTPOURING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Il y a une effusion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OF ABUNDANCE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l’abondance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79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NEW DOORS HAVE BEEN OPENED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Des portes sont ouvertes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37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LAND IT IS GREEN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Terre est bénie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79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NEW GRACE HAS BEEN RELEASED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libère Sa grâce ici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50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GLORY OF THE LATTER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gloire de l’arrière-saison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34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GREATER THAN THE FORMER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Dépasse la gloire passée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81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BLESSING IS 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bénédiction est là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1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IT’S ALL HERE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Est là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16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AN OVERFLOW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une effusion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91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ABUNDANCE OF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D’abondante faveur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06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IT’S A NEW LEVEL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Un nouveau niveau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93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AN OVERFLOW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une effusion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1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ABUNDANCE OF BLESSING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Sa bénédiction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0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nl-NL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TAKEN OVER </a:t>
            </a:r>
          </a:p>
          <a:p>
            <a:pPr algn="ctr">
              <a:lnSpc>
                <a:spcPct val="90000"/>
              </a:lnSpc>
              <a:defRPr/>
            </a:pPr>
            <a:r>
              <a:rPr lang="nl-NL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vais gagner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0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SEE THE NATIONS COME TO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vois les nations venir à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02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THEY RECEIVE ANSWERS FROM MY LIPS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Écouter des réponses de Mes lèvres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8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SHINING AS A HOUSE ON A HILL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 lumière brille comme une ville élevée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3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GREATNESS CANNOT BE HIDDEN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 grandeur n’est plus cachée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41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BEYOND MY WILDEST DREAMS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que Dieu fait dans ma vie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7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THE LORD IS DOING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Dépasse tous mes rêves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29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REALITY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 réalité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11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AN OVERFLOW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une effusion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ABUNDANCE OF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D’abondante faveur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26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A NEW LEVEL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Un nouveau niveau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7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AN OVERFLOW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une effusion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93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ABUNDANCE OF BLESSING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Sa bénédiction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01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nl-NL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I’VE TAKEN OVER </a:t>
            </a:r>
          </a:p>
          <a:p>
            <a:pPr algn="ctr">
              <a:lnSpc>
                <a:spcPct val="90000"/>
              </a:lnSpc>
              <a:defRPr/>
            </a:pPr>
            <a:r>
              <a:rPr lang="nl-NL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vais gagner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56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WALKING IN ABUNDANCE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Marchant dans l’abondance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3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MOVING WITH THE SPEED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Avec la vitesse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42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OF THE HOLY GHOST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Du Saint-Esprit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94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it-IT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FAVORED</a:t>
            </a:r>
          </a:p>
          <a:p>
            <a:pPr algn="ctr">
              <a:lnSpc>
                <a:spcPct val="90000"/>
              </a:lnSpc>
              <a:defRPr/>
            </a:pPr>
            <a:r>
              <a:rPr lang="it-IT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Sa faveur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79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A NEW LEVEL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 nouveau niveau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48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I’VE TAKEN OVER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je vais gagner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52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IT’S A NEW LEVEL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 nouveau niveau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3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I’VE TAKEN OVER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je vais gagner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48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SUPERNATURAL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Surnaturel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32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36021</Words>
  <Application>Microsoft Office PowerPoint</Application>
  <PresentationFormat>Affichage à l'écran (4:3)</PresentationFormat>
  <Paragraphs>1406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210</cp:revision>
  <dcterms:created xsi:type="dcterms:W3CDTF">2002-08-17T10:50:50Z</dcterms:created>
  <dcterms:modified xsi:type="dcterms:W3CDTF">2024-11-22T21:42:08Z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