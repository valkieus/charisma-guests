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341" r:id="rId2"/>
    <p:sldId id="342" r:id="rId3"/>
    <p:sldId id="343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73" r:id="rId22"/>
    <p:sldId id="366" r:id="rId23"/>
    <p:sldId id="367" r:id="rId24"/>
    <p:sldId id="362" r:id="rId25"/>
    <p:sldId id="363" r:id="rId26"/>
    <p:sldId id="368" r:id="rId27"/>
    <p:sldId id="364" r:id="rId28"/>
    <p:sldId id="365" r:id="rId29"/>
    <p:sldId id="369" r:id="rId30"/>
    <p:sldId id="370" r:id="rId31"/>
    <p:sldId id="371" r:id="rId32"/>
    <p:sldId id="372" r:id="rId3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56" autoAdjust="0"/>
    <p:restoredTop sz="26971" autoAdjust="0"/>
  </p:normalViewPr>
  <p:slideViewPr>
    <p:cSldViewPr>
      <p:cViewPr varScale="1">
        <p:scale>
          <a:sx n="27" d="100"/>
          <a:sy n="27" d="100"/>
        </p:scale>
        <p:origin x="2010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24/11/2024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3182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68715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65899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963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88506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14701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82503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169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46736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66919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58119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981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721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25870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64334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61795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1356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57897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08778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34500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75779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30538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2937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30807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43905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41734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63446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51446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94722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26598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I'M GONNA DANCE AND PRAISE HIM [ Je vais danser et louer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IT DOESN'T MATTER  [ Qu’importe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WHAT COMES MY WAY [ Ce qui vient sur mon chemin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FILLED WITH THE HOLY GHOST [ Rempli du Saint-Esprit ]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I REJOICE IN HIM [ J’ai la joie en Lui ]  x3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MORE THAN A CONQUEROR [ Je suis plus que vainqueur ]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NO WEAPON FORMED AGAINST ME [ Toute arme forgée contre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SHALL EVER PROSPER [ Ne prospérera pas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THE GREATER ONE LIVES INSIDE OF ME [ Celui qui est plus Grand vit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HIS NAME IS JESUS [ Son Nom est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I'M BORN A WINNER [ Je suis né gagnant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MORE THAN VICTORIOUS [ Bien plus que conquérant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I'M A HEIR OF HIS KINGDOM [ Un héritier du Royaume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FILLED WITH THE HOLY GHOST [ Rempli du Saint-Esprit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OOOH OOH OOH  x3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22-  I REJOICE IN HIM [ J’ai la joie en Lui ] x3
	23-  MORE THAN A CONQUEROR [ Je suis plus que vainqueur ]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24-  REJOICE [ J’ai la joie ]  x3
25-  MORE THAN A CONQUEROR [ Je suis plus que vainqueur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MORE THAN A CONQUEROR [ Bien plus que conquérant ]  x4 
27-  MORE THAN VICTORIOUS [ Je suis plus que vainqueur ]  x4
28-  OOOH OOH OOH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29-  MORE THAN A CONQUEROR [ Bien plus que conquérant ]  x4
30-  MORE THAN VICTORIOUS [ Je suis plus que vainqueur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31-  REJOICE [ J’ai la joie ]  x3
32-  MORE THAN A CONQUEROR [ Je suis plus que vainqueur ] 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I'M GONNA DANCE AND PRAISE HIM [ Je vais danser et louer ] </a:t>
            </a:r>
          </a:p>
          <a:p>
            <a:r>
              <a:rPr lang="fr-FR" smtClean="0"/>
              <a:t>2-  IT DOESN'T MATTER  [ Qu’importe ] </a:t>
            </a:r>
          </a:p>
          <a:p>
            <a:r>
              <a:rPr lang="fr-FR" smtClean="0"/>
              <a:t>3-  WHAT COMES MY WAY [ Ce qui vient sur mon chemin ] </a:t>
            </a:r>
          </a:p>
          <a:p>
            <a:r>
              <a:rPr lang="fr-FR" smtClean="0"/>
              <a:t>4-  THE GREATER ONE LIVES INSIDE OF ME [ Celui qui est plus Grand vit en moi ] </a:t>
            </a:r>
          </a:p>
          <a:p>
            <a:r>
              <a:rPr lang="fr-FR" smtClean="0"/>
              <a:t>5-  HIS NAME IS JESUS [ Son Nom est Jésus ] </a:t>
            </a:r>
          </a:p>
          <a:p>
            <a:r>
              <a:rPr lang="fr-FR" smtClean="0"/>
              <a:t>6-  I'M BORN A WINNER [ Je suis né gagnant ] </a:t>
            </a:r>
          </a:p>
          <a:p>
            <a:r>
              <a:rPr lang="fr-FR" smtClean="0"/>
              <a:t>7-  MORE THAN VICTORIOUS [ Bien plus que conquérant ] </a:t>
            </a:r>
          </a:p>
          <a:p>
            <a:r>
              <a:rPr lang="fr-FR" smtClean="0"/>
              <a:t>8-  I'M A HEIR OF HIS KINGDOM [ Un héritier du Royaume ] </a:t>
            </a:r>
          </a:p>
          <a:p>
            <a:r>
              <a:rPr lang="fr-FR" smtClean="0"/>
              <a:t>9-  FILLED WITH THE HOLY GHOST [ Rempli du Saint-Esprit ]                        x2</a:t>
            </a:r>
          </a:p>
          <a:p>
            <a:endParaRPr lang="fr-FR" smtClean="0"/>
          </a:p>
          <a:p>
            <a:r>
              <a:rPr lang="fr-FR" smtClean="0"/>
              <a:t>	Refrain :	</a:t>
            </a:r>
          </a:p>
          <a:p>
            <a:r>
              <a:rPr lang="fr-FR" smtClean="0"/>
              <a:t>	10-  I REJOICE IN HIM [ J’ai la joie en Lui ]  x3	</a:t>
            </a:r>
          </a:p>
          <a:p>
            <a:r>
              <a:rPr lang="fr-FR" smtClean="0"/>
              <a:t>	11-  MORE THAN A CONQUEROR [ Je suis plus que vainqueur ]       </a:t>
            </a:r>
          </a:p>
          <a:p>
            <a:r>
              <a:rPr lang="fr-FR" smtClean="0"/>
              <a:t>        x2	</a:t>
            </a:r>
          </a:p>
          <a:p>
            <a:r>
              <a:rPr lang="fr-FR" smtClean="0"/>
              <a:t>	12-  OOOH OOH OOH  x3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r>
              <a:rPr lang="fr-FR" smtClean="0"/>
              <a:t>13-  NO WEAPON FORMED AGAINST ME [ Toute arme forgée contre moi ] </a:t>
            </a:r>
          </a:p>
          <a:p>
            <a:r>
              <a:rPr lang="fr-FR" smtClean="0"/>
              <a:t>14-  SHALL EVER PROSPER [ Ne prospérera pas ] </a:t>
            </a:r>
          </a:p>
          <a:p>
            <a:r>
              <a:rPr lang="fr-FR" smtClean="0"/>
              <a:t>15-  THE GREATER ONE LIVES INSIDE OF ME [ Celui qui est plus Grand vit en moi ] </a:t>
            </a:r>
          </a:p>
          <a:p>
            <a:r>
              <a:rPr lang="fr-FR" smtClean="0"/>
              <a:t>16-  HIS NAME IS JESUS [ Son Nom est Jésus ] </a:t>
            </a:r>
          </a:p>
          <a:p>
            <a:r>
              <a:rPr lang="fr-FR" smtClean="0"/>
              <a:t>17-  I'M BORN A WINNER [ Je suis né gagnant ] </a:t>
            </a:r>
          </a:p>
          <a:p>
            <a:r>
              <a:rPr lang="fr-FR" smtClean="0"/>
              <a:t>18-  MORE THAN VICTORIOUS [ Bien plus que conquérant ] </a:t>
            </a:r>
          </a:p>
          <a:p>
            <a:r>
              <a:rPr lang="fr-FR" smtClean="0"/>
              <a:t>19-  I'M A HEIR OF HIS KINGDOM [ Un héritier du Royaume ] </a:t>
            </a:r>
          </a:p>
          <a:p>
            <a:r>
              <a:rPr lang="fr-FR" smtClean="0"/>
              <a:t>20-  FILLED WITH THE HOLY GHOST [ Rempli du Saint-Esprit ] </a:t>
            </a:r>
          </a:p>
          <a:p>
            <a:endParaRPr lang="fr-FR" smtClean="0"/>
          </a:p>
          <a:p>
            <a:r>
              <a:rPr lang="fr-FR" smtClean="0"/>
              <a:t>21-  OOOH OOH OOH  x3                                      </a:t>
            </a:r>
          </a:p>
          <a:p>
            <a:endParaRPr lang="fr-FR" smtClean="0"/>
          </a:p>
          <a:p>
            <a:r>
              <a:rPr lang="fr-FR" smtClean="0"/>
              <a:t>Couplet 2 :</a:t>
            </a:r>
          </a:p>
          <a:p>
            <a:endParaRPr lang="fr-FR" smtClean="0"/>
          </a:p>
          <a:p>
            <a:r>
              <a:rPr lang="fr-FR" smtClean="0"/>
              <a:t>	Refrain :
	22-  I REJOICE IN HIM [ J’ai la joie en Lui ] x3
	23-  MORE THAN A CONQUEROR [ Je suis plus que vainqueur ]      x2</a:t>
            </a:r>
          </a:p>
          <a:p>
            <a:r>
              <a:rPr lang="fr-FR" smtClean="0"/>
              <a:t>
24-  REJOICE [ J’ai la joie ]  x3
25-  MORE THAN A CONQUEROR [ Je suis plus que vainqueur ]       x2</a:t>
            </a:r>
          </a:p>
          <a:p>
            <a:r>
              <a:rPr lang="fr-FR" smtClean="0"/>
              <a:t>
26-  MORE THAN A CONQUEROR [ Bien plus que conquérant ]  x4 
27-  MORE THAN VICTORIOUS [ Je suis plus que vainqueur ]  x4
28-  OOOH OOH OOH  x3</a:t>
            </a:r>
          </a:p>
          <a:p>
            <a:r>
              <a:rPr lang="fr-FR" smtClean="0"/>
              <a:t>
29-  MORE THAN A CONQUEROR [ Bien plus que conquérant ]  x4
30-  MORE THAN VICTORIOUS [ Je suis plus que vainqueur ]  x4</a:t>
            </a:r>
          </a:p>
          <a:p>
            <a:r>
              <a:rPr lang="fr-FR" smtClean="0"/>
              <a:t>
31-  REJOICE [ J’ai la joie ]  x3
32-  MORE THAN A CONQUEROR [ Je suis plus que vainqueur ]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9959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I'M GONNA DANCE AND PRAISE HIM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vais danser et louer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140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IT DOESN’T MATTER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Qu’importe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232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WHAT COMES MY WAY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Ce qui vient sur mon chemin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310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 GREATER ONE LIVES INSIDE OF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Celui qui est plus Grand vit en moi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240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HIS NAME IS JESUS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Son Nom est Jésus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906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I’M BORN A WINNER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suis né gagnant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622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MORE THAN VICTORIOUS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Bien plus que conquérant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314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I’M A HEIR OF HIS KINGDOM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Un héritier du Royaume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243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FILLED WITH THE HOLY GHOST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Rempli du Saint-Esprit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052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REJOICE IN HIM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J’ai la joie en Lui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707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MORE THAN A CONQUEROR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suis plus que vainqueur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9741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OOOH OOH OOH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156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 WEAPON FORMED AGAINST ME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Toute arme forgée contre moi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279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SHALL EVER PROSPER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Ne prospérera pas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5551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 GREATER ONE LIVES INSIDE OF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Celui qui est plus Grand vit en moi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9170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HIS NAME IS JESUS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Son Nom est Jésus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654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I'M BORN A WINNER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suis né gagnant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926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MORE THAN VICTORIOUS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Bien plus que conquérant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611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I'M A HEIR OF HIS KINGDOM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Un héritier du Royaume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2876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FILLED WITH THE HOLY GHOST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Rempli du Saint-Esprit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483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OOOH OOH OOH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1120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REJOICE IN HIM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J’ai la joie en Lui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4879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MORE THAN A CONQUEROR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suis plus que vainqueur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637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REJOICE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J’ai la joie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7179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MORE THAN A CONQUEROR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suis plus que vainqueur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88603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MORE THAN A CONQUEROR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Bien plus que conquérant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1953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MORE THAN VICTORIOUS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suis plus que vainqueur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02169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OOOH OOH OOH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2362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MORE THAN A CONQUEROR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Bien plus que conquérant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1268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MORE THAN VICTORIOUS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suis plus que vainqueur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1603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REJOICE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J’ai la joie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7767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MORE THAN A CONQUEROR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suis plus que vainqueur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26702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2051</TotalTime>
  <Words>25786</Words>
  <Application>Microsoft Office PowerPoint</Application>
  <PresentationFormat>Affichage à l'écran (4:3)</PresentationFormat>
  <Paragraphs>2365</Paragraphs>
  <Slides>32</Slides>
  <Notes>32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6" baseType="lpstr">
      <vt:lpstr>Calibri</vt:lpstr>
      <vt:lpstr>Franklin Gothic Medium</vt:lpstr>
      <vt:lpstr>Metropolis Semi Bold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205</cp:revision>
  <dcterms:created xsi:type="dcterms:W3CDTF">2002-08-17T10:50:50Z</dcterms:created>
  <dcterms:modified xsi:type="dcterms:W3CDTF">2024-11-24T10:28:18Z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9256c7-9946-44df-b379-51beb93fd2d9_Enabled">
    <vt:lpwstr>true</vt:lpwstr>
  </property>
  <property fmtid="{D5CDD505-2E9C-101B-9397-08002B2CF9AE}" pid="3" name="MSIP_Label_589256c7-9946-44df-b379-51beb93fd2d9_SetDate">
    <vt:lpwstr>2023-06-23T07:53:17Z</vt:lpwstr>
  </property>
  <property fmtid="{D5CDD505-2E9C-101B-9397-08002B2CF9AE}" pid="4" name="MSIP_Label_589256c7-9946-44df-b379-51beb93fd2d9_Method">
    <vt:lpwstr>Privileged</vt:lpwstr>
  </property>
  <property fmtid="{D5CDD505-2E9C-101B-9397-08002B2CF9AE}" pid="5" name="MSIP_Label_589256c7-9946-44df-b379-51beb93fd2d9_Name">
    <vt:lpwstr>589256c7-9946-44df-b379-51beb93fd2d9</vt:lpwstr>
  </property>
  <property fmtid="{D5CDD505-2E9C-101B-9397-08002B2CF9AE}" pid="6" name="MSIP_Label_589256c7-9946-44df-b379-51beb93fd2d9_SiteId">
    <vt:lpwstr>36da45f1-dd2c-4d1f-af13-5abe46b99921</vt:lpwstr>
  </property>
  <property fmtid="{D5CDD505-2E9C-101B-9397-08002B2CF9AE}" pid="7" name="MSIP_Label_589256c7-9946-44df-b379-51beb93fd2d9_ActionId">
    <vt:lpwstr>75b0cdd4-5b4e-418e-815e-b857199f2033</vt:lpwstr>
  </property>
  <property fmtid="{D5CDD505-2E9C-101B-9397-08002B2CF9AE}" pid="8" name="MSIP_Label_589256c7-9946-44df-b379-51beb93fd2d9_ContentBits">
    <vt:lpwstr>0</vt:lpwstr>
  </property>
</Properties>
</file>