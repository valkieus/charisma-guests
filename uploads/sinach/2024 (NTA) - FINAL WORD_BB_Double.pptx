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39774" autoAdjust="0"/>
  </p:normalViewPr>
  <p:slideViewPr>
    <p:cSldViewPr>
      <p:cViewPr varScale="1">
        <p:scale>
          <a:sx n="41" d="100"/>
          <a:sy n="41" d="100"/>
        </p:scale>
        <p:origin x="10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61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138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49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72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6400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218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078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9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705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86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57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00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EVERYTHING YOU DO IS GOOD [ Tout ce que Tu fais est bon ] 
2-  YOU ARE GOD, YOU ARE GOD ALONE [ Tu es Dieu, oui Toi seul es Dieu ]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EVERYTHING YOU DO IS GOOD [ Tout ce que Tu fais est bon ] 
2-  YOU ARE GOD, YOU ARE GOD ALONE [ Tu es Dieu, oui Toi seul es Dieu ]     x2</a:t>
            </a:r>
          </a:p>
          <a:p>
            <a:endParaRPr lang="fr-FR" smtClean="0"/>
          </a:p>
          <a:p>
            <a:r>
              <a:rPr lang="fr-FR" smtClean="0"/>
              <a:t>	Refrain :
	3-  YOU HAVE THE FINAL WORD [ Tu as le dernier mot ] 
	4-  FINAL WORD, FINAL WORD [ Dernier mot, dernier mot ] 
	5-  YOUR WORD IS YEA AND AMEN [ Tes mots sont oui et amen ] 
	6-  DEPENDABLE GOD [ Je dépends de Toi ]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Couplet : 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7-  YOU’RE THE RULER OF MY HEART  [ Tu règnes sur mon cœur ] 
8-  ALPHA AND OMEGA  [ Alpha et Omega ] 
9-  BEGINNING AND THE END [ Le commencement, la fin ] 
10-  YOU LIVE INSIDE OF ME [ Seigneur, Tu vis en moi ] </a:t>
            </a:r>
          </a:p>
          <a:p>
            <a:r>
              <a:rPr lang="fr-FR" smtClean="0"/>
              <a:t>
11-  YOU’RE THE OWNER OF MY LIFE  [ Tu es le Maître de ma vie ] 
12-  CAPTAIN OF MY SALVATION [ Capitaine de mon salut ] 
13-  BEGINNING AND THE END [ Le commencement, la fin ] 
14-  YOU LIVE INSIDE OF ME [ Seigneur, Tu vis en moi ]                         x2 </a:t>
            </a:r>
          </a:p>
          <a:p>
            <a:endParaRPr lang="fr-FR" smtClean="0"/>
          </a:p>
          <a:p>
            <a:r>
              <a:rPr lang="fr-FR" smtClean="0"/>
              <a:t>	Refrain :    x4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endParaRPr lang="fr-FR" smtClean="0"/>
          </a:p>
          <a:p>
            <a:r>
              <a:rPr lang="fr-FR" smtClean="0"/>
              <a:t>	Refrain :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96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EVERYTHING YOU DO IS GOOD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que Tu fais est bon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GOD, YOU ARE GOD ALONE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Dieu, oui Toi seul es Dieu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74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HAVE THE FINAL WORD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as le dernier mot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45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FINAL WORD, FINAL WORD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Dernier mot, dernier mot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31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WORD IS YEA AND AMEN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Tes mots sont oui et amen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DEPENDABLE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dépends de Toi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84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RULER OF MY HEART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règnes sur mon cœur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01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ALPHA AND OMEGA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Alpha et Omega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1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BEGINNING AND THE END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commencement, la fin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17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LIVE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Seigneur, Tu vis en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2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OWNER OF MY LIFE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le Maître de ma vie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23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CAPTAIN OF MY SALVATION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Capitaine de mon salut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BEGINNING AND THE END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commencement, la fin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97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LIVE INSIDE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Seigneur, Tu vis en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2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6641</Words>
  <Application>Microsoft Office PowerPoint</Application>
  <PresentationFormat>Affichage à l'écran (4:3)</PresentationFormat>
  <Paragraphs>504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212</cp:revision>
  <dcterms:created xsi:type="dcterms:W3CDTF">2002-08-17T10:50:50Z</dcterms:created>
  <dcterms:modified xsi:type="dcterms:W3CDTF">2024-11-22T21:41:44Z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