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6" autoAdjust="0"/>
    <p:restoredTop sz="61964" autoAdjust="0"/>
  </p:normalViewPr>
  <p:slideViewPr>
    <p:cSldViewPr>
      <p:cViewPr varScale="1">
        <p:scale>
          <a:sx n="66" d="100"/>
          <a:sy n="66" d="100"/>
        </p:scale>
        <p:origin x="33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22/11/2024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861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7175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118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385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507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96684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2058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944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84123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4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15978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6-  YOU HAVE DONE IT AGAIN [ Tu l’as fait à nouveau ]  x3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: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x5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: 
7-  I GIVE YOU PRAISE, FOREVERMORE  [ Je Te louerai bien plus encore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Outro :
8-  HALLELUJAH AGAIN  [ Alléluia encore ]  x11
9-  HE HAS DONE IT AGAIN [ Car Tu l'as fait à nouveau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I AM HERE TO GIVE YOU PRAISE [ Je suis là pour Te louer ] 
2-  I AM HERE TO GIVE YOU THANKS [ Je viens pour Te remercier ] 
3-  I AM HERE GIVE YOU HONOR [ Je viens pour Te donner l’honneur ] 
4-  GREAT AND MIGHTY GOD [ Dieu grand et puissant ] 
5-  YOU HAVE DONE IT AGAIN [ Tu l’as fait à nouveau ]                                        x2
</a:t>
            </a:r>
          </a:p>
          <a:p>
            <a:r>
              <a:rPr lang="fr-FR" smtClean="0"/>
              <a:t>	Refrain :</a:t>
            </a:r>
          </a:p>
          <a:p>
            <a:r>
              <a:rPr lang="fr-FR" smtClean="0"/>
              <a:t>	6-  YOU HAVE DONE IT AGAIN [ Tu l’as fait à nouveau ]  x3</a:t>
            </a:r>
          </a:p>
          <a:p>
            <a:endParaRPr lang="fr-FR" smtClean="0"/>
          </a:p>
          <a:p>
            <a:r>
              <a:rPr lang="fr-FR" smtClean="0"/>
              <a:t>Couplet : x2</a:t>
            </a:r>
          </a:p>
          <a:p>
            <a:endParaRPr lang="fr-FR" smtClean="0"/>
          </a:p>
          <a:p>
            <a:r>
              <a:rPr lang="fr-FR" smtClean="0"/>
              <a:t>	Refrain : x5</a:t>
            </a:r>
          </a:p>
          <a:p>
            <a:endParaRPr lang="fr-FR" smtClean="0"/>
          </a:p>
          <a:p>
            <a:r>
              <a:rPr lang="fr-FR" smtClean="0"/>
              <a:t>Pont : 
7-  I GIVE YOU PRAISE, FOREVERMORE  [ Je Te louerai bien plus encore ]  x4</a:t>
            </a:r>
          </a:p>
          <a:p>
            <a:endParaRPr lang="fr-FR" smtClean="0"/>
          </a:p>
          <a:p>
            <a:r>
              <a:rPr lang="fr-FR" smtClean="0"/>
              <a:t>Outro :
8-  HALLELUJAH AGAIN  [ Alléluia encore ]  x11
9-  HE HAS DONE IT AGAIN [ Car Tu l'as fait à nouveau ] </a:t>
            </a:r>
          </a:p>
          <a:p>
            <a:r>
              <a:rPr lang="fr-FR" smtClean="0"/>
              <a:t>
10-  REMEMBER WHAT HE DID BEFORE  [ Souviens-toi ce qu’Il a déjà fait ] 
11-  HE WILL DO IT AGAIN  [ Il le fera encore ] 
12-  YOUR LATTER SHALL BE GREATER  [ Ton avenir sera meilleur ] 
13-  FROM GLORY TO GLORY [ De gloire en gloire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986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HERE TO GIVE YOU PRAISE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suis là pour Te louer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HERE TO GIVE YOU THANKS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viens pour Te remercier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4151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AM HERE TO GIVE YOU HONOR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viens pour Te donner l’honneur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9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GREAT AND MIGHTY GOD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Dieu grand et puissant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60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HAVE DONE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l’as fait à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0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 HAVE DONE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Tu l’as fait à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61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I GIVE YOU PRAISE, FOREVERMORE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Je Te louerai bien plus encore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613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HALLELUJAH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Alléluia encore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19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HAS DONE IT AGAIN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Car Tu l’as fait à nouveau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63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REMEMBER WHAT HE DID BEFORE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Souviens-toi ce qu’Il a déjà fait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671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HE WILL DO IT AGAIN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Il le fera encore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22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YOUR LATTER SHALL BE GREATER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Ton avenir sera meilleur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1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5461000"/>
            <a:ext cx="9144000" cy="1143000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FROM GLORY TO GLORY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3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Metropolis Semi Bold" panose="00000700000000000000" pitchFamily="50" charset="0"/>
              </a:rPr>
              <a:t>[ De gloire en gloire ]</a:t>
            </a:r>
            <a:endParaRPr lang="en-US" altLang="fr-FR" sz="3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Metropolis Semi 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93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2090</TotalTime>
  <Words>5408</Words>
  <Application>Microsoft Office PowerPoint</Application>
  <PresentationFormat>Affichage à l'écran (4:3)</PresentationFormat>
  <Paragraphs>364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Franklin Gothic Medium</vt:lpstr>
      <vt:lpstr>Metropolis Semi Bold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210</cp:revision>
  <dcterms:created xsi:type="dcterms:W3CDTF">2002-08-17T10:50:50Z</dcterms:created>
  <dcterms:modified xsi:type="dcterms:W3CDTF">2024-11-22T21:41:37Z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