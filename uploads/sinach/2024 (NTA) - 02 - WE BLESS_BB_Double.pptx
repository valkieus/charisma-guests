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341" r:id="rId2"/>
    <p:sldId id="342" r:id="rId3"/>
    <p:sldId id="343" r:id="rId4"/>
    <p:sldId id="344" r:id="rId5"/>
    <p:sldId id="345" r:id="rId6"/>
    <p:sldId id="346" r:id="rId7"/>
    <p:sldId id="347" r:id="rId8"/>
    <p:sldId id="348" r:id="rId9"/>
    <p:sldId id="349" r:id="rId10"/>
    <p:sldId id="350" r:id="rId11"/>
    <p:sldId id="358" r:id="rId12"/>
    <p:sldId id="359" r:id="rId13"/>
    <p:sldId id="360" r:id="rId14"/>
    <p:sldId id="351" r:id="rId15"/>
    <p:sldId id="361" r:id="rId16"/>
    <p:sldId id="362" r:id="rId17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956" autoAdjust="0"/>
    <p:restoredTop sz="42185" autoAdjust="0"/>
  </p:normalViewPr>
  <p:slideViewPr>
    <p:cSldViewPr>
      <p:cViewPr varScale="1">
        <p:scale>
          <a:sx n="44" d="100"/>
          <a:sy n="44" d="100"/>
        </p:scale>
        <p:origin x="1500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28A9632-4C85-4837-9202-7DE41DA9065D}" type="datetimeFigureOut">
              <a:rPr lang="fr-FR"/>
              <a:pPr>
                <a:defRPr/>
              </a:pPr>
              <a:t>24/11/2024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7DCA80A-8400-4AE9-8C4D-4EA1B13572F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OH, LORD, YOU ARE SO GOOD TO ME [ Seigneur, Tu es si bon pour moi ] 
2-  I TELL IT EVERYWHERE I GO [ Je dirai partout où je vais ] 
3-  WHAT YOU’VE DONE FOR ME [ Ce que Tu as fait ]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4-  OH-OH-OH-OH-OH  x2
	5-  WE BLESS, WE BLESS, WE BLESS [ Bénissons, bénissons, bénissons ] 
	6-  THE NAME OF JESUS [ Le Nom de Jésus ]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7-  YOU POURED YOUR SPIRIT OVER  ME [ Tu as versé sur moi Ton Esprit ] 
8-  YOUR WORD CONCERNING ME IS TRUE [ Ta Parole est vraie pour ma vie ] 
9-  YOU’RE THE ANSWER TO MY PRAYERS [ Tu es la réponse à mes prières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10-  WE SING AND SHOUT IT  [ Nous chantons et crions ] 
11-  WE SING AND SHOUT [ Nous chantons et crions ] 
12-  WE SING AND SHOUT IT [ Nous chantons et crions ] 
13-  YOU ARE GOOD  [ Tu es bon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 ARE GREAT, GREAT GOD [ Tu es un si grand Dieu ] 
15-  YOU ARE GOOD TO US [ Tu es bon pour nous ] 
16-  WE BLESS YOUR NAME [ Nous bénissons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OH, LORD, YOU ARE SO GOOD TO ME [ Seigneur, Tu es si bon pour moi ] 
2-  I TELL IT EVERYWHERE I GO [ Je dirai partout où je vais ] 
3-  WHAT YOU’VE DONE FOR ME [ Ce que Tu as fait ]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
	4-  OH-OH-OH-OH-OH  x2
	5-  WE BLESS, WE BLESS, WE BLESS [ Bénissons, bénissons, bénissons ] 
	6-  THE NAME OF JESUS [ Le Nom de Jésus ]                      x2</a:t>
            </a:r>
          </a:p>
          <a:p>
            <a:r>
              <a:rPr lang="fr-FR" smtClean="0"/>
              <a:t>
7-  YOU POURED YOUR SPIRIT OVER  ME [ Tu as versé sur moi Ton Esprit ] 
8-  YOUR WORD CONCERNING ME IS TRUE [ Ta Parole est vraie pour ma vie ] 
9-  YOU’RE THE ANSWER TO MY PRAYERS [ Tu es la réponse à mes prières ]       x2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10-  WE SING AND SHOUT IT  [ Nous chantons et crions ] 
11-  WE SING AND SHOUT [ Nous chantons et crions ] 
12-  WE SING AND SHOUT IT [ Nous chantons et crions ] 
13-  YOU ARE GOOD  [ Tu es bon ] 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14-  YOU ARE GREAT, GREAT GOD [ Tu es un si grand Dieu ] 
15-  YOU ARE GOOD TO US [ Tu es bon pour nous ] 
16-  WE BLESS YOUR NAME [ Nous bénissons Ton nom ] </a:t>
            </a:r>
          </a:p>
          <a:p>
            <a:endParaRPr lang="fr-FR" smtClean="0"/>
          </a:p>
          <a:p>
            <a:r>
              <a:rPr lang="fr-FR" smtClean="0"/>
              <a:t>	Refrain 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92721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OH, LORD, YOU ARE SO GOOD TO ME [ Seigneur, Tu es si bon pour moi ] 
2-  I TELL IT EVERYWHERE I GO [ Je dirai partout où je vais ] 
3-  WHAT YOU’VE DONE FOR ME [ Ce que Tu as fait ]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4-  OH-OH-OH-OH-OH  x2
	5-  WE BLESS, WE BLESS, WE BLESS [ Bénissons, bénissons, bénissons ] 
	6-  THE NAME OF JESUS [ Le Nom de Jésus ]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7-  YOU POURED YOUR SPIRIT OVER  ME [ Tu as versé sur moi Ton Esprit ] 
8-  YOUR WORD CONCERNING ME IS TRUE [ Ta Parole est vraie pour ma vie ] 
9-  YOU’RE THE ANSWER TO MY PRAYERS [ Tu es la réponse à mes prières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10-  WE SING AND SHOUT IT  [ Nous chantons et crions ] 
11-  WE SING AND SHOUT [ Nous chantons et crions ] 
12-  WE SING AND SHOUT IT [ Nous chantons et crions ] 
13-  YOU ARE GOOD  [ Tu es bon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 ARE GREAT, GREAT GOD [ Tu es un si grand Dieu ] 
15-  YOU ARE GOOD TO US [ Tu es bon pour nous ] 
16-  WE BLESS YOUR NAME [ Nous bénissons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OH, LORD, YOU ARE SO GOOD TO ME [ Seigneur, Tu es si bon pour moi ] 
2-  I TELL IT EVERYWHERE I GO [ Je dirai partout où je vais ] 
3-  WHAT YOU’VE DONE FOR ME [ Ce que Tu as fait ]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
	4-  OH-OH-OH-OH-OH  x2
	5-  WE BLESS, WE BLESS, WE BLESS [ Bénissons, bénissons, bénissons ] 
	6-  THE NAME OF JESUS [ Le Nom de Jésus ]                      x2</a:t>
            </a:r>
          </a:p>
          <a:p>
            <a:r>
              <a:rPr lang="fr-FR" smtClean="0"/>
              <a:t>
7-  YOU POURED YOUR SPIRIT OVER  ME [ Tu as versé sur moi Ton Esprit ] 
8-  YOUR WORD CONCERNING ME IS TRUE [ Ta Parole est vraie pour ma vie ] 
9-  YOU’RE THE ANSWER TO MY PRAYERS [ Tu es la réponse à mes prières ]       x2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10-  WE SING AND SHOUT IT  [ Nous chantons et crions ] 
11-  WE SING AND SHOUT [ Nous chantons et crions ] 
12-  WE SING AND SHOUT IT [ Nous chantons et crions ] 
13-  YOU ARE GOOD  [ Tu es bon ] 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14-  YOU ARE GREAT, GREAT GOD [ Tu es un si grand Dieu ] 
15-  YOU ARE GOOD TO US [ Tu es bon pour nous ] 
16-  WE BLESS YOUR NAME [ Nous bénissons Ton nom ] </a:t>
            </a:r>
          </a:p>
          <a:p>
            <a:endParaRPr lang="fr-FR" smtClean="0"/>
          </a:p>
          <a:p>
            <a:r>
              <a:rPr lang="fr-FR" smtClean="0"/>
              <a:t>	Refrain 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82982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OH, LORD, YOU ARE SO GOOD TO ME [ Seigneur, Tu es si bon pour moi ] 
2-  I TELL IT EVERYWHERE I GO [ Je dirai partout où je vais ] 
3-  WHAT YOU’VE DONE FOR ME [ Ce que Tu as fait ]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4-  OH-OH-OH-OH-OH  x2
	5-  WE BLESS, WE BLESS, WE BLESS [ Bénissons, bénissons, bénissons ] 
	6-  THE NAME OF JESUS [ Le Nom de Jésus ]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7-  YOU POURED YOUR SPIRIT OVER  ME [ Tu as versé sur moi Ton Esprit ] 
8-  YOUR WORD CONCERNING ME IS TRUE [ Ta Parole est vraie pour ma vie ] 
9-  YOU’RE THE ANSWER TO MY PRAYERS [ Tu es la réponse à mes prières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10-  WE SING AND SHOUT IT  [ Nous chantons et crions ] 
11-  WE SING AND SHOUT [ Nous chantons et crions ] 
12-  WE SING AND SHOUT IT [ Nous chantons et crions ] 
13-  YOU ARE GOOD  [ Tu es bon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 ARE GREAT, GREAT GOD [ Tu es un si grand Dieu ] 
15-  YOU ARE GOOD TO US [ Tu es bon pour nous ] 
16-  WE BLESS YOUR NAME [ Nous bénissons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OH, LORD, YOU ARE SO GOOD TO ME [ Seigneur, Tu es si bon pour moi ] 
2-  I TELL IT EVERYWHERE I GO [ Je dirai partout où je vais ] 
3-  WHAT YOU’VE DONE FOR ME [ Ce que Tu as fait ]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
	4-  OH-OH-OH-OH-OH  x2
	5-  WE BLESS, WE BLESS, WE BLESS [ Bénissons, bénissons, bénissons ] 
	6-  THE NAME OF JESUS [ Le Nom de Jésus ]                      x2</a:t>
            </a:r>
          </a:p>
          <a:p>
            <a:r>
              <a:rPr lang="fr-FR" smtClean="0"/>
              <a:t>
7-  YOU POURED YOUR SPIRIT OVER  ME [ Tu as versé sur moi Ton Esprit ] 
8-  YOUR WORD CONCERNING ME IS TRUE [ Ta Parole est vraie pour ma vie ] 
9-  YOU’RE THE ANSWER TO MY PRAYERS [ Tu es la réponse à mes prières ]       x2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10-  WE SING AND SHOUT IT  [ Nous chantons et crions ] 
11-  WE SING AND SHOUT [ Nous chantons et crions ] 
12-  WE SING AND SHOUT IT [ Nous chantons et crions ] 
13-  YOU ARE GOOD  [ Tu es bon ] 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14-  YOU ARE GREAT, GREAT GOD [ Tu es un si grand Dieu ] 
15-  YOU ARE GOOD TO US [ Tu es bon pour nous ] 
16-  WE BLESS YOUR NAME [ Nous bénissons Ton nom ] </a:t>
            </a:r>
          </a:p>
          <a:p>
            <a:endParaRPr lang="fr-FR" smtClean="0"/>
          </a:p>
          <a:p>
            <a:r>
              <a:rPr lang="fr-FR" smtClean="0"/>
              <a:t>	Refrain 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39827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OH, LORD, YOU ARE SO GOOD TO ME [ Seigneur, Tu es si bon pour moi ] 
2-  I TELL IT EVERYWHERE I GO [ Je dirai partout où je vais ] 
3-  WHAT YOU’VE DONE FOR ME [ Ce que Tu as fait ]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4-  OH-OH-OH-OH-OH  x2
	5-  WE BLESS, WE BLESS, WE BLESS [ Bénissons, bénissons, bénissons ] 
	6-  THE NAME OF JESUS [ Le Nom de Jésus ]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7-  YOU POURED YOUR SPIRIT OVER  ME [ Tu as versé sur moi Ton Esprit ] 
8-  YOUR WORD CONCERNING ME IS TRUE [ Ta Parole est vraie pour ma vie ] 
9-  YOU’RE THE ANSWER TO MY PRAYERS [ Tu es la réponse à mes prières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10-  WE SING AND SHOUT IT  [ Nous chantons et crions ] 
11-  WE SING AND SHOUT [ Nous chantons et crions ] 
12-  WE SING AND SHOUT IT [ Nous chantons et crions ] 
13-  YOU ARE GOOD  [ Tu es bon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 ARE GREAT, GREAT GOD [ Tu es un si grand Dieu ] 
15-  YOU ARE GOOD TO US [ Tu es bon pour nous ] 
16-  WE BLESS YOUR NAME [ Nous bénissons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OH, LORD, YOU ARE SO GOOD TO ME [ Seigneur, Tu es si bon pour moi ] 
2-  I TELL IT EVERYWHERE I GO [ Je dirai partout où je vais ] 
3-  WHAT YOU’VE DONE FOR ME [ Ce que Tu as fait ]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
	4-  OH-OH-OH-OH-OH  x2
	5-  WE BLESS, WE BLESS, WE BLESS [ Bénissons, bénissons, bénissons ] 
	6-  THE NAME OF JESUS [ Le Nom de Jésus ]                      x2</a:t>
            </a:r>
          </a:p>
          <a:p>
            <a:r>
              <a:rPr lang="fr-FR" smtClean="0"/>
              <a:t>
7-  YOU POURED YOUR SPIRIT OVER  ME [ Tu as versé sur moi Ton Esprit ] 
8-  YOUR WORD CONCERNING ME IS TRUE [ Ta Parole est vraie pour ma vie ] 
9-  YOU’RE THE ANSWER TO MY PRAYERS [ Tu es la réponse à mes prières ]       x2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10-  WE SING AND SHOUT IT  [ Nous chantons et crions ] 
11-  WE SING AND SHOUT [ Nous chantons et crions ] 
12-  WE SING AND SHOUT IT [ Nous chantons et crions ] 
13-  YOU ARE GOOD  [ Tu es bon ] 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14-  YOU ARE GREAT, GREAT GOD [ Tu es un si grand Dieu ] 
15-  YOU ARE GOOD TO US [ Tu es bon pour nous ] 
16-  WE BLESS YOUR NAME [ Nous bénissons Ton nom ] </a:t>
            </a:r>
          </a:p>
          <a:p>
            <a:endParaRPr lang="fr-FR" smtClean="0"/>
          </a:p>
          <a:p>
            <a:r>
              <a:rPr lang="fr-FR" smtClean="0"/>
              <a:t>	Refrain 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06282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OH, LORD, YOU ARE SO GOOD TO ME [ Seigneur, Tu es si bon pour moi ] 
2-  I TELL IT EVERYWHERE I GO [ Je dirai partout où je vais ] 
3-  WHAT YOU’VE DONE FOR ME [ Ce que Tu as fait ]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4-  OH-OH-OH-OH-OH  x2
	5-  WE BLESS, WE BLESS, WE BLESS [ Bénissons, bénissons, bénissons ] 
	6-  THE NAME OF JESUS [ Le Nom de Jésus ]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7-  YOU POURED YOUR SPIRIT OVER  ME [ Tu as versé sur moi Ton Esprit ] 
8-  YOUR WORD CONCERNING ME IS TRUE [ Ta Parole est vraie pour ma vie ] 
9-  YOU’RE THE ANSWER TO MY PRAYERS [ Tu es la réponse à mes prières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10-  WE SING AND SHOUT IT  [ Nous chantons et crions ] 
11-  WE SING AND SHOUT [ Nous chantons et crions ] 
12-  WE SING AND SHOUT IT [ Nous chantons et crions ] 
13-  YOU ARE GOOD  [ Tu es bon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 ARE GREAT, GREAT GOD [ Tu es un si grand Dieu ] 
15-  YOU ARE GOOD TO US [ Tu es bon pour nous ] 
16-  WE BLESS YOUR NAME [ Nous bénissons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OH, LORD, YOU ARE SO GOOD TO ME [ Seigneur, Tu es si bon pour moi ] 
2-  I TELL IT EVERYWHERE I GO [ Je dirai partout où je vais ] 
3-  WHAT YOU’VE DONE FOR ME [ Ce que Tu as fait ]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
	4-  OH-OH-OH-OH-OH  x2
	5-  WE BLESS, WE BLESS, WE BLESS [ Bénissons, bénissons, bénissons ] 
	6-  THE NAME OF JESUS [ Le Nom de Jésus ]                      x2</a:t>
            </a:r>
          </a:p>
          <a:p>
            <a:r>
              <a:rPr lang="fr-FR" smtClean="0"/>
              <a:t>
7-  YOU POURED YOUR SPIRIT OVER  ME [ Tu as versé sur moi Ton Esprit ] 
8-  YOUR WORD CONCERNING ME IS TRUE [ Ta Parole est vraie pour ma vie ] 
9-  YOU’RE THE ANSWER TO MY PRAYERS [ Tu es la réponse à mes prières ]       x2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10-  WE SING AND SHOUT IT  [ Nous chantons et crions ] 
11-  WE SING AND SHOUT [ Nous chantons et crions ] 
12-  WE SING AND SHOUT IT [ Nous chantons et crions ] 
13-  YOU ARE GOOD  [ Tu es bon ] 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14-  YOU ARE GREAT, GREAT GOD [ Tu es un si grand Dieu ] 
15-  YOU ARE GOOD TO US [ Tu es bon pour nous ] 
16-  WE BLESS YOUR NAME [ Nous bénissons Ton nom ] </a:t>
            </a:r>
          </a:p>
          <a:p>
            <a:endParaRPr lang="fr-FR" smtClean="0"/>
          </a:p>
          <a:p>
            <a:r>
              <a:rPr lang="fr-FR" smtClean="0"/>
              <a:t>	Refrain 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99306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OH, LORD, YOU ARE SO GOOD TO ME [ Seigneur, Tu es si bon pour moi ] 
2-  I TELL IT EVERYWHERE I GO [ Je dirai partout où je vais ] 
3-  WHAT YOU’VE DONE FOR ME [ Ce que Tu as fait ]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4-  OH-OH-OH-OH-OH  x2
	5-  WE BLESS, WE BLESS, WE BLESS [ Bénissons, bénissons, bénissons ] 
	6-  THE NAME OF JESUS [ Le Nom de Jésus ]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7-  YOU POURED YOUR SPIRIT OVER  ME [ Tu as versé sur moi Ton Esprit ] 
8-  YOUR WORD CONCERNING ME IS TRUE [ Ta Parole est vraie pour ma vie ] 
9-  YOU’RE THE ANSWER TO MY PRAYERS [ Tu es la réponse à mes prières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10-  WE SING AND SHOUT IT  [ Nous chantons et crions ] 
11-  WE SING AND SHOUT [ Nous chantons et crions ] 
12-  WE SING AND SHOUT IT [ Nous chantons et crions ] 
13-  YOU ARE GOOD  [ Tu es bon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 ARE GREAT, GREAT GOD [ Tu es un si grand Dieu ] 
15-  YOU ARE GOOD TO US [ Tu es bon pour nous ] 
16-  WE BLESS YOUR NAME [ Nous bénissons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OH, LORD, YOU ARE SO GOOD TO ME [ Seigneur, Tu es si bon pour moi ] 
2-  I TELL IT EVERYWHERE I GO [ Je dirai partout où je vais ] 
3-  WHAT YOU’VE DONE FOR ME [ Ce que Tu as fait ]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
	4-  OH-OH-OH-OH-OH  x2
	5-  WE BLESS, WE BLESS, WE BLESS [ Bénissons, bénissons, bénissons ] 
	6-  THE NAME OF JESUS [ Le Nom de Jésus ]                      x2</a:t>
            </a:r>
          </a:p>
          <a:p>
            <a:r>
              <a:rPr lang="fr-FR" smtClean="0"/>
              <a:t>
7-  YOU POURED YOUR SPIRIT OVER  ME [ Tu as versé sur moi Ton Esprit ] 
8-  YOUR WORD CONCERNING ME IS TRUE [ Ta Parole est vraie pour ma vie ] 
9-  YOU’RE THE ANSWER TO MY PRAYERS [ Tu es la réponse à mes prières ]       x2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10-  WE SING AND SHOUT IT  [ Nous chantons et crions ] 
11-  WE SING AND SHOUT [ Nous chantons et crions ] 
12-  WE SING AND SHOUT IT [ Nous chantons et crions ] 
13-  YOU ARE GOOD  [ Tu es bon ] 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14-  YOU ARE GREAT, GREAT GOD [ Tu es un si grand Dieu ] 
15-  YOU ARE GOOD TO US [ Tu es bon pour nous ] 
16-  WE BLESS YOUR NAME [ Nous bénissons Ton nom ] </a:t>
            </a:r>
          </a:p>
          <a:p>
            <a:endParaRPr lang="fr-FR" smtClean="0"/>
          </a:p>
          <a:p>
            <a:r>
              <a:rPr lang="fr-FR" smtClean="0"/>
              <a:t>	Refrain 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47327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OH, LORD, YOU ARE SO GOOD TO ME [ Seigneur, Tu es si bon pour moi ] 
2-  I TELL IT EVERYWHERE I GO [ Je dirai partout où je vais ] 
3-  WHAT YOU’VE DONE FOR ME [ Ce que Tu as fait ]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4-  OH-OH-OH-OH-OH  x2
	5-  WE BLESS, WE BLESS, WE BLESS [ Bénissons, bénissons, bénissons ] 
	6-  THE NAME OF JESUS [ Le Nom de Jésus ]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7-  YOU POURED YOUR SPIRIT OVER  ME [ Tu as versé sur moi Ton Esprit ] 
8-  YOUR WORD CONCERNING ME IS TRUE [ Ta Parole est vraie pour ma vie ] 
9-  YOU’RE THE ANSWER TO MY PRAYERS [ Tu es la réponse à mes prières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10-  WE SING AND SHOUT IT  [ Nous chantons et crions ] 
11-  WE SING AND SHOUT [ Nous chantons et crions ] 
12-  WE SING AND SHOUT IT [ Nous chantons et crions ] 
13-  YOU ARE GOOD  [ Tu es bon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 ARE GREAT, GREAT GOD [ Tu es un si grand Dieu ] 
15-  YOU ARE GOOD TO US [ Tu es bon pour nous ] 
16-  WE BLESS YOUR NAME [ Nous bénissons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OH, LORD, YOU ARE SO GOOD TO ME [ Seigneur, Tu es si bon pour moi ] 
2-  I TELL IT EVERYWHERE I GO [ Je dirai partout où je vais ] 
3-  WHAT YOU’VE DONE FOR ME [ Ce que Tu as fait ]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
	4-  OH-OH-OH-OH-OH  x2
	5-  WE BLESS, WE BLESS, WE BLESS [ Bénissons, bénissons, bénissons ] 
	6-  THE NAME OF JESUS [ Le Nom de Jésus ]                      x2</a:t>
            </a:r>
          </a:p>
          <a:p>
            <a:r>
              <a:rPr lang="fr-FR" smtClean="0"/>
              <a:t>
7-  YOU POURED YOUR SPIRIT OVER  ME [ Tu as versé sur moi Ton Esprit ] 
8-  YOUR WORD CONCERNING ME IS TRUE [ Ta Parole est vraie pour ma vie ] 
9-  YOU’RE THE ANSWER TO MY PRAYERS [ Tu es la réponse à mes prières ]       x2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10-  WE SING AND SHOUT IT  [ Nous chantons et crions ] 
11-  WE SING AND SHOUT [ Nous chantons et crions ] 
12-  WE SING AND SHOUT IT [ Nous chantons et crions ] 
13-  YOU ARE GOOD  [ Tu es bon ] 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14-  YOU ARE GREAT, GREAT GOD [ Tu es un si grand Dieu ] 
15-  YOU ARE GOOD TO US [ Tu es bon pour nous ] 
16-  WE BLESS YOUR NAME [ Nous bénissons Ton nom ] </a:t>
            </a:r>
          </a:p>
          <a:p>
            <a:endParaRPr lang="fr-FR" smtClean="0"/>
          </a:p>
          <a:p>
            <a:r>
              <a:rPr lang="fr-FR" smtClean="0"/>
              <a:t>	Refrain 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59782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OH, LORD, YOU ARE SO GOOD TO ME [ Seigneur, Tu es si bon pour moi ] 
2-  I TELL IT EVERYWHERE I GO [ Je dirai partout où je vais ] 
3-  WHAT YOU’VE DONE FOR ME [ Ce que Tu as fait ]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4-  OH-OH-OH-OH-OH  x2
	5-  WE BLESS, WE BLESS, WE BLESS [ Bénissons, bénissons, bénissons ] 
	6-  THE NAME OF JESUS [ Le Nom de Jésus ]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7-  YOU POURED YOUR SPIRIT OVER  ME [ Tu as versé sur moi Ton Esprit ] 
8-  YOUR WORD CONCERNING ME IS TRUE [ Ta Parole est vraie pour ma vie ] 
9-  YOU’RE THE ANSWER TO MY PRAYERS [ Tu es la réponse à mes prières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10-  WE SING AND SHOUT IT  [ Nous chantons et crions ] 
11-  WE SING AND SHOUT [ Nous chantons et crions ] 
12-  WE SING AND SHOUT IT [ Nous chantons et crions ] 
13-  YOU ARE GOOD  [ Tu es bon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 ARE GREAT, GREAT GOD [ Tu es un si grand Dieu ] 
15-  YOU ARE GOOD TO US [ Tu es bon pour nous ] 
16-  WE BLESS YOUR NAME [ Nous bénissons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OH, LORD, YOU ARE SO GOOD TO ME [ Seigneur, Tu es si bon pour moi ] 
2-  I TELL IT EVERYWHERE I GO [ Je dirai partout où je vais ] 
3-  WHAT YOU’VE DONE FOR ME [ Ce que Tu as fait ]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
	4-  OH-OH-OH-OH-OH  x2
	5-  WE BLESS, WE BLESS, WE BLESS [ Bénissons, bénissons, bénissons ] 
	6-  THE NAME OF JESUS [ Le Nom de Jésus ]                      x2</a:t>
            </a:r>
          </a:p>
          <a:p>
            <a:r>
              <a:rPr lang="fr-FR" smtClean="0"/>
              <a:t>
7-  YOU POURED YOUR SPIRIT OVER  ME [ Tu as versé sur moi Ton Esprit ] 
8-  YOUR WORD CONCERNING ME IS TRUE [ Ta Parole est vraie pour ma vie ] 
9-  YOU’RE THE ANSWER TO MY PRAYERS [ Tu es la réponse à mes prières ]       x2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10-  WE SING AND SHOUT IT  [ Nous chantons et crions ] 
11-  WE SING AND SHOUT [ Nous chantons et crions ] 
12-  WE SING AND SHOUT IT [ Nous chantons et crions ] 
13-  YOU ARE GOOD  [ Tu es bon ] 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14-  YOU ARE GREAT, GREAT GOD [ Tu es un si grand Dieu ] 
15-  YOU ARE GOOD TO US [ Tu es bon pour nous ] 
16-  WE BLESS YOUR NAME [ Nous bénissons Ton nom ] </a:t>
            </a:r>
          </a:p>
          <a:p>
            <a:endParaRPr lang="fr-FR" smtClean="0"/>
          </a:p>
          <a:p>
            <a:r>
              <a:rPr lang="fr-FR" smtClean="0"/>
              <a:t>	Refrain 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79547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OH, LORD, YOU ARE SO GOOD TO ME [ Seigneur, Tu es si bon pour moi ] 
2-  I TELL IT EVERYWHERE I GO [ Je dirai partout où je vais ] 
3-  WHAT YOU’VE DONE FOR ME [ Ce que Tu as fait ]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4-  OH-OH-OH-OH-OH  x2
	5-  WE BLESS, WE BLESS, WE BLESS [ Bénissons, bénissons, bénissons ] 
	6-  THE NAME OF JESUS [ Le Nom de Jésus ]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7-  YOU POURED YOUR SPIRIT OVER  ME [ Tu as versé sur moi Ton Esprit ] 
8-  YOUR WORD CONCERNING ME IS TRUE [ Ta Parole est vraie pour ma vie ] 
9-  YOU’RE THE ANSWER TO MY PRAYERS [ Tu es la réponse à mes prières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10-  WE SING AND SHOUT IT  [ Nous chantons et crions ] 
11-  WE SING AND SHOUT [ Nous chantons et crions ] 
12-  WE SING AND SHOUT IT [ Nous chantons et crions ] 
13-  YOU ARE GOOD  [ Tu es bon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 ARE GREAT, GREAT GOD [ Tu es un si grand Dieu ] 
15-  YOU ARE GOOD TO US [ Tu es bon pour nous ] 
16-  WE BLESS YOUR NAME [ Nous bénissons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OH, LORD, YOU ARE SO GOOD TO ME [ Seigneur, Tu es si bon pour moi ] 
2-  I TELL IT EVERYWHERE I GO [ Je dirai partout où je vais ] 
3-  WHAT YOU’VE DONE FOR ME [ Ce que Tu as fait ]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
	4-  OH-OH-OH-OH-OH  x2
	5-  WE BLESS, WE BLESS, WE BLESS [ Bénissons, bénissons, bénissons ] 
	6-  THE NAME OF JESUS [ Le Nom de Jésus ]                      x2</a:t>
            </a:r>
          </a:p>
          <a:p>
            <a:r>
              <a:rPr lang="fr-FR" smtClean="0"/>
              <a:t>
7-  YOU POURED YOUR SPIRIT OVER  ME [ Tu as versé sur moi Ton Esprit ] 
8-  YOUR WORD CONCERNING ME IS TRUE [ Ta Parole est vraie pour ma vie ] 
9-  YOU’RE THE ANSWER TO MY PRAYERS [ Tu es la réponse à mes prières ]       x2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10-  WE SING AND SHOUT IT  [ Nous chantons et crions ] 
11-  WE SING AND SHOUT [ Nous chantons et crions ] 
12-  WE SING AND SHOUT IT [ Nous chantons et crions ] 
13-  YOU ARE GOOD  [ Tu es bon ] 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14-  YOU ARE GREAT, GREAT GOD [ Tu es un si grand Dieu ] 
15-  YOU ARE GOOD TO US [ Tu es bon pour nous ] 
16-  WE BLESS YOUR NAME [ Nous bénissons Ton nom ] </a:t>
            </a:r>
          </a:p>
          <a:p>
            <a:endParaRPr lang="fr-FR" smtClean="0"/>
          </a:p>
          <a:p>
            <a:r>
              <a:rPr lang="fr-FR" smtClean="0"/>
              <a:t>	Refrain 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33910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OH, LORD, YOU ARE SO GOOD TO ME [ Seigneur, Tu es si bon pour moi ] 
2-  I TELL IT EVERYWHERE I GO [ Je dirai partout où je vais ] 
3-  WHAT YOU’VE DONE FOR ME [ Ce que Tu as fait ]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4-  OH-OH-OH-OH-OH  x2
	5-  WE BLESS, WE BLESS, WE BLESS [ Bénissons, bénissons, bénissons ] 
	6-  THE NAME OF JESUS [ Le Nom de Jésus ]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7-  YOU POURED YOUR SPIRIT OVER  ME [ Tu as versé sur moi Ton Esprit ] 
8-  YOUR WORD CONCERNING ME IS TRUE [ Ta Parole est vraie pour ma vie ] 
9-  YOU’RE THE ANSWER TO MY PRAYERS [ Tu es la réponse à mes prières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10-  WE SING AND SHOUT IT  [ Nous chantons et crions ] 
11-  WE SING AND SHOUT [ Nous chantons et crions ] 
12-  WE SING AND SHOUT IT [ Nous chantons et crions ] 
13-  YOU ARE GOOD  [ Tu es bon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 ARE GREAT, GREAT GOD [ Tu es un si grand Dieu ] 
15-  YOU ARE GOOD TO US [ Tu es bon pour nous ] 
16-  WE BLESS YOUR NAME [ Nous bénissons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OH, LORD, YOU ARE SO GOOD TO ME [ Seigneur, Tu es si bon pour moi ] 
2-  I TELL IT EVERYWHERE I GO [ Je dirai partout où je vais ] 
3-  WHAT YOU’VE DONE FOR ME [ Ce que Tu as fait ]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
	4-  OH-OH-OH-OH-OH  x2
	5-  WE BLESS, WE BLESS, WE BLESS [ Bénissons, bénissons, bénissons ] 
	6-  THE NAME OF JESUS [ Le Nom de Jésus ]                      x2</a:t>
            </a:r>
          </a:p>
          <a:p>
            <a:r>
              <a:rPr lang="fr-FR" smtClean="0"/>
              <a:t>
7-  YOU POURED YOUR SPIRIT OVER  ME [ Tu as versé sur moi Ton Esprit ] 
8-  YOUR WORD CONCERNING ME IS TRUE [ Ta Parole est vraie pour ma vie ] 
9-  YOU’RE THE ANSWER TO MY PRAYERS [ Tu es la réponse à mes prières ]       x2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10-  WE SING AND SHOUT IT  [ Nous chantons et crions ] 
11-  WE SING AND SHOUT [ Nous chantons et crions ] 
12-  WE SING AND SHOUT IT [ Nous chantons et crions ] 
13-  YOU ARE GOOD  [ Tu es bon ] 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14-  YOU ARE GREAT, GREAT GOD [ Tu es un si grand Dieu ] 
15-  YOU ARE GOOD TO US [ Tu es bon pour nous ] 
16-  WE BLESS YOUR NAME [ Nous bénissons Ton nom ] </a:t>
            </a:r>
          </a:p>
          <a:p>
            <a:endParaRPr lang="fr-FR" smtClean="0"/>
          </a:p>
          <a:p>
            <a:r>
              <a:rPr lang="fr-FR" smtClean="0"/>
              <a:t>	Refrain 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28593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OH, LORD, YOU ARE SO GOOD TO ME [ Seigneur, Tu es si bon pour moi ] 
2-  I TELL IT EVERYWHERE I GO [ Je dirai partout où je vais ] 
3-  WHAT YOU’VE DONE FOR ME [ Ce que Tu as fait ]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4-  OH-OH-OH-OH-OH  x2
	5-  WE BLESS, WE BLESS, WE BLESS [ Bénissons, bénissons, bénissons ] 
	6-  THE NAME OF JESUS [ Le Nom de Jésus ]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7-  YOU POURED YOUR SPIRIT OVER  ME [ Tu as versé sur moi Ton Esprit ] 
8-  YOUR WORD CONCERNING ME IS TRUE [ Ta Parole est vraie pour ma vie ] 
9-  YOU’RE THE ANSWER TO MY PRAYERS [ Tu es la réponse à mes prières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10-  WE SING AND SHOUT IT  [ Nous chantons et crions ] 
11-  WE SING AND SHOUT [ Nous chantons et crions ] 
12-  WE SING AND SHOUT IT [ Nous chantons et crions ] 
13-  YOU ARE GOOD  [ Tu es bon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 ARE GREAT, GREAT GOD [ Tu es un si grand Dieu ] 
15-  YOU ARE GOOD TO US [ Tu es bon pour nous ] 
16-  WE BLESS YOUR NAME [ Nous bénissons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OH, LORD, YOU ARE SO GOOD TO ME [ Seigneur, Tu es si bon pour moi ] 
2-  I TELL IT EVERYWHERE I GO [ Je dirai partout où je vais ] 
3-  WHAT YOU’VE DONE FOR ME [ Ce que Tu as fait ]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
	4-  OH-OH-OH-OH-OH  x2
	5-  WE BLESS, WE BLESS, WE BLESS [ Bénissons, bénissons, bénissons ] 
	6-  THE NAME OF JESUS [ Le Nom de Jésus ]                      x2</a:t>
            </a:r>
          </a:p>
          <a:p>
            <a:r>
              <a:rPr lang="fr-FR" smtClean="0"/>
              <a:t>
7-  YOU POURED YOUR SPIRIT OVER  ME [ Tu as versé sur moi Ton Esprit ] 
8-  YOUR WORD CONCERNING ME IS TRUE [ Ta Parole est vraie pour ma vie ] 
9-  YOU’RE THE ANSWER TO MY PRAYERS [ Tu es la réponse à mes prières ]       x2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10-  WE SING AND SHOUT IT  [ Nous chantons et crions ] 
11-  WE SING AND SHOUT [ Nous chantons et crions ] 
12-  WE SING AND SHOUT IT [ Nous chantons et crions ] 
13-  YOU ARE GOOD  [ Tu es bon ] 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14-  YOU ARE GREAT, GREAT GOD [ Tu es un si grand Dieu ] 
15-  YOU ARE GOOD TO US [ Tu es bon pour nous ] 
16-  WE BLESS YOUR NAME [ Nous bénissons Ton nom ] </a:t>
            </a:r>
          </a:p>
          <a:p>
            <a:endParaRPr lang="fr-FR" smtClean="0"/>
          </a:p>
          <a:p>
            <a:r>
              <a:rPr lang="fr-FR" smtClean="0"/>
              <a:t>	Refrain 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19794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OH, LORD, YOU ARE SO GOOD TO ME [ Seigneur, Tu es si bon pour moi ] 
2-  I TELL IT EVERYWHERE I GO [ Je dirai partout où je vais ] 
3-  WHAT YOU’VE DONE FOR ME [ Ce que Tu as fait ]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4-  OH-OH-OH-OH-OH  x2
	5-  WE BLESS, WE BLESS, WE BLESS [ Bénissons, bénissons, bénissons ] 
	6-  THE NAME OF JESUS [ Le Nom de Jésus ]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7-  YOU POURED YOUR SPIRIT OVER  ME [ Tu as versé sur moi Ton Esprit ] 
8-  YOUR WORD CONCERNING ME IS TRUE [ Ta Parole est vraie pour ma vie ] 
9-  YOU’RE THE ANSWER TO MY PRAYERS [ Tu es la réponse à mes prières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10-  WE SING AND SHOUT IT  [ Nous chantons et crions ] 
11-  WE SING AND SHOUT [ Nous chantons et crions ] 
12-  WE SING AND SHOUT IT [ Nous chantons et crions ] 
13-  YOU ARE GOOD  [ Tu es bon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 ARE GREAT, GREAT GOD [ Tu es un si grand Dieu ] 
15-  YOU ARE GOOD TO US [ Tu es bon pour nous ] 
16-  WE BLESS YOUR NAME [ Nous bénissons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OH, LORD, YOU ARE SO GOOD TO ME [ Seigneur, Tu es si bon pour moi ] 
2-  I TELL IT EVERYWHERE I GO [ Je dirai partout où je vais ] 
3-  WHAT YOU’VE DONE FOR ME [ Ce que Tu as fait ]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
	4-  OH-OH-OH-OH-OH  x2
	5-  WE BLESS, WE BLESS, WE BLESS [ Bénissons, bénissons, bénissons ] 
	6-  THE NAME OF JESUS [ Le Nom de Jésus ]                      x2</a:t>
            </a:r>
          </a:p>
          <a:p>
            <a:r>
              <a:rPr lang="fr-FR" smtClean="0"/>
              <a:t>
7-  YOU POURED YOUR SPIRIT OVER  ME [ Tu as versé sur moi Ton Esprit ] 
8-  YOUR WORD CONCERNING ME IS TRUE [ Ta Parole est vraie pour ma vie ] 
9-  YOU’RE THE ANSWER TO MY PRAYERS [ Tu es la réponse à mes prières ]       x2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10-  WE SING AND SHOUT IT  [ Nous chantons et crions ] 
11-  WE SING AND SHOUT [ Nous chantons et crions ] 
12-  WE SING AND SHOUT IT [ Nous chantons et crions ] 
13-  YOU ARE GOOD  [ Tu es bon ] 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14-  YOU ARE GREAT, GREAT GOD [ Tu es un si grand Dieu ] 
15-  YOU ARE GOOD TO US [ Tu es bon pour nous ] 
16-  WE BLESS YOUR NAME [ Nous bénissons Ton nom ] </a:t>
            </a:r>
          </a:p>
          <a:p>
            <a:endParaRPr lang="fr-FR" smtClean="0"/>
          </a:p>
          <a:p>
            <a:r>
              <a:rPr lang="fr-FR" smtClean="0"/>
              <a:t>	Refrain 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84475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OH, LORD, YOU ARE SO GOOD TO ME [ Seigneur, Tu es si bon pour moi ] 
2-  I TELL IT EVERYWHERE I GO [ Je dirai partout où je vais ] 
3-  WHAT YOU’VE DONE FOR ME [ Ce que Tu as fait ]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4-  OH-OH-OH-OH-OH  x2
	5-  WE BLESS, WE BLESS, WE BLESS [ Bénissons, bénissons, bénissons ] 
	6-  THE NAME OF JESUS [ Le Nom de Jésus ]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7-  YOU POURED YOUR SPIRIT OVER  ME [ Tu as versé sur moi Ton Esprit ] 
8-  YOUR WORD CONCERNING ME IS TRUE [ Ta Parole est vraie pour ma vie ] 
9-  YOU’RE THE ANSWER TO MY PRAYERS [ Tu es la réponse à mes prières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10-  WE SING AND SHOUT IT  [ Nous chantons et crions ] 
11-  WE SING AND SHOUT [ Nous chantons et crions ] 
12-  WE SING AND SHOUT IT [ Nous chantons et crions ] 
13-  YOU ARE GOOD  [ Tu es bon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 ARE GREAT, GREAT GOD [ Tu es un si grand Dieu ] 
15-  YOU ARE GOOD TO US [ Tu es bon pour nous ] 
16-  WE BLESS YOUR NAME [ Nous bénissons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OH, LORD, YOU ARE SO GOOD TO ME [ Seigneur, Tu es si bon pour moi ] 
2-  I TELL IT EVERYWHERE I GO [ Je dirai partout où je vais ] 
3-  WHAT YOU’VE DONE FOR ME [ Ce que Tu as fait ]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
	4-  OH-OH-OH-OH-OH  x2
	5-  WE BLESS, WE BLESS, WE BLESS [ Bénissons, bénissons, bénissons ] 
	6-  THE NAME OF JESUS [ Le Nom de Jésus ]                      x2</a:t>
            </a:r>
          </a:p>
          <a:p>
            <a:r>
              <a:rPr lang="fr-FR" smtClean="0"/>
              <a:t>
7-  YOU POURED YOUR SPIRIT OVER  ME [ Tu as versé sur moi Ton Esprit ] 
8-  YOUR WORD CONCERNING ME IS TRUE [ Ta Parole est vraie pour ma vie ] 
9-  YOU’RE THE ANSWER TO MY PRAYERS [ Tu es la réponse à mes prières ]       x2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10-  WE SING AND SHOUT IT  [ Nous chantons et crions ] 
11-  WE SING AND SHOUT [ Nous chantons et crions ] 
12-  WE SING AND SHOUT IT [ Nous chantons et crions ] 
13-  YOU ARE GOOD  [ Tu es bon ] 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14-  YOU ARE GREAT, GREAT GOD [ Tu es un si grand Dieu ] 
15-  YOU ARE GOOD TO US [ Tu es bon pour nous ] 
16-  WE BLESS YOUR NAME [ Nous bénissons Ton nom ] </a:t>
            </a:r>
          </a:p>
          <a:p>
            <a:endParaRPr lang="fr-FR" smtClean="0"/>
          </a:p>
          <a:p>
            <a:r>
              <a:rPr lang="fr-FR" smtClean="0"/>
              <a:t>	Refrain 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44983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OH, LORD, YOU ARE SO GOOD TO ME [ Seigneur, Tu es si bon pour moi ] 
2-  I TELL IT EVERYWHERE I GO [ Je dirai partout où je vais ] 
3-  WHAT YOU’VE DONE FOR ME [ Ce que Tu as fait ]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4-  OH-OH-OH-OH-OH  x2
	5-  WE BLESS, WE BLESS, WE BLESS [ Bénissons, bénissons, bénissons ] 
	6-  THE NAME OF JESUS [ Le Nom de Jésus ]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7-  YOU POURED YOUR SPIRIT OVER  ME [ Tu as versé sur moi Ton Esprit ] 
8-  YOUR WORD CONCERNING ME IS TRUE [ Ta Parole est vraie pour ma vie ] 
9-  YOU’RE THE ANSWER TO MY PRAYERS [ Tu es la réponse à mes prières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10-  WE SING AND SHOUT IT  [ Nous chantons et crions ] 
11-  WE SING AND SHOUT [ Nous chantons et crions ] 
12-  WE SING AND SHOUT IT [ Nous chantons et crions ] 
13-  YOU ARE GOOD  [ Tu es bon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 ARE GREAT, GREAT GOD [ Tu es un si grand Dieu ] 
15-  YOU ARE GOOD TO US [ Tu es bon pour nous ] 
16-  WE BLESS YOUR NAME [ Nous bénissons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OH, LORD, YOU ARE SO GOOD TO ME [ Seigneur, Tu es si bon pour moi ] 
2-  I TELL IT EVERYWHERE I GO [ Je dirai partout où je vais ] 
3-  WHAT YOU’VE DONE FOR ME [ Ce que Tu as fait ]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
	4-  OH-OH-OH-OH-OH  x2
	5-  WE BLESS, WE BLESS, WE BLESS [ Bénissons, bénissons, bénissons ] 
	6-  THE NAME OF JESUS [ Le Nom de Jésus ]                      x2</a:t>
            </a:r>
          </a:p>
          <a:p>
            <a:r>
              <a:rPr lang="fr-FR" smtClean="0"/>
              <a:t>
7-  YOU POURED YOUR SPIRIT OVER  ME [ Tu as versé sur moi Ton Esprit ] 
8-  YOUR WORD CONCERNING ME IS TRUE [ Ta Parole est vraie pour ma vie ] 
9-  YOU’RE THE ANSWER TO MY PRAYERS [ Tu es la réponse à mes prières ]       x2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10-  WE SING AND SHOUT IT  [ Nous chantons et crions ] 
11-  WE SING AND SHOUT [ Nous chantons et crions ] 
12-  WE SING AND SHOUT IT [ Nous chantons et crions ] 
13-  YOU ARE GOOD  [ Tu es bon ] 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14-  YOU ARE GREAT, GREAT GOD [ Tu es un si grand Dieu ] 
15-  YOU ARE GOOD TO US [ Tu es bon pour nous ] 
16-  WE BLESS YOUR NAME [ Nous bénissons Ton nom ] </a:t>
            </a:r>
          </a:p>
          <a:p>
            <a:endParaRPr lang="fr-FR" smtClean="0"/>
          </a:p>
          <a:p>
            <a:r>
              <a:rPr lang="fr-FR" smtClean="0"/>
              <a:t>	Refrain 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95066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OH, LORD, YOU ARE SO GOOD TO ME [ Seigneur, Tu es si bon pour moi ] 
2-  I TELL IT EVERYWHERE I GO [ Je dirai partout où je vais ] 
3-  WHAT YOU’VE DONE FOR ME [ Ce que Tu as fait ]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4-  OH-OH-OH-OH-OH  x2
	5-  WE BLESS, WE BLESS, WE BLESS [ Bénissons, bénissons, bénissons ] 
	6-  THE NAME OF JESUS [ Le Nom de Jésus ]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7-  YOU POURED YOUR SPIRIT OVER  ME [ Tu as versé sur moi Ton Esprit ] 
8-  YOUR WORD CONCERNING ME IS TRUE [ Ta Parole est vraie pour ma vie ] 
9-  YOU’RE THE ANSWER TO MY PRAYERS [ Tu es la réponse à mes prières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10-  WE SING AND SHOUT IT  [ Nous chantons et crions ] 
11-  WE SING AND SHOUT [ Nous chantons et crions ] 
12-  WE SING AND SHOUT IT [ Nous chantons et crions ] 
13-  YOU ARE GOOD  [ Tu es bon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 ARE GREAT, GREAT GOD [ Tu es un si grand Dieu ] 
15-  YOU ARE GOOD TO US [ Tu es bon pour nous ] 
16-  WE BLESS YOUR NAME [ Nous bénissons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OH, LORD, YOU ARE SO GOOD TO ME [ Seigneur, Tu es si bon pour moi ] 
2-  I TELL IT EVERYWHERE I GO [ Je dirai partout où je vais ] 
3-  WHAT YOU’VE DONE FOR ME [ Ce que Tu as fait ]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
	4-  OH-OH-OH-OH-OH  x2
	5-  WE BLESS, WE BLESS, WE BLESS [ Bénissons, bénissons, bénissons ] 
	6-  THE NAME OF JESUS [ Le Nom de Jésus ]                      x2</a:t>
            </a:r>
          </a:p>
          <a:p>
            <a:r>
              <a:rPr lang="fr-FR" smtClean="0"/>
              <a:t>
7-  YOU POURED YOUR SPIRIT OVER  ME [ Tu as versé sur moi Ton Esprit ] 
8-  YOUR WORD CONCERNING ME IS TRUE [ Ta Parole est vraie pour ma vie ] 
9-  YOU’RE THE ANSWER TO MY PRAYERS [ Tu es la réponse à mes prières ]       x2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10-  WE SING AND SHOUT IT  [ Nous chantons et crions ] 
11-  WE SING AND SHOUT [ Nous chantons et crions ] 
12-  WE SING AND SHOUT IT [ Nous chantons et crions ] 
13-  YOU ARE GOOD  [ Tu es bon ] 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14-  YOU ARE GREAT, GREAT GOD [ Tu es un si grand Dieu ] 
15-  YOU ARE GOOD TO US [ Tu es bon pour nous ] 
16-  WE BLESS YOUR NAME [ Nous bénissons Ton nom ] </a:t>
            </a:r>
          </a:p>
          <a:p>
            <a:endParaRPr lang="fr-FR" smtClean="0"/>
          </a:p>
          <a:p>
            <a:r>
              <a:rPr lang="fr-FR" smtClean="0"/>
              <a:t>	Refrain 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27083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OH, LORD, YOU ARE SO GOOD TO ME [ Seigneur, Tu es si bon pour moi ] 
2-  I TELL IT EVERYWHERE I GO [ Je dirai partout où je vais ] 
3-  WHAT YOU’VE DONE FOR ME [ Ce que Tu as fait ]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4-  OH-OH-OH-OH-OH  x2
	5-  WE BLESS, WE BLESS, WE BLESS [ Bénissons, bénissons, bénissons ] 
	6-  THE NAME OF JESUS [ Le Nom de Jésus ]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7-  YOU POURED YOUR SPIRIT OVER  ME [ Tu as versé sur moi Ton Esprit ] 
8-  YOUR WORD CONCERNING ME IS TRUE [ Ta Parole est vraie pour ma vie ] 
9-  YOU’RE THE ANSWER TO MY PRAYERS [ Tu es la réponse à mes prières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10-  WE SING AND SHOUT IT  [ Nous chantons et crions ] 
11-  WE SING AND SHOUT [ Nous chantons et crions ] 
12-  WE SING AND SHOUT IT [ Nous chantons et crions ] 
13-  YOU ARE GOOD  [ Tu es bon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 ARE GREAT, GREAT GOD [ Tu es un si grand Dieu ] 
15-  YOU ARE GOOD TO US [ Tu es bon pour nous ] 
16-  WE BLESS YOUR NAME [ Nous bénissons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OH, LORD, YOU ARE SO GOOD TO ME [ Seigneur, Tu es si bon pour moi ] 
2-  I TELL IT EVERYWHERE I GO [ Je dirai partout où je vais ] 
3-  WHAT YOU’VE DONE FOR ME [ Ce que Tu as fait ]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
	4-  OH-OH-OH-OH-OH  x2
	5-  WE BLESS, WE BLESS, WE BLESS [ Bénissons, bénissons, bénissons ] 
	6-  THE NAME OF JESUS [ Le Nom de Jésus ]                      x2</a:t>
            </a:r>
          </a:p>
          <a:p>
            <a:r>
              <a:rPr lang="fr-FR" smtClean="0"/>
              <a:t>
7-  YOU POURED YOUR SPIRIT OVER  ME [ Tu as versé sur moi Ton Esprit ] 
8-  YOUR WORD CONCERNING ME IS TRUE [ Ta Parole est vraie pour ma vie ] 
9-  YOU’RE THE ANSWER TO MY PRAYERS [ Tu es la réponse à mes prières ]       x2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10-  WE SING AND SHOUT IT  [ Nous chantons et crions ] 
11-  WE SING AND SHOUT [ Nous chantons et crions ] 
12-  WE SING AND SHOUT IT [ Nous chantons et crions ] 
13-  YOU ARE GOOD  [ Tu es bon ] 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14-  YOU ARE GREAT, GREAT GOD [ Tu es un si grand Dieu ] 
15-  YOU ARE GOOD TO US [ Tu es bon pour nous ] 
16-  WE BLESS YOUR NAME [ Nous bénissons Ton nom ] </a:t>
            </a:r>
          </a:p>
          <a:p>
            <a:endParaRPr lang="fr-FR" smtClean="0"/>
          </a:p>
          <a:p>
            <a:r>
              <a:rPr lang="fr-FR" smtClean="0"/>
              <a:t>	Refrain 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4560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354340-8694-43B1-A8F9-8E748220BC3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543B6D-89BE-450D-8D53-2308253AE27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C3E2F4-B7A3-4813-BE5C-672B7F7D1E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DB8B2E-583A-48DE-BB44-C7FB74698DB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8FD8B5-C06A-440D-B0B5-77ABBB4F4D4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C13DC5-A4A8-43AE-8B11-09841DC1F1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93AA14-3C2E-4463-943D-566FAF1C012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27DA1D-7883-4C0B-AF3B-D788BE7625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ACC378-7A87-4B48-ACEF-BA72740CA7A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DFD0D-0B84-411C-A304-DD06AF36AA3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82FE5-0FCA-4201-B57D-5A728375556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821B596-1B06-490A-A978-F71EF6E2CD7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OH, LORD, YOU ARE SO GOOD TO 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Seigneur, Tu es si bon pour moi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4140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TELL IT EVERYWHERE I GO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dirai partout où je vais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2524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WHAT YOU’VE DONE FOR 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Ce que Tu as fait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5433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0999"/>
            <a:ext cx="9144000" cy="507831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OH </a:t>
            </a:r>
            <a:r>
              <a:rPr lang="en-US" altLang="fr-FR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OH</a:t>
            </a:r>
            <a:endParaRPr lang="en-US" altLang="fr-FR" sz="3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8692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WE BLESS, WE BLESS, WE BLESS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Bénissons, bénissons, bénissons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6389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THE NAME OF JESUS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Le Nom de Jésus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1562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POURED YOUR SPIRIT OVER 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Tu as versé sur moi Ton Esprit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9277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YOUR WORD CONCERNING ME IS TRUE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Ta Parole est vraie pour ma vie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7980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YOU’RE THE ANSWER TO MY PRAYERS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Tu es la réponse à mes prières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6390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WE SING AND SHOUT IT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Nous chantons et crions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9680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WE SING AND SHOUT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Nous chantons et crions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3967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WE SING AND SHOUT IT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Nous chantons et crions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777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ARE GOOD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Tu es bon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3274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ARE GREAT, GREAT GOD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Tu es un si grand Dieu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0141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ARE GOOD TO US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Tu es bon pour nous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2618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WE BLESS YOUR NAME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Nous bénissons Ton </a:t>
            </a: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Nom </a:t>
            </a: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9702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2132</TotalTime>
  <Words>8002</Words>
  <Application>Microsoft Office PowerPoint</Application>
  <PresentationFormat>Affichage à l'écran (4:3)</PresentationFormat>
  <Paragraphs>415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0" baseType="lpstr">
      <vt:lpstr>Calibri</vt:lpstr>
      <vt:lpstr>Franklin Gothic Medium</vt:lpstr>
      <vt:lpstr>Metropolis Semi Bold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214</cp:revision>
  <dcterms:created xsi:type="dcterms:W3CDTF">2002-08-17T10:50:50Z</dcterms:created>
  <dcterms:modified xsi:type="dcterms:W3CDTF">2024-11-24T08:29:46Z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89256c7-9946-44df-b379-51beb93fd2d9_Enabled">
    <vt:lpwstr>true</vt:lpwstr>
  </property>
  <property fmtid="{D5CDD505-2E9C-101B-9397-08002B2CF9AE}" pid="3" name="MSIP_Label_589256c7-9946-44df-b379-51beb93fd2d9_SetDate">
    <vt:lpwstr>2023-06-23T07:53:17Z</vt:lpwstr>
  </property>
  <property fmtid="{D5CDD505-2E9C-101B-9397-08002B2CF9AE}" pid="4" name="MSIP_Label_589256c7-9946-44df-b379-51beb93fd2d9_Method">
    <vt:lpwstr>Privileged</vt:lpwstr>
  </property>
  <property fmtid="{D5CDD505-2E9C-101B-9397-08002B2CF9AE}" pid="5" name="MSIP_Label_589256c7-9946-44df-b379-51beb93fd2d9_Name">
    <vt:lpwstr>589256c7-9946-44df-b379-51beb93fd2d9</vt:lpwstr>
  </property>
  <property fmtid="{D5CDD505-2E9C-101B-9397-08002B2CF9AE}" pid="6" name="MSIP_Label_589256c7-9946-44df-b379-51beb93fd2d9_SiteId">
    <vt:lpwstr>36da45f1-dd2c-4d1f-af13-5abe46b99921</vt:lpwstr>
  </property>
  <property fmtid="{D5CDD505-2E9C-101B-9397-08002B2CF9AE}" pid="7" name="MSIP_Label_589256c7-9946-44df-b379-51beb93fd2d9_ActionId">
    <vt:lpwstr>75b0cdd4-5b4e-418e-815e-b857199f2033</vt:lpwstr>
  </property>
  <property fmtid="{D5CDD505-2E9C-101B-9397-08002B2CF9AE}" pid="8" name="MSIP_Label_589256c7-9946-44df-b379-51beb93fd2d9_ContentBits">
    <vt:lpwstr>0</vt:lpwstr>
  </property>
</Properties>
</file>