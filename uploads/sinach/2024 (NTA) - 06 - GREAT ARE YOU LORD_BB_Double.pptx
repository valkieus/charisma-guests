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60" r:id="rId19"/>
    <p:sldId id="361" r:id="rId20"/>
    <p:sldId id="362" r:id="rId21"/>
    <p:sldId id="363" r:id="rId22"/>
    <p:sldId id="364" r:id="rId23"/>
    <p:sldId id="365" r:id="rId24"/>
    <p:sldId id="366" r:id="rId25"/>
    <p:sldId id="367" r:id="rId26"/>
    <p:sldId id="368" r:id="rId2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140" autoAdjust="0"/>
    <p:restoredTop sz="25207" autoAdjust="0"/>
  </p:normalViewPr>
  <p:slideViewPr>
    <p:cSldViewPr>
      <p:cViewPr varScale="1">
        <p:scale>
          <a:sx n="25" d="100"/>
          <a:sy n="25" d="100"/>
        </p:scale>
        <p:origin x="1770" y="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69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24/11/2024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8792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367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5326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6864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3602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3478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129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5410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9669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76704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9800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46159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74837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85459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53077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86920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31809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14614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61130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14650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20525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67626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43961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50255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2169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HOLY HOLY, GOD ALMIGHTY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Saint, Saint, Saint, Dieu tout-puissant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IT'S A PRIVILEGE TO WORSHIP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C’est un privilège de T’adorer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936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nl-NL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MAKER OF ALL UNIVERSE</a:t>
            </a:r>
          </a:p>
          <a:p>
            <a:pPr algn="ctr">
              <a:lnSpc>
                <a:spcPct val="90000"/>
              </a:lnSpc>
              <a:defRPr/>
            </a:pPr>
            <a:r>
              <a:rPr lang="nl-NL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Créateur de l’univers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562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IT'S AN HONOUR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C’est un honneur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487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JUST TO STAND BEFORE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D’être là devant Toi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898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WITH A GRATEFUL HEART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Le cœur reconnaissant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607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LIFT MY HANDS TO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lève mes mains vers Toi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937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PROCLAIMING LORD YOU REIGN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Proclamant que Tu règnes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654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REIGN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règnes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4250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GREAT ARE YOU LORD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Dieu, Tu es grand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127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GREATLY TO BE PRAISED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Digne d’être loué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290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FATHER YOU REIGN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Mon Père, Tu règnes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423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HOLY HOLY, GOD ALMIGHTY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Saint, Saint, Saint, Dieu tout-puissant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06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IT'S A PRIVILEGE TO WORSHIP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C’est un privilège de T’adorer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535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nl-NL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MAKER OF ALL UNIVERSE</a:t>
            </a:r>
          </a:p>
          <a:p>
            <a:pPr algn="ctr">
              <a:lnSpc>
                <a:spcPct val="90000"/>
              </a:lnSpc>
              <a:defRPr/>
            </a:pPr>
            <a:r>
              <a:rPr lang="nl-NL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Créateur de l’univers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494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IT'S AN HONOUR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C’est un honneur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403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JUST TO STAND BEFORE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D’être là devant Toi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364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WITH A GRATEFUL HEART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Le cœur reconnaissant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300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LIFT MY HANDS TO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lève mes mains vers Toi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575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PROCLAIMING LORD YOU REIGN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Proclamant que Tu règnes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468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LORD, YOU REIGN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Dieu, Tu règnes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902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GREAT ARE YOU LORD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Dieu, Tu es grand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510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GREATLY TO BE PRAISED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Digne d’être loué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901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FATHER, YOU REIGN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Mon Père, Tu règnes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031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FATHER, YOU REIGN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Mon Père, Tu règnes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897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GREAT ARE YOU, LORD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Dieu, Tu es grand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637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2119</TotalTime>
  <Words>19414</Words>
  <Application>Microsoft Office PowerPoint</Application>
  <PresentationFormat>Affichage à l'écran (4:3)</PresentationFormat>
  <Paragraphs>884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209</cp:revision>
  <dcterms:created xsi:type="dcterms:W3CDTF">2002-08-17T10:50:50Z</dcterms:created>
  <dcterms:modified xsi:type="dcterms:W3CDTF">2024-11-24T08:28:47Z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