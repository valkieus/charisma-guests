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41" r:id="rId2"/>
    <p:sldId id="345" r:id="rId3"/>
    <p:sldId id="346" r:id="rId4"/>
    <p:sldId id="344" r:id="rId5"/>
    <p:sldId id="343" r:id="rId6"/>
    <p:sldId id="342" r:id="rId7"/>
    <p:sldId id="347" r:id="rId8"/>
    <p:sldId id="350" r:id="rId9"/>
    <p:sldId id="349" r:id="rId10"/>
    <p:sldId id="348" r:id="rId11"/>
    <p:sldId id="351" r:id="rId12"/>
    <p:sldId id="354" r:id="rId13"/>
    <p:sldId id="353" r:id="rId14"/>
    <p:sldId id="352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5" r:id="rId24"/>
    <p:sldId id="366" r:id="rId25"/>
    <p:sldId id="367" r:id="rId26"/>
    <p:sldId id="368" r:id="rId27"/>
    <p:sldId id="369" r:id="rId28"/>
    <p:sldId id="363" r:id="rId29"/>
    <p:sldId id="364" r:id="rId3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69134" autoAdjust="0"/>
  </p:normalViewPr>
  <p:slideViewPr>
    <p:cSldViewPr>
      <p:cViewPr varScale="1">
        <p:scale>
          <a:sx n="74" d="100"/>
          <a:sy n="74" d="100"/>
        </p:scale>
        <p:origin x="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,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,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2932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681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3343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85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057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49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8336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186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5309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,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,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0480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,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,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882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1411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553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664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706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3869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445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2440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98291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011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63533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9220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1080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12781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4825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983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24376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8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ARE A CHOSEN GENERATION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sommes une génération choisie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CALLED FORTH TO SHOW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Appelée pour montrer ]</a:t>
            </a:r>
            <a:b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699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HIS EXCELLENCE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Son excellence ]</a:t>
            </a:r>
            <a:b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426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I REQUIRE FOR LIFE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ce dont j’ai besoin ] 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30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GOD HAS GIVEN ME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 me l’a donné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31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KNOW WHO I AM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01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WHO GOD SAYS I AM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en Christ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42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HE SAYS I AM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que j’ai en Christ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605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WHERE HE SAYS I'M AT</a:t>
            </a:r>
            <a:b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Où je suis en Christ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825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WHO I 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176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WALKING IN POWER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marche avec puissance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471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WALKING IN MIRACLES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J’accomplis des miracles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506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LIVE A LIFE OF FAVOR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vis une vie de faveur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736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I KNOW WHO I AM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519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0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OH OH, OH OH OH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96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WHO I 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180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AM HOLY, I AM RIGHTEOUS OH…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saint en Christ, justifié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940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AM SO RICH, I AM BEAUTIFUL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Joyau précieux, comblé de Ses richesses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997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WALKING IN POWER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marche avec puissance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01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WALKING IN MIRACLES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J’accomplis des miracles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639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LIVE A LIFE OF FAVOR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vis une vie de faveur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796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I KNOW WHO I AM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742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TAKE A LOOK AT ME, I’M A WONDER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une merveille, regarde-moi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644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 DOESN’T MATTER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qu’importe ]</a:t>
            </a:r>
            <a:endParaRPr lang="en-US" alt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087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YOU SEE NOW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que tu vois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526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CAN YOU SEE HIS GLORY ?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Vois-tu Sa gloire en moi ?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988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I KNOW WHO I AM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260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0999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OH OH, OH OH OH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95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WHO I 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91403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2241</TotalTime>
  <Words>26965</Words>
  <Application>Microsoft Office PowerPoint</Application>
  <PresentationFormat>Affichage à l'écran (4:3)</PresentationFormat>
  <Paragraphs>983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5" baseType="lpstr">
      <vt:lpstr>Calibri</vt:lpstr>
      <vt:lpstr>Franklin Gothic Medium</vt:lpstr>
      <vt:lpstr>Gill Sans Std Light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203</cp:revision>
  <dcterms:created xsi:type="dcterms:W3CDTF">2002-08-17T10:50:50Z</dcterms:created>
  <dcterms:modified xsi:type="dcterms:W3CDTF">2024-11-22T21:42:24Z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