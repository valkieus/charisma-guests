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41" r:id="rId2"/>
    <p:sldId id="364" r:id="rId3"/>
    <p:sldId id="363" r:id="rId4"/>
    <p:sldId id="362" r:id="rId5"/>
    <p:sldId id="365" r:id="rId6"/>
    <p:sldId id="361" r:id="rId7"/>
    <p:sldId id="360" r:id="rId8"/>
    <p:sldId id="359" r:id="rId9"/>
    <p:sldId id="358" r:id="rId10"/>
    <p:sldId id="357" r:id="rId11"/>
    <p:sldId id="356" r:id="rId12"/>
    <p:sldId id="366" r:id="rId13"/>
    <p:sldId id="355" r:id="rId14"/>
    <p:sldId id="354" r:id="rId15"/>
    <p:sldId id="353" r:id="rId16"/>
    <p:sldId id="352" r:id="rId17"/>
    <p:sldId id="351" r:id="rId18"/>
    <p:sldId id="350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54357" autoAdjust="0"/>
  </p:normalViewPr>
  <p:slideViewPr>
    <p:cSldViewPr>
      <p:cViewPr varScale="1">
        <p:scale>
          <a:sx n="58" d="100"/>
          <a:sy n="58" d="100"/>
        </p:scale>
        <p:origin x="5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3903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2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624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2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2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MILLION TONGUES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Toutes les langues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WOULD NEVER BE ENOUGH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Ne suffiront jamais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602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TELL ALL YOU HAVE DONE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dire ce que Tu as fait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31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 EVERYTHING WITHIN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avec toute mon âme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990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VERY SOUL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ce que j’ai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473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SAY THANK YOU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dis merci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18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FAITHFUL, YOU ARE GOOD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es fidèle, Tu es bon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60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 MILLION TONGUES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Toutes les langues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24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WOULD NEVER BE ENOUGH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Ne suffiront jamais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311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TO TELL ALL YOU HAVE DONE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Pour dire ce que Tu as fait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042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WITH EVERYTHING WITHIN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avec toute mon âme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25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MY VERY SOUL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ce que j’ai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64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SAY THANK YOU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dis merci Jésus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138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ARE FAITHFUL, YOU ARE GOOD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 [ Tu es fidèle, Tu es bon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717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HAVE BLESSED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m’as béni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124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I DREAMED OF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Plus que je n’ai rêvé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969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YOU’VE BEEN SO GOOD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as été bon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36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MORE THAN I CAN EXPLAIN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ne peux l’expliquer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03417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</TotalTime>
  <Words>9307</Words>
  <Application>Microsoft Office PowerPoint</Application>
  <PresentationFormat>Affichage à l'écran (4:3)</PresentationFormat>
  <Paragraphs>360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Calibri</vt:lpstr>
      <vt:lpstr>Franklin Gothic Medium</vt:lpstr>
      <vt:lpstr>Metropolis Semi Bold</vt:lpstr>
      <vt:lpstr>Tahoma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208</cp:revision>
  <dcterms:created xsi:type="dcterms:W3CDTF">2002-08-17T10:50:50Z</dcterms:created>
  <dcterms:modified xsi:type="dcterms:W3CDTF">2024-11-22T21:42:37Z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