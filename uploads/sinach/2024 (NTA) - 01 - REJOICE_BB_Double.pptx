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73" r:id="rId22"/>
    <p:sldId id="366" r:id="rId23"/>
    <p:sldId id="367" r:id="rId24"/>
    <p:sldId id="362" r:id="rId25"/>
    <p:sldId id="363" r:id="rId26"/>
    <p:sldId id="368" r:id="rId27"/>
    <p:sldId id="364" r:id="rId28"/>
    <p:sldId id="365" r:id="rId29"/>
    <p:sldId id="369" r:id="rId30"/>
    <p:sldId id="370" r:id="rId31"/>
    <p:sldId id="371" r:id="rId32"/>
    <p:sldId id="372" r:id="rId3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56" autoAdjust="0"/>
    <p:restoredTop sz="61302" autoAdjust="0"/>
  </p:normalViewPr>
  <p:slideViewPr>
    <p:cSldViewPr>
      <p:cViewPr varScale="1">
        <p:scale>
          <a:sx n="65" d="100"/>
          <a:sy n="65" d="100"/>
        </p:scale>
        <p:origin x="90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3182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6871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6589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963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8850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1470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8250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16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673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6691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58119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81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21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25870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64334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61795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1356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57897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08778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34500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75779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30538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937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30807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43905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41734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63446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51446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94722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26598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9959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I'M GONNA DANCE AND PRAISE HIM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vais danser et louer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 DOESN’T MATTER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Qu’importe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23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WHAT COMES MY WAY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 qui vient sur mon chemin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310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GREATER ONE LIVES INSIDE OF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Celui qui est plus Grand vit en moi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240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HIS NAME IS JESUS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Son Nom est Jésus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906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I’M BORN A WINNER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né gagnant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22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VICTORIOUS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Bien plus que conquérant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314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I’M A HEIR OF HIS KINGDOM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Un héritier du Royaume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243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FILLED WITH THE HOLY GHOST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Rempli du Saint-Esprit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052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REJOICE IN HIM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J’ai la joie en Lui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707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A CONQUEROR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plus que vainqueur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741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0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OOOH OOH OOH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156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 WEAPON FORMED AGAINST 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Toute arme forgée contre moi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279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SHALL EVER PROSPER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Ne prospérera pas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555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GREATER ONE LIVES INSIDE OF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Celui qui est plus Grand vit en moi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917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HIS NAME IS JESUS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Son Nom est Jésus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654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I'M BORN A WINNER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né gagnant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92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VICTORIOUS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Bien plus que conquérant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611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I'M A HEIR OF HIS KINGDOM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Un héritier du Royaume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287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FILLED WITH THE HOLY GHOST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Rempli du Saint-Esprit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483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0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OOOH OOH OOH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112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REJOICE IN HIM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J’ai la joie en Lui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487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A CONQUEROR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plus que vainqueur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637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REJOICE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J’ai la joie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7179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A CONQUEROR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plus que vainqueur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860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A CONQUEROR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Bien plus que conquérant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195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VICTORIOUS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plus que vainqueur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2169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0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OOOH OOH OOH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236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A CONQUEROR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Bien plus que conquérant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1268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VICTORIOUS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plus que vainqueur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160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REJOICE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J’ai la joie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7767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A CONQUEROR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plus que vainqueur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26702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2049</TotalTime>
  <Words>25786</Words>
  <Application>Microsoft Office PowerPoint</Application>
  <PresentationFormat>Affichage à l'écran (4:3)</PresentationFormat>
  <Paragraphs>2365</Paragraphs>
  <Slides>32</Slides>
  <Notes>32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6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205</cp:revision>
  <dcterms:created xsi:type="dcterms:W3CDTF">2002-08-17T10:50:50Z</dcterms:created>
  <dcterms:modified xsi:type="dcterms:W3CDTF">2024-11-24T07:11:54Z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