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341" r:id="rId2"/>
    <p:sldId id="364" r:id="rId3"/>
    <p:sldId id="363" r:id="rId4"/>
    <p:sldId id="362" r:id="rId5"/>
    <p:sldId id="365" r:id="rId6"/>
    <p:sldId id="361" r:id="rId7"/>
    <p:sldId id="360" r:id="rId8"/>
    <p:sldId id="359" r:id="rId9"/>
    <p:sldId id="358" r:id="rId10"/>
    <p:sldId id="357" r:id="rId11"/>
    <p:sldId id="356" r:id="rId12"/>
    <p:sldId id="366" r:id="rId13"/>
    <p:sldId id="355" r:id="rId14"/>
    <p:sldId id="354" r:id="rId15"/>
    <p:sldId id="353" r:id="rId16"/>
    <p:sldId id="352" r:id="rId17"/>
    <p:sldId id="351" r:id="rId18"/>
    <p:sldId id="350" r:id="rId19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  <a:srgbClr val="B2B2B2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956" autoAdjust="0"/>
    <p:restoredTop sz="54357" autoAdjust="0"/>
  </p:normalViewPr>
  <p:slideViewPr>
    <p:cSldViewPr>
      <p:cViewPr varScale="1">
        <p:scale>
          <a:sx n="35" d="100"/>
          <a:sy n="35" d="100"/>
        </p:scale>
        <p:origin x="592" y="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75" d="100"/>
        <a:sy n="7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428A9632-4C85-4837-9202-7DE41DA9065D}" type="datetimeFigureOut">
              <a:rPr lang="fr-FR"/>
              <a:pPr>
                <a:defRPr/>
              </a:pPr>
              <a:t>12/11/2023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7DCA80A-8400-4AE9-8C4D-4EA1B13572F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lnSpc>
                <a:spcPct val="120000"/>
              </a:lnSpc>
            </a:pPr>
            <a:r>
              <a:rPr lang="fr-FR" sz="1800" dirty="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Couplet :</a:t>
            </a:r>
          </a:p>
          <a:p>
            <a:pPr>
              <a:lnSpc>
                <a:spcPct val="120000"/>
              </a:lnSpc>
            </a:pPr>
            <a:r>
              <a:rPr lang="fr-FR" sz="1800" dirty="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1-  A MILLION TONGUES [ Toutes les langues ] 
2-  WOULD NEVER BE ENOUGH [ Ne suffiront jamais ] 
3-  TO TELL ALL YOU HAVE DONE [ Pour dire ce que Tu as fait ] 
4-  WITH EVERYTHING WITHIN [ Et avec toute mon âme ] 
5-  MY VERY SOUL [ Tout ce que j’ai ] 
6-  I SAY THANK YOU JESUS [ Je dis merci Jésus ] </a:t>
            </a:r>
          </a:p>
          <a:p>
            <a:pPr>
              <a:lnSpc>
                <a:spcPct val="120000"/>
              </a:lnSpc>
            </a:pPr>
            <a:r>
              <a:rPr lang="fr-FR" sz="1800" dirty="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>
              <a:lnSpc>
                <a:spcPct val="120000"/>
              </a:lnSpc>
            </a:pPr>
            <a:r>
              <a:rPr lang="fr-FR" sz="1800" dirty="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	Refrain :
	7-  YOU ARE FAITHFUL, YOU ARE GOOD  [ Tu es fidèle, Tu es bon ]   x4</a:t>
            </a:r>
          </a:p>
          <a:p>
            <a:pPr>
              <a:lnSpc>
                <a:spcPct val="120000"/>
              </a:lnSpc>
            </a:pPr>
            <a:endParaRPr lang="fr-FR" sz="1800" dirty="0" smtClean="0">
              <a:solidFill>
                <a:srgbClr val="202124"/>
              </a:solidFill>
              <a:effectLst/>
              <a:latin typeface="Tahom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dirty="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Couplet :
8-  A MILLION TONGUES [ Toutes les langues ] 
9-  WOULD NEVER BE ENOUGH [ Ne suffiront jamais ] 
10-  TO TELL ALL YOU HAVE DONE [ Pour dire ce que Tu as fait ] 
11-  WITH EVERYTHING WITHIN [ Et avec toute mon âme ] 
12-  MY VERY SOUL [ Tout ce que j’ai ] 
13-  I SAY THANK YOU JESUS [ Je dis merci Jésus ]                              x2</a:t>
            </a:r>
          </a:p>
          <a:p>
            <a:pPr>
              <a:lnSpc>
                <a:spcPct val="120000"/>
              </a:lnSpc>
            </a:pPr>
            <a:r>
              <a:rPr lang="fr-FR" sz="1800" dirty="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>
              <a:lnSpc>
                <a:spcPct val="120000"/>
              </a:lnSpc>
            </a:pPr>
            <a:r>
              <a:rPr lang="fr-FR" sz="1800" dirty="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	Refrain :
	14-  YOU ARE FAITHFUL, YOU ARE GOOD   [ Tu es fidèle, Tu es bon ]   x8</a:t>
            </a:r>
          </a:p>
          <a:p>
            <a:pPr>
              <a:lnSpc>
                <a:spcPct val="120000"/>
              </a:lnSpc>
            </a:pPr>
            <a:r>
              <a:rPr lang="fr-FR" sz="1800" dirty="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
15-  YOU HAVE BLESSED ME [ Tu m’as béni ] 
16-  MORE THAN I DREAMED OF [ Plus que je n’ai rêvé ] 
17-  YOU'VE BEEN SO GOOD [ Tu as été bon ] 
18-  MORE THAN I CAN EXPLAIN [ Je ne peux l’expliquer ]        x6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A MILLION TONGUES [ Toutes les langues ] 
2-  WOULD NEVER BE ENOUGH [ Ne suffiront jamais ] 
3-  TO TELL ALL YOU HAVE DONE [ Pour dire ce que Tu as fait ] 
4-  WITH EVERYTHING WITHIN [ Et avec toute mon âme ] 
5-  MY VERY SOUL [ Tout ce que j’ai ] 
6-  I SAY THANK YOU JESUS [ Je dis merci Jésus ] 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 :
	7-  YOU ARE FAITHFUL, YOU ARE GOOD  [ Tu es fidèle, Tu es bon ]   x4</a:t>
            </a:r>
          </a:p>
          <a:p>
            <a:endParaRPr lang="fr-FR" smtClean="0"/>
          </a:p>
          <a:p>
            <a:r>
              <a:rPr lang="fr-FR" smtClean="0"/>
              <a:t>Couplet :
8-  A MILLION TONGUES [ Toutes les langues ] 
9-  WOULD NEVER BE ENOUGH [ Ne suffiront jamais ] 
10-  TO TELL ALL YOU HAVE DONE [ Pour dire ce que Tu as fait ] 
11-  WITH EVERYTHING WITHIN [ Et avec toute mon âme ] 
12-  MY VERY SOUL [ Tout ce que j’ai ] 
13-  I SAY THANK YOU JESUS [ Je dis merci Jésus ]                              x2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 :
	14-  YOU ARE FAITHFUL, YOU ARE GOOD   [ Tu es fidèle, Tu es bon ]   x8</a:t>
            </a:r>
          </a:p>
          <a:p>
            <a:r>
              <a:rPr lang="fr-FR" smtClean="0"/>
              <a:t>
15-  YOU HAVE BLESSED ME [ Tu m’as béni ] 
16-  MORE THAN I DREAMED OF [ Plus que je n’ai rêvé ] 
17-  YOU'VE BEEN SO GOOD [ Tu as été bon ] 
18-  MORE THAN I CAN EXPLAIN [ Je ne peux l’expliquer ]        x6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592721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lnSpc>
                <a:spcPct val="120000"/>
              </a:lnSpc>
            </a:pPr>
            <a:r>
              <a:rPr lang="fr-FR" sz="1800" dirty="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Couplet :</a:t>
            </a:r>
          </a:p>
          <a:p>
            <a:pPr>
              <a:lnSpc>
                <a:spcPct val="120000"/>
              </a:lnSpc>
            </a:pPr>
            <a:r>
              <a:rPr lang="fr-FR" sz="1800" dirty="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1-  A MILLION TONGUES [ Toutes les langues ] 
2-  WOULD NEVER BE ENOUGH [ Ne suffiront jamais ] 
3-  TO TELL ALL YOU HAVE DONE [ Pour dire ce que Tu as fait ] 
4-  WITH EVERYTHING WITHIN [ Et avec toute mon âme ] 
5-  MY VERY SOUL [ Tout ce que j’ai ] 
6-  I SAY THANK YOU JESUS [ Je dis merci Jésus ] </a:t>
            </a:r>
          </a:p>
          <a:p>
            <a:pPr>
              <a:lnSpc>
                <a:spcPct val="120000"/>
              </a:lnSpc>
            </a:pPr>
            <a:r>
              <a:rPr lang="fr-FR" sz="1800" dirty="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>
              <a:lnSpc>
                <a:spcPct val="120000"/>
              </a:lnSpc>
            </a:pPr>
            <a:r>
              <a:rPr lang="fr-FR" sz="1800" dirty="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	Refrain :
	7-  YOU ARE FAITHFUL, YOU ARE GOOD  [ Tu es fidèle, Tu es bon ]   x4</a:t>
            </a:r>
          </a:p>
          <a:p>
            <a:pPr>
              <a:lnSpc>
                <a:spcPct val="120000"/>
              </a:lnSpc>
            </a:pPr>
            <a:endParaRPr lang="fr-FR" sz="1800" dirty="0" smtClean="0">
              <a:solidFill>
                <a:srgbClr val="202124"/>
              </a:solidFill>
              <a:effectLst/>
              <a:latin typeface="Tahom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dirty="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Couplet :
8-  A MILLION TONGUES [ Toutes les langues ] 
9-  WOULD NEVER BE ENOUGH [ Ne suffiront jamais ] 
10-  TO TELL ALL YOU HAVE DONE [ Pour dire ce que Tu as fait ] 
11-  WITH EVERYTHING WITHIN [ Et avec toute mon âme ] 
12-  MY VERY SOUL [ Tout ce que j’ai ] 
13-  I SAY THANK YOU JESUS [ Je dis merci Jésus ]                              x2</a:t>
            </a:r>
          </a:p>
          <a:p>
            <a:pPr>
              <a:lnSpc>
                <a:spcPct val="120000"/>
              </a:lnSpc>
            </a:pPr>
            <a:r>
              <a:rPr lang="fr-FR" sz="1800" dirty="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>
              <a:lnSpc>
                <a:spcPct val="120000"/>
              </a:lnSpc>
            </a:pPr>
            <a:r>
              <a:rPr lang="fr-FR" sz="1800" dirty="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	Refrain :
	14-  YOU ARE FAITHFUL, YOU ARE GOOD   [ Tu es fidèle, Tu es bon ]   x8</a:t>
            </a:r>
          </a:p>
          <a:p>
            <a:pPr>
              <a:lnSpc>
                <a:spcPct val="120000"/>
              </a:lnSpc>
            </a:pPr>
            <a:r>
              <a:rPr lang="fr-FR" sz="1800" dirty="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
15-  YOU HAVE BLESSED ME [ Tu m’as béni ] 
16-  MORE THAN I DREAMED OF [ Plus que je n’ai rêvé ] 
17-  YOU'VE BEEN SO GOOD [ Tu as été bon ] 
18-  MORE THAN I CAN EXPLAIN [ Je ne peux l’expliquer ]        x6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A MILLION TONGUES [ Toutes les langues ] 
2-  WOULD NEVER BE ENOUGH [ Ne suffiront jamais ] 
3-  TO TELL ALL YOU HAVE DONE [ Pour dire ce que Tu as fait ] 
4-  WITH EVERYTHING WITHIN [ Et avec toute mon âme ] 
5-  MY VERY SOUL [ Tout ce que j’ai ] 
6-  I SAY THANK YOU JESUS [ Je dis merci Jésus ] 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 :
	7-  YOU ARE FAITHFUL, YOU ARE GOOD  [ Tu es fidèle, Tu es bon ]   x4</a:t>
            </a:r>
          </a:p>
          <a:p>
            <a:endParaRPr lang="fr-FR" smtClean="0"/>
          </a:p>
          <a:p>
            <a:r>
              <a:rPr lang="fr-FR" smtClean="0"/>
              <a:t>Couplet :
8-  A MILLION TONGUES [ Toutes les langues ] 
9-  WOULD NEVER BE ENOUGH [ Ne suffiront jamais ] 
10-  TO TELL ALL YOU HAVE DONE [ Pour dire ce que Tu as fait ] 
11-  WITH EVERYTHING WITHIN [ Et avec toute mon âme ] 
12-  MY VERY SOUL [ Tout ce que j’ai ] 
13-  I SAY THANK YOU JESUS [ Je dis merci Jésus ]                              x2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 :
	14-  YOU ARE FAITHFUL, YOU ARE GOOD   [ Tu es fidèle, Tu es bon ]   x8</a:t>
            </a:r>
          </a:p>
          <a:p>
            <a:r>
              <a:rPr lang="fr-FR" smtClean="0"/>
              <a:t>
15-  YOU HAVE BLESSED ME [ Tu m’as béni ] 
16-  MORE THAN I DREAMED OF [ Plus que je n’ai rêvé ] 
17-  YOU'VE BEEN SO GOOD [ Tu as été bon ] 
18-  MORE THAN I CAN EXPLAIN [ Je ne peux l’expliquer ]        x6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592721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Couplet :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1-  A MILLION TONGUES [ Toutes les langues ] 
2-  WOULD NEVER BE ENOUGH [ Ne suffiront jamais ] 
3-  TO TELL ALL YOU HAVE DONE [ Pour dire ce que Tu as fait ] 
4-  WITH EVERYTHING WITHIN [ Et avec toute mon âme ] 
5-  MY VERY SOUL [ Tout ce que j’ai ] 
6-  I SAY THANK YOU JESUS [ Je dis merci Jésus ] 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	Refrain :
	7-  YOU ARE FAITHFUL, YOU ARE GOOD  [ Tu es fidèle, Tu es bon ]   x4</a:t>
            </a:r>
          </a:p>
          <a:p>
            <a:pPr>
              <a:lnSpc>
                <a:spcPct val="120000"/>
              </a:lnSpc>
            </a:pPr>
            <a:endParaRPr lang="fr-FR" sz="1800" smtClean="0">
              <a:solidFill>
                <a:srgbClr val="202124"/>
              </a:solidFill>
              <a:effectLst/>
              <a:latin typeface="Tahom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Couplet :
8-  A MILLION TONGUES [ Toutes les langues ] 
9-  WOULD NEVER BE ENOUGH [ Ne suffiront jamais ] 
10-  TO TELL ALL YOU HAVE DONE [ Pour dire ce que Tu as fait ] 
11-  WITH EVERYTHING WITHIN [ Et avec toute mon âme ] 
12-  MY VERY SOUL [ Tout ce que j’ai ] 
13-  I SAY THANK YOU JESUS [ Je dis merci Jésus ]                              x2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	Refrain :
	14-  YOU ARE FAITHFUL, YOU ARE GOOD   [ Tu es fidèle, Tu es bon ]   x8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
15-  YOU HAVE BLESSED ME [ Tu m’as béni ] 
16-  MORE THAN I DREAMED OF [ Plus que je n’ai rêvé ] 
17-  YOU'VE BEEN SO GOOD [ Tu as été bon ] 
18-  MORE THAN I CAN EXPLAIN [ Je ne peux l’expliquer ]        x6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A MILLION TONGUES [ Toutes les langues ] 
2-  WOULD NEVER BE ENOUGH [ Ne suffiront jamais ] 
3-  TO TELL ALL YOU HAVE DONE [ Pour dire ce que Tu as fait ] 
4-  WITH EVERYTHING WITHIN [ Et avec toute mon âme ] 
5-  MY VERY SOUL [ Tout ce que j’ai ] 
6-  I SAY THANK YOU JESUS [ Je dis merci Jésus ] 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 :
	7-  YOU ARE FAITHFUL, YOU ARE GOOD  [ Tu es fidèle, Tu es bon ]   x4</a:t>
            </a:r>
          </a:p>
          <a:p>
            <a:endParaRPr lang="fr-FR" smtClean="0"/>
          </a:p>
          <a:p>
            <a:r>
              <a:rPr lang="fr-FR" smtClean="0"/>
              <a:t>Couplet :
8-  A MILLION TONGUES [ Toutes les langues ] 
9-  WOULD NEVER BE ENOUGH [ Ne suffiront jamais ] 
10-  TO TELL ALL YOU HAVE DONE [ Pour dire ce que Tu as fait ] 
11-  WITH EVERYTHING WITHIN [ Et avec toute mon âme ] 
12-  MY VERY SOUL [ Tout ce que j’ai ] 
13-  I SAY THANK YOU JESUS [ Je dis merci Jésus ]                              x2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 :
	14-  YOU ARE FAITHFUL, YOU ARE GOOD   [ Tu es fidèle, Tu es bon ]   x8</a:t>
            </a:r>
          </a:p>
          <a:p>
            <a:r>
              <a:rPr lang="fr-FR" smtClean="0"/>
              <a:t>
15-  YOU HAVE BLESSED ME [ Tu m’as béni ] 
16-  MORE THAN I DREAMED OF [ Plus que je n’ai rêvé ] 
17-  YOU'VE BEEN SO GOOD [ Tu as été bon ] 
18-  MORE THAN I CAN EXPLAIN [ Je ne peux l’expliquer ]        x6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592721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Couplet :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1-  A MILLION TONGUES [ Toutes les langues ] 
2-  WOULD NEVER BE ENOUGH [ Ne suffiront jamais ] 
3-  TO TELL ALL YOU HAVE DONE [ Pour dire ce que Tu as fait ] 
4-  WITH EVERYTHING WITHIN [ Et avec toute mon âme ] 
5-  MY VERY SOUL [ Tout ce que j’ai ] 
6-  I SAY THANK YOU JESUS [ Je dis merci Jésus ] 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	Refrain :
	7-  YOU ARE FAITHFUL, YOU ARE GOOD  [ Tu es fidèle, Tu es bon ]   x4</a:t>
            </a:r>
          </a:p>
          <a:p>
            <a:pPr>
              <a:lnSpc>
                <a:spcPct val="120000"/>
              </a:lnSpc>
            </a:pPr>
            <a:endParaRPr lang="fr-FR" sz="1800" smtClean="0">
              <a:solidFill>
                <a:srgbClr val="202124"/>
              </a:solidFill>
              <a:effectLst/>
              <a:latin typeface="Tahom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Couplet :
8-  A MILLION TONGUES [ Toutes les langues ] 
9-  WOULD NEVER BE ENOUGH [ Ne suffiront jamais ] 
10-  TO TELL ALL YOU HAVE DONE [ Pour dire ce que Tu as fait ] 
11-  WITH EVERYTHING WITHIN [ Et avec toute mon âme ] 
12-  MY VERY SOUL [ Tout ce que j’ai ] 
13-  I SAY THANK YOU JESUS [ Je dis merci Jésus ]                              x2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	Refrain :
	14-  YOU ARE FAITHFUL, YOU ARE GOOD   [ Tu es fidèle, Tu es bon ]   x8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
15-  YOU HAVE BLESSED ME [ Tu m’as béni ] 
16-  MORE THAN I DREAMED OF [ Plus que je n’ai rêvé ] 
17-  YOU'VE BEEN SO GOOD [ Tu as été bon ] 
18-  MORE THAN I CAN EXPLAIN [ Je ne peux l’expliquer ]        x6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A MILLION TONGUES [ Toutes les langues ] 
2-  WOULD NEVER BE ENOUGH [ Ne suffiront jamais ] 
3-  TO TELL ALL YOU HAVE DONE [ Pour dire ce que Tu as fait ] 
4-  WITH EVERYTHING WITHIN [ Et avec toute mon âme ] 
5-  MY VERY SOUL [ Tout ce que j’ai ] 
6-  I SAY THANK YOU JESUS [ Je dis merci Jésus ] 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 :
	7-  YOU ARE FAITHFUL, YOU ARE GOOD  [ Tu es fidèle, Tu es bon ]   x4</a:t>
            </a:r>
          </a:p>
          <a:p>
            <a:endParaRPr lang="fr-FR" smtClean="0"/>
          </a:p>
          <a:p>
            <a:r>
              <a:rPr lang="fr-FR" smtClean="0"/>
              <a:t>Couplet :
8-  A MILLION TONGUES [ Toutes les langues ] 
9-  WOULD NEVER BE ENOUGH [ Ne suffiront jamais ] 
10-  TO TELL ALL YOU HAVE DONE [ Pour dire ce que Tu as fait ] 
11-  WITH EVERYTHING WITHIN [ Et avec toute mon âme ] 
12-  MY VERY SOUL [ Tout ce que j’ai ] 
13-  I SAY THANK YOU JESUS [ Je dis merci Jésus ]                              x2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 :
	14-  YOU ARE FAITHFUL, YOU ARE GOOD   [ Tu es fidèle, Tu es bon ]   x8</a:t>
            </a:r>
          </a:p>
          <a:p>
            <a:r>
              <a:rPr lang="fr-FR" smtClean="0"/>
              <a:t>
15-  YOU HAVE BLESSED ME [ Tu m’as béni ] 
16-  MORE THAN I DREAMED OF [ Plus que je n’ai rêvé ] 
17-  YOU'VE BEEN SO GOOD [ Tu as été bon ] 
18-  MORE THAN I CAN EXPLAIN [ Je ne peux l’expliquer ]        x6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592721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Couplet :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1-  A MILLION TONGUES [ Toutes les langues ] 
2-  WOULD NEVER BE ENOUGH [ Ne suffiront jamais ] 
3-  TO TELL ALL YOU HAVE DONE [ Pour dire ce que Tu as fait ] 
4-  WITH EVERYTHING WITHIN [ Et avec toute mon âme ] 
5-  MY VERY SOUL [ Tout ce que j’ai ] 
6-  I SAY THANK YOU JESUS [ Je dis merci Jésus ] 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	Refrain :
	7-  YOU ARE FAITHFUL, YOU ARE GOOD  [ Tu es fidèle, Tu es bon ]   x4</a:t>
            </a:r>
          </a:p>
          <a:p>
            <a:pPr>
              <a:lnSpc>
                <a:spcPct val="120000"/>
              </a:lnSpc>
            </a:pPr>
            <a:endParaRPr lang="fr-FR" sz="1800" smtClean="0">
              <a:solidFill>
                <a:srgbClr val="202124"/>
              </a:solidFill>
              <a:effectLst/>
              <a:latin typeface="Tahom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Couplet :
8-  A MILLION TONGUES [ Toutes les langues ] 
9-  WOULD NEVER BE ENOUGH [ Ne suffiront jamais ] 
10-  TO TELL ALL YOU HAVE DONE [ Pour dire ce que Tu as fait ] 
11-  WITH EVERYTHING WITHIN [ Et avec toute mon âme ] 
12-  MY VERY SOUL [ Tout ce que j’ai ] 
13-  I SAY THANK YOU JESUS [ Je dis merci Jésus ]                              x2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	Refrain :
	14-  YOU ARE FAITHFUL, YOU ARE GOOD   [ Tu es fidèle, Tu es bon ]   x8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
15-  YOU HAVE BLESSED ME [ Tu m’as béni ] 
16-  MORE THAN I DREAMED OF [ Plus que je n’ai rêvé ] 
17-  YOU'VE BEEN SO GOOD [ Tu as été bon ] 
18-  MORE THAN I CAN EXPLAIN [ Je ne peux l’expliquer ]        x6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A MILLION TONGUES [ Toutes les langues ] 
2-  WOULD NEVER BE ENOUGH [ Ne suffiront jamais ] 
3-  TO TELL ALL YOU HAVE DONE [ Pour dire ce que Tu as fait ] 
4-  WITH EVERYTHING WITHIN [ Et avec toute mon âme ] 
5-  MY VERY SOUL [ Tout ce que j’ai ] 
6-  I SAY THANK YOU JESUS [ Je dis merci Jésus ] 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 :
	7-  YOU ARE FAITHFUL, YOU ARE GOOD  [ Tu es fidèle, Tu es bon ]   x4</a:t>
            </a:r>
          </a:p>
          <a:p>
            <a:endParaRPr lang="fr-FR" smtClean="0"/>
          </a:p>
          <a:p>
            <a:r>
              <a:rPr lang="fr-FR" smtClean="0"/>
              <a:t>Couplet :
8-  A MILLION TONGUES [ Toutes les langues ] 
9-  WOULD NEVER BE ENOUGH [ Ne suffiront jamais ] 
10-  TO TELL ALL YOU HAVE DONE [ Pour dire ce que Tu as fait ] 
11-  WITH EVERYTHING WITHIN [ Et avec toute mon âme ] 
12-  MY VERY SOUL [ Tout ce que j’ai ] 
13-  I SAY THANK YOU JESUS [ Je dis merci Jésus ]                              x2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 :
	14-  YOU ARE FAITHFUL, YOU ARE GOOD   [ Tu es fidèle, Tu es bon ]   x8</a:t>
            </a:r>
          </a:p>
          <a:p>
            <a:r>
              <a:rPr lang="fr-FR" smtClean="0"/>
              <a:t>
15-  YOU HAVE BLESSED ME [ Tu m’as béni ] 
16-  MORE THAN I DREAMED OF [ Plus que je n’ai rêvé ] 
17-  YOU'VE BEEN SO GOOD [ Tu as été bon ] 
18-  MORE THAN I CAN EXPLAIN [ Je ne peux l’expliquer ]        x6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639030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Couplet :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1-  A MILLION TONGUES [ Toutes les langues ] 
2-  WOULD NEVER BE ENOUGH [ Ne suffiront jamais ] 
3-  TO TELL ALL YOU HAVE DONE [ Pour dire ce que Tu as fait ] 
4-  WITH EVERYTHING WITHIN [ Et avec toute mon âme ] 
5-  MY VERY SOUL [ Tout ce que j’ai ] 
6-  I SAY THANK YOU JESUS [ Je dis merci Jésus ] 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	Refrain :
	7-  YOU ARE FAITHFUL, YOU ARE GOOD  [ Tu es fidèle, Tu es bon ]   x4</a:t>
            </a:r>
          </a:p>
          <a:p>
            <a:pPr>
              <a:lnSpc>
                <a:spcPct val="120000"/>
              </a:lnSpc>
            </a:pPr>
            <a:endParaRPr lang="fr-FR" sz="1800" smtClean="0">
              <a:solidFill>
                <a:srgbClr val="202124"/>
              </a:solidFill>
              <a:effectLst/>
              <a:latin typeface="Tahom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Couplet :
8-  A MILLION TONGUES [ Toutes les langues ] 
9-  WOULD NEVER BE ENOUGH [ Ne suffiront jamais ] 
10-  TO TELL ALL YOU HAVE DONE [ Pour dire ce que Tu as fait ] 
11-  WITH EVERYTHING WITHIN [ Et avec toute mon âme ] 
12-  MY VERY SOUL [ Tout ce que j’ai ] 
13-  I SAY THANK YOU JESUS [ Je dis merci Jésus ]                              x2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	Refrain :
	14-  YOU ARE FAITHFUL, YOU ARE GOOD   [ Tu es fidèle, Tu es bon ]   x8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
15-  YOU HAVE BLESSED ME [ Tu m’as béni ] 
16-  MORE THAN I DREAMED OF [ Plus que je n’ai rêvé ] 
17-  YOU'VE BEEN SO GOOD [ Tu as été bon ] 
18-  MORE THAN I CAN EXPLAIN [ Je ne peux l’expliquer ]        x6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A MILLION TONGUES [ Toutes les langues ] 
2-  WOULD NEVER BE ENOUGH [ Ne suffiront jamais ] 
3-  TO TELL ALL YOU HAVE DONE [ Pour dire ce que Tu as fait ] 
4-  WITH EVERYTHING WITHIN [ Et avec toute mon âme ] 
5-  MY VERY SOUL [ Tout ce que j’ai ] 
6-  I SAY THANK YOU JESUS [ Je dis merci Jésus ] 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 :
	7-  YOU ARE FAITHFUL, YOU ARE GOOD  [ Tu es fidèle, Tu es bon ]   x4</a:t>
            </a:r>
          </a:p>
          <a:p>
            <a:endParaRPr lang="fr-FR" smtClean="0"/>
          </a:p>
          <a:p>
            <a:r>
              <a:rPr lang="fr-FR" smtClean="0"/>
              <a:t>Couplet :
8-  A MILLION TONGUES [ Toutes les langues ] 
9-  WOULD NEVER BE ENOUGH [ Ne suffiront jamais ] 
10-  TO TELL ALL YOU HAVE DONE [ Pour dire ce que Tu as fait ] 
11-  WITH EVERYTHING WITHIN [ Et avec toute mon âme ] 
12-  MY VERY SOUL [ Tout ce que j’ai ] 
13-  I SAY THANK YOU JESUS [ Je dis merci Jésus ]                              x2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 :
	14-  YOU ARE FAITHFUL, YOU ARE GOOD   [ Tu es fidèle, Tu es bon ]   x8</a:t>
            </a:r>
          </a:p>
          <a:p>
            <a:r>
              <a:rPr lang="fr-FR" smtClean="0"/>
              <a:t>
15-  YOU HAVE BLESSED ME [ Tu m’as béni ] 
16-  MORE THAN I DREAMED OF [ Plus que je n’ai rêvé ] 
17-  YOU'VE BEEN SO GOOD [ Tu as été bon ] 
18-  MORE THAN I CAN EXPLAIN [ Je ne peux l’expliquer ]        x6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5927217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Couplet :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1-  A MILLION TONGUES [ Toutes les langues ] 
2-  WOULD NEVER BE ENOUGH [ Ne suffiront jamais ] 
3-  TO TELL ALL YOU HAVE DONE [ Pour dire ce que Tu as fait ] 
4-  WITH EVERYTHING WITHIN [ Et avec toute mon âme ] 
5-  MY VERY SOUL [ Tout ce que j’ai ] 
6-  I SAY THANK YOU JESUS [ Je dis merci Jésus ] 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	Refrain :
	7-  YOU ARE FAITHFUL, YOU ARE GOOD  [ Tu es fidèle, Tu es bon ]   x4</a:t>
            </a:r>
          </a:p>
          <a:p>
            <a:pPr>
              <a:lnSpc>
                <a:spcPct val="120000"/>
              </a:lnSpc>
            </a:pPr>
            <a:endParaRPr lang="fr-FR" sz="1800" smtClean="0">
              <a:solidFill>
                <a:srgbClr val="202124"/>
              </a:solidFill>
              <a:effectLst/>
              <a:latin typeface="Tahom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Couplet :
8-  A MILLION TONGUES [ Toutes les langues ] 
9-  WOULD NEVER BE ENOUGH [ Ne suffiront jamais ] 
10-  TO TELL ALL YOU HAVE DONE [ Pour dire ce que Tu as fait ] 
11-  WITH EVERYTHING WITHIN [ Et avec toute mon âme ] 
12-  MY VERY SOUL [ Tout ce que j’ai ] 
13-  I SAY THANK YOU JESUS [ Je dis merci Jésus ]                              x2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	Refrain :
	14-  YOU ARE FAITHFUL, YOU ARE GOOD   [ Tu es fidèle, Tu es bon ]   x8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
15-  YOU HAVE BLESSED ME [ Tu m’as béni ] 
16-  MORE THAN I DREAMED OF [ Plus que je n’ai rêvé ] 
17-  YOU'VE BEEN SO GOOD [ Tu as été bon ] 
18-  MORE THAN I CAN EXPLAIN [ Je ne peux l’expliquer ]        x6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A MILLION TONGUES [ Toutes les langues ] 
2-  WOULD NEVER BE ENOUGH [ Ne suffiront jamais ] 
3-  TO TELL ALL YOU HAVE DONE [ Pour dire ce que Tu as fait ] 
4-  WITH EVERYTHING WITHIN [ Et avec toute mon âme ] 
5-  MY VERY SOUL [ Tout ce que j’ai ] 
6-  I SAY THANK YOU JESUS [ Je dis merci Jésus ] 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 :
	7-  YOU ARE FAITHFUL, YOU ARE GOOD  [ Tu es fidèle, Tu es bon ]   x4</a:t>
            </a:r>
          </a:p>
          <a:p>
            <a:endParaRPr lang="fr-FR" smtClean="0"/>
          </a:p>
          <a:p>
            <a:r>
              <a:rPr lang="fr-FR" smtClean="0"/>
              <a:t>Couplet :
8-  A MILLION TONGUES [ Toutes les langues ] 
9-  WOULD NEVER BE ENOUGH [ Ne suffiront jamais ] 
10-  TO TELL ALL YOU HAVE DONE [ Pour dire ce que Tu as fait ] 
11-  WITH EVERYTHING WITHIN [ Et avec toute mon âme ] 
12-  MY VERY SOUL [ Tout ce que j’ai ] 
13-  I SAY THANK YOU JESUS [ Je dis merci Jésus ]                              x2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 :
	14-  YOU ARE FAITHFUL, YOU ARE GOOD   [ Tu es fidèle, Tu es bon ]   x8</a:t>
            </a:r>
          </a:p>
          <a:p>
            <a:r>
              <a:rPr lang="fr-FR" smtClean="0"/>
              <a:t>
15-  YOU HAVE BLESSED ME [ Tu m’as béni ] 
16-  MORE THAN I DREAMED OF [ Plus que je n’ai rêvé ] 
17-  YOU'VE BEEN SO GOOD [ Tu as été bon ] 
18-  MORE THAN I CAN EXPLAIN [ Je ne peux l’expliquer ]        x6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5927217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Couplet :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1-  A MILLION TONGUES [ Toutes les langues ] 
2-  WOULD NEVER BE ENOUGH [ Ne suffiront jamais ] 
3-  TO TELL ALL YOU HAVE DONE [ Pour dire ce que Tu as fait ] 
4-  WITH EVERYTHING WITHIN [ Et avec toute mon âme ] 
5-  MY VERY SOUL [ Tout ce que j’ai ] 
6-  I SAY THANK YOU JESUS [ Je dis merci Jésus ] 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	Refrain :
	7-  YOU ARE FAITHFUL, YOU ARE GOOD  [ Tu es fidèle, Tu es bon ]   x4</a:t>
            </a:r>
          </a:p>
          <a:p>
            <a:pPr>
              <a:lnSpc>
                <a:spcPct val="120000"/>
              </a:lnSpc>
            </a:pPr>
            <a:endParaRPr lang="fr-FR" sz="1800" smtClean="0">
              <a:solidFill>
                <a:srgbClr val="202124"/>
              </a:solidFill>
              <a:effectLst/>
              <a:latin typeface="Tahom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Couplet :
8-  A MILLION TONGUES [ Toutes les langues ] 
9-  WOULD NEVER BE ENOUGH [ Ne suffiront jamais ] 
10-  TO TELL ALL YOU HAVE DONE [ Pour dire ce que Tu as fait ] 
11-  WITH EVERYTHING WITHIN [ Et avec toute mon âme ] 
12-  MY VERY SOUL [ Tout ce que j’ai ] 
13-  I SAY THANK YOU JESUS [ Je dis merci Jésus ]                              x2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	Refrain :
	14-  YOU ARE FAITHFUL, YOU ARE GOOD   [ Tu es fidèle, Tu es bon ]   x8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
15-  YOU HAVE BLESSED ME [ Tu m’as béni ] 
16-  MORE THAN I DREAMED OF [ Plus que je n’ai rêvé ] 
17-  YOU'VE BEEN SO GOOD [ Tu as été bon ] 
18-  MORE THAN I CAN EXPLAIN [ Je ne peux l’expliquer ]        x6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A MILLION TONGUES [ Toutes les langues ] 
2-  WOULD NEVER BE ENOUGH [ Ne suffiront jamais ] 
3-  TO TELL ALL YOU HAVE DONE [ Pour dire ce que Tu as fait ] 
4-  WITH EVERYTHING WITHIN [ Et avec toute mon âme ] 
5-  MY VERY SOUL [ Tout ce que j’ai ] 
6-  I SAY THANK YOU JESUS [ Je dis merci Jésus ] 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 :
	7-  YOU ARE FAITHFUL, YOU ARE GOOD  [ Tu es fidèle, Tu es bon ]   x4</a:t>
            </a:r>
          </a:p>
          <a:p>
            <a:endParaRPr lang="fr-FR" smtClean="0"/>
          </a:p>
          <a:p>
            <a:r>
              <a:rPr lang="fr-FR" smtClean="0"/>
              <a:t>Couplet :
8-  A MILLION TONGUES [ Toutes les langues ] 
9-  WOULD NEVER BE ENOUGH [ Ne suffiront jamais ] 
10-  TO TELL ALL YOU HAVE DONE [ Pour dire ce que Tu as fait ] 
11-  WITH EVERYTHING WITHIN [ Et avec toute mon âme ] 
12-  MY VERY SOUL [ Tout ce que j’ai ] 
13-  I SAY THANK YOU JESUS [ Je dis merci Jésus ]                              x2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 :
	14-  YOU ARE FAITHFUL, YOU ARE GOOD   [ Tu es fidèle, Tu es bon ]   x8</a:t>
            </a:r>
          </a:p>
          <a:p>
            <a:r>
              <a:rPr lang="fr-FR" smtClean="0"/>
              <a:t>
15-  YOU HAVE BLESSED ME [ Tu m’as béni ] 
16-  MORE THAN I DREAMED OF [ Plus que je n’ai rêvé ] 
17-  YOU'VE BEEN SO GOOD [ Tu as été bon ] 
18-  MORE THAN I CAN EXPLAIN [ Je ne peux l’expliquer ]        x6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592721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10000"/>
          </a:bodyPr>
          <a:lstStyle/>
          <a:p>
            <a:pPr>
              <a:lnSpc>
                <a:spcPct val="120000"/>
              </a:lnSpc>
            </a:pPr>
            <a:r>
              <a:rPr lang="fr-FR" sz="12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Couplet :</a:t>
            </a:r>
          </a:p>
          <a:p>
            <a:pPr>
              <a:lnSpc>
                <a:spcPct val="120000"/>
              </a:lnSpc>
            </a:pPr>
            <a:r>
              <a:rPr lang="fr-FR" sz="12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1-  A MILLION TONGUES [ Toutes les langues ] 
2-  WOULD NEVER BE ENOUGH [ Ne suffiront jamais ] 
3-  TO TELL ALL YOU HAVE DONE [ Pour dire ce que Tu as fait ] 
4-  WITH EVERYTHING WITHIN [ Et avec toute mon âme ] 
5-  MY VERY SOUL [ Tout ce que j’ai ] 
6-  I SAY THANK YOU JESUS [ Je dis merci Jésus ] </a:t>
            </a:r>
          </a:p>
          <a:p>
            <a:pPr>
              <a:lnSpc>
                <a:spcPct val="120000"/>
              </a:lnSpc>
            </a:pPr>
            <a:r>
              <a:rPr lang="fr-FR" sz="12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>
              <a:lnSpc>
                <a:spcPct val="120000"/>
              </a:lnSpc>
            </a:pPr>
            <a:r>
              <a:rPr lang="fr-FR" sz="12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	Refrain :
	7-  YOU ARE FAITHFUL, YOU ARE GOOD  [ Tu es fidèle, Tu es bon ]   x4</a:t>
            </a:r>
          </a:p>
          <a:p>
            <a:pPr>
              <a:lnSpc>
                <a:spcPct val="120000"/>
              </a:lnSpc>
            </a:pPr>
            <a:endParaRPr lang="fr-FR" sz="1200" smtClean="0">
              <a:solidFill>
                <a:srgbClr val="202124"/>
              </a:solidFill>
              <a:effectLst/>
              <a:latin typeface="Tahom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2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Couplet :
8-  A MILLION TONGUES [ Toutes les langues ] 
9-  WOULD NEVER BE ENOUGH [ Ne suffiront jamais ] 
10-  TO TELL ALL YOU HAVE DONE [ Pour dire ce que Tu as fait ] 
11-  WITH EVERYTHING WITHIN [ Et avec toute mon âme ] 
12-  MY VERY SOUL [ Tout ce que j’ai ] 
13-  I SAY THANK YOU JESUS [ Je dis merci Jésus ]                              x2</a:t>
            </a:r>
          </a:p>
          <a:p>
            <a:pPr>
              <a:lnSpc>
                <a:spcPct val="120000"/>
              </a:lnSpc>
            </a:pPr>
            <a:r>
              <a:rPr lang="fr-FR" sz="12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>
              <a:lnSpc>
                <a:spcPct val="120000"/>
              </a:lnSpc>
            </a:pPr>
            <a:r>
              <a:rPr lang="fr-FR" sz="12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	Refrain :
	14-  YOU ARE FAITHFUL, YOU ARE GOOD   [ Tu es fidèle, Tu es bon ]   x8</a:t>
            </a:r>
          </a:p>
          <a:p>
            <a:pPr>
              <a:lnSpc>
                <a:spcPct val="120000"/>
              </a:lnSpc>
            </a:pPr>
            <a:r>
              <a:rPr lang="fr-FR" sz="12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
15-  YOU HAVE BLESSED ME [ Tu m’as béni ] 
16-  MORE THAN I DREAMED OF [ Plus que je n’ai rêvé ] 
17-  YOU'VE BEEN SO GOOD [ Tu as été bon ] 
18-  MORE THAN I CAN EXPLAIN [ Je ne peux l’expliquer ]        x6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A MILLION TONGUES [ Toutes les langues ] 
2-  WOULD NEVER BE ENOUGH [ Ne suffiront jamais ] 
3-  TO TELL ALL YOU HAVE DONE [ Pour dire ce que Tu as fait ] 
4-  WITH EVERYTHING WITHIN [ Et avec toute mon âme ] 
5-  MY VERY SOUL [ Tout ce que j’ai ] 
6-  I SAY THANK YOU JESUS [ Je dis merci Jésus ] 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 :
	7-  YOU ARE FAITHFUL, YOU ARE GOOD  [ Tu es fidèle, Tu es bon ]   x4</a:t>
            </a:r>
          </a:p>
          <a:p>
            <a:endParaRPr lang="fr-FR" smtClean="0"/>
          </a:p>
          <a:p>
            <a:r>
              <a:rPr lang="fr-FR" smtClean="0"/>
              <a:t>Couplet :
8-  A MILLION TONGUES [ Toutes les langues ] 
9-  WOULD NEVER BE ENOUGH [ Ne suffiront jamais ] 
10-  TO TELL ALL YOU HAVE DONE [ Pour dire ce que Tu as fait ] 
11-  WITH EVERYTHING WITHIN [ Et avec toute mon âme ] 
12-  MY VERY SOUL [ Tout ce que j’ai ] 
13-  I SAY THANK YOU JESUS [ Je dis merci Jésus ]                              x2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 :
	14-  YOU ARE FAITHFUL, YOU ARE GOOD   [ Tu es fidèle, Tu es bon ]   x8</a:t>
            </a:r>
          </a:p>
          <a:p>
            <a:r>
              <a:rPr lang="fr-FR" smtClean="0"/>
              <a:t>
15-  YOU HAVE BLESSED ME [ Tu m’as béni ] 
16-  MORE THAN I DREAMED OF [ Plus que je n’ai rêvé ] 
17-  YOU'VE BEEN SO GOOD [ Tu as été bon ] 
18-  MORE THAN I CAN EXPLAIN [ Je ne peux l’expliquer ]        x6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5927217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Couplet :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1-  A MILLION TONGUES [ Toutes les langues ] 
2-  WOULD NEVER BE ENOUGH [ Ne suffiront jamais ] 
3-  TO TELL ALL YOU HAVE DONE [ Pour dire ce que Tu as fait ] 
4-  WITH EVERYTHING WITHIN [ Et avec toute mon âme ] 
5-  MY VERY SOUL [ Tout ce que j’ai ] 
6-  I SAY THANK YOU JESUS [ Je dis merci Jésus ] 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	Refrain :
	7-  YOU ARE FAITHFUL, YOU ARE GOOD  [ Tu es fidèle, Tu es bon ]   x4</a:t>
            </a:r>
          </a:p>
          <a:p>
            <a:pPr>
              <a:lnSpc>
                <a:spcPct val="120000"/>
              </a:lnSpc>
            </a:pPr>
            <a:endParaRPr lang="fr-FR" sz="1800" smtClean="0">
              <a:solidFill>
                <a:srgbClr val="202124"/>
              </a:solidFill>
              <a:effectLst/>
              <a:latin typeface="Tahom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Couplet :
8-  A MILLION TONGUES [ Toutes les langues ] 
9-  WOULD NEVER BE ENOUGH [ Ne suffiront jamais ] 
10-  TO TELL ALL YOU HAVE DONE [ Pour dire ce que Tu as fait ] 
11-  WITH EVERYTHING WITHIN [ Et avec toute mon âme ] 
12-  MY VERY SOUL [ Tout ce que j’ai ] 
13-  I SAY THANK YOU JESUS [ Je dis merci Jésus ]                              x2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	Refrain :
	14-  YOU ARE FAITHFUL, YOU ARE GOOD   [ Tu es fidèle, Tu es bon ]   x8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
15-  YOU HAVE BLESSED ME [ Tu m’as béni ] 
16-  MORE THAN I DREAMED OF [ Plus que je n’ai rêvé ] 
17-  YOU'VE BEEN SO GOOD [ Tu as été bon ] 
18-  MORE THAN I CAN EXPLAIN [ Je ne peux l’expliquer ]        x6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A MILLION TONGUES [ Toutes les langues ] 
2-  WOULD NEVER BE ENOUGH [ Ne suffiront jamais ] 
3-  TO TELL ALL YOU HAVE DONE [ Pour dire ce que Tu as fait ] 
4-  WITH EVERYTHING WITHIN [ Et avec toute mon âme ] 
5-  MY VERY SOUL [ Tout ce que j’ai ] 
6-  I SAY THANK YOU JESUS [ Je dis merci Jésus ] 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 :
	7-  YOU ARE FAITHFUL, YOU ARE GOOD  [ Tu es fidèle, Tu es bon ]   x4</a:t>
            </a:r>
          </a:p>
          <a:p>
            <a:endParaRPr lang="fr-FR" smtClean="0"/>
          </a:p>
          <a:p>
            <a:r>
              <a:rPr lang="fr-FR" smtClean="0"/>
              <a:t>Couplet :
8-  A MILLION TONGUES [ Toutes les langues ] 
9-  WOULD NEVER BE ENOUGH [ Ne suffiront jamais ] 
10-  TO TELL ALL YOU HAVE DONE [ Pour dire ce que Tu as fait ] 
11-  WITH EVERYTHING WITHIN [ Et avec toute mon âme ] 
12-  MY VERY SOUL [ Tout ce que j’ai ] 
13-  I SAY THANK YOU JESUS [ Je dis merci Jésus ]                              x2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 :
	14-  YOU ARE FAITHFUL, YOU ARE GOOD   [ Tu es fidèle, Tu es bon ]   x8</a:t>
            </a:r>
          </a:p>
          <a:p>
            <a:r>
              <a:rPr lang="fr-FR" smtClean="0"/>
              <a:t>
15-  YOU HAVE BLESSED ME [ Tu m’as béni ] 
16-  MORE THAN I DREAMED OF [ Plus que je n’ai rêvé ] 
17-  YOU'VE BEEN SO GOOD [ Tu as été bon ] 
18-  MORE THAN I CAN EXPLAIN [ Je ne peux l’expliquer ]        x6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592721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Couplet :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1-  A MILLION TONGUES [ Toutes les langues ] 
2-  WOULD NEVER BE ENOUGH [ Ne suffiront jamais ] 
3-  TO TELL ALL YOU HAVE DONE [ Pour dire ce que Tu as fait ] 
4-  WITH EVERYTHING WITHIN [ Et avec toute mon âme ] 
5-  MY VERY SOUL [ Tout ce que j’ai ] 
6-  I SAY THANK YOU JESUS [ Je dis merci Jésus ] 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	Refrain :
	7-  YOU ARE FAITHFUL, YOU ARE GOOD  [ Tu es fidèle, Tu es bon ]   x4</a:t>
            </a:r>
          </a:p>
          <a:p>
            <a:pPr>
              <a:lnSpc>
                <a:spcPct val="120000"/>
              </a:lnSpc>
            </a:pPr>
            <a:endParaRPr lang="fr-FR" sz="1800" smtClean="0">
              <a:solidFill>
                <a:srgbClr val="202124"/>
              </a:solidFill>
              <a:effectLst/>
              <a:latin typeface="Tahom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Couplet :
8-  A MILLION TONGUES [ Toutes les langues ] 
9-  WOULD NEVER BE ENOUGH [ Ne suffiront jamais ] 
10-  TO TELL ALL YOU HAVE DONE [ Pour dire ce que Tu as fait ] 
11-  WITH EVERYTHING WITHIN [ Et avec toute mon âme ] 
12-  MY VERY SOUL [ Tout ce que j’ai ] 
13-  I SAY THANK YOU JESUS [ Je dis merci Jésus ]                              x2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	Refrain :
	14-  YOU ARE FAITHFUL, YOU ARE GOOD   [ Tu es fidèle, Tu es bon ]   x8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
15-  YOU HAVE BLESSED ME [ Tu m’as béni ] 
16-  MORE THAN I DREAMED OF [ Plus que je n’ai rêvé ] 
17-  YOU'VE BEEN SO GOOD [ Tu as été bon ] 
18-  MORE THAN I CAN EXPLAIN [ Je ne peux l’expliquer ]        x6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A MILLION TONGUES [ Toutes les langues ] 
2-  WOULD NEVER BE ENOUGH [ Ne suffiront jamais ] 
3-  TO TELL ALL YOU HAVE DONE [ Pour dire ce que Tu as fait ] 
4-  WITH EVERYTHING WITHIN [ Et avec toute mon âme ] 
5-  MY VERY SOUL [ Tout ce que j’ai ] 
6-  I SAY THANK YOU JESUS [ Je dis merci Jésus ] 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 :
	7-  YOU ARE FAITHFUL, YOU ARE GOOD  [ Tu es fidèle, Tu es bon ]   x4</a:t>
            </a:r>
          </a:p>
          <a:p>
            <a:endParaRPr lang="fr-FR" smtClean="0"/>
          </a:p>
          <a:p>
            <a:r>
              <a:rPr lang="fr-FR" smtClean="0"/>
              <a:t>Couplet :
8-  A MILLION TONGUES [ Toutes les langues ] 
9-  WOULD NEVER BE ENOUGH [ Ne suffiront jamais ] 
10-  TO TELL ALL YOU HAVE DONE [ Pour dire ce que Tu as fait ] 
11-  WITH EVERYTHING WITHIN [ Et avec toute mon âme ] 
12-  MY VERY SOUL [ Tout ce que j’ai ] 
13-  I SAY THANK YOU JESUS [ Je dis merci Jésus ]                              x2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 :
	14-  YOU ARE FAITHFUL, YOU ARE GOOD   [ Tu es fidèle, Tu es bon ]   x8</a:t>
            </a:r>
          </a:p>
          <a:p>
            <a:r>
              <a:rPr lang="fr-FR" smtClean="0"/>
              <a:t>
15-  YOU HAVE BLESSED ME [ Tu m’as béni ] 
16-  MORE THAN I DREAMED OF [ Plus que je n’ai rêvé ] 
17-  YOU'VE BEEN SO GOOD [ Tu as été bon ] 
18-  MORE THAN I CAN EXPLAIN [ Je ne peux l’expliquer ]        x6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592721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Couplet :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1-  A MILLION TONGUES [ Toutes les langues ] 
2-  WOULD NEVER BE ENOUGH [ Ne suffiront jamais ] 
3-  TO TELL ALL YOU HAVE DONE [ Pour dire ce que Tu as fait ] 
4-  WITH EVERYTHING WITHIN [ Et avec toute mon âme ] 
5-  MY VERY SOUL [ Tout ce que j’ai ] 
6-  I SAY THANK YOU JESUS [ Je dis merci Jésus ] 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	Refrain :
	7-  YOU ARE FAITHFUL, YOU ARE GOOD  [ Tu es fidèle, Tu es bon ]   x4</a:t>
            </a:r>
          </a:p>
          <a:p>
            <a:pPr>
              <a:lnSpc>
                <a:spcPct val="120000"/>
              </a:lnSpc>
            </a:pPr>
            <a:endParaRPr lang="fr-FR" sz="1800" smtClean="0">
              <a:solidFill>
                <a:srgbClr val="202124"/>
              </a:solidFill>
              <a:effectLst/>
              <a:latin typeface="Tahom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Couplet :
8-  A MILLION TONGUES [ Toutes les langues ] 
9-  WOULD NEVER BE ENOUGH [ Ne suffiront jamais ] 
10-  TO TELL ALL YOU HAVE DONE [ Pour dire ce que Tu as fait ] 
11-  WITH EVERYTHING WITHIN [ Et avec toute mon âme ] 
12-  MY VERY SOUL [ Tout ce que j’ai ] 
13-  I SAY THANK YOU JESUS [ Je dis merci Jésus ]                              x2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	Refrain :
	14-  YOU ARE FAITHFUL, YOU ARE GOOD   [ Tu es fidèle, Tu es bon ]   x8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
15-  YOU HAVE BLESSED ME [ Tu m’as béni ] 
16-  MORE THAN I DREAMED OF [ Plus que je n’ai rêvé ] 
17-  YOU'VE BEEN SO GOOD [ Tu as été bon ] 
18-  MORE THAN I CAN EXPLAIN [ Je ne peux l’expliquer ]        x6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A MILLION TONGUES [ Toutes les langues ] 
2-  WOULD NEVER BE ENOUGH [ Ne suffiront jamais ] 
3-  TO TELL ALL YOU HAVE DONE [ Pour dire ce que Tu as fait ] 
4-  WITH EVERYTHING WITHIN [ Et avec toute mon âme ] 
5-  MY VERY SOUL [ Tout ce que j’ai ] 
6-  I SAY THANK YOU JESUS [ Je dis merci Jésus ] 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 :
	7-  YOU ARE FAITHFUL, YOU ARE GOOD  [ Tu es fidèle, Tu es bon ]   x4</a:t>
            </a:r>
          </a:p>
          <a:p>
            <a:endParaRPr lang="fr-FR" smtClean="0"/>
          </a:p>
          <a:p>
            <a:r>
              <a:rPr lang="fr-FR" smtClean="0"/>
              <a:t>Couplet :
8-  A MILLION TONGUES [ Toutes les langues ] 
9-  WOULD NEVER BE ENOUGH [ Ne suffiront jamais ] 
10-  TO TELL ALL YOU HAVE DONE [ Pour dire ce que Tu as fait ] 
11-  WITH EVERYTHING WITHIN [ Et avec toute mon âme ] 
12-  MY VERY SOUL [ Tout ce que j’ai ] 
13-  I SAY THANK YOU JESUS [ Je dis merci Jésus ]                              x2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 :
	14-  YOU ARE FAITHFUL, YOU ARE GOOD   [ Tu es fidèle, Tu es bon ]   x8</a:t>
            </a:r>
          </a:p>
          <a:p>
            <a:r>
              <a:rPr lang="fr-FR" smtClean="0"/>
              <a:t>
15-  YOU HAVE BLESSED ME [ Tu m’as béni ] 
16-  MORE THAN I DREAMED OF [ Plus que je n’ai rêvé ] 
17-  YOU'VE BEEN SO GOOD [ Tu as été bon ] 
18-  MORE THAN I CAN EXPLAIN [ Je ne peux l’expliquer ]        x6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4962448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Couplet :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1-  A MILLION TONGUES [ Toutes les langues ] 
2-  WOULD NEVER BE ENOUGH [ Ne suffiront jamais ] 
3-  TO TELL ALL YOU HAVE DONE [ Pour dire ce que Tu as fait ] 
4-  WITH EVERYTHING WITHIN [ Et avec toute mon âme ] 
5-  MY VERY SOUL [ Tout ce que j’ai ] 
6-  I SAY THANK YOU JESUS [ Je dis merci Jésus ] 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	Refrain :
	7-  YOU ARE FAITHFUL, YOU ARE GOOD  [ Tu es fidèle, Tu es bon ]   x4</a:t>
            </a:r>
          </a:p>
          <a:p>
            <a:pPr>
              <a:lnSpc>
                <a:spcPct val="120000"/>
              </a:lnSpc>
            </a:pPr>
            <a:endParaRPr lang="fr-FR" sz="1800" smtClean="0">
              <a:solidFill>
                <a:srgbClr val="202124"/>
              </a:solidFill>
              <a:effectLst/>
              <a:latin typeface="Tahom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Couplet :
8-  A MILLION TONGUES [ Toutes les langues ] 
9-  WOULD NEVER BE ENOUGH [ Ne suffiront jamais ] 
10-  TO TELL ALL YOU HAVE DONE [ Pour dire ce que Tu as fait ] 
11-  WITH EVERYTHING WITHIN [ Et avec toute mon âme ] 
12-  MY VERY SOUL [ Tout ce que j’ai ] 
13-  I SAY THANK YOU JESUS [ Je dis merci Jésus ]                              x2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	Refrain :
	14-  YOU ARE FAITHFUL, YOU ARE GOOD   [ Tu es fidèle, Tu es bon ]   x8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
15-  YOU HAVE BLESSED ME [ Tu m’as béni ] 
16-  MORE THAN I DREAMED OF [ Plus que je n’ai rêvé ] 
17-  YOU'VE BEEN SO GOOD [ Tu as été bon ] 
18-  MORE THAN I CAN EXPLAIN [ Je ne peux l’expliquer ]        x6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A MILLION TONGUES [ Toutes les langues ] 
2-  WOULD NEVER BE ENOUGH [ Ne suffiront jamais ] 
3-  TO TELL ALL YOU HAVE DONE [ Pour dire ce que Tu as fait ] 
4-  WITH EVERYTHING WITHIN [ Et avec toute mon âme ] 
5-  MY VERY SOUL [ Tout ce que j’ai ] 
6-  I SAY THANK YOU JESUS [ Je dis merci Jésus ] 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 :
	7-  YOU ARE FAITHFUL, YOU ARE GOOD  [ Tu es fidèle, Tu es bon ]   x4</a:t>
            </a:r>
          </a:p>
          <a:p>
            <a:endParaRPr lang="fr-FR" smtClean="0"/>
          </a:p>
          <a:p>
            <a:r>
              <a:rPr lang="fr-FR" smtClean="0"/>
              <a:t>Couplet :
8-  A MILLION TONGUES [ Toutes les langues ] 
9-  WOULD NEVER BE ENOUGH [ Ne suffiront jamais ] 
10-  TO TELL ALL YOU HAVE DONE [ Pour dire ce que Tu as fait ] 
11-  WITH EVERYTHING WITHIN [ Et avec toute mon âme ] 
12-  MY VERY SOUL [ Tout ce que j’ai ] 
13-  I SAY THANK YOU JESUS [ Je dis merci Jésus ]                              x2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 :
	14-  YOU ARE FAITHFUL, YOU ARE GOOD   [ Tu es fidèle, Tu es bon ]   x8</a:t>
            </a:r>
          </a:p>
          <a:p>
            <a:r>
              <a:rPr lang="fr-FR" smtClean="0"/>
              <a:t>
15-  YOU HAVE BLESSED ME [ Tu m’as béni ] 
16-  MORE THAN I DREAMED OF [ Plus que je n’ai rêvé ] 
17-  YOU'VE BEEN SO GOOD [ Tu as été bon ] 
18-  MORE THAN I CAN EXPLAIN [ Je ne peux l’expliquer ]        x6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5927217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Couplet :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1-  A MILLION TONGUES [ Toutes les langues ] 
2-  WOULD NEVER BE ENOUGH [ Ne suffiront jamais ] 
3-  TO TELL ALL YOU HAVE DONE [ Pour dire ce que Tu as fait ] 
4-  WITH EVERYTHING WITHIN [ Et avec toute mon âme ] 
5-  MY VERY SOUL [ Tout ce que j’ai ] 
6-  I SAY THANK YOU JESUS [ Je dis merci Jésus ] 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	Refrain :
	7-  YOU ARE FAITHFUL, YOU ARE GOOD  [ Tu es fidèle, Tu es bon ]   x4</a:t>
            </a:r>
          </a:p>
          <a:p>
            <a:pPr>
              <a:lnSpc>
                <a:spcPct val="120000"/>
              </a:lnSpc>
            </a:pPr>
            <a:endParaRPr lang="fr-FR" sz="1800" smtClean="0">
              <a:solidFill>
                <a:srgbClr val="202124"/>
              </a:solidFill>
              <a:effectLst/>
              <a:latin typeface="Tahom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Couplet :
8-  A MILLION TONGUES [ Toutes les langues ] 
9-  WOULD NEVER BE ENOUGH [ Ne suffiront jamais ] 
10-  TO TELL ALL YOU HAVE DONE [ Pour dire ce que Tu as fait ] 
11-  WITH EVERYTHING WITHIN [ Et avec toute mon âme ] 
12-  MY VERY SOUL [ Tout ce que j’ai ] 
13-  I SAY THANK YOU JESUS [ Je dis merci Jésus ]                              x2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	Refrain :
	14-  YOU ARE FAITHFUL, YOU ARE GOOD   [ Tu es fidèle, Tu es bon ]   x8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
15-  YOU HAVE BLESSED ME [ Tu m’as béni ] 
16-  MORE THAN I DREAMED OF [ Plus que je n’ai rêvé ] 
17-  YOU'VE BEEN SO GOOD [ Tu as été bon ] 
18-  MORE THAN I CAN EXPLAIN [ Je ne peux l’expliquer ]        x6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A MILLION TONGUES [ Toutes les langues ] 
2-  WOULD NEVER BE ENOUGH [ Ne suffiront jamais ] 
3-  TO TELL ALL YOU HAVE DONE [ Pour dire ce que Tu as fait ] 
4-  WITH EVERYTHING WITHIN [ Et avec toute mon âme ] 
5-  MY VERY SOUL [ Tout ce que j’ai ] 
6-  I SAY THANK YOU JESUS [ Je dis merci Jésus ] 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 :
	7-  YOU ARE FAITHFUL, YOU ARE GOOD  [ Tu es fidèle, Tu es bon ]   x4</a:t>
            </a:r>
          </a:p>
          <a:p>
            <a:endParaRPr lang="fr-FR" smtClean="0"/>
          </a:p>
          <a:p>
            <a:r>
              <a:rPr lang="fr-FR" smtClean="0"/>
              <a:t>Couplet :
8-  A MILLION TONGUES [ Toutes les langues ] 
9-  WOULD NEVER BE ENOUGH [ Ne suffiront jamais ] 
10-  TO TELL ALL YOU HAVE DONE [ Pour dire ce que Tu as fait ] 
11-  WITH EVERYTHING WITHIN [ Et avec toute mon âme ] 
12-  MY VERY SOUL [ Tout ce que j’ai ] 
13-  I SAY THANK YOU JESUS [ Je dis merci Jésus ]                              x2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 :
	14-  YOU ARE FAITHFUL, YOU ARE GOOD   [ Tu es fidèle, Tu es bon ]   x8</a:t>
            </a:r>
          </a:p>
          <a:p>
            <a:r>
              <a:rPr lang="fr-FR" smtClean="0"/>
              <a:t>
15-  YOU HAVE BLESSED ME [ Tu m’as béni ] 
16-  MORE THAN I DREAMED OF [ Plus que je n’ai rêvé ] 
17-  YOU'VE BEEN SO GOOD [ Tu as été bon ] 
18-  MORE THAN I CAN EXPLAIN [ Je ne peux l’expliquer ]        x6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5927217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10000"/>
          </a:bodyPr>
          <a:lstStyle/>
          <a:p>
            <a:pPr>
              <a:lnSpc>
                <a:spcPct val="120000"/>
              </a:lnSpc>
            </a:pPr>
            <a:r>
              <a:rPr lang="fr-FR" sz="12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Couplet :</a:t>
            </a:r>
          </a:p>
          <a:p>
            <a:pPr>
              <a:lnSpc>
                <a:spcPct val="120000"/>
              </a:lnSpc>
            </a:pPr>
            <a:r>
              <a:rPr lang="fr-FR" sz="12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1-  A MILLION TONGUES [ Toutes les langues ] 
2-  WOULD NEVER BE ENOUGH [ Ne suffiront jamais ] 
3-  TO TELL ALL YOU HAVE DONE [ Pour dire ce que Tu as fait ] 
4-  WITH EVERYTHING WITHIN [ Et avec toute mon âme ] 
5-  MY VERY SOUL [ Tout ce que j’ai ] 
6-  I SAY THANK YOU JESUS [ Je dis merci Jésus ] </a:t>
            </a:r>
          </a:p>
          <a:p>
            <a:pPr>
              <a:lnSpc>
                <a:spcPct val="120000"/>
              </a:lnSpc>
            </a:pPr>
            <a:r>
              <a:rPr lang="fr-FR" sz="12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>
              <a:lnSpc>
                <a:spcPct val="120000"/>
              </a:lnSpc>
            </a:pPr>
            <a:r>
              <a:rPr lang="fr-FR" sz="12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	Refrain :
	7-  YOU ARE FAITHFUL, YOU ARE GOOD  [ Tu es fidèle, Tu es bon ]   x4</a:t>
            </a:r>
          </a:p>
          <a:p>
            <a:pPr>
              <a:lnSpc>
                <a:spcPct val="120000"/>
              </a:lnSpc>
            </a:pPr>
            <a:endParaRPr lang="fr-FR" sz="1200" smtClean="0">
              <a:solidFill>
                <a:srgbClr val="202124"/>
              </a:solidFill>
              <a:effectLst/>
              <a:latin typeface="Tahom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2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Couplet :
8-  A MILLION TONGUES [ Toutes les langues ] 
9-  WOULD NEVER BE ENOUGH [ Ne suffiront jamais ] 
10-  TO TELL ALL YOU HAVE DONE [ Pour dire ce que Tu as fait ] 
11-  WITH EVERYTHING WITHIN [ Et avec toute mon âme ] 
12-  MY VERY SOUL [ Tout ce que j’ai ] 
13-  I SAY THANK YOU JESUS [ Je dis merci Jésus ]                              x2</a:t>
            </a:r>
          </a:p>
          <a:p>
            <a:pPr>
              <a:lnSpc>
                <a:spcPct val="120000"/>
              </a:lnSpc>
            </a:pPr>
            <a:r>
              <a:rPr lang="fr-FR" sz="12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>
              <a:lnSpc>
                <a:spcPct val="120000"/>
              </a:lnSpc>
            </a:pPr>
            <a:r>
              <a:rPr lang="fr-FR" sz="12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	Refrain :
	14-  YOU ARE FAITHFUL, YOU ARE GOOD   [ Tu es fidèle, Tu es bon ]   x8</a:t>
            </a:r>
          </a:p>
          <a:p>
            <a:pPr>
              <a:lnSpc>
                <a:spcPct val="120000"/>
              </a:lnSpc>
            </a:pPr>
            <a:r>
              <a:rPr lang="fr-FR" sz="12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
15-  YOU HAVE BLESSED ME [ Tu m’as béni ] 
16-  MORE THAN I DREAMED OF [ Plus que je n’ai rêvé ] 
17-  YOU'VE BEEN SO GOOD [ Tu as été bon ] 
18-  MORE THAN I CAN EXPLAIN [ Je ne peux l’expliquer ]        x6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A MILLION TONGUES [ Toutes les langues ] 
2-  WOULD NEVER BE ENOUGH [ Ne suffiront jamais ] 
3-  TO TELL ALL YOU HAVE DONE [ Pour dire ce que Tu as fait ] 
4-  WITH EVERYTHING WITHIN [ Et avec toute mon âme ] 
5-  MY VERY SOUL [ Tout ce que j’ai ] 
6-  I SAY THANK YOU JESUS [ Je dis merci Jésus ] 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 :
	7-  YOU ARE FAITHFUL, YOU ARE GOOD  [ Tu es fidèle, Tu es bon ]   x4</a:t>
            </a:r>
          </a:p>
          <a:p>
            <a:endParaRPr lang="fr-FR" smtClean="0"/>
          </a:p>
          <a:p>
            <a:r>
              <a:rPr lang="fr-FR" smtClean="0"/>
              <a:t>Couplet :
8-  A MILLION TONGUES [ Toutes les langues ] 
9-  WOULD NEVER BE ENOUGH [ Ne suffiront jamais ] 
10-  TO TELL ALL YOU HAVE DONE [ Pour dire ce que Tu as fait ] 
11-  WITH EVERYTHING WITHIN [ Et avec toute mon âme ] 
12-  MY VERY SOUL [ Tout ce que j’ai ] 
13-  I SAY THANK YOU JESUS [ Je dis merci Jésus ]                              x2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 :
	14-  YOU ARE FAITHFUL, YOU ARE GOOD   [ Tu es fidèle, Tu es bon ]   x8</a:t>
            </a:r>
          </a:p>
          <a:p>
            <a:r>
              <a:rPr lang="fr-FR" smtClean="0"/>
              <a:t>
15-  YOU HAVE BLESSED ME [ Tu m’as béni ] 
16-  MORE THAN I DREAMED OF [ Plus que je n’ai rêvé ] 
17-  YOU'VE BEEN SO GOOD [ Tu as été bon ] 
18-  MORE THAN I CAN EXPLAIN [ Je ne peux l’expliquer ]        x6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5927217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10000"/>
          </a:bodyPr>
          <a:lstStyle/>
          <a:p>
            <a:pPr>
              <a:lnSpc>
                <a:spcPct val="120000"/>
              </a:lnSpc>
            </a:pPr>
            <a:r>
              <a:rPr lang="fr-FR" sz="12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Couplet :</a:t>
            </a:r>
          </a:p>
          <a:p>
            <a:pPr>
              <a:lnSpc>
                <a:spcPct val="120000"/>
              </a:lnSpc>
            </a:pPr>
            <a:r>
              <a:rPr lang="fr-FR" sz="12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1-  A MILLION TONGUES [ Toutes les langues ] 
2-  WOULD NEVER BE ENOUGH [ Ne suffiront jamais ] 
3-  TO TELL ALL YOU HAVE DONE [ Pour dire ce que Tu as fait ] 
4-  WITH EVERYTHING WITHIN [ Et avec toute mon âme ] 
5-  MY VERY SOUL [ Tout ce que j’ai ] 
6-  I SAY THANK YOU JESUS [ Je dis merci Jésus ] </a:t>
            </a:r>
          </a:p>
          <a:p>
            <a:pPr>
              <a:lnSpc>
                <a:spcPct val="120000"/>
              </a:lnSpc>
            </a:pPr>
            <a:r>
              <a:rPr lang="fr-FR" sz="12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>
              <a:lnSpc>
                <a:spcPct val="120000"/>
              </a:lnSpc>
            </a:pPr>
            <a:r>
              <a:rPr lang="fr-FR" sz="12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	Refrain :
	7-  YOU ARE FAITHFUL, YOU ARE GOOD  [ Tu es fidèle, Tu es bon ]   x4</a:t>
            </a:r>
          </a:p>
          <a:p>
            <a:pPr>
              <a:lnSpc>
                <a:spcPct val="120000"/>
              </a:lnSpc>
            </a:pPr>
            <a:endParaRPr lang="fr-FR" sz="1200" smtClean="0">
              <a:solidFill>
                <a:srgbClr val="202124"/>
              </a:solidFill>
              <a:effectLst/>
              <a:latin typeface="Tahom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2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Couplet :
8-  A MILLION TONGUES [ Toutes les langues ] 
9-  WOULD NEVER BE ENOUGH [ Ne suffiront jamais ] 
10-  TO TELL ALL YOU HAVE DONE [ Pour dire ce que Tu as fait ] 
11-  WITH EVERYTHING WITHIN [ Et avec toute mon âme ] 
12-  MY VERY SOUL [ Tout ce que j’ai ] 
13-  I SAY THANK YOU JESUS [ Je dis merci Jésus ]                              x2</a:t>
            </a:r>
          </a:p>
          <a:p>
            <a:pPr>
              <a:lnSpc>
                <a:spcPct val="120000"/>
              </a:lnSpc>
            </a:pPr>
            <a:r>
              <a:rPr lang="fr-FR" sz="12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>
              <a:lnSpc>
                <a:spcPct val="120000"/>
              </a:lnSpc>
            </a:pPr>
            <a:r>
              <a:rPr lang="fr-FR" sz="12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	Refrain :
	14-  YOU ARE FAITHFUL, YOU ARE GOOD   [ Tu es fidèle, Tu es bon ]   x8</a:t>
            </a:r>
          </a:p>
          <a:p>
            <a:pPr>
              <a:lnSpc>
                <a:spcPct val="120000"/>
              </a:lnSpc>
            </a:pPr>
            <a:r>
              <a:rPr lang="fr-FR" sz="12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
15-  YOU HAVE BLESSED ME [ Tu m’as béni ] 
16-  MORE THAN I DREAMED OF [ Plus que je n’ai rêvé ] 
17-  YOU'VE BEEN SO GOOD [ Tu as été bon ] 
18-  MORE THAN I CAN EXPLAIN [ Je ne peux l’expliquer ]        x6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A MILLION TONGUES [ Toutes les langues ] 
2-  WOULD NEVER BE ENOUGH [ Ne suffiront jamais ] 
3-  TO TELL ALL YOU HAVE DONE [ Pour dire ce que Tu as fait ] 
4-  WITH EVERYTHING WITHIN [ Et avec toute mon âme ] 
5-  MY VERY SOUL [ Tout ce que j’ai ] 
6-  I SAY THANK YOU JESUS [ Je dis merci Jésus ] 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 :
	7-  YOU ARE FAITHFUL, YOU ARE GOOD  [ Tu es fidèle, Tu es bon ]   x4</a:t>
            </a:r>
          </a:p>
          <a:p>
            <a:endParaRPr lang="fr-FR" smtClean="0"/>
          </a:p>
          <a:p>
            <a:r>
              <a:rPr lang="fr-FR" smtClean="0"/>
              <a:t>Couplet :
8-  A MILLION TONGUES [ Toutes les langues ] 
9-  WOULD NEVER BE ENOUGH [ Ne suffiront jamais ] 
10-  TO TELL ALL YOU HAVE DONE [ Pour dire ce que Tu as fait ] 
11-  WITH EVERYTHING WITHIN [ Et avec toute mon âme ] 
12-  MY VERY SOUL [ Tout ce que j’ai ] 
13-  I SAY THANK YOU JESUS [ Je dis merci Jésus ]                              x2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 :
	14-  YOU ARE FAITHFUL, YOU ARE GOOD   [ Tu es fidèle, Tu es bon ]   x8</a:t>
            </a:r>
          </a:p>
          <a:p>
            <a:r>
              <a:rPr lang="fr-FR" smtClean="0"/>
              <a:t>
15-  YOU HAVE BLESSED ME [ Tu m’as béni ] 
16-  MORE THAN I DREAMED OF [ Plus que je n’ai rêvé ] 
17-  YOU'VE BEEN SO GOOD [ Tu as été bon ] 
18-  MORE THAN I CAN EXPLAIN [ Je ne peux l’expliquer ]        x6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5927217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Couplet :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1-  A MILLION TONGUES [ Toutes les langues ] 
2-  WOULD NEVER BE ENOUGH [ Ne suffiront jamais ] 
3-  TO TELL ALL YOU HAVE DONE [ Pour dire ce que Tu as fait ] 
4-  WITH EVERYTHING WITHIN [ Et avec toute mon âme ] 
5-  MY VERY SOUL [ Tout ce que j’ai ] 
6-  I SAY THANK YOU JESUS [ Je dis merci Jésus ] 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	Refrain :
	7-  YOU ARE FAITHFUL, YOU ARE GOOD  [ Tu es fidèle, Tu es bon ]   x4</a:t>
            </a:r>
          </a:p>
          <a:p>
            <a:pPr>
              <a:lnSpc>
                <a:spcPct val="120000"/>
              </a:lnSpc>
            </a:pPr>
            <a:endParaRPr lang="fr-FR" sz="1800" smtClean="0">
              <a:solidFill>
                <a:srgbClr val="202124"/>
              </a:solidFill>
              <a:effectLst/>
              <a:latin typeface="Tahom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Couplet :
8-  A MILLION TONGUES [ Toutes les langues ] 
9-  WOULD NEVER BE ENOUGH [ Ne suffiront jamais ] 
10-  TO TELL ALL YOU HAVE DONE [ Pour dire ce que Tu as fait ] 
11-  WITH EVERYTHING WITHIN [ Et avec toute mon âme ] 
12-  MY VERY SOUL [ Tout ce que j’ai ] 
13-  I SAY THANK YOU JESUS [ Je dis merci Jésus ]                              x2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	Refrain :
	14-  YOU ARE FAITHFUL, YOU ARE GOOD   [ Tu es fidèle, Tu es bon ]   x8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
15-  YOU HAVE BLESSED ME [ Tu m’as béni ] 
16-  MORE THAN I DREAMED OF [ Plus que je n’ai rêvé ] 
17-  YOU'VE BEEN SO GOOD [ Tu as été bon ] 
18-  MORE THAN I CAN EXPLAIN [ Je ne peux l’expliquer ]        x6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A MILLION TONGUES [ Toutes les langues ] 
2-  WOULD NEVER BE ENOUGH [ Ne suffiront jamais ] 
3-  TO TELL ALL YOU HAVE DONE [ Pour dire ce que Tu as fait ] 
4-  WITH EVERYTHING WITHIN [ Et avec toute mon âme ] 
5-  MY VERY SOUL [ Tout ce que j’ai ] 
6-  I SAY THANK YOU JESUS [ Je dis merci Jésus ] 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 :
	7-  YOU ARE FAITHFUL, YOU ARE GOOD  [ Tu es fidèle, Tu es bon ]   x4</a:t>
            </a:r>
          </a:p>
          <a:p>
            <a:endParaRPr lang="fr-FR" smtClean="0"/>
          </a:p>
          <a:p>
            <a:r>
              <a:rPr lang="fr-FR" smtClean="0"/>
              <a:t>Couplet :
8-  A MILLION TONGUES [ Toutes les langues ] 
9-  WOULD NEVER BE ENOUGH [ Ne suffiront jamais ] 
10-  TO TELL ALL YOU HAVE DONE [ Pour dire ce que Tu as fait ] 
11-  WITH EVERYTHING WITHIN [ Et avec toute mon âme ] 
12-  MY VERY SOUL [ Tout ce que j’ai ] 
13-  I SAY THANK YOU JESUS [ Je dis merci Jésus ]                              x2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 :
	14-  YOU ARE FAITHFUL, YOU ARE GOOD   [ Tu es fidèle, Tu es bon ]   x8</a:t>
            </a:r>
          </a:p>
          <a:p>
            <a:r>
              <a:rPr lang="fr-FR" smtClean="0"/>
              <a:t>
15-  YOU HAVE BLESSED ME [ Tu m’as béni ] 
16-  MORE THAN I DREAMED OF [ Plus que je n’ai rêvé ] 
17-  YOU'VE BEEN SO GOOD [ Tu as été bon ] 
18-  MORE THAN I CAN EXPLAIN [ Je ne peux l’expliquer ]        x6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5927217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Couplet :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1-  A MILLION TONGUES [ Toutes les langues ] 
2-  WOULD NEVER BE ENOUGH [ Ne suffiront jamais ] 
3-  TO TELL ALL YOU HAVE DONE [ Pour dire ce que Tu as fait ] 
4-  WITH EVERYTHING WITHIN [ Et avec toute mon âme ] 
5-  MY VERY SOUL [ Tout ce que j’ai ] 
6-  I SAY THANK YOU JESUS [ Je dis merci Jésus ] 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	Refrain :
	7-  YOU ARE FAITHFUL, YOU ARE GOOD  [ Tu es fidèle, Tu es bon ]   x4</a:t>
            </a:r>
          </a:p>
          <a:p>
            <a:pPr>
              <a:lnSpc>
                <a:spcPct val="120000"/>
              </a:lnSpc>
            </a:pPr>
            <a:endParaRPr lang="fr-FR" sz="1800" smtClean="0">
              <a:solidFill>
                <a:srgbClr val="202124"/>
              </a:solidFill>
              <a:effectLst/>
              <a:latin typeface="Tahom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Couplet :
8-  A MILLION TONGUES [ Toutes les langues ] 
9-  WOULD NEVER BE ENOUGH [ Ne suffiront jamais ] 
10-  TO TELL ALL YOU HAVE DONE [ Pour dire ce que Tu as fait ] 
11-  WITH EVERYTHING WITHIN [ Et avec toute mon âme ] 
12-  MY VERY SOUL [ Tout ce que j’ai ] 
13-  I SAY THANK YOU JESUS [ Je dis merci Jésus ]                              x2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	Refrain :
	14-  YOU ARE FAITHFUL, YOU ARE GOOD   [ Tu es fidèle, Tu es bon ]   x8</a:t>
            </a:r>
          </a:p>
          <a:p>
            <a:pPr>
              <a:lnSpc>
                <a:spcPct val="120000"/>
              </a:lnSpc>
            </a:pPr>
            <a:r>
              <a:rPr lang="fr-FR" sz="1800" smtClean="0">
                <a:solidFill>
                  <a:srgbClr val="202124"/>
                </a:solidFill>
                <a:effectLst/>
                <a:latin typeface="Tahom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
15-  YOU HAVE BLESSED ME [ Tu m’as béni ] 
16-  MORE THAN I DREAMED OF [ Plus que je n’ai rêvé ] 
17-  YOU'VE BEEN SO GOOD [ Tu as été bon ] 
18-  MORE THAN I CAN EXPLAIN [ Je ne peux l’expliquer ]        x6
</a:t>
            </a:r>
            <a:endParaRPr lang="fr-FR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Couplet :</a:t>
            </a:r>
          </a:p>
          <a:p>
            <a:r>
              <a:rPr lang="fr-FR" smtClean="0"/>
              <a:t>1-  A MILLION TONGUES [ Toutes les langues ] 
2-  WOULD NEVER BE ENOUGH [ Ne suffiront jamais ] 
3-  TO TELL ALL YOU HAVE DONE [ Pour dire ce que Tu as fait ] 
4-  WITH EVERYTHING WITHIN [ Et avec toute mon âme ] 
5-  MY VERY SOUL [ Tout ce que j’ai ] 
6-  I SAY THANK YOU JESUS [ Je dis merci Jésus ] 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 :
	7-  YOU ARE FAITHFUL, YOU ARE GOOD  [ Tu es fidèle, Tu es bon ]   x4</a:t>
            </a:r>
          </a:p>
          <a:p>
            <a:endParaRPr lang="fr-FR" smtClean="0"/>
          </a:p>
          <a:p>
            <a:r>
              <a:rPr lang="fr-FR" smtClean="0"/>
              <a:t>Couplet :
8-  A MILLION TONGUES [ Toutes les langues ] 
9-  WOULD NEVER BE ENOUGH [ Ne suffiront jamais ] 
10-  TO TELL ALL YOU HAVE DONE [ Pour dire ce que Tu as fait ] 
11-  WITH EVERYTHING WITHIN [ Et avec toute mon âme ] 
12-  MY VERY SOUL [ Tout ce que j’ai ] 
13-  I SAY THANK YOU JESUS [ Je dis merci Jésus ]                              x2</a:t>
            </a:r>
          </a:p>
          <a:p>
            <a:r>
              <a:rPr lang="fr-FR" smtClean="0"/>
              <a:t>	</a:t>
            </a:r>
          </a:p>
          <a:p>
            <a:r>
              <a:rPr lang="fr-FR" smtClean="0"/>
              <a:t>	Refrain :
	14-  YOU ARE FAITHFUL, YOU ARE GOOD   [ Tu es fidèle, Tu es bon ]   x8</a:t>
            </a:r>
          </a:p>
          <a:p>
            <a:r>
              <a:rPr lang="fr-FR" smtClean="0"/>
              <a:t>
15-  YOU HAVE BLESSED ME [ Tu m’as béni ] 
16-  MORE THAN I DREAMED OF [ Plus que je n’ai rêvé ] 
17-  YOU'VE BEEN SO GOOD [ Tu as été bon ] 
18-  MORE THAN I CAN EXPLAIN [ Je ne peux l’expliquer ]        x6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592721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354340-8694-43B1-A8F9-8E748220BC3D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543B6D-89BE-450D-8D53-2308253AE276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1C3E2F4-B7A3-4813-BE5C-672B7F7D1E8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DB8B2E-583A-48DE-BB44-C7FB74698DB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8FD8B5-C06A-440D-B0B5-77ABBB4F4D4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C13DC5-A4A8-43AE-8B11-09841DC1F16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93AA14-3C2E-4463-943D-566FAF1C012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527DA1D-7883-4C0B-AF3B-D788BE76251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ACC378-7A87-4B48-ACEF-BA72740CA7A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D9DFD0D-0B84-411C-A304-DD06AF36AA3B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A482FE5-0FCA-4201-B57D-5A7283755564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9821B596-1B06-490A-A978-F71EF6E2CD71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 MILLION TONGUES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[ Toutes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les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langues ]</a:t>
            </a:r>
            <a:endParaRPr lang="en-US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5841409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WOULD NEVER BE ENOUGH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[ Ne </a:t>
            </a:r>
            <a:r>
              <a:rPr lang="en-US" altLang="fr-FR" sz="4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suffiront</a:t>
            </a:r>
            <a:r>
              <a:rPr lang="en-US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</a:t>
            </a:r>
            <a:r>
              <a:rPr lang="en-US" altLang="fr-FR" sz="4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jamais</a:t>
            </a: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]</a:t>
            </a:r>
            <a:endParaRPr lang="en-US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8946029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 TELL ALL YOU HAVE DONE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[ Pour </a:t>
            </a:r>
            <a:r>
              <a:rPr lang="en-US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dire </a:t>
            </a:r>
            <a:r>
              <a:rPr lang="en-US" altLang="fr-FR" sz="4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ce</a:t>
            </a:r>
            <a:r>
              <a:rPr lang="en-US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que Tu as </a:t>
            </a: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fait ]</a:t>
            </a:r>
            <a:endParaRPr lang="en-US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4463113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WITH EVERYTHING WITHIN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[ Et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avec toute mon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âme ]</a:t>
            </a:r>
            <a:endParaRPr lang="en-US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9859903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MY VERY SOUL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[ Tout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ce que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j’ai ]</a:t>
            </a:r>
            <a:endParaRPr lang="en-US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6654734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 SAY THANK YOU JESUS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[ Je </a:t>
            </a:r>
            <a:r>
              <a:rPr lang="en-US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dis merci </a:t>
            </a:r>
            <a:r>
              <a:rPr lang="en-US" altLang="fr-FR" sz="4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Jésus</a:t>
            </a: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]</a:t>
            </a:r>
            <a:endParaRPr lang="en-US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9411814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YOU ARE FAITHFUL, YOU ARE GOOD 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[ </a:t>
            </a:r>
            <a:r>
              <a:rPr lang="en-US" altLang="fr-FR" sz="4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</a:t>
            </a: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</a:t>
            </a:r>
            <a:r>
              <a:rPr lang="en-US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es </a:t>
            </a:r>
            <a:r>
              <a:rPr lang="en-US" altLang="fr-FR" sz="4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fidèle</a:t>
            </a:r>
            <a:r>
              <a:rPr lang="en-US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, Tu </a:t>
            </a:r>
            <a:r>
              <a:rPr lang="en-US" altLang="fr-FR" sz="4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es</a:t>
            </a:r>
            <a:r>
              <a:rPr lang="en-US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</a:t>
            </a: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bon ]</a:t>
            </a:r>
            <a:endParaRPr lang="en-US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5136097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 MILLION TONGUES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[ Toutes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les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langues ]</a:t>
            </a:r>
            <a:endParaRPr lang="en-US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5222483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WOULD NEVER BE ENOUGH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[ Ne </a:t>
            </a:r>
            <a:r>
              <a:rPr lang="en-US" altLang="fr-FR" sz="4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suffiront</a:t>
            </a:r>
            <a:r>
              <a:rPr lang="en-US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</a:t>
            </a:r>
            <a:r>
              <a:rPr lang="en-US" altLang="fr-FR" sz="4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jamais</a:t>
            </a: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]</a:t>
            </a:r>
            <a:endParaRPr lang="en-US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1503118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TO TELL ALL YOU HAVE DONE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[ Pour </a:t>
            </a:r>
            <a:r>
              <a:rPr lang="en-US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dire </a:t>
            </a:r>
            <a:r>
              <a:rPr lang="en-US" altLang="fr-FR" sz="4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ce</a:t>
            </a:r>
            <a:r>
              <a:rPr lang="en-US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que </a:t>
            </a:r>
            <a:r>
              <a:rPr lang="en-US" altLang="fr-FR" sz="4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</a:t>
            </a: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</a:t>
            </a:r>
            <a:r>
              <a:rPr lang="en-US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as </a:t>
            </a: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fait ]</a:t>
            </a:r>
            <a:endParaRPr lang="en-US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6530421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WITH EVERYTHING WITHIN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[ Et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avec toute mon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âme ]</a:t>
            </a:r>
            <a:endParaRPr lang="en-US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965255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MY VERY SOUL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[ Tout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ce que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j’ai ]</a:t>
            </a:r>
            <a:endParaRPr lang="en-US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3616463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I SAY THANK YOU JESUS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[ Je </a:t>
            </a:r>
            <a:r>
              <a:rPr lang="en-US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dis merci </a:t>
            </a:r>
            <a:r>
              <a:rPr lang="en-US" altLang="fr-FR" sz="4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Jésus</a:t>
            </a: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]</a:t>
            </a:r>
            <a:endParaRPr lang="en-US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4671387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YOU ARE FAITHFUL, YOU ARE GOOD 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 </a:t>
            </a: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[ </a:t>
            </a:r>
            <a:r>
              <a:rPr lang="en-US" altLang="fr-FR" sz="4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</a:t>
            </a: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</a:t>
            </a:r>
            <a:r>
              <a:rPr lang="en-US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es </a:t>
            </a:r>
            <a:r>
              <a:rPr lang="en-US" altLang="fr-FR" sz="4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fidèle</a:t>
            </a:r>
            <a:r>
              <a:rPr lang="en-US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, </a:t>
            </a:r>
            <a:r>
              <a:rPr lang="en-US" altLang="fr-FR" sz="4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</a:t>
            </a:r>
            <a:r>
              <a:rPr lang="en-US" altLang="fr-FR" sz="4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u</a:t>
            </a: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</a:t>
            </a:r>
            <a:r>
              <a:rPr lang="en-US" altLang="fr-FR" sz="4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es</a:t>
            </a:r>
            <a:r>
              <a:rPr lang="en-US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</a:t>
            </a: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bon ]</a:t>
            </a:r>
            <a:endParaRPr lang="en-US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4427179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YOU HAVE BLESSED ME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[ </a:t>
            </a:r>
            <a:r>
              <a:rPr lang="en-US" altLang="fr-FR" sz="4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</a:t>
            </a: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</a:t>
            </a:r>
            <a:r>
              <a:rPr lang="en-US" altLang="fr-FR" sz="4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m’as</a:t>
            </a: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</a:t>
            </a:r>
            <a:r>
              <a:rPr lang="en-US" altLang="fr-FR" sz="4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béni</a:t>
            </a: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]</a:t>
            </a:r>
            <a:endParaRPr lang="en-US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6161246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MORE THAN I DREAMED OF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[ Plus </a:t>
            </a:r>
            <a:r>
              <a:rPr lang="en-US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 je </a:t>
            </a:r>
            <a:r>
              <a:rPr lang="en-US" altLang="fr-FR" sz="4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n’ai</a:t>
            </a: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</a:t>
            </a:r>
            <a:r>
              <a:rPr lang="en-US" altLang="fr-FR" sz="4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rêvé</a:t>
            </a: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]</a:t>
            </a:r>
            <a:endParaRPr lang="en-US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9549696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YOU’VE </a:t>
            </a:r>
            <a:r>
              <a:rPr lang="en-US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BEEN SO GOOD</a:t>
            </a:r>
          </a:p>
          <a:p>
            <a:pPr algn="ctr">
              <a:lnSpc>
                <a:spcPct val="90000"/>
              </a:lnSpc>
              <a:defRPr/>
            </a:pP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[ </a:t>
            </a:r>
            <a:r>
              <a:rPr lang="en-US" altLang="fr-FR" sz="4000" dirty="0" err="1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Tu</a:t>
            </a: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</a:t>
            </a:r>
            <a:r>
              <a:rPr lang="en-US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as </a:t>
            </a:r>
            <a:r>
              <a:rPr lang="en-US" altLang="fr-FR" sz="4000" dirty="0" err="1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été</a:t>
            </a:r>
            <a:r>
              <a:rPr lang="en-US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</a:t>
            </a:r>
            <a:r>
              <a:rPr lang="en-US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bon ]</a:t>
            </a:r>
            <a:endParaRPr lang="en-US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4326363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oneTexte 2"/>
          <p:cNvSpPr txBox="1"/>
          <p:nvPr/>
        </p:nvSpPr>
        <p:spPr>
          <a:xfrm>
            <a:off x="0" y="0"/>
            <a:ext cx="9144000" cy="1200329"/>
          </a:xfrm>
          <a:prstGeom prst="rect">
            <a:avLst/>
          </a:prstGeom>
          <a:noFill/>
          <a:effectLst>
            <a:outerShdw blurRad="63500" dist="37357" dir="2700000" rotWithShape="0">
              <a:srgbClr val="A6A6A6"/>
            </a:outerShdw>
          </a:effectLst>
        </p:spPr>
        <p:txBody>
          <a:bodyPr anchor="t">
            <a:spAutoFit/>
          </a:bodyPr>
          <a:lstStyle/>
          <a:p>
            <a:pPr algn="ctr">
              <a:lnSpc>
                <a:spcPct val="90000"/>
              </a:lnSpc>
              <a:defRPr/>
            </a:pP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MORE THAN I CAN EXPLAIN</a:t>
            </a:r>
          </a:p>
          <a:p>
            <a:pPr algn="ctr">
              <a:lnSpc>
                <a:spcPct val="90000"/>
              </a:lnSpc>
              <a:defRPr/>
            </a:pP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[ Je </a:t>
            </a:r>
            <a:r>
              <a:rPr lang="fr-FR" alt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ne peux </a:t>
            </a:r>
            <a:r>
              <a:rPr lang="fr-FR" altLang="fr-FR" sz="4000" dirty="0" smtClean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l’expliquer ]</a:t>
            </a:r>
            <a:endParaRPr lang="en-US" alt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626034177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2089</TotalTime>
  <Words>585</Words>
  <Application>Microsoft Office PowerPoint</Application>
  <PresentationFormat>Affichage à l'écran (4:3)</PresentationFormat>
  <Paragraphs>360</Paragraphs>
  <Slides>18</Slides>
  <Notes>18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18</vt:i4>
      </vt:variant>
    </vt:vector>
  </HeadingPairs>
  <TitlesOfParts>
    <vt:vector size="23" baseType="lpstr">
      <vt:lpstr>Calibri</vt:lpstr>
      <vt:lpstr>Franklin Gothic Medium</vt:lpstr>
      <vt:lpstr>Tahoma</vt:lpstr>
      <vt:lpstr>Times New Roman</vt:lpstr>
      <vt:lpstr>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valeriemuthiani@hotmail.com</cp:lastModifiedBy>
  <cp:revision>207</cp:revision>
  <dcterms:created xsi:type="dcterms:W3CDTF">2002-08-17T10:50:50Z</dcterms:created>
  <dcterms:modified xsi:type="dcterms:W3CDTF">2023-11-12T02:39:10Z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89256c7-9946-44df-b379-51beb93fd2d9_Enabled">
    <vt:lpwstr>true</vt:lpwstr>
  </property>
  <property fmtid="{D5CDD505-2E9C-101B-9397-08002B2CF9AE}" pid="3" name="MSIP_Label_589256c7-9946-44df-b379-51beb93fd2d9_SetDate">
    <vt:lpwstr>2023-06-23T07:53:17Z</vt:lpwstr>
  </property>
  <property fmtid="{D5CDD505-2E9C-101B-9397-08002B2CF9AE}" pid="4" name="MSIP_Label_589256c7-9946-44df-b379-51beb93fd2d9_Method">
    <vt:lpwstr>Privileged</vt:lpwstr>
  </property>
  <property fmtid="{D5CDD505-2E9C-101B-9397-08002B2CF9AE}" pid="5" name="MSIP_Label_589256c7-9946-44df-b379-51beb93fd2d9_Name">
    <vt:lpwstr>589256c7-9946-44df-b379-51beb93fd2d9</vt:lpwstr>
  </property>
  <property fmtid="{D5CDD505-2E9C-101B-9397-08002B2CF9AE}" pid="6" name="MSIP_Label_589256c7-9946-44df-b379-51beb93fd2d9_SiteId">
    <vt:lpwstr>36da45f1-dd2c-4d1f-af13-5abe46b99921</vt:lpwstr>
  </property>
  <property fmtid="{D5CDD505-2E9C-101B-9397-08002B2CF9AE}" pid="7" name="MSIP_Label_589256c7-9946-44df-b379-51beb93fd2d9_ActionId">
    <vt:lpwstr>75b0cdd4-5b4e-418e-815e-b857199f2033</vt:lpwstr>
  </property>
  <property fmtid="{D5CDD505-2E9C-101B-9397-08002B2CF9AE}" pid="8" name="MSIP_Label_589256c7-9946-44df-b379-51beb93fd2d9_ContentBits">
    <vt:lpwstr>0</vt:lpwstr>
  </property>
</Properties>
</file>