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341" r:id="rId2"/>
    <p:sldId id="342" r:id="rId3"/>
    <p:sldId id="343" r:id="rId4"/>
    <p:sldId id="344" r:id="rId5"/>
    <p:sldId id="345" r:id="rId6"/>
    <p:sldId id="346" r:id="rId7"/>
    <p:sldId id="348" r:id="rId8"/>
    <p:sldId id="349" r:id="rId9"/>
    <p:sldId id="350" r:id="rId10"/>
    <p:sldId id="352" r:id="rId11"/>
    <p:sldId id="358" r:id="rId12"/>
    <p:sldId id="359" r:id="rId13"/>
    <p:sldId id="360" r:id="rId14"/>
    <p:sldId id="361" r:id="rId15"/>
    <p:sldId id="362" r:id="rId16"/>
    <p:sldId id="363" r:id="rId17"/>
    <p:sldId id="364" r:id="rId18"/>
    <p:sldId id="365" r:id="rId19"/>
    <p:sldId id="366" r:id="rId20"/>
    <p:sldId id="367" r:id="rId21"/>
    <p:sldId id="368" r:id="rId22"/>
    <p:sldId id="369" r:id="rId23"/>
    <p:sldId id="370" r:id="rId24"/>
    <p:sldId id="371" r:id="rId2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56" autoAdjust="0"/>
    <p:restoredTop sz="25596" autoAdjust="0"/>
  </p:normalViewPr>
  <p:slideViewPr>
    <p:cSldViewPr>
      <p:cViewPr varScale="1">
        <p:scale>
          <a:sx n="25" d="100"/>
          <a:sy n="25" d="100"/>
        </p:scale>
        <p:origin x="1506" y="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22/11/2024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oh oh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oh oh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09370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oh oh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oh oh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1530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oh oh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oh oh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03295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oh oh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oh oh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6385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oh oh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oh oh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34702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oh oh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oh oh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5300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oh oh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oh oh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33133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oh oh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oh oh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40789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oh oh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oh oh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96332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oh oh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oh oh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27907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oh oh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oh oh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41069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oh oh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oh oh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39125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oh oh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oh oh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5478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oh oh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oh oh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63420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oh oh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oh oh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7888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oh oh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oh oh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93216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oh oh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oh oh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68176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oh oh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oh oh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24629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oh oh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oh oh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11822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oh oh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oh oh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55463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oh oh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oh oh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03988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oh oh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oh oh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32276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oh oh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oh oh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8209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IT IS COMING FROM MY HEART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La louange vient de mon cœur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140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PRAISE AND THANKS UNTO YOU, LORD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Te remercie, Seigneur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719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ALL THE THINGS THAT YOU HAVE DONE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Pour tout ce que Tu as fait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6964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I’M GRATEFUL FOR YOUR LOVE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Ton amour, Tes bienfaits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686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GIVE YOU THE PRAISE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veux Te louer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6710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I’M COUNTING MY BLESSINGS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compte toutes Tes bontés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867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JUST CAN’T KEEP IT TO MYSELF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veux tant les annoncer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354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WHEN I THOUGHT THAT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Quand je pense que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1938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HE HAD DONE TOO MUCH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J’en ai déjà trop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317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OH, OH, OH, JESUS DID IT AGAIN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Oh oh oh, Jésus donne à nouveau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361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CAN’T TELL IT ENOUGH, OH, OH, OH, OH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[Je veux le dire encore, Oh oh oh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2601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SHOUT IT LOUD FROM THE MOUNTAIN TOP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crie bien fort du haut des montagnes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498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DANCE AND PRAISE THE LORD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danse et loue le Seigneur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43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CLAP AND PRAISE THE LORD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frappe et loue le Seigneur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1750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SHOUT AND PRAISE THE LORD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crie et loue le Seigneur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007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WHEN I THOUGHT THAT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Quand je pense que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196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HE HAD DONE TOO MUCH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J’en ai déjà trop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656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OH, OH, OH, JESUS DID IT AGAIN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Oh oh oh, Jésus donne à nouveau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2704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REJOICE AND PRAISE THE LORD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Réjouis-toi, loue le Seigneur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2245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WHEN I THOUGHT THAT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Quand je pense que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6513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HE HAD DONE TOO MUCH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J’en ai déjà trop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465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OH, OH, OH, JESUS DID IT AGAIN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Oh oh oh, Jésus donne à nouveau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6207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CAN’T TELL IT ENOUGH, OH, OH, OH, OH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[Je veux le dire encore, Oh oh oh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986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SHOUT IT LOUD FROM THE MOUNTAIN TOP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crie bien fort du haut des montagnes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261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2098</TotalTime>
  <Words>20899</Words>
  <Application>Microsoft Office PowerPoint</Application>
  <PresentationFormat>Affichage à l'écran (4:3)</PresentationFormat>
  <Paragraphs>864</Paragraphs>
  <Slides>24</Slides>
  <Notes>24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8" baseType="lpstr">
      <vt:lpstr>Calibri</vt:lpstr>
      <vt:lpstr>Franklin Gothic Medium</vt:lpstr>
      <vt:lpstr>Metropolis Semi Bold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209</cp:revision>
  <dcterms:created xsi:type="dcterms:W3CDTF">2002-08-17T10:50:50Z</dcterms:created>
  <dcterms:modified xsi:type="dcterms:W3CDTF">2024-11-22T21:43:01Z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89256c7-9946-44df-b379-51beb93fd2d9_Enabled">
    <vt:lpwstr>true</vt:lpwstr>
  </property>
  <property fmtid="{D5CDD505-2E9C-101B-9397-08002B2CF9AE}" pid="3" name="MSIP_Label_589256c7-9946-44df-b379-51beb93fd2d9_SetDate">
    <vt:lpwstr>2023-06-23T07:53:17Z</vt:lpwstr>
  </property>
  <property fmtid="{D5CDD505-2E9C-101B-9397-08002B2CF9AE}" pid="4" name="MSIP_Label_589256c7-9946-44df-b379-51beb93fd2d9_Method">
    <vt:lpwstr>Privileged</vt:lpwstr>
  </property>
  <property fmtid="{D5CDD505-2E9C-101B-9397-08002B2CF9AE}" pid="5" name="MSIP_Label_589256c7-9946-44df-b379-51beb93fd2d9_Name">
    <vt:lpwstr>589256c7-9946-44df-b379-51beb93fd2d9</vt:lpwstr>
  </property>
  <property fmtid="{D5CDD505-2E9C-101B-9397-08002B2CF9AE}" pid="6" name="MSIP_Label_589256c7-9946-44df-b379-51beb93fd2d9_SiteId">
    <vt:lpwstr>36da45f1-dd2c-4d1f-af13-5abe46b99921</vt:lpwstr>
  </property>
  <property fmtid="{D5CDD505-2E9C-101B-9397-08002B2CF9AE}" pid="7" name="MSIP_Label_589256c7-9946-44df-b379-51beb93fd2d9_ActionId">
    <vt:lpwstr>75b0cdd4-5b4e-418e-815e-b857199f2033</vt:lpwstr>
  </property>
  <property fmtid="{D5CDD505-2E9C-101B-9397-08002B2CF9AE}" pid="8" name="MSIP_Label_589256c7-9946-44df-b379-51beb93fd2d9_ContentBits">
    <vt:lpwstr>0</vt:lpwstr>
  </property>
</Properties>
</file>