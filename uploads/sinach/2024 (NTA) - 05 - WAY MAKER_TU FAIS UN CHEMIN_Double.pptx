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71" r:id="rId2"/>
    <p:sldId id="279" r:id="rId3"/>
    <p:sldId id="278" r:id="rId4"/>
    <p:sldId id="281" r:id="rId5"/>
    <p:sldId id="277" r:id="rId6"/>
    <p:sldId id="282" r:id="rId7"/>
    <p:sldId id="284" r:id="rId8"/>
    <p:sldId id="283" r:id="rId9"/>
    <p:sldId id="276" r:id="rId10"/>
    <p:sldId id="287" r:id="rId11"/>
    <p:sldId id="285" r:id="rId12"/>
    <p:sldId id="290" r:id="rId13"/>
    <p:sldId id="289" r:id="rId14"/>
    <p:sldId id="292" r:id="rId15"/>
    <p:sldId id="293" r:id="rId16"/>
    <p:sldId id="294" r:id="rId17"/>
    <p:sldId id="274" r:id="rId18"/>
    <p:sldId id="303" r:id="rId19"/>
    <p:sldId id="304" r:id="rId20"/>
    <p:sldId id="308" r:id="rId21"/>
    <p:sldId id="272" r:id="rId22"/>
    <p:sldId id="307" r:id="rId23"/>
    <p:sldId id="305" r:id="rId24"/>
    <p:sldId id="306" r:id="rId25"/>
    <p:sldId id="309" r:id="rId26"/>
    <p:sldId id="314" r:id="rId27"/>
    <p:sldId id="311" r:id="rId28"/>
    <p:sldId id="310" r:id="rId29"/>
    <p:sldId id="315" r:id="rId30"/>
    <p:sldId id="312" r:id="rId31"/>
    <p:sldId id="313" r:id="rId32"/>
    <p:sldId id="316" r:id="rId3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65" autoAdjust="0"/>
    <p:restoredTop sz="26971" autoAdjust="0"/>
  </p:normalViewPr>
  <p:slideViewPr>
    <p:cSldViewPr>
      <p:cViewPr varScale="1">
        <p:scale>
          <a:sx n="27" d="100"/>
          <a:sy n="27" d="100"/>
        </p:scale>
        <p:origin x="1464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22/11/2024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5600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0314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28513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5989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58924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17931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7431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28423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5037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26763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04359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31445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54969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70901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56087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44074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97301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41226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5076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83856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15429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842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51124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2977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0000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23864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93211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64071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présent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parmi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nous ]  
2-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3-  YOU ARE HERE, WORKING IN THIS PLACE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présent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parmi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nous ] 
4-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              x2
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chemin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opères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miracles ] 
	6-  PROMISE KEEPER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promesses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	7-  LIGHT IN THE DARKNESS [ Lumière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ténèbres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	8-  MY GOD, THAT IS WHO YOU ARE [ Mon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voici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                             x2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touchant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cœurs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10-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11-  YOU ARE HERE, HEALING EVERY HEART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guérissant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cœurs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12-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13-  YOU ARE HERE, TURNING LIVES AROUND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bouleverses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vies ] 
14-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15-  YOU ARE HERE, MENDING EVERY HEART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réparant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cœurs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16-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essuies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larmes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18-  YOU MEND THE BROKEN HEART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répares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cœurs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brisés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19-  YOU'RE THE ANSWER TO IT ALL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réponse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chose ] 
20-  JESUS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Jésus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                                                                                          x2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touchant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vie ] 
22-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23-  YOU ARE HERE, MEETING EVERY NEED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comblant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tout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besoin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24-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Pont :
25-  HE’S WORKING  [ Il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 ( Boucle )
26-  IN MY FAVOR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faveur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( Boucle )
27-  HE’S WORKING IN MY FAVOR  [ Il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faveur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x2
28-  ALL THINGS ARE WORKING FOR MY GOOD  [ Et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choses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concourent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mon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29-  HE’S WORKING IN YOUR FAVOR  [ Il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faveur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x2
30-  ALL THINGS  [ Et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choses ] 
31-  ARE WORKING FOR YOUR GOOD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Concourent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ton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32-  HE’S WORKING FOR MY GOOD  [ Il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mon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67864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présent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parmi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nous ]  
2-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3-  YOU ARE HERE, WORKING IN THIS PLACE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présent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parmi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nous ] 
4-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              x2
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chemin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opères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miracles ] 
	6-  PROMISE KEEPER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promesses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	7-  LIGHT IN THE DARKNESS [ Lumière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ténèbres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	8-  MY GOD, THAT IS WHO YOU ARE [ Mon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voici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                             x2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touchant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cœurs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10-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11-  YOU ARE HERE, HEALING EVERY HEART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guérissant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cœurs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12-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13-  YOU ARE HERE, TURNING LIVES AROUND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bouleverses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vies ] 
14-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15-  YOU ARE HERE, MENDING EVERY HEART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réparant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cœurs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16-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essuies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larmes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18-  YOU MEND THE BROKEN HEART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répares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cœurs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brisés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19-  YOU'RE THE ANSWER TO IT ALL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réponse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chose ] 
20-  JESUS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Jésus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                                                                                          x2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touchant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vie ] 
22-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23-  YOU ARE HERE, MEETING EVERY NEED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comblant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tout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besoin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24-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Pont :
25-  HE’S WORKING  [ Il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 ( Boucle )
26-  IN MY FAVOR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faveur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( Boucle )
27-  HE’S WORKING IN MY FAVOR  [ Il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faveur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x2
28-  ALL THINGS ARE WORKING FOR MY GOOD  [ Et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choses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concourent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mon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29-  HE’S WORKING IN YOUR FAVOR  [ Il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faveur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x2
30-  ALL THINGS  [ Et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choses ] 
31-  ARE WORKING FOR YOUR GOOD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Concourent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ton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32-  HE’S WORKING FOR MY GOOD  [ Il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mon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06925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présent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parmi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nous ]  
2-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3-  YOU ARE HERE, WORKING IN THIS PLACE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présent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parmi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nous ] 
4-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              x2
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chemin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opères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miracles ] 
	6-  PROMISE KEEPER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promesses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	7-  LIGHT IN THE DARKNESS [ Lumière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ténèbres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	8-  MY GOD, THAT IS WHO YOU ARE [ Mon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voici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qui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                             x2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touchant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cœurs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10-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11-  YOU ARE HERE, HEALING EVERY HEART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guérissant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cœurs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12-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13-  YOU ARE HERE, TURNING LIVES AROUND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bouleverses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vies ] 
14-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15-  YOU ARE HERE, MENDING EVERY HEART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réparant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cœurs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16-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essuies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larmes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18-  YOU MEND THE BROKEN HEART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répares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cœurs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brisés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19-  YOU'RE THE ANSWER TO IT ALL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réponse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chose ] 
20-  JESUS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Jésus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                                                                                          x2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touchant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vie ] 
22-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23-  YOU ARE HERE, MEETING EVERY NEED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comblant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tout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besoin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24-  I WORSHIP YOU, I WORSHIP YOU  [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T'adorons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Pont :
25-  HE’S WORKING  [ Il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 ( Boucle )
26-  IN MY FAVOR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faveur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( Boucle )
27-  HE’S WORKING IN MY FAVOR  [ Il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faveur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x2
28-  ALL THINGS ARE WORKING FOR MY GOOD  [ Et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choses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concourent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mon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29-  HE’S WORKING IN YOUR FAVOR  [ Il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faveur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 x2
30-  ALL THINGS  [ Et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choses ] 
31-  ARE WORKING FOR YOUR GOOD  [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Concourent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à ton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32-  HE’S WORKING FOR MY GOOD  [ Il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mon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bien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45360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s-ES" smtClean="0"/>
              <a:t>Couplet 1 :</a:t>
            </a:r>
          </a:p>
          <a:p>
            <a:r>
              <a:rPr lang="es-ES" smtClean="0"/>
              <a:t>1-  YOU ARE HERE, MOVING IN OUR MIDST [ Tu es là, présent parmi nous ]  
2-  I WORSHIP YOU, I WORSHIP YOU  [ Nous T'adorons, nous T'adorons ] 
3-  YOU ARE HERE, WORKING IN THIS PLACE [ Tu es là, présent parmi nous ] 
4-  I WORSHIP YOU, I WORSHIP YOU  [ Nous T'adorons, nous T'adorons ]                x2
</a:t>
            </a:r>
          </a:p>
          <a:p>
            <a:r>
              <a:rPr lang="es-ES" smtClean="0"/>
              <a:t>	Refrain :
	5-  WAY MAKER, MIRACLE WORKER [ Tu fais un chemin, opères des miracles ] 
	6-  PROMISE KEEPER [ Tu tiens Tes promesses ] 
	7-  LIGHT IN THE DARKNESS [ Lumière dans les ténèbres ] 
	8-  MY GOD, THAT IS WHO YOU ARE [ Mon Dieu, voici qui Tu es ]                               x2</a:t>
            </a:r>
          </a:p>
          <a:p>
            <a:endParaRPr lang="es-ES" smtClean="0"/>
          </a:p>
          <a:p>
            <a:r>
              <a:rPr lang="es-ES" smtClean="0"/>
              <a:t>Couplet 2 :
9-  YOU ARE HERE, TOUCHING EVERY HEART [ Tu es là, touchant tous les cœurs ] 
10-  I WORSHIP YOU, I WORSHIP YOU  [ Nous T'adorons, nous T'adorons ] 
11-  YOU ARE HERE, HEALING EVERY HEART [ Tu es là, guérissant les cœurs ] 
12-  I WORSHIP YOU, I WORSHIP YOU  [ Nous T'adorons, nous T'adorons ] 
13-  YOU ARE HERE, TURNING LIVES AROUND  [ Tu es là, Tu bouleverses nos vies ] 
14-  I WORSHIP YOU, I WORSHIP YOU  [ Nous T'adorons, nous T'adorons ] 
15-  YOU ARE HERE, MENDING EVERY HEART [ Tu es là réparant nos cœurs ] 
16-  I WORSHIP YOU, I WORSHIP YOU  [ Nous T'adorons, nous T'adorons ] 
</a:t>
            </a:r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3 :
17-  YOU WIPE AWAY ALL TEARS  [ Tu essuies toutes larmes ] 
18-  YOU MEND THE BROKEN HEART  [ Tu répares les cœurs brisés ] 
19-  YOU'RE THE ANSWER TO IT ALL [ Tu es la réponse à toute chose ] 
20-  JESUS  [ Jésus ]                                                                                            x2</a:t>
            </a:r>
          </a:p>
          <a:p>
            <a:endParaRPr lang="es-ES" smtClean="0"/>
          </a:p>
          <a:p>
            <a:r>
              <a:rPr lang="es-ES" smtClean="0"/>
              <a:t>	Refrain :</a:t>
            </a:r>
          </a:p>
          <a:p>
            <a:endParaRPr lang="es-ES" smtClean="0"/>
          </a:p>
          <a:p>
            <a:r>
              <a:rPr lang="es-ES" smtClean="0"/>
              <a:t>Couplet 4 :
21-  YOU ARE HERE, TOUCHING EVERY LIFE  [ Tu es là, touchant chaque vie ] 
22-  I WORSHIP YOU, I WORSHIP YOU  [ Nous T'adorons, nous T'adorons ] 
23-  YOU ARE HERE, MEETING EVERY NEED  [ Tu es là, comblant tout besoin ] 
24-  I WORSHIP YOU, I WORSHIP YOU  [ Nous T'adorons, nous T'adorons ] 
Pont :
25-  HE’S WORKING  [ Il agit ]   ( Boucle )
26-  IN MY FAVOR  [ en ma faveur ] ( Boucle )
27-  HE’S WORKING IN MY FAVOR  [ Il agit en ma faveur ]  x2
28-  ALL THINGS ARE WORKING FOR MY GOOD  [ Et toutes choses concourent à mon bien ] 
29-  HE’S WORKING IN YOUR FAVOR  [ Il agit en ta faveur ]  x2
30-  ALL THINGS  [ Et toutes choses ] 
31-  ARE WORKING FOR YOUR GOOD  [ Concourent à ton bien ] 
32-  HE’S WORKING FOR MY GOOD  [ Il agit pour mon bien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2207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HERE, MOVING IN OUR MIDST </a:t>
            </a:r>
            <a:b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</a:b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es là, présent parmi nous ] 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298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WORSHIP YOU, I WORSHIP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Nous T’adorons, nous T’adorons ] 
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1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HERE, WORKING IN THIS PLACE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es là, présent parmi nous ]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841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WORSHIP YOU, I WORSHIP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Nous T’adorons, nous T’adorons ] 
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865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WAY MAKER, MIRACLE WORKER </a:t>
            </a:r>
            <a:b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</a:b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fais un chemin, opères des miracles ]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528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PROMISE KEEPER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tiens Tes promesses ]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325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LIGHT IN THE DARKNESS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Lumière dans les ténèbres ]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814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MY GOD, THAT IS WHO YOU ARE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Mon Dieu, voici qui Tu es ] 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05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HERE, TOUCHING EVERY HEART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es là, touchant tous les cœurs ]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010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WORSHIP YOU, I WORSHIP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Nous T’adorons, nous T’adorons ] 
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391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HERE, HEALING EVERY HEART 
[ Tu es là, guérissant les cœurs ]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840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WORSHIP YOU, I WORSHIP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Nous T’adorons, nous T’adorons ] 
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399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HERE, TURNING LIVES AROUND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Tu es là, Tu bouleverses nos vies ]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86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WORSHIP YOU, I WORSHIP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Nous T’adorons, nous T’adorons ] 
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423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HERE, MENDING EVERY HEART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es là, réparant nos cœurs ]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073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WORSHIP YOU, I WORSHIP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Nous T’adorons, nous T’adorons ] 
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073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WIPE AWAY ALL TEARS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Tu essuies toutes larmes ]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509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MEND THE BROKEN HEART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Tu répares les cœurs brisés ]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907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YOU'RE THE ANSWER TO IT ALL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es la réponse à toute chose ] </a:t>
            </a:r>
          </a:p>
          <a:p>
            <a:pPr algn="ctr">
              <a:lnSpc>
                <a:spcPct val="90000"/>
              </a:lnSpc>
              <a:defRPr/>
            </a:pP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644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JESUS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Jésus ] </a:t>
            </a:r>
          </a:p>
          <a:p>
            <a:pPr algn="ctr">
              <a:lnSpc>
                <a:spcPct val="90000"/>
              </a:lnSpc>
              <a:defRPr/>
            </a:pP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94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HERE, TOUCHING EVERY LIFE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Tu es là, touchant chaque vie ]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540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WORSHIP YOU, I WORSHIP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Nous T’adorons, nous T’adorons ] 
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44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HERE, MEETING EVERY NEED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Tu es là, comblant tout besoin ] 
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787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WORSHIP YOU, I WORSHIP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Nous T’adorons, nous T’adorons ] 
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649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HE’S WORKING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Il agit ] 
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017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IN MY FAVOR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en ma faveur ] 
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867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HE’S WORKING IN MY FAVOR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Il agit en ma faveur ] 
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453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ALL THINGS ARE WORKING FOR MY GOOD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Et toutes choses concourent à mon bien ] 
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53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HE’S WORKING IN YOUR FAVOR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Il agit en ta faveur ] 
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959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ALL THINGS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Et toutes choses ] 
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750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ARE WORKING FOR YOUR GOOD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Concourent à ton bien ] 
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847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HE’S WORKING FOR MY GOOD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Il agit pour mon bien ] 
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193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1668</TotalTime>
  <Words>35212</Words>
  <Application>Microsoft Office PowerPoint</Application>
  <PresentationFormat>Affichage à l'écran (4:3)</PresentationFormat>
  <Paragraphs>829</Paragraphs>
  <Slides>32</Slides>
  <Notes>32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6" baseType="lpstr">
      <vt:lpstr>Calibri</vt:lpstr>
      <vt:lpstr>Metropolis Semi Bold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157</cp:revision>
  <dcterms:created xsi:type="dcterms:W3CDTF">2002-08-17T13:12:10Z</dcterms:created>
  <dcterms:modified xsi:type="dcterms:W3CDTF">2024-11-22T21:42:01Z</dcterms:modified>
</cp:coreProperties>
</file>