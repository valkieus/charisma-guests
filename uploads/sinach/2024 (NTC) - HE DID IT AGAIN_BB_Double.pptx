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41" r:id="rId2"/>
    <p:sldId id="342" r:id="rId3"/>
    <p:sldId id="343" r:id="rId4"/>
    <p:sldId id="344" r:id="rId5"/>
    <p:sldId id="345" r:id="rId6"/>
    <p:sldId id="346" r:id="rId7"/>
    <p:sldId id="348" r:id="rId8"/>
    <p:sldId id="349" r:id="rId9"/>
    <p:sldId id="350" r:id="rId10"/>
    <p:sldId id="352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25596" autoAdjust="0"/>
  </p:normalViewPr>
  <p:slideViewPr>
    <p:cSldViewPr>
      <p:cViewPr varScale="1">
        <p:scale>
          <a:sx n="18" d="100"/>
          <a:sy n="18" d="100"/>
        </p:scale>
        <p:origin x="109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11/11/2023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937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53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0329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385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3470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530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313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40789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9633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2790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106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3912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47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342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788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9321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817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462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182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5463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3988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2276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11-  I CAN’T TELL IT ENOUGH, OH, OH, OH, OH [Je veux le dire encore, Oh oh oh ] 
	12-  I SHOUT IT LOUD FROM THE MOUNTAIN TOP [ Je crie bien fort du haut des montagnes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I DANCE AND PRAISE THE LORD [ Je danse et loue le Seigneur ]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I CLAP AND PRAISE THE LORD [ Je frappe et loue le Seigneur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15-  I SHOUT AND PRAISE THE LORD [ Je crie et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AND WHEN I THOUGHT THAT [ Quand je pense que ] 
17-  HE HAD DONE TOO MUCH [ J’en ai déjà trop ] 
18-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REJOICE AND PRAISE THE LORD  [ Réjouis-toi, loue le Seigneur ] 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20-  AND WHEN I THOUGHT THAT [ Quand je pense que ] 
21-  HE HAD DONE TOO MUCH [ J’en ai déjà trop ] 
22-  OH, OH, OH, JESUS DID IT AGAIN [ Oh oh oh, Jésus donne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I CAN’T TELL IT ENOUGH, OH, OH, OH, OH [Je veux le dire encore, Oh oh oh ] 
24-  I SHOUT IT LOUD FROM THE MOUNTAIN TOP [ Je crie bien fort du haut des montagnes ]     x2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IT IS COMING FROM MY HEART [ La louange vient de mon cœur ] 
2-  PRAISE AND THANKS UNTO YOU, LORD [ Je Te remercie, Seigneur ] 
3-  ALL THE THINGS THAT YOU HAVE DONE [ Pour tout ce que Tu as fait ] 
4-  I’M GRATEFUL FOR YOUR LOVE [ Ton amour, Tes bienfaits ] 
5-  I GIVE YOU THE PRAISE [ Je veux Te louer ]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
	6-  I’M COUNTING MY BLESSINGS [ Je compte toutes Tes bontés ] 
	7-  I JUST CAN’T KEEP IT TO MYSELF [ Je veux tant les annoncer ] 
	8-  WHEN I THOUGHT THAT  [ Quand je pense que ] 
	9-  HE HAD DONE TOO MUCH [ J’en ai déjà trop ] 
	10-  OH, OH, OH, JESUS DID IT AGAIN [ Oh oh oh, Jésus donne à nouveau ]          x2</a:t>
            </a:r>
          </a:p>
          <a:p>
            <a:endParaRPr lang="fr-FR" smtClean="0"/>
          </a:p>
          <a:p>
            <a:r>
              <a:rPr lang="fr-FR" smtClean="0"/>
              <a:t>
	11-  I CAN’T TELL IT ENOUGH, OH, OH, OH, OH [Je veux le dire encore, Oh oh oh ] 
	12-  I SHOUT IT LOUD FROM THE MOUNTAIN TOP [ Je crie bien fort du haut des montagnes ]       x2</a:t>
            </a:r>
          </a:p>
          <a:p>
            <a:endParaRPr lang="fr-FR" smtClean="0"/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
13-  I DANCE AND PRAISE THE LORD [ Je danse et loue le Seigneur ] x4</a:t>
            </a:r>
          </a:p>
          <a:p>
            <a:r>
              <a:rPr lang="fr-FR" smtClean="0"/>
              <a:t>
14-  I CLAP AND PRAISE THE LORD [ Je frappe et loue le Seigneur ]  x4</a:t>
            </a:r>
          </a:p>
          <a:p>
            <a:r>
              <a:rPr lang="fr-FR" smtClean="0"/>
              <a:t>
15-  I SHOUT AND PRAISE THE LORD [ Je crie et loue le Seigneur ]   x4</a:t>
            </a:r>
          </a:p>
          <a:p>
            <a:r>
              <a:rPr lang="fr-FR" smtClean="0"/>
              <a:t>
16-  AND WHEN I THOUGHT THAT [ Quand je pense que ] 
17-  HE HAD DONE TOO MUCH [ J’en ai déjà trop ] 
18-  OH, OH, OH, JESUS DID IT AGAIN [ Oh oh oh, Jésus donne à nouveau ] </a:t>
            </a:r>
          </a:p>
          <a:p>
            <a:r>
              <a:rPr lang="fr-FR" smtClean="0"/>
              <a:t>
19-  REJOICE AND PRAISE THE LORD  [ Réjouis-toi, loue le Seigneur ]   x4</a:t>
            </a:r>
          </a:p>
          <a:p>
            <a:r>
              <a:rPr lang="fr-FR" smtClean="0"/>
              <a:t>
20-  AND WHEN I THOUGHT THAT [ Quand je pense que ] 
21-  HE HAD DONE TOO MUCH [ J’en ai déjà trop ] 
22-  OH, OH, OH, JESUS DID IT AGAIN [ Oh oh oh, Jésus donne à nouveau ] </a:t>
            </a:r>
          </a:p>
          <a:p>
            <a:r>
              <a:rPr lang="fr-FR" smtClean="0"/>
              <a:t>
23-  I CAN’T TELL IT ENOUGH, OH, OH, OH, OH [Je veux le dire encore, Oh oh oh ] 
24-  I SHOUT IT LOUD FROM THE MOUNTAIN TOP [ Je crie bien fort du haut des montagnes ]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209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IS COMING FROM MY HEART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La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louange vient de mon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500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PRAISE AND THANKS UNTO YOU,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remercie,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271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THE THINGS THAT YOU HAVE DONE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Pour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ce que Tu as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696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I’M GRATEFUL FOR YOUR LOVE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amour, Tes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bienfaits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68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GIVE YOU THE PRAISE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veux Te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louer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6710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I’M COUNTING MY BLESSINGS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compte toutes Tes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bontés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586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JUST CAN’T KEEP IT TO MYSELF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veux tant les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annoncer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135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I THOUGHT THAT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Quand je pense que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193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HAD DONE TOO MUCH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’en ai déjà trop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3317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JESUS DID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Oh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Jésus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 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636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CAN’T TELL IT ENOUGH, 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le dire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encore, Oh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260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449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SHOUT IT LOUD FROM THE MOUNTAIN TOP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crie bien fort du haut des montagnes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749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DANCE AND PRAISE THE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danse et loue le Seigneur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2643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CLAP AND PRAISE THE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frappe et loue le Seigneur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175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SHOUT AND PRAISE THE LORD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crie et loue le Seigneur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00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WHEN I THOUGHT THAT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Quand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pense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0196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HAD DONE TOO MUCH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J’en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 déjà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trop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1265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JESUS DID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Oh </a:t>
            </a:r>
            <a:r>
              <a:rPr lang="fr-FR" altLang="fr-FR" sz="38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altLang="fr-FR" sz="38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Jésus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 à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270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449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REJOICE AND PRAISE THE LORD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Réjouis-toi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loue le Seigneur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9224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WHEN I THOUGHT THAT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Quand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pense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651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HAD DONE TOO MUCH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J’en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 déjà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trop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946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3107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OH, OH, JESUS DID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Oh </a:t>
            </a:r>
            <a:r>
              <a:rPr lang="fr-FR" altLang="fr-FR" sz="38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altLang="fr-FR" sz="38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Jésus </a:t>
            </a:r>
            <a:r>
              <a:rPr lang="fr-FR" alt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 à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620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CAN’T TELL IT ENOUGH, OH, OH, OH, OH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le dire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encore, Oh </a:t>
            </a:r>
            <a:r>
              <a:rPr lang="fr-FR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98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98424"/>
            <a:ext cx="9144000" cy="11449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SHOUT IT LOUD FROM THE MOUNTAIN TOP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crie bien fort du haut des montagnes </a:t>
            </a:r>
            <a:r>
              <a:rPr lang="fr-FR" altLang="fr-FR" sz="38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226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</TotalTime>
  <Words>1171</Words>
  <Application>Microsoft Office PowerPoint</Application>
  <PresentationFormat>Affichage à l'écran (4:3)</PresentationFormat>
  <Paragraphs>864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valeriemuthiani@hotmail.com</cp:lastModifiedBy>
  <cp:revision>208</cp:revision>
  <dcterms:created xsi:type="dcterms:W3CDTF">2002-08-17T10:50:50Z</dcterms:created>
  <dcterms:modified xsi:type="dcterms:W3CDTF">2023-11-11T13:21:58Z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