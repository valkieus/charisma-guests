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42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5" r:id="rId33"/>
    <p:sldId id="374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3956" autoAdjust="0"/>
    <p:restoredTop sz="24142" autoAdjust="0"/>
  </p:normalViewPr>
  <p:slideViewPr>
    <p:cSldViewPr>
      <p:cViewPr varScale="1">
        <p:scale>
          <a:sx n="23" d="100"/>
          <a:sy n="23" d="100"/>
        </p:scale>
        <p:origin x="21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811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70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56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050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492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65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70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240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671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05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795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037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594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33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60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526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104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6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371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393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096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147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183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61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715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661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021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236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544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855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878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2605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 couper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4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HOW MAJESTIC IS YOUR NAME, OH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Si majestueux est Ton Nom,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8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ALL THE EARTH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toute la Terre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3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IS STRONG AND 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fort et 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9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IS GLORIOUS AND GREAT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glorieux et grand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HIM WE'RE SAVED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Lui, nous sommes sauvés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5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HIGHER THAN OTHER NAMES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haut que tous les noms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1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KING OF ALL KINGS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Roi des rois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06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OTHER NAME LIKE HIS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Aucun nom n’est comme le sien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7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0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HIGHER THAN OTHER NAMES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haut que tous les noms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6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ALPHA AND OMEGA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Alpha et Oméga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54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OTHER NAME LIKE HIS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Aucun nom n’est comme le sien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LIKE SWEET PERFUME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comme un doux parfum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6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POURED UPON MY SOUL, YEAH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Répandu sur mon âme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239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WE OVERCOME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nous triomphons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05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HIS NAME THERE'S VICTORY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il y a la victoire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89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POWERFUL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tout-puissant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4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OTHER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Tous les autres dieux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4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ARE DEADER THAN DEAD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Sont dans leur tombeau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 DIED AND ROSE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Jésus est mort et ressuscité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2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LIFT HIM HIGHER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L’élevons plus haut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6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EVERY KNEE SHALL BOW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tout genou fléchit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4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ALL MEN ARE SAVED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tout homme est sauvé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7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CALL UPON THE NAME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invoquons Ton Nom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24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HIS NAME,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Invoque-Le,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4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THAT NAME,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Invoque-Le,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3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MIGHTY GOD,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puissant,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7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MARVELOUS,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Merveilleux,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4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2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JESUS, JESUS,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Jésus, Jésus,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1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6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6395</TotalTime>
  <Words>31271</Words>
  <Application>Microsoft Office PowerPoint</Application>
  <PresentationFormat>Affichage à l'écran (4:3)</PresentationFormat>
  <Paragraphs>726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199</cp:revision>
  <dcterms:created xsi:type="dcterms:W3CDTF">2002-08-17T10:50:50Z</dcterms:created>
  <dcterms:modified xsi:type="dcterms:W3CDTF">2024-11-24T08:24:06Z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