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40" autoAdjust="0"/>
    <p:restoredTop sz="33472" autoAdjust="0"/>
  </p:normalViewPr>
  <p:slideViewPr>
    <p:cSldViewPr>
      <p:cViewPr varScale="1">
        <p:scale>
          <a:sx n="21" d="100"/>
          <a:sy n="21" d="100"/>
        </p:scale>
        <p:origin x="8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7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12/11/2023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792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67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326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864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602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478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29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410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966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670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800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615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483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545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307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692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1809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461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113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1465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052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762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396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025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YOU REIGN [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21-  LORD, YOU REIGN [ Dieu,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FATHER YOU REIGN [ Mon Père, Tu règnes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GREAT ARE YOU LORD [ Dieu Tu es grand ] (boucle)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 </a:t>
            </a:r>
          </a:p>
          <a:p>
            <a:r>
              <a:rPr lang="fr-FR" smtClean="0"/>
              <a:t>1-  HOLY HOLY, GOD ALMIGHTY [ Saint, Saint, Saint, Dieu tout-puissant ] 
2-  IT'S A PRIVILEGE TO WORSHIP YOU [ C’est un privilège de T’adorer ] 
3-  MAKER OF ALL UNIVERSE [ Créateur de l’univers ] 
4-  IT'S AN HONOUR  [ C’est un honneur ] 
5-  JUST TO STAND BEFORE YOU [ D’être là devant Toi ]     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6-  WITH A GRATEFUL HEART [ Le cœur reconnaissant ] 
	7-  I LIFT MY HANDS TO YOU [ Je lève mes mains vers Toi ] 
	8-  PROCLAIMING LORD YOU REIGN [ Proclamant que Tu règnes ]              x2</a:t>
            </a:r>
          </a:p>
          <a:p>
            <a:r>
              <a:rPr lang="fr-FR" smtClean="0"/>
              <a:t>
	9-  YOU REIGN [ Tu règnes ] </a:t>
            </a:r>
          </a:p>
          <a:p>
            <a:endParaRPr lang="fr-FR" smtClean="0"/>
          </a:p>
          <a:p>
            <a:r>
              <a:rPr lang="fr-FR" smtClean="0"/>
              <a:t>	Refrain :
	10-  GREAT ARE YOU LORD [ Dieu, Tu es grand ] 
	11-  GREATLY TO BE PRAISED [ Digne d’être loué ]  x2
	12-  FATHER YOU REIGN [ Mon Père, Tu règnes ]                   x2</a:t>
            </a:r>
          </a:p>
          <a:p>
            <a:endParaRPr lang="fr-FR" smtClean="0"/>
          </a:p>
          <a:p>
            <a:r>
              <a:rPr lang="fr-FR" smtClean="0"/>
              <a:t>Couplet :
13-  HOLY HOLY, GOD ALMIGHTY [ Saint, Saint, Saint, Dieu tout-puissant ] 
14-  IT'S A PRIVILEGE TO WORSHIP YOU [ C’est un privilège de T’adorer ] 
15-  MAKER OF ALL UNIVERSE [ Créateur de l’univers ] 
16-  IT'S AN HONOUR  [ C’est un honneur ] 
17-  JUST TO STAND BEFORE YOU [ D’être là devant Toi ]                    x2
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18-  WITH A GRATEFUL HEART [ Le cœur reconnaissant ] 
	19-  I LIFT MY HANDS TO YOU [ Je lève mes mains vers Toi ] 
	20-  PROCLAIMING LORD YOU REIGN [ Proclamant que Tu règnes ]             x2</a:t>
            </a:r>
          </a:p>
          <a:p>
            <a:r>
              <a:rPr lang="fr-FR" smtClean="0"/>
              <a:t>
	21-  LORD, YOU REIGN [ Dieu, Tu règnes ] </a:t>
            </a:r>
          </a:p>
          <a:p>
            <a:endParaRPr lang="fr-FR" smtClean="0"/>
          </a:p>
          <a:p>
            <a:r>
              <a:rPr lang="fr-FR" smtClean="0"/>
              <a:t>	Refrain : 
	22-  GREAT ARE YOU LORD [ Dieu Tu es grand ] 
	23-  GREATLY TO BE PRAISED [ Digne d’être loué ] x2
	24-  FATHER YOU REIGN [ Mon Père, Tu règnes ]                     x2</a:t>
            </a:r>
          </a:p>
          <a:p>
            <a:r>
              <a:rPr lang="fr-FR" smtClean="0"/>
              <a:t>
25-  FATHER YOU REIGN [ Mon Père, Tu règnes ] </a:t>
            </a:r>
          </a:p>
          <a:p>
            <a:r>
              <a:rPr lang="fr-FR" smtClean="0"/>
              <a:t>
26-  GREAT ARE YOU LORD [ Dieu Tu es grand ] (boucle)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16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HOLY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HOLY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GOD ALMIGHTY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Saint, Saint, Dieu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tout-puissant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 PRIVILEGE TO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privilège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T’adorer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593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MAKER OF ALL UNIVERSE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Créateur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l’univers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9856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AN HONOUR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honneur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48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TO STAND BEFORE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’être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devant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589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A GRATEFUL HEART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reconnaissant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660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LIFT MY HANDS TO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mes mains vers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293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PROCLAIMING LORD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Proclamant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règnes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665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règnes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425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GREAT ARE YOU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Dieu,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312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GREATLY TO BE PRAISED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Digne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d’être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loué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729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FATHER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Tu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règnes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942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HOLY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HOLY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GOD ALMIGHTY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Saint, Saint, Dieu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tout-puissant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906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 PRIVILEGE TO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privilège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T’adorer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153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MAKER OF ALL UNIVERSE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Créateur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l’univers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74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AN HONOUR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honneur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340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TO STAND BEFORE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’être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devant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036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A GRATEFUL HEART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reconnaissant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230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LIFT MY HANDS TO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mes mains vers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457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PROCLAIMING LORD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Proclamant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règnes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646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LORD,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règnes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4690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GREAT </a:t>
            </a:r>
            <a:r>
              <a:rPr lang="en-US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ARE YOU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Dieu,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251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GREATLY TO BE PRAISED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Digne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d’être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loué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890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FATHER,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Tu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règnes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603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FATHER, YOU REIGN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Tu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règnes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989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GREAT ARE YOU,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Dieu,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263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2117</TotalTime>
  <Words>1214</Words>
  <Application>Microsoft Office PowerPoint</Application>
  <PresentationFormat>Affichage à l'écran (4:3)</PresentationFormat>
  <Paragraphs>884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9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valeriemuthiani@hotmail.com</cp:lastModifiedBy>
  <cp:revision>207</cp:revision>
  <dcterms:created xsi:type="dcterms:W3CDTF">2002-08-17T10:50:50Z</dcterms:created>
  <dcterms:modified xsi:type="dcterms:W3CDTF">2023-11-12T00:57:51Z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