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341" r:id="rId2"/>
    <p:sldId id="342" r:id="rId3"/>
    <p:sldId id="343" r:id="rId4"/>
    <p:sldId id="344" r:id="rId5"/>
    <p:sldId id="345" r:id="rId6"/>
    <p:sldId id="346" r:id="rId7"/>
    <p:sldId id="347" r:id="rId8"/>
    <p:sldId id="348" r:id="rId9"/>
    <p:sldId id="349" r:id="rId10"/>
    <p:sldId id="350" r:id="rId11"/>
    <p:sldId id="351" r:id="rId12"/>
    <p:sldId id="352" r:id="rId13"/>
    <p:sldId id="353" r:id="rId14"/>
    <p:sldId id="354" r:id="rId15"/>
    <p:sldId id="355" r:id="rId16"/>
    <p:sldId id="356" r:id="rId17"/>
    <p:sldId id="357" r:id="rId18"/>
    <p:sldId id="358" r:id="rId19"/>
    <p:sldId id="359" r:id="rId20"/>
    <p:sldId id="360" r:id="rId21"/>
    <p:sldId id="361" r:id="rId22"/>
    <p:sldId id="362" r:id="rId23"/>
    <p:sldId id="363" r:id="rId24"/>
    <p:sldId id="364" r:id="rId25"/>
    <p:sldId id="365" r:id="rId26"/>
    <p:sldId id="366" r:id="rId27"/>
    <p:sldId id="367" r:id="rId28"/>
    <p:sldId id="368" r:id="rId29"/>
    <p:sldId id="369" r:id="rId30"/>
    <p:sldId id="370" r:id="rId31"/>
    <p:sldId id="371" r:id="rId32"/>
    <p:sldId id="372" r:id="rId33"/>
    <p:sldId id="373" r:id="rId34"/>
    <p:sldId id="374" r:id="rId35"/>
    <p:sldId id="375" r:id="rId36"/>
  </p:sldIdLst>
  <p:sldSz cx="12192000" cy="6858000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6421" autoAdjust="0"/>
    <p:restoredTop sz="68949" autoAdjust="0"/>
  </p:normalViewPr>
  <p:slideViewPr>
    <p:cSldViewPr>
      <p:cViewPr varScale="1">
        <p:scale>
          <a:sx n="52" d="100"/>
          <a:sy n="52" d="100"/>
        </p:scale>
        <p:origin x="78" y="56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28A9632-4C85-4837-9202-7DE41DA9065D}" type="datetimeFigureOut">
              <a:rPr lang="fr-FR"/>
              <a:pPr>
                <a:defRPr/>
              </a:pPr>
              <a:t>24/11/2024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7DCA80A-8400-4AE9-8C4D-4EA1B13572F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MY NAME MY NAME     [ Mon nom, mon nom ]
 25-  VICTORY IS MY NAME MY NAME    [ Victoire est mon nom, mon nom ]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
 26-  GOODNESS AND MERCY FOLLOWS ME    [ Bonheur et grâce me poursuivent ]
 27-  ALL MY DAYS, ALL MY DAYS     [ Tous les jours de ma vie ]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UP AHEAD, AND BEHIND    [ Devant moi, derrière moi ]
 29-  ON THE LEFT, ON THE RIGHT    [ À ma gauche, à ma droite  ]       x2                 x2 (Goodness)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 (13)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30-  MY NAME MY NAME     [ Mon nom, mon nom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endParaRPr lang="fr-FR" smtClean="0"/>
          </a:p>
          <a:p>
            <a:r>
              <a:rPr lang="fr-FR" smtClean="0"/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r>
              <a:rPr lang="fr-FR" smtClean="0"/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r>
              <a:rPr lang="fr-FR" smtClean="0"/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24-  MY NAME MY NAME     [ Mon nom, mon nom ]
 25-  VICTORY IS MY NAME MY NAME    [ Victoire est mon nom, mon nom ]      x4</a:t>
            </a:r>
          </a:p>
          <a:p>
            <a:r>
              <a:rPr lang="fr-FR" smtClean="0"/>
              <a:t>	
 26-  GOODNESS AND MERCY FOLLOWS ME    [ Bonheur et grâce me poursuivent ]
 27-  ALL MY DAYS, ALL MY DAYS     [ Tous les jours de ma vie ]                         x2</a:t>
            </a:r>
          </a:p>
          <a:p>
            <a:r>
              <a:rPr lang="fr-FR" smtClean="0"/>
              <a:t>
 28-  UP AHEAD, AND BEHIND    [ Devant moi, derrière moi ]
 29-  ON THE LEFT, ON THE RIGHT    [ À ma gauche, à ma droite  ]       x2                 x2 (Goodness)</a:t>
            </a:r>
          </a:p>
          <a:p>
            <a:endParaRPr lang="fr-FR" smtClean="0"/>
          </a:p>
          <a:p>
            <a:r>
              <a:rPr lang="fr-FR" smtClean="0"/>
              <a:t>	Refrain 1: (13)	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30-  MY NAME MY NAME     [ Mon nom, mon nom ]</a:t>
            </a:r>
          </a:p>
          <a:p>
            <a:r>
              <a:rPr lang="fr-FR" smtClean="0"/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9272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734A5-6A5E-F519-C14C-AF487F895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0464450A-FD22-A682-F990-EF163BD7D94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216EAE3C-A515-1AB5-7C3B-468861A804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MY NAME MY NAME     [ Mon nom, mon nom ]
 25-  VICTORY IS MY NAME MY NAME    [ Victoire est mon nom, mon nom ]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
 26-  GOODNESS AND MERCY FOLLOWS ME    [ Bonheur et grâce me poursuivent ]
 27-  ALL MY DAYS, ALL MY DAYS     [ Tous les jours de ma vie ]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UP AHEAD, AND BEHIND    [ Devant moi, derrière moi ]
 29-  ON THE LEFT, ON THE RIGHT    [ À ma gauche, à ma droite  ]       x2                 x2 (Goodness)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 (13)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30-  MY NAME MY NAME     [ Mon nom, mon nom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54FEF97E-1BC2-2EEA-BDFA-03721EECD5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endParaRPr lang="fr-FR" smtClean="0"/>
          </a:p>
          <a:p>
            <a:r>
              <a:rPr lang="fr-FR" smtClean="0"/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r>
              <a:rPr lang="fr-FR" smtClean="0"/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r>
              <a:rPr lang="fr-FR" smtClean="0"/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24-  MY NAME MY NAME     [ Mon nom, mon nom ]
 25-  VICTORY IS MY NAME MY NAME    [ Victoire est mon nom, mon nom ]      x4</a:t>
            </a:r>
          </a:p>
          <a:p>
            <a:r>
              <a:rPr lang="fr-FR" smtClean="0"/>
              <a:t>	
 26-  GOODNESS AND MERCY FOLLOWS ME    [ Bonheur et grâce me poursuivent ]
 27-  ALL MY DAYS, ALL MY DAYS     [ Tous les jours de ma vie ]                         x2</a:t>
            </a:r>
          </a:p>
          <a:p>
            <a:r>
              <a:rPr lang="fr-FR" smtClean="0"/>
              <a:t>
 28-  UP AHEAD, AND BEHIND    [ Devant moi, derrière moi ]
 29-  ON THE LEFT, ON THE RIGHT    [ À ma gauche, à ma droite  ]       x2                 x2 (Goodness)</a:t>
            </a:r>
          </a:p>
          <a:p>
            <a:endParaRPr lang="fr-FR" smtClean="0"/>
          </a:p>
          <a:p>
            <a:r>
              <a:rPr lang="fr-FR" smtClean="0"/>
              <a:t>	Refrain 1: (13)	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30-  MY NAME MY NAME     [ Mon nom, mon nom ]</a:t>
            </a:r>
          </a:p>
          <a:p>
            <a:r>
              <a:rPr lang="fr-FR" smtClean="0"/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85179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AD6C0-C092-7BFB-79D6-F6CC0D5F5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3BE458D2-3991-8545-B861-EDCF4B10351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735846DC-AF53-A635-F4DE-D789390BE5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MY NAME MY NAME     [ Mon nom, mon nom ]
 25-  VICTORY IS MY NAME MY NAME    [ Victoire est mon nom, mon nom ]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
 26-  GOODNESS AND MERCY FOLLOWS ME    [ Bonheur et grâce me poursuivent ]
 27-  ALL MY DAYS, ALL MY DAYS     [ Tous les jours de ma vie ]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UP AHEAD, AND BEHIND    [ Devant moi, derrière moi ]
 29-  ON THE LEFT, ON THE RIGHT    [ À ma gauche, à ma droite  ]       x2                 x2 (Goodness)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 (13)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30-  MY NAME MY NAME     [ Mon nom, mon nom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D26A6BAB-7FB0-F8DC-9D4E-AEB9E7CD60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endParaRPr lang="fr-FR" smtClean="0"/>
          </a:p>
          <a:p>
            <a:r>
              <a:rPr lang="fr-FR" smtClean="0"/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r>
              <a:rPr lang="fr-FR" smtClean="0"/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r>
              <a:rPr lang="fr-FR" smtClean="0"/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24-  MY NAME MY NAME     [ Mon nom, mon nom ]
 25-  VICTORY IS MY NAME MY NAME    [ Victoire est mon nom, mon nom ]      x4</a:t>
            </a:r>
          </a:p>
          <a:p>
            <a:r>
              <a:rPr lang="fr-FR" smtClean="0"/>
              <a:t>	
 26-  GOODNESS AND MERCY FOLLOWS ME    [ Bonheur et grâce me poursuivent ]
 27-  ALL MY DAYS, ALL MY DAYS     [ Tous les jours de ma vie ]                         x2</a:t>
            </a:r>
          </a:p>
          <a:p>
            <a:r>
              <a:rPr lang="fr-FR" smtClean="0"/>
              <a:t>
 28-  UP AHEAD, AND BEHIND    [ Devant moi, derrière moi ]
 29-  ON THE LEFT, ON THE RIGHT    [ À ma gauche, à ma droite  ]       x2                 x2 (Goodness)</a:t>
            </a:r>
          </a:p>
          <a:p>
            <a:endParaRPr lang="fr-FR" smtClean="0"/>
          </a:p>
          <a:p>
            <a:r>
              <a:rPr lang="fr-FR" smtClean="0"/>
              <a:t>	Refrain 1: (13)	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30-  MY NAME MY NAME     [ Mon nom, mon nom ]</a:t>
            </a:r>
          </a:p>
          <a:p>
            <a:r>
              <a:rPr lang="fr-FR" smtClean="0"/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94995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3161E-E11B-46C1-98C6-BC830EA90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C2E771B3-DD85-B235-8952-4CE2E03F25F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BD930BFB-9388-840C-7B52-423E784733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MY NAME MY NAME     [ Mon nom, mon nom ]
 25-  VICTORY IS MY NAME MY NAME    [ Victoire est mon nom, mon nom ]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
 26-  GOODNESS AND MERCY FOLLOWS ME    [ Bonheur et grâce me poursuivent ]
 27-  ALL MY DAYS, ALL MY DAYS     [ Tous les jours de ma vie ]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UP AHEAD, AND BEHIND    [ Devant moi, derrière moi ]
 29-  ON THE LEFT, ON THE RIGHT    [ À ma gauche, à ma droite  ]       x2                 x2 (Goodness)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 (13)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30-  MY NAME MY NAME     [ Mon nom, mon nom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5339968B-6E5F-44C4-E7C3-AC37DC8CE1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endParaRPr lang="fr-FR" smtClean="0"/>
          </a:p>
          <a:p>
            <a:r>
              <a:rPr lang="fr-FR" smtClean="0"/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r>
              <a:rPr lang="fr-FR" smtClean="0"/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r>
              <a:rPr lang="fr-FR" smtClean="0"/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24-  MY NAME MY NAME     [ Mon nom, mon nom ]
 25-  VICTORY IS MY NAME MY NAME    [ Victoire est mon nom, mon nom ]      x4</a:t>
            </a:r>
          </a:p>
          <a:p>
            <a:r>
              <a:rPr lang="fr-FR" smtClean="0"/>
              <a:t>	
 26-  GOODNESS AND MERCY FOLLOWS ME    [ Bonheur et grâce me poursuivent ]
 27-  ALL MY DAYS, ALL MY DAYS     [ Tous les jours de ma vie ]                         x2</a:t>
            </a:r>
          </a:p>
          <a:p>
            <a:r>
              <a:rPr lang="fr-FR" smtClean="0"/>
              <a:t>
 28-  UP AHEAD, AND BEHIND    [ Devant moi, derrière moi ]
 29-  ON THE LEFT, ON THE RIGHT    [ À ma gauche, à ma droite  ]       x2                 x2 (Goodness)</a:t>
            </a:r>
          </a:p>
          <a:p>
            <a:endParaRPr lang="fr-FR" smtClean="0"/>
          </a:p>
          <a:p>
            <a:r>
              <a:rPr lang="fr-FR" smtClean="0"/>
              <a:t>	Refrain 1: (13)	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30-  MY NAME MY NAME     [ Mon nom, mon nom ]</a:t>
            </a:r>
          </a:p>
          <a:p>
            <a:r>
              <a:rPr lang="fr-FR" smtClean="0"/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40361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17D7D-2FD9-726D-74D8-27076C400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CE435C8A-A25E-2004-3ACE-842DAFB0D59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89462018-8CC1-7A51-5AEF-A401133950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MY NAME MY NAME     [ Mon nom, mon nom ]
 25-  VICTORY IS MY NAME MY NAME    [ Victoire est mon nom, mon nom ]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
 26-  GOODNESS AND MERCY FOLLOWS ME    [ Bonheur et grâce me poursuivent ]
 27-  ALL MY DAYS, ALL MY DAYS     [ Tous les jours de ma vie ]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UP AHEAD, AND BEHIND    [ Devant moi, derrière moi ]
 29-  ON THE LEFT, ON THE RIGHT    [ À ma gauche, à ma droite  ]       x2                 x2 (Goodness)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 (13)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30-  MY NAME MY NAME     [ Mon nom, mon nom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F60A4F88-9801-1CE1-F6F3-1AF1198560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endParaRPr lang="fr-FR" smtClean="0"/>
          </a:p>
          <a:p>
            <a:r>
              <a:rPr lang="fr-FR" smtClean="0"/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r>
              <a:rPr lang="fr-FR" smtClean="0"/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r>
              <a:rPr lang="fr-FR" smtClean="0"/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24-  MY NAME MY NAME     [ Mon nom, mon nom ]
 25-  VICTORY IS MY NAME MY NAME    [ Victoire est mon nom, mon nom ]      x4</a:t>
            </a:r>
          </a:p>
          <a:p>
            <a:r>
              <a:rPr lang="fr-FR" smtClean="0"/>
              <a:t>	
 26-  GOODNESS AND MERCY FOLLOWS ME    [ Bonheur et grâce me poursuivent ]
 27-  ALL MY DAYS, ALL MY DAYS     [ Tous les jours de ma vie ]                         x2</a:t>
            </a:r>
          </a:p>
          <a:p>
            <a:r>
              <a:rPr lang="fr-FR" smtClean="0"/>
              <a:t>
 28-  UP AHEAD, AND BEHIND    [ Devant moi, derrière moi ]
 29-  ON THE LEFT, ON THE RIGHT    [ À ma gauche, à ma droite  ]       x2                 x2 (Goodness)</a:t>
            </a:r>
          </a:p>
          <a:p>
            <a:endParaRPr lang="fr-FR" smtClean="0"/>
          </a:p>
          <a:p>
            <a:r>
              <a:rPr lang="fr-FR" smtClean="0"/>
              <a:t>	Refrain 1: (13)	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30-  MY NAME MY NAME     [ Mon nom, mon nom ]</a:t>
            </a:r>
          </a:p>
          <a:p>
            <a:r>
              <a:rPr lang="fr-FR" smtClean="0"/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66971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4350A-EA11-89CC-FC0D-33B2A9FEB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3EF03A74-D596-7DE1-1DE7-A7EB123385C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1BE05885-3819-5DB4-10B5-022E5CAE5D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MY NAME MY NAME     [ Mon nom, mon nom ]
 25-  VICTORY IS MY NAME MY NAME    [ Victoire est mon nom, mon nom ]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
 26-  GOODNESS AND MERCY FOLLOWS ME    [ Bonheur et grâce me poursuivent ]
 27-  ALL MY DAYS, ALL MY DAYS     [ Tous les jours de ma vie ]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UP AHEAD, AND BEHIND    [ Devant moi, derrière moi ]
 29-  ON THE LEFT, ON THE RIGHT    [ À ma gauche, à ma droite  ]       x2                 x2 (Goodness)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 (13)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30-  MY NAME MY NAME     [ Mon nom, mon nom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94D0B62B-EE20-09D8-B631-E6C0BC74D8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endParaRPr lang="fr-FR" smtClean="0"/>
          </a:p>
          <a:p>
            <a:r>
              <a:rPr lang="fr-FR" smtClean="0"/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r>
              <a:rPr lang="fr-FR" smtClean="0"/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r>
              <a:rPr lang="fr-FR" smtClean="0"/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24-  MY NAME MY NAME     [ Mon nom, mon nom ]
 25-  VICTORY IS MY NAME MY NAME    [ Victoire est mon nom, mon nom ]      x4</a:t>
            </a:r>
          </a:p>
          <a:p>
            <a:r>
              <a:rPr lang="fr-FR" smtClean="0"/>
              <a:t>	
 26-  GOODNESS AND MERCY FOLLOWS ME    [ Bonheur et grâce me poursuivent ]
 27-  ALL MY DAYS, ALL MY DAYS     [ Tous les jours de ma vie ]                         x2</a:t>
            </a:r>
          </a:p>
          <a:p>
            <a:r>
              <a:rPr lang="fr-FR" smtClean="0"/>
              <a:t>
 28-  UP AHEAD, AND BEHIND    [ Devant moi, derrière moi ]
 29-  ON THE LEFT, ON THE RIGHT    [ À ma gauche, à ma droite  ]       x2                 x2 (Goodness)</a:t>
            </a:r>
          </a:p>
          <a:p>
            <a:endParaRPr lang="fr-FR" smtClean="0"/>
          </a:p>
          <a:p>
            <a:r>
              <a:rPr lang="fr-FR" smtClean="0"/>
              <a:t>	Refrain 1: (13)	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30-  MY NAME MY NAME     [ Mon nom, mon nom ]</a:t>
            </a:r>
          </a:p>
          <a:p>
            <a:r>
              <a:rPr lang="fr-FR" smtClean="0"/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68099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A8AB5-C834-D1B8-92E7-5B143C0A4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96872979-EB05-570F-0D73-4CBA4D304D8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B55A04F3-A6EC-F9EF-6516-C3ADE49EC5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MY NAME MY NAME     [ Mon nom, mon nom ]
 25-  VICTORY IS MY NAME MY NAME    [ Victoire est mon nom, mon nom ]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
 26-  GOODNESS AND MERCY FOLLOWS ME    [ Bonheur et grâce me poursuivent ]
 27-  ALL MY DAYS, ALL MY DAYS     [ Tous les jours de ma vie ]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UP AHEAD, AND BEHIND    [ Devant moi, derrière moi ]
 29-  ON THE LEFT, ON THE RIGHT    [ À ma gauche, à ma droite  ]       x2                 x2 (Goodness)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 (13)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30-  MY NAME MY NAME     [ Mon nom, mon nom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10D21D31-7739-52FD-488C-B5B8E39AA4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endParaRPr lang="fr-FR" smtClean="0"/>
          </a:p>
          <a:p>
            <a:r>
              <a:rPr lang="fr-FR" smtClean="0"/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r>
              <a:rPr lang="fr-FR" smtClean="0"/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r>
              <a:rPr lang="fr-FR" smtClean="0"/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24-  MY NAME MY NAME     [ Mon nom, mon nom ]
 25-  VICTORY IS MY NAME MY NAME    [ Victoire est mon nom, mon nom ]      x4</a:t>
            </a:r>
          </a:p>
          <a:p>
            <a:r>
              <a:rPr lang="fr-FR" smtClean="0"/>
              <a:t>	
 26-  GOODNESS AND MERCY FOLLOWS ME    [ Bonheur et grâce me poursuivent ]
 27-  ALL MY DAYS, ALL MY DAYS     [ Tous les jours de ma vie ]                         x2</a:t>
            </a:r>
          </a:p>
          <a:p>
            <a:r>
              <a:rPr lang="fr-FR" smtClean="0"/>
              <a:t>
 28-  UP AHEAD, AND BEHIND    [ Devant moi, derrière moi ]
 29-  ON THE LEFT, ON THE RIGHT    [ À ma gauche, à ma droite  ]       x2                 x2 (Goodness)</a:t>
            </a:r>
          </a:p>
          <a:p>
            <a:endParaRPr lang="fr-FR" smtClean="0"/>
          </a:p>
          <a:p>
            <a:r>
              <a:rPr lang="fr-FR" smtClean="0"/>
              <a:t>	Refrain 1: (13)	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30-  MY NAME MY NAME     [ Mon nom, mon nom ]</a:t>
            </a:r>
          </a:p>
          <a:p>
            <a:r>
              <a:rPr lang="fr-FR" smtClean="0"/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86045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A19F4-7F6B-4DBD-1E4C-828E33F61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A177EAC7-BA73-8C89-CED1-8768FD67B37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DC7EFE0E-8BAB-47EE-FD58-2FBA849465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MY NAME MY NAME     [ Mon nom, mon nom ]
 25-  VICTORY IS MY NAME MY NAME    [ Victoire est mon nom, mon nom ]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
 26-  GOODNESS AND MERCY FOLLOWS ME    [ Bonheur et grâce me poursuivent ]
 27-  ALL MY DAYS, ALL MY DAYS     [ Tous les jours de ma vie ]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UP AHEAD, AND BEHIND    [ Devant moi, derrière moi ]
 29-  ON THE LEFT, ON THE RIGHT    [ À ma gauche, à ma droite  ]       x2                 x2 (Goodness)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 (13)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30-  MY NAME MY NAME     [ Mon nom, mon nom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1D1BEF91-C897-84B8-9B1D-9CE560EBD8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endParaRPr lang="fr-FR" smtClean="0"/>
          </a:p>
          <a:p>
            <a:r>
              <a:rPr lang="fr-FR" smtClean="0"/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r>
              <a:rPr lang="fr-FR" smtClean="0"/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r>
              <a:rPr lang="fr-FR" smtClean="0"/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24-  MY NAME MY NAME     [ Mon nom, mon nom ]
 25-  VICTORY IS MY NAME MY NAME    [ Victoire est mon nom, mon nom ]      x4</a:t>
            </a:r>
          </a:p>
          <a:p>
            <a:r>
              <a:rPr lang="fr-FR" smtClean="0"/>
              <a:t>	
 26-  GOODNESS AND MERCY FOLLOWS ME    [ Bonheur et grâce me poursuivent ]
 27-  ALL MY DAYS, ALL MY DAYS     [ Tous les jours de ma vie ]                         x2</a:t>
            </a:r>
          </a:p>
          <a:p>
            <a:r>
              <a:rPr lang="fr-FR" smtClean="0"/>
              <a:t>
 28-  UP AHEAD, AND BEHIND    [ Devant moi, derrière moi ]
 29-  ON THE LEFT, ON THE RIGHT    [ À ma gauche, à ma droite  ]       x2                 x2 (Goodness)</a:t>
            </a:r>
          </a:p>
          <a:p>
            <a:endParaRPr lang="fr-FR" smtClean="0"/>
          </a:p>
          <a:p>
            <a:r>
              <a:rPr lang="fr-FR" smtClean="0"/>
              <a:t>	Refrain 1: (13)	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30-  MY NAME MY NAME     [ Mon nom, mon nom ]</a:t>
            </a:r>
          </a:p>
          <a:p>
            <a:r>
              <a:rPr lang="fr-FR" smtClean="0"/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33842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2BC6F-53BF-B831-B9D2-666441639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0110D696-E16B-943C-7125-8D02C825D42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F03E2656-7F44-BAF3-16C4-7B9E65F9F9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MY NAME MY NAME     [ Mon nom, mon nom ]
 25-  VICTORY IS MY NAME MY NAME    [ Victoire est mon nom, mon nom ]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
 26-  GOODNESS AND MERCY FOLLOWS ME    [ Bonheur et grâce me poursuivent ]
 27-  ALL MY DAYS, ALL MY DAYS     [ Tous les jours de ma vie ]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UP AHEAD, AND BEHIND    [ Devant moi, derrière moi ]
 29-  ON THE LEFT, ON THE RIGHT    [ À ma gauche, à ma droite  ]       x2                 x2 (Goodness)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 (13)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30-  MY NAME MY NAME     [ Mon nom, mon nom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31E83937-F120-F39E-D1EB-7A56A16CD4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endParaRPr lang="fr-FR" smtClean="0"/>
          </a:p>
          <a:p>
            <a:r>
              <a:rPr lang="fr-FR" smtClean="0"/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r>
              <a:rPr lang="fr-FR" smtClean="0"/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r>
              <a:rPr lang="fr-FR" smtClean="0"/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24-  MY NAME MY NAME     [ Mon nom, mon nom ]
 25-  VICTORY IS MY NAME MY NAME    [ Victoire est mon nom, mon nom ]      x4</a:t>
            </a:r>
          </a:p>
          <a:p>
            <a:r>
              <a:rPr lang="fr-FR" smtClean="0"/>
              <a:t>	
 26-  GOODNESS AND MERCY FOLLOWS ME    [ Bonheur et grâce me poursuivent ]
 27-  ALL MY DAYS, ALL MY DAYS     [ Tous les jours de ma vie ]                         x2</a:t>
            </a:r>
          </a:p>
          <a:p>
            <a:r>
              <a:rPr lang="fr-FR" smtClean="0"/>
              <a:t>
 28-  UP AHEAD, AND BEHIND    [ Devant moi, derrière moi ]
 29-  ON THE LEFT, ON THE RIGHT    [ À ma gauche, à ma droite  ]       x2                 x2 (Goodness)</a:t>
            </a:r>
          </a:p>
          <a:p>
            <a:endParaRPr lang="fr-FR" smtClean="0"/>
          </a:p>
          <a:p>
            <a:r>
              <a:rPr lang="fr-FR" smtClean="0"/>
              <a:t>	Refrain 1: (13)	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30-  MY NAME MY NAME     [ Mon nom, mon nom ]</a:t>
            </a:r>
          </a:p>
          <a:p>
            <a:r>
              <a:rPr lang="fr-FR" smtClean="0"/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27642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2D3E9-AC65-D3EF-C932-A386E083F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4C2B6853-2F93-8F45-4A9D-00826F0F0E5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7226BAEB-3355-3504-8950-936D1E6FF9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MY NAME MY NAME     [ Mon nom, mon nom ]
 25-  VICTORY IS MY NAME MY NAME    [ Victoire est mon nom, mon nom ]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
 26-  GOODNESS AND MERCY FOLLOWS ME    [ Bonheur et grâce me poursuivent ]
 27-  ALL MY DAYS, ALL MY DAYS     [ Tous les jours de ma vie ]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UP AHEAD, AND BEHIND    [ Devant moi, derrière moi ]
 29-  ON THE LEFT, ON THE RIGHT    [ À ma gauche, à ma droite  ]       x2                 x2 (Goodness)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 (13)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30-  MY NAME MY NAME     [ Mon nom, mon nom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16ECD4B7-1363-FE3C-CFC3-7A2B3B059D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endParaRPr lang="fr-FR" smtClean="0"/>
          </a:p>
          <a:p>
            <a:r>
              <a:rPr lang="fr-FR" smtClean="0"/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r>
              <a:rPr lang="fr-FR" smtClean="0"/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r>
              <a:rPr lang="fr-FR" smtClean="0"/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24-  MY NAME MY NAME     [ Mon nom, mon nom ]
 25-  VICTORY IS MY NAME MY NAME    [ Victoire est mon nom, mon nom ]      x4</a:t>
            </a:r>
          </a:p>
          <a:p>
            <a:r>
              <a:rPr lang="fr-FR" smtClean="0"/>
              <a:t>	
 26-  GOODNESS AND MERCY FOLLOWS ME    [ Bonheur et grâce me poursuivent ]
 27-  ALL MY DAYS, ALL MY DAYS     [ Tous les jours de ma vie ]                         x2</a:t>
            </a:r>
          </a:p>
          <a:p>
            <a:r>
              <a:rPr lang="fr-FR" smtClean="0"/>
              <a:t>
 28-  UP AHEAD, AND BEHIND    [ Devant moi, derrière moi ]
 29-  ON THE LEFT, ON THE RIGHT    [ À ma gauche, à ma droite  ]       x2                 x2 (Goodness)</a:t>
            </a:r>
          </a:p>
          <a:p>
            <a:endParaRPr lang="fr-FR" smtClean="0"/>
          </a:p>
          <a:p>
            <a:r>
              <a:rPr lang="fr-FR" smtClean="0"/>
              <a:t>	Refrain 1: (13)	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30-  MY NAME MY NAME     [ Mon nom, mon nom ]</a:t>
            </a:r>
          </a:p>
          <a:p>
            <a:r>
              <a:rPr lang="fr-FR" smtClean="0"/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34610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06D4C-9E4E-D5EC-047D-925A479C6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9B29B7A1-D901-9603-43F5-57C4C95C744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FB7764CE-C235-BC29-8F45-837F5D3717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MY NAME MY NAME     [ Mon nom, mon nom ]
 25-  VICTORY IS MY NAME MY NAME    [ Victoire est mon nom, mon nom ]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
 26-  GOODNESS AND MERCY FOLLOWS ME    [ Bonheur et grâce me poursuivent ]
 27-  ALL MY DAYS, ALL MY DAYS     [ Tous les jours de ma vie ]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UP AHEAD, AND BEHIND    [ Devant moi, derrière moi ]
 29-  ON THE LEFT, ON THE RIGHT    [ À ma gauche, à ma droite  ]       x2                 x2 (Goodness)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 (13)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30-  MY NAME MY NAME     [ Mon nom, mon nom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9AE6373F-13FC-B847-7643-E240B8A8A5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endParaRPr lang="fr-FR" smtClean="0"/>
          </a:p>
          <a:p>
            <a:r>
              <a:rPr lang="fr-FR" smtClean="0"/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r>
              <a:rPr lang="fr-FR" smtClean="0"/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r>
              <a:rPr lang="fr-FR" smtClean="0"/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24-  MY NAME MY NAME     [ Mon nom, mon nom ]
 25-  VICTORY IS MY NAME MY NAME    [ Victoire est mon nom, mon nom ]      x4</a:t>
            </a:r>
          </a:p>
          <a:p>
            <a:r>
              <a:rPr lang="fr-FR" smtClean="0"/>
              <a:t>	
 26-  GOODNESS AND MERCY FOLLOWS ME    [ Bonheur et grâce me poursuivent ]
 27-  ALL MY DAYS, ALL MY DAYS     [ Tous les jours de ma vie ]                         x2</a:t>
            </a:r>
          </a:p>
          <a:p>
            <a:r>
              <a:rPr lang="fr-FR" smtClean="0"/>
              <a:t>
 28-  UP AHEAD, AND BEHIND    [ Devant moi, derrière moi ]
 29-  ON THE LEFT, ON THE RIGHT    [ À ma gauche, à ma droite  ]       x2                 x2 (Goodness)</a:t>
            </a:r>
          </a:p>
          <a:p>
            <a:endParaRPr lang="fr-FR" smtClean="0"/>
          </a:p>
          <a:p>
            <a:r>
              <a:rPr lang="fr-FR" smtClean="0"/>
              <a:t>	Refrain 1: (13)	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30-  MY NAME MY NAME     [ Mon nom, mon nom ]</a:t>
            </a:r>
          </a:p>
          <a:p>
            <a:r>
              <a:rPr lang="fr-FR" smtClean="0"/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10366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8F70E-A6E1-D9D6-E054-1DEE5AD53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3B8D9A0F-6B1D-3169-12F6-395ED78CFAB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9FD522C2-25B2-5A2A-C12C-B14EE69242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MY NAME MY NAME     [ Mon nom, mon nom ]
 25-  VICTORY IS MY NAME MY NAME    [ Victoire est mon nom, mon nom ]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
 26-  GOODNESS AND MERCY FOLLOWS ME    [ Bonheur et grâce me poursuivent ]
 27-  ALL MY DAYS, ALL MY DAYS     [ Tous les jours de ma vie ]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UP AHEAD, AND BEHIND    [ Devant moi, derrière moi ]
 29-  ON THE LEFT, ON THE RIGHT    [ À ma gauche, à ma droite  ]       x2                 x2 (Goodness)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 (13)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30-  MY NAME MY NAME     [ Mon nom, mon nom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1BB24B92-43E8-E09B-15A1-5DFDF622F1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endParaRPr lang="fr-FR" smtClean="0"/>
          </a:p>
          <a:p>
            <a:r>
              <a:rPr lang="fr-FR" smtClean="0"/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r>
              <a:rPr lang="fr-FR" smtClean="0"/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r>
              <a:rPr lang="fr-FR" smtClean="0"/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24-  MY NAME MY NAME     [ Mon nom, mon nom ]
 25-  VICTORY IS MY NAME MY NAME    [ Victoire est mon nom, mon nom ]      x4</a:t>
            </a:r>
          </a:p>
          <a:p>
            <a:r>
              <a:rPr lang="fr-FR" smtClean="0"/>
              <a:t>	
 26-  GOODNESS AND MERCY FOLLOWS ME    [ Bonheur et grâce me poursuivent ]
 27-  ALL MY DAYS, ALL MY DAYS     [ Tous les jours de ma vie ]                         x2</a:t>
            </a:r>
          </a:p>
          <a:p>
            <a:r>
              <a:rPr lang="fr-FR" smtClean="0"/>
              <a:t>
 28-  UP AHEAD, AND BEHIND    [ Devant moi, derrière moi ]
 29-  ON THE LEFT, ON THE RIGHT    [ À ma gauche, à ma droite  ]       x2                 x2 (Goodness)</a:t>
            </a:r>
          </a:p>
          <a:p>
            <a:endParaRPr lang="fr-FR" smtClean="0"/>
          </a:p>
          <a:p>
            <a:r>
              <a:rPr lang="fr-FR" smtClean="0"/>
              <a:t>	Refrain 1: (13)	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30-  MY NAME MY NAME     [ Mon nom, mon nom ]</a:t>
            </a:r>
          </a:p>
          <a:p>
            <a:r>
              <a:rPr lang="fr-FR" smtClean="0"/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86044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C93A1-20FA-154F-110B-4B80FB9B9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E33102FD-98CB-9A92-656E-0CF28A3B110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2407E15F-048D-D7D9-97FE-8D0C8F4AF9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MY NAME MY NAME     [ Mon nom, mon nom ]
 25-  VICTORY IS MY NAME MY NAME    [ Victoire est mon nom, mon nom ]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
 26-  GOODNESS AND MERCY FOLLOWS ME    [ Bonheur et grâce me poursuivent ]
 27-  ALL MY DAYS, ALL MY DAYS     [ Tous les jours de ma vie ]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UP AHEAD, AND BEHIND    [ Devant moi, derrière moi ]
 29-  ON THE LEFT, ON THE RIGHT    [ À ma gauche, à ma droite  ]       x2                 x2 (Goodness)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 (13)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30-  MY NAME MY NAME     [ Mon nom, mon nom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A1DA2DA4-5A39-D3D9-361D-823B41C534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endParaRPr lang="fr-FR" smtClean="0"/>
          </a:p>
          <a:p>
            <a:r>
              <a:rPr lang="fr-FR" smtClean="0"/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r>
              <a:rPr lang="fr-FR" smtClean="0"/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r>
              <a:rPr lang="fr-FR" smtClean="0"/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24-  MY NAME MY NAME     [ Mon nom, mon nom ]
 25-  VICTORY IS MY NAME MY NAME    [ Victoire est mon nom, mon nom ]      x4</a:t>
            </a:r>
          </a:p>
          <a:p>
            <a:r>
              <a:rPr lang="fr-FR" smtClean="0"/>
              <a:t>	
 26-  GOODNESS AND MERCY FOLLOWS ME    [ Bonheur et grâce me poursuivent ]
 27-  ALL MY DAYS, ALL MY DAYS     [ Tous les jours de ma vie ]                         x2</a:t>
            </a:r>
          </a:p>
          <a:p>
            <a:r>
              <a:rPr lang="fr-FR" smtClean="0"/>
              <a:t>
 28-  UP AHEAD, AND BEHIND    [ Devant moi, derrière moi ]
 29-  ON THE LEFT, ON THE RIGHT    [ À ma gauche, à ma droite  ]       x2                 x2 (Goodness)</a:t>
            </a:r>
          </a:p>
          <a:p>
            <a:endParaRPr lang="fr-FR" smtClean="0"/>
          </a:p>
          <a:p>
            <a:r>
              <a:rPr lang="fr-FR" smtClean="0"/>
              <a:t>	Refrain 1: (13)	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30-  MY NAME MY NAME     [ Mon nom, mon nom ]</a:t>
            </a:r>
          </a:p>
          <a:p>
            <a:r>
              <a:rPr lang="fr-FR" smtClean="0"/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60276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F3B58-2F70-765C-8C27-E61DA1EC3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D4E0162B-2227-8E24-7DF9-8ECBCE93A0A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37B33E73-723C-A955-7BE5-3E7AEA565A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MY NAME MY NAME     [ Mon nom, mon nom ]
 25-  VICTORY IS MY NAME MY NAME    [ Victoire est mon nom, mon nom ]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
 26-  GOODNESS AND MERCY FOLLOWS ME    [ Bonheur et grâce me poursuivent ]
 27-  ALL MY DAYS, ALL MY DAYS     [ Tous les jours de ma vie ]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UP AHEAD, AND BEHIND    [ Devant moi, derrière moi ]
 29-  ON THE LEFT, ON THE RIGHT    [ À ma gauche, à ma droite  ]       x2                 x2 (Goodness)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 (13)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30-  MY NAME MY NAME     [ Mon nom, mon nom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3ED67ECA-85CB-0158-D66F-FCF6FF6FDE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endParaRPr lang="fr-FR" smtClean="0"/>
          </a:p>
          <a:p>
            <a:r>
              <a:rPr lang="fr-FR" smtClean="0"/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r>
              <a:rPr lang="fr-FR" smtClean="0"/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r>
              <a:rPr lang="fr-FR" smtClean="0"/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24-  MY NAME MY NAME     [ Mon nom, mon nom ]
 25-  VICTORY IS MY NAME MY NAME    [ Victoire est mon nom, mon nom ]      x4</a:t>
            </a:r>
          </a:p>
          <a:p>
            <a:r>
              <a:rPr lang="fr-FR" smtClean="0"/>
              <a:t>	
 26-  GOODNESS AND MERCY FOLLOWS ME    [ Bonheur et grâce me poursuivent ]
 27-  ALL MY DAYS, ALL MY DAYS     [ Tous les jours de ma vie ]                         x2</a:t>
            </a:r>
          </a:p>
          <a:p>
            <a:r>
              <a:rPr lang="fr-FR" smtClean="0"/>
              <a:t>
 28-  UP AHEAD, AND BEHIND    [ Devant moi, derrière moi ]
 29-  ON THE LEFT, ON THE RIGHT    [ À ma gauche, à ma droite  ]       x2                 x2 (Goodness)</a:t>
            </a:r>
          </a:p>
          <a:p>
            <a:endParaRPr lang="fr-FR" smtClean="0"/>
          </a:p>
          <a:p>
            <a:r>
              <a:rPr lang="fr-FR" smtClean="0"/>
              <a:t>	Refrain 1: (13)	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30-  MY NAME MY NAME     [ Mon nom, mon nom ]</a:t>
            </a:r>
          </a:p>
          <a:p>
            <a:r>
              <a:rPr lang="fr-FR" smtClean="0"/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17290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C1DAD-1868-522B-AB56-67491EA27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48EE4E3B-6C47-BD07-50F3-D537935199E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5DE5E486-58F3-A62E-32F9-58980975EA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MY NAME MY NAME     [ Mon nom, mon nom ]
 25-  VICTORY IS MY NAME MY NAME    [ Victoire est mon nom, mon nom ]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
 26-  GOODNESS AND MERCY FOLLOWS ME    [ Bonheur et grâce me poursuivent ]
 27-  ALL MY DAYS, ALL MY DAYS     [ Tous les jours de ma vie ]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UP AHEAD, AND BEHIND    [ Devant moi, derrière moi ]
 29-  ON THE LEFT, ON THE RIGHT    [ À ma gauche, à ma droite  ]       x2                 x2 (Goodness)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 (13)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30-  MY NAME MY NAME     [ Mon nom, mon nom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6F047EB0-3DE3-DDE4-D891-B993B93B11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endParaRPr lang="fr-FR" smtClean="0"/>
          </a:p>
          <a:p>
            <a:r>
              <a:rPr lang="fr-FR" smtClean="0"/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r>
              <a:rPr lang="fr-FR" smtClean="0"/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r>
              <a:rPr lang="fr-FR" smtClean="0"/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24-  MY NAME MY NAME     [ Mon nom, mon nom ]
 25-  VICTORY IS MY NAME MY NAME    [ Victoire est mon nom, mon nom ]      x4</a:t>
            </a:r>
          </a:p>
          <a:p>
            <a:r>
              <a:rPr lang="fr-FR" smtClean="0"/>
              <a:t>	
 26-  GOODNESS AND MERCY FOLLOWS ME    [ Bonheur et grâce me poursuivent ]
 27-  ALL MY DAYS, ALL MY DAYS     [ Tous les jours de ma vie ]                         x2</a:t>
            </a:r>
          </a:p>
          <a:p>
            <a:r>
              <a:rPr lang="fr-FR" smtClean="0"/>
              <a:t>
 28-  UP AHEAD, AND BEHIND    [ Devant moi, derrière moi ]
 29-  ON THE LEFT, ON THE RIGHT    [ À ma gauche, à ma droite  ]       x2                 x2 (Goodness)</a:t>
            </a:r>
          </a:p>
          <a:p>
            <a:endParaRPr lang="fr-FR" smtClean="0"/>
          </a:p>
          <a:p>
            <a:r>
              <a:rPr lang="fr-FR" smtClean="0"/>
              <a:t>	Refrain 1: (13)	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30-  MY NAME MY NAME     [ Mon nom, mon nom ]</a:t>
            </a:r>
          </a:p>
          <a:p>
            <a:r>
              <a:rPr lang="fr-FR" smtClean="0"/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79790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170FF-358C-D9F4-6B5A-16ED1DEAA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E5910E86-9D68-490E-909E-4628561D7B3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FE1DBA47-ABD8-A8AD-D9E8-F61E8088DA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MY NAME MY NAME     [ Mon nom, mon nom ]
 25-  VICTORY IS MY NAME MY NAME    [ Victoire est mon nom, mon nom ]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
 26-  GOODNESS AND MERCY FOLLOWS ME    [ Bonheur et grâce me poursuivent ]
 27-  ALL MY DAYS, ALL MY DAYS     [ Tous les jours de ma vie ]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UP AHEAD, AND BEHIND    [ Devant moi, derrière moi ]
 29-  ON THE LEFT, ON THE RIGHT    [ À ma gauche, à ma droite  ]       x2                 x2 (Goodness)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 (13)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30-  MY NAME MY NAME     [ Mon nom, mon nom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1D684A67-90E1-22B8-E8CC-50FBF0F7E0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endParaRPr lang="fr-FR" smtClean="0"/>
          </a:p>
          <a:p>
            <a:r>
              <a:rPr lang="fr-FR" smtClean="0"/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r>
              <a:rPr lang="fr-FR" smtClean="0"/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r>
              <a:rPr lang="fr-FR" smtClean="0"/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24-  MY NAME MY NAME     [ Mon nom, mon nom ]
 25-  VICTORY IS MY NAME MY NAME    [ Victoire est mon nom, mon nom ]      x4</a:t>
            </a:r>
          </a:p>
          <a:p>
            <a:r>
              <a:rPr lang="fr-FR" smtClean="0"/>
              <a:t>	
 26-  GOODNESS AND MERCY FOLLOWS ME    [ Bonheur et grâce me poursuivent ]
 27-  ALL MY DAYS, ALL MY DAYS     [ Tous les jours de ma vie ]                         x2</a:t>
            </a:r>
          </a:p>
          <a:p>
            <a:r>
              <a:rPr lang="fr-FR" smtClean="0"/>
              <a:t>
 28-  UP AHEAD, AND BEHIND    [ Devant moi, derrière moi ]
 29-  ON THE LEFT, ON THE RIGHT    [ À ma gauche, à ma droite  ]       x2                 x2 (Goodness)</a:t>
            </a:r>
          </a:p>
          <a:p>
            <a:endParaRPr lang="fr-FR" smtClean="0"/>
          </a:p>
          <a:p>
            <a:r>
              <a:rPr lang="fr-FR" smtClean="0"/>
              <a:t>	Refrain 1: (13)	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30-  MY NAME MY NAME     [ Mon nom, mon nom ]</a:t>
            </a:r>
          </a:p>
          <a:p>
            <a:r>
              <a:rPr lang="fr-FR" smtClean="0"/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16619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4E594-5519-8D00-8653-278B04715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85F66502-7DE9-53E3-823B-48B1683D86C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A72DDE03-8F07-BE3D-461F-AFF62870B3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MY NAME MY NAME     [ Mon nom, mon nom ]
 25-  VICTORY IS MY NAME MY NAME    [ Victoire est mon nom, mon nom ]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
 26-  GOODNESS AND MERCY FOLLOWS ME    [ Bonheur et grâce me poursuivent ]
 27-  ALL MY DAYS, ALL MY DAYS     [ Tous les jours de ma vie ]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UP AHEAD, AND BEHIND    [ Devant moi, derrière moi ]
 29-  ON THE LEFT, ON THE RIGHT    [ À ma gauche, à ma droite  ]       x2                 x2 (Goodness)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 (13)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30-  MY NAME MY NAME     [ Mon nom, mon nom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BBA43111-08C7-47B5-30C1-79C7E2A80E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endParaRPr lang="fr-FR" smtClean="0"/>
          </a:p>
          <a:p>
            <a:r>
              <a:rPr lang="fr-FR" smtClean="0"/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r>
              <a:rPr lang="fr-FR" smtClean="0"/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r>
              <a:rPr lang="fr-FR" smtClean="0"/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24-  MY NAME MY NAME     [ Mon nom, mon nom ]
 25-  VICTORY IS MY NAME MY NAME    [ Victoire est mon nom, mon nom ]      x4</a:t>
            </a:r>
          </a:p>
          <a:p>
            <a:r>
              <a:rPr lang="fr-FR" smtClean="0"/>
              <a:t>	
 26-  GOODNESS AND MERCY FOLLOWS ME    [ Bonheur et grâce me poursuivent ]
 27-  ALL MY DAYS, ALL MY DAYS     [ Tous les jours de ma vie ]                         x2</a:t>
            </a:r>
          </a:p>
          <a:p>
            <a:r>
              <a:rPr lang="fr-FR" smtClean="0"/>
              <a:t>
 28-  UP AHEAD, AND BEHIND    [ Devant moi, derrière moi ]
 29-  ON THE LEFT, ON THE RIGHT    [ À ma gauche, à ma droite  ]       x2                 x2 (Goodness)</a:t>
            </a:r>
          </a:p>
          <a:p>
            <a:endParaRPr lang="fr-FR" smtClean="0"/>
          </a:p>
          <a:p>
            <a:r>
              <a:rPr lang="fr-FR" smtClean="0"/>
              <a:t>	Refrain 1: (13)	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30-  MY NAME MY NAME     [ Mon nom, mon nom ]</a:t>
            </a:r>
          </a:p>
          <a:p>
            <a:r>
              <a:rPr lang="fr-FR" smtClean="0"/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07723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44B54-4731-B787-B758-4FE127950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92324CBD-681B-7BEA-82EB-E92C80F59C1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EF8CE211-AA84-B645-78ED-7C50BD4514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MY NAME MY NAME     [ Mon nom, mon nom ]
 25-  VICTORY IS MY NAME MY NAME    [ Victoire est mon nom, mon nom ]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
 26-  GOODNESS AND MERCY FOLLOWS ME    [ Bonheur et grâce me poursuivent ]
 27-  ALL MY DAYS, ALL MY DAYS     [ Tous les jours de ma vie ]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UP AHEAD, AND BEHIND    [ Devant moi, derrière moi ]
 29-  ON THE LEFT, ON THE RIGHT    [ À ma gauche, à ma droite  ]       x2                 x2 (Goodness)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 (13)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30-  MY NAME MY NAME     [ Mon nom, mon nom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4E4B22DF-1825-3667-EA8A-C57AE7B732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endParaRPr lang="fr-FR" smtClean="0"/>
          </a:p>
          <a:p>
            <a:r>
              <a:rPr lang="fr-FR" smtClean="0"/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r>
              <a:rPr lang="fr-FR" smtClean="0"/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r>
              <a:rPr lang="fr-FR" smtClean="0"/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24-  MY NAME MY NAME     [ Mon nom, mon nom ]
 25-  VICTORY IS MY NAME MY NAME    [ Victoire est mon nom, mon nom ]      x4</a:t>
            </a:r>
          </a:p>
          <a:p>
            <a:r>
              <a:rPr lang="fr-FR" smtClean="0"/>
              <a:t>	
 26-  GOODNESS AND MERCY FOLLOWS ME    [ Bonheur et grâce me poursuivent ]
 27-  ALL MY DAYS, ALL MY DAYS     [ Tous les jours de ma vie ]                         x2</a:t>
            </a:r>
          </a:p>
          <a:p>
            <a:r>
              <a:rPr lang="fr-FR" smtClean="0"/>
              <a:t>
 28-  UP AHEAD, AND BEHIND    [ Devant moi, derrière moi ]
 29-  ON THE LEFT, ON THE RIGHT    [ À ma gauche, à ma droite  ]       x2                 x2 (Goodness)</a:t>
            </a:r>
          </a:p>
          <a:p>
            <a:endParaRPr lang="fr-FR" smtClean="0"/>
          </a:p>
          <a:p>
            <a:r>
              <a:rPr lang="fr-FR" smtClean="0"/>
              <a:t>	Refrain 1: (13)	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30-  MY NAME MY NAME     [ Mon nom, mon nom ]</a:t>
            </a:r>
          </a:p>
          <a:p>
            <a:r>
              <a:rPr lang="fr-FR" smtClean="0"/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45426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621BA-9E4E-7E28-7AB5-C2F623258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249F7C79-4A70-A874-271D-D41C587D6D9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B3075AF0-AA3B-3BEF-0D63-EAD5453104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MY NAME MY NAME     [ Mon nom, mon nom ]
 25-  VICTORY IS MY NAME MY NAME    [ Victoire est mon nom, mon nom ]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
 26-  GOODNESS AND MERCY FOLLOWS ME    [ Bonheur et grâce me poursuivent ]
 27-  ALL MY DAYS, ALL MY DAYS     [ Tous les jours de ma vie ]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UP AHEAD, AND BEHIND    [ Devant moi, derrière moi ]
 29-  ON THE LEFT, ON THE RIGHT    [ À ma gauche, à ma droite  ]       x2                 x2 (Goodness)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 (13)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30-  MY NAME MY NAME     [ Mon nom, mon nom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445A7969-CC75-A877-4D0E-C461B54F22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endParaRPr lang="fr-FR" smtClean="0"/>
          </a:p>
          <a:p>
            <a:r>
              <a:rPr lang="fr-FR" smtClean="0"/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r>
              <a:rPr lang="fr-FR" smtClean="0"/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r>
              <a:rPr lang="fr-FR" smtClean="0"/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24-  MY NAME MY NAME     [ Mon nom, mon nom ]
 25-  VICTORY IS MY NAME MY NAME    [ Victoire est mon nom, mon nom ]      x4</a:t>
            </a:r>
          </a:p>
          <a:p>
            <a:r>
              <a:rPr lang="fr-FR" smtClean="0"/>
              <a:t>	
 26-  GOODNESS AND MERCY FOLLOWS ME    [ Bonheur et grâce me poursuivent ]
 27-  ALL MY DAYS, ALL MY DAYS     [ Tous les jours de ma vie ]                         x2</a:t>
            </a:r>
          </a:p>
          <a:p>
            <a:r>
              <a:rPr lang="fr-FR" smtClean="0"/>
              <a:t>
 28-  UP AHEAD, AND BEHIND    [ Devant moi, derrière moi ]
 29-  ON THE LEFT, ON THE RIGHT    [ À ma gauche, à ma droite  ]       x2                 x2 (Goodness)</a:t>
            </a:r>
          </a:p>
          <a:p>
            <a:endParaRPr lang="fr-FR" smtClean="0"/>
          </a:p>
          <a:p>
            <a:r>
              <a:rPr lang="fr-FR" smtClean="0"/>
              <a:t>	Refrain 1: (13)	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30-  MY NAME MY NAME     [ Mon nom, mon nom ]</a:t>
            </a:r>
          </a:p>
          <a:p>
            <a:r>
              <a:rPr lang="fr-FR" smtClean="0"/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03309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B2FD0-6F5D-F167-C195-5460CC06D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989D1B97-EDC8-EB91-99BF-E0311E0E511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AD4684CC-E7C4-F508-1287-BFC646B5EB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MY NAME MY NAME     [ Mon nom, mon nom ]
 25-  VICTORY IS MY NAME MY NAME    [ Victoire est mon nom, mon nom ]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
 26-  GOODNESS AND MERCY FOLLOWS ME    [ Bonheur et grâce me poursuivent ]
 27-  ALL MY DAYS, ALL MY DAYS     [ Tous les jours de ma vie ]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UP AHEAD, AND BEHIND    [ Devant moi, derrière moi ]
 29-  ON THE LEFT, ON THE RIGHT    [ À ma gauche, à ma droite  ]       x2                 x2 (Goodness)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 (13)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30-  MY NAME MY NAME     [ Mon nom, mon nom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E57DB2B6-44B7-322D-6853-A0C4851EFB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endParaRPr lang="fr-FR" smtClean="0"/>
          </a:p>
          <a:p>
            <a:r>
              <a:rPr lang="fr-FR" smtClean="0"/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r>
              <a:rPr lang="fr-FR" smtClean="0"/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r>
              <a:rPr lang="fr-FR" smtClean="0"/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24-  MY NAME MY NAME     [ Mon nom, mon nom ]
 25-  VICTORY IS MY NAME MY NAME    [ Victoire est mon nom, mon nom ]      x4</a:t>
            </a:r>
          </a:p>
          <a:p>
            <a:r>
              <a:rPr lang="fr-FR" smtClean="0"/>
              <a:t>	
 26-  GOODNESS AND MERCY FOLLOWS ME    [ Bonheur et grâce me poursuivent ]
 27-  ALL MY DAYS, ALL MY DAYS     [ Tous les jours de ma vie ]                         x2</a:t>
            </a:r>
          </a:p>
          <a:p>
            <a:r>
              <a:rPr lang="fr-FR" smtClean="0"/>
              <a:t>
 28-  UP AHEAD, AND BEHIND    [ Devant moi, derrière moi ]
 29-  ON THE LEFT, ON THE RIGHT    [ À ma gauche, à ma droite  ]       x2                 x2 (Goodness)</a:t>
            </a:r>
          </a:p>
          <a:p>
            <a:endParaRPr lang="fr-FR" smtClean="0"/>
          </a:p>
          <a:p>
            <a:r>
              <a:rPr lang="fr-FR" smtClean="0"/>
              <a:t>	Refrain 1: (13)	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30-  MY NAME MY NAME     [ Mon nom, mon nom ]</a:t>
            </a:r>
          </a:p>
          <a:p>
            <a:r>
              <a:rPr lang="fr-FR" smtClean="0"/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09502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74CFE-E3CD-2E6C-A2DC-09B2B376C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830629EE-25C6-BF23-E7A9-AE23B7D7447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D05DAEFE-9264-9D1C-14AC-36C6142C4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MY NAME MY NAME     [ Mon nom, mon nom ]
 25-  VICTORY IS MY NAME MY NAME    [ Victoire est mon nom, mon nom ]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
 26-  GOODNESS AND MERCY FOLLOWS ME    [ Bonheur et grâce me poursuivent ]
 27-  ALL MY DAYS, ALL MY DAYS     [ Tous les jours de ma vie ]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UP AHEAD, AND BEHIND    [ Devant moi, derrière moi ]
 29-  ON THE LEFT, ON THE RIGHT    [ À ma gauche, à ma droite  ]       x2                 x2 (Goodness)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 (13)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30-  MY NAME MY NAME     [ Mon nom, mon nom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7A9D4432-15E7-E7E2-8386-BFEFDB5637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endParaRPr lang="fr-FR" smtClean="0"/>
          </a:p>
          <a:p>
            <a:r>
              <a:rPr lang="fr-FR" smtClean="0"/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r>
              <a:rPr lang="fr-FR" smtClean="0"/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r>
              <a:rPr lang="fr-FR" smtClean="0"/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24-  MY NAME MY NAME     [ Mon nom, mon nom ]
 25-  VICTORY IS MY NAME MY NAME    [ Victoire est mon nom, mon nom ]      x4</a:t>
            </a:r>
          </a:p>
          <a:p>
            <a:r>
              <a:rPr lang="fr-FR" smtClean="0"/>
              <a:t>	
 26-  GOODNESS AND MERCY FOLLOWS ME    [ Bonheur et grâce me poursuivent ]
 27-  ALL MY DAYS, ALL MY DAYS     [ Tous les jours de ma vie ]                         x2</a:t>
            </a:r>
          </a:p>
          <a:p>
            <a:r>
              <a:rPr lang="fr-FR" smtClean="0"/>
              <a:t>
 28-  UP AHEAD, AND BEHIND    [ Devant moi, derrière moi ]
 29-  ON THE LEFT, ON THE RIGHT    [ À ma gauche, à ma droite  ]       x2                 x2 (Goodness)</a:t>
            </a:r>
          </a:p>
          <a:p>
            <a:endParaRPr lang="fr-FR" smtClean="0"/>
          </a:p>
          <a:p>
            <a:r>
              <a:rPr lang="fr-FR" smtClean="0"/>
              <a:t>	Refrain 1: (13)	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30-  MY NAME MY NAME     [ Mon nom, mon nom ]</a:t>
            </a:r>
          </a:p>
          <a:p>
            <a:r>
              <a:rPr lang="fr-FR" smtClean="0"/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20813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10772-4C2D-7539-57F2-06B42AF28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5FBAEE48-A29B-A6D8-BE3A-061E5C31CE6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41376A0D-233C-E0B2-740D-378F2544D8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MY NAME MY NAME     [ Mon nom, mon nom ]
 25-  VICTORY IS MY NAME MY NAME    [ Victoire est mon nom, mon nom ]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
 26-  GOODNESS AND MERCY FOLLOWS ME    [ Bonheur et grâce me poursuivent ]
 27-  ALL MY DAYS, ALL MY DAYS     [ Tous les jours de ma vie ]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UP AHEAD, AND BEHIND    [ Devant moi, derrière moi ]
 29-  ON THE LEFT, ON THE RIGHT    [ À ma gauche, à ma droite  ]       x2                 x2 (Goodness)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 (13)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30-  MY NAME MY NAME     [ Mon nom, mon nom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0A5B1F31-05E4-CE68-0E8A-949ECB1B0E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endParaRPr lang="fr-FR" smtClean="0"/>
          </a:p>
          <a:p>
            <a:r>
              <a:rPr lang="fr-FR" smtClean="0"/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r>
              <a:rPr lang="fr-FR" smtClean="0"/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r>
              <a:rPr lang="fr-FR" smtClean="0"/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24-  MY NAME MY NAME     [ Mon nom, mon nom ]
 25-  VICTORY IS MY NAME MY NAME    [ Victoire est mon nom, mon nom ]      x4</a:t>
            </a:r>
          </a:p>
          <a:p>
            <a:r>
              <a:rPr lang="fr-FR" smtClean="0"/>
              <a:t>	
 26-  GOODNESS AND MERCY FOLLOWS ME    [ Bonheur et grâce me poursuivent ]
 27-  ALL MY DAYS, ALL MY DAYS     [ Tous les jours de ma vie ]                         x2</a:t>
            </a:r>
          </a:p>
          <a:p>
            <a:r>
              <a:rPr lang="fr-FR" smtClean="0"/>
              <a:t>
 28-  UP AHEAD, AND BEHIND    [ Devant moi, derrière moi ]
 29-  ON THE LEFT, ON THE RIGHT    [ À ma gauche, à ma droite  ]       x2                 x2 (Goodness)</a:t>
            </a:r>
          </a:p>
          <a:p>
            <a:endParaRPr lang="fr-FR" smtClean="0"/>
          </a:p>
          <a:p>
            <a:r>
              <a:rPr lang="fr-FR" smtClean="0"/>
              <a:t>	Refrain 1: (13)	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30-  MY NAME MY NAME     [ Mon nom, mon nom ]</a:t>
            </a:r>
          </a:p>
          <a:p>
            <a:r>
              <a:rPr lang="fr-FR" smtClean="0"/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15463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61753-C3BA-EFFA-9A98-98E7450DF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D881E4D9-FCED-ED47-E781-4AFC763EC60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AEB870CD-8C9F-2C56-5C39-986DF6A396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MY NAME MY NAME     [ Mon nom, mon nom ]
 25-  VICTORY IS MY NAME MY NAME    [ Victoire est mon nom, mon nom ]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
 26-  GOODNESS AND MERCY FOLLOWS ME    [ Bonheur et grâce me poursuivent ]
 27-  ALL MY DAYS, ALL MY DAYS     [ Tous les jours de ma vie ]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UP AHEAD, AND BEHIND    [ Devant moi, derrière moi ]
 29-  ON THE LEFT, ON THE RIGHT    [ À ma gauche, à ma droite  ]       x2                 x2 (Goodness)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 (13)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30-  MY NAME MY NAME     [ Mon nom, mon nom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C46515CF-2A5D-D991-AD5F-86064781AA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endParaRPr lang="fr-FR" smtClean="0"/>
          </a:p>
          <a:p>
            <a:r>
              <a:rPr lang="fr-FR" smtClean="0"/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r>
              <a:rPr lang="fr-FR" smtClean="0"/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r>
              <a:rPr lang="fr-FR" smtClean="0"/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24-  MY NAME MY NAME     [ Mon nom, mon nom ]
 25-  VICTORY IS MY NAME MY NAME    [ Victoire est mon nom, mon nom ]      x4</a:t>
            </a:r>
          </a:p>
          <a:p>
            <a:r>
              <a:rPr lang="fr-FR" smtClean="0"/>
              <a:t>	
 26-  GOODNESS AND MERCY FOLLOWS ME    [ Bonheur et grâce me poursuivent ]
 27-  ALL MY DAYS, ALL MY DAYS     [ Tous les jours de ma vie ]                         x2</a:t>
            </a:r>
          </a:p>
          <a:p>
            <a:r>
              <a:rPr lang="fr-FR" smtClean="0"/>
              <a:t>
 28-  UP AHEAD, AND BEHIND    [ Devant moi, derrière moi ]
 29-  ON THE LEFT, ON THE RIGHT    [ À ma gauche, à ma droite  ]       x2                 x2 (Goodness)</a:t>
            </a:r>
          </a:p>
          <a:p>
            <a:endParaRPr lang="fr-FR" smtClean="0"/>
          </a:p>
          <a:p>
            <a:r>
              <a:rPr lang="fr-FR" smtClean="0"/>
              <a:t>	Refrain 1: (13)	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30-  MY NAME MY NAME     [ Mon nom, mon nom ]</a:t>
            </a:r>
          </a:p>
          <a:p>
            <a:r>
              <a:rPr lang="fr-FR" smtClean="0"/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015098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58683-7175-EA8E-50F9-088F23343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B7FD1F36-3E3D-91D8-0F36-C063F7722F6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8902EB61-D5E2-6B17-04EB-6C5C501EFD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MY NAME MY NAME     [ Mon nom, mon nom ]
 25-  VICTORY IS MY NAME MY NAME    [ Victoire est mon nom, mon nom ]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
 26-  GOODNESS AND MERCY FOLLOWS ME    [ Bonheur et grâce me poursuivent ]
 27-  ALL MY DAYS, ALL MY DAYS     [ Tous les jours de ma vie ]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UP AHEAD, AND BEHIND    [ Devant moi, derrière moi ]
 29-  ON THE LEFT, ON THE RIGHT    [ À ma gauche, à ma droite  ]       x2                 x2 (Goodness)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 (13)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30-  MY NAME MY NAME     [ Mon nom, mon nom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96432C5E-887C-783C-1AC3-2F32867100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endParaRPr lang="fr-FR" smtClean="0"/>
          </a:p>
          <a:p>
            <a:r>
              <a:rPr lang="fr-FR" smtClean="0"/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r>
              <a:rPr lang="fr-FR" smtClean="0"/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r>
              <a:rPr lang="fr-FR" smtClean="0"/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24-  MY NAME MY NAME     [ Mon nom, mon nom ]
 25-  VICTORY IS MY NAME MY NAME    [ Victoire est mon nom, mon nom ]      x4</a:t>
            </a:r>
          </a:p>
          <a:p>
            <a:r>
              <a:rPr lang="fr-FR" smtClean="0"/>
              <a:t>	
 26-  GOODNESS AND MERCY FOLLOWS ME    [ Bonheur et grâce me poursuivent ]
 27-  ALL MY DAYS, ALL MY DAYS     [ Tous les jours de ma vie ]                         x2</a:t>
            </a:r>
          </a:p>
          <a:p>
            <a:r>
              <a:rPr lang="fr-FR" smtClean="0"/>
              <a:t>
 28-  UP AHEAD, AND BEHIND    [ Devant moi, derrière moi ]
 29-  ON THE LEFT, ON THE RIGHT    [ À ma gauche, à ma droite  ]       x2                 x2 (Goodness)</a:t>
            </a:r>
          </a:p>
          <a:p>
            <a:endParaRPr lang="fr-FR" smtClean="0"/>
          </a:p>
          <a:p>
            <a:r>
              <a:rPr lang="fr-FR" smtClean="0"/>
              <a:t>	Refrain 1: (13)	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30-  MY NAME MY NAME     [ Mon nom, mon nom ]</a:t>
            </a:r>
          </a:p>
          <a:p>
            <a:r>
              <a:rPr lang="fr-FR" smtClean="0"/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81010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FB1BD-8454-5229-B060-C031F69B0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EB87CC46-B257-FAA3-B115-BAF579953A4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7C4CF3E9-09C0-6FE9-4336-2A629BE0DB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MY NAME MY NAME     [ Mon nom, mon nom ]
 25-  VICTORY IS MY NAME MY NAME    [ Victoire est mon nom, mon nom ]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
 26-  GOODNESS AND MERCY FOLLOWS ME    [ Bonheur et grâce me poursuivent ]
 27-  ALL MY DAYS, ALL MY DAYS     [ Tous les jours de ma vie ]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UP AHEAD, AND BEHIND    [ Devant moi, derrière moi ]
 29-  ON THE LEFT, ON THE RIGHT    [ À ma gauche, à ma droite  ]       x2                 x2 (Goodness)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 (13)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30-  MY NAME MY NAME     [ Mon nom, mon nom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34668CAF-747D-C85B-1F54-142AE225D6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endParaRPr lang="fr-FR" smtClean="0"/>
          </a:p>
          <a:p>
            <a:r>
              <a:rPr lang="fr-FR" smtClean="0"/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r>
              <a:rPr lang="fr-FR" smtClean="0"/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r>
              <a:rPr lang="fr-FR" smtClean="0"/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24-  MY NAME MY NAME     [ Mon nom, mon nom ]
 25-  VICTORY IS MY NAME MY NAME    [ Victoire est mon nom, mon nom ]      x4</a:t>
            </a:r>
          </a:p>
          <a:p>
            <a:r>
              <a:rPr lang="fr-FR" smtClean="0"/>
              <a:t>	
 26-  GOODNESS AND MERCY FOLLOWS ME    [ Bonheur et grâce me poursuivent ]
 27-  ALL MY DAYS, ALL MY DAYS     [ Tous les jours de ma vie ]                         x2</a:t>
            </a:r>
          </a:p>
          <a:p>
            <a:r>
              <a:rPr lang="fr-FR" smtClean="0"/>
              <a:t>
 28-  UP AHEAD, AND BEHIND    [ Devant moi, derrière moi ]
 29-  ON THE LEFT, ON THE RIGHT    [ À ma gauche, à ma droite  ]       x2                 x2 (Goodness)</a:t>
            </a:r>
          </a:p>
          <a:p>
            <a:endParaRPr lang="fr-FR" smtClean="0"/>
          </a:p>
          <a:p>
            <a:r>
              <a:rPr lang="fr-FR" smtClean="0"/>
              <a:t>	Refrain 1: (13)	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30-  MY NAME MY NAME     [ Mon nom, mon nom ]</a:t>
            </a:r>
          </a:p>
          <a:p>
            <a:r>
              <a:rPr lang="fr-FR" smtClean="0"/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844876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40DD2-6C8A-CA76-E9F4-18F79D8FC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80C9AD77-3ACB-CB4D-0824-C220C0BCDC0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1C47BB56-4D22-55B8-D992-E15F4242F3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MY NAME MY NAME     [ Mon nom, mon nom ]
 25-  VICTORY IS MY NAME MY NAME    [ Victoire est mon nom, mon nom ]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
 26-  GOODNESS AND MERCY FOLLOWS ME    [ Bonheur et grâce me poursuivent ]
 27-  ALL MY DAYS, ALL MY DAYS     [ Tous les jours de ma vie ]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UP AHEAD, AND BEHIND    [ Devant moi, derrière moi ]
 29-  ON THE LEFT, ON THE RIGHT    [ À ma gauche, à ma droite  ]       x2                 x2 (Goodness)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 (13)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30-  MY NAME MY NAME     [ Mon nom, mon nom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AA397593-DF48-7C4A-B112-932DE40008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endParaRPr lang="fr-FR" smtClean="0"/>
          </a:p>
          <a:p>
            <a:r>
              <a:rPr lang="fr-FR" smtClean="0"/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r>
              <a:rPr lang="fr-FR" smtClean="0"/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r>
              <a:rPr lang="fr-FR" smtClean="0"/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24-  MY NAME MY NAME     [ Mon nom, mon nom ]
 25-  VICTORY IS MY NAME MY NAME    [ Victoire est mon nom, mon nom ]      x4</a:t>
            </a:r>
          </a:p>
          <a:p>
            <a:r>
              <a:rPr lang="fr-FR" smtClean="0"/>
              <a:t>	
 26-  GOODNESS AND MERCY FOLLOWS ME    [ Bonheur et grâce me poursuivent ]
 27-  ALL MY DAYS, ALL MY DAYS     [ Tous les jours de ma vie ]                         x2</a:t>
            </a:r>
          </a:p>
          <a:p>
            <a:r>
              <a:rPr lang="fr-FR" smtClean="0"/>
              <a:t>
 28-  UP AHEAD, AND BEHIND    [ Devant moi, derrière moi ]
 29-  ON THE LEFT, ON THE RIGHT    [ À ma gauche, à ma droite  ]       x2                 x2 (Goodness)</a:t>
            </a:r>
          </a:p>
          <a:p>
            <a:endParaRPr lang="fr-FR" smtClean="0"/>
          </a:p>
          <a:p>
            <a:r>
              <a:rPr lang="fr-FR" smtClean="0"/>
              <a:t>	Refrain 1: (13)	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30-  MY NAME MY NAME     [ Mon nom, mon nom ]</a:t>
            </a:r>
          </a:p>
          <a:p>
            <a:r>
              <a:rPr lang="fr-FR" smtClean="0"/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077020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07BED-947F-D94C-0E49-657A71C1A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76B82FD8-69B8-13DF-BB0D-E2DFF6029F6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363E9D6B-F0D7-9942-1A5F-082745AAE2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MY NAME MY NAME     [ Mon nom, mon nom ]
 25-  VICTORY IS MY NAME MY NAME    [ Victoire est mon nom, mon nom ]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
 26-  GOODNESS AND MERCY FOLLOWS ME    [ Bonheur et grâce me poursuivent ]
 27-  ALL MY DAYS, ALL MY DAYS     [ Tous les jours de ma vie ]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UP AHEAD, AND BEHIND    [ Devant moi, derrière moi ]
 29-  ON THE LEFT, ON THE RIGHT    [ À ma gauche, à ma droite  ]       x2                 x2 (Goodness)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 (13)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30-  MY NAME MY NAME     [ Mon nom, mon nom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922D787D-278F-56BB-EB33-E7F867BBAE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endParaRPr lang="fr-FR" smtClean="0"/>
          </a:p>
          <a:p>
            <a:r>
              <a:rPr lang="fr-FR" smtClean="0"/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r>
              <a:rPr lang="fr-FR" smtClean="0"/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r>
              <a:rPr lang="fr-FR" smtClean="0"/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24-  MY NAME MY NAME     [ Mon nom, mon nom ]
 25-  VICTORY IS MY NAME MY NAME    [ Victoire est mon nom, mon nom ]      x4</a:t>
            </a:r>
          </a:p>
          <a:p>
            <a:r>
              <a:rPr lang="fr-FR" smtClean="0"/>
              <a:t>	
 26-  GOODNESS AND MERCY FOLLOWS ME    [ Bonheur et grâce me poursuivent ]
 27-  ALL MY DAYS, ALL MY DAYS     [ Tous les jours de ma vie ]                         x2</a:t>
            </a:r>
          </a:p>
          <a:p>
            <a:r>
              <a:rPr lang="fr-FR" smtClean="0"/>
              <a:t>
 28-  UP AHEAD, AND BEHIND    [ Devant moi, derrière moi ]
 29-  ON THE LEFT, ON THE RIGHT    [ À ma gauche, à ma droite  ]       x2                 x2 (Goodness)</a:t>
            </a:r>
          </a:p>
          <a:p>
            <a:endParaRPr lang="fr-FR" smtClean="0"/>
          </a:p>
          <a:p>
            <a:r>
              <a:rPr lang="fr-FR" smtClean="0"/>
              <a:t>	Refrain 1: (13)	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30-  MY NAME MY NAME     [ Mon nom, mon nom ]</a:t>
            </a:r>
          </a:p>
          <a:p>
            <a:r>
              <a:rPr lang="fr-FR" smtClean="0"/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549478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21F1C-A0B7-9CFE-6DC8-3D06A604B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51761862-DC19-8B40-3348-FD5055A1ADA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858047EB-B3B8-B705-DFFB-F11457C774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MY NAME MY NAME     [ Mon nom, mon nom ]
 25-  VICTORY IS MY NAME MY NAME    [ Victoire est mon nom, mon nom ]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
 26-  GOODNESS AND MERCY FOLLOWS ME    [ Bonheur et grâce me poursuivent ]
 27-  ALL MY DAYS, ALL MY DAYS     [ Tous les jours de ma vie ]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UP AHEAD, AND BEHIND    [ Devant moi, derrière moi ]
 29-  ON THE LEFT, ON THE RIGHT    [ À ma gauche, à ma droite  ]       x2                 x2 (Goodness)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 (13)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30-  MY NAME MY NAME     [ Mon nom, mon nom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0807748D-C55B-5BB8-F7B8-BF6A608095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endParaRPr lang="fr-FR" smtClean="0"/>
          </a:p>
          <a:p>
            <a:r>
              <a:rPr lang="fr-FR" smtClean="0"/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r>
              <a:rPr lang="fr-FR" smtClean="0"/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r>
              <a:rPr lang="fr-FR" smtClean="0"/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24-  MY NAME MY NAME     [ Mon nom, mon nom ]
 25-  VICTORY IS MY NAME MY NAME    [ Victoire est mon nom, mon nom ]      x4</a:t>
            </a:r>
          </a:p>
          <a:p>
            <a:r>
              <a:rPr lang="fr-FR" smtClean="0"/>
              <a:t>	
 26-  GOODNESS AND MERCY FOLLOWS ME    [ Bonheur et grâce me poursuivent ]
 27-  ALL MY DAYS, ALL MY DAYS     [ Tous les jours de ma vie ]                         x2</a:t>
            </a:r>
          </a:p>
          <a:p>
            <a:r>
              <a:rPr lang="fr-FR" smtClean="0"/>
              <a:t>
 28-  UP AHEAD, AND BEHIND    [ Devant moi, derrière moi ]
 29-  ON THE LEFT, ON THE RIGHT    [ À ma gauche, à ma droite  ]       x2                 x2 (Goodness)</a:t>
            </a:r>
          </a:p>
          <a:p>
            <a:endParaRPr lang="fr-FR" smtClean="0"/>
          </a:p>
          <a:p>
            <a:r>
              <a:rPr lang="fr-FR" smtClean="0"/>
              <a:t>	Refrain 1: (13)	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30-  MY NAME MY NAME     [ Mon nom, mon nom ]</a:t>
            </a:r>
          </a:p>
          <a:p>
            <a:r>
              <a:rPr lang="fr-FR" smtClean="0"/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238874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E1AA0-FADA-E639-9DD3-20A7DB7D6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BED9CC50-EB38-C7FF-7E7E-72576867982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D8471435-E8E4-9DA4-1799-84CF0BBF10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MY NAME MY NAME     [ Mon nom, mon nom ]
 25-  VICTORY IS MY NAME MY NAME    [ Victoire est mon nom, mon nom ]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
 26-  GOODNESS AND MERCY FOLLOWS ME    [ Bonheur et grâce me poursuivent ]
 27-  ALL MY DAYS, ALL MY DAYS     [ Tous les jours de ma vie ]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UP AHEAD, AND BEHIND    [ Devant moi, derrière moi ]
 29-  ON THE LEFT, ON THE RIGHT    [ À ma gauche, à ma droite  ]       x2                 x2 (Goodness)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 (13)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30-  MY NAME MY NAME     [ Mon nom, mon nom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78B78B9E-53E1-9E20-68B3-0DB5DBB3F9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endParaRPr lang="fr-FR" smtClean="0"/>
          </a:p>
          <a:p>
            <a:r>
              <a:rPr lang="fr-FR" smtClean="0"/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r>
              <a:rPr lang="fr-FR" smtClean="0"/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r>
              <a:rPr lang="fr-FR" smtClean="0"/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24-  MY NAME MY NAME     [ Mon nom, mon nom ]
 25-  VICTORY IS MY NAME MY NAME    [ Victoire est mon nom, mon nom ]      x4</a:t>
            </a:r>
          </a:p>
          <a:p>
            <a:r>
              <a:rPr lang="fr-FR" smtClean="0"/>
              <a:t>	
 26-  GOODNESS AND MERCY FOLLOWS ME    [ Bonheur et grâce me poursuivent ]
 27-  ALL MY DAYS, ALL MY DAYS     [ Tous les jours de ma vie ]                         x2</a:t>
            </a:r>
          </a:p>
          <a:p>
            <a:r>
              <a:rPr lang="fr-FR" smtClean="0"/>
              <a:t>
 28-  UP AHEAD, AND BEHIND    [ Devant moi, derrière moi ]
 29-  ON THE LEFT, ON THE RIGHT    [ À ma gauche, à ma droite  ]       x2                 x2 (Goodness)</a:t>
            </a:r>
          </a:p>
          <a:p>
            <a:endParaRPr lang="fr-FR" smtClean="0"/>
          </a:p>
          <a:p>
            <a:r>
              <a:rPr lang="fr-FR" smtClean="0"/>
              <a:t>	Refrain 1: (13)	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30-  MY NAME MY NAME     [ Mon nom, mon nom ]</a:t>
            </a:r>
          </a:p>
          <a:p>
            <a:r>
              <a:rPr lang="fr-FR" smtClean="0"/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042684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AD899-4E78-F8D3-ADE0-E2AE5B838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8ED78E88-89D6-1007-B4F2-A30D560AC5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F51D4311-4A2C-F9C0-8C20-141D3BCA1B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MY NAME MY NAME     [ Mon nom, mon nom ]
 25-  VICTORY IS MY NAME MY NAME    [ Victoire est mon nom, mon nom ]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
 26-  GOODNESS AND MERCY FOLLOWS ME    [ Bonheur et grâce me poursuivent ]
 27-  ALL MY DAYS, ALL MY DAYS     [ Tous les jours de ma vie ]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UP AHEAD, AND BEHIND    [ Devant moi, derrière moi ]
 29-  ON THE LEFT, ON THE RIGHT    [ À ma gauche, à ma droite  ]       x2                 x2 (Goodness)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 (13)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30-  MY NAME MY NAME     [ Mon nom, mon nom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C73DDC82-01AC-3F5B-1D5C-02CD4FD88F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endParaRPr lang="fr-FR" smtClean="0"/>
          </a:p>
          <a:p>
            <a:r>
              <a:rPr lang="fr-FR" smtClean="0"/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r>
              <a:rPr lang="fr-FR" smtClean="0"/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r>
              <a:rPr lang="fr-FR" smtClean="0"/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24-  MY NAME MY NAME     [ Mon nom, mon nom ]
 25-  VICTORY IS MY NAME MY NAME    [ Victoire est mon nom, mon nom ]      x4</a:t>
            </a:r>
          </a:p>
          <a:p>
            <a:r>
              <a:rPr lang="fr-FR" smtClean="0"/>
              <a:t>	
 26-  GOODNESS AND MERCY FOLLOWS ME    [ Bonheur et grâce me poursuivent ]
 27-  ALL MY DAYS, ALL MY DAYS     [ Tous les jours de ma vie ]                         x2</a:t>
            </a:r>
          </a:p>
          <a:p>
            <a:r>
              <a:rPr lang="fr-FR" smtClean="0"/>
              <a:t>
 28-  UP AHEAD, AND BEHIND    [ Devant moi, derrière moi ]
 29-  ON THE LEFT, ON THE RIGHT    [ À ma gauche, à ma droite  ]       x2                 x2 (Goodness)</a:t>
            </a:r>
          </a:p>
          <a:p>
            <a:endParaRPr lang="fr-FR" smtClean="0"/>
          </a:p>
          <a:p>
            <a:r>
              <a:rPr lang="fr-FR" smtClean="0"/>
              <a:t>	Refrain 1: (13)	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30-  MY NAME MY NAME     [ Mon nom, mon nom ]</a:t>
            </a:r>
          </a:p>
          <a:p>
            <a:r>
              <a:rPr lang="fr-FR" smtClean="0"/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495583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BAE9C-F92A-715D-B625-4E62D95D7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9E926202-66C3-D45F-4A88-CAF0150D3CE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7DB4F186-5CC1-1E50-FD40-21906A85FA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MY NAME MY NAME     [ Mon nom, mon nom ]
 25-  VICTORY IS MY NAME MY NAME    [ Victoire est mon nom, mon nom ]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
 26-  GOODNESS AND MERCY FOLLOWS ME    [ Bonheur et grâce me poursuivent ]
 27-  ALL MY DAYS, ALL MY DAYS     [ Tous les jours de ma vie ]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UP AHEAD, AND BEHIND    [ Devant moi, derrière moi ]
 29-  ON THE LEFT, ON THE RIGHT    [ À ma gauche, à ma droite  ]       x2                 x2 (Goodness)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 (13)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30-  MY NAME MY NAME     [ Mon nom, mon nom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A2AEBEFF-3292-D880-484A-3C2B6B6048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endParaRPr lang="fr-FR" smtClean="0"/>
          </a:p>
          <a:p>
            <a:r>
              <a:rPr lang="fr-FR" smtClean="0"/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r>
              <a:rPr lang="fr-FR" smtClean="0"/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r>
              <a:rPr lang="fr-FR" smtClean="0"/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24-  MY NAME MY NAME     [ Mon nom, mon nom ]
 25-  VICTORY IS MY NAME MY NAME    [ Victoire est mon nom, mon nom ]      x4</a:t>
            </a:r>
          </a:p>
          <a:p>
            <a:r>
              <a:rPr lang="fr-FR" smtClean="0"/>
              <a:t>	
 26-  GOODNESS AND MERCY FOLLOWS ME    [ Bonheur et grâce me poursuivent ]
 27-  ALL MY DAYS, ALL MY DAYS     [ Tous les jours de ma vie ]                         x2</a:t>
            </a:r>
          </a:p>
          <a:p>
            <a:r>
              <a:rPr lang="fr-FR" smtClean="0"/>
              <a:t>
 28-  UP AHEAD, AND BEHIND    [ Devant moi, derrière moi ]
 29-  ON THE LEFT, ON THE RIGHT    [ À ma gauche, à ma droite  ]       x2                 x2 (Goodness)</a:t>
            </a:r>
          </a:p>
          <a:p>
            <a:endParaRPr lang="fr-FR" smtClean="0"/>
          </a:p>
          <a:p>
            <a:r>
              <a:rPr lang="fr-FR" smtClean="0"/>
              <a:t>	Refrain 1: (13)	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30-  MY NAME MY NAME     [ Mon nom, mon nom ]</a:t>
            </a:r>
          </a:p>
          <a:p>
            <a:r>
              <a:rPr lang="fr-FR" smtClean="0"/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04561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8F47E-DEF5-B7C0-5656-CB9F6E099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DEA5F1AA-A05E-44BC-AD5D-D6D16722D79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3B66517F-B176-645F-7EEC-0C90AEAD8F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MY NAME MY NAME     [ Mon nom, mon nom ]
 25-  VICTORY IS MY NAME MY NAME    [ Victoire est mon nom, mon nom ]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
 26-  GOODNESS AND MERCY FOLLOWS ME    [ Bonheur et grâce me poursuivent ]
 27-  ALL MY DAYS, ALL MY DAYS     [ Tous les jours de ma vie ]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UP AHEAD, AND BEHIND    [ Devant moi, derrière moi ]
 29-  ON THE LEFT, ON THE RIGHT    [ À ma gauche, à ma droite  ]       x2                 x2 (Goodness)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 (13)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30-  MY NAME MY NAME     [ Mon nom, mon nom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BAB5DB12-2FBF-EE89-F432-1EB6F5B25D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endParaRPr lang="fr-FR" smtClean="0"/>
          </a:p>
          <a:p>
            <a:r>
              <a:rPr lang="fr-FR" smtClean="0"/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r>
              <a:rPr lang="fr-FR" smtClean="0"/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r>
              <a:rPr lang="fr-FR" smtClean="0"/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24-  MY NAME MY NAME     [ Mon nom, mon nom ]
 25-  VICTORY IS MY NAME MY NAME    [ Victoire est mon nom, mon nom ]      x4</a:t>
            </a:r>
          </a:p>
          <a:p>
            <a:r>
              <a:rPr lang="fr-FR" smtClean="0"/>
              <a:t>	
 26-  GOODNESS AND MERCY FOLLOWS ME    [ Bonheur et grâce me poursuivent ]
 27-  ALL MY DAYS, ALL MY DAYS     [ Tous les jours de ma vie ]                         x2</a:t>
            </a:r>
          </a:p>
          <a:p>
            <a:r>
              <a:rPr lang="fr-FR" smtClean="0"/>
              <a:t>
 28-  UP AHEAD, AND BEHIND    [ Devant moi, derrière moi ]
 29-  ON THE LEFT, ON THE RIGHT    [ À ma gauche, à ma droite  ]       x2                 x2 (Goodness)</a:t>
            </a:r>
          </a:p>
          <a:p>
            <a:endParaRPr lang="fr-FR" smtClean="0"/>
          </a:p>
          <a:p>
            <a:r>
              <a:rPr lang="fr-FR" smtClean="0"/>
              <a:t>	Refrain 1: (13)	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30-  MY NAME MY NAME     [ Mon nom, mon nom ]</a:t>
            </a:r>
          </a:p>
          <a:p>
            <a:r>
              <a:rPr lang="fr-FR" smtClean="0"/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891916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01462-7D09-76AD-8A9A-1C26E7071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DC04B74A-737B-ABC1-1BC8-BC3FF768791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55816000-0FC1-699E-CC5A-130F5CD9E3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MY NAME MY NAME     [ Mon nom, mon nom ]
 25-  VICTORY IS MY NAME MY NAME    [ Victoire est mon nom, mon nom ]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
 26-  GOODNESS AND MERCY FOLLOWS ME    [ Bonheur et grâce me poursuivent ]
 27-  ALL MY DAYS, ALL MY DAYS     [ Tous les jours de ma vie ]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UP AHEAD, AND BEHIND    [ Devant moi, derrière moi ]
 29-  ON THE LEFT, ON THE RIGHT    [ À ma gauche, à ma droite  ]       x2                 x2 (Goodness)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 (13)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30-  MY NAME MY NAME     [ Mon nom, mon nom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E9653863-3B10-DCBC-5D7C-38B4463208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endParaRPr lang="fr-FR" smtClean="0"/>
          </a:p>
          <a:p>
            <a:r>
              <a:rPr lang="fr-FR" smtClean="0"/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r>
              <a:rPr lang="fr-FR" smtClean="0"/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r>
              <a:rPr lang="fr-FR" smtClean="0"/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24-  MY NAME MY NAME     [ Mon nom, mon nom ]
 25-  VICTORY IS MY NAME MY NAME    [ Victoire est mon nom, mon nom ]      x4</a:t>
            </a:r>
          </a:p>
          <a:p>
            <a:r>
              <a:rPr lang="fr-FR" smtClean="0"/>
              <a:t>	
 26-  GOODNESS AND MERCY FOLLOWS ME    [ Bonheur et grâce me poursuivent ]
 27-  ALL MY DAYS, ALL MY DAYS     [ Tous les jours de ma vie ]                         x2</a:t>
            </a:r>
          </a:p>
          <a:p>
            <a:r>
              <a:rPr lang="fr-FR" smtClean="0"/>
              <a:t>
 28-  UP AHEAD, AND BEHIND    [ Devant moi, derrière moi ]
 29-  ON THE LEFT, ON THE RIGHT    [ À ma gauche, à ma droite  ]       x2                 x2 (Goodness)</a:t>
            </a:r>
          </a:p>
          <a:p>
            <a:endParaRPr lang="fr-FR" smtClean="0"/>
          </a:p>
          <a:p>
            <a:r>
              <a:rPr lang="fr-FR" smtClean="0"/>
              <a:t>	Refrain 1: (13)	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30-  MY NAME MY NAME     [ Mon nom, mon nom ]</a:t>
            </a:r>
          </a:p>
          <a:p>
            <a:r>
              <a:rPr lang="fr-FR" smtClean="0"/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44195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93026-FD0E-06C8-DA28-B21D7E0E2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28F5B274-8A4F-55E2-1755-2EA2C76220C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4D01A7BF-5268-9A0E-C819-FD47550C47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MY NAME MY NAME     [ Mon nom, mon nom ]
 25-  VICTORY IS MY NAME MY NAME    [ Victoire est mon nom, mon nom ]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
 26-  GOODNESS AND MERCY FOLLOWS ME    [ Bonheur et grâce me poursuivent ]
 27-  ALL MY DAYS, ALL MY DAYS     [ Tous les jours de ma vie ]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UP AHEAD, AND BEHIND    [ Devant moi, derrière moi ]
 29-  ON THE LEFT, ON THE RIGHT    [ À ma gauche, à ma droite  ]       x2                 x2 (Goodness)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 (13)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30-  MY NAME MY NAME     [ Mon nom, mon nom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439BC936-2A25-3A1B-4A9E-00F78C312C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endParaRPr lang="fr-FR" smtClean="0"/>
          </a:p>
          <a:p>
            <a:r>
              <a:rPr lang="fr-FR" smtClean="0"/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r>
              <a:rPr lang="fr-FR" smtClean="0"/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r>
              <a:rPr lang="fr-FR" smtClean="0"/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24-  MY NAME MY NAME     [ Mon nom, mon nom ]
 25-  VICTORY IS MY NAME MY NAME    [ Victoire est mon nom, mon nom ]      x4</a:t>
            </a:r>
          </a:p>
          <a:p>
            <a:r>
              <a:rPr lang="fr-FR" smtClean="0"/>
              <a:t>	
 26-  GOODNESS AND MERCY FOLLOWS ME    [ Bonheur et grâce me poursuivent ]
 27-  ALL MY DAYS, ALL MY DAYS     [ Tous les jours de ma vie ]                         x2</a:t>
            </a:r>
          </a:p>
          <a:p>
            <a:r>
              <a:rPr lang="fr-FR" smtClean="0"/>
              <a:t>
 28-  UP AHEAD, AND BEHIND    [ Devant moi, derrière moi ]
 29-  ON THE LEFT, ON THE RIGHT    [ À ma gauche, à ma droite  ]       x2                 x2 (Goodness)</a:t>
            </a:r>
          </a:p>
          <a:p>
            <a:endParaRPr lang="fr-FR" smtClean="0"/>
          </a:p>
          <a:p>
            <a:r>
              <a:rPr lang="fr-FR" smtClean="0"/>
              <a:t>	Refrain 1: (13)	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30-  MY NAME MY NAME     [ Mon nom, mon nom ]</a:t>
            </a:r>
          </a:p>
          <a:p>
            <a:r>
              <a:rPr lang="fr-FR" smtClean="0"/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123683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02AE9-07F9-432A-BA65-85B77133E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F1CBE0CE-C640-71F8-90F9-21701DD29F5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D43E579E-A244-4E83-44A6-8905A47374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MY NAME MY NAME     [ Mon nom, mon nom ]
 25-  VICTORY IS MY NAME MY NAME    [ Victoire est mon nom, mon nom ]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
 26-  GOODNESS AND MERCY FOLLOWS ME    [ Bonheur et grâce me poursuivent ]
 27-  ALL MY DAYS, ALL MY DAYS     [ Tous les jours de ma vie ]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UP AHEAD, AND BEHIND    [ Devant moi, derrière moi ]
 29-  ON THE LEFT, ON THE RIGHT    [ À ma gauche, à ma droite  ]       x2    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x2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Goodness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1: (13)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30-  MY NAME MY NAME     [ Mon nom, mon nom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34989260-E575-C977-9375-CE5F7DDB7C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1-  THE LORD IS MY SHEPHERD     [ Le Seigneur est mon berger ]
 2-  I SHALL NOT WANT     [ Je suis comble ]
 3-  THE LORD HAS PROVIDED     [ Le Seigneur a pourvu ]
 4-  MORE THAN ENOUGH     [ Bien plus qu’assez ]
 5-  NO MATTER WHERE I GO     [ Peu importe où je vais ]
 6-  VICTORY IS MY NAME    [ La victoire est mon nom  ]            x2</a:t>
            </a:r>
          </a:p>
          <a:p>
            <a:endParaRPr lang="fr-FR" smtClean="0"/>
          </a:p>
          <a:p>
            <a:r>
              <a:rPr lang="fr-FR" smtClean="0"/>
              <a:t>	Refrain 1:
	 7-  MY PRAISE IS STRONG [ Je loue puissamment ]
 	 8-  JOY OVERFLOWING       [ La joie coule à flots ]
	 9-  MORE THAN A SONG     [ Bien plus qu’un chant ]
	 10-  I'M CELEBRATING     [ Je célèbre bien haut ]
	 11-  IN THE MIDST OF MY ENEMIES     [ Au milieu de mes ennemis ]
	 12-  I PRAISE     [ Je loue ]
	 13-  IN THE MIDST OF MY ENEMIES     [ Au milieu de mes ennemis ]
	 14-  I PRAISE    [ Je loue ] x2</a:t>
            </a:r>
          </a:p>
          <a:p>
            <a:r>
              <a:rPr lang="fr-FR" smtClean="0"/>
              <a:t>	Refrain 2:
	 15-  I PUT ON MY DANCING SHOES     [ Je mets mes chaussures de danse ]
 	 16-  THERE'S NO WAY THAT I CAN LOOSE     [ La défaite n’a aucune chance ]
	 17-  I'LL BE THE LAST ONE STANDING     [ Et debout je resterai ]   x2</a:t>
            </a:r>
          </a:p>
          <a:p>
            <a:r>
              <a:rPr lang="fr-FR" smtClean="0"/>
              <a:t>
 18-  THE LORD IS TOWER    [ Mon Dieu est un abri ]
 19-  A SHIELD FOR ME     [ Mon bouclier ]
 20-  WITH ALL OF THE POWER     [ Tout pouvoir est en Lui ]
 21-  I'LL EVER NEED    [ Pour me garder ]
 22-  NO MATTER WHERE I GO     [ Peu importe où je vais ]
 23-  VICTORY, VICTORY IS MY NAME    [ La victoire, la victoire est mon nom ]      x2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24-  MY NAME MY NAME     [ Mon nom, mon nom ]
 25-  VICTORY IS MY NAME MY NAME    [ Victoire est mon nom, mon nom ]      x4</a:t>
            </a:r>
          </a:p>
          <a:p>
            <a:r>
              <a:rPr lang="fr-FR" smtClean="0"/>
              <a:t>	
 26-  GOODNESS AND MERCY FOLLOWS ME    [ Bonheur et grâce me poursuivent ]
 27-  ALL MY DAYS, ALL MY DAYS     [ Tous les jours de ma vie ]                         x2</a:t>
            </a:r>
          </a:p>
          <a:p>
            <a:r>
              <a:rPr lang="fr-FR" smtClean="0"/>
              <a:t>
 28-  UP AHEAD, AND BEHIND    [ Devant moi, derrière moi ]
 29-  ON THE LEFT, ON THE RIGHT    [ À ma gauche, à ma droite  ]       x2                 x2 (Goodness)</a:t>
            </a:r>
          </a:p>
          <a:p>
            <a:endParaRPr lang="fr-FR" smtClean="0"/>
          </a:p>
          <a:p>
            <a:r>
              <a:rPr lang="fr-FR" smtClean="0"/>
              <a:t>	Refrain 1: (13)	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
 30-  MY NAME MY NAME     [ Mon nom, mon nom ]</a:t>
            </a:r>
          </a:p>
          <a:p>
            <a:r>
              <a:rPr lang="fr-FR" smtClean="0"/>
              <a:t>
 31-  VICTORY IS MY NAME MY NAME     [ Victoire est mon nom, mon nom ] x2
 32-  FAVOUR IS MY NAME MY NAME     [ Faveur est mon nom, mon nom ]   x2
 33-  MIRACLE IS MY NAME MY NAME     [ Miracle est mon nom, mon nom ]
 34-  BLESSING IS MY NAME MY NAME     [ Béni est mon nom, mon nom ]
 35-  WEALTH IS MY NAME MY NAME     [ Richesse est mon nom, mon nom ]
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3862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354340-8694-43B1-A8F9-8E748220BC3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43B6D-89BE-450D-8D53-2308253AE27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3E2F4-B7A3-4813-BE5C-672B7F7D1E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DB8B2E-583A-48DE-BB44-C7FB74698D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FD8B5-C06A-440D-B0B5-77ABBB4F4D4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C13DC5-A4A8-43AE-8B11-09841DC1F1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93AA14-3C2E-4463-943D-566FAF1C012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27DA1D-7883-4C0B-AF3B-D788BE7625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ACC378-7A87-4B48-ACEF-BA72740CA7A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DFD0D-0B84-411C-A304-DD06AF36AA3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82FE5-0FCA-4201-B57D-5A728375556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821B596-1B06-490A-A978-F71EF6E2CD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THE LORD IS MY SHEPHERD   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L</a:t>
            </a:r>
            <a:r>
              <a:rPr lang="fr-FR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e </a:t>
            </a:r>
            <a:r>
              <a:rPr lang="fr-FR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S</a:t>
            </a:r>
            <a:r>
              <a:rPr lang="fr-FR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eigneur est mon berger </a:t>
            </a:r>
            <a:r>
              <a:rPr lang="fr-FR" sz="3400" cap="all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140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53727-7FC8-4CC0-75D4-EF5FB04A2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9D83AE86-02B0-A09A-75CA-7865413D6E21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 SHALL NOT WANT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Je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suis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comble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787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24FE5-FF1F-93FA-4B69-4ECD64921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1AFBBCA9-37E0-44B8-D224-4E4F9026A9D3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THE LORD HAS PROVIDED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Le Seigneur a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pourvu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9664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A7106-077F-930F-84F8-1C8D11F9A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FB3E9AFF-598A-B105-CC95-D502B56E0ED3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MORE THAN ENOUGH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Bien plus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qu’assez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1398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7B625-4316-9086-F593-3CB6B8470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EB0B5873-F7DB-BD53-5CDF-AC7B434380AB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400" cap="all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  NO </a:t>
            </a: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MATTER WHERE I GO   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Peu importe où je vais </a:t>
            </a: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509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517D5-8453-8BA6-2C0B-06AF2FE59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4E1DBA08-33BE-12E6-0F73-04499FBD4F36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VICTORY IS MY NAME  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La </a:t>
            </a:r>
            <a:r>
              <a:rPr lang="fr-FR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victoire est mon nom</a:t>
            </a: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 </a:t>
            </a:r>
            <a:r>
              <a:rPr lang="fr-FR" sz="3400" cap="all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6597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057D0-B1F0-7EB5-102A-7E9EB46AE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2012B3EC-6633-1F39-EA08-CD23277FA789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MY PRAISE IS STRONG </a:t>
            </a:r>
            <a:b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</a:b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Je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loue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puissamment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1739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B21E5-501D-CDA4-4C4B-A7EB703AC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A932186F-A3A3-82B9-2B5D-78B0CA5126B8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    JOY OVERFLOWING     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La joie coule à flots </a:t>
            </a: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7145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6E1B8-3449-FBE3-8E23-0B55EF283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B68D32E9-7802-6F41-E59D-59A9870095CD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MORE THAN A SONG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Bien plus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qu’un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chant 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51519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DC080-11C5-7293-3ACB-843F30190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9259D152-9AE4-0190-CDC1-02CF5E019220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I'M CELEBRATING   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Je célèbre bien haut </a:t>
            </a: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0139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CF174-942B-5A23-B035-A2B8FBEC1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58C7BC63-D1DD-A3F3-DED6-4442E317855E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IN THE MIDST OF MY ENEMIES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400" cap="all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Au milieu de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mes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ennemis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0034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662DB-C0CF-5965-E8E5-FC2908B12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59AF42BC-5BA1-9A57-86D4-0C08B78CDEB2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400" cap="all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I 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PRAISE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Je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loue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20090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572AE-B931-197B-E1A7-93CB32864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CA3CB50C-3E4F-4967-7A20-5522A0CD5B81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IN THE MIDST OF MY ENEMIES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Au 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milieu de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mes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ennemis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53438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BA9DF-A750-2C68-72E5-3C691E7FC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F6EECBF8-3271-8C1E-FFBC-216E12D48910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400" cap="all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I 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PRAISE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Je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loue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30755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1EBD1-856A-F5F2-9873-D7DE200BD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CBFF74DF-9AEA-9032-FDA2-B1D0BE9F3173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 PUT ON MY DANCING SHOES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Je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mets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mes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chaussures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de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danse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950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55361-1444-EB25-7D5B-DFE1DF4CD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DA15D5C2-D822-F9BD-276E-17CEC3FE0869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THERE'S NO WAY THAT I CAN LOOSE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La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défaite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n’a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aucune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chance 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93994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D978D-A288-903E-2AAD-9DFF43BE9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F0D8A239-3A85-A76F-0F8F-7C5675D803F2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I'LL BE THE LAST ONE STANDING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Et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debout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je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resterai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37248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F58C1-5F22-25D3-0D99-0415C1BE1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700511CD-F481-3F1B-EEA6-9FD39D9C69A2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THE LORD IS TOWER   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Mon Dieu est un abri </a:t>
            </a: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75201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0BF1E-2AF3-8932-3F63-E35E84860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3602381B-3C5A-B364-AF97-4CB8508DF702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400" cap="all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 A 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SHIELD FOR ME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Mon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bouclier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2521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EE7CE-8330-4EC8-42CD-13BD2522A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825C79DD-1C4F-9C7F-2BA2-6254E8D91932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WITH ALL OF THE POWER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Tout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pouvoir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est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en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Lui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16475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9CEC4-3906-428A-EB10-5EF8C6360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706CBD7C-A78E-8410-4F23-9EC3203F4B8A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400" cap="all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 I'LL 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EVER NEED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Pour me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garder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82265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6991C-3E8B-8FC0-3775-76AB84218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C3E9BE39-D749-5D2B-DBAB-7FD426EC7243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400" cap="all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 NO </a:t>
            </a: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MATTER WHERE I GO   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Peu importe où je vais </a:t>
            </a: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4629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BB2B8-9515-1F99-C46A-E8F890DB9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9F0852FB-BC4A-41DC-0284-37B45CBC5A4B}"/>
              </a:ext>
            </a:extLst>
          </p:cNvPr>
          <p:cNvSpPr txBox="1"/>
          <p:nvPr/>
        </p:nvSpPr>
        <p:spPr>
          <a:xfrm>
            <a:off x="1199456" y="620688"/>
            <a:ext cx="1008112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VICTORY, VICTORY IS MY NAME  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La victoire, la victoire est mon nom </a:t>
            </a: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8200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B1F5F-F35D-7A21-070A-0BA07257C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7494D6E7-8B68-E10D-991E-6D7FF57363EE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400" cap="all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  MY 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NAME 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Mon </a:t>
            </a: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nom </a:t>
            </a:r>
            <a:r>
              <a:rPr lang="en-US" sz="3400" cap="all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72111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74709-64A3-5AA1-467E-DC1A2581E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B6E8A289-92CF-DEE9-7F00-C2F60635DDDF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VICTORY IS MY NAME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Victoire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est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mon </a:t>
            </a: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nom </a:t>
            </a:r>
            <a:r>
              <a:rPr lang="en-US" sz="3400" cap="all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17432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156B0-B8CE-4270-A5CE-97CF792A2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6571B227-AF36-6CC1-7F24-14D484F852DC}"/>
              </a:ext>
            </a:extLst>
          </p:cNvPr>
          <p:cNvSpPr txBox="1"/>
          <p:nvPr/>
        </p:nvSpPr>
        <p:spPr>
          <a:xfrm>
            <a:off x="1524000" y="635001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GOODNESS AND MERCY FOLLOWS ME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Bonheur et grâce me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poursuivent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66244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3E191-4AF0-65BB-E847-D1A2C50C7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B0E8FA3C-8936-A8BF-1A2B-1AC94C499657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ALL MY DAYS, ALL MY DAYS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Tous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les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jours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de ma vie 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68118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1AF82-8FA6-52FF-3FE9-7FC8D03BF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322412E6-4CB9-9E5A-BD68-546F8BB9720D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400" cap="all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 UP 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AHEAD, AND BEHIND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Devant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moi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, derrière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moi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96852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679A8-E0CE-325D-5DF0-DBB8012CC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7D2E9BD4-3CD6-865D-57AE-0EEE67D0F933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ON THE LEFT, ON THE RIGHT  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400" cap="all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À ma gauche, à ma </a:t>
            </a:r>
            <a:r>
              <a:rPr lang="fr-FR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droite</a:t>
            </a:r>
            <a:r>
              <a:rPr lang="fr-FR" sz="3400" cap="all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98262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C9889-00BF-6927-EC48-E71E60F1E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39C3E718-FEE4-E6F8-7332-2B81E589AC34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400" cap="all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 MY 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NAME 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400" cap="all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Mon </a:t>
            </a: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nom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cap="all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89146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CEF9B-4BB3-F543-B6D0-1722F2195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5BFFC654-1A6F-2E5A-E1DC-A0FFCC13136A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400" cap="all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 VICTORY 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IS MY NAME 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Victoire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est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mon </a:t>
            </a: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nom</a:t>
            </a:r>
            <a:r>
              <a:rPr lang="en-US" sz="3400" cap="all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08925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CF6AE-4948-7C5A-0FBE-5C50194F1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93C6B7E4-59A9-46A4-1C94-16F8322FB0D4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400" cap="all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  FAVOUR </a:t>
            </a: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IS MY NAME    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Faveur est mon </a:t>
            </a:r>
            <a:r>
              <a:rPr lang="fr-FR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nom</a:t>
            </a:r>
            <a:r>
              <a:rPr lang="fr-FR" sz="3400" cap="all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76119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7DF1E-8BAC-80FA-8496-0571FC1A2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058E8C76-A032-D3BD-52EE-B6B6548E0600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400" cap="all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   MIRACLE </a:t>
            </a: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IS MY NAME    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Miracle est mon </a:t>
            </a:r>
            <a:r>
              <a:rPr lang="fr-FR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nom</a:t>
            </a:r>
            <a:r>
              <a:rPr lang="fr-FR" sz="3400" cap="all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4483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CC219-955C-9A20-8646-66B92F8FA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D7C670A6-E158-FDCC-A0A9-4E0F91B20996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400" cap="all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   BLESSING 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IS MY NAME 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400" dirty="0" err="1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Béni</a:t>
            </a: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est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mon </a:t>
            </a: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nom</a:t>
            </a:r>
            <a:r>
              <a:rPr lang="en-US" sz="3400" cap="all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3161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C269C-CD2C-05D6-D974-955DD7D76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A7EE073D-A236-EB02-8DAA-C57097A29980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400" cap="all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  WEALTH 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IS MY NAME 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Richesse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est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mon </a:t>
            </a: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nom </a:t>
            </a:r>
            <a:r>
              <a:rPr lang="en-US" sz="3400" cap="all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3439736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2256</TotalTime>
  <Words>49796</Words>
  <Application>Microsoft Office PowerPoint</Application>
  <PresentationFormat>Grand écran</PresentationFormat>
  <Paragraphs>1189</Paragraphs>
  <Slides>35</Slides>
  <Notes>35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35</vt:i4>
      </vt:variant>
    </vt:vector>
  </HeadingPairs>
  <TitlesOfParts>
    <vt:vector size="39" baseType="lpstr">
      <vt:lpstr>Calibri</vt:lpstr>
      <vt:lpstr>Franklin Gothic Medium</vt:lpstr>
      <vt:lpstr>Metropolis Semi Bold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217</cp:revision>
  <dcterms:created xsi:type="dcterms:W3CDTF">2002-08-17T10:50:50Z</dcterms:created>
  <dcterms:modified xsi:type="dcterms:W3CDTF">2024-11-24T08:19:05Z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89256c7-9946-44df-b379-51beb93fd2d9_Enabled">
    <vt:lpwstr>true</vt:lpwstr>
  </property>
  <property fmtid="{D5CDD505-2E9C-101B-9397-08002B2CF9AE}" pid="3" name="MSIP_Label_589256c7-9946-44df-b379-51beb93fd2d9_SetDate">
    <vt:lpwstr>2023-06-23T07:53:17Z</vt:lpwstr>
  </property>
  <property fmtid="{D5CDD505-2E9C-101B-9397-08002B2CF9AE}" pid="4" name="MSIP_Label_589256c7-9946-44df-b379-51beb93fd2d9_Method">
    <vt:lpwstr>Privileged</vt:lpwstr>
  </property>
  <property fmtid="{D5CDD505-2E9C-101B-9397-08002B2CF9AE}" pid="5" name="MSIP_Label_589256c7-9946-44df-b379-51beb93fd2d9_Name">
    <vt:lpwstr>589256c7-9946-44df-b379-51beb93fd2d9</vt:lpwstr>
  </property>
  <property fmtid="{D5CDD505-2E9C-101B-9397-08002B2CF9AE}" pid="6" name="MSIP_Label_589256c7-9946-44df-b379-51beb93fd2d9_SiteId">
    <vt:lpwstr>36da45f1-dd2c-4d1f-af13-5abe46b99921</vt:lpwstr>
  </property>
  <property fmtid="{D5CDD505-2E9C-101B-9397-08002B2CF9AE}" pid="7" name="MSIP_Label_589256c7-9946-44df-b379-51beb93fd2d9_ActionId">
    <vt:lpwstr>75b0cdd4-5b4e-418e-815e-b857199f2033</vt:lpwstr>
  </property>
  <property fmtid="{D5CDD505-2E9C-101B-9397-08002B2CF9AE}" pid="8" name="MSIP_Label_589256c7-9946-44df-b379-51beb93fd2d9_ContentBits">
    <vt:lpwstr>0</vt:lpwstr>
  </property>
  <property fmtid="{D5CDD505-2E9C-101B-9397-08002B2CF9AE}" pid="9" name="MSIP_Label_d0979fc8-5559-4f19-93ee-e28ca03d7638_Enabled">
    <vt:lpwstr>true</vt:lpwstr>
  </property>
  <property fmtid="{D5CDD505-2E9C-101B-9397-08002B2CF9AE}" pid="10" name="MSIP_Label_d0979fc8-5559-4f19-93ee-e28ca03d7638_SetDate">
    <vt:lpwstr>2024-11-22T13:10:35Z</vt:lpwstr>
  </property>
  <property fmtid="{D5CDD505-2E9C-101B-9397-08002B2CF9AE}" pid="11" name="MSIP_Label_d0979fc8-5559-4f19-93ee-e28ca03d7638_Method">
    <vt:lpwstr>Privileged</vt:lpwstr>
  </property>
  <property fmtid="{D5CDD505-2E9C-101B-9397-08002B2CF9AE}" pid="12" name="MSIP_Label_d0979fc8-5559-4f19-93ee-e28ca03d7638_Name">
    <vt:lpwstr>General Business Information (G)</vt:lpwstr>
  </property>
  <property fmtid="{D5CDD505-2E9C-101B-9397-08002B2CF9AE}" pid="13" name="MSIP_Label_d0979fc8-5559-4f19-93ee-e28ca03d7638_SiteId">
    <vt:lpwstr>906aefe9-76a7-4f65-b82d-5ec20775d5aa</vt:lpwstr>
  </property>
  <property fmtid="{D5CDD505-2E9C-101B-9397-08002B2CF9AE}" pid="14" name="MSIP_Label_d0979fc8-5559-4f19-93ee-e28ca03d7638_ActionId">
    <vt:lpwstr>e5f3a7e6-8aa3-45db-a857-50b91aec1907</vt:lpwstr>
  </property>
  <property fmtid="{D5CDD505-2E9C-101B-9397-08002B2CF9AE}" pid="15" name="MSIP_Label_d0979fc8-5559-4f19-93ee-e28ca03d7638_ContentBits">
    <vt:lpwstr>0</vt:lpwstr>
  </property>
</Properties>
</file>