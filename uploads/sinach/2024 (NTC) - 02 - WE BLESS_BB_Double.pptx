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8" r:id="rId12"/>
    <p:sldId id="359" r:id="rId13"/>
    <p:sldId id="360" r:id="rId14"/>
    <p:sldId id="351" r:id="rId15"/>
    <p:sldId id="361" r:id="rId16"/>
    <p:sldId id="36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2185" autoAdjust="0"/>
  </p:normalViewPr>
  <p:slideViewPr>
    <p:cSldViewPr>
      <p:cViewPr varScale="1">
        <p:scale>
          <a:sx n="44" d="100"/>
          <a:sy n="44" d="100"/>
        </p:scale>
        <p:origin x="96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29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982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628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930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73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978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954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391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859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979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447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498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506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708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5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LORD, YOU ARE SO GOOD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Seigneur, Tu es si bon pour moi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TELL IT EVERYWHERE I GO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dirai partout où je vais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2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YOU’VE DONE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Tu as fait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3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OH-OH-OH-OH-OH</a:t>
            </a:r>
            <a:endParaRPr lang="en-US" altLang="fr-FR" sz="34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69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BLESS, WE BLESS, WE BLESS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Bénissons, bénissons, bénissons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38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6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POURED YOUR SPIRIT OVER 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as versé sur moi Ton Esprit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27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WORD CONCERNING ME IS TRUE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Parole est vraie pour ma vie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98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ANSWER TO MY PRAYERS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la réponse à mes prières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9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 IT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8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6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 IT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bon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7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GREAT, GREAT GOD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un si grand Dieu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4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GOOD TO 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bon pour nous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61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bénissons Ton nom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70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8001</Words>
  <Application>Microsoft Office PowerPoint</Application>
  <PresentationFormat>Affichage à l'écran (4:3)</PresentationFormat>
  <Paragraphs>415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213</cp:revision>
  <dcterms:created xsi:type="dcterms:W3CDTF">2002-08-17T10:50:50Z</dcterms:created>
  <dcterms:modified xsi:type="dcterms:W3CDTF">2024-11-22T21:44:13Z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