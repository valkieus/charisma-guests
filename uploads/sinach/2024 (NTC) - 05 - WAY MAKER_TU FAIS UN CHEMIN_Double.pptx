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sldIdLst>
    <p:sldId id="271" r:id="rId2"/>
    <p:sldId id="279" r:id="rId3"/>
    <p:sldId id="278" r:id="rId4"/>
    <p:sldId id="281" r:id="rId5"/>
    <p:sldId id="277" r:id="rId6"/>
    <p:sldId id="282" r:id="rId7"/>
    <p:sldId id="284" r:id="rId8"/>
    <p:sldId id="283" r:id="rId9"/>
    <p:sldId id="276" r:id="rId10"/>
    <p:sldId id="287" r:id="rId11"/>
    <p:sldId id="285" r:id="rId12"/>
    <p:sldId id="290" r:id="rId13"/>
    <p:sldId id="289" r:id="rId14"/>
    <p:sldId id="292" r:id="rId15"/>
    <p:sldId id="293" r:id="rId16"/>
    <p:sldId id="294" r:id="rId17"/>
    <p:sldId id="274" r:id="rId18"/>
    <p:sldId id="303" r:id="rId19"/>
    <p:sldId id="304" r:id="rId20"/>
    <p:sldId id="308" r:id="rId21"/>
    <p:sldId id="272" r:id="rId22"/>
    <p:sldId id="307" r:id="rId23"/>
    <p:sldId id="305" r:id="rId24"/>
    <p:sldId id="306" r:id="rId25"/>
    <p:sldId id="309" r:id="rId26"/>
    <p:sldId id="314" r:id="rId27"/>
    <p:sldId id="311" r:id="rId28"/>
    <p:sldId id="310" r:id="rId29"/>
    <p:sldId id="315" r:id="rId30"/>
    <p:sldId id="312" r:id="rId31"/>
    <p:sldId id="313" r:id="rId32"/>
    <p:sldId id="316" r:id="rId33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265" autoAdjust="0"/>
    <p:restoredTop sz="26971" autoAdjust="0"/>
  </p:normalViewPr>
  <p:slideViewPr>
    <p:cSldViewPr>
      <p:cViewPr varScale="1">
        <p:scale>
          <a:sx n="23" d="100"/>
          <a:sy n="23" d="100"/>
        </p:scale>
        <p:origin x="1176" y="1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66" d="100"/>
        <a:sy n="66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BAE1C64E-9ADB-4E38-BF68-4211C206B6BD}" type="datetimeFigureOut">
              <a:rPr lang="fr-FR"/>
              <a:pPr>
                <a:defRPr/>
              </a:pPr>
              <a:t>13/09/2026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E9CBFFFA-0125-4168-AF56-391BBD2FAB6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YOU ARE HERE, MOVING IN OUR MIDST [ Tu es là, présent parmi nous ]  
2-  I WORSHIP YOU, I WORSHIP YOU  [ Nous T'adorons, nous T'adorons ] 
3-  YOU ARE HERE, WORKING IN THIS PLACE [ Tu es là, présent parmi nous ] 
4-  I WORSHIP YOU, I WORSHIP YOU  [ Nous T'adorons, nous T'adorons ]                x2
</a:t>
            </a: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
	5-  WAY MAKER, MIRACLE WORKER [ Tu fais un chemin, opères des miracles ] 
	6-  PROMISE KEEPER [ Tu tiens Tes promesses ] 
	7-  LIGHT IN THE DARKNESS [ Lumière dans les ténèbres ] 
	8-  MY GOD, THAT IS WHO YOU ARE [ Mon Dieu, voici qui Tu es ]                               x2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 :
9-  YOU ARE HERE, TOUCHING EVERY HEART [ Tu es là, touchant tous les cœurs ] 
10-  I WORSHIP YOU, I WORSHIP YOU  [ Nous T'adorons, nous T'adorons ] 
11-  YOU ARE HERE, HEALING EVERY HEART [ Tu es là, guérissant les cœurs ] 
12-  I WORSHIP YOU, I WORSHIP YOU  [ Nous T'adorons, nous T'adorons ] 
13-  YOU ARE HERE, TURNING LIVES AROUND  [ Tu es là, Tu bouleverses nos vies ] 
14-  I WORSHIP YOU, I WORSHIP YOU  [ Nous T'adorons, nous T'adorons ] 
15-  YOU ARE HERE, MENDING EVERY HEART [ Tu es là réparant nos cœurs ] 
16-  I WORSHIP YOU, I WORSHIP YOU  [ Nous T'adorons, nous T'adorons ] 
</a:t>
            </a: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3 :
17-  YOU WIPE AWAY ALL TEARS  [ Tu essuies toutes larmes ] 
18-  YOU MEND THE BROKEN HEART  [ Tu répares les cœurs brisés ] 
19-  YOU'RE THE ANSWER TO IT ALL [ Tu es la réponse à toute chose ] 
20-  JESUS  [ Jésus ]                                                                                            x2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4 :
21-  YOU ARE HERE, TOUCHING EVERY LIFE  [ Tu es là, touchant chaque vie ] 
22-  I WORSHIP YOU, I WORSHIP YOU  [ Nous T'adorons, nous T'adorons ] 
23-  YOU ARE HERE, MEETING EVERY NEED  [ Tu es là, comblant tout besoin ] 
24-  I WORSHIP YOU, I WORSHIP YOU  [ Nous T'adorons, nous T'adorons ] 
Pont :
25-  HE’S WORKING  [ Il agit ]   ( Boucle )
26-  IN MY FAVOR  [ en ma faveur ] ( Boucle )
27-  HE’S WORKING IN MY FAVOR  [ Il agit en ma faveur ]  x2
28-  ALL THINGS ARE WORKING FOR MY GOOD  [ Et toutes choses concourent à mon bien ] 
29-  HE’S WORKING IN YOUR FAVOR  [ Il agit en ta faveur ]  x2
30-  ALL THINGS  [ Et toutes choses ] 
31-  ARE WORKING FOR YOUR GOOD  [ Concourent à ton bien ] 
32-  HE’S WORKING FOR MY GOOD  [ Il agit pour mon bien ] 
</a:t>
            </a:r>
            <a:endParaRPr lang="fr-F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s-ES" smtClean="0"/>
              <a:t>Couplet 1 :</a:t>
            </a:r>
          </a:p>
          <a:p>
            <a:r>
              <a:rPr lang="es-ES" smtClean="0"/>
              <a:t>1-  YOU ARE HERE, MOVING IN OUR MIDST [ Tu es là, présent parmi nous ]  
2-  I WORSHIP YOU, I WORSHIP YOU  [ Nous T'adorons, nous T'adorons ] 
3-  YOU ARE HERE, WORKING IN THIS PLACE [ Tu es là, présent parmi nous ] 
4-  I WORSHIP YOU, I WORSHIP YOU  [ Nous T'adorons, nous T'adorons ]                x2
</a:t>
            </a:r>
          </a:p>
          <a:p>
            <a:r>
              <a:rPr lang="es-ES" smtClean="0"/>
              <a:t>	Refrain :
	5-  WAY MAKER, MIRACLE WORKER [ Tu fais un chemin, opères des miracles ] 
	6-  PROMISE KEEPER [ Tu tiens Tes promesses ] 
	7-  LIGHT IN THE DARKNESS [ Lumière dans les ténèbres ] 
	8-  MY GOD, THAT IS WHO YOU ARE [ Mon Dieu, voici qui Tu es ]                               x2</a:t>
            </a:r>
          </a:p>
          <a:p>
            <a:endParaRPr lang="es-ES" smtClean="0"/>
          </a:p>
          <a:p>
            <a:r>
              <a:rPr lang="es-ES" smtClean="0"/>
              <a:t>Couplet 2 :
9-  YOU ARE HERE, TOUCHING EVERY HEART [ Tu es là, touchant tous les cœurs ] 
10-  I WORSHIP YOU, I WORSHIP YOU  [ Nous T'adorons, nous T'adorons ] 
11-  YOU ARE HERE, HEALING EVERY HEART [ Tu es là, guérissant les cœurs ] 
12-  I WORSHIP YOU, I WORSHIP YOU  [ Nous T'adorons, nous T'adorons ] 
13-  YOU ARE HERE, TURNING LIVES AROUND  [ Tu es là, Tu bouleverses nos vies ] 
14-  I WORSHIP YOU, I WORSHIP YOU  [ Nous T'adorons, nous T'adorons ] 
15-  YOU ARE HERE, MENDING EVERY HEART [ Tu es là réparant nos cœurs ] 
16-  I WORSHIP YOU, I WORSHIP YOU  [ Nous T'adorons, nous T'adorons ] 
</a:t>
            </a:r>
          </a:p>
          <a:p>
            <a:r>
              <a:rPr lang="es-ES" smtClean="0"/>
              <a:t>	Refrain :</a:t>
            </a:r>
          </a:p>
          <a:p>
            <a:endParaRPr lang="es-ES" smtClean="0"/>
          </a:p>
          <a:p>
            <a:r>
              <a:rPr lang="es-ES" smtClean="0"/>
              <a:t>Couplet 3 :
17-  YOU WIPE AWAY ALL TEARS  [ Tu essuies toutes larmes ] 
18-  YOU MEND THE BROKEN HEART  [ Tu répares les cœurs brisés ] 
19-  YOU'RE THE ANSWER TO IT ALL [ Tu es la réponse à toute chose ] 
20-  JESUS  [ Jésus ]                                                                                            x2</a:t>
            </a:r>
          </a:p>
          <a:p>
            <a:endParaRPr lang="es-ES" smtClean="0"/>
          </a:p>
          <a:p>
            <a:r>
              <a:rPr lang="es-ES" smtClean="0"/>
              <a:t>	Refrain :</a:t>
            </a:r>
          </a:p>
          <a:p>
            <a:endParaRPr lang="es-ES" smtClean="0"/>
          </a:p>
          <a:p>
            <a:r>
              <a:rPr lang="es-ES" smtClean="0"/>
              <a:t>Couplet 4 :
21-  YOU ARE HERE, TOUCHING EVERY LIFE  [ Tu es là, touchant chaque vie ] 
22-  I WORSHIP YOU, I WORSHIP YOU  [ Nous T'adorons, nous T'adorons ] 
23-  YOU ARE HERE, MEETING EVERY NEED  [ Tu es là, comblant tout besoin ] 
24-  I WORSHIP YOU, I WORSHIP YOU  [ Nous T'adorons, nous T'adorons ] 
Pont :
25-  HE’S WORKING  [ Il agit ]   ( Boucle )
26-  IN MY FAVOR  [ en ma faveur ] ( Boucle )
27-  HE’S WORKING IN MY FAVOR  [ Il agit en ma faveur ]  x2
28-  ALL THINGS ARE WORKING FOR MY GOOD  [ Et toutes choses concourent à mon bien ] 
29-  HE’S WORKING IN YOUR FAVOR  [ Il agit en ta faveur ]  x2
30-  ALL THINGS  [ Et toutes choses ] 
31-  ARE WORKING FOR YOUR GOOD  [ Concourent à ton bien ] 
32-  HE’S WORKING FOR MY GOOD  [ Il agit pour mon bien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156006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YOU ARE HERE, MOVING IN OUR MIDST [ Tu es là, présent parmi nous ]  
2-  I WORSHIP YOU, I WORSHIP YOU  [ Nous T'adorons, nous T'adorons ] 
3-  YOU ARE HERE, WORKING IN THIS PLACE [ Tu es là, présent parmi nous ] 
4-  I WORSHIP YOU, I WORSHIP YOU  [ Nous T'adorons, nous T'adorons ]                x2
</a:t>
            </a: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
	5-  WAY MAKER, MIRACLE WORKER [ Tu fais un chemin, opères des miracles ] 
	6-  PROMISE KEEPER [ Tu tiens Tes promesses ] 
	7-  LIGHT IN THE DARKNESS [ Lumière dans les ténèbres ] 
	8-  MY GOD, THAT IS WHO YOU ARE [ Mon Dieu, voici qui Tu es ]                               x2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 :
9-  YOU ARE HERE, TOUCHING EVERY HEART [ Tu es là, touchant tous les cœurs ] 
10-  I WORSHIP YOU, I WORSHIP YOU  [ Nous T'adorons, nous T'adorons ] 
11-  YOU ARE HERE, HEALING EVERY HEART [ Tu es là, guérissant les cœurs ] 
12-  I WORSHIP YOU, I WORSHIP YOU  [ Nous T'adorons, nous T'adorons ] 
13-  YOU ARE HERE, TURNING LIVES AROUND  [ Tu es là, Tu bouleverses nos vies ] 
14-  I WORSHIP YOU, I WORSHIP YOU  [ Nous T'adorons, nous T'adorons ] 
15-  YOU ARE HERE, MENDING EVERY HEART [ Tu es là réparant nos cœurs ] 
16-  I WORSHIP YOU, I WORSHIP YOU  [ Nous T'adorons, nous T'adorons ] 
</a:t>
            </a: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3 :
17-  YOU WIPE AWAY ALL TEARS  [ Tu essuies toutes larmes ] 
18-  YOU MEND THE BROKEN HEART  [ Tu répares les cœurs brisés ] 
19-  YOU'RE THE ANSWER TO IT ALL [ Tu es la réponse à toute chose ] 
20-  JESUS  [ Jésus ]                                                                                            x2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4 :
21-  YOU ARE HERE, TOUCHING EVERY LIFE  [ Tu es là, touchant chaque vie ] 
22-  I WORSHIP YOU, I WORSHIP YOU  [ Nous T'adorons, nous T'adorons ] 
23-  YOU ARE HERE, MEETING EVERY NEED  [ Tu es là, comblant tout besoin ] 
24-  I WORSHIP YOU, I WORSHIP YOU  [ Nous T'adorons, nous T'adorons ] 
Pont :
25-  HE’S WORKING  [ Il agit ]   ( Boucle )
26-  IN MY FAVOR  [ en ma faveur ] ( Boucle )
27-  HE’S WORKING IN MY FAVOR  [ Il agit en ma faveur ]  x2
28-  ALL THINGS ARE WORKING FOR MY GOOD  [ Et toutes choses concourent à mon bien ] 
29-  HE’S WORKING IN YOUR FAVOR  [ Il agit en ta faveur ]  x2
30-  ALL THINGS  [ Et toutes choses ] 
31-  ARE WORKING FOR YOUR GOOD  [ Concourent à ton bien ] 
32-  HE’S WORKING FOR MY GOOD  [ Il agit pour mon bien ] 
</a:t>
            </a:r>
            <a:endParaRPr lang="fr-F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s-ES" smtClean="0"/>
              <a:t>Couplet 1 :</a:t>
            </a:r>
          </a:p>
          <a:p>
            <a:r>
              <a:rPr lang="es-ES" smtClean="0"/>
              <a:t>1-  YOU ARE HERE, MOVING IN OUR MIDST [ Tu es là, présent parmi nous ]  
2-  I WORSHIP YOU, I WORSHIP YOU  [ Nous T'adorons, nous T'adorons ] 
3-  YOU ARE HERE, WORKING IN THIS PLACE [ Tu es là, présent parmi nous ] 
4-  I WORSHIP YOU, I WORSHIP YOU  [ Nous T'adorons, nous T'adorons ]                x2
</a:t>
            </a:r>
          </a:p>
          <a:p>
            <a:r>
              <a:rPr lang="es-ES" smtClean="0"/>
              <a:t>	Refrain :
	5-  WAY MAKER, MIRACLE WORKER [ Tu fais un chemin, opères des miracles ] 
	6-  PROMISE KEEPER [ Tu tiens Tes promesses ] 
	7-  LIGHT IN THE DARKNESS [ Lumière dans les ténèbres ] 
	8-  MY GOD, THAT IS WHO YOU ARE [ Mon Dieu, voici qui Tu es ]                               x2</a:t>
            </a:r>
          </a:p>
          <a:p>
            <a:endParaRPr lang="es-ES" smtClean="0"/>
          </a:p>
          <a:p>
            <a:r>
              <a:rPr lang="es-ES" smtClean="0"/>
              <a:t>Couplet 2 :
9-  YOU ARE HERE, TOUCHING EVERY HEART [ Tu es là, touchant tous les cœurs ] 
10-  I WORSHIP YOU, I WORSHIP YOU  [ Nous T'adorons, nous T'adorons ] 
11-  YOU ARE HERE, HEALING EVERY HEART [ Tu es là, guérissant les cœurs ] 
12-  I WORSHIP YOU, I WORSHIP YOU  [ Nous T'adorons, nous T'adorons ] 
13-  YOU ARE HERE, TURNING LIVES AROUND  [ Tu es là, Tu bouleverses nos vies ] 
14-  I WORSHIP YOU, I WORSHIP YOU  [ Nous T'adorons, nous T'adorons ] 
15-  YOU ARE HERE, MENDING EVERY HEART [ Tu es là réparant nos cœurs ] 
16-  I WORSHIP YOU, I WORSHIP YOU  [ Nous T'adorons, nous T'adorons ] 
</a:t>
            </a:r>
          </a:p>
          <a:p>
            <a:r>
              <a:rPr lang="es-ES" smtClean="0"/>
              <a:t>	Refrain :</a:t>
            </a:r>
          </a:p>
          <a:p>
            <a:endParaRPr lang="es-ES" smtClean="0"/>
          </a:p>
          <a:p>
            <a:r>
              <a:rPr lang="es-ES" smtClean="0"/>
              <a:t>Couplet 3 :
17-  YOU WIPE AWAY ALL TEARS  [ Tu essuies toutes larmes ] 
18-  YOU MEND THE BROKEN HEART  [ Tu répares les cœurs brisés ] 
19-  YOU'RE THE ANSWER TO IT ALL [ Tu es la réponse à toute chose ] 
20-  JESUS  [ Jésus ]                                                                                            x2</a:t>
            </a:r>
          </a:p>
          <a:p>
            <a:endParaRPr lang="es-ES" smtClean="0"/>
          </a:p>
          <a:p>
            <a:r>
              <a:rPr lang="es-ES" smtClean="0"/>
              <a:t>	Refrain :</a:t>
            </a:r>
          </a:p>
          <a:p>
            <a:endParaRPr lang="es-ES" smtClean="0"/>
          </a:p>
          <a:p>
            <a:r>
              <a:rPr lang="es-ES" smtClean="0"/>
              <a:t>Couplet 4 :
21-  YOU ARE HERE, TOUCHING EVERY LIFE  [ Tu es là, touchant chaque vie ] 
22-  I WORSHIP YOU, I WORSHIP YOU  [ Nous T'adorons, nous T'adorons ] 
23-  YOU ARE HERE, MEETING EVERY NEED  [ Tu es là, comblant tout besoin ] 
24-  I WORSHIP YOU, I WORSHIP YOU  [ Nous T'adorons, nous T'adorons ] 
Pont :
25-  HE’S WORKING  [ Il agit ]   ( Boucle )
26-  IN MY FAVOR  [ en ma faveur ] ( Boucle )
27-  HE’S WORKING IN MY FAVOR  [ Il agit en ma faveur ]  x2
28-  ALL THINGS ARE WORKING FOR MY GOOD  [ Et toutes choses concourent à mon bien ] 
29-  HE’S WORKING IN YOUR FAVOR  [ Il agit en ta faveur ]  x2
30-  ALL THINGS  [ Et toutes choses ] 
31-  ARE WORKING FOR YOUR GOOD  [ Concourent à ton bien ] 
32-  HE’S WORKING FOR MY GOOD  [ Il agit pour mon bien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703145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YOU ARE HERE, MOVING IN OUR MIDST [ Tu es là, présent parmi nous ]  
2-  I WORSHIP YOU, I WORSHIP YOU  [ Nous T'adorons, nous T'adorons ] 
3-  YOU ARE HERE, WORKING IN THIS PLACE [ Tu es là, présent parmi nous ] 
4-  I WORSHIP YOU, I WORSHIP YOU  [ Nous T'adorons, nous T'adorons ]                x2
</a:t>
            </a: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
	5-  WAY MAKER, MIRACLE WORKER [ Tu fais un chemin, opères des miracles ] 
	6-  PROMISE KEEPER [ Tu tiens Tes promesses ] 
	7-  LIGHT IN THE DARKNESS [ Lumière dans les ténèbres ] 
	8-  MY GOD, THAT IS WHO YOU ARE [ Mon Dieu, voici qui Tu es ]                               x2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 :
9-  YOU ARE HERE, TOUCHING EVERY HEART [ Tu es là, touchant tous les cœurs ] 
10-  I WORSHIP YOU, I WORSHIP YOU  [ Nous T'adorons, nous T'adorons ] 
11-  YOU ARE HERE, HEALING EVERY HEART [ Tu es là, guérissant les cœurs ] 
12-  I WORSHIP YOU, I WORSHIP YOU  [ Nous T'adorons, nous T'adorons ] 
13-  YOU ARE HERE, TURNING LIVES AROUND  [ Tu es là, Tu bouleverses nos vies ] 
14-  I WORSHIP YOU, I WORSHIP YOU  [ Nous T'adorons, nous T'adorons ] 
15-  YOU ARE HERE, MENDING EVERY HEART [ Tu es là réparant nos cœurs ] 
16-  I WORSHIP YOU, I WORSHIP YOU  [ Nous T'adorons, nous T'adorons ] 
</a:t>
            </a: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3 :
17-  YOU WIPE AWAY ALL TEARS  [ Tu essuies toutes larmes ] 
18-  YOU MEND THE BROKEN HEART  [ Tu répares les cœurs brisés ] 
19-  YOU'RE THE ANSWER TO IT ALL [ Tu es la réponse à toute chose ] 
20-  JESUS  [ Jésus ]                                                                                            x2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4 :
21-  YOU ARE HERE, TOUCHING EVERY LIFE  [ Tu es là, touchant chaque vie ] 
22-  I WORSHIP YOU, I WORSHIP YOU  [ Nous T'adorons, nous T'adorons ] 
23-  YOU ARE HERE, MEETING EVERY NEED  [ Tu es là, comblant tout besoin ] 
24-  I WORSHIP YOU, I WORSHIP YOU  [ Nous T'adorons, nous T'adorons ] 
Pont :
25-  HE’S WORKING  [ Il agit ]   ( Boucle )
26-  IN MY FAVOR  [ en ma faveur ] ( Boucle )
27-  HE’S WORKING IN MY FAVOR  [ Il agit en ma faveur ]  x2
28-  ALL THINGS ARE WORKING FOR MY GOOD  [ Et toutes choses concourent à mon bien ] 
29-  HE’S WORKING IN YOUR FAVOR  [ Il agit en ta faveur ]  x2
30-  ALL THINGS  [ Et toutes choses ] 
31-  ARE WORKING FOR YOUR GOOD  [ Concourent à ton bien ] 
32-  HE’S WORKING FOR MY GOOD  [ Il agit pour mon bien ] 
</a:t>
            </a:r>
            <a:endParaRPr lang="fr-F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s-ES" smtClean="0"/>
              <a:t>Couplet 1 :</a:t>
            </a:r>
          </a:p>
          <a:p>
            <a:r>
              <a:rPr lang="es-ES" smtClean="0"/>
              <a:t>1-  YOU ARE HERE, MOVING IN OUR MIDST [ Tu es là, présent parmi nous ]  
2-  I WORSHIP YOU, I WORSHIP YOU  [ Nous T'adorons, nous T'adorons ] 
3-  YOU ARE HERE, WORKING IN THIS PLACE [ Tu es là, présent parmi nous ] 
4-  I WORSHIP YOU, I WORSHIP YOU  [ Nous T'adorons, nous T'adorons ]                x2
</a:t>
            </a:r>
          </a:p>
          <a:p>
            <a:r>
              <a:rPr lang="es-ES" smtClean="0"/>
              <a:t>	Refrain :
	5-  WAY MAKER, MIRACLE WORKER [ Tu fais un chemin, opères des miracles ] 
	6-  PROMISE KEEPER [ Tu tiens Tes promesses ] 
	7-  LIGHT IN THE DARKNESS [ Lumière dans les ténèbres ] 
	8-  MY GOD, THAT IS WHO YOU ARE [ Mon Dieu, voici qui Tu es ]                               x2</a:t>
            </a:r>
          </a:p>
          <a:p>
            <a:endParaRPr lang="es-ES" smtClean="0"/>
          </a:p>
          <a:p>
            <a:r>
              <a:rPr lang="es-ES" smtClean="0"/>
              <a:t>Couplet 2 :
9-  YOU ARE HERE, TOUCHING EVERY HEART [ Tu es là, touchant tous les cœurs ] 
10-  I WORSHIP YOU, I WORSHIP YOU  [ Nous T'adorons, nous T'adorons ] 
11-  YOU ARE HERE, HEALING EVERY HEART [ Tu es là, guérissant les cœurs ] 
12-  I WORSHIP YOU, I WORSHIP YOU  [ Nous T'adorons, nous T'adorons ] 
13-  YOU ARE HERE, TURNING LIVES AROUND  [ Tu es là, Tu bouleverses nos vies ] 
14-  I WORSHIP YOU, I WORSHIP YOU  [ Nous T'adorons, nous T'adorons ] 
15-  YOU ARE HERE, MENDING EVERY HEART [ Tu es là réparant nos cœurs ] 
16-  I WORSHIP YOU, I WORSHIP YOU  [ Nous T'adorons, nous T'adorons ] 
</a:t>
            </a:r>
          </a:p>
          <a:p>
            <a:r>
              <a:rPr lang="es-ES" smtClean="0"/>
              <a:t>	Refrain :</a:t>
            </a:r>
          </a:p>
          <a:p>
            <a:endParaRPr lang="es-ES" smtClean="0"/>
          </a:p>
          <a:p>
            <a:r>
              <a:rPr lang="es-ES" smtClean="0"/>
              <a:t>Couplet 3 :
17-  YOU WIPE AWAY ALL TEARS  [ Tu essuies toutes larmes ] 
18-  YOU MEND THE BROKEN HEART  [ Tu répares les cœurs brisés ] 
19-  YOU'RE THE ANSWER TO IT ALL [ Tu es la réponse à toute chose ] 
20-  JESUS  [ Jésus ]                                                                                            x2</a:t>
            </a:r>
          </a:p>
          <a:p>
            <a:endParaRPr lang="es-ES" smtClean="0"/>
          </a:p>
          <a:p>
            <a:r>
              <a:rPr lang="es-ES" smtClean="0"/>
              <a:t>	Refrain :</a:t>
            </a:r>
          </a:p>
          <a:p>
            <a:endParaRPr lang="es-ES" smtClean="0"/>
          </a:p>
          <a:p>
            <a:r>
              <a:rPr lang="es-ES" smtClean="0"/>
              <a:t>Couplet 4 :
21-  YOU ARE HERE, TOUCHING EVERY LIFE  [ Tu es là, touchant chaque vie ] 
22-  I WORSHIP YOU, I WORSHIP YOU  [ Nous T'adorons, nous T'adorons ] 
23-  YOU ARE HERE, MEETING EVERY NEED  [ Tu es là, comblant tout besoin ] 
24-  I WORSHIP YOU, I WORSHIP YOU  [ Nous T'adorons, nous T'adorons ] 
Pont :
25-  HE’S WORKING  [ Il agit ]   ( Boucle )
26-  IN MY FAVOR  [ en ma faveur ] ( Boucle )
27-  HE’S WORKING IN MY FAVOR  [ Il agit en ma faveur ]  x2
28-  ALL THINGS ARE WORKING FOR MY GOOD  [ Et toutes choses concourent à mon bien ] 
29-  HE’S WORKING IN YOUR FAVOR  [ Il agit en ta faveur ]  x2
30-  ALL THINGS  [ Et toutes choses ] 
31-  ARE WORKING FOR YOUR GOOD  [ Concourent à ton bien ] 
32-  HE’S WORKING FOR MY GOOD  [ Il agit pour mon bien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128513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YOU ARE HERE, MOVING IN OUR MIDST [ Tu es là, présent parmi nous ]  
2-  I WORSHIP YOU, I WORSHIP YOU  [ Nous T'adorons, nous T'adorons ] 
3-  YOU ARE HERE, WORKING IN THIS PLACE [ Tu es là, présent parmi nous ] 
4-  I WORSHIP YOU, I WORSHIP YOU  [ Nous T'adorons, nous T'adorons ]                x2
</a:t>
            </a: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
	5-  WAY MAKER, MIRACLE WORKER [ Tu fais un chemin, opères des miracles ] 
	6-  PROMISE KEEPER [ Tu tiens Tes promesses ] 
	7-  LIGHT IN THE DARKNESS [ Lumière dans les ténèbres ] 
	8-  MY GOD, THAT IS WHO YOU ARE [ Mon Dieu, voici qui Tu es ]                               x2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 :
9-  YOU ARE HERE, TOUCHING EVERY HEART [ Tu es là, touchant tous les cœurs ] 
10-  I WORSHIP YOU, I WORSHIP YOU  [ Nous T'adorons, nous T'adorons ] 
11-  YOU ARE HERE, HEALING EVERY HEART [ Tu es là, guérissant les cœurs ] 
12-  I WORSHIP YOU, I WORSHIP YOU  [ Nous T'adorons, nous T'adorons ] 
13-  YOU ARE HERE, TURNING LIVES AROUND  [ Tu es là, Tu bouleverses nos vies ] 
14-  I WORSHIP YOU, I WORSHIP YOU  [ Nous T'adorons, nous T'adorons ] 
15-  YOU ARE HERE, MENDING EVERY HEART [ Tu es là réparant nos cœurs ] 
16-  I WORSHIP YOU, I WORSHIP YOU  [ Nous T'adorons, nous T'adorons ] 
</a:t>
            </a: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3 :
17-  YOU WIPE AWAY ALL TEARS  [ Tu essuies toutes larmes ] 
18-  YOU MEND THE BROKEN HEART  [ Tu répares les cœurs brisés ] 
19-  YOU'RE THE ANSWER TO IT ALL [ Tu es la réponse à toute chose ] 
20-  JESUS  [ Jésus ]                                                                                            x2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4 :
21-  YOU ARE HERE, TOUCHING EVERY LIFE  [ Tu es là, touchant chaque vie ] 
22-  I WORSHIP YOU, I WORSHIP YOU  [ Nous T'adorons, nous T'adorons ] 
23-  YOU ARE HERE, MEETING EVERY NEED  [ Tu es là, comblant tout besoin ] 
24-  I WORSHIP YOU, I WORSHIP YOU  [ Nous T'adorons, nous T'adorons ] 
Pont :
25-  HE’S WORKING  [ Il agit ]   ( Boucle )
26-  IN MY FAVOR  [ en ma faveur ] ( Boucle )
27-  HE’S WORKING IN MY FAVOR  [ Il agit en ma faveur ]  x2
28-  ALL THINGS ARE WORKING FOR MY GOOD  [ Et toutes choses concourent à mon bien ] 
29-  HE’S WORKING IN YOUR FAVOR  [ Il agit en ta faveur ]  x2
30-  ALL THINGS  [ Et toutes choses ] 
31-  ARE WORKING FOR YOUR GOOD  [ Concourent à ton bien ] 
32-  HE’S WORKING FOR MY GOOD  [ Il agit pour mon bien ] 
</a:t>
            </a:r>
            <a:endParaRPr lang="fr-F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s-ES" smtClean="0"/>
              <a:t>Couplet 1 :</a:t>
            </a:r>
          </a:p>
          <a:p>
            <a:r>
              <a:rPr lang="es-ES" smtClean="0"/>
              <a:t>1-  YOU ARE HERE, MOVING IN OUR MIDST [ Tu es là, présent parmi nous ]  
2-  I WORSHIP YOU, I WORSHIP YOU  [ Nous T'adorons, nous T'adorons ] 
3-  YOU ARE HERE, WORKING IN THIS PLACE [ Tu es là, présent parmi nous ] 
4-  I WORSHIP YOU, I WORSHIP YOU  [ Nous T'adorons, nous T'adorons ]                x2
</a:t>
            </a:r>
          </a:p>
          <a:p>
            <a:r>
              <a:rPr lang="es-ES" smtClean="0"/>
              <a:t>	Refrain :
	5-  WAY MAKER, MIRACLE WORKER [ Tu fais un chemin, opères des miracles ] 
	6-  PROMISE KEEPER [ Tu tiens Tes promesses ] 
	7-  LIGHT IN THE DARKNESS [ Lumière dans les ténèbres ] 
	8-  MY GOD, THAT IS WHO YOU ARE [ Mon Dieu, voici qui Tu es ]                               x2</a:t>
            </a:r>
          </a:p>
          <a:p>
            <a:endParaRPr lang="es-ES" smtClean="0"/>
          </a:p>
          <a:p>
            <a:r>
              <a:rPr lang="es-ES" smtClean="0"/>
              <a:t>Couplet 2 :
9-  YOU ARE HERE, TOUCHING EVERY HEART [ Tu es là, touchant tous les cœurs ] 
10-  I WORSHIP YOU, I WORSHIP YOU  [ Nous T'adorons, nous T'adorons ] 
11-  YOU ARE HERE, HEALING EVERY HEART [ Tu es là, guérissant les cœurs ] 
12-  I WORSHIP YOU, I WORSHIP YOU  [ Nous T'adorons, nous T'adorons ] 
13-  YOU ARE HERE, TURNING LIVES AROUND  [ Tu es là, Tu bouleverses nos vies ] 
14-  I WORSHIP YOU, I WORSHIP YOU  [ Nous T'adorons, nous T'adorons ] 
15-  YOU ARE HERE, MENDING EVERY HEART [ Tu es là réparant nos cœurs ] 
16-  I WORSHIP YOU, I WORSHIP YOU  [ Nous T'adorons, nous T'adorons ] 
</a:t>
            </a:r>
          </a:p>
          <a:p>
            <a:r>
              <a:rPr lang="es-ES" smtClean="0"/>
              <a:t>	Refrain :</a:t>
            </a:r>
          </a:p>
          <a:p>
            <a:endParaRPr lang="es-ES" smtClean="0"/>
          </a:p>
          <a:p>
            <a:r>
              <a:rPr lang="es-ES" smtClean="0"/>
              <a:t>Couplet 3 :
17-  YOU WIPE AWAY ALL TEARS  [ Tu essuies toutes larmes ] 
18-  YOU MEND THE BROKEN HEART  [ Tu répares les cœurs brisés ] 
19-  YOU'RE THE ANSWER TO IT ALL [ Tu es la réponse à toute chose ] 
20-  JESUS  [ Jésus ]                                                                                            x2</a:t>
            </a:r>
          </a:p>
          <a:p>
            <a:endParaRPr lang="es-ES" smtClean="0"/>
          </a:p>
          <a:p>
            <a:r>
              <a:rPr lang="es-ES" smtClean="0"/>
              <a:t>	Refrain :</a:t>
            </a:r>
          </a:p>
          <a:p>
            <a:endParaRPr lang="es-ES" smtClean="0"/>
          </a:p>
          <a:p>
            <a:r>
              <a:rPr lang="es-ES" smtClean="0"/>
              <a:t>Couplet 4 :
21-  YOU ARE HERE, TOUCHING EVERY LIFE  [ Tu es là, touchant chaque vie ] 
22-  I WORSHIP YOU, I WORSHIP YOU  [ Nous T'adorons, nous T'adorons ] 
23-  YOU ARE HERE, MEETING EVERY NEED  [ Tu es là, comblant tout besoin ] 
24-  I WORSHIP YOU, I WORSHIP YOU  [ Nous T'adorons, nous T'adorons ] 
Pont :
25-  HE’S WORKING  [ Il agit ]   ( Boucle )
26-  IN MY FAVOR  [ en ma faveur ] ( Boucle )
27-  HE’S WORKING IN MY FAVOR  [ Il agit en ma faveur ]  x2
28-  ALL THINGS ARE WORKING FOR MY GOOD  [ Et toutes choses concourent à mon bien ] 
29-  HE’S WORKING IN YOUR FAVOR  [ Il agit en ta faveur ]  x2
30-  ALL THINGS  [ Et toutes choses ] 
31-  ARE WORKING FOR YOUR GOOD  [ Concourent à ton bien ] 
32-  HE’S WORKING FOR MY GOOD  [ Il agit pour mon bien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159890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YOU ARE HERE, MOVING IN OUR MIDST [ Tu es là, présent parmi nous ]  
2-  I WORSHIP YOU, I WORSHIP YOU  [ Nous T'adorons, nous T'adorons ] 
3-  YOU ARE HERE, WORKING IN THIS PLACE [ Tu es là, présent parmi nous ] 
4-  I WORSHIP YOU, I WORSHIP YOU  [ Nous T'adorons, nous T'adorons ]                x2
</a:t>
            </a: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
	5-  WAY MAKER, MIRACLE WORKER [ Tu fais un chemin, opères des miracles ] 
	6-  PROMISE KEEPER [ Tu tiens Tes promesses ] 
	7-  LIGHT IN THE DARKNESS [ Lumière dans les ténèbres ] 
	8-  MY GOD, THAT IS WHO YOU ARE [ Mon Dieu, voici qui Tu es ]                               x2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 :
9-  YOU ARE HERE, TOUCHING EVERY HEART [ Tu es là, touchant tous les cœurs ] 
10-  I WORSHIP YOU, I WORSHIP YOU  [ Nous T'adorons, nous T'adorons ] 
11-  YOU ARE HERE, HEALING EVERY HEART [ Tu es là, guérissant les cœurs ] 
12-  I WORSHIP YOU, I WORSHIP YOU  [ Nous T'adorons, nous T'adorons ] 
13-  YOU ARE HERE, TURNING LIVES AROUND  [ Tu es là, Tu bouleverses nos vies ] 
14-  I WORSHIP YOU, I WORSHIP YOU  [ Nous T'adorons, nous T'adorons ] 
15-  YOU ARE HERE, MENDING EVERY HEART [ Tu es là réparant nos cœurs ] 
16-  I WORSHIP YOU, I WORSHIP YOU  [ Nous T'adorons, nous T'adorons ] 
</a:t>
            </a: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3 :
17-  YOU WIPE AWAY ALL TEARS  [ Tu essuies toutes larmes ] 
18-  YOU MEND THE BROKEN HEART  [ Tu répares les cœurs brisés ] 
19-  YOU'RE THE ANSWER TO IT ALL [ Tu es la réponse à toute chose ] 
20-  JESUS  [ Jésus ]                                                                                            x2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4 :
21-  YOU ARE HERE, TOUCHING EVERY LIFE  [ Tu es là, touchant chaque vie ] 
22-  I WORSHIP YOU, I WORSHIP YOU  [ Nous T'adorons, nous T'adorons ] 
23-  YOU ARE HERE, MEETING EVERY NEED  [ Tu es là, comblant tout besoin ] 
24-  I WORSHIP YOU, I WORSHIP YOU  [ Nous T'adorons, nous T'adorons ] 
Pont :
25-  HE’S WORKING  [ Il agit ]   ( Boucle )
26-  IN MY FAVOR  [ en ma faveur ] ( Boucle )
27-  HE’S WORKING IN MY FAVOR  [ Il agit en ma faveur ]  x2
28-  ALL THINGS ARE WORKING FOR MY GOOD  [ Et toutes choses concourent à mon bien ] 
29-  HE’S WORKING IN YOUR FAVOR  [ Il agit en ta faveur ]  x2
30-  ALL THINGS  [ Et toutes choses ] 
31-  ARE WORKING FOR YOUR GOOD  [ Concourent à ton bien ] 
32-  HE’S WORKING FOR MY GOOD  [ Il agit pour mon bien ] 
</a:t>
            </a:r>
            <a:endParaRPr lang="fr-F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s-ES" smtClean="0"/>
              <a:t>Couplet 1 :</a:t>
            </a:r>
          </a:p>
          <a:p>
            <a:r>
              <a:rPr lang="es-ES" smtClean="0"/>
              <a:t>1-  YOU ARE HERE, MOVING IN OUR MIDST [ Tu es là, présent parmi nous ]  
2-  I WORSHIP YOU, I WORSHIP YOU  [ Nous T'adorons, nous T'adorons ] 
3-  YOU ARE HERE, WORKING IN THIS PLACE [ Tu es là, présent parmi nous ] 
4-  I WORSHIP YOU, I WORSHIP YOU  [ Nous T'adorons, nous T'adorons ]                x2
</a:t>
            </a:r>
          </a:p>
          <a:p>
            <a:r>
              <a:rPr lang="es-ES" smtClean="0"/>
              <a:t>	Refrain :
	5-  WAY MAKER, MIRACLE WORKER [ Tu fais un chemin, opères des miracles ] 
	6-  PROMISE KEEPER [ Tu tiens Tes promesses ] 
	7-  LIGHT IN THE DARKNESS [ Lumière dans les ténèbres ] 
	8-  MY GOD, THAT IS WHO YOU ARE [ Mon Dieu, voici qui Tu es ]                               x2</a:t>
            </a:r>
          </a:p>
          <a:p>
            <a:endParaRPr lang="es-ES" smtClean="0"/>
          </a:p>
          <a:p>
            <a:r>
              <a:rPr lang="es-ES" smtClean="0"/>
              <a:t>Couplet 2 :
9-  YOU ARE HERE, TOUCHING EVERY HEART [ Tu es là, touchant tous les cœurs ] 
10-  I WORSHIP YOU, I WORSHIP YOU  [ Nous T'adorons, nous T'adorons ] 
11-  YOU ARE HERE, HEALING EVERY HEART [ Tu es là, guérissant les cœurs ] 
12-  I WORSHIP YOU, I WORSHIP YOU  [ Nous T'adorons, nous T'adorons ] 
13-  YOU ARE HERE, TURNING LIVES AROUND  [ Tu es là, Tu bouleverses nos vies ] 
14-  I WORSHIP YOU, I WORSHIP YOU  [ Nous T'adorons, nous T'adorons ] 
15-  YOU ARE HERE, MENDING EVERY HEART [ Tu es là réparant nos cœurs ] 
16-  I WORSHIP YOU, I WORSHIP YOU  [ Nous T'adorons, nous T'adorons ] 
</a:t>
            </a:r>
          </a:p>
          <a:p>
            <a:r>
              <a:rPr lang="es-ES" smtClean="0"/>
              <a:t>	Refrain :</a:t>
            </a:r>
          </a:p>
          <a:p>
            <a:endParaRPr lang="es-ES" smtClean="0"/>
          </a:p>
          <a:p>
            <a:r>
              <a:rPr lang="es-ES" smtClean="0"/>
              <a:t>Couplet 3 :
17-  YOU WIPE AWAY ALL TEARS  [ Tu essuies toutes larmes ] 
18-  YOU MEND THE BROKEN HEART  [ Tu répares les cœurs brisés ] 
19-  YOU'RE THE ANSWER TO IT ALL [ Tu es la réponse à toute chose ] 
20-  JESUS  [ Jésus ]                                                                                            x2</a:t>
            </a:r>
          </a:p>
          <a:p>
            <a:endParaRPr lang="es-ES" smtClean="0"/>
          </a:p>
          <a:p>
            <a:r>
              <a:rPr lang="es-ES" smtClean="0"/>
              <a:t>	Refrain :</a:t>
            </a:r>
          </a:p>
          <a:p>
            <a:endParaRPr lang="es-ES" smtClean="0"/>
          </a:p>
          <a:p>
            <a:r>
              <a:rPr lang="es-ES" smtClean="0"/>
              <a:t>Couplet 4 :
21-  YOU ARE HERE, TOUCHING EVERY LIFE  [ Tu es là, touchant chaque vie ] 
22-  I WORSHIP YOU, I WORSHIP YOU  [ Nous T'adorons, nous T'adorons ] 
23-  YOU ARE HERE, MEETING EVERY NEED  [ Tu es là, comblant tout besoin ] 
24-  I WORSHIP YOU, I WORSHIP YOU  [ Nous T'adorons, nous T'adorons ] 
Pont :
25-  HE’S WORKING  [ Il agit ]   ( Boucle )
26-  IN MY FAVOR  [ en ma faveur ] ( Boucle )
27-  HE’S WORKING IN MY FAVOR  [ Il agit en ma faveur ]  x2
28-  ALL THINGS ARE WORKING FOR MY GOOD  [ Et toutes choses concourent à mon bien ] 
29-  HE’S WORKING IN YOUR FAVOR  [ Il agit en ta faveur ]  x2
30-  ALL THINGS  [ Et toutes choses ] 
31-  ARE WORKING FOR YOUR GOOD  [ Concourent à ton bien ] 
32-  HE’S WORKING FOR MY GOOD  [ Il agit pour mon bien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558924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YOU ARE HERE, MOVING IN OUR MIDST [ Tu es là, présent parmi nous ]  
2-  I WORSHIP YOU, I WORSHIP YOU  [ Nous T'adorons, nous T'adorons ] 
3-  YOU ARE HERE, WORKING IN THIS PLACE [ Tu es là, présent parmi nous ] 
4-  I WORSHIP YOU, I WORSHIP YOU  [ Nous T'adorons, nous T'adorons ]                x2
</a:t>
            </a: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
	5-  WAY MAKER, MIRACLE WORKER [ Tu fais un chemin, opères des miracles ] 
	6-  PROMISE KEEPER [ Tu tiens Tes promesses ] 
	7-  LIGHT IN THE DARKNESS [ Lumière dans les ténèbres ] 
	8-  MY GOD, THAT IS WHO YOU ARE [ Mon Dieu, voici qui Tu es ]                               x2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 :
9-  YOU ARE HERE, TOUCHING EVERY HEART [ Tu es là, touchant tous les cœurs ] 
10-  I WORSHIP YOU, I WORSHIP YOU  [ Nous T'adorons, nous T'adorons ] 
11-  YOU ARE HERE, HEALING EVERY HEART [ Tu es là, guérissant les cœurs ] 
12-  I WORSHIP YOU, I WORSHIP YOU  [ Nous T'adorons, nous T'adorons ] 
13-  YOU ARE HERE, TURNING LIVES AROUND  [ Tu es là, Tu bouleverses nos vies ] 
14-  I WORSHIP YOU, I WORSHIP YOU  [ Nous T'adorons, nous T'adorons ] 
15-  YOU ARE HERE, MENDING EVERY HEART [ Tu es là réparant nos cœurs ] 
16-  I WORSHIP YOU, I WORSHIP YOU  [ Nous T'adorons, nous T'adorons ] 
</a:t>
            </a: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3 :
17-  YOU WIPE AWAY ALL TEARS  [ Tu essuies toutes larmes ] 
18-  YOU MEND THE BROKEN HEART  [ Tu répares les cœurs brisés ] 
19-  YOU'RE THE ANSWER TO IT ALL [ Tu es la réponse à toute chose ] 
20-  JESUS  [ Jésus ]                                                                                            x2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4 :
21-  YOU ARE HERE, TOUCHING EVERY LIFE  [ Tu es là, touchant chaque vie ] 
22-  I WORSHIP YOU, I WORSHIP YOU  [ Nous T'adorons, nous T'adorons ] 
23-  YOU ARE HERE, MEETING EVERY NEED  [ Tu es là, comblant tout besoin ] 
24-  I WORSHIP YOU, I WORSHIP YOU  [ Nous T'adorons, nous T'adorons ] 
Pont :
25-  HE’S WORKING  [ Il agit ]   ( Boucle )
26-  IN MY FAVOR  [ en ma faveur ] ( Boucle )
27-  HE’S WORKING IN MY FAVOR  [ Il agit en ma faveur ]  x2
28-  ALL THINGS ARE WORKING FOR MY GOOD  [ Et toutes choses concourent à mon bien ] 
29-  HE’S WORKING IN YOUR FAVOR  [ Il agit en ta faveur ]  x2
30-  ALL THINGS  [ Et toutes choses ] 
31-  ARE WORKING FOR YOUR GOOD  [ Concourent à ton bien ] 
32-  HE’S WORKING FOR MY GOOD  [ Il agit pour mon bien ] 
</a:t>
            </a:r>
            <a:endParaRPr lang="fr-F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s-ES" smtClean="0"/>
              <a:t>Couplet 1 :</a:t>
            </a:r>
          </a:p>
          <a:p>
            <a:r>
              <a:rPr lang="es-ES" smtClean="0"/>
              <a:t>1-  YOU ARE HERE, MOVING IN OUR MIDST [ Tu es là, présent parmi nous ]  
2-  I WORSHIP YOU, I WORSHIP YOU  [ Nous T'adorons, nous T'adorons ] 
3-  YOU ARE HERE, WORKING IN THIS PLACE [ Tu es là, présent parmi nous ] 
4-  I WORSHIP YOU, I WORSHIP YOU  [ Nous T'adorons, nous T'adorons ]                x2
</a:t>
            </a:r>
          </a:p>
          <a:p>
            <a:r>
              <a:rPr lang="es-ES" smtClean="0"/>
              <a:t>	Refrain :
	5-  WAY MAKER, MIRACLE WORKER [ Tu fais un chemin, opères des miracles ] 
	6-  PROMISE KEEPER [ Tu tiens Tes promesses ] 
	7-  LIGHT IN THE DARKNESS [ Lumière dans les ténèbres ] 
	8-  MY GOD, THAT IS WHO YOU ARE [ Mon Dieu, voici qui Tu es ]                               x2</a:t>
            </a:r>
          </a:p>
          <a:p>
            <a:endParaRPr lang="es-ES" smtClean="0"/>
          </a:p>
          <a:p>
            <a:r>
              <a:rPr lang="es-ES" smtClean="0"/>
              <a:t>Couplet 2 :
9-  YOU ARE HERE, TOUCHING EVERY HEART [ Tu es là, touchant tous les cœurs ] 
10-  I WORSHIP YOU, I WORSHIP YOU  [ Nous T'adorons, nous T'adorons ] 
11-  YOU ARE HERE, HEALING EVERY HEART [ Tu es là, guérissant les cœurs ] 
12-  I WORSHIP YOU, I WORSHIP YOU  [ Nous T'adorons, nous T'adorons ] 
13-  YOU ARE HERE, TURNING LIVES AROUND  [ Tu es là, Tu bouleverses nos vies ] 
14-  I WORSHIP YOU, I WORSHIP YOU  [ Nous T'adorons, nous T'adorons ] 
15-  YOU ARE HERE, MENDING EVERY HEART [ Tu es là réparant nos cœurs ] 
16-  I WORSHIP YOU, I WORSHIP YOU  [ Nous T'adorons, nous T'adorons ] 
</a:t>
            </a:r>
          </a:p>
          <a:p>
            <a:r>
              <a:rPr lang="es-ES" smtClean="0"/>
              <a:t>	Refrain :</a:t>
            </a:r>
          </a:p>
          <a:p>
            <a:endParaRPr lang="es-ES" smtClean="0"/>
          </a:p>
          <a:p>
            <a:r>
              <a:rPr lang="es-ES" smtClean="0"/>
              <a:t>Couplet 3 :
17-  YOU WIPE AWAY ALL TEARS  [ Tu essuies toutes larmes ] 
18-  YOU MEND THE BROKEN HEART  [ Tu répares les cœurs brisés ] 
19-  YOU'RE THE ANSWER TO IT ALL [ Tu es la réponse à toute chose ] 
20-  JESUS  [ Jésus ]                                                                                            x2</a:t>
            </a:r>
          </a:p>
          <a:p>
            <a:endParaRPr lang="es-ES" smtClean="0"/>
          </a:p>
          <a:p>
            <a:r>
              <a:rPr lang="es-ES" smtClean="0"/>
              <a:t>	Refrain :</a:t>
            </a:r>
          </a:p>
          <a:p>
            <a:endParaRPr lang="es-ES" smtClean="0"/>
          </a:p>
          <a:p>
            <a:r>
              <a:rPr lang="es-ES" smtClean="0"/>
              <a:t>Couplet 4 :
21-  YOU ARE HERE, TOUCHING EVERY LIFE  [ Tu es là, touchant chaque vie ] 
22-  I WORSHIP YOU, I WORSHIP YOU  [ Nous T'adorons, nous T'adorons ] 
23-  YOU ARE HERE, MEETING EVERY NEED  [ Tu es là, comblant tout besoin ] 
24-  I WORSHIP YOU, I WORSHIP YOU  [ Nous T'adorons, nous T'adorons ] 
Pont :
25-  HE’S WORKING  [ Il agit ]   ( Boucle )
26-  IN MY FAVOR  [ en ma faveur ] ( Boucle )
27-  HE’S WORKING IN MY FAVOR  [ Il agit en ma faveur ]  x2
28-  ALL THINGS ARE WORKING FOR MY GOOD  [ Et toutes choses concourent à mon bien ] 
29-  HE’S WORKING IN YOUR FAVOR  [ Il agit en ta faveur ]  x2
30-  ALL THINGS  [ Et toutes choses ] 
31-  ARE WORKING FOR YOUR GOOD  [ Concourent à ton bien ] 
32-  HE’S WORKING FOR MY GOOD  [ Il agit pour mon bien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017931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YOU ARE HERE, MOVING IN OUR MIDST [ Tu es là, présent parmi nous ]  
2-  I WORSHIP YOU, I WORSHIP YOU  [ Nous T'adorons, nous T'adorons ] 
3-  YOU ARE HERE, WORKING IN THIS PLACE [ Tu es là, présent parmi nous ] 
4-  I WORSHIP YOU, I WORSHIP YOU  [ Nous T'adorons, nous T'adorons ]                x2
</a:t>
            </a: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
	5-  WAY MAKER, MIRACLE WORKER [ Tu fais un chemin, opères des miracles ] 
	6-  PROMISE KEEPER [ Tu tiens Tes promesses ] 
	7-  LIGHT IN THE DARKNESS [ Lumière dans les ténèbres ] 
	8-  MY GOD, THAT IS WHO YOU ARE [ Mon Dieu, voici qui Tu es ]                               x2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 :
9-  YOU ARE HERE, TOUCHING EVERY HEART [ Tu es là, touchant tous les cœurs ] 
10-  I WORSHIP YOU, I WORSHIP YOU  [ Nous T'adorons, nous T'adorons ] 
11-  YOU ARE HERE, HEALING EVERY HEART [ Tu es là, guérissant les cœurs ] 
12-  I WORSHIP YOU, I WORSHIP YOU  [ Nous T'adorons, nous T'adorons ] 
13-  YOU ARE HERE, TURNING LIVES AROUND  [ Tu es là, Tu bouleverses nos vies ] 
14-  I WORSHIP YOU, I WORSHIP YOU  [ Nous T'adorons, nous T'adorons ] 
15-  YOU ARE HERE, MENDING EVERY HEART [ Tu es là réparant nos cœurs ] 
16-  I WORSHIP YOU, I WORSHIP YOU  [ Nous T'adorons, nous T'adorons ] 
</a:t>
            </a: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3 :
17-  YOU WIPE AWAY ALL TEARS  [ Tu essuies toutes larmes ] 
18-  YOU MEND THE BROKEN HEART  [ Tu répares les cœurs brisés ] 
19-  YOU'RE THE ANSWER TO IT ALL [ Tu es la réponse à toute chose ] 
20-  JESUS  [ Jésus ]                                                                                            x2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4 :
21-  YOU ARE HERE, TOUCHING EVERY LIFE  [ Tu es là, touchant chaque vie ] 
22-  I WORSHIP YOU, I WORSHIP YOU  [ Nous T'adorons, nous T'adorons ] 
23-  YOU ARE HERE, MEETING EVERY NEED  [ Tu es là, comblant tout besoin ] 
24-  I WORSHIP YOU, I WORSHIP YOU  [ Nous T'adorons, nous T'adorons ] 
Pont :
25-  HE’S WORKING  [ Il agit ]   ( Boucle )
26-  IN MY FAVOR  [ en ma faveur ] ( Boucle )
27-  HE’S WORKING IN MY FAVOR  [ Il agit en ma faveur ]  x2
28-  ALL THINGS ARE WORKING FOR MY GOOD  [ Et toutes choses concourent à mon bien ] 
29-  HE’S WORKING IN YOUR FAVOR  [ Il agit en ta faveur ]  x2
30-  ALL THINGS  [ Et toutes choses ] 
31-  ARE WORKING FOR YOUR GOOD  [ Concourent à ton bien ] 
32-  HE’S WORKING FOR MY GOOD  [ Il agit pour mon bien ] 
</a:t>
            </a:r>
            <a:endParaRPr lang="fr-F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s-ES" smtClean="0"/>
              <a:t>Couplet 1 :</a:t>
            </a:r>
          </a:p>
          <a:p>
            <a:r>
              <a:rPr lang="es-ES" smtClean="0"/>
              <a:t>1-  YOU ARE HERE, MOVING IN OUR MIDST [ Tu es là, présent parmi nous ]  
2-  I WORSHIP YOU, I WORSHIP YOU  [ Nous T'adorons, nous T'adorons ] 
3-  YOU ARE HERE, WORKING IN THIS PLACE [ Tu es là, présent parmi nous ] 
4-  I WORSHIP YOU, I WORSHIP YOU  [ Nous T'adorons, nous T'adorons ]                x2
</a:t>
            </a:r>
          </a:p>
          <a:p>
            <a:r>
              <a:rPr lang="es-ES" smtClean="0"/>
              <a:t>	Refrain :
	5-  WAY MAKER, MIRACLE WORKER [ Tu fais un chemin, opères des miracles ] 
	6-  PROMISE KEEPER [ Tu tiens Tes promesses ] 
	7-  LIGHT IN THE DARKNESS [ Lumière dans les ténèbres ] 
	8-  MY GOD, THAT IS WHO YOU ARE [ Mon Dieu, voici qui Tu es ]                               x2</a:t>
            </a:r>
          </a:p>
          <a:p>
            <a:endParaRPr lang="es-ES" smtClean="0"/>
          </a:p>
          <a:p>
            <a:r>
              <a:rPr lang="es-ES" smtClean="0"/>
              <a:t>Couplet 2 :
9-  YOU ARE HERE, TOUCHING EVERY HEART [ Tu es là, touchant tous les cœurs ] 
10-  I WORSHIP YOU, I WORSHIP YOU  [ Nous T'adorons, nous T'adorons ] 
11-  YOU ARE HERE, HEALING EVERY HEART [ Tu es là, guérissant les cœurs ] 
12-  I WORSHIP YOU, I WORSHIP YOU  [ Nous T'adorons, nous T'adorons ] 
13-  YOU ARE HERE, TURNING LIVES AROUND  [ Tu es là, Tu bouleverses nos vies ] 
14-  I WORSHIP YOU, I WORSHIP YOU  [ Nous T'adorons, nous T'adorons ] 
15-  YOU ARE HERE, MENDING EVERY HEART [ Tu es là réparant nos cœurs ] 
16-  I WORSHIP YOU, I WORSHIP YOU  [ Nous T'adorons, nous T'adorons ] 
</a:t>
            </a:r>
          </a:p>
          <a:p>
            <a:r>
              <a:rPr lang="es-ES" smtClean="0"/>
              <a:t>	Refrain :</a:t>
            </a:r>
          </a:p>
          <a:p>
            <a:endParaRPr lang="es-ES" smtClean="0"/>
          </a:p>
          <a:p>
            <a:r>
              <a:rPr lang="es-ES" smtClean="0"/>
              <a:t>Couplet 3 :
17-  YOU WIPE AWAY ALL TEARS  [ Tu essuies toutes larmes ] 
18-  YOU MEND THE BROKEN HEART  [ Tu répares les cœurs brisés ] 
19-  YOU'RE THE ANSWER TO IT ALL [ Tu es la réponse à toute chose ] 
20-  JESUS  [ Jésus ]                                                                                            x2</a:t>
            </a:r>
          </a:p>
          <a:p>
            <a:endParaRPr lang="es-ES" smtClean="0"/>
          </a:p>
          <a:p>
            <a:r>
              <a:rPr lang="es-ES" smtClean="0"/>
              <a:t>	Refrain :</a:t>
            </a:r>
          </a:p>
          <a:p>
            <a:endParaRPr lang="es-ES" smtClean="0"/>
          </a:p>
          <a:p>
            <a:r>
              <a:rPr lang="es-ES" smtClean="0"/>
              <a:t>Couplet 4 :
21-  YOU ARE HERE, TOUCHING EVERY LIFE  [ Tu es là, touchant chaque vie ] 
22-  I WORSHIP YOU, I WORSHIP YOU  [ Nous T'adorons, nous T'adorons ] 
23-  YOU ARE HERE, MEETING EVERY NEED  [ Tu es là, comblant tout besoin ] 
24-  I WORSHIP YOU, I WORSHIP YOU  [ Nous T'adorons, nous T'adorons ] 
Pont :
25-  HE’S WORKING  [ Il agit ]   ( Boucle )
26-  IN MY FAVOR  [ en ma faveur ] ( Boucle )
27-  HE’S WORKING IN MY FAVOR  [ Il agit en ma faveur ]  x2
28-  ALL THINGS ARE WORKING FOR MY GOOD  [ Et toutes choses concourent à mon bien ] 
29-  HE’S WORKING IN YOUR FAVOR  [ Il agit en ta faveur ]  x2
30-  ALL THINGS  [ Et toutes choses ] 
31-  ARE WORKING FOR YOUR GOOD  [ Concourent à ton bien ] 
32-  HE’S WORKING FOR MY GOOD  [ Il agit pour mon bien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674316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YOU ARE HERE, MOVING IN OUR MIDST [ Tu es là, présent parmi nous ]  
2-  I WORSHIP YOU, I WORSHIP YOU  [ Nous T'adorons, nous T'adorons ] 
3-  YOU ARE HERE, WORKING IN THIS PLACE [ Tu es là, présent parmi nous ] 
4-  I WORSHIP YOU, I WORSHIP YOU  [ Nous T'adorons, nous T'adorons ]                x2
</a:t>
            </a: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
	5-  WAY MAKER, MIRACLE WORKER [ Tu fais un chemin, opères des miracles ] 
	6-  PROMISE KEEPER [ Tu tiens Tes promesses ] 
	7-  LIGHT IN THE DARKNESS [ Lumière dans les ténèbres ] 
	8-  MY GOD, THAT IS WHO YOU ARE [ Mon Dieu, voici qui Tu es ]                               x2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 :
9-  YOU ARE HERE, TOUCHING EVERY HEART [ Tu es là, touchant tous les cœurs ] 
10-  I WORSHIP YOU, I WORSHIP YOU  [ Nous T'adorons, nous T'adorons ] 
11-  YOU ARE HERE, HEALING EVERY HEART [ Tu es là, guérissant les cœurs ] 
12-  I WORSHIP YOU, I WORSHIP YOU  [ Nous T'adorons, nous T'adorons ] 
13-  YOU ARE HERE, TURNING LIVES AROUND  [ Tu es là, Tu bouleverses nos vies ] 
14-  I WORSHIP YOU, I WORSHIP YOU  [ Nous T'adorons, nous T'adorons ] 
15-  YOU ARE HERE, MENDING EVERY HEART [ Tu es là réparant nos cœurs ] 
16-  I WORSHIP YOU, I WORSHIP YOU  [ Nous T'adorons, nous T'adorons ] 
</a:t>
            </a: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3 :
17-  YOU WIPE AWAY ALL TEARS  [ Tu essuies toutes larmes ] 
18-  YOU MEND THE BROKEN HEART  [ Tu répares les cœurs brisés ] 
19-  YOU'RE THE ANSWER TO IT ALL [ Tu es la réponse à toute chose ] 
20-  JESUS  [ Jésus ]                                                                                            x2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4 :
21-  YOU ARE HERE, TOUCHING EVERY LIFE  [ Tu es là, touchant chaque vie ] 
22-  I WORSHIP YOU, I WORSHIP YOU  [ Nous T'adorons, nous T'adorons ] 
23-  YOU ARE HERE, MEETING EVERY NEED  [ Tu es là, comblant tout besoin ] 
24-  I WORSHIP YOU, I WORSHIP YOU  [ Nous T'adorons, nous T'adorons ] 
Pont :
25-  HE’S WORKING  [ Il agit ]   ( Boucle )
26-  IN MY FAVOR  [ en ma faveur ] ( Boucle )
27-  HE’S WORKING IN MY FAVOR  [ Il agit en ma faveur ]  x2
28-  ALL THINGS ARE WORKING FOR MY GOOD  [ Et toutes choses concourent à mon bien ] 
29-  HE’S WORKING IN YOUR FAVOR  [ Il agit en ta faveur ]  x2
30-  ALL THINGS  [ Et toutes choses ] 
31-  ARE WORKING FOR YOUR GOOD  [ Concourent à ton bien ] 
32-  HE’S WORKING FOR MY GOOD  [ Il agit pour mon bien ] 
</a:t>
            </a:r>
            <a:endParaRPr lang="fr-F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s-ES" smtClean="0"/>
              <a:t>Couplet 1 :</a:t>
            </a:r>
          </a:p>
          <a:p>
            <a:r>
              <a:rPr lang="es-ES" smtClean="0"/>
              <a:t>1-  YOU ARE HERE, MOVING IN OUR MIDST [ Tu es là, présent parmi nous ]  
2-  I WORSHIP YOU, I WORSHIP YOU  [ Nous T'adorons, nous T'adorons ] 
3-  YOU ARE HERE, WORKING IN THIS PLACE [ Tu es là, présent parmi nous ] 
4-  I WORSHIP YOU, I WORSHIP YOU  [ Nous T'adorons, nous T'adorons ]                x2
</a:t>
            </a:r>
          </a:p>
          <a:p>
            <a:r>
              <a:rPr lang="es-ES" smtClean="0"/>
              <a:t>	Refrain :
	5-  WAY MAKER, MIRACLE WORKER [ Tu fais un chemin, opères des miracles ] 
	6-  PROMISE KEEPER [ Tu tiens Tes promesses ] 
	7-  LIGHT IN THE DARKNESS [ Lumière dans les ténèbres ] 
	8-  MY GOD, THAT IS WHO YOU ARE [ Mon Dieu, voici qui Tu es ]                               x2</a:t>
            </a:r>
          </a:p>
          <a:p>
            <a:endParaRPr lang="es-ES" smtClean="0"/>
          </a:p>
          <a:p>
            <a:r>
              <a:rPr lang="es-ES" smtClean="0"/>
              <a:t>Couplet 2 :
9-  YOU ARE HERE, TOUCHING EVERY HEART [ Tu es là, touchant tous les cœurs ] 
10-  I WORSHIP YOU, I WORSHIP YOU  [ Nous T'adorons, nous T'adorons ] 
11-  YOU ARE HERE, HEALING EVERY HEART [ Tu es là, guérissant les cœurs ] 
12-  I WORSHIP YOU, I WORSHIP YOU  [ Nous T'adorons, nous T'adorons ] 
13-  YOU ARE HERE, TURNING LIVES AROUND  [ Tu es là, Tu bouleverses nos vies ] 
14-  I WORSHIP YOU, I WORSHIP YOU  [ Nous T'adorons, nous T'adorons ] 
15-  YOU ARE HERE, MENDING EVERY HEART [ Tu es là réparant nos cœurs ] 
16-  I WORSHIP YOU, I WORSHIP YOU  [ Nous T'adorons, nous T'adorons ] 
</a:t>
            </a:r>
          </a:p>
          <a:p>
            <a:r>
              <a:rPr lang="es-ES" smtClean="0"/>
              <a:t>	Refrain :</a:t>
            </a:r>
          </a:p>
          <a:p>
            <a:endParaRPr lang="es-ES" smtClean="0"/>
          </a:p>
          <a:p>
            <a:r>
              <a:rPr lang="es-ES" smtClean="0"/>
              <a:t>Couplet 3 :
17-  YOU WIPE AWAY ALL TEARS  [ Tu essuies toutes larmes ] 
18-  YOU MEND THE BROKEN HEART  [ Tu répares les cœurs brisés ] 
19-  YOU'RE THE ANSWER TO IT ALL [ Tu es la réponse à toute chose ] 
20-  JESUS  [ Jésus ]                                                                                            x2</a:t>
            </a:r>
          </a:p>
          <a:p>
            <a:endParaRPr lang="es-ES" smtClean="0"/>
          </a:p>
          <a:p>
            <a:r>
              <a:rPr lang="es-ES" smtClean="0"/>
              <a:t>	Refrain :</a:t>
            </a:r>
          </a:p>
          <a:p>
            <a:endParaRPr lang="es-ES" smtClean="0"/>
          </a:p>
          <a:p>
            <a:r>
              <a:rPr lang="es-ES" smtClean="0"/>
              <a:t>Couplet 4 :
21-  YOU ARE HERE, TOUCHING EVERY LIFE  [ Tu es là, touchant chaque vie ] 
22-  I WORSHIP YOU, I WORSHIP YOU  [ Nous T'adorons, nous T'adorons ] 
23-  YOU ARE HERE, MEETING EVERY NEED  [ Tu es là, comblant tout besoin ] 
24-  I WORSHIP YOU, I WORSHIP YOU  [ Nous T'adorons, nous T'adorons ] 
Pont :
25-  HE’S WORKING  [ Il agit ]   ( Boucle )
26-  IN MY FAVOR  [ en ma faveur ] ( Boucle )
27-  HE’S WORKING IN MY FAVOR  [ Il agit en ma faveur ]  x2
28-  ALL THINGS ARE WORKING FOR MY GOOD  [ Et toutes choses concourent à mon bien ] 
29-  HE’S WORKING IN YOUR FAVOR  [ Il agit en ta faveur ]  x2
30-  ALL THINGS  [ Et toutes choses ] 
31-  ARE WORKING FOR YOUR GOOD  [ Concourent à ton bien ] 
32-  HE’S WORKING FOR MY GOOD  [ Il agit pour mon bien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128423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YOU ARE HERE, MOVING IN OUR MIDST [ Tu es là, présent parmi nous ]  
2-  I WORSHIP YOU, I WORSHIP YOU  [ Nous T'adorons, nous T'adorons ] 
3-  YOU ARE HERE, WORKING IN THIS PLACE [ Tu es là, présent parmi nous ] 
4-  I WORSHIP YOU, I WORSHIP YOU  [ Nous T'adorons, nous T'adorons ]                x2
</a:t>
            </a: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
	5-  WAY MAKER, MIRACLE WORKER [ Tu fais un chemin, opères des miracles ] 
	6-  PROMISE KEEPER [ Tu tiens Tes promesses ] 
	7-  LIGHT IN THE DARKNESS [ Lumière dans les ténèbres ] 
	8-  MY GOD, THAT IS WHO YOU ARE [ Mon Dieu, voici qui Tu es ]                               x2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 :
9-  YOU ARE HERE, TOUCHING EVERY HEART [ Tu es là, touchant tous les cœurs ] 
10-  I WORSHIP YOU, I WORSHIP YOU  [ Nous T'adorons, nous T'adorons ] 
11-  YOU ARE HERE, HEALING EVERY HEART [ Tu es là, guérissant les cœurs ] 
12-  I WORSHIP YOU, I WORSHIP YOU  [ Nous T'adorons, nous T'adorons ] 
13-  YOU ARE HERE, TURNING LIVES AROUND  [ Tu es là, Tu bouleverses nos vies ] 
14-  I WORSHIP YOU, I WORSHIP YOU  [ Nous T'adorons, nous T'adorons ] 
15-  YOU ARE HERE, MENDING EVERY HEART [ Tu es là réparant nos cœurs ] 
16-  I WORSHIP YOU, I WORSHIP YOU  [ Nous T'adorons, nous T'adorons ] 
</a:t>
            </a: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3 :
17-  YOU WIPE AWAY ALL TEARS  [ Tu essuies toutes larmes ] 
18-  YOU MEND THE BROKEN HEART  [ Tu répares les cœurs brisés ] 
19-  YOU'RE THE ANSWER TO IT ALL [ Tu es la réponse à toute chose ] 
20-  JESUS  [ Jésus ]                                                                                            x2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4 :
21-  YOU ARE HERE, TOUCHING EVERY LIFE  [ Tu es là, touchant chaque vie ] 
22-  I WORSHIP YOU, I WORSHIP YOU  [ Nous T'adorons, nous T'adorons ] 
23-  YOU ARE HERE, MEETING EVERY NEED  [ Tu es là, comblant tout besoin ] 
24-  I WORSHIP YOU, I WORSHIP YOU  [ Nous T'adorons, nous T'adorons ] 
Pont :
25-  HE’S WORKING  [ Il agit ]   ( Boucle )
26-  IN MY FAVOR  [ en ma faveur ] ( Boucle )
27-  HE’S WORKING IN MY FAVOR  [ Il agit en ma faveur ]  x2
28-  ALL THINGS ARE WORKING FOR MY GOOD  [ Et toutes choses concourent à mon bien ] 
29-  HE’S WORKING IN YOUR FAVOR  [ Il agit en ta faveur ]  x2
30-  ALL THINGS  [ Et toutes choses ] 
31-  ARE WORKING FOR YOUR GOOD  [ Concourent à ton bien ] 
32-  HE’S WORKING FOR MY GOOD  [ Il agit pour mon bien ] 
</a:t>
            </a:r>
            <a:endParaRPr lang="fr-F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s-ES" smtClean="0"/>
              <a:t>Couplet 1 :</a:t>
            </a:r>
          </a:p>
          <a:p>
            <a:r>
              <a:rPr lang="es-ES" smtClean="0"/>
              <a:t>1-  YOU ARE HERE, MOVING IN OUR MIDST [ Tu es là, présent parmi nous ]  
2-  I WORSHIP YOU, I WORSHIP YOU  [ Nous T'adorons, nous T'adorons ] 
3-  YOU ARE HERE, WORKING IN THIS PLACE [ Tu es là, présent parmi nous ] 
4-  I WORSHIP YOU, I WORSHIP YOU  [ Nous T'adorons, nous T'adorons ]                x2
</a:t>
            </a:r>
          </a:p>
          <a:p>
            <a:r>
              <a:rPr lang="es-ES" smtClean="0"/>
              <a:t>	Refrain :
	5-  WAY MAKER, MIRACLE WORKER [ Tu fais un chemin, opères des miracles ] 
	6-  PROMISE KEEPER [ Tu tiens Tes promesses ] 
	7-  LIGHT IN THE DARKNESS [ Lumière dans les ténèbres ] 
	8-  MY GOD, THAT IS WHO YOU ARE [ Mon Dieu, voici qui Tu es ]                               x2</a:t>
            </a:r>
          </a:p>
          <a:p>
            <a:endParaRPr lang="es-ES" smtClean="0"/>
          </a:p>
          <a:p>
            <a:r>
              <a:rPr lang="es-ES" smtClean="0"/>
              <a:t>Couplet 2 :
9-  YOU ARE HERE, TOUCHING EVERY HEART [ Tu es là, touchant tous les cœurs ] 
10-  I WORSHIP YOU, I WORSHIP YOU  [ Nous T'adorons, nous T'adorons ] 
11-  YOU ARE HERE, HEALING EVERY HEART [ Tu es là, guérissant les cœurs ] 
12-  I WORSHIP YOU, I WORSHIP YOU  [ Nous T'adorons, nous T'adorons ] 
13-  YOU ARE HERE, TURNING LIVES AROUND  [ Tu es là, Tu bouleverses nos vies ] 
14-  I WORSHIP YOU, I WORSHIP YOU  [ Nous T'adorons, nous T'adorons ] 
15-  YOU ARE HERE, MENDING EVERY HEART [ Tu es là réparant nos cœurs ] 
16-  I WORSHIP YOU, I WORSHIP YOU  [ Nous T'adorons, nous T'adorons ] 
</a:t>
            </a:r>
          </a:p>
          <a:p>
            <a:r>
              <a:rPr lang="es-ES" smtClean="0"/>
              <a:t>	Refrain :</a:t>
            </a:r>
          </a:p>
          <a:p>
            <a:endParaRPr lang="es-ES" smtClean="0"/>
          </a:p>
          <a:p>
            <a:r>
              <a:rPr lang="es-ES" smtClean="0"/>
              <a:t>Couplet 3 :
17-  YOU WIPE AWAY ALL TEARS  [ Tu essuies toutes larmes ] 
18-  YOU MEND THE BROKEN HEART  [ Tu répares les cœurs brisés ] 
19-  YOU'RE THE ANSWER TO IT ALL [ Tu es la réponse à toute chose ] 
20-  JESUS  [ Jésus ]                                                                                            x2</a:t>
            </a:r>
          </a:p>
          <a:p>
            <a:endParaRPr lang="es-ES" smtClean="0"/>
          </a:p>
          <a:p>
            <a:r>
              <a:rPr lang="es-ES" smtClean="0"/>
              <a:t>	Refrain :</a:t>
            </a:r>
          </a:p>
          <a:p>
            <a:endParaRPr lang="es-ES" smtClean="0"/>
          </a:p>
          <a:p>
            <a:r>
              <a:rPr lang="es-ES" smtClean="0"/>
              <a:t>Couplet 4 :
21-  YOU ARE HERE, TOUCHING EVERY LIFE  [ Tu es là, touchant chaque vie ] 
22-  I WORSHIP YOU, I WORSHIP YOU  [ Nous T'adorons, nous T'adorons ] 
23-  YOU ARE HERE, MEETING EVERY NEED  [ Tu es là, comblant tout besoin ] 
24-  I WORSHIP YOU, I WORSHIP YOU  [ Nous T'adorons, nous T'adorons ] 
Pont :
25-  HE’S WORKING  [ Il agit ]   ( Boucle )
26-  IN MY FAVOR  [ en ma faveur ] ( Boucle )
27-  HE’S WORKING IN MY FAVOR  [ Il agit en ma faveur ]  x2
28-  ALL THINGS ARE WORKING FOR MY GOOD  [ Et toutes choses concourent à mon bien ] 
29-  HE’S WORKING IN YOUR FAVOR  [ Il agit en ta faveur ]  x2
30-  ALL THINGS  [ Et toutes choses ] 
31-  ARE WORKING FOR YOUR GOOD  [ Concourent à ton bien ] 
32-  HE’S WORKING FOR MY GOOD  [ Il agit pour mon bien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450370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YOU ARE HERE, MOVING IN OUR MIDST [ Tu es là, présent parmi nous ]  
2-  I WORSHIP YOU, I WORSHIP YOU  [ Nous T'adorons, nous T'adorons ] 
3-  YOU ARE HERE, WORKING IN THIS PLACE [ Tu es là, présent parmi nous ] 
4-  I WORSHIP YOU, I WORSHIP YOU  [ Nous T'adorons, nous T'adorons ]                x2
</a:t>
            </a: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
	5-  WAY MAKER, MIRACLE WORKER [ Tu fais un chemin, opères des miracles ] 
	6-  PROMISE KEEPER [ Tu tiens Tes promesses ] 
	7-  LIGHT IN THE DARKNESS [ Lumière dans les ténèbres ] 
	8-  MY GOD, THAT IS WHO YOU ARE [ Mon Dieu, voici qui Tu es ]                               x2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 :
9-  YOU ARE HERE, TOUCHING EVERY HEART [ Tu es là, touchant tous les cœurs ] 
10-  I WORSHIP YOU, I WORSHIP YOU  [ Nous T'adorons, nous T'adorons ] 
11-  YOU ARE HERE, HEALING EVERY HEART [ Tu es là, guérissant les cœurs ] 
12-  I WORSHIP YOU, I WORSHIP YOU  [ Nous T'adorons, nous T'adorons ] 
13-  YOU ARE HERE, TURNING LIVES AROUND  [ Tu es là, Tu bouleverses nos vies ] 
14-  I WORSHIP YOU, I WORSHIP YOU  [ Nous T'adorons, nous T'adorons ] 
15-  YOU ARE HERE, MENDING EVERY HEART [ Tu es là réparant nos cœurs ] 
16-  I WORSHIP YOU, I WORSHIP YOU  [ Nous T'adorons, nous T'adorons ] 
</a:t>
            </a: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3 :
17-  YOU WIPE AWAY ALL TEARS  [ Tu essuies toutes larmes ] 
18-  YOU MEND THE BROKEN HEART  [ Tu répares les cœurs brisés ] 
19-  YOU'RE THE ANSWER TO IT ALL [ Tu es la réponse à toute chose ] 
20-  JESUS  [ Jésus ]                                                                                            x2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4 :
21-  YOU ARE HERE, TOUCHING EVERY LIFE  [ Tu es là, touchant chaque vie ] 
22-  I WORSHIP YOU, I WORSHIP YOU  [ Nous T'adorons, nous T'adorons ] 
23-  YOU ARE HERE, MEETING EVERY NEED  [ Tu es là, comblant tout besoin ] 
24-  I WORSHIP YOU, I WORSHIP YOU  [ Nous T'adorons, nous T'adorons ] 
Pont :
25-  HE’S WORKING  [ Il agit ]   ( Boucle )
26-  IN MY FAVOR  [ en ma faveur ] ( Boucle )
27-  HE’S WORKING IN MY FAVOR  [ Il agit en ma faveur ]  x2
28-  ALL THINGS ARE WORKING FOR MY GOOD  [ Et toutes choses concourent à mon bien ] 
29-  HE’S WORKING IN YOUR FAVOR  [ Il agit en ta faveur ]  x2
30-  ALL THINGS  [ Et toutes choses ] 
31-  ARE WORKING FOR YOUR GOOD  [ Concourent à ton bien ] 
32-  HE’S WORKING FOR MY GOOD  [ Il agit pour mon bien ] 
</a:t>
            </a:r>
            <a:endParaRPr lang="fr-F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s-ES" smtClean="0"/>
              <a:t>Couplet 1 :</a:t>
            </a:r>
          </a:p>
          <a:p>
            <a:r>
              <a:rPr lang="es-ES" smtClean="0"/>
              <a:t>1-  YOU ARE HERE, MOVING IN OUR MIDST [ Tu es là, présent parmi nous ]  
2-  I WORSHIP YOU, I WORSHIP YOU  [ Nous T'adorons, nous T'adorons ] 
3-  YOU ARE HERE, WORKING IN THIS PLACE [ Tu es là, présent parmi nous ] 
4-  I WORSHIP YOU, I WORSHIP YOU  [ Nous T'adorons, nous T'adorons ]                x2
</a:t>
            </a:r>
          </a:p>
          <a:p>
            <a:r>
              <a:rPr lang="es-ES" smtClean="0"/>
              <a:t>	Refrain :
	5-  WAY MAKER, MIRACLE WORKER [ Tu fais un chemin, opères des miracles ] 
	6-  PROMISE KEEPER [ Tu tiens Tes promesses ] 
	7-  LIGHT IN THE DARKNESS [ Lumière dans les ténèbres ] 
	8-  MY GOD, THAT IS WHO YOU ARE [ Mon Dieu, voici qui Tu es ]                               x2</a:t>
            </a:r>
          </a:p>
          <a:p>
            <a:endParaRPr lang="es-ES" smtClean="0"/>
          </a:p>
          <a:p>
            <a:r>
              <a:rPr lang="es-ES" smtClean="0"/>
              <a:t>Couplet 2 :
9-  YOU ARE HERE, TOUCHING EVERY HEART [ Tu es là, touchant tous les cœurs ] 
10-  I WORSHIP YOU, I WORSHIP YOU  [ Nous T'adorons, nous T'adorons ] 
11-  YOU ARE HERE, HEALING EVERY HEART [ Tu es là, guérissant les cœurs ] 
12-  I WORSHIP YOU, I WORSHIP YOU  [ Nous T'adorons, nous T'adorons ] 
13-  YOU ARE HERE, TURNING LIVES AROUND  [ Tu es là, Tu bouleverses nos vies ] 
14-  I WORSHIP YOU, I WORSHIP YOU  [ Nous T'adorons, nous T'adorons ] 
15-  YOU ARE HERE, MENDING EVERY HEART [ Tu es là réparant nos cœurs ] 
16-  I WORSHIP YOU, I WORSHIP YOU  [ Nous T'adorons, nous T'adorons ] 
</a:t>
            </a:r>
          </a:p>
          <a:p>
            <a:r>
              <a:rPr lang="es-ES" smtClean="0"/>
              <a:t>	Refrain :</a:t>
            </a:r>
          </a:p>
          <a:p>
            <a:endParaRPr lang="es-ES" smtClean="0"/>
          </a:p>
          <a:p>
            <a:r>
              <a:rPr lang="es-ES" smtClean="0"/>
              <a:t>Couplet 3 :
17-  YOU WIPE AWAY ALL TEARS  [ Tu essuies toutes larmes ] 
18-  YOU MEND THE BROKEN HEART  [ Tu répares les cœurs brisés ] 
19-  YOU'RE THE ANSWER TO IT ALL [ Tu es la réponse à toute chose ] 
20-  JESUS  [ Jésus ]                                                                                            x2</a:t>
            </a:r>
          </a:p>
          <a:p>
            <a:endParaRPr lang="es-ES" smtClean="0"/>
          </a:p>
          <a:p>
            <a:r>
              <a:rPr lang="es-ES" smtClean="0"/>
              <a:t>	Refrain :</a:t>
            </a:r>
          </a:p>
          <a:p>
            <a:endParaRPr lang="es-ES" smtClean="0"/>
          </a:p>
          <a:p>
            <a:r>
              <a:rPr lang="es-ES" smtClean="0"/>
              <a:t>Couplet 4 :
21-  YOU ARE HERE, TOUCHING EVERY LIFE  [ Tu es là, touchant chaque vie ] 
22-  I WORSHIP YOU, I WORSHIP YOU  [ Nous T'adorons, nous T'adorons ] 
23-  YOU ARE HERE, MEETING EVERY NEED  [ Tu es là, comblant tout besoin ] 
24-  I WORSHIP YOU, I WORSHIP YOU  [ Nous T'adorons, nous T'adorons ] 
Pont :
25-  HE’S WORKING  [ Il agit ]   ( Boucle )
26-  IN MY FAVOR  [ en ma faveur ] ( Boucle )
27-  HE’S WORKING IN MY FAVOR  [ Il agit en ma faveur ]  x2
28-  ALL THINGS ARE WORKING FOR MY GOOD  [ Et toutes choses concourent à mon bien ] 
29-  HE’S WORKING IN YOUR FAVOR  [ Il agit en ta faveur ]  x2
30-  ALL THINGS  [ Et toutes choses ] 
31-  ARE WORKING FOR YOUR GOOD  [ Concourent à ton bien ] 
32-  HE’S WORKING FOR MY GOOD  [ Il agit pour mon bien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626763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YOU ARE HERE, MOVING IN OUR MIDST [ Tu es là, présent parmi nous ]  
2-  I WORSHIP YOU, I WORSHIP YOU  [ Nous T'adorons, nous T'adorons ] 
3-  YOU ARE HERE, WORKING IN THIS PLACE [ Tu es là, présent parmi nous ] 
4-  I WORSHIP YOU, I WORSHIP YOU  [ Nous T'adorons, nous T'adorons ]                x2
</a:t>
            </a: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
	5-  WAY MAKER, MIRACLE WORKER [ Tu fais un chemin, opères des miracles ] 
	6-  PROMISE KEEPER [ Tu tiens Tes promesses ] 
	7-  LIGHT IN THE DARKNESS [ Lumière dans les ténèbres ] 
	8-  MY GOD, THAT IS WHO YOU ARE [ Mon Dieu, voici qui Tu es ]                               x2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 :
9-  YOU ARE HERE, TOUCHING EVERY HEART [ Tu es là, touchant tous les cœurs ] 
10-  I WORSHIP YOU, I WORSHIP YOU  [ Nous T'adorons, nous T'adorons ] 
11-  YOU ARE HERE, HEALING EVERY HEART [ Tu es là, guérissant les cœurs ] 
12-  I WORSHIP YOU, I WORSHIP YOU  [ Nous T'adorons, nous T'adorons ] 
13-  YOU ARE HERE, TURNING LIVES AROUND  [ Tu es là, Tu bouleverses nos vies ] 
14-  I WORSHIP YOU, I WORSHIP YOU  [ Nous T'adorons, nous T'adorons ] 
15-  YOU ARE HERE, MENDING EVERY HEART [ Tu es là réparant nos cœurs ] 
16-  I WORSHIP YOU, I WORSHIP YOU  [ Nous T'adorons, nous T'adorons ] 
</a:t>
            </a: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3 :
17-  YOU WIPE AWAY ALL TEARS  [ Tu essuies toutes larmes ] 
18-  YOU MEND THE BROKEN HEART  [ Tu répares les cœurs brisés ] 
19-  YOU'RE THE ANSWER TO IT ALL [ Tu es la réponse à toute chose ] 
20-  JESUS  [ Jésus ]                                                                                            x2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4 :
21-  YOU ARE HERE, TOUCHING EVERY LIFE  [ Tu es là, touchant chaque vie ] 
22-  I WORSHIP YOU, I WORSHIP YOU  [ Nous T'adorons, nous T'adorons ] 
23-  YOU ARE HERE, MEETING EVERY NEED  [ Tu es là, comblant tout besoin ] 
24-  I WORSHIP YOU, I WORSHIP YOU  [ Nous T'adorons, nous T'adorons ] 
Pont :
25-  HE’S WORKING  [ Il agit ]   ( Boucle )
26-  IN MY FAVOR  [ en ma faveur ] ( Boucle )
27-  HE’S WORKING IN MY FAVOR  [ Il agit en ma faveur ]  x2
28-  ALL THINGS ARE WORKING FOR MY GOOD  [ Et toutes choses concourent à mon bien ] 
29-  HE’S WORKING IN YOUR FAVOR  [ Il agit en ta faveur ]  x2
30-  ALL THINGS  [ Et toutes choses ] 
31-  ARE WORKING FOR YOUR GOOD  [ Concourent à ton bien ] 
32-  HE’S WORKING FOR MY GOOD  [ Il agit pour mon bien ] 
</a:t>
            </a:r>
            <a:endParaRPr lang="fr-F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s-ES" smtClean="0"/>
              <a:t>Couplet 1 :</a:t>
            </a:r>
          </a:p>
          <a:p>
            <a:r>
              <a:rPr lang="es-ES" smtClean="0"/>
              <a:t>1-  YOU ARE HERE, MOVING IN OUR MIDST [ Tu es là, présent parmi nous ]  
2-  I WORSHIP YOU, I WORSHIP YOU  [ Nous T'adorons, nous T'adorons ] 
3-  YOU ARE HERE, WORKING IN THIS PLACE [ Tu es là, présent parmi nous ] 
4-  I WORSHIP YOU, I WORSHIP YOU  [ Nous T'adorons, nous T'adorons ]                x2
</a:t>
            </a:r>
          </a:p>
          <a:p>
            <a:r>
              <a:rPr lang="es-ES" smtClean="0"/>
              <a:t>	Refrain :
	5-  WAY MAKER, MIRACLE WORKER [ Tu fais un chemin, opères des miracles ] 
	6-  PROMISE KEEPER [ Tu tiens Tes promesses ] 
	7-  LIGHT IN THE DARKNESS [ Lumière dans les ténèbres ] 
	8-  MY GOD, THAT IS WHO YOU ARE [ Mon Dieu, voici qui Tu es ]                               x2</a:t>
            </a:r>
          </a:p>
          <a:p>
            <a:endParaRPr lang="es-ES" smtClean="0"/>
          </a:p>
          <a:p>
            <a:r>
              <a:rPr lang="es-ES" smtClean="0"/>
              <a:t>Couplet 2 :
9-  YOU ARE HERE, TOUCHING EVERY HEART [ Tu es là, touchant tous les cœurs ] 
10-  I WORSHIP YOU, I WORSHIP YOU  [ Nous T'adorons, nous T'adorons ] 
11-  YOU ARE HERE, HEALING EVERY HEART [ Tu es là, guérissant les cœurs ] 
12-  I WORSHIP YOU, I WORSHIP YOU  [ Nous T'adorons, nous T'adorons ] 
13-  YOU ARE HERE, TURNING LIVES AROUND  [ Tu es là, Tu bouleverses nos vies ] 
14-  I WORSHIP YOU, I WORSHIP YOU  [ Nous T'adorons, nous T'adorons ] 
15-  YOU ARE HERE, MENDING EVERY HEART [ Tu es là réparant nos cœurs ] 
16-  I WORSHIP YOU, I WORSHIP YOU  [ Nous T'adorons, nous T'adorons ] 
</a:t>
            </a:r>
          </a:p>
          <a:p>
            <a:r>
              <a:rPr lang="es-ES" smtClean="0"/>
              <a:t>	Refrain :</a:t>
            </a:r>
          </a:p>
          <a:p>
            <a:endParaRPr lang="es-ES" smtClean="0"/>
          </a:p>
          <a:p>
            <a:r>
              <a:rPr lang="es-ES" smtClean="0"/>
              <a:t>Couplet 3 :
17-  YOU WIPE AWAY ALL TEARS  [ Tu essuies toutes larmes ] 
18-  YOU MEND THE BROKEN HEART  [ Tu répares les cœurs brisés ] 
19-  YOU'RE THE ANSWER TO IT ALL [ Tu es la réponse à toute chose ] 
20-  JESUS  [ Jésus ]                                                                                            x2</a:t>
            </a:r>
          </a:p>
          <a:p>
            <a:endParaRPr lang="es-ES" smtClean="0"/>
          </a:p>
          <a:p>
            <a:r>
              <a:rPr lang="es-ES" smtClean="0"/>
              <a:t>	Refrain :</a:t>
            </a:r>
          </a:p>
          <a:p>
            <a:endParaRPr lang="es-ES" smtClean="0"/>
          </a:p>
          <a:p>
            <a:r>
              <a:rPr lang="es-ES" smtClean="0"/>
              <a:t>Couplet 4 :
21-  YOU ARE HERE, TOUCHING EVERY LIFE  [ Tu es là, touchant chaque vie ] 
22-  I WORSHIP YOU, I WORSHIP YOU  [ Nous T'adorons, nous T'adorons ] 
23-  YOU ARE HERE, MEETING EVERY NEED  [ Tu es là, comblant tout besoin ] 
24-  I WORSHIP YOU, I WORSHIP YOU  [ Nous T'adorons, nous T'adorons ] 
Pont :
25-  HE’S WORKING  [ Il agit ]   ( Boucle )
26-  IN MY FAVOR  [ en ma faveur ] ( Boucle )
27-  HE’S WORKING IN MY FAVOR  [ Il agit en ma faveur ]  x2
28-  ALL THINGS ARE WORKING FOR MY GOOD  [ Et toutes choses concourent à mon bien ] 
29-  HE’S WORKING IN YOUR FAVOR  [ Il agit en ta faveur ]  x2
30-  ALL THINGS  [ Et toutes choses ] 
31-  ARE WORKING FOR YOUR GOOD  [ Concourent à ton bien ] 
32-  HE’S WORKING FOR MY GOOD  [ Il agit pour mon bien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904359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YOU ARE HERE, MOVING IN OUR MIDST [ Tu es là, présent parmi nous ]  
2-  I WORSHIP YOU, I WORSHIP YOU  [ Nous T'adorons, nous T'adorons ] 
3-  YOU ARE HERE, WORKING IN THIS PLACE [ Tu es là, présent parmi nous ] 
4-  I WORSHIP YOU, I WORSHIP YOU  [ Nous T'adorons, nous T'adorons ]                x2
</a:t>
            </a: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
	5-  WAY MAKER, MIRACLE WORKER [ Tu fais un chemin, opères des miracles ] 
	6-  PROMISE KEEPER [ Tu tiens Tes promesses ] 
	7-  LIGHT IN THE DARKNESS [ Lumière dans les ténèbres ] 
	8-  MY GOD, THAT IS WHO YOU ARE [ Mon Dieu, voici qui Tu es ]                               x2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 :
9-  YOU ARE HERE, TOUCHING EVERY HEART [ Tu es là, touchant tous les cœurs ] 
10-  I WORSHIP YOU, I WORSHIP YOU  [ Nous T'adorons, nous T'adorons ] 
11-  YOU ARE HERE, HEALING EVERY HEART [ Tu es là, guérissant les cœurs ] 
12-  I WORSHIP YOU, I WORSHIP YOU  [ Nous T'adorons, nous T'adorons ] 
13-  YOU ARE HERE, TURNING LIVES AROUND  [ Tu es là, Tu bouleverses nos vies ] 
14-  I WORSHIP YOU, I WORSHIP YOU  [ Nous T'adorons, nous T'adorons ] 
15-  YOU ARE HERE, MENDING EVERY HEART [ Tu es là réparant nos cœurs ] 
16-  I WORSHIP YOU, I WORSHIP YOU  [ Nous T'adorons, nous T'adorons ] 
</a:t>
            </a: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3 :
17-  YOU WIPE AWAY ALL TEARS  [ Tu essuies toutes larmes ] 
18-  YOU MEND THE BROKEN HEART  [ Tu répares les cœurs brisés ] 
19-  YOU'RE THE ANSWER TO IT ALL [ Tu es la réponse à toute chose ] 
20-  JESUS  [ Jésus ]                                                                                            x2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4 :
21-  YOU ARE HERE, TOUCHING EVERY LIFE  [ Tu es là, touchant chaque vie ] 
22-  I WORSHIP YOU, I WORSHIP YOU  [ Nous T'adorons, nous T'adorons ] 
23-  YOU ARE HERE, MEETING EVERY NEED  [ Tu es là, comblant tout besoin ] 
24-  I WORSHIP YOU, I WORSHIP YOU  [ Nous T'adorons, nous T'adorons ] 
Pont :
25-  HE’S WORKING  [ Il agit ]   ( Boucle )
26-  IN MY FAVOR  [ en ma faveur ] ( Boucle )
27-  HE’S WORKING IN MY FAVOR  [ Il agit en ma faveur ]  x2
28-  ALL THINGS ARE WORKING FOR MY GOOD  [ Et toutes choses concourent à mon bien ] 
29-  HE’S WORKING IN YOUR FAVOR  [ Il agit en ta faveur ]  x2
30-  ALL THINGS  [ Et toutes choses ] 
31-  ARE WORKING FOR YOUR GOOD  [ Concourent à ton bien ] 
32-  HE’S WORKING FOR MY GOOD  [ Il agit pour mon bien ] 
</a:t>
            </a:r>
            <a:endParaRPr lang="fr-F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s-ES" smtClean="0"/>
              <a:t>Couplet 1 :</a:t>
            </a:r>
          </a:p>
          <a:p>
            <a:r>
              <a:rPr lang="es-ES" smtClean="0"/>
              <a:t>1-  YOU ARE HERE, MOVING IN OUR MIDST [ Tu es là, présent parmi nous ]  
2-  I WORSHIP YOU, I WORSHIP YOU  [ Nous T'adorons, nous T'adorons ] 
3-  YOU ARE HERE, WORKING IN THIS PLACE [ Tu es là, présent parmi nous ] 
4-  I WORSHIP YOU, I WORSHIP YOU  [ Nous T'adorons, nous T'adorons ]                x2
</a:t>
            </a:r>
          </a:p>
          <a:p>
            <a:r>
              <a:rPr lang="es-ES" smtClean="0"/>
              <a:t>	Refrain :
	5-  WAY MAKER, MIRACLE WORKER [ Tu fais un chemin, opères des miracles ] 
	6-  PROMISE KEEPER [ Tu tiens Tes promesses ] 
	7-  LIGHT IN THE DARKNESS [ Lumière dans les ténèbres ] 
	8-  MY GOD, THAT IS WHO YOU ARE [ Mon Dieu, voici qui Tu es ]                               x2</a:t>
            </a:r>
          </a:p>
          <a:p>
            <a:endParaRPr lang="es-ES" smtClean="0"/>
          </a:p>
          <a:p>
            <a:r>
              <a:rPr lang="es-ES" smtClean="0"/>
              <a:t>Couplet 2 :
9-  YOU ARE HERE, TOUCHING EVERY HEART [ Tu es là, touchant tous les cœurs ] 
10-  I WORSHIP YOU, I WORSHIP YOU  [ Nous T'adorons, nous T'adorons ] 
11-  YOU ARE HERE, HEALING EVERY HEART [ Tu es là, guérissant les cœurs ] 
12-  I WORSHIP YOU, I WORSHIP YOU  [ Nous T'adorons, nous T'adorons ] 
13-  YOU ARE HERE, TURNING LIVES AROUND  [ Tu es là, Tu bouleverses nos vies ] 
14-  I WORSHIP YOU, I WORSHIP YOU  [ Nous T'adorons, nous T'adorons ] 
15-  YOU ARE HERE, MENDING EVERY HEART [ Tu es là réparant nos cœurs ] 
16-  I WORSHIP YOU, I WORSHIP YOU  [ Nous T'adorons, nous T'adorons ] 
</a:t>
            </a:r>
          </a:p>
          <a:p>
            <a:r>
              <a:rPr lang="es-ES" smtClean="0"/>
              <a:t>	Refrain :</a:t>
            </a:r>
          </a:p>
          <a:p>
            <a:endParaRPr lang="es-ES" smtClean="0"/>
          </a:p>
          <a:p>
            <a:r>
              <a:rPr lang="es-ES" smtClean="0"/>
              <a:t>Couplet 3 :
17-  YOU WIPE AWAY ALL TEARS  [ Tu essuies toutes larmes ] 
18-  YOU MEND THE BROKEN HEART  [ Tu répares les cœurs brisés ] 
19-  YOU'RE THE ANSWER TO IT ALL [ Tu es la réponse à toute chose ] 
20-  JESUS  [ Jésus ]                                                                                            x2</a:t>
            </a:r>
          </a:p>
          <a:p>
            <a:endParaRPr lang="es-ES" smtClean="0"/>
          </a:p>
          <a:p>
            <a:r>
              <a:rPr lang="es-ES" smtClean="0"/>
              <a:t>	Refrain :</a:t>
            </a:r>
          </a:p>
          <a:p>
            <a:endParaRPr lang="es-ES" smtClean="0"/>
          </a:p>
          <a:p>
            <a:r>
              <a:rPr lang="es-ES" smtClean="0"/>
              <a:t>Couplet 4 :
21-  YOU ARE HERE, TOUCHING EVERY LIFE  [ Tu es là, touchant chaque vie ] 
22-  I WORSHIP YOU, I WORSHIP YOU  [ Nous T'adorons, nous T'adorons ] 
23-  YOU ARE HERE, MEETING EVERY NEED  [ Tu es là, comblant tout besoin ] 
24-  I WORSHIP YOU, I WORSHIP YOU  [ Nous T'adorons, nous T'adorons ] 
Pont :
25-  HE’S WORKING  [ Il agit ]   ( Boucle )
26-  IN MY FAVOR  [ en ma faveur ] ( Boucle )
27-  HE’S WORKING IN MY FAVOR  [ Il agit en ma faveur ]  x2
28-  ALL THINGS ARE WORKING FOR MY GOOD  [ Et toutes choses concourent à mon bien ] 
29-  HE’S WORKING IN YOUR FAVOR  [ Il agit en ta faveur ]  x2
30-  ALL THINGS  [ Et toutes choses ] 
31-  ARE WORKING FOR YOUR GOOD  [ Concourent à ton bien ] 
32-  HE’S WORKING FOR MY GOOD  [ Il agit pour mon bien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4314457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YOU ARE HERE, MOVING IN OUR MIDST [ Tu es là, présent parmi nous ]  
2-  I WORSHIP YOU, I WORSHIP YOU  [ Nous T'adorons, nous T'adorons ] 
3-  YOU ARE HERE, WORKING IN THIS PLACE [ Tu es là, présent parmi nous ] 
4-  I WORSHIP YOU, I WORSHIP YOU  [ Nous T'adorons, nous T'adorons ]                x2
</a:t>
            </a: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
	5-  WAY MAKER, MIRACLE WORKER [ Tu fais un chemin, opères des miracles ] 
	6-  PROMISE KEEPER [ Tu tiens Tes promesses ] 
	7-  LIGHT IN THE DARKNESS [ Lumière dans les ténèbres ] 
	8-  MY GOD, THAT IS WHO YOU ARE [ Mon Dieu, voici qui Tu es ]                               x2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 :
9-  YOU ARE HERE, TOUCHING EVERY HEART [ Tu es là, touchant tous les cœurs ] 
10-  I WORSHIP YOU, I WORSHIP YOU  [ Nous T'adorons, nous T'adorons ] 
11-  YOU ARE HERE, HEALING EVERY HEART [ Tu es là, guérissant les cœurs ] 
12-  I WORSHIP YOU, I WORSHIP YOU  [ Nous T'adorons, nous T'adorons ] 
13-  YOU ARE HERE, TURNING LIVES AROUND  [ Tu es là, Tu bouleverses nos vies ] 
14-  I WORSHIP YOU, I WORSHIP YOU  [ Nous T'adorons, nous T'adorons ] 
15-  YOU ARE HERE, MENDING EVERY HEART [ Tu es là réparant nos cœurs ] 
16-  I WORSHIP YOU, I WORSHIP YOU  [ Nous T'adorons, nous T'adorons ] 
</a:t>
            </a: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3 :
17-  YOU WIPE AWAY ALL TEARS  [ Tu essuies toutes larmes ] 
18-  YOU MEND THE BROKEN HEART  [ Tu répares les cœurs brisés ] 
19-  YOU'RE THE ANSWER TO IT ALL [ Tu es la réponse à toute chose ] 
20-  JESUS  [ Jésus ]                                                                                            x2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4 :
21-  YOU ARE HERE, TOUCHING EVERY LIFE  [ Tu es là, touchant chaque vie ] 
22-  I WORSHIP YOU, I WORSHIP YOU  [ Nous T'adorons, nous T'adorons ] 
23-  YOU ARE HERE, MEETING EVERY NEED  [ Tu es là, comblant tout besoin ] 
24-  I WORSHIP YOU, I WORSHIP YOU  [ Nous T'adorons, nous T'adorons ] 
Pont :
25-  HE’S WORKING  [ Il agit ]   ( Boucle )
26-  IN MY FAVOR  [ en ma faveur ] ( Boucle )
27-  HE’S WORKING IN MY FAVOR  [ Il agit en ma faveur ]  x2
28-  ALL THINGS ARE WORKING FOR MY GOOD  [ Et toutes choses concourent à mon bien ] 
29-  HE’S WORKING IN YOUR FAVOR  [ Il agit en ta faveur ]  x2
30-  ALL THINGS  [ Et toutes choses ] 
31-  ARE WORKING FOR YOUR GOOD  [ Concourent à ton bien ] 
32-  HE’S WORKING FOR MY GOOD  [ Il agit pour mon bien ] 
</a:t>
            </a:r>
            <a:endParaRPr lang="fr-F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s-ES" smtClean="0"/>
              <a:t>Couplet 1 :</a:t>
            </a:r>
          </a:p>
          <a:p>
            <a:r>
              <a:rPr lang="es-ES" smtClean="0"/>
              <a:t>1-  YOU ARE HERE, MOVING IN OUR MIDST [ Tu es là, présent parmi nous ]  
2-  I WORSHIP YOU, I WORSHIP YOU  [ Nous T'adorons, nous T'adorons ] 
3-  YOU ARE HERE, WORKING IN THIS PLACE [ Tu es là, présent parmi nous ] 
4-  I WORSHIP YOU, I WORSHIP YOU  [ Nous T'adorons, nous T'adorons ]                x2
</a:t>
            </a:r>
          </a:p>
          <a:p>
            <a:r>
              <a:rPr lang="es-ES" smtClean="0"/>
              <a:t>	Refrain :
	5-  WAY MAKER, MIRACLE WORKER [ Tu fais un chemin, opères des miracles ] 
	6-  PROMISE KEEPER [ Tu tiens Tes promesses ] 
	7-  LIGHT IN THE DARKNESS [ Lumière dans les ténèbres ] 
	8-  MY GOD, THAT IS WHO YOU ARE [ Mon Dieu, voici qui Tu es ]                               x2</a:t>
            </a:r>
          </a:p>
          <a:p>
            <a:endParaRPr lang="es-ES" smtClean="0"/>
          </a:p>
          <a:p>
            <a:r>
              <a:rPr lang="es-ES" smtClean="0"/>
              <a:t>Couplet 2 :
9-  YOU ARE HERE, TOUCHING EVERY HEART [ Tu es là, touchant tous les cœurs ] 
10-  I WORSHIP YOU, I WORSHIP YOU  [ Nous T'adorons, nous T'adorons ] 
11-  YOU ARE HERE, HEALING EVERY HEART [ Tu es là, guérissant les cœurs ] 
12-  I WORSHIP YOU, I WORSHIP YOU  [ Nous T'adorons, nous T'adorons ] 
13-  YOU ARE HERE, TURNING LIVES AROUND  [ Tu es là, Tu bouleverses nos vies ] 
14-  I WORSHIP YOU, I WORSHIP YOU  [ Nous T'adorons, nous T'adorons ] 
15-  YOU ARE HERE, MENDING EVERY HEART [ Tu es là réparant nos cœurs ] 
16-  I WORSHIP YOU, I WORSHIP YOU  [ Nous T'adorons, nous T'adorons ] 
</a:t>
            </a:r>
          </a:p>
          <a:p>
            <a:r>
              <a:rPr lang="es-ES" smtClean="0"/>
              <a:t>	Refrain :</a:t>
            </a:r>
          </a:p>
          <a:p>
            <a:endParaRPr lang="es-ES" smtClean="0"/>
          </a:p>
          <a:p>
            <a:r>
              <a:rPr lang="es-ES" smtClean="0"/>
              <a:t>Couplet 3 :
17-  YOU WIPE AWAY ALL TEARS  [ Tu essuies toutes larmes ] 
18-  YOU MEND THE BROKEN HEART  [ Tu répares les cœurs brisés ] 
19-  YOU'RE THE ANSWER TO IT ALL [ Tu es la réponse à toute chose ] 
20-  JESUS  [ Jésus ]                                                                                            x2</a:t>
            </a:r>
          </a:p>
          <a:p>
            <a:endParaRPr lang="es-ES" smtClean="0"/>
          </a:p>
          <a:p>
            <a:r>
              <a:rPr lang="es-ES" smtClean="0"/>
              <a:t>	Refrain :</a:t>
            </a:r>
          </a:p>
          <a:p>
            <a:endParaRPr lang="es-ES" smtClean="0"/>
          </a:p>
          <a:p>
            <a:r>
              <a:rPr lang="es-ES" smtClean="0"/>
              <a:t>Couplet 4 :
21-  YOU ARE HERE, TOUCHING EVERY LIFE  [ Tu es là, touchant chaque vie ] 
22-  I WORSHIP YOU, I WORSHIP YOU  [ Nous T'adorons, nous T'adorons ] 
23-  YOU ARE HERE, MEETING EVERY NEED  [ Tu es là, comblant tout besoin ] 
24-  I WORSHIP YOU, I WORSHIP YOU  [ Nous T'adorons, nous T'adorons ] 
Pont :
25-  HE’S WORKING  [ Il agit ]   ( Boucle )
26-  IN MY FAVOR  [ en ma faveur ] ( Boucle )
27-  HE’S WORKING IN MY FAVOR  [ Il agit en ma faveur ]  x2
28-  ALL THINGS ARE WORKING FOR MY GOOD  [ Et toutes choses concourent à mon bien ] 
29-  HE’S WORKING IN YOUR FAVOR  [ Il agit en ta faveur ]  x2
30-  ALL THINGS  [ Et toutes choses ] 
31-  ARE WORKING FOR YOUR GOOD  [ Concourent à ton bien ] 
32-  HE’S WORKING FOR MY GOOD  [ Il agit pour mon bien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2549694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YOU ARE HERE, MOVING IN OUR MIDST [ Tu es là, présent parmi nous ]  
2-  I WORSHIP YOU, I WORSHIP YOU  [ Nous T'adorons, nous T'adorons ] 
3-  YOU ARE HERE, WORKING IN THIS PLACE [ Tu es là, présent parmi nous ] 
4-  I WORSHIP YOU, I WORSHIP YOU  [ Nous T'adorons, nous T'adorons ]                x2
</a:t>
            </a: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
	5-  WAY MAKER, MIRACLE WORKER [ Tu fais un chemin, opères des miracles ] 
	6-  PROMISE KEEPER [ Tu tiens Tes promesses ] 
	7-  LIGHT IN THE DARKNESS [ Lumière dans les ténèbres ] 
	8-  MY GOD, THAT IS WHO YOU ARE [ Mon Dieu, voici qui Tu es ]                               x2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 :
9-  YOU ARE HERE, TOUCHING EVERY HEART [ Tu es là, touchant tous les cœurs ] 
10-  I WORSHIP YOU, I WORSHIP YOU  [ Nous T'adorons, nous T'adorons ] 
11-  YOU ARE HERE, HEALING EVERY HEART [ Tu es là, guérissant les cœurs ] 
12-  I WORSHIP YOU, I WORSHIP YOU  [ Nous T'adorons, nous T'adorons ] 
13-  YOU ARE HERE, TURNING LIVES AROUND  [ Tu es là, Tu bouleverses nos vies ] 
14-  I WORSHIP YOU, I WORSHIP YOU  [ Nous T'adorons, nous T'adorons ] 
15-  YOU ARE HERE, MENDING EVERY HEART [ Tu es là réparant nos cœurs ] 
16-  I WORSHIP YOU, I WORSHIP YOU  [ Nous T'adorons, nous T'adorons ] 
</a:t>
            </a: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3 :
17-  YOU WIPE AWAY ALL TEARS  [ Tu essuies toutes larmes ] 
18-  YOU MEND THE BROKEN HEART  [ Tu répares les cœurs brisés ] 
19-  YOU'RE THE ANSWER TO IT ALL [ Tu es la réponse à toute chose ] 
20-  JESUS  [ Jésus ]                                                                                            x2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4 :
21-  YOU ARE HERE, TOUCHING EVERY LIFE  [ Tu es là, touchant chaque vie ] 
22-  I WORSHIP YOU, I WORSHIP YOU  [ Nous T'adorons, nous T'adorons ] 
23-  YOU ARE HERE, MEETING EVERY NEED  [ Tu es là, comblant tout besoin ] 
24-  I WORSHIP YOU, I WORSHIP YOU  [ Nous T'adorons, nous T'adorons ] 
Pont :
25-  HE’S WORKING  [ Il agit ]   ( Boucle )
26-  IN MY FAVOR  [ en ma faveur ] ( Boucle )
27-  HE’S WORKING IN MY FAVOR  [ Il agit en ma faveur ]  x2
28-  ALL THINGS ARE WORKING FOR MY GOOD  [ Et toutes choses concourent à mon bien ] 
29-  HE’S WORKING IN YOUR FAVOR  [ Il agit en ta faveur ]  x2
30-  ALL THINGS  [ Et toutes choses ] 
31-  ARE WORKING FOR YOUR GOOD  [ Concourent à ton bien ] 
32-  HE’S WORKING FOR MY GOOD  [ Il agit pour mon bien ] 
</a:t>
            </a:r>
            <a:endParaRPr lang="fr-F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s-ES" smtClean="0"/>
              <a:t>Couplet 1 :</a:t>
            </a:r>
          </a:p>
          <a:p>
            <a:r>
              <a:rPr lang="es-ES" smtClean="0"/>
              <a:t>1-  YOU ARE HERE, MOVING IN OUR MIDST [ Tu es là, présent parmi nous ]  
2-  I WORSHIP YOU, I WORSHIP YOU  [ Nous T'adorons, nous T'adorons ] 
3-  YOU ARE HERE, WORKING IN THIS PLACE [ Tu es là, présent parmi nous ] 
4-  I WORSHIP YOU, I WORSHIP YOU  [ Nous T'adorons, nous T'adorons ]                x2
</a:t>
            </a:r>
          </a:p>
          <a:p>
            <a:r>
              <a:rPr lang="es-ES" smtClean="0"/>
              <a:t>	Refrain :
	5-  WAY MAKER, MIRACLE WORKER [ Tu fais un chemin, opères des miracles ] 
	6-  PROMISE KEEPER [ Tu tiens Tes promesses ] 
	7-  LIGHT IN THE DARKNESS [ Lumière dans les ténèbres ] 
	8-  MY GOD, THAT IS WHO YOU ARE [ Mon Dieu, voici qui Tu es ]                               x2</a:t>
            </a:r>
          </a:p>
          <a:p>
            <a:endParaRPr lang="es-ES" smtClean="0"/>
          </a:p>
          <a:p>
            <a:r>
              <a:rPr lang="es-ES" smtClean="0"/>
              <a:t>Couplet 2 :
9-  YOU ARE HERE, TOUCHING EVERY HEART [ Tu es là, touchant tous les cœurs ] 
10-  I WORSHIP YOU, I WORSHIP YOU  [ Nous T'adorons, nous T'adorons ] 
11-  YOU ARE HERE, HEALING EVERY HEART [ Tu es là, guérissant les cœurs ] 
12-  I WORSHIP YOU, I WORSHIP YOU  [ Nous T'adorons, nous T'adorons ] 
13-  YOU ARE HERE, TURNING LIVES AROUND  [ Tu es là, Tu bouleverses nos vies ] 
14-  I WORSHIP YOU, I WORSHIP YOU  [ Nous T'adorons, nous T'adorons ] 
15-  YOU ARE HERE, MENDING EVERY HEART [ Tu es là réparant nos cœurs ] 
16-  I WORSHIP YOU, I WORSHIP YOU  [ Nous T'adorons, nous T'adorons ] 
</a:t>
            </a:r>
          </a:p>
          <a:p>
            <a:r>
              <a:rPr lang="es-ES" smtClean="0"/>
              <a:t>	Refrain :</a:t>
            </a:r>
          </a:p>
          <a:p>
            <a:endParaRPr lang="es-ES" smtClean="0"/>
          </a:p>
          <a:p>
            <a:r>
              <a:rPr lang="es-ES" smtClean="0"/>
              <a:t>Couplet 3 :
17-  YOU WIPE AWAY ALL TEARS  [ Tu essuies toutes larmes ] 
18-  YOU MEND THE BROKEN HEART  [ Tu répares les cœurs brisés ] 
19-  YOU'RE THE ANSWER TO IT ALL [ Tu es la réponse à toute chose ] 
20-  JESUS  [ Jésus ]                                                                                            x2</a:t>
            </a:r>
          </a:p>
          <a:p>
            <a:endParaRPr lang="es-ES" smtClean="0"/>
          </a:p>
          <a:p>
            <a:r>
              <a:rPr lang="es-ES" smtClean="0"/>
              <a:t>	Refrain :</a:t>
            </a:r>
          </a:p>
          <a:p>
            <a:endParaRPr lang="es-ES" smtClean="0"/>
          </a:p>
          <a:p>
            <a:r>
              <a:rPr lang="es-ES" smtClean="0"/>
              <a:t>Couplet 4 :
21-  YOU ARE HERE, TOUCHING EVERY LIFE  [ Tu es là, touchant chaque vie ] 
22-  I WORSHIP YOU, I WORSHIP YOU  [ Nous T'adorons, nous T'adorons ] 
23-  YOU ARE HERE, MEETING EVERY NEED  [ Tu es là, comblant tout besoin ] 
24-  I WORSHIP YOU, I WORSHIP YOU  [ Nous T'adorons, nous T'adorons ] 
Pont :
25-  HE’S WORKING  [ Il agit ]   ( Boucle )
26-  IN MY FAVOR  [ en ma faveur ] ( Boucle )
27-  HE’S WORKING IN MY FAVOR  [ Il agit en ma faveur ]  x2
28-  ALL THINGS ARE WORKING FOR MY GOOD  [ Et toutes choses concourent à mon bien ] 
29-  HE’S WORKING IN YOUR FAVOR  [ Il agit en ta faveur ]  x2
30-  ALL THINGS  [ Et toutes choses ] 
31-  ARE WORKING FOR YOUR GOOD  [ Concourent à ton bien ] 
32-  HE’S WORKING FOR MY GOOD  [ Il agit pour mon bien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6709010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YOU ARE HERE, MOVING IN OUR MIDST [ Tu es là, présent parmi nous ]  
2-  I WORSHIP YOU, I WORSHIP YOU  [ Nous T'adorons, nous T'adorons ] 
3-  YOU ARE HERE, WORKING IN THIS PLACE [ Tu es là, présent parmi nous ] 
4-  I WORSHIP YOU, I WORSHIP YOU  [ Nous T'adorons, nous T'adorons ]                x2
</a:t>
            </a: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
	5-  WAY MAKER, MIRACLE WORKER [ Tu fais un chemin, opères des miracles ] 
	6-  PROMISE KEEPER [ Tu tiens Tes promesses ] 
	7-  LIGHT IN THE DARKNESS [ Lumière dans les ténèbres ] 
	8-  MY GOD, THAT IS WHO YOU ARE [ Mon Dieu, voici qui Tu es ]                               x2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 :
9-  YOU ARE HERE, TOUCHING EVERY HEART [ Tu es là, touchant tous les cœurs ] 
10-  I WORSHIP YOU, I WORSHIP YOU  [ Nous T'adorons, nous T'adorons ] 
11-  YOU ARE HERE, HEALING EVERY HEART [ Tu es là, guérissant les cœurs ] 
12-  I WORSHIP YOU, I WORSHIP YOU  [ Nous T'adorons, nous T'adorons ] 
13-  YOU ARE HERE, TURNING LIVES AROUND  [ Tu es là, Tu bouleverses nos vies ] 
14-  I WORSHIP YOU, I WORSHIP YOU  [ Nous T'adorons, nous T'adorons ] 
15-  YOU ARE HERE, MENDING EVERY HEART [ Tu es là réparant nos cœurs ] 
16-  I WORSHIP YOU, I WORSHIP YOU  [ Nous T'adorons, nous T'adorons ] 
</a:t>
            </a: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3 :
17-  YOU WIPE AWAY ALL TEARS  [ Tu essuies toutes larmes ] 
18-  YOU MEND THE BROKEN HEART  [ Tu répares les cœurs brisés ] 
19-  YOU'RE THE ANSWER TO IT ALL [ Tu es la réponse à toute chose ] 
20-  JESUS  [ Jésus ]                                                                                            x2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4 :
21-  YOU ARE HERE, TOUCHING EVERY LIFE  [ Tu es là, touchant chaque vie ] 
22-  I WORSHIP YOU, I WORSHIP YOU  [ Nous T'adorons, nous T'adorons ] 
23-  YOU ARE HERE, MEETING EVERY NEED  [ Tu es là, comblant tout besoin ] 
24-  I WORSHIP YOU, I WORSHIP YOU  [ Nous T'adorons, nous T'adorons ] 
Pont :
25-  HE’S WORKING  [ Il agit ]   ( Boucle )
26-  IN MY FAVOR  [ en ma faveur ] ( Boucle )
27-  HE’S WORKING IN MY FAVOR  [ Il agit en ma faveur ]  x2
28-  ALL THINGS ARE WORKING FOR MY GOOD  [ Et toutes choses concourent à mon bien ] 
29-  HE’S WORKING IN YOUR FAVOR  [ Il agit en ta faveur ]  x2
30-  ALL THINGS  [ Et toutes choses ] 
31-  ARE WORKING FOR YOUR GOOD  [ Concourent à ton bien ] 
32-  HE’S WORKING FOR MY GOOD  [ Il agit pour mon bien ] 
</a:t>
            </a:r>
            <a:endParaRPr lang="fr-F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s-ES" smtClean="0"/>
              <a:t>Couplet 1 :</a:t>
            </a:r>
          </a:p>
          <a:p>
            <a:r>
              <a:rPr lang="es-ES" smtClean="0"/>
              <a:t>1-  YOU ARE HERE, MOVING IN OUR MIDST [ Tu es là, présent parmi nous ]  
2-  I WORSHIP YOU, I WORSHIP YOU  [ Nous T'adorons, nous T'adorons ] 
3-  YOU ARE HERE, WORKING IN THIS PLACE [ Tu es là, présent parmi nous ] 
4-  I WORSHIP YOU, I WORSHIP YOU  [ Nous T'adorons, nous T'adorons ]                x2
</a:t>
            </a:r>
          </a:p>
          <a:p>
            <a:r>
              <a:rPr lang="es-ES" smtClean="0"/>
              <a:t>	Refrain :
	5-  WAY MAKER, MIRACLE WORKER [ Tu fais un chemin, opères des miracles ] 
	6-  PROMISE KEEPER [ Tu tiens Tes promesses ] 
	7-  LIGHT IN THE DARKNESS [ Lumière dans les ténèbres ] 
	8-  MY GOD, THAT IS WHO YOU ARE [ Mon Dieu, voici qui Tu es ]                               x2</a:t>
            </a:r>
          </a:p>
          <a:p>
            <a:endParaRPr lang="es-ES" smtClean="0"/>
          </a:p>
          <a:p>
            <a:r>
              <a:rPr lang="es-ES" smtClean="0"/>
              <a:t>Couplet 2 :
9-  YOU ARE HERE, TOUCHING EVERY HEART [ Tu es là, touchant tous les cœurs ] 
10-  I WORSHIP YOU, I WORSHIP YOU  [ Nous T'adorons, nous T'adorons ] 
11-  YOU ARE HERE, HEALING EVERY HEART [ Tu es là, guérissant les cœurs ] 
12-  I WORSHIP YOU, I WORSHIP YOU  [ Nous T'adorons, nous T'adorons ] 
13-  YOU ARE HERE, TURNING LIVES AROUND  [ Tu es là, Tu bouleverses nos vies ] 
14-  I WORSHIP YOU, I WORSHIP YOU  [ Nous T'adorons, nous T'adorons ] 
15-  YOU ARE HERE, MENDING EVERY HEART [ Tu es là réparant nos cœurs ] 
16-  I WORSHIP YOU, I WORSHIP YOU  [ Nous T'adorons, nous T'adorons ] 
</a:t>
            </a:r>
          </a:p>
          <a:p>
            <a:r>
              <a:rPr lang="es-ES" smtClean="0"/>
              <a:t>	Refrain :</a:t>
            </a:r>
          </a:p>
          <a:p>
            <a:endParaRPr lang="es-ES" smtClean="0"/>
          </a:p>
          <a:p>
            <a:r>
              <a:rPr lang="es-ES" smtClean="0"/>
              <a:t>Couplet 3 :
17-  YOU WIPE AWAY ALL TEARS  [ Tu essuies toutes larmes ] 
18-  YOU MEND THE BROKEN HEART  [ Tu répares les cœurs brisés ] 
19-  YOU'RE THE ANSWER TO IT ALL [ Tu es la réponse à toute chose ] 
20-  JESUS  [ Jésus ]                                                                                            x2</a:t>
            </a:r>
          </a:p>
          <a:p>
            <a:endParaRPr lang="es-ES" smtClean="0"/>
          </a:p>
          <a:p>
            <a:r>
              <a:rPr lang="es-ES" smtClean="0"/>
              <a:t>	Refrain :</a:t>
            </a:r>
          </a:p>
          <a:p>
            <a:endParaRPr lang="es-ES" smtClean="0"/>
          </a:p>
          <a:p>
            <a:r>
              <a:rPr lang="es-ES" smtClean="0"/>
              <a:t>Couplet 4 :
21-  YOU ARE HERE, TOUCHING EVERY LIFE  [ Tu es là, touchant chaque vie ] 
22-  I WORSHIP YOU, I WORSHIP YOU  [ Nous T'adorons, nous T'adorons ] 
23-  YOU ARE HERE, MEETING EVERY NEED  [ Tu es là, comblant tout besoin ] 
24-  I WORSHIP YOU, I WORSHIP YOU  [ Nous T'adorons, nous T'adorons ] 
Pont :
25-  HE’S WORKING  [ Il agit ]   ( Boucle )
26-  IN MY FAVOR  [ en ma faveur ] ( Boucle )
27-  HE’S WORKING IN MY FAVOR  [ Il agit en ma faveur ]  x2
28-  ALL THINGS ARE WORKING FOR MY GOOD  [ Et toutes choses concourent à mon bien ] 
29-  HE’S WORKING IN YOUR FAVOR  [ Il agit en ta faveur ]  x2
30-  ALL THINGS  [ Et toutes choses ] 
31-  ARE WORKING FOR YOUR GOOD  [ Concourent à ton bien ] 
32-  HE’S WORKING FOR MY GOOD  [ Il agit pour mon bien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0560870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YOU ARE HERE, MOVING IN OUR MIDST [ Tu es là, présent parmi nous ]  
2-  I WORSHIP YOU, I WORSHIP YOU  [ Nous T'adorons, nous T'adorons ] 
3-  YOU ARE HERE, WORKING IN THIS PLACE [ Tu es là, présent parmi nous ] 
4-  I WORSHIP YOU, I WORSHIP YOU  [ Nous T'adorons, nous T'adorons ]                x2
</a:t>
            </a: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
	5-  WAY MAKER, MIRACLE WORKER [ Tu fais un chemin, opères des miracles ] 
	6-  PROMISE KEEPER [ Tu tiens Tes promesses ] 
	7-  LIGHT IN THE DARKNESS [ Lumière dans les ténèbres ] 
	8-  MY GOD, THAT IS WHO YOU ARE [ Mon Dieu, voici qui Tu es ]                               x2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 :
9-  YOU ARE HERE, TOUCHING EVERY HEART [ Tu es là, touchant tous les cœurs ] 
10-  I WORSHIP YOU, I WORSHIP YOU  [ Nous T'adorons, nous T'adorons ] 
11-  YOU ARE HERE, HEALING EVERY HEART [ Tu es là, guérissant les cœurs ] 
12-  I WORSHIP YOU, I WORSHIP YOU  [ Nous T'adorons, nous T'adorons ] 
13-  YOU ARE HERE, TURNING LIVES AROUND  [ Tu es là, Tu bouleverses nos vies ] 
14-  I WORSHIP YOU, I WORSHIP YOU  [ Nous T'adorons, nous T'adorons ] 
15-  YOU ARE HERE, MENDING EVERY HEART [ Tu es là réparant nos cœurs ] 
16-  I WORSHIP YOU, I WORSHIP YOU  [ Nous T'adorons, nous T'adorons ] 
</a:t>
            </a: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3 :
17-  YOU WIPE AWAY ALL TEARS  [ Tu essuies toutes larmes ] 
18-  YOU MEND THE BROKEN HEART  [ Tu répares les cœurs brisés ] 
19-  YOU'RE THE ANSWER TO IT ALL [ Tu es la réponse à toute chose ] 
20-  JESUS  [ Jésus ]                                                                                            x2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4 :
21-  YOU ARE HERE, TOUCHING EVERY LIFE  [ Tu es là, touchant chaque vie ] 
22-  I WORSHIP YOU, I WORSHIP YOU  [ Nous T'adorons, nous T'adorons ] 
23-  YOU ARE HERE, MEETING EVERY NEED  [ Tu es là, comblant tout besoin ] 
24-  I WORSHIP YOU, I WORSHIP YOU  [ Nous T'adorons, nous T'adorons ] 
Pont :
25-  HE’S WORKING  [ Il agit ]   ( Boucle )
26-  IN MY FAVOR  [ en ma faveur ] ( Boucle )
27-  HE’S WORKING IN MY FAVOR  [ Il agit en ma faveur ]  x2
28-  ALL THINGS ARE WORKING FOR MY GOOD  [ Et toutes choses concourent à mon bien ] 
29-  HE’S WORKING IN YOUR FAVOR  [ Il agit en ta faveur ]  x2
30-  ALL THINGS  [ Et toutes choses ] 
31-  ARE WORKING FOR YOUR GOOD  [ Concourent à ton bien ] 
32-  HE’S WORKING FOR MY GOOD  [ Il agit pour mon bien ] 
</a:t>
            </a:r>
            <a:endParaRPr lang="fr-F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s-ES" smtClean="0"/>
              <a:t>Couplet 1 :</a:t>
            </a:r>
          </a:p>
          <a:p>
            <a:r>
              <a:rPr lang="es-ES" smtClean="0"/>
              <a:t>1-  YOU ARE HERE, MOVING IN OUR MIDST [ Tu es là, présent parmi nous ]  
2-  I WORSHIP YOU, I WORSHIP YOU  [ Nous T'adorons, nous T'adorons ] 
3-  YOU ARE HERE, WORKING IN THIS PLACE [ Tu es là, présent parmi nous ] 
4-  I WORSHIP YOU, I WORSHIP YOU  [ Nous T'adorons, nous T'adorons ]                x2
</a:t>
            </a:r>
          </a:p>
          <a:p>
            <a:r>
              <a:rPr lang="es-ES" smtClean="0"/>
              <a:t>	Refrain :
	5-  WAY MAKER, MIRACLE WORKER [ Tu fais un chemin, opères des miracles ] 
	6-  PROMISE KEEPER [ Tu tiens Tes promesses ] 
	7-  LIGHT IN THE DARKNESS [ Lumière dans les ténèbres ] 
	8-  MY GOD, THAT IS WHO YOU ARE [ Mon Dieu, voici qui Tu es ]                               x2</a:t>
            </a:r>
          </a:p>
          <a:p>
            <a:endParaRPr lang="es-ES" smtClean="0"/>
          </a:p>
          <a:p>
            <a:r>
              <a:rPr lang="es-ES" smtClean="0"/>
              <a:t>Couplet 2 :
9-  YOU ARE HERE, TOUCHING EVERY HEART [ Tu es là, touchant tous les cœurs ] 
10-  I WORSHIP YOU, I WORSHIP YOU  [ Nous T'adorons, nous T'adorons ] 
11-  YOU ARE HERE, HEALING EVERY HEART [ Tu es là, guérissant les cœurs ] 
12-  I WORSHIP YOU, I WORSHIP YOU  [ Nous T'adorons, nous T'adorons ] 
13-  YOU ARE HERE, TURNING LIVES AROUND  [ Tu es là, Tu bouleverses nos vies ] 
14-  I WORSHIP YOU, I WORSHIP YOU  [ Nous T'adorons, nous T'adorons ] 
15-  YOU ARE HERE, MENDING EVERY HEART [ Tu es là réparant nos cœurs ] 
16-  I WORSHIP YOU, I WORSHIP YOU  [ Nous T'adorons, nous T'adorons ] 
</a:t>
            </a:r>
          </a:p>
          <a:p>
            <a:r>
              <a:rPr lang="es-ES" smtClean="0"/>
              <a:t>	Refrain :</a:t>
            </a:r>
          </a:p>
          <a:p>
            <a:endParaRPr lang="es-ES" smtClean="0"/>
          </a:p>
          <a:p>
            <a:r>
              <a:rPr lang="es-ES" smtClean="0"/>
              <a:t>Couplet 3 :
17-  YOU WIPE AWAY ALL TEARS  [ Tu essuies toutes larmes ] 
18-  YOU MEND THE BROKEN HEART  [ Tu répares les cœurs brisés ] 
19-  YOU'RE THE ANSWER TO IT ALL [ Tu es la réponse à toute chose ] 
20-  JESUS  [ Jésus ]                                                                                            x2</a:t>
            </a:r>
          </a:p>
          <a:p>
            <a:endParaRPr lang="es-ES" smtClean="0"/>
          </a:p>
          <a:p>
            <a:r>
              <a:rPr lang="es-ES" smtClean="0"/>
              <a:t>	Refrain :</a:t>
            </a:r>
          </a:p>
          <a:p>
            <a:endParaRPr lang="es-ES" smtClean="0"/>
          </a:p>
          <a:p>
            <a:r>
              <a:rPr lang="es-ES" smtClean="0"/>
              <a:t>Couplet 4 :
21-  YOU ARE HERE, TOUCHING EVERY LIFE  [ Tu es là, touchant chaque vie ] 
22-  I WORSHIP YOU, I WORSHIP YOU  [ Nous T'adorons, nous T'adorons ] 
23-  YOU ARE HERE, MEETING EVERY NEED  [ Tu es là, comblant tout besoin ] 
24-  I WORSHIP YOU, I WORSHIP YOU  [ Nous T'adorons, nous T'adorons ] 
Pont :
25-  HE’S WORKING  [ Il agit ]   ( Boucle )
26-  IN MY FAVOR  [ en ma faveur ] ( Boucle )
27-  HE’S WORKING IN MY FAVOR  [ Il agit en ma faveur ]  x2
28-  ALL THINGS ARE WORKING FOR MY GOOD  [ Et toutes choses concourent à mon bien ] 
29-  HE’S WORKING IN YOUR FAVOR  [ Il agit en ta faveur ]  x2
30-  ALL THINGS  [ Et toutes choses ] 
31-  ARE WORKING FOR YOUR GOOD  [ Concourent à ton bien ] 
32-  HE’S WORKING FOR MY GOOD  [ Il agit pour mon bien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2440746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YOU ARE HERE, MOVING IN OUR MIDST [ Tu es là, présent parmi nous ]  
2-  I WORSHIP YOU, I WORSHIP YOU  [ Nous T'adorons, nous T'adorons ] 
3-  YOU ARE HERE, WORKING IN THIS PLACE [ Tu es là, présent parmi nous ] 
4-  I WORSHIP YOU, I WORSHIP YOU  [ Nous T'adorons, nous T'adorons ]                x2
</a:t>
            </a: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
	5-  WAY MAKER, MIRACLE WORKER [ Tu fais un chemin, opères des miracles ] 
	6-  PROMISE KEEPER [ Tu tiens Tes promesses ] 
	7-  LIGHT IN THE DARKNESS [ Lumière dans les ténèbres ] 
	8-  MY GOD, THAT IS WHO YOU ARE [ Mon Dieu, voici qui Tu es ]                               x2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 :
9-  YOU ARE HERE, TOUCHING EVERY HEART [ Tu es là, touchant tous les cœurs ] 
10-  I WORSHIP YOU, I WORSHIP YOU  [ Nous T'adorons, nous T'adorons ] 
11-  YOU ARE HERE, HEALING EVERY HEART [ Tu es là, guérissant les cœurs ] 
12-  I WORSHIP YOU, I WORSHIP YOU  [ Nous T'adorons, nous T'adorons ] 
13-  YOU ARE HERE, TURNING LIVES AROUND  [ Tu es là, Tu bouleverses nos vies ] 
14-  I WORSHIP YOU, I WORSHIP YOU  [ Nous T'adorons, nous T'adorons ] 
15-  YOU ARE HERE, MENDING EVERY HEART [ Tu es là réparant nos cœurs ] 
16-  I WORSHIP YOU, I WORSHIP YOU  [ Nous T'adorons, nous T'adorons ] 
</a:t>
            </a: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3 :
17-  YOU WIPE AWAY ALL TEARS  [ Tu essuies toutes larmes ] 
18-  YOU MEND THE BROKEN HEART  [ Tu répares les cœurs brisés ] 
19-  YOU'RE THE ANSWER TO IT ALL [ Tu es la réponse à toute chose ] 
20-  JESUS  [ Jésus ]                                                                                            x2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4 :
21-  YOU ARE HERE, TOUCHING EVERY LIFE  [ Tu es là, touchant chaque vie ] 
22-  I WORSHIP YOU, I WORSHIP YOU  [ Nous T'adorons, nous T'adorons ] 
23-  YOU ARE HERE, MEETING EVERY NEED  [ Tu es là, comblant tout besoin ] 
24-  I WORSHIP YOU, I WORSHIP YOU  [ Nous T'adorons, nous T'adorons ] 
Pont :
25-  HE’S WORKING  [ Il agit ]   ( Boucle )
26-  IN MY FAVOR  [ en ma faveur ] ( Boucle )
27-  HE’S WORKING IN MY FAVOR  [ Il agit en ma faveur ]  x2
28-  ALL THINGS ARE WORKING FOR MY GOOD  [ Et toutes choses concourent à mon bien ] 
29-  HE’S WORKING IN YOUR FAVOR  [ Il agit en ta faveur ]  x2
30-  ALL THINGS  [ Et toutes choses ] 
31-  ARE WORKING FOR YOUR GOOD  [ Concourent à ton bien ] 
32-  HE’S WORKING FOR MY GOOD  [ Il agit pour mon bien ] 
</a:t>
            </a:r>
            <a:endParaRPr lang="fr-F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s-ES" smtClean="0"/>
              <a:t>Couplet 1 :</a:t>
            </a:r>
          </a:p>
          <a:p>
            <a:r>
              <a:rPr lang="es-ES" smtClean="0"/>
              <a:t>1-  YOU ARE HERE, MOVING IN OUR MIDST [ Tu es là, présent parmi nous ]  
2-  I WORSHIP YOU, I WORSHIP YOU  [ Nous T'adorons, nous T'adorons ] 
3-  YOU ARE HERE, WORKING IN THIS PLACE [ Tu es là, présent parmi nous ] 
4-  I WORSHIP YOU, I WORSHIP YOU  [ Nous T'adorons, nous T'adorons ]                x2
</a:t>
            </a:r>
          </a:p>
          <a:p>
            <a:r>
              <a:rPr lang="es-ES" smtClean="0"/>
              <a:t>	Refrain :
	5-  WAY MAKER, MIRACLE WORKER [ Tu fais un chemin, opères des miracles ] 
	6-  PROMISE KEEPER [ Tu tiens Tes promesses ] 
	7-  LIGHT IN THE DARKNESS [ Lumière dans les ténèbres ] 
	8-  MY GOD, THAT IS WHO YOU ARE [ Mon Dieu, voici qui Tu es ]                               x2</a:t>
            </a:r>
          </a:p>
          <a:p>
            <a:endParaRPr lang="es-ES" smtClean="0"/>
          </a:p>
          <a:p>
            <a:r>
              <a:rPr lang="es-ES" smtClean="0"/>
              <a:t>Couplet 2 :
9-  YOU ARE HERE, TOUCHING EVERY HEART [ Tu es là, touchant tous les cœurs ] 
10-  I WORSHIP YOU, I WORSHIP YOU  [ Nous T'adorons, nous T'adorons ] 
11-  YOU ARE HERE, HEALING EVERY HEART [ Tu es là, guérissant les cœurs ] 
12-  I WORSHIP YOU, I WORSHIP YOU  [ Nous T'adorons, nous T'adorons ] 
13-  YOU ARE HERE, TURNING LIVES AROUND  [ Tu es là, Tu bouleverses nos vies ] 
14-  I WORSHIP YOU, I WORSHIP YOU  [ Nous T'adorons, nous T'adorons ] 
15-  YOU ARE HERE, MENDING EVERY HEART [ Tu es là réparant nos cœurs ] 
16-  I WORSHIP YOU, I WORSHIP YOU  [ Nous T'adorons, nous T'adorons ] 
</a:t>
            </a:r>
          </a:p>
          <a:p>
            <a:r>
              <a:rPr lang="es-ES" smtClean="0"/>
              <a:t>	Refrain :</a:t>
            </a:r>
          </a:p>
          <a:p>
            <a:endParaRPr lang="es-ES" smtClean="0"/>
          </a:p>
          <a:p>
            <a:r>
              <a:rPr lang="es-ES" smtClean="0"/>
              <a:t>Couplet 3 :
17-  YOU WIPE AWAY ALL TEARS  [ Tu essuies toutes larmes ] 
18-  YOU MEND THE BROKEN HEART  [ Tu répares les cœurs brisés ] 
19-  YOU'RE THE ANSWER TO IT ALL [ Tu es la réponse à toute chose ] 
20-  JESUS  [ Jésus ]                                                                                            x2</a:t>
            </a:r>
          </a:p>
          <a:p>
            <a:endParaRPr lang="es-ES" smtClean="0"/>
          </a:p>
          <a:p>
            <a:r>
              <a:rPr lang="es-ES" smtClean="0"/>
              <a:t>	Refrain :</a:t>
            </a:r>
          </a:p>
          <a:p>
            <a:endParaRPr lang="es-ES" smtClean="0"/>
          </a:p>
          <a:p>
            <a:r>
              <a:rPr lang="es-ES" smtClean="0"/>
              <a:t>Couplet 4 :
21-  YOU ARE HERE, TOUCHING EVERY LIFE  [ Tu es là, touchant chaque vie ] 
22-  I WORSHIP YOU, I WORSHIP YOU  [ Nous T'adorons, nous T'adorons ] 
23-  YOU ARE HERE, MEETING EVERY NEED  [ Tu es là, comblant tout besoin ] 
24-  I WORSHIP YOU, I WORSHIP YOU  [ Nous T'adorons, nous T'adorons ] 
Pont :
25-  HE’S WORKING  [ Il agit ]   ( Boucle )
26-  IN MY FAVOR  [ en ma faveur ] ( Boucle )
27-  HE’S WORKING IN MY FAVOR  [ Il agit en ma faveur ]  x2
28-  ALL THINGS ARE WORKING FOR MY GOOD  [ Et toutes choses concourent à mon bien ] 
29-  HE’S WORKING IN YOUR FAVOR  [ Il agit en ta faveur ]  x2
30-  ALL THINGS  [ Et toutes choses ] 
31-  ARE WORKING FOR YOUR GOOD  [ Concourent à ton bien ] 
32-  HE’S WORKING FOR MY GOOD  [ Il agit pour mon bien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6973010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YOU ARE HERE, MOVING IN OUR MIDST [ Tu es là, présent parmi nous ]  
2-  I WORSHIP YOU, I WORSHIP YOU  [ Nous T'adorons, nous T'adorons ] 
3-  YOU ARE HERE, WORKING IN THIS PLACE [ Tu es là, présent parmi nous ] 
4-  I WORSHIP YOU, I WORSHIP YOU  [ Nous T'adorons, nous T'adorons ]                x2
</a:t>
            </a: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
	5-  WAY MAKER, MIRACLE WORKER [ Tu fais un chemin, opères des miracles ] 
	6-  PROMISE KEEPER [ Tu tiens Tes promesses ] 
	7-  LIGHT IN THE DARKNESS [ Lumière dans les ténèbres ] 
	8-  MY GOD, THAT IS WHO YOU ARE [ Mon Dieu, voici qui Tu es ]                               x2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 :
9-  YOU ARE HERE, TOUCHING EVERY HEART [ Tu es là, touchant tous les cœurs ] 
10-  I WORSHIP YOU, I WORSHIP YOU  [ Nous T'adorons, nous T'adorons ] 
11-  YOU ARE HERE, HEALING EVERY HEART [ Tu es là, guérissant les cœurs ] 
12-  I WORSHIP YOU, I WORSHIP YOU  [ Nous T'adorons, nous T'adorons ] 
13-  YOU ARE HERE, TURNING LIVES AROUND  [ Tu es là, Tu bouleverses nos vies ] 
14-  I WORSHIP YOU, I WORSHIP YOU  [ Nous T'adorons, nous T'adorons ] 
15-  YOU ARE HERE, MENDING EVERY HEART [ Tu es là réparant nos cœurs ] 
16-  I WORSHIP YOU, I WORSHIP YOU  [ Nous T'adorons, nous T'adorons ] 
</a:t>
            </a: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3 :
17-  YOU WIPE AWAY ALL TEARS  [ Tu essuies toutes larmes ] 
18-  YOU MEND THE BROKEN HEART  [ Tu répares les cœurs brisés ] 
19-  YOU'RE THE ANSWER TO IT ALL [ Tu es la réponse à toute chose ] 
20-  JESUS  [ Jésus ]                                                                                            x2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4 :
21-  YOU ARE HERE, TOUCHING EVERY LIFE  [ Tu es là, touchant chaque vie ] 
22-  I WORSHIP YOU, I WORSHIP YOU  [ Nous T'adorons, nous T'adorons ] 
23-  YOU ARE HERE, MEETING EVERY NEED  [ Tu es là, comblant tout besoin ] 
24-  I WORSHIP YOU, I WORSHIP YOU  [ Nous T'adorons, nous T'adorons ] 
Pont :
25-  HE’S WORKING  [ Il agit ]   ( Boucle )
26-  IN MY FAVOR  [ en ma faveur ] ( Boucle )
27-  HE’S WORKING IN MY FAVOR  [ Il agit en ma faveur ]  x2
28-  ALL THINGS ARE WORKING FOR MY GOOD  [ Et toutes choses concourent à mon bien ] 
29-  HE’S WORKING IN YOUR FAVOR  [ Il agit en ta faveur ]  x2
30-  ALL THINGS  [ Et toutes choses ] 
31-  ARE WORKING FOR YOUR GOOD  [ Concourent à ton bien ] 
32-  HE’S WORKING FOR MY GOOD  [ Il agit pour mon bien ] 
</a:t>
            </a:r>
            <a:endParaRPr lang="fr-F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s-ES" smtClean="0"/>
              <a:t>Couplet 1 :</a:t>
            </a:r>
          </a:p>
          <a:p>
            <a:r>
              <a:rPr lang="es-ES" smtClean="0"/>
              <a:t>1-  YOU ARE HERE, MOVING IN OUR MIDST [ Tu es là, présent parmi nous ]  
2-  I WORSHIP YOU, I WORSHIP YOU  [ Nous T'adorons, nous T'adorons ] 
3-  YOU ARE HERE, WORKING IN THIS PLACE [ Tu es là, présent parmi nous ] 
4-  I WORSHIP YOU, I WORSHIP YOU  [ Nous T'adorons, nous T'adorons ]                x2
</a:t>
            </a:r>
          </a:p>
          <a:p>
            <a:r>
              <a:rPr lang="es-ES" smtClean="0"/>
              <a:t>	Refrain :
	5-  WAY MAKER, MIRACLE WORKER [ Tu fais un chemin, opères des miracles ] 
	6-  PROMISE KEEPER [ Tu tiens Tes promesses ] 
	7-  LIGHT IN THE DARKNESS [ Lumière dans les ténèbres ] 
	8-  MY GOD, THAT IS WHO YOU ARE [ Mon Dieu, voici qui Tu es ]                               x2</a:t>
            </a:r>
          </a:p>
          <a:p>
            <a:endParaRPr lang="es-ES" smtClean="0"/>
          </a:p>
          <a:p>
            <a:r>
              <a:rPr lang="es-ES" smtClean="0"/>
              <a:t>Couplet 2 :
9-  YOU ARE HERE, TOUCHING EVERY HEART [ Tu es là, touchant tous les cœurs ] 
10-  I WORSHIP YOU, I WORSHIP YOU  [ Nous T'adorons, nous T'adorons ] 
11-  YOU ARE HERE, HEALING EVERY HEART [ Tu es là, guérissant les cœurs ] 
12-  I WORSHIP YOU, I WORSHIP YOU  [ Nous T'adorons, nous T'adorons ] 
13-  YOU ARE HERE, TURNING LIVES AROUND  [ Tu es là, Tu bouleverses nos vies ] 
14-  I WORSHIP YOU, I WORSHIP YOU  [ Nous T'adorons, nous T'adorons ] 
15-  YOU ARE HERE, MENDING EVERY HEART [ Tu es là réparant nos cœurs ] 
16-  I WORSHIP YOU, I WORSHIP YOU  [ Nous T'adorons, nous T'adorons ] 
</a:t>
            </a:r>
          </a:p>
          <a:p>
            <a:r>
              <a:rPr lang="es-ES" smtClean="0"/>
              <a:t>	Refrain :</a:t>
            </a:r>
          </a:p>
          <a:p>
            <a:endParaRPr lang="es-ES" smtClean="0"/>
          </a:p>
          <a:p>
            <a:r>
              <a:rPr lang="es-ES" smtClean="0"/>
              <a:t>Couplet 3 :
17-  YOU WIPE AWAY ALL TEARS  [ Tu essuies toutes larmes ] 
18-  YOU MEND THE BROKEN HEART  [ Tu répares les cœurs brisés ] 
19-  YOU'RE THE ANSWER TO IT ALL [ Tu es la réponse à toute chose ] 
20-  JESUS  [ Jésus ]                                                                                            x2</a:t>
            </a:r>
          </a:p>
          <a:p>
            <a:endParaRPr lang="es-ES" smtClean="0"/>
          </a:p>
          <a:p>
            <a:r>
              <a:rPr lang="es-ES" smtClean="0"/>
              <a:t>	Refrain :</a:t>
            </a:r>
          </a:p>
          <a:p>
            <a:endParaRPr lang="es-ES" smtClean="0"/>
          </a:p>
          <a:p>
            <a:r>
              <a:rPr lang="es-ES" smtClean="0"/>
              <a:t>Couplet 4 :
21-  YOU ARE HERE, TOUCHING EVERY LIFE  [ Tu es là, touchant chaque vie ] 
22-  I WORSHIP YOU, I WORSHIP YOU  [ Nous T'adorons, nous T'adorons ] 
23-  YOU ARE HERE, MEETING EVERY NEED  [ Tu es là, comblant tout besoin ] 
24-  I WORSHIP YOU, I WORSHIP YOU  [ Nous T'adorons, nous T'adorons ] 
Pont :
25-  HE’S WORKING  [ Il agit ]   ( Boucle )
26-  IN MY FAVOR  [ en ma faveur ] ( Boucle )
27-  HE’S WORKING IN MY FAVOR  [ Il agit en ma faveur ]  x2
28-  ALL THINGS ARE WORKING FOR MY GOOD  [ Et toutes choses concourent à mon bien ] 
29-  HE’S WORKING IN YOUR FAVOR  [ Il agit en ta faveur ]  x2
30-  ALL THINGS  [ Et toutes choses ] 
31-  ARE WORKING FOR YOUR GOOD  [ Concourent à ton bien ] 
32-  HE’S WORKING FOR MY GOOD  [ Il agit pour mon bien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3412261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YOU ARE HERE, MOVING IN OUR MIDST [ Tu es là, présent parmi nous ]  
2-  I WORSHIP YOU, I WORSHIP YOU  [ Nous T'adorons, nous T'adorons ] 
3-  YOU ARE HERE, WORKING IN THIS PLACE [ Tu es là, présent parmi nous ] 
4-  I WORSHIP YOU, I WORSHIP YOU  [ Nous T'adorons, nous T'adorons ]                x2
</a:t>
            </a: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
	5-  WAY MAKER, MIRACLE WORKER [ Tu fais un chemin, opères des miracles ] 
	6-  PROMISE KEEPER [ Tu tiens Tes promesses ] 
	7-  LIGHT IN THE DARKNESS [ Lumière dans les ténèbres ] 
	8-  MY GOD, THAT IS WHO YOU ARE [ Mon Dieu, voici qui Tu es ]                               x2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 :
9-  YOU ARE HERE, TOUCHING EVERY HEART [ Tu es là, touchant tous les cœurs ] 
10-  I WORSHIP YOU, I WORSHIP YOU  [ Nous T'adorons, nous T'adorons ] 
11-  YOU ARE HERE, HEALING EVERY HEART [ Tu es là, guérissant les cœurs ] 
12-  I WORSHIP YOU, I WORSHIP YOU  [ Nous T'adorons, nous T'adorons ] 
13-  YOU ARE HERE, TURNING LIVES AROUND  [ Tu es là, Tu bouleverses nos vies ] 
14-  I WORSHIP YOU, I WORSHIP YOU  [ Nous T'adorons, nous T'adorons ] 
15-  YOU ARE HERE, MENDING EVERY HEART [ Tu es là réparant nos cœurs ] 
16-  I WORSHIP YOU, I WORSHIP YOU  [ Nous T'adorons, nous T'adorons ] 
</a:t>
            </a: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3 :
17-  YOU WIPE AWAY ALL TEARS  [ Tu essuies toutes larmes ] 
18-  YOU MEND THE BROKEN HEART  [ Tu répares les cœurs brisés ] 
19-  YOU'RE THE ANSWER TO IT ALL [ Tu es la réponse à toute chose ] 
20-  JESUS  [ Jésus ]                                                                                            x2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4 :
21-  YOU ARE HERE, TOUCHING EVERY LIFE  [ Tu es là, touchant chaque vie ] 
22-  I WORSHIP YOU, I WORSHIP YOU  [ Nous T'adorons, nous T'adorons ] 
23-  YOU ARE HERE, MEETING EVERY NEED  [ Tu es là, comblant tout besoin ] 
24-  I WORSHIP YOU, I WORSHIP YOU  [ Nous T'adorons, nous T'adorons ] 
Pont :
25-  HE’S WORKING  [ Il agit ]   ( Boucle )
26-  IN MY FAVOR  [ en ma faveur ] ( Boucle )
27-  HE’S WORKING IN MY FAVOR  [ Il agit en ma faveur ]  x2
28-  ALL THINGS ARE WORKING FOR MY GOOD  [ Et toutes choses concourent à mon bien ] 
29-  HE’S WORKING IN YOUR FAVOR  [ Il agit en ta faveur ]  x2
30-  ALL THINGS  [ Et toutes choses ] 
31-  ARE WORKING FOR YOUR GOOD  [ Concourent à ton bien ] 
32-  HE’S WORKING FOR MY GOOD  [ Il agit pour mon bien ] 
</a:t>
            </a:r>
            <a:endParaRPr lang="fr-F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s-ES" smtClean="0"/>
              <a:t>Couplet 1 :</a:t>
            </a:r>
          </a:p>
          <a:p>
            <a:r>
              <a:rPr lang="es-ES" smtClean="0"/>
              <a:t>1-  YOU ARE HERE, MOVING IN OUR MIDST [ Tu es là, présent parmi nous ]  
2-  I WORSHIP YOU, I WORSHIP YOU  [ Nous T'adorons, nous T'adorons ] 
3-  YOU ARE HERE, WORKING IN THIS PLACE [ Tu es là, présent parmi nous ] 
4-  I WORSHIP YOU, I WORSHIP YOU  [ Nous T'adorons, nous T'adorons ]                x2
</a:t>
            </a:r>
          </a:p>
          <a:p>
            <a:r>
              <a:rPr lang="es-ES" smtClean="0"/>
              <a:t>	Refrain :
	5-  WAY MAKER, MIRACLE WORKER [ Tu fais un chemin, opères des miracles ] 
	6-  PROMISE KEEPER [ Tu tiens Tes promesses ] 
	7-  LIGHT IN THE DARKNESS [ Lumière dans les ténèbres ] 
	8-  MY GOD, THAT IS WHO YOU ARE [ Mon Dieu, voici qui Tu es ]                               x2</a:t>
            </a:r>
          </a:p>
          <a:p>
            <a:endParaRPr lang="es-ES" smtClean="0"/>
          </a:p>
          <a:p>
            <a:r>
              <a:rPr lang="es-ES" smtClean="0"/>
              <a:t>Couplet 2 :
9-  YOU ARE HERE, TOUCHING EVERY HEART [ Tu es là, touchant tous les cœurs ] 
10-  I WORSHIP YOU, I WORSHIP YOU  [ Nous T'adorons, nous T'adorons ] 
11-  YOU ARE HERE, HEALING EVERY HEART [ Tu es là, guérissant les cœurs ] 
12-  I WORSHIP YOU, I WORSHIP YOU  [ Nous T'adorons, nous T'adorons ] 
13-  YOU ARE HERE, TURNING LIVES AROUND  [ Tu es là, Tu bouleverses nos vies ] 
14-  I WORSHIP YOU, I WORSHIP YOU  [ Nous T'adorons, nous T'adorons ] 
15-  YOU ARE HERE, MENDING EVERY HEART [ Tu es là réparant nos cœurs ] 
16-  I WORSHIP YOU, I WORSHIP YOU  [ Nous T'adorons, nous T'adorons ] 
</a:t>
            </a:r>
          </a:p>
          <a:p>
            <a:r>
              <a:rPr lang="es-ES" smtClean="0"/>
              <a:t>	Refrain :</a:t>
            </a:r>
          </a:p>
          <a:p>
            <a:endParaRPr lang="es-ES" smtClean="0"/>
          </a:p>
          <a:p>
            <a:r>
              <a:rPr lang="es-ES" smtClean="0"/>
              <a:t>Couplet 3 :
17-  YOU WIPE AWAY ALL TEARS  [ Tu essuies toutes larmes ] 
18-  YOU MEND THE BROKEN HEART  [ Tu répares les cœurs brisés ] 
19-  YOU'RE THE ANSWER TO IT ALL [ Tu es la réponse à toute chose ] 
20-  JESUS  [ Jésus ]                                                                                            x2</a:t>
            </a:r>
          </a:p>
          <a:p>
            <a:endParaRPr lang="es-ES" smtClean="0"/>
          </a:p>
          <a:p>
            <a:r>
              <a:rPr lang="es-ES" smtClean="0"/>
              <a:t>	Refrain :</a:t>
            </a:r>
          </a:p>
          <a:p>
            <a:endParaRPr lang="es-ES" smtClean="0"/>
          </a:p>
          <a:p>
            <a:r>
              <a:rPr lang="es-ES" smtClean="0"/>
              <a:t>Couplet 4 :
21-  YOU ARE HERE, TOUCHING EVERY LIFE  [ Tu es là, touchant chaque vie ] 
22-  I WORSHIP YOU, I WORSHIP YOU  [ Nous T'adorons, nous T'adorons ] 
23-  YOU ARE HERE, MEETING EVERY NEED  [ Tu es là, comblant tout besoin ] 
24-  I WORSHIP YOU, I WORSHIP YOU  [ Nous T'adorons, nous T'adorons ] 
Pont :
25-  HE’S WORKING  [ Il agit ]   ( Boucle )
26-  IN MY FAVOR  [ en ma faveur ] ( Boucle )
27-  HE’S WORKING IN MY FAVOR  [ Il agit en ma faveur ]  x2
28-  ALL THINGS ARE WORKING FOR MY GOOD  [ Et toutes choses concourent à mon bien ] 
29-  HE’S WORKING IN YOUR FAVOR  [ Il agit en ta faveur ]  x2
30-  ALL THINGS  [ Et toutes choses ] 
31-  ARE WORKING FOR YOUR GOOD  [ Concourent à ton bien ] 
32-  HE’S WORKING FOR MY GOOD  [ Il agit pour mon bien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350762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YOU ARE HERE, MOVING IN OUR MIDST [ Tu es là, présent parmi nous ]  
2-  I WORSHIP YOU, I WORSHIP YOU  [ Nous T'adorons, nous T'adorons ] 
3-  YOU ARE HERE, WORKING IN THIS PLACE [ Tu es là, présent parmi nous ] 
4-  I WORSHIP YOU, I WORSHIP YOU  [ Nous T'adorons, nous T'adorons ]                x2
</a:t>
            </a: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
	5-  WAY MAKER, MIRACLE WORKER [ Tu fais un chemin, opères des miracles ] 
	6-  PROMISE KEEPER [ Tu tiens Tes promesses ] 
	7-  LIGHT IN THE DARKNESS [ Lumière dans les ténèbres ] 
	8-  MY GOD, THAT IS WHO YOU ARE [ Mon Dieu, voici qui Tu es ]                               x2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 :
9-  YOU ARE HERE, TOUCHING EVERY HEART [ Tu es là, touchant tous les cœurs ] 
10-  I WORSHIP YOU, I WORSHIP YOU  [ Nous T'adorons, nous T'adorons ] 
11-  YOU ARE HERE, HEALING EVERY HEART [ Tu es là, guérissant les cœurs ] 
12-  I WORSHIP YOU, I WORSHIP YOU  [ Nous T'adorons, nous T'adorons ] 
13-  YOU ARE HERE, TURNING LIVES AROUND  [ Tu es là, Tu bouleverses nos vies ] 
14-  I WORSHIP YOU, I WORSHIP YOU  [ Nous T'adorons, nous T'adorons ] 
15-  YOU ARE HERE, MENDING EVERY HEART [ Tu es là réparant nos cœurs ] 
16-  I WORSHIP YOU, I WORSHIP YOU  [ Nous T'adorons, nous T'adorons ] 
</a:t>
            </a: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3 :
17-  YOU WIPE AWAY ALL TEARS  [ Tu essuies toutes larmes ] 
18-  YOU MEND THE BROKEN HEART  [ Tu répares les cœurs brisés ] 
19-  YOU'RE THE ANSWER TO IT ALL [ Tu es la réponse à toute chose ] 
20-  JESUS  [ Jésus ]                                                                                            x2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4 :
21-  YOU ARE HERE, TOUCHING EVERY LIFE  [ Tu es là, touchant chaque vie ] 
22-  I WORSHIP YOU, I WORSHIP YOU  [ Nous T'adorons, nous T'adorons ] 
23-  YOU ARE HERE, MEETING EVERY NEED  [ Tu es là, comblant tout besoin ] 
24-  I WORSHIP YOU, I WORSHIP YOU  [ Nous T'adorons, nous T'adorons ] 
Pont :
25-  HE’S WORKING  [ Il agit ]   ( Boucle )
26-  IN MY FAVOR  [ en ma faveur ] ( Boucle )
27-  HE’S WORKING IN MY FAVOR  [ Il agit en ma faveur ]  x2
28-  ALL THINGS ARE WORKING FOR MY GOOD  [ Et toutes choses concourent à mon bien ] 
29-  HE’S WORKING IN YOUR FAVOR  [ Il agit en ta faveur ]  x2
30-  ALL THINGS  [ Et toutes choses ] 
31-  ARE WORKING FOR YOUR GOOD  [ Concourent à ton bien ] 
32-  HE’S WORKING FOR MY GOOD  [ Il agit pour mon bien ] 
</a:t>
            </a:r>
            <a:endParaRPr lang="fr-F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s-ES" smtClean="0"/>
              <a:t>Couplet 1 :</a:t>
            </a:r>
          </a:p>
          <a:p>
            <a:r>
              <a:rPr lang="es-ES" smtClean="0"/>
              <a:t>1-  YOU ARE HERE, MOVING IN OUR MIDST [ Tu es là, présent parmi nous ]  
2-  I WORSHIP YOU, I WORSHIP YOU  [ Nous T'adorons, nous T'adorons ] 
3-  YOU ARE HERE, WORKING IN THIS PLACE [ Tu es là, présent parmi nous ] 
4-  I WORSHIP YOU, I WORSHIP YOU  [ Nous T'adorons, nous T'adorons ]                x2
</a:t>
            </a:r>
          </a:p>
          <a:p>
            <a:r>
              <a:rPr lang="es-ES" smtClean="0"/>
              <a:t>	Refrain :
	5-  WAY MAKER, MIRACLE WORKER [ Tu fais un chemin, opères des miracles ] 
	6-  PROMISE KEEPER [ Tu tiens Tes promesses ] 
	7-  LIGHT IN THE DARKNESS [ Lumière dans les ténèbres ] 
	8-  MY GOD, THAT IS WHO YOU ARE [ Mon Dieu, voici qui Tu es ]                               x2</a:t>
            </a:r>
          </a:p>
          <a:p>
            <a:endParaRPr lang="es-ES" smtClean="0"/>
          </a:p>
          <a:p>
            <a:r>
              <a:rPr lang="es-ES" smtClean="0"/>
              <a:t>Couplet 2 :
9-  YOU ARE HERE, TOUCHING EVERY HEART [ Tu es là, touchant tous les cœurs ] 
10-  I WORSHIP YOU, I WORSHIP YOU  [ Nous T'adorons, nous T'adorons ] 
11-  YOU ARE HERE, HEALING EVERY HEART [ Tu es là, guérissant les cœurs ] 
12-  I WORSHIP YOU, I WORSHIP YOU  [ Nous T'adorons, nous T'adorons ] 
13-  YOU ARE HERE, TURNING LIVES AROUND  [ Tu es là, Tu bouleverses nos vies ] 
14-  I WORSHIP YOU, I WORSHIP YOU  [ Nous T'adorons, nous T'adorons ] 
15-  YOU ARE HERE, MENDING EVERY HEART [ Tu es là réparant nos cœurs ] 
16-  I WORSHIP YOU, I WORSHIP YOU  [ Nous T'adorons, nous T'adorons ] 
</a:t>
            </a:r>
          </a:p>
          <a:p>
            <a:r>
              <a:rPr lang="es-ES" smtClean="0"/>
              <a:t>	Refrain :</a:t>
            </a:r>
          </a:p>
          <a:p>
            <a:endParaRPr lang="es-ES" smtClean="0"/>
          </a:p>
          <a:p>
            <a:r>
              <a:rPr lang="es-ES" smtClean="0"/>
              <a:t>Couplet 3 :
17-  YOU WIPE AWAY ALL TEARS  [ Tu essuies toutes larmes ] 
18-  YOU MEND THE BROKEN HEART  [ Tu répares les cœurs brisés ] 
19-  YOU'RE THE ANSWER TO IT ALL [ Tu es la réponse à toute chose ] 
20-  JESUS  [ Jésus ]                                                                                            x2</a:t>
            </a:r>
          </a:p>
          <a:p>
            <a:endParaRPr lang="es-ES" smtClean="0"/>
          </a:p>
          <a:p>
            <a:r>
              <a:rPr lang="es-ES" smtClean="0"/>
              <a:t>	Refrain :</a:t>
            </a:r>
          </a:p>
          <a:p>
            <a:endParaRPr lang="es-ES" smtClean="0"/>
          </a:p>
          <a:p>
            <a:r>
              <a:rPr lang="es-ES" smtClean="0"/>
              <a:t>Couplet 4 :
21-  YOU ARE HERE, TOUCHING EVERY LIFE  [ Tu es là, touchant chaque vie ] 
22-  I WORSHIP YOU, I WORSHIP YOU  [ Nous T'adorons, nous T'adorons ] 
23-  YOU ARE HERE, MEETING EVERY NEED  [ Tu es là, comblant tout besoin ] 
24-  I WORSHIP YOU, I WORSHIP YOU  [ Nous T'adorons, nous T'adorons ] 
Pont :
25-  HE’S WORKING  [ Il agit ]   ( Boucle )
26-  IN MY FAVOR  [ en ma faveur ] ( Boucle )
27-  HE’S WORKING IN MY FAVOR  [ Il agit en ma faveur ]  x2
28-  ALL THINGS ARE WORKING FOR MY GOOD  [ Et toutes choses concourent à mon bien ] 
29-  HE’S WORKING IN YOUR FAVOR  [ Il agit en ta faveur ]  x2
30-  ALL THINGS  [ Et toutes choses ] 
31-  ARE WORKING FOR YOUR GOOD  [ Concourent à ton bien ] 
32-  HE’S WORKING FOR MY GOOD  [ Il agit pour mon bien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8838564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YOU ARE HERE, MOVING IN OUR MIDST [ Tu es là, présent parmi nous ]  
2-  I WORSHIP YOU, I WORSHIP YOU  [ Nous T'adorons, nous T'adorons ] 
3-  YOU ARE HERE, WORKING IN THIS PLACE [ Tu es là, présent parmi nous ] 
4-  I WORSHIP YOU, I WORSHIP YOU  [ Nous T'adorons, nous T'adorons ]                x2
</a:t>
            </a: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
	5-  WAY MAKER, MIRACLE WORKER [ Tu fais un chemin, opères des miracles ] 
	6-  PROMISE KEEPER [ Tu tiens Tes promesses ] 
	7-  LIGHT IN THE DARKNESS [ Lumière dans les ténèbres ] 
	8-  MY GOD, THAT IS WHO YOU ARE [ Mon Dieu, voici qui Tu es ]                               x2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 :
9-  YOU ARE HERE, TOUCHING EVERY HEART [ Tu es là, touchant tous les cœurs ] 
10-  I WORSHIP YOU, I WORSHIP YOU  [ Nous T'adorons, nous T'adorons ] 
11-  YOU ARE HERE, HEALING EVERY HEART [ Tu es là, guérissant les cœurs ] 
12-  I WORSHIP YOU, I WORSHIP YOU  [ Nous T'adorons, nous T'adorons ] 
13-  YOU ARE HERE, TURNING LIVES AROUND  [ Tu es là, Tu bouleverses nos vies ] 
14-  I WORSHIP YOU, I WORSHIP YOU  [ Nous T'adorons, nous T'adorons ] 
15-  YOU ARE HERE, MENDING EVERY HEART [ Tu es là réparant nos cœurs ] 
16-  I WORSHIP YOU, I WORSHIP YOU  [ Nous T'adorons, nous T'adorons ] 
</a:t>
            </a: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3 :
17-  YOU WIPE AWAY ALL TEARS  [ Tu essuies toutes larmes ] 
18-  YOU MEND THE BROKEN HEART  [ Tu répares les cœurs brisés ] 
19-  YOU'RE THE ANSWER TO IT ALL [ Tu es la réponse à toute chose ] 
20-  JESUS  [ Jésus ]                                                                                            x2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4 :
21-  YOU ARE HERE, TOUCHING EVERY LIFE  [ Tu es là, touchant chaque vie ] 
22-  I WORSHIP YOU, I WORSHIP YOU  [ Nous T'adorons, nous T'adorons ] 
23-  YOU ARE HERE, MEETING EVERY NEED  [ Tu es là, comblant tout besoin ] 
24-  I WORSHIP YOU, I WORSHIP YOU  [ Nous T'adorons, nous T'adorons ] 
Pont :
25-  HE’S WORKING  [ Il agit ]   ( Boucle )
26-  IN MY FAVOR  [ en ma faveur ] ( Boucle )
27-  HE’S WORKING IN MY FAVOR  [ Il agit en ma faveur ]  x2
28-  ALL THINGS ARE WORKING FOR MY GOOD  [ Et toutes choses concourent à mon bien ] 
29-  HE’S WORKING IN YOUR FAVOR  [ Il agit en ta faveur ]  x2
30-  ALL THINGS  [ Et toutes choses ] 
31-  ARE WORKING FOR YOUR GOOD  [ Concourent à ton bien ] 
32-  HE’S WORKING FOR MY GOOD  [ Il agit pour mon bien ] 
</a:t>
            </a:r>
            <a:endParaRPr lang="fr-F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s-ES" smtClean="0"/>
              <a:t>Couplet 1 :</a:t>
            </a:r>
          </a:p>
          <a:p>
            <a:r>
              <a:rPr lang="es-ES" smtClean="0"/>
              <a:t>1-  YOU ARE HERE, MOVING IN OUR MIDST [ Tu es là, présent parmi nous ]  
2-  I WORSHIP YOU, I WORSHIP YOU  [ Nous T'adorons, nous T'adorons ] 
3-  YOU ARE HERE, WORKING IN THIS PLACE [ Tu es là, présent parmi nous ] 
4-  I WORSHIP YOU, I WORSHIP YOU  [ Nous T'adorons, nous T'adorons ]                x2
</a:t>
            </a:r>
          </a:p>
          <a:p>
            <a:r>
              <a:rPr lang="es-ES" smtClean="0"/>
              <a:t>	Refrain :
	5-  WAY MAKER, MIRACLE WORKER [ Tu fais un chemin, opères des miracles ] 
	6-  PROMISE KEEPER [ Tu tiens Tes promesses ] 
	7-  LIGHT IN THE DARKNESS [ Lumière dans les ténèbres ] 
	8-  MY GOD, THAT IS WHO YOU ARE [ Mon Dieu, voici qui Tu es ]                               x2</a:t>
            </a:r>
          </a:p>
          <a:p>
            <a:endParaRPr lang="es-ES" smtClean="0"/>
          </a:p>
          <a:p>
            <a:r>
              <a:rPr lang="es-ES" smtClean="0"/>
              <a:t>Couplet 2 :
9-  YOU ARE HERE, TOUCHING EVERY HEART [ Tu es là, touchant tous les cœurs ] 
10-  I WORSHIP YOU, I WORSHIP YOU  [ Nous T'adorons, nous T'adorons ] 
11-  YOU ARE HERE, HEALING EVERY HEART [ Tu es là, guérissant les cœurs ] 
12-  I WORSHIP YOU, I WORSHIP YOU  [ Nous T'adorons, nous T'adorons ] 
13-  YOU ARE HERE, TURNING LIVES AROUND  [ Tu es là, Tu bouleverses nos vies ] 
14-  I WORSHIP YOU, I WORSHIP YOU  [ Nous T'adorons, nous T'adorons ] 
15-  YOU ARE HERE, MENDING EVERY HEART [ Tu es là réparant nos cœurs ] 
16-  I WORSHIP YOU, I WORSHIP YOU  [ Nous T'adorons, nous T'adorons ] 
</a:t>
            </a:r>
          </a:p>
          <a:p>
            <a:r>
              <a:rPr lang="es-ES" smtClean="0"/>
              <a:t>	Refrain :</a:t>
            </a:r>
          </a:p>
          <a:p>
            <a:endParaRPr lang="es-ES" smtClean="0"/>
          </a:p>
          <a:p>
            <a:r>
              <a:rPr lang="es-ES" smtClean="0"/>
              <a:t>Couplet 3 :
17-  YOU WIPE AWAY ALL TEARS  [ Tu essuies toutes larmes ] 
18-  YOU MEND THE BROKEN HEART  [ Tu répares les cœurs brisés ] 
19-  YOU'RE THE ANSWER TO IT ALL [ Tu es la réponse à toute chose ] 
20-  JESUS  [ Jésus ]                                                                                            x2</a:t>
            </a:r>
          </a:p>
          <a:p>
            <a:endParaRPr lang="es-ES" smtClean="0"/>
          </a:p>
          <a:p>
            <a:r>
              <a:rPr lang="es-ES" smtClean="0"/>
              <a:t>	Refrain :</a:t>
            </a:r>
          </a:p>
          <a:p>
            <a:endParaRPr lang="es-ES" smtClean="0"/>
          </a:p>
          <a:p>
            <a:r>
              <a:rPr lang="es-ES" smtClean="0"/>
              <a:t>Couplet 4 :
21-  YOU ARE HERE, TOUCHING EVERY LIFE  [ Tu es là, touchant chaque vie ] 
22-  I WORSHIP YOU, I WORSHIP YOU  [ Nous T'adorons, nous T'adorons ] 
23-  YOU ARE HERE, MEETING EVERY NEED  [ Tu es là, comblant tout besoin ] 
24-  I WORSHIP YOU, I WORSHIP YOU  [ Nous T'adorons, nous T'adorons ] 
Pont :
25-  HE’S WORKING  [ Il agit ]   ( Boucle )
26-  IN MY FAVOR  [ en ma faveur ] ( Boucle )
27-  HE’S WORKING IN MY FAVOR  [ Il agit en ma faveur ]  x2
28-  ALL THINGS ARE WORKING FOR MY GOOD  [ Et toutes choses concourent à mon bien ] 
29-  HE’S WORKING IN YOUR FAVOR  [ Il agit en ta faveur ]  x2
30-  ALL THINGS  [ Et toutes choses ] 
31-  ARE WORKING FOR YOUR GOOD  [ Concourent à ton bien ] 
32-  HE’S WORKING FOR MY GOOD  [ Il agit pour mon bien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5154299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YOU ARE HERE, MOVING IN OUR MIDST [ Tu es là, présent parmi nous ]  
2-  I WORSHIP YOU, I WORSHIP YOU  [ Nous T'adorons, nous T'adorons ] 
3-  YOU ARE HERE, WORKING IN THIS PLACE [ Tu es là, présent parmi nous ] 
4-  I WORSHIP YOU, I WORSHIP YOU  [ Nous T'adorons, nous T'adorons ]                x2
</a:t>
            </a: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
	5-  WAY MAKER, MIRACLE WORKER [ Tu fais un chemin, opères des miracles ] 
	6-  PROMISE KEEPER [ Tu tiens Tes promesses ] 
	7-  LIGHT IN THE DARKNESS [ Lumière dans les ténèbres ] 
	8-  MY GOD, THAT IS WHO YOU ARE [ Mon Dieu, voici qui Tu es ]                               x2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 :
9-  YOU ARE HERE, TOUCHING EVERY HEART [ Tu es là, touchant tous les cœurs ] 
10-  I WORSHIP YOU, I WORSHIP YOU  [ Nous T'adorons, nous T'adorons ] 
11-  YOU ARE HERE, HEALING EVERY HEART [ Tu es là, guérissant les cœurs ] 
12-  I WORSHIP YOU, I WORSHIP YOU  [ Nous T'adorons, nous T'adorons ] 
13-  YOU ARE HERE, TURNING LIVES AROUND  [ Tu es là, Tu bouleverses nos vies ] 
14-  I WORSHIP YOU, I WORSHIP YOU  [ Nous T'adorons, nous T'adorons ] 
15-  YOU ARE HERE, MENDING EVERY HEART [ Tu es là réparant nos cœurs ] 
16-  I WORSHIP YOU, I WORSHIP YOU  [ Nous T'adorons, nous T'adorons ] 
</a:t>
            </a: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3 :
17-  YOU WIPE AWAY ALL TEARS  [ Tu essuies toutes larmes ] 
18-  YOU MEND THE BROKEN HEART  [ Tu répares les cœurs brisés ] 
19-  YOU'RE THE ANSWER TO IT ALL [ Tu es la réponse à toute chose ] 
20-  JESUS  [ Jésus ]                                                                                            x2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4 :
21-  YOU ARE HERE, TOUCHING EVERY LIFE  [ Tu es là, touchant chaque vie ] 
22-  I WORSHIP YOU, I WORSHIP YOU  [ Nous T'adorons, nous T'adorons ] 
23-  YOU ARE HERE, MEETING EVERY NEED  [ Tu es là, comblant tout besoin ] 
24-  I WORSHIP YOU, I WORSHIP YOU  [ Nous T'adorons, nous T'adorons ] 
Pont :
25-  HE’S WORKING  [ Il agit ]   ( Boucle )
26-  IN MY FAVOR  [ en ma faveur ] ( Boucle )
27-  HE’S WORKING IN MY FAVOR  [ Il agit en ma faveur ]  x2
28-  ALL THINGS ARE WORKING FOR MY GOOD  [ Et toutes choses concourent à mon bien ] 
29-  HE’S WORKING IN YOUR FAVOR  [ Il agit en ta faveur ]  x2
30-  ALL THINGS  [ Et toutes choses ] 
31-  ARE WORKING FOR YOUR GOOD  [ Concourent à ton bien ] 
32-  HE’S WORKING FOR MY GOOD  [ Il agit pour mon bien ] 
</a:t>
            </a:r>
            <a:endParaRPr lang="fr-F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s-ES" smtClean="0"/>
              <a:t>Couplet 1 :</a:t>
            </a:r>
          </a:p>
          <a:p>
            <a:r>
              <a:rPr lang="es-ES" smtClean="0"/>
              <a:t>1-  YOU ARE HERE, MOVING IN OUR MIDST [ Tu es là, présent parmi nous ]  
2-  I WORSHIP YOU, I WORSHIP YOU  [ Nous T'adorons, nous T'adorons ] 
3-  YOU ARE HERE, WORKING IN THIS PLACE [ Tu es là, présent parmi nous ] 
4-  I WORSHIP YOU, I WORSHIP YOU  [ Nous T'adorons, nous T'adorons ]                x2
</a:t>
            </a:r>
          </a:p>
          <a:p>
            <a:r>
              <a:rPr lang="es-ES" smtClean="0"/>
              <a:t>	Refrain :
	5-  WAY MAKER, MIRACLE WORKER [ Tu fais un chemin, opères des miracles ] 
	6-  PROMISE KEEPER [ Tu tiens Tes promesses ] 
	7-  LIGHT IN THE DARKNESS [ Lumière dans les ténèbres ] 
	8-  MY GOD, THAT IS WHO YOU ARE [ Mon Dieu, voici qui Tu es ]                               x2</a:t>
            </a:r>
          </a:p>
          <a:p>
            <a:endParaRPr lang="es-ES" smtClean="0"/>
          </a:p>
          <a:p>
            <a:r>
              <a:rPr lang="es-ES" smtClean="0"/>
              <a:t>Couplet 2 :
9-  YOU ARE HERE, TOUCHING EVERY HEART [ Tu es là, touchant tous les cœurs ] 
10-  I WORSHIP YOU, I WORSHIP YOU  [ Nous T'adorons, nous T'adorons ] 
11-  YOU ARE HERE, HEALING EVERY HEART [ Tu es là, guérissant les cœurs ] 
12-  I WORSHIP YOU, I WORSHIP YOU  [ Nous T'adorons, nous T'adorons ] 
13-  YOU ARE HERE, TURNING LIVES AROUND  [ Tu es là, Tu bouleverses nos vies ] 
14-  I WORSHIP YOU, I WORSHIP YOU  [ Nous T'adorons, nous T'adorons ] 
15-  YOU ARE HERE, MENDING EVERY HEART [ Tu es là réparant nos cœurs ] 
16-  I WORSHIP YOU, I WORSHIP YOU  [ Nous T'adorons, nous T'adorons ] 
</a:t>
            </a:r>
          </a:p>
          <a:p>
            <a:r>
              <a:rPr lang="es-ES" smtClean="0"/>
              <a:t>	Refrain :</a:t>
            </a:r>
          </a:p>
          <a:p>
            <a:endParaRPr lang="es-ES" smtClean="0"/>
          </a:p>
          <a:p>
            <a:r>
              <a:rPr lang="es-ES" smtClean="0"/>
              <a:t>Couplet 3 :
17-  YOU WIPE AWAY ALL TEARS  [ Tu essuies toutes larmes ] 
18-  YOU MEND THE BROKEN HEART  [ Tu répares les cœurs brisés ] 
19-  YOU'RE THE ANSWER TO IT ALL [ Tu es la réponse à toute chose ] 
20-  JESUS  [ Jésus ]                                                                                            x2</a:t>
            </a:r>
          </a:p>
          <a:p>
            <a:endParaRPr lang="es-ES" smtClean="0"/>
          </a:p>
          <a:p>
            <a:r>
              <a:rPr lang="es-ES" smtClean="0"/>
              <a:t>	Refrain :</a:t>
            </a:r>
          </a:p>
          <a:p>
            <a:endParaRPr lang="es-ES" smtClean="0"/>
          </a:p>
          <a:p>
            <a:r>
              <a:rPr lang="es-ES" smtClean="0"/>
              <a:t>Couplet 4 :
21-  YOU ARE HERE, TOUCHING EVERY LIFE  [ Tu es là, touchant chaque vie ] 
22-  I WORSHIP YOU, I WORSHIP YOU  [ Nous T'adorons, nous T'adorons ] 
23-  YOU ARE HERE, MEETING EVERY NEED  [ Tu es là, comblant tout besoin ] 
24-  I WORSHIP YOU, I WORSHIP YOU  [ Nous T'adorons, nous T'adorons ] 
Pont :
25-  HE’S WORKING  [ Il agit ]   ( Boucle )
26-  IN MY FAVOR  [ en ma faveur ] ( Boucle )
27-  HE’S WORKING IN MY FAVOR  [ Il agit en ma faveur ]  x2
28-  ALL THINGS ARE WORKING FOR MY GOOD  [ Et toutes choses concourent à mon bien ] 
29-  HE’S WORKING IN YOUR FAVOR  [ Il agit en ta faveur ]  x2
30-  ALL THINGS  [ Et toutes choses ] 
31-  ARE WORKING FOR YOUR GOOD  [ Concourent à ton bien ] 
32-  HE’S WORKING FOR MY GOOD  [ Il agit pour mon bien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78426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YOU ARE HERE, MOVING IN OUR MIDST [ Tu es là, présent parmi nous ]  
2-  I WORSHIP YOU, I WORSHIP YOU  [ Nous T'adorons, nous T'adorons ] 
3-  YOU ARE HERE, WORKING IN THIS PLACE [ Tu es là, présent parmi nous ] 
4-  I WORSHIP YOU, I WORSHIP YOU  [ Nous T'adorons, nous T'adorons ]                x2
</a:t>
            </a: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
	5-  WAY MAKER, MIRACLE WORKER [ Tu fais un chemin, opères des miracles ] 
	6-  PROMISE KEEPER [ Tu tiens Tes promesses ] 
	7-  LIGHT IN THE DARKNESS [ Lumière dans les ténèbres ] 
	8-  MY GOD, THAT IS WHO YOU ARE [ Mon Dieu, voici qui Tu es ]                               x2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 :
9-  YOU ARE HERE, TOUCHING EVERY HEART [ Tu es là, touchant tous les cœurs ] 
10-  I WORSHIP YOU, I WORSHIP YOU  [ Nous T'adorons, nous T'adorons ] 
11-  YOU ARE HERE, HEALING EVERY HEART [ Tu es là, guérissant les cœurs ] 
12-  I WORSHIP YOU, I WORSHIP YOU  [ Nous T'adorons, nous T'adorons ] 
13-  YOU ARE HERE, TURNING LIVES AROUND  [ Tu es là, Tu bouleverses nos vies ] 
14-  I WORSHIP YOU, I WORSHIP YOU  [ Nous T'adorons, nous T'adorons ] 
15-  YOU ARE HERE, MENDING EVERY HEART [ Tu es là réparant nos cœurs ] 
16-  I WORSHIP YOU, I WORSHIP YOU  [ Nous T'adorons, nous T'adorons ] 
</a:t>
            </a: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3 :
17-  YOU WIPE AWAY ALL TEARS  [ Tu essuies toutes larmes ] 
18-  YOU MEND THE BROKEN HEART  [ Tu répares les cœurs brisés ] 
19-  YOU'RE THE ANSWER TO IT ALL [ Tu es la réponse à toute chose ] 
20-  JESUS  [ Jésus ]                                                                                            x2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4 :
21-  YOU ARE HERE, TOUCHING EVERY LIFE  [ Tu es là, touchant chaque vie ] 
22-  I WORSHIP YOU, I WORSHIP YOU  [ Nous T'adorons, nous T'adorons ] 
23-  YOU ARE HERE, MEETING EVERY NEED  [ Tu es là, comblant tout besoin ] 
24-  I WORSHIP YOU, I WORSHIP YOU  [ Nous T'adorons, nous T'adorons ] 
Pont :
25-  HE’S WORKING  [ Il agit ]   ( Boucle )
26-  IN MY FAVOR  [ en ma faveur ] ( Boucle )
27-  HE’S WORKING IN MY FAVOR  [ Il agit en ma faveur ]  x2
28-  ALL THINGS ARE WORKING FOR MY GOOD  [ Et toutes choses concourent à mon bien ] 
29-  HE’S WORKING IN YOUR FAVOR  [ Il agit en ta faveur ]  x2
30-  ALL THINGS  [ Et toutes choses ] 
31-  ARE WORKING FOR YOUR GOOD  [ Concourent à ton bien ] 
32-  HE’S WORKING FOR MY GOOD  [ Il agit pour mon bien ] 
</a:t>
            </a:r>
            <a:endParaRPr lang="fr-F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s-ES" smtClean="0"/>
              <a:t>Couplet 1 :</a:t>
            </a:r>
          </a:p>
          <a:p>
            <a:r>
              <a:rPr lang="es-ES" smtClean="0"/>
              <a:t>1-  YOU ARE HERE, MOVING IN OUR MIDST [ Tu es là, présent parmi nous ]  
2-  I WORSHIP YOU, I WORSHIP YOU  [ Nous T'adorons, nous T'adorons ] 
3-  YOU ARE HERE, WORKING IN THIS PLACE [ Tu es là, présent parmi nous ] 
4-  I WORSHIP YOU, I WORSHIP YOU  [ Nous T'adorons, nous T'adorons ]                x2
</a:t>
            </a:r>
          </a:p>
          <a:p>
            <a:r>
              <a:rPr lang="es-ES" smtClean="0"/>
              <a:t>	Refrain :
	5-  WAY MAKER, MIRACLE WORKER [ Tu fais un chemin, opères des miracles ] 
	6-  PROMISE KEEPER [ Tu tiens Tes promesses ] 
	7-  LIGHT IN THE DARKNESS [ Lumière dans les ténèbres ] 
	8-  MY GOD, THAT IS WHO YOU ARE [ Mon Dieu, voici qui Tu es ]                               x2</a:t>
            </a:r>
          </a:p>
          <a:p>
            <a:endParaRPr lang="es-ES" smtClean="0"/>
          </a:p>
          <a:p>
            <a:r>
              <a:rPr lang="es-ES" smtClean="0"/>
              <a:t>Couplet 2 :
9-  YOU ARE HERE, TOUCHING EVERY HEART [ Tu es là, touchant tous les cœurs ] 
10-  I WORSHIP YOU, I WORSHIP YOU  [ Nous T'adorons, nous T'adorons ] 
11-  YOU ARE HERE, HEALING EVERY HEART [ Tu es là, guérissant les cœurs ] 
12-  I WORSHIP YOU, I WORSHIP YOU  [ Nous T'adorons, nous T'adorons ] 
13-  YOU ARE HERE, TURNING LIVES AROUND  [ Tu es là, Tu bouleverses nos vies ] 
14-  I WORSHIP YOU, I WORSHIP YOU  [ Nous T'adorons, nous T'adorons ] 
15-  YOU ARE HERE, MENDING EVERY HEART [ Tu es là réparant nos cœurs ] 
16-  I WORSHIP YOU, I WORSHIP YOU  [ Nous T'adorons, nous T'adorons ] 
</a:t>
            </a:r>
          </a:p>
          <a:p>
            <a:r>
              <a:rPr lang="es-ES" smtClean="0"/>
              <a:t>	Refrain :</a:t>
            </a:r>
          </a:p>
          <a:p>
            <a:endParaRPr lang="es-ES" smtClean="0"/>
          </a:p>
          <a:p>
            <a:r>
              <a:rPr lang="es-ES" smtClean="0"/>
              <a:t>Couplet 3 :
17-  YOU WIPE AWAY ALL TEARS  [ Tu essuies toutes larmes ] 
18-  YOU MEND THE BROKEN HEART  [ Tu répares les cœurs brisés ] 
19-  YOU'RE THE ANSWER TO IT ALL [ Tu es la réponse à toute chose ] 
20-  JESUS  [ Jésus ]                                                                                            x2</a:t>
            </a:r>
          </a:p>
          <a:p>
            <a:endParaRPr lang="es-ES" smtClean="0"/>
          </a:p>
          <a:p>
            <a:r>
              <a:rPr lang="es-ES" smtClean="0"/>
              <a:t>	Refrain :</a:t>
            </a:r>
          </a:p>
          <a:p>
            <a:endParaRPr lang="es-ES" smtClean="0"/>
          </a:p>
          <a:p>
            <a:r>
              <a:rPr lang="es-ES" smtClean="0"/>
              <a:t>Couplet 4 :
21-  YOU ARE HERE, TOUCHING EVERY LIFE  [ Tu es là, touchant chaque vie ] 
22-  I WORSHIP YOU, I WORSHIP YOU  [ Nous T'adorons, nous T'adorons ] 
23-  YOU ARE HERE, MEETING EVERY NEED  [ Tu es là, comblant tout besoin ] 
24-  I WORSHIP YOU, I WORSHIP YOU  [ Nous T'adorons, nous T'adorons ] 
Pont :
25-  HE’S WORKING  [ Il agit ]   ( Boucle )
26-  IN MY FAVOR  [ en ma faveur ] ( Boucle )
27-  HE’S WORKING IN MY FAVOR  [ Il agit en ma faveur ]  x2
28-  ALL THINGS ARE WORKING FOR MY GOOD  [ Et toutes choses concourent à mon bien ] 
29-  HE’S WORKING IN YOUR FAVOR  [ Il agit en ta faveur ]  x2
30-  ALL THINGS  [ Et toutes choses ] 
31-  ARE WORKING FOR YOUR GOOD  [ Concourent à ton bien ] 
32-  HE’S WORKING FOR MY GOOD  [ Il agit pour mon bien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8511244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YOU ARE HERE, MOVING IN OUR MIDST [ Tu es là, présent parmi nous ]  
2-  I WORSHIP YOU, I WORSHIP YOU  [ Nous T'adorons, nous T'adorons ] 
3-  YOU ARE HERE, WORKING IN THIS PLACE [ Tu es là, présent parmi nous ] 
4-  I WORSHIP YOU, I WORSHIP YOU  [ Nous T'adorons, nous T'adorons ]                x2
</a:t>
            </a: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
	5-  WAY MAKER, MIRACLE WORKER [ Tu fais un chemin, opères des miracles ] 
	6-  PROMISE KEEPER [ Tu tiens Tes promesses ] 
	7-  LIGHT IN THE DARKNESS [ Lumière dans les ténèbres ] 
	8-  MY GOD, THAT IS WHO YOU ARE [ Mon Dieu, voici qui Tu es ]                               x2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 :
9-  YOU ARE HERE, TOUCHING EVERY HEART [ Tu es là, touchant tous les cœurs ] 
10-  I WORSHIP YOU, I WORSHIP YOU  [ Nous T'adorons, nous T'adorons ] 
11-  YOU ARE HERE, HEALING EVERY HEART [ Tu es là, guérissant les cœurs ] 
12-  I WORSHIP YOU, I WORSHIP YOU  [ Nous T'adorons, nous T'adorons ] 
13-  YOU ARE HERE, TURNING LIVES AROUND  [ Tu es là, Tu bouleverses nos vies ] 
14-  I WORSHIP YOU, I WORSHIP YOU  [ Nous T'adorons, nous T'adorons ] 
15-  YOU ARE HERE, MENDING EVERY HEART [ Tu es là réparant nos cœurs ] 
16-  I WORSHIP YOU, I WORSHIP YOU  [ Nous T'adorons, nous T'adorons ] 
</a:t>
            </a: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3 :
17-  YOU WIPE AWAY ALL TEARS  [ Tu essuies toutes larmes ] 
18-  YOU MEND THE BROKEN HEART  [ Tu répares les cœurs brisés ] 
19-  YOU'RE THE ANSWER TO IT ALL [ Tu es la réponse à toute chose ] 
20-  JESUS  [ Jésus ]                                                                                            x2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4 :
21-  YOU ARE HERE, TOUCHING EVERY LIFE  [ Tu es là, touchant chaque vie ] 
22-  I WORSHIP YOU, I WORSHIP YOU  [ Nous T'adorons, nous T'adorons ] 
23-  YOU ARE HERE, MEETING EVERY NEED  [ Tu es là, comblant tout besoin ] 
24-  I WORSHIP YOU, I WORSHIP YOU  [ Nous T'adorons, nous T'adorons ] 
Pont :
25-  HE’S WORKING  [ Il agit ]   ( Boucle )
26-  IN MY FAVOR  [ en ma faveur ] ( Boucle )
27-  HE’S WORKING IN MY FAVOR  [ Il agit en ma faveur ]  x2
28-  ALL THINGS ARE WORKING FOR MY GOOD  [ Et toutes choses concourent à mon bien ] 
29-  HE’S WORKING IN YOUR FAVOR  [ Il agit en ta faveur ]  x2
30-  ALL THINGS  [ Et toutes choses ] 
31-  ARE WORKING FOR YOUR GOOD  [ Concourent à ton bien ] 
32-  HE’S WORKING FOR MY GOOD  [ Il agit pour mon bien ] 
</a:t>
            </a:r>
            <a:endParaRPr lang="fr-F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s-ES" smtClean="0"/>
              <a:t>Couplet 1 :</a:t>
            </a:r>
          </a:p>
          <a:p>
            <a:r>
              <a:rPr lang="es-ES" smtClean="0"/>
              <a:t>1-  YOU ARE HERE, MOVING IN OUR MIDST [ Tu es là, présent parmi nous ]  
2-  I WORSHIP YOU, I WORSHIP YOU  [ Nous T'adorons, nous T'adorons ] 
3-  YOU ARE HERE, WORKING IN THIS PLACE [ Tu es là, présent parmi nous ] 
4-  I WORSHIP YOU, I WORSHIP YOU  [ Nous T'adorons, nous T'adorons ]                x2
</a:t>
            </a:r>
          </a:p>
          <a:p>
            <a:r>
              <a:rPr lang="es-ES" smtClean="0"/>
              <a:t>	Refrain :
	5-  WAY MAKER, MIRACLE WORKER [ Tu fais un chemin, opères des miracles ] 
	6-  PROMISE KEEPER [ Tu tiens Tes promesses ] 
	7-  LIGHT IN THE DARKNESS [ Lumière dans les ténèbres ] 
	8-  MY GOD, THAT IS WHO YOU ARE [ Mon Dieu, voici qui Tu es ]                               x2</a:t>
            </a:r>
          </a:p>
          <a:p>
            <a:endParaRPr lang="es-ES" smtClean="0"/>
          </a:p>
          <a:p>
            <a:r>
              <a:rPr lang="es-ES" smtClean="0"/>
              <a:t>Couplet 2 :
9-  YOU ARE HERE, TOUCHING EVERY HEART [ Tu es là, touchant tous les cœurs ] 
10-  I WORSHIP YOU, I WORSHIP YOU  [ Nous T'adorons, nous T'adorons ] 
11-  YOU ARE HERE, HEALING EVERY HEART [ Tu es là, guérissant les cœurs ] 
12-  I WORSHIP YOU, I WORSHIP YOU  [ Nous T'adorons, nous T'adorons ] 
13-  YOU ARE HERE, TURNING LIVES AROUND  [ Tu es là, Tu bouleverses nos vies ] 
14-  I WORSHIP YOU, I WORSHIP YOU  [ Nous T'adorons, nous T'adorons ] 
15-  YOU ARE HERE, MENDING EVERY HEART [ Tu es là réparant nos cœurs ] 
16-  I WORSHIP YOU, I WORSHIP YOU  [ Nous T'adorons, nous T'adorons ] 
</a:t>
            </a:r>
          </a:p>
          <a:p>
            <a:r>
              <a:rPr lang="es-ES" smtClean="0"/>
              <a:t>	Refrain :</a:t>
            </a:r>
          </a:p>
          <a:p>
            <a:endParaRPr lang="es-ES" smtClean="0"/>
          </a:p>
          <a:p>
            <a:r>
              <a:rPr lang="es-ES" smtClean="0"/>
              <a:t>Couplet 3 :
17-  YOU WIPE AWAY ALL TEARS  [ Tu essuies toutes larmes ] 
18-  YOU MEND THE BROKEN HEART  [ Tu répares les cœurs brisés ] 
19-  YOU'RE THE ANSWER TO IT ALL [ Tu es la réponse à toute chose ] 
20-  JESUS  [ Jésus ]                                                                                            x2</a:t>
            </a:r>
          </a:p>
          <a:p>
            <a:endParaRPr lang="es-ES" smtClean="0"/>
          </a:p>
          <a:p>
            <a:r>
              <a:rPr lang="es-ES" smtClean="0"/>
              <a:t>	Refrain :</a:t>
            </a:r>
          </a:p>
          <a:p>
            <a:endParaRPr lang="es-ES" smtClean="0"/>
          </a:p>
          <a:p>
            <a:r>
              <a:rPr lang="es-ES" smtClean="0"/>
              <a:t>Couplet 4 :
21-  YOU ARE HERE, TOUCHING EVERY LIFE  [ Tu es là, touchant chaque vie ] 
22-  I WORSHIP YOU, I WORSHIP YOU  [ Nous T'adorons, nous T'adorons ] 
23-  YOU ARE HERE, MEETING EVERY NEED  [ Tu es là, comblant tout besoin ] 
24-  I WORSHIP YOU, I WORSHIP YOU  [ Nous T'adorons, nous T'adorons ] 
Pont :
25-  HE’S WORKING  [ Il agit ]   ( Boucle )
26-  IN MY FAVOR  [ en ma faveur ] ( Boucle )
27-  HE’S WORKING IN MY FAVOR  [ Il agit en ma faveur ]  x2
28-  ALL THINGS ARE WORKING FOR MY GOOD  [ Et toutes choses concourent à mon bien ] 
29-  HE’S WORKING IN YOUR FAVOR  [ Il agit en ta faveur ]  x2
30-  ALL THINGS  [ Et toutes choses ] 
31-  ARE WORKING FOR YOUR GOOD  [ Concourent à ton bien ] 
32-  HE’S WORKING FOR MY GOOD  [ Il agit pour mon bien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2529770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YOU ARE HERE, MOVING IN OUR MIDST [ Tu es là, présent parmi nous ]  
2-  I WORSHIP YOU, I WORSHIP YOU  [ Nous T'adorons, nous T'adorons ] 
3-  YOU ARE HERE, WORKING IN THIS PLACE [ Tu es là, présent parmi nous ] 
4-  I WORSHIP YOU, I WORSHIP YOU  [ Nous T'adorons, nous T'adorons ]                x2
</a:t>
            </a: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
	5-  WAY MAKER, MIRACLE WORKER [ Tu fais un chemin, opères des miracles ] 
	6-  PROMISE KEEPER [ Tu tiens Tes promesses ] 
	7-  LIGHT IN THE DARKNESS [ Lumière dans les ténèbres ] 
	8-  MY GOD, THAT IS WHO YOU ARE [ Mon Dieu, voici qui Tu es ]                               x2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 :
9-  YOU ARE HERE, TOUCHING EVERY HEART [ Tu es là, touchant tous les cœurs ] 
10-  I WORSHIP YOU, I WORSHIP YOU  [ Nous T'adorons, nous T'adorons ] 
11-  YOU ARE HERE, HEALING EVERY HEART [ Tu es là, guérissant les cœurs ] 
12-  I WORSHIP YOU, I WORSHIP YOU  [ Nous T'adorons, nous T'adorons ] 
13-  YOU ARE HERE, TURNING LIVES AROUND  [ Tu es là, Tu bouleverses nos vies ] 
14-  I WORSHIP YOU, I WORSHIP YOU  [ Nous T'adorons, nous T'adorons ] 
15-  YOU ARE HERE, MENDING EVERY HEART [ Tu es là réparant nos cœurs ] 
16-  I WORSHIP YOU, I WORSHIP YOU  [ Nous T'adorons, nous T'adorons ] 
</a:t>
            </a: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3 :
17-  YOU WIPE AWAY ALL TEARS  [ Tu essuies toutes larmes ] 
18-  YOU MEND THE BROKEN HEART  [ Tu répares les cœurs brisés ] 
19-  YOU'RE THE ANSWER TO IT ALL [ Tu es la réponse à toute chose ] 
20-  JESUS  [ Jésus ]                                                                                            x2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4 :
21-  YOU ARE HERE, TOUCHING EVERY LIFE  [ Tu es là, touchant chaque vie ] 
22-  I WORSHIP YOU, I WORSHIP YOU  [ Nous T'adorons, nous T'adorons ] 
23-  YOU ARE HERE, MEETING EVERY NEED  [ Tu es là, comblant tout besoin ] 
24-  I WORSHIP YOU, I WORSHIP YOU  [ Nous T'adorons, nous T'adorons ] 
Pont :
25-  HE’S WORKING  [ Il agit ]   ( Boucle )
26-  IN MY FAVOR  [ en ma faveur ] ( Boucle )
27-  HE’S WORKING IN MY FAVOR  [ Il agit en ma faveur ]  x2
28-  ALL THINGS ARE WORKING FOR MY GOOD  [ Et toutes choses concourent à mon bien ] 
29-  HE’S WORKING IN YOUR FAVOR  [ Il agit en ta faveur ]  x2
30-  ALL THINGS  [ Et toutes choses ] 
31-  ARE WORKING FOR YOUR GOOD  [ Concourent à ton bien ] 
32-  HE’S WORKING FOR MY GOOD  [ Il agit pour mon bien ] 
</a:t>
            </a:r>
            <a:endParaRPr lang="fr-F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s-ES" smtClean="0"/>
              <a:t>Couplet 1 :</a:t>
            </a:r>
          </a:p>
          <a:p>
            <a:r>
              <a:rPr lang="es-ES" smtClean="0"/>
              <a:t>1-  YOU ARE HERE, MOVING IN OUR MIDST [ Tu es là, présent parmi nous ]  
2-  I WORSHIP YOU, I WORSHIP YOU  [ Nous T'adorons, nous T'adorons ] 
3-  YOU ARE HERE, WORKING IN THIS PLACE [ Tu es là, présent parmi nous ] 
4-  I WORSHIP YOU, I WORSHIP YOU  [ Nous T'adorons, nous T'adorons ]                x2
</a:t>
            </a:r>
          </a:p>
          <a:p>
            <a:r>
              <a:rPr lang="es-ES" smtClean="0"/>
              <a:t>	Refrain :
	5-  WAY MAKER, MIRACLE WORKER [ Tu fais un chemin, opères des miracles ] 
	6-  PROMISE KEEPER [ Tu tiens Tes promesses ] 
	7-  LIGHT IN THE DARKNESS [ Lumière dans les ténèbres ] 
	8-  MY GOD, THAT IS WHO YOU ARE [ Mon Dieu, voici qui Tu es ]                               x2</a:t>
            </a:r>
          </a:p>
          <a:p>
            <a:endParaRPr lang="es-ES" smtClean="0"/>
          </a:p>
          <a:p>
            <a:r>
              <a:rPr lang="es-ES" smtClean="0"/>
              <a:t>Couplet 2 :
9-  YOU ARE HERE, TOUCHING EVERY HEART [ Tu es là, touchant tous les cœurs ] 
10-  I WORSHIP YOU, I WORSHIP YOU  [ Nous T'adorons, nous T'adorons ] 
11-  YOU ARE HERE, HEALING EVERY HEART [ Tu es là, guérissant les cœurs ] 
12-  I WORSHIP YOU, I WORSHIP YOU  [ Nous T'adorons, nous T'adorons ] 
13-  YOU ARE HERE, TURNING LIVES AROUND  [ Tu es là, Tu bouleverses nos vies ] 
14-  I WORSHIP YOU, I WORSHIP YOU  [ Nous T'adorons, nous T'adorons ] 
15-  YOU ARE HERE, MENDING EVERY HEART [ Tu es là réparant nos cœurs ] 
16-  I WORSHIP YOU, I WORSHIP YOU  [ Nous T'adorons, nous T'adorons ] 
</a:t>
            </a:r>
          </a:p>
          <a:p>
            <a:r>
              <a:rPr lang="es-ES" smtClean="0"/>
              <a:t>	Refrain :</a:t>
            </a:r>
          </a:p>
          <a:p>
            <a:endParaRPr lang="es-ES" smtClean="0"/>
          </a:p>
          <a:p>
            <a:r>
              <a:rPr lang="es-ES" smtClean="0"/>
              <a:t>Couplet 3 :
17-  YOU WIPE AWAY ALL TEARS  [ Tu essuies toutes larmes ] 
18-  YOU MEND THE BROKEN HEART  [ Tu répares les cœurs brisés ] 
19-  YOU'RE THE ANSWER TO IT ALL [ Tu es la réponse à toute chose ] 
20-  JESUS  [ Jésus ]                                                                                            x2</a:t>
            </a:r>
          </a:p>
          <a:p>
            <a:endParaRPr lang="es-ES" smtClean="0"/>
          </a:p>
          <a:p>
            <a:r>
              <a:rPr lang="es-ES" smtClean="0"/>
              <a:t>	Refrain :</a:t>
            </a:r>
          </a:p>
          <a:p>
            <a:endParaRPr lang="es-ES" smtClean="0"/>
          </a:p>
          <a:p>
            <a:r>
              <a:rPr lang="es-ES" smtClean="0"/>
              <a:t>Couplet 4 :
21-  YOU ARE HERE, TOUCHING EVERY LIFE  [ Tu es là, touchant chaque vie ] 
22-  I WORSHIP YOU, I WORSHIP YOU  [ Nous T'adorons, nous T'adorons ] 
23-  YOU ARE HERE, MEETING EVERY NEED  [ Tu es là, comblant tout besoin ] 
24-  I WORSHIP YOU, I WORSHIP YOU  [ Nous T'adorons, nous T'adorons ] 
Pont :
25-  HE’S WORKING  [ Il agit ]   ( Boucle )
26-  IN MY FAVOR  [ en ma faveur ] ( Boucle )
27-  HE’S WORKING IN MY FAVOR  [ Il agit en ma faveur ]  x2
28-  ALL THINGS ARE WORKING FOR MY GOOD  [ Et toutes choses concourent à mon bien ] 
29-  HE’S WORKING IN YOUR FAVOR  [ Il agit en ta faveur ]  x2
30-  ALL THINGS  [ Et toutes choses ] 
31-  ARE WORKING FOR YOUR GOOD  [ Concourent à ton bien ] 
32-  HE’S WORKING FOR MY GOOD  [ Il agit pour mon bien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300008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YOU ARE HERE, MOVING IN OUR MIDST [ Tu es là, présent parmi nous ]  
2-  I WORSHIP YOU, I WORSHIP YOU  [ Nous T'adorons, nous T'adorons ] 
3-  YOU ARE HERE, WORKING IN THIS PLACE [ Tu es là, présent parmi nous ] 
4-  I WORSHIP YOU, I WORSHIP YOU  [ Nous T'adorons, nous T'adorons ]                x2
</a:t>
            </a: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
	5-  WAY MAKER, MIRACLE WORKER [ Tu fais un chemin, opères des miracles ] 
	6-  PROMISE KEEPER [ Tu tiens Tes promesses ] 
	7-  LIGHT IN THE DARKNESS [ Lumière dans les ténèbres ] 
	8-  MY GOD, THAT IS WHO YOU ARE [ Mon Dieu, voici qui Tu es ]                               x2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 :
9-  YOU ARE HERE, TOUCHING EVERY HEART [ Tu es là, touchant tous les cœurs ] 
10-  I WORSHIP YOU, I WORSHIP YOU  [ Nous T'adorons, nous T'adorons ] 
11-  YOU ARE HERE, HEALING EVERY HEART [ Tu es là, guérissant les cœurs ] 
12-  I WORSHIP YOU, I WORSHIP YOU  [ Nous T'adorons, nous T'adorons ] 
13-  YOU ARE HERE, TURNING LIVES AROUND  [ Tu es là, Tu bouleverses nos vies ] 
14-  I WORSHIP YOU, I WORSHIP YOU  [ Nous T'adorons, nous T'adorons ] 
15-  YOU ARE HERE, MENDING EVERY HEART [ Tu es là réparant nos cœurs ] 
16-  I WORSHIP YOU, I WORSHIP YOU  [ Nous T'adorons, nous T'adorons ] 
</a:t>
            </a: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3 :
17-  YOU WIPE AWAY ALL TEARS  [ Tu essuies toutes larmes ] 
18-  YOU MEND THE BROKEN HEART  [ Tu répares les cœurs brisés ] 
19-  YOU'RE THE ANSWER TO IT ALL [ Tu es la réponse à toute chose ] 
20-  JESUS  [ Jésus ]                                                                                            x2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4 :
21-  YOU ARE HERE, TOUCHING EVERY LIFE  [ Tu es là, touchant chaque vie ] 
22-  I WORSHIP YOU, I WORSHIP YOU  [ Nous T'adorons, nous T'adorons ] 
23-  YOU ARE HERE, MEETING EVERY NEED  [ Tu es là, comblant tout besoin ] 
24-  I WORSHIP YOU, I WORSHIP YOU  [ Nous T'adorons, nous T'adorons ] 
Pont :
25-  HE’S WORKING  [ Il agit ]   ( Boucle )
26-  IN MY FAVOR  [ en ma faveur ] ( Boucle )
27-  HE’S WORKING IN MY FAVOR  [ Il agit en ma faveur ]  x2
28-  ALL THINGS ARE WORKING FOR MY GOOD  [ Et toutes choses concourent à mon bien ] 
29-  HE’S WORKING IN YOUR FAVOR  [ Il agit en ta faveur ]  x2
30-  ALL THINGS  [ Et toutes choses ] 
31-  ARE WORKING FOR YOUR GOOD  [ Concourent à ton bien ] 
32-  HE’S WORKING FOR MY GOOD  [ Il agit pour mon bien ] 
</a:t>
            </a:r>
            <a:endParaRPr lang="fr-F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s-ES" smtClean="0"/>
              <a:t>Couplet 1 :</a:t>
            </a:r>
          </a:p>
          <a:p>
            <a:r>
              <a:rPr lang="es-ES" smtClean="0"/>
              <a:t>1-  YOU ARE HERE, MOVING IN OUR MIDST [ Tu es là, présent parmi nous ]  
2-  I WORSHIP YOU, I WORSHIP YOU  [ Nous T'adorons, nous T'adorons ] 
3-  YOU ARE HERE, WORKING IN THIS PLACE [ Tu es là, présent parmi nous ] 
4-  I WORSHIP YOU, I WORSHIP YOU  [ Nous T'adorons, nous T'adorons ]                x2
</a:t>
            </a:r>
          </a:p>
          <a:p>
            <a:r>
              <a:rPr lang="es-ES" smtClean="0"/>
              <a:t>	Refrain :
	5-  WAY MAKER, MIRACLE WORKER [ Tu fais un chemin, opères des miracles ] 
	6-  PROMISE KEEPER [ Tu tiens Tes promesses ] 
	7-  LIGHT IN THE DARKNESS [ Lumière dans les ténèbres ] 
	8-  MY GOD, THAT IS WHO YOU ARE [ Mon Dieu, voici qui Tu es ]                               x2</a:t>
            </a:r>
          </a:p>
          <a:p>
            <a:endParaRPr lang="es-ES" smtClean="0"/>
          </a:p>
          <a:p>
            <a:r>
              <a:rPr lang="es-ES" smtClean="0"/>
              <a:t>Couplet 2 :
9-  YOU ARE HERE, TOUCHING EVERY HEART [ Tu es là, touchant tous les cœurs ] 
10-  I WORSHIP YOU, I WORSHIP YOU  [ Nous T'adorons, nous T'adorons ] 
11-  YOU ARE HERE, HEALING EVERY HEART [ Tu es là, guérissant les cœurs ] 
12-  I WORSHIP YOU, I WORSHIP YOU  [ Nous T'adorons, nous T'adorons ] 
13-  YOU ARE HERE, TURNING LIVES AROUND  [ Tu es là, Tu bouleverses nos vies ] 
14-  I WORSHIP YOU, I WORSHIP YOU  [ Nous T'adorons, nous T'adorons ] 
15-  YOU ARE HERE, MENDING EVERY HEART [ Tu es là réparant nos cœurs ] 
16-  I WORSHIP YOU, I WORSHIP YOU  [ Nous T'adorons, nous T'adorons ] 
</a:t>
            </a:r>
          </a:p>
          <a:p>
            <a:r>
              <a:rPr lang="es-ES" smtClean="0"/>
              <a:t>	Refrain :</a:t>
            </a:r>
          </a:p>
          <a:p>
            <a:endParaRPr lang="es-ES" smtClean="0"/>
          </a:p>
          <a:p>
            <a:r>
              <a:rPr lang="es-ES" smtClean="0"/>
              <a:t>Couplet 3 :
17-  YOU WIPE AWAY ALL TEARS  [ Tu essuies toutes larmes ] 
18-  YOU MEND THE BROKEN HEART  [ Tu répares les cœurs brisés ] 
19-  YOU'RE THE ANSWER TO IT ALL [ Tu es la réponse à toute chose ] 
20-  JESUS  [ Jésus ]                                                                                            x2</a:t>
            </a:r>
          </a:p>
          <a:p>
            <a:endParaRPr lang="es-ES" smtClean="0"/>
          </a:p>
          <a:p>
            <a:r>
              <a:rPr lang="es-ES" smtClean="0"/>
              <a:t>	Refrain :</a:t>
            </a:r>
          </a:p>
          <a:p>
            <a:endParaRPr lang="es-ES" smtClean="0"/>
          </a:p>
          <a:p>
            <a:r>
              <a:rPr lang="es-ES" smtClean="0"/>
              <a:t>Couplet 4 :
21-  YOU ARE HERE, TOUCHING EVERY LIFE  [ Tu es là, touchant chaque vie ] 
22-  I WORSHIP YOU, I WORSHIP YOU  [ Nous T'adorons, nous T'adorons ] 
23-  YOU ARE HERE, MEETING EVERY NEED  [ Tu es là, comblant tout besoin ] 
24-  I WORSHIP YOU, I WORSHIP YOU  [ Nous T'adorons, nous T'adorons ] 
Pont :
25-  HE’S WORKING  [ Il agit ]   ( Boucle )
26-  IN MY FAVOR  [ en ma faveur ] ( Boucle )
27-  HE’S WORKING IN MY FAVOR  [ Il agit en ma faveur ]  x2
28-  ALL THINGS ARE WORKING FOR MY GOOD  [ Et toutes choses concourent à mon bien ] 
29-  HE’S WORKING IN YOUR FAVOR  [ Il agit en ta faveur ]  x2
30-  ALL THINGS  [ Et toutes choses ] 
31-  ARE WORKING FOR YOUR GOOD  [ Concourent à ton bien ] 
32-  HE’S WORKING FOR MY GOOD  [ Il agit pour mon bien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4238647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YOU ARE HERE, MOVING IN OUR MIDST [ Tu es là, présent parmi nous ]  
2-  I WORSHIP YOU, I WORSHIP YOU  [ Nous T'adorons, nous T'adorons ] 
3-  YOU ARE HERE, WORKING IN THIS PLACE [ Tu es là, présent parmi nous ] 
4-  I WORSHIP YOU, I WORSHIP YOU  [ Nous T'adorons, nous T'adorons ]                x2
</a:t>
            </a: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
	5-  WAY MAKER, MIRACLE WORKER [ Tu fais un chemin, opères des miracles ] 
	6-  PROMISE KEEPER [ Tu tiens Tes promesses ] 
	7-  LIGHT IN THE DARKNESS [ Lumière dans les ténèbres ] 
	8-  MY GOD, THAT IS WHO YOU ARE [ Mon Dieu, voici qui Tu es ]                               x2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 :
9-  YOU ARE HERE, TOUCHING EVERY HEART [ Tu es là, touchant tous les cœurs ] 
10-  I WORSHIP YOU, I WORSHIP YOU  [ Nous T'adorons, nous T'adorons ] 
11-  YOU ARE HERE, HEALING EVERY HEART [ Tu es là, guérissant les cœurs ] 
12-  I WORSHIP YOU, I WORSHIP YOU  [ Nous T'adorons, nous T'adorons ] 
13-  YOU ARE HERE, TURNING LIVES AROUND  [ Tu es là, Tu bouleverses nos vies ] 
14-  I WORSHIP YOU, I WORSHIP YOU  [ Nous T'adorons, nous T'adorons ] 
15-  YOU ARE HERE, MENDING EVERY HEART [ Tu es là réparant nos cœurs ] 
16-  I WORSHIP YOU, I WORSHIP YOU  [ Nous T'adorons, nous T'adorons ] 
</a:t>
            </a: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3 :
17-  YOU WIPE AWAY ALL TEARS  [ Tu essuies toutes larmes ] 
18-  YOU MEND THE BROKEN HEART  [ Tu répares les cœurs brisés ] 
19-  YOU'RE THE ANSWER TO IT ALL [ Tu es la réponse à toute chose ] 
20-  JESUS  [ Jésus ]                                                                                            x2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4 :
21-  YOU ARE HERE, TOUCHING EVERY LIFE  [ Tu es là, touchant chaque vie ] 
22-  I WORSHIP YOU, I WORSHIP YOU  [ Nous T'adorons, nous T'adorons ] 
23-  YOU ARE HERE, MEETING EVERY NEED  [ Tu es là, comblant tout besoin ] 
24-  I WORSHIP YOU, I WORSHIP YOU  [ Nous T'adorons, nous T'adorons ] 
Pont :
25-  HE’S WORKING  [ Il agit ]   ( Boucle )
26-  IN MY FAVOR  [ en ma faveur ] ( Boucle )
27-  HE’S WORKING IN MY FAVOR  [ Il agit en ma faveur ]  x2
28-  ALL THINGS ARE WORKING FOR MY GOOD  [ Et toutes choses concourent à mon bien ] 
29-  HE’S WORKING IN YOUR FAVOR  [ Il agit en ta faveur ]  x2
30-  ALL THINGS  [ Et toutes choses ] 
31-  ARE WORKING FOR YOUR GOOD  [ Concourent à ton bien ] 
32-  HE’S WORKING FOR MY GOOD  [ Il agit pour mon bien ] 
</a:t>
            </a:r>
            <a:endParaRPr lang="fr-F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s-ES" smtClean="0"/>
              <a:t>Couplet 1 :</a:t>
            </a:r>
          </a:p>
          <a:p>
            <a:r>
              <a:rPr lang="es-ES" smtClean="0"/>
              <a:t>1-  YOU ARE HERE, MOVING IN OUR MIDST [ Tu es là, présent parmi nous ]  
2-  I WORSHIP YOU, I WORSHIP YOU  [ Nous T'adorons, nous T'adorons ] 
3-  YOU ARE HERE, WORKING IN THIS PLACE [ Tu es là, présent parmi nous ] 
4-  I WORSHIP YOU, I WORSHIP YOU  [ Nous T'adorons, nous T'adorons ]                x2
</a:t>
            </a:r>
          </a:p>
          <a:p>
            <a:r>
              <a:rPr lang="es-ES" smtClean="0"/>
              <a:t>	Refrain :
	5-  WAY MAKER, MIRACLE WORKER [ Tu fais un chemin, opères des miracles ] 
	6-  PROMISE KEEPER [ Tu tiens Tes promesses ] 
	7-  LIGHT IN THE DARKNESS [ Lumière dans les ténèbres ] 
	8-  MY GOD, THAT IS WHO YOU ARE [ Mon Dieu, voici qui Tu es ]                               x2</a:t>
            </a:r>
          </a:p>
          <a:p>
            <a:endParaRPr lang="es-ES" smtClean="0"/>
          </a:p>
          <a:p>
            <a:r>
              <a:rPr lang="es-ES" smtClean="0"/>
              <a:t>Couplet 2 :
9-  YOU ARE HERE, TOUCHING EVERY HEART [ Tu es là, touchant tous les cœurs ] 
10-  I WORSHIP YOU, I WORSHIP YOU  [ Nous T'adorons, nous T'adorons ] 
11-  YOU ARE HERE, HEALING EVERY HEART [ Tu es là, guérissant les cœurs ] 
12-  I WORSHIP YOU, I WORSHIP YOU  [ Nous T'adorons, nous T'adorons ] 
13-  YOU ARE HERE, TURNING LIVES AROUND  [ Tu es là, Tu bouleverses nos vies ] 
14-  I WORSHIP YOU, I WORSHIP YOU  [ Nous T'adorons, nous T'adorons ] 
15-  YOU ARE HERE, MENDING EVERY HEART [ Tu es là réparant nos cœurs ] 
16-  I WORSHIP YOU, I WORSHIP YOU  [ Nous T'adorons, nous T'adorons ] 
</a:t>
            </a:r>
          </a:p>
          <a:p>
            <a:r>
              <a:rPr lang="es-ES" smtClean="0"/>
              <a:t>	Refrain :</a:t>
            </a:r>
          </a:p>
          <a:p>
            <a:endParaRPr lang="es-ES" smtClean="0"/>
          </a:p>
          <a:p>
            <a:r>
              <a:rPr lang="es-ES" smtClean="0"/>
              <a:t>Couplet 3 :
17-  YOU WIPE AWAY ALL TEARS  [ Tu essuies toutes larmes ] 
18-  YOU MEND THE BROKEN HEART  [ Tu répares les cœurs brisés ] 
19-  YOU'RE THE ANSWER TO IT ALL [ Tu es la réponse à toute chose ] 
20-  JESUS  [ Jésus ]                                                                                            x2</a:t>
            </a:r>
          </a:p>
          <a:p>
            <a:endParaRPr lang="es-ES" smtClean="0"/>
          </a:p>
          <a:p>
            <a:r>
              <a:rPr lang="es-ES" smtClean="0"/>
              <a:t>	Refrain :</a:t>
            </a:r>
          </a:p>
          <a:p>
            <a:endParaRPr lang="es-ES" smtClean="0"/>
          </a:p>
          <a:p>
            <a:r>
              <a:rPr lang="es-ES" smtClean="0"/>
              <a:t>Couplet 4 :
21-  YOU ARE HERE, TOUCHING EVERY LIFE  [ Tu es là, touchant chaque vie ] 
22-  I WORSHIP YOU, I WORSHIP YOU  [ Nous T'adorons, nous T'adorons ] 
23-  YOU ARE HERE, MEETING EVERY NEED  [ Tu es là, comblant tout besoin ] 
24-  I WORSHIP YOU, I WORSHIP YOU  [ Nous T'adorons, nous T'adorons ] 
Pont :
25-  HE’S WORKING  [ Il agit ]   ( Boucle )
26-  IN MY FAVOR  [ en ma faveur ] ( Boucle )
27-  HE’S WORKING IN MY FAVOR  [ Il agit en ma faveur ]  x2
28-  ALL THINGS ARE WORKING FOR MY GOOD  [ Et toutes choses concourent à mon bien ] 
29-  HE’S WORKING IN YOUR FAVOR  [ Il agit en ta faveur ]  x2
30-  ALL THINGS  [ Et toutes choses ] 
31-  ARE WORKING FOR YOUR GOOD  [ Concourent à ton bien ] 
32-  HE’S WORKING FOR MY GOOD  [ Il agit pour mon bien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9932110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YOU ARE HERE, MOVING IN OUR MIDST [ Tu es là, présent parmi nous ]  
2-  I WORSHIP YOU, I WORSHIP YOU  [ Nous T'adorons, nous T'adorons ] 
3-  YOU ARE HERE, WORKING IN THIS PLACE [ Tu es là, présent parmi nous ] 
4-  I WORSHIP YOU, I WORSHIP YOU  [ Nous T'adorons, nous T'adorons ]                x2
</a:t>
            </a: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
	5-  WAY MAKER, MIRACLE WORKER [ Tu fais un chemin, opères des miracles ] 
	6-  PROMISE KEEPER [ Tu tiens Tes promesses ] 
	7-  LIGHT IN THE DARKNESS [ Lumière dans les ténèbres ] 
	8-  MY GOD, THAT IS WHO YOU ARE [ Mon Dieu, voici qui Tu es ]                               x2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 :
9-  YOU ARE HERE, TOUCHING EVERY HEART [ Tu es là, touchant tous les cœurs ] 
10-  I WORSHIP YOU, I WORSHIP YOU  [ Nous T'adorons, nous T'adorons ] 
11-  YOU ARE HERE, HEALING EVERY HEART [ Tu es là, guérissant les cœurs ] 
12-  I WORSHIP YOU, I WORSHIP YOU  [ Nous T'adorons, nous T'adorons ] 
13-  YOU ARE HERE, TURNING LIVES AROUND  [ Tu es là, Tu bouleverses nos vies ] 
14-  I WORSHIP YOU, I WORSHIP YOU  [ Nous T'adorons, nous T'adorons ] 
15-  YOU ARE HERE, MENDING EVERY HEART [ Tu es là réparant nos cœurs ] 
16-  I WORSHIP YOU, I WORSHIP YOU  [ Nous T'adorons, nous T'adorons ] 
</a:t>
            </a: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3 :
17-  YOU WIPE AWAY ALL TEARS  [ Tu essuies toutes larmes ] 
18-  YOU MEND THE BROKEN HEART  [ Tu répares les cœurs brisés ] 
19-  YOU'RE THE ANSWER TO IT ALL [ Tu es la réponse à toute chose ] 
20-  JESUS  [ Jésus ]                                                                                            x2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4 :
21-  YOU ARE HERE, TOUCHING EVERY LIFE  [ Tu es là, touchant chaque vie ] 
22-  I WORSHIP YOU, I WORSHIP YOU  [ Nous T'adorons, nous T'adorons ] 
23-  YOU ARE HERE, MEETING EVERY NEED  [ Tu es là, comblant tout besoin ] 
24-  I WORSHIP YOU, I WORSHIP YOU  [ Nous T'adorons, nous T'adorons ] 
Pont :
25-  HE’S WORKING  [ Il agit ]   ( Boucle )
26-  IN MY FAVOR  [ en ma faveur ] ( Boucle )
27-  HE’S WORKING IN MY FAVOR  [ Il agit en ma faveur ]  x2
28-  ALL THINGS ARE WORKING FOR MY GOOD  [ Et toutes choses concourent à mon bien ] 
29-  HE’S WORKING IN YOUR FAVOR  [ Il agit en ta faveur ]  x2
30-  ALL THINGS  [ Et toutes choses ] 
31-  ARE WORKING FOR YOUR GOOD  [ Concourent à ton bien ] 
32-  HE’S WORKING FOR MY GOOD  [ Il agit pour mon bien ] 
</a:t>
            </a:r>
            <a:endParaRPr lang="fr-F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s-ES" smtClean="0"/>
              <a:t>Couplet 1 :</a:t>
            </a:r>
          </a:p>
          <a:p>
            <a:r>
              <a:rPr lang="es-ES" smtClean="0"/>
              <a:t>1-  YOU ARE HERE, MOVING IN OUR MIDST [ Tu es là, présent parmi nous ]  
2-  I WORSHIP YOU, I WORSHIP YOU  [ Nous T'adorons, nous T'adorons ] 
3-  YOU ARE HERE, WORKING IN THIS PLACE [ Tu es là, présent parmi nous ] 
4-  I WORSHIP YOU, I WORSHIP YOU  [ Nous T'adorons, nous T'adorons ]                x2
</a:t>
            </a:r>
          </a:p>
          <a:p>
            <a:r>
              <a:rPr lang="es-ES" smtClean="0"/>
              <a:t>	Refrain :
	5-  WAY MAKER, MIRACLE WORKER [ Tu fais un chemin, opères des miracles ] 
	6-  PROMISE KEEPER [ Tu tiens Tes promesses ] 
	7-  LIGHT IN THE DARKNESS [ Lumière dans les ténèbres ] 
	8-  MY GOD, THAT IS WHO YOU ARE [ Mon Dieu, voici qui Tu es ]                               x2</a:t>
            </a:r>
          </a:p>
          <a:p>
            <a:endParaRPr lang="es-ES" smtClean="0"/>
          </a:p>
          <a:p>
            <a:r>
              <a:rPr lang="es-ES" smtClean="0"/>
              <a:t>Couplet 2 :
9-  YOU ARE HERE, TOUCHING EVERY HEART [ Tu es là, touchant tous les cœurs ] 
10-  I WORSHIP YOU, I WORSHIP YOU  [ Nous T'adorons, nous T'adorons ] 
11-  YOU ARE HERE, HEALING EVERY HEART [ Tu es là, guérissant les cœurs ] 
12-  I WORSHIP YOU, I WORSHIP YOU  [ Nous T'adorons, nous T'adorons ] 
13-  YOU ARE HERE, TURNING LIVES AROUND  [ Tu es là, Tu bouleverses nos vies ] 
14-  I WORSHIP YOU, I WORSHIP YOU  [ Nous T'adorons, nous T'adorons ] 
15-  YOU ARE HERE, MENDING EVERY HEART [ Tu es là réparant nos cœurs ] 
16-  I WORSHIP YOU, I WORSHIP YOU  [ Nous T'adorons, nous T'adorons ] 
</a:t>
            </a:r>
          </a:p>
          <a:p>
            <a:r>
              <a:rPr lang="es-ES" smtClean="0"/>
              <a:t>	Refrain :</a:t>
            </a:r>
          </a:p>
          <a:p>
            <a:endParaRPr lang="es-ES" smtClean="0"/>
          </a:p>
          <a:p>
            <a:r>
              <a:rPr lang="es-ES" smtClean="0"/>
              <a:t>Couplet 3 :
17-  YOU WIPE AWAY ALL TEARS  [ Tu essuies toutes larmes ] 
18-  YOU MEND THE BROKEN HEART  [ Tu répares les cœurs brisés ] 
19-  YOU'RE THE ANSWER TO IT ALL [ Tu es la réponse à toute chose ] 
20-  JESUS  [ Jésus ]                                                                                            x2</a:t>
            </a:r>
          </a:p>
          <a:p>
            <a:endParaRPr lang="es-ES" smtClean="0"/>
          </a:p>
          <a:p>
            <a:r>
              <a:rPr lang="es-ES" smtClean="0"/>
              <a:t>	Refrain :</a:t>
            </a:r>
          </a:p>
          <a:p>
            <a:endParaRPr lang="es-ES" smtClean="0"/>
          </a:p>
          <a:p>
            <a:r>
              <a:rPr lang="es-ES" smtClean="0"/>
              <a:t>Couplet 4 :
21-  YOU ARE HERE, TOUCHING EVERY LIFE  [ Tu es là, touchant chaque vie ] 
22-  I WORSHIP YOU, I WORSHIP YOU  [ Nous T'adorons, nous T'adorons ] 
23-  YOU ARE HERE, MEETING EVERY NEED  [ Tu es là, comblant tout besoin ] 
24-  I WORSHIP YOU, I WORSHIP YOU  [ Nous T'adorons, nous T'adorons ] 
Pont :
25-  HE’S WORKING  [ Il agit ]   ( Boucle )
26-  IN MY FAVOR  [ en ma faveur ] ( Boucle )
27-  HE’S WORKING IN MY FAVOR  [ Il agit en ma faveur ]  x2
28-  ALL THINGS ARE WORKING FOR MY GOOD  [ Et toutes choses concourent à mon bien ] 
29-  HE’S WORKING IN YOUR FAVOR  [ Il agit en ta faveur ]  x2
30-  ALL THINGS  [ Et toutes choses ] 
31-  ARE WORKING FOR YOUR GOOD  [ Concourent à ton bien ] 
32-  HE’S WORKING FOR MY GOOD  [ Il agit pour mon bien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2640710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YOU ARE HERE, MOVING IN OUR MIDST [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présent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parmi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nous ]  
2-  I WORSHIP YOU, I WORSHIP YOU  [ Nous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T'adorons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nous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T'adorons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] 
3-  YOU ARE HERE, WORKING IN THIS PLACE [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présent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parmi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nous ] 
4-  I WORSHIP YOU, I WORSHIP YOU  [ Nous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T'adorons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nous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T'adorons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]                x2
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
	5-  WAY MAKER, MIRACLE WORKER [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fais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un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chemin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opères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des miracles ] 
	6-  PROMISE KEEPER [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tiens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promesses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] 
	7-  LIGHT IN THE DARKNESS [ Lumière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dans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les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ténèbres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] 
	8-  MY GOD, THAT IS WHO YOU ARE [ Mon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Dieu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voici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qui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]                               x2</a:t>
            </a:r>
          </a:p>
          <a:p>
            <a:endParaRPr 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 :
9-  YOU ARE HERE, TOUCHING EVERY HEART [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touchant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tous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les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cœurs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] 
10-  I WORSHIP YOU, I WORSHIP YOU  [ Nous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T'adorons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nous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T'adorons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] 
11-  YOU ARE HERE, HEALING EVERY HEART [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guérissant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les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cœurs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] 
12-  I WORSHIP YOU, I WORSHIP YOU  [ Nous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T'adorons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nous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T'adorons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] 
13-  YOU ARE HERE, TURNING LIVES AROUND  [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bouleverses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vies ] 
14-  I WORSHIP YOU, I WORSHIP YOU  [ Nous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T'adorons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nous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T'adorons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] 
15-  YOU ARE HERE, MENDING EVERY HEART [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réparant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cœurs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] 
16-  I WORSHIP YOU, I WORSHIP YOU  [ Nous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T'adorons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nous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T'adorons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] 
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3 :
17-  YOU WIPE AWAY ALL TEARS  [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essuies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toutes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larmes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] 
18-  YOU MEND THE BROKEN HEART  [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répares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les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cœurs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brisés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] 
19-  YOU'RE THE ANSWER TO IT ALL [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la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réponse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à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toute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chose ] 
20-  JESUS  [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Jésus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]                                                                                            x2</a:t>
            </a:r>
          </a:p>
          <a:p>
            <a:endParaRPr 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4 :
21-  YOU ARE HERE, TOUCHING EVERY LIFE  [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touchant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chaque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vie ] 
22-  I WORSHIP YOU, I WORSHIP YOU  [ Nous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T'adorons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nous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T'adorons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] 
23-  YOU ARE HERE, MEETING EVERY NEED  [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comblant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tout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besoin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] 
24-  I WORSHIP YOU, I WORSHIP YOU  [ Nous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T'adorons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nous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T'adorons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] 
Pont :
25-  HE’S WORKING  [ Il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agit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]   ( Boucle )
26-  IN MY FAVOR  [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ma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faveur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] ( Boucle )
27-  HE’S WORKING IN MY FAVOR  [ Il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agit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ma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faveur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]  x2
28-  ALL THINGS ARE WORKING FOR MY GOOD  [ Et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toutes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choses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concourent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à mon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bien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] 
29-  HE’S WORKING IN YOUR FAVOR  [ Il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agit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ta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faveur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]  x2
30-  ALL THINGS  [ Et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toutes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choses ] 
31-  ARE WORKING FOR YOUR GOOD  [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Concourent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à ton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bien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] 
32-  HE’S WORKING FOR MY GOOD  [ Il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agit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pour mon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bien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] 
</a:t>
            </a:r>
            <a:endParaRPr lang="fr-F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s-ES" smtClean="0"/>
              <a:t>Couplet 1 :</a:t>
            </a:r>
          </a:p>
          <a:p>
            <a:r>
              <a:rPr lang="es-ES" smtClean="0"/>
              <a:t>1-  YOU ARE HERE, MOVING IN OUR MIDST [ Tu es là, présent parmi nous ]  
2-  I WORSHIP YOU, I WORSHIP YOU  [ Nous T'adorons, nous T'adorons ] 
3-  YOU ARE HERE, WORKING IN THIS PLACE [ Tu es là, présent parmi nous ] 
4-  I WORSHIP YOU, I WORSHIP YOU  [ Nous T'adorons, nous T'adorons ]                x2
</a:t>
            </a:r>
          </a:p>
          <a:p>
            <a:r>
              <a:rPr lang="es-ES" smtClean="0"/>
              <a:t>	Refrain :
	5-  WAY MAKER, MIRACLE WORKER [ Tu fais un chemin, opères des miracles ] 
	6-  PROMISE KEEPER [ Tu tiens Tes promesses ] 
	7-  LIGHT IN THE DARKNESS [ Lumière dans les ténèbres ] 
	8-  MY GOD, THAT IS WHO YOU ARE [ Mon Dieu, voici qui Tu es ]                               x2</a:t>
            </a:r>
          </a:p>
          <a:p>
            <a:endParaRPr lang="es-ES" smtClean="0"/>
          </a:p>
          <a:p>
            <a:r>
              <a:rPr lang="es-ES" smtClean="0"/>
              <a:t>Couplet 2 :
9-  YOU ARE HERE, TOUCHING EVERY HEART [ Tu es là, touchant tous les cœurs ] 
10-  I WORSHIP YOU, I WORSHIP YOU  [ Nous T'adorons, nous T'adorons ] 
11-  YOU ARE HERE, HEALING EVERY HEART [ Tu es là, guérissant les cœurs ] 
12-  I WORSHIP YOU, I WORSHIP YOU  [ Nous T'adorons, nous T'adorons ] 
13-  YOU ARE HERE, TURNING LIVES AROUND  [ Tu es là, Tu bouleverses nos vies ] 
14-  I WORSHIP YOU, I WORSHIP YOU  [ Nous T'adorons, nous T'adorons ] 
15-  YOU ARE HERE, MENDING EVERY HEART [ Tu es là réparant nos cœurs ] 
16-  I WORSHIP YOU, I WORSHIP YOU  [ Nous T'adorons, nous T'adorons ] 
</a:t>
            </a:r>
          </a:p>
          <a:p>
            <a:r>
              <a:rPr lang="es-ES" smtClean="0"/>
              <a:t>	Refrain :</a:t>
            </a:r>
          </a:p>
          <a:p>
            <a:endParaRPr lang="es-ES" smtClean="0"/>
          </a:p>
          <a:p>
            <a:r>
              <a:rPr lang="es-ES" smtClean="0"/>
              <a:t>Couplet 3 :
17-  YOU WIPE AWAY ALL TEARS  [ Tu essuies toutes larmes ] 
18-  YOU MEND THE BROKEN HEART  [ Tu répares les cœurs brisés ] 
19-  YOU'RE THE ANSWER TO IT ALL [ Tu es la réponse à toute chose ] 
20-  JESUS  [ Jésus ]                                                                                            x2</a:t>
            </a:r>
          </a:p>
          <a:p>
            <a:endParaRPr lang="es-ES" smtClean="0"/>
          </a:p>
          <a:p>
            <a:r>
              <a:rPr lang="es-ES" smtClean="0"/>
              <a:t>	Refrain :</a:t>
            </a:r>
          </a:p>
          <a:p>
            <a:endParaRPr lang="es-ES" smtClean="0"/>
          </a:p>
          <a:p>
            <a:r>
              <a:rPr lang="es-ES" smtClean="0"/>
              <a:t>Couplet 4 :
21-  YOU ARE HERE, TOUCHING EVERY LIFE  [ Tu es là, touchant chaque vie ] 
22-  I WORSHIP YOU, I WORSHIP YOU  [ Nous T'adorons, nous T'adorons ] 
23-  YOU ARE HERE, MEETING EVERY NEED  [ Tu es là, comblant tout besoin ] 
24-  I WORSHIP YOU, I WORSHIP YOU  [ Nous T'adorons, nous T'adorons ] 
Pont :
25-  HE’S WORKING  [ Il agit ]   ( Boucle )
26-  IN MY FAVOR  [ en ma faveur ] ( Boucle )
27-  HE’S WORKING IN MY FAVOR  [ Il agit en ma faveur ]  x2
28-  ALL THINGS ARE WORKING FOR MY GOOD  [ Et toutes choses concourent à mon bien ] 
29-  HE’S WORKING IN YOUR FAVOR  [ Il agit en ta faveur ]  x2
30-  ALL THINGS  [ Et toutes choses ] 
31-  ARE WORKING FOR YOUR GOOD  [ Concourent à ton bien ] 
32-  HE’S WORKING FOR MY GOOD  [ Il agit pour mon bien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4678640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YOU ARE HERE, MOVING IN OUR MIDST [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présent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parmi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nous ]  
2-  I WORSHIP YOU, I WORSHIP YOU  [ Nous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T'adorons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nous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T'adorons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] 
3-  YOU ARE HERE, WORKING IN THIS PLACE [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présent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parmi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nous ] 
4-  I WORSHIP YOU, I WORSHIP YOU  [ Nous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T'adorons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nous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T'adorons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]                x2
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
	5-  WAY MAKER, MIRACLE WORKER [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fais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un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chemin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opères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des miracles ] 
	6-  PROMISE KEEPER [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tiens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promesses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] 
	7-  LIGHT IN THE DARKNESS [ Lumière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dans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les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ténèbres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] 
	8-  MY GOD, THAT IS WHO YOU ARE [ Mon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Dieu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voici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qui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]                               x2</a:t>
            </a:r>
          </a:p>
          <a:p>
            <a:endParaRPr 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 :
9-  YOU ARE HERE, TOUCHING EVERY HEART [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touchant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tous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les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cœurs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] 
10-  I WORSHIP YOU, I WORSHIP YOU  [ Nous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T'adorons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nous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T'adorons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] 
11-  YOU ARE HERE, HEALING EVERY HEART [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guérissant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les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cœurs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] 
12-  I WORSHIP YOU, I WORSHIP YOU  [ Nous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T'adorons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nous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T'adorons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] 
13-  YOU ARE HERE, TURNING LIVES AROUND  [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bouleverses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vies ] 
14-  I WORSHIP YOU, I WORSHIP YOU  [ Nous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T'adorons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nous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T'adorons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] 
15-  YOU ARE HERE, MENDING EVERY HEART [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réparant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cœurs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] 
16-  I WORSHIP YOU, I WORSHIP YOU  [ Nous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T'adorons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nous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T'adorons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] 
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3 :
17-  YOU WIPE AWAY ALL TEARS  [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essuies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toutes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larmes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] 
18-  YOU MEND THE BROKEN HEART  [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répares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les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cœurs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brisés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] 
19-  YOU'RE THE ANSWER TO IT ALL [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la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réponse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à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toute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chose ] 
20-  JESUS  [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Jésus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]                                                                                            x2</a:t>
            </a:r>
          </a:p>
          <a:p>
            <a:endParaRPr 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4 :
21-  YOU ARE HERE, TOUCHING EVERY LIFE  [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touchant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chaque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vie ] 
22-  I WORSHIP YOU, I WORSHIP YOU  [ Nous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T'adorons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nous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T'adorons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] 
23-  YOU ARE HERE, MEETING EVERY NEED  [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comblant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tout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besoin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] 
24-  I WORSHIP YOU, I WORSHIP YOU  [ Nous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T'adorons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nous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T'adorons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] 
Pont :
25-  HE’S WORKING  [ Il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agit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]   ( Boucle )
26-  IN MY FAVOR  [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ma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faveur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] ( Boucle )
27-  HE’S WORKING IN MY FAVOR  [ Il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agit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ma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faveur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]  x2
28-  ALL THINGS ARE WORKING FOR MY GOOD  [ Et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toutes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choses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concourent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à mon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bien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] 
29-  HE’S WORKING IN YOUR FAVOR  [ Il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agit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ta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faveur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]  x2
30-  ALL THINGS  [ Et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toutes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choses ] 
31-  ARE WORKING FOR YOUR GOOD  [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Concourent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à ton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bien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] 
32-  HE’S WORKING FOR MY GOOD  [ Il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agit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pour mon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bien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] 
</a:t>
            </a:r>
            <a:endParaRPr lang="fr-F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s-ES" smtClean="0"/>
              <a:t>Couplet 1 :</a:t>
            </a:r>
          </a:p>
          <a:p>
            <a:r>
              <a:rPr lang="es-ES" smtClean="0"/>
              <a:t>1-  YOU ARE HERE, MOVING IN OUR MIDST [ Tu es là, présent parmi nous ]  
2-  I WORSHIP YOU, I WORSHIP YOU  [ Nous T'adorons, nous T'adorons ] 
3-  YOU ARE HERE, WORKING IN THIS PLACE [ Tu es là, présent parmi nous ] 
4-  I WORSHIP YOU, I WORSHIP YOU  [ Nous T'adorons, nous T'adorons ]                x2
</a:t>
            </a:r>
          </a:p>
          <a:p>
            <a:r>
              <a:rPr lang="es-ES" smtClean="0"/>
              <a:t>	Refrain :
	5-  WAY MAKER, MIRACLE WORKER [ Tu fais un chemin, opères des miracles ] 
	6-  PROMISE KEEPER [ Tu tiens Tes promesses ] 
	7-  LIGHT IN THE DARKNESS [ Lumière dans les ténèbres ] 
	8-  MY GOD, THAT IS WHO YOU ARE [ Mon Dieu, voici qui Tu es ]                               x2</a:t>
            </a:r>
          </a:p>
          <a:p>
            <a:endParaRPr lang="es-ES" smtClean="0"/>
          </a:p>
          <a:p>
            <a:r>
              <a:rPr lang="es-ES" smtClean="0"/>
              <a:t>Couplet 2 :
9-  YOU ARE HERE, TOUCHING EVERY HEART [ Tu es là, touchant tous les cœurs ] 
10-  I WORSHIP YOU, I WORSHIP YOU  [ Nous T'adorons, nous T'adorons ] 
11-  YOU ARE HERE, HEALING EVERY HEART [ Tu es là, guérissant les cœurs ] 
12-  I WORSHIP YOU, I WORSHIP YOU  [ Nous T'adorons, nous T'adorons ] 
13-  YOU ARE HERE, TURNING LIVES AROUND  [ Tu es là, Tu bouleverses nos vies ] 
14-  I WORSHIP YOU, I WORSHIP YOU  [ Nous T'adorons, nous T'adorons ] 
15-  YOU ARE HERE, MENDING EVERY HEART [ Tu es là réparant nos cœurs ] 
16-  I WORSHIP YOU, I WORSHIP YOU  [ Nous T'adorons, nous T'adorons ] 
</a:t>
            </a:r>
          </a:p>
          <a:p>
            <a:r>
              <a:rPr lang="es-ES" smtClean="0"/>
              <a:t>	Refrain :</a:t>
            </a:r>
          </a:p>
          <a:p>
            <a:endParaRPr lang="es-ES" smtClean="0"/>
          </a:p>
          <a:p>
            <a:r>
              <a:rPr lang="es-ES" smtClean="0"/>
              <a:t>Couplet 3 :
17-  YOU WIPE AWAY ALL TEARS  [ Tu essuies toutes larmes ] 
18-  YOU MEND THE BROKEN HEART  [ Tu répares les cœurs brisés ] 
19-  YOU'RE THE ANSWER TO IT ALL [ Tu es la réponse à toute chose ] 
20-  JESUS  [ Jésus ]                                                                                            x2</a:t>
            </a:r>
          </a:p>
          <a:p>
            <a:endParaRPr lang="es-ES" smtClean="0"/>
          </a:p>
          <a:p>
            <a:r>
              <a:rPr lang="es-ES" smtClean="0"/>
              <a:t>	Refrain :</a:t>
            </a:r>
          </a:p>
          <a:p>
            <a:endParaRPr lang="es-ES" smtClean="0"/>
          </a:p>
          <a:p>
            <a:r>
              <a:rPr lang="es-ES" smtClean="0"/>
              <a:t>Couplet 4 :
21-  YOU ARE HERE, TOUCHING EVERY LIFE  [ Tu es là, touchant chaque vie ] 
22-  I WORSHIP YOU, I WORSHIP YOU  [ Nous T'adorons, nous T'adorons ] 
23-  YOU ARE HERE, MEETING EVERY NEED  [ Tu es là, comblant tout besoin ] 
24-  I WORSHIP YOU, I WORSHIP YOU  [ Nous T'adorons, nous T'adorons ] 
Pont :
25-  HE’S WORKING  [ Il agit ]   ( Boucle )
26-  IN MY FAVOR  [ en ma faveur ] ( Boucle )
27-  HE’S WORKING IN MY FAVOR  [ Il agit en ma faveur ]  x2
28-  ALL THINGS ARE WORKING FOR MY GOOD  [ Et toutes choses concourent à mon bien ] 
29-  HE’S WORKING IN YOUR FAVOR  [ Il agit en ta faveur ]  x2
30-  ALL THINGS  [ Et toutes choses ] 
31-  ARE WORKING FOR YOUR GOOD  [ Concourent à ton bien ] 
32-  HE’S WORKING FOR MY GOOD  [ Il agit pour mon bien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8069254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YOU ARE HERE, MOVING IN OUR MIDST [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présent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parmi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nous ]  
2-  I WORSHIP YOU, I WORSHIP YOU  [ Nous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T'adorons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nous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T'adorons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] 
3-  YOU ARE HERE, WORKING IN THIS PLACE [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présent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parmi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nous ] 
4-  I WORSHIP YOU, I WORSHIP YOU  [ Nous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T'adorons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nous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T'adorons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]                x2
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
	5-  WAY MAKER, MIRACLE WORKER [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fais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un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chemin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opères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des miracles ] 
	6-  PROMISE KEEPER [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tiens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promesses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] 
	7-  LIGHT IN THE DARKNESS [ Lumière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dans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les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ténèbres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] 
	8-  MY GOD, THAT IS WHO YOU ARE [ Mon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Dieu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voici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qui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]                               x2</a:t>
            </a:r>
          </a:p>
          <a:p>
            <a:endParaRPr 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 :
9-  YOU ARE HERE, TOUCHING EVERY HEART [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touchant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tous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les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cœurs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] 
10-  I WORSHIP YOU, I WORSHIP YOU  [ Nous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T'adorons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nous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T'adorons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] 
11-  YOU ARE HERE, HEALING EVERY HEART [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guérissant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les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cœurs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] 
12-  I WORSHIP YOU, I WORSHIP YOU  [ Nous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T'adorons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nous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T'adorons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] 
13-  YOU ARE HERE, TURNING LIVES AROUND  [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bouleverses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vies ] 
14-  I WORSHIP YOU, I WORSHIP YOU  [ Nous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T'adorons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nous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T'adorons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] 
15-  YOU ARE HERE, MENDING EVERY HEART [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réparant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cœurs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] 
16-  I WORSHIP YOU, I WORSHIP YOU  [ Nous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T'adorons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nous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T'adorons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] 
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3 :
17-  YOU WIPE AWAY ALL TEARS  [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essuies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toutes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larmes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] 
18-  YOU MEND THE BROKEN HEART  [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répares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les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cœurs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brisés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] 
19-  YOU'RE THE ANSWER TO IT ALL [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la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réponse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à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toute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chose ] 
20-  JESUS  [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Jésus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]                                                                                            x2</a:t>
            </a:r>
          </a:p>
          <a:p>
            <a:endParaRPr 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4 :
21-  YOU ARE HERE, TOUCHING EVERY LIFE  [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touchant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chaque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vie ] 
22-  I WORSHIP YOU, I WORSHIP YOU  [ Nous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T'adorons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nous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T'adorons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] 
23-  YOU ARE HERE, MEETING EVERY NEED  [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comblant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tout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besoin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] 
24-  I WORSHIP YOU, I WORSHIP YOU  [ Nous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T'adorons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nous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T'adorons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] 
Pont :
25-  HE’S WORKING  [ Il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agit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]   ( Boucle )
26-  IN MY FAVOR  [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ma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faveur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] ( Boucle )
27-  HE’S WORKING IN MY FAVOR  [ Il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agit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ma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faveur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]  x2
28-  ALL THINGS ARE WORKING FOR MY GOOD  [ Et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toutes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choses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concourent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à mon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bien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] 
29-  HE’S WORKING IN YOUR FAVOR  [ Il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agit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ta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faveur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]  x2
30-  ALL THINGS  [ Et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toutes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choses ] 
31-  ARE WORKING FOR YOUR GOOD  [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Concourent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à ton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bien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] 
32-  HE’S WORKING FOR MY GOOD  [ Il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agit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pour mon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bien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] 
</a:t>
            </a:r>
            <a:endParaRPr lang="fr-F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s-ES" smtClean="0"/>
              <a:t>Couplet 1 :</a:t>
            </a:r>
          </a:p>
          <a:p>
            <a:r>
              <a:rPr lang="es-ES" smtClean="0"/>
              <a:t>1-  YOU ARE HERE, MOVING IN OUR MIDST [ Tu es là, présent parmi nous ]  
2-  I WORSHIP YOU, I WORSHIP YOU  [ Nous T'adorons, nous T'adorons ] 
3-  YOU ARE HERE, WORKING IN THIS PLACE [ Tu es là, présent parmi nous ] 
4-  I WORSHIP YOU, I WORSHIP YOU  [ Nous T'adorons, nous T'adorons ]                x2
</a:t>
            </a:r>
          </a:p>
          <a:p>
            <a:r>
              <a:rPr lang="es-ES" smtClean="0"/>
              <a:t>	Refrain :
	5-  WAY MAKER, MIRACLE WORKER [ Tu fais un chemin, opères des miracles ] 
	6-  PROMISE KEEPER [ Tu tiens Tes promesses ] 
	7-  LIGHT IN THE DARKNESS [ Lumière dans les ténèbres ] 
	8-  MY GOD, THAT IS WHO YOU ARE [ Mon Dieu, voici qui Tu es ]                               x2</a:t>
            </a:r>
          </a:p>
          <a:p>
            <a:endParaRPr lang="es-ES" smtClean="0"/>
          </a:p>
          <a:p>
            <a:r>
              <a:rPr lang="es-ES" smtClean="0"/>
              <a:t>Couplet 2 :
9-  YOU ARE HERE, TOUCHING EVERY HEART [ Tu es là, touchant tous les cœurs ] 
10-  I WORSHIP YOU, I WORSHIP YOU  [ Nous T'adorons, nous T'adorons ] 
11-  YOU ARE HERE, HEALING EVERY HEART [ Tu es là, guérissant les cœurs ] 
12-  I WORSHIP YOU, I WORSHIP YOU  [ Nous T'adorons, nous T'adorons ] 
13-  YOU ARE HERE, TURNING LIVES AROUND  [ Tu es là, Tu bouleverses nos vies ] 
14-  I WORSHIP YOU, I WORSHIP YOU  [ Nous T'adorons, nous T'adorons ] 
15-  YOU ARE HERE, MENDING EVERY HEART [ Tu es là réparant nos cœurs ] 
16-  I WORSHIP YOU, I WORSHIP YOU  [ Nous T'adorons, nous T'adorons ] 
</a:t>
            </a:r>
          </a:p>
          <a:p>
            <a:r>
              <a:rPr lang="es-ES" smtClean="0"/>
              <a:t>	Refrain :</a:t>
            </a:r>
          </a:p>
          <a:p>
            <a:endParaRPr lang="es-ES" smtClean="0"/>
          </a:p>
          <a:p>
            <a:r>
              <a:rPr lang="es-ES" smtClean="0"/>
              <a:t>Couplet 3 :
17-  YOU WIPE AWAY ALL TEARS  [ Tu essuies toutes larmes ] 
18-  YOU MEND THE BROKEN HEART  [ Tu répares les cœurs brisés ] 
19-  YOU'RE THE ANSWER TO IT ALL [ Tu es la réponse à toute chose ] 
20-  JESUS  [ Jésus ]                                                                                            x2</a:t>
            </a:r>
          </a:p>
          <a:p>
            <a:endParaRPr lang="es-ES" smtClean="0"/>
          </a:p>
          <a:p>
            <a:r>
              <a:rPr lang="es-ES" smtClean="0"/>
              <a:t>	Refrain :</a:t>
            </a:r>
          </a:p>
          <a:p>
            <a:endParaRPr lang="es-ES" smtClean="0"/>
          </a:p>
          <a:p>
            <a:r>
              <a:rPr lang="es-ES" smtClean="0"/>
              <a:t>Couplet 4 :
21-  YOU ARE HERE, TOUCHING EVERY LIFE  [ Tu es là, touchant chaque vie ] 
22-  I WORSHIP YOU, I WORSHIP YOU  [ Nous T'adorons, nous T'adorons ] 
23-  YOU ARE HERE, MEETING EVERY NEED  [ Tu es là, comblant tout besoin ] 
24-  I WORSHIP YOU, I WORSHIP YOU  [ Nous T'adorons, nous T'adorons ] 
Pont :
25-  HE’S WORKING  [ Il agit ]   ( Boucle )
26-  IN MY FAVOR  [ en ma faveur ] ( Boucle )
27-  HE’S WORKING IN MY FAVOR  [ Il agit en ma faveur ]  x2
28-  ALL THINGS ARE WORKING FOR MY GOOD  [ Et toutes choses concourent à mon bien ] 
29-  HE’S WORKING IN YOUR FAVOR  [ Il agit en ta faveur ]  x2
30-  ALL THINGS  [ Et toutes choses ] 
31-  ARE WORKING FOR YOUR GOOD  [ Concourent à ton bien ] 
32-  HE’S WORKING FOR MY GOOD  [ Il agit pour mon bien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453607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YOU ARE HERE, MOVING IN OUR MIDST [ Tu es là, présent parmi nous ]  
2-  I WORSHIP YOU, I WORSHIP YOU  [ Nous T'adorons, nous T'adorons ] 
3-  YOU ARE HERE, WORKING IN THIS PLACE [ Tu es là, présent parmi nous ] 
4-  I WORSHIP YOU, I WORSHIP YOU  [ Nous T'adorons, nous T'adorons ]                x2
</a:t>
            </a: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
	5-  WAY MAKER, MIRACLE WORKER [ Tu fais un chemin, opères des miracles ] 
	6-  PROMISE KEEPER [ Tu tiens Tes promesses ] 
	7-  LIGHT IN THE DARKNESS [ Lumière dans les ténèbres ] 
	8-  MY GOD, THAT IS WHO YOU ARE [ Mon Dieu, voici qui Tu es ]                               x2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 :
9-  YOU ARE HERE, TOUCHING EVERY HEART [ Tu es là, touchant tous les cœurs ] 
10-  I WORSHIP YOU, I WORSHIP YOU  [ Nous T'adorons, nous T'adorons ] 
11-  YOU ARE HERE, HEALING EVERY HEART [ Tu es là, guérissant les cœurs ] 
12-  I WORSHIP YOU, I WORSHIP YOU  [ Nous T'adorons, nous T'adorons ] 
13-  YOU ARE HERE, TURNING LIVES AROUND  [ Tu es là, Tu bouleverses nos vies ] 
14-  I WORSHIP YOU, I WORSHIP YOU  [ Nous T'adorons, nous T'adorons ] 
15-  YOU ARE HERE, MENDING EVERY HEART [ Tu es là réparant nos cœurs ] 
16-  I WORSHIP YOU, I WORSHIP YOU  [ Nous T'adorons, nous T'adorons ] 
</a:t>
            </a: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3 :
17-  YOU WIPE AWAY ALL TEARS  [ Tu essuies toutes larmes ] 
18-  YOU MEND THE BROKEN HEART  [ Tu répares les cœurs brisés ] 
19-  YOU'RE THE ANSWER TO IT ALL [ Tu es la réponse à toute chose ] 
20-  JESUS  [ Jésus ]                                                                                            x2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4 :
21-  YOU ARE HERE, TOUCHING EVERY LIFE  [ Tu es là, touchant chaque vie ] 
22-  I WORSHIP YOU, I WORSHIP YOU  [ Nous T'adorons, nous T'adorons ] 
23-  YOU ARE HERE, MEETING EVERY NEED  [ Tu es là, comblant tout besoin ] 
24-  I WORSHIP YOU, I WORSHIP YOU  [ Nous T'adorons, nous T'adorons ] 
Pont :
25-  HE’S WORKING  [ Il agit ]   ( Boucle )
26-  IN MY FAVOR  [ en ma faveur ] ( Boucle )
27-  HE’S WORKING IN MY FAVOR  [ Il agit en ma faveur ]  x2
28-  ALL THINGS ARE WORKING FOR MY GOOD  [ Et toutes choses concourent à mon bien ] 
29-  HE’S WORKING IN YOUR FAVOR  [ Il agit en ta faveur ]  x2
30-  ALL THINGS  [ Et toutes choses ] 
31-  ARE WORKING FOR YOUR GOOD  [ Concourent à ton bien ] 
32-  HE’S WORKING FOR MY GOOD  [ Il agit pour mon bien ] 
</a:t>
            </a:r>
            <a:endParaRPr lang="fr-F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s-ES" smtClean="0"/>
              <a:t>Couplet 1 :</a:t>
            </a:r>
          </a:p>
          <a:p>
            <a:r>
              <a:rPr lang="es-ES" smtClean="0"/>
              <a:t>1-  YOU ARE HERE, MOVING IN OUR MIDST [ Tu es là, présent parmi nous ]  
2-  I WORSHIP YOU, I WORSHIP YOU  [ Nous T'adorons, nous T'adorons ] 
3-  YOU ARE HERE, WORKING IN THIS PLACE [ Tu es là, présent parmi nous ] 
4-  I WORSHIP YOU, I WORSHIP YOU  [ Nous T'adorons, nous T'adorons ]                x2
</a:t>
            </a:r>
          </a:p>
          <a:p>
            <a:r>
              <a:rPr lang="es-ES" smtClean="0"/>
              <a:t>	Refrain :
	5-  WAY MAKER, MIRACLE WORKER [ Tu fais un chemin, opères des miracles ] 
	6-  PROMISE KEEPER [ Tu tiens Tes promesses ] 
	7-  LIGHT IN THE DARKNESS [ Lumière dans les ténèbres ] 
	8-  MY GOD, THAT IS WHO YOU ARE [ Mon Dieu, voici qui Tu es ]                               x2</a:t>
            </a:r>
          </a:p>
          <a:p>
            <a:endParaRPr lang="es-ES" smtClean="0"/>
          </a:p>
          <a:p>
            <a:r>
              <a:rPr lang="es-ES" smtClean="0"/>
              <a:t>Couplet 2 :
9-  YOU ARE HERE, TOUCHING EVERY HEART [ Tu es là, touchant tous les cœurs ] 
10-  I WORSHIP YOU, I WORSHIP YOU  [ Nous T'adorons, nous T'adorons ] 
11-  YOU ARE HERE, HEALING EVERY HEART [ Tu es là, guérissant les cœurs ] 
12-  I WORSHIP YOU, I WORSHIP YOU  [ Nous T'adorons, nous T'adorons ] 
13-  YOU ARE HERE, TURNING LIVES AROUND  [ Tu es là, Tu bouleverses nos vies ] 
14-  I WORSHIP YOU, I WORSHIP YOU  [ Nous T'adorons, nous T'adorons ] 
15-  YOU ARE HERE, MENDING EVERY HEART [ Tu es là réparant nos cœurs ] 
16-  I WORSHIP YOU, I WORSHIP YOU  [ Nous T'adorons, nous T'adorons ] 
</a:t>
            </a:r>
          </a:p>
          <a:p>
            <a:r>
              <a:rPr lang="es-ES" smtClean="0"/>
              <a:t>	Refrain :</a:t>
            </a:r>
          </a:p>
          <a:p>
            <a:endParaRPr lang="es-ES" smtClean="0"/>
          </a:p>
          <a:p>
            <a:r>
              <a:rPr lang="es-ES" smtClean="0"/>
              <a:t>Couplet 3 :
17-  YOU WIPE AWAY ALL TEARS  [ Tu essuies toutes larmes ] 
18-  YOU MEND THE BROKEN HEART  [ Tu répares les cœurs brisés ] 
19-  YOU'RE THE ANSWER TO IT ALL [ Tu es la réponse à toute chose ] 
20-  JESUS  [ Jésus ]                                                                                            x2</a:t>
            </a:r>
          </a:p>
          <a:p>
            <a:endParaRPr lang="es-ES" smtClean="0"/>
          </a:p>
          <a:p>
            <a:r>
              <a:rPr lang="es-ES" smtClean="0"/>
              <a:t>	Refrain :</a:t>
            </a:r>
          </a:p>
          <a:p>
            <a:endParaRPr lang="es-ES" smtClean="0"/>
          </a:p>
          <a:p>
            <a:r>
              <a:rPr lang="es-ES" smtClean="0"/>
              <a:t>Couplet 4 :
21-  YOU ARE HERE, TOUCHING EVERY LIFE  [ Tu es là, touchant chaque vie ] 
22-  I WORSHIP YOU, I WORSHIP YOU  [ Nous T'adorons, nous T'adorons ] 
23-  YOU ARE HERE, MEETING EVERY NEED  [ Tu es là, comblant tout besoin ] 
24-  I WORSHIP YOU, I WORSHIP YOU  [ Nous T'adorons, nous T'adorons ] 
Pont :
25-  HE’S WORKING  [ Il agit ]   ( Boucle )
26-  IN MY FAVOR  [ en ma faveur ] ( Boucle )
27-  HE’S WORKING IN MY FAVOR  [ Il agit en ma faveur ]  x2
28-  ALL THINGS ARE WORKING FOR MY GOOD  [ Et toutes choses concourent à mon bien ] 
29-  HE’S WORKING IN YOUR FAVOR  [ Il agit en ta faveur ]  x2
30-  ALL THINGS  [ Et toutes choses ] 
31-  ARE WORKING FOR YOUR GOOD  [ Concourent à ton bien ] 
32-  HE’S WORKING FOR MY GOOD  [ Il agit pour mon bien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222078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8582D4-822C-4719-9214-F9B568ACB3E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23D0C9-BB12-403A-AEC7-B34BDB29DE5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F090EF-36B6-43EF-BB75-9A5F428A08C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C6201A-2CDF-46E9-9052-E0150D62EE5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CC21C1-1845-4379-A509-6A2F6868AAC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60FAFC-9D93-4EEC-A3C6-C9BF4CE397E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367099-B8F6-4940-B0BB-29CE80C55F6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A0ECD3-CA99-4450-8968-380CC353184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0CCC40-9115-4B55-A907-068B9C838BF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1A502A-C12A-479C-B10D-915619F3F2A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E68787-DB1C-4768-83DD-A6DE25E2694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A4463775-FB1A-4A29-91CF-D1A6D6FE637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096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rotWithShape="0">
              <a:schemeClr val="tx1">
                <a:lumMod val="50000"/>
                <a:lumOff val="50000"/>
                <a:alpha val="0"/>
              </a:schemeClr>
            </a:outerShdw>
          </a:effectLst>
          <a:sp3d/>
          <a:extLst>
            <a:ext uri="{31F19639-BCED-4A60-ADC4-E9642A236FB7}">
              <a14:hiddenScene3d xmlns:a14="http://schemas.microsoft.com/office/drawing/2010/main">
                <a:camera prst="orthographicFront"/>
                <a:lightRig rig="threePt" dir="t"/>
              </a14:hiddenScene3d>
            </a:ext>
          </a:ex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23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/>
                <a:latin typeface="Montserrat SemiBold" pitchFamily="2" charset="0"/>
              </a:rPr>
              <a:t>YOU ARE HERE, MOVING IN OUR MIDST </a:t>
            </a:r>
            <a:br>
              <a:rPr lang="fr-FR" sz="23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/>
                <a:latin typeface="Montserrat SemiBold" pitchFamily="2" charset="0"/>
              </a:rPr>
            </a:br>
            <a:r>
              <a:rPr lang="fr-FR" sz="23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/>
                <a:latin typeface="Montserrat SemiBold" pitchFamily="2" charset="0"/>
              </a:rPr>
              <a:t>[ Tu es là, présent parmi nous ] </a:t>
            </a:r>
            <a:endParaRPr lang="fr-FR" sz="23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/>
              <a:latin typeface="Montserrat Semi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0298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096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rotWithShape="0">
              <a:schemeClr val="tx1">
                <a:lumMod val="50000"/>
                <a:lumOff val="50000"/>
                <a:alpha val="0"/>
              </a:schemeClr>
            </a:outerShdw>
          </a:effectLst>
          <a:sp3d/>
          <a:extLst>
            <a:ext uri="{31F19639-BCED-4A60-ADC4-E9642A236FB7}">
              <a14:hiddenScene3d xmlns:a14="http://schemas.microsoft.com/office/drawing/2010/main">
                <a:camera prst="orthographicFront"/>
                <a:lightRig rig="threePt" dir="t"/>
              </a14:hiddenScene3d>
            </a:ext>
          </a:ex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23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/>
                <a:latin typeface="Montserrat SemiBold" pitchFamily="2" charset="0"/>
              </a:rPr>
              <a:t>I WORSHIP YOU, I WORSHIP YOU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23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/>
                <a:latin typeface="Montserrat SemiBold" pitchFamily="2" charset="0"/>
              </a:rPr>
              <a:t> [ Nous T’adorons, nous T’adorons ] 
</a:t>
            </a:r>
            <a:endParaRPr lang="fr-FR" sz="23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/>
              <a:latin typeface="Montserrat Semi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518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096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rotWithShape="0">
              <a:schemeClr val="tx1">
                <a:lumMod val="50000"/>
                <a:lumOff val="50000"/>
                <a:alpha val="0"/>
              </a:schemeClr>
            </a:outerShdw>
          </a:effectLst>
          <a:sp3d/>
          <a:extLst>
            <a:ext uri="{31F19639-BCED-4A60-ADC4-E9642A236FB7}">
              <a14:hiddenScene3d xmlns:a14="http://schemas.microsoft.com/office/drawing/2010/main">
                <a:camera prst="orthographicFront"/>
                <a:lightRig rig="threePt" dir="t"/>
              </a14:hiddenScene3d>
            </a:ext>
          </a:ex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23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/>
                <a:latin typeface="Montserrat SemiBold" pitchFamily="2" charset="0"/>
              </a:rPr>
              <a:t>YOU ARE HERE, WORKING IN THIS PLACE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23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/>
                <a:latin typeface="Montserrat SemiBold" pitchFamily="2" charset="0"/>
              </a:rPr>
              <a:t>[ Tu es là, présent parmi nous ]</a:t>
            </a:r>
            <a:endParaRPr lang="fr-FR" sz="23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/>
              <a:latin typeface="Montserrat Semi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7841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096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rotWithShape="0">
              <a:schemeClr val="tx1">
                <a:lumMod val="50000"/>
                <a:lumOff val="50000"/>
                <a:alpha val="0"/>
              </a:schemeClr>
            </a:outerShdw>
          </a:effectLst>
          <a:sp3d/>
          <a:extLst>
            <a:ext uri="{31F19639-BCED-4A60-ADC4-E9642A236FB7}">
              <a14:hiddenScene3d xmlns:a14="http://schemas.microsoft.com/office/drawing/2010/main">
                <a:camera prst="orthographicFront"/>
                <a:lightRig rig="threePt" dir="t"/>
              </a14:hiddenScene3d>
            </a:ext>
          </a:ex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23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/>
                <a:latin typeface="Montserrat SemiBold" pitchFamily="2" charset="0"/>
              </a:rPr>
              <a:t>I WORSHIP YOU, I WORSHIP YOU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23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/>
                <a:latin typeface="Montserrat SemiBold" pitchFamily="2" charset="0"/>
              </a:rPr>
              <a:t> [ Nous T’adorons, nous T’adorons ] 
</a:t>
            </a:r>
            <a:endParaRPr lang="fr-FR" sz="23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/>
              <a:latin typeface="Montserrat Semi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08657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096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rotWithShape="0">
              <a:schemeClr val="tx1">
                <a:lumMod val="50000"/>
                <a:lumOff val="50000"/>
                <a:alpha val="0"/>
              </a:schemeClr>
            </a:outerShdw>
          </a:effectLst>
          <a:sp3d/>
          <a:extLst>
            <a:ext uri="{31F19639-BCED-4A60-ADC4-E9642A236FB7}">
              <a14:hiddenScene3d xmlns:a14="http://schemas.microsoft.com/office/drawing/2010/main">
                <a:camera prst="orthographicFront"/>
                <a:lightRig rig="threePt" dir="t"/>
              </a14:hiddenScene3d>
            </a:ext>
          </a:ex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23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/>
                <a:latin typeface="Montserrat SemiBold" pitchFamily="2" charset="0"/>
              </a:rPr>
              <a:t>WAY MAKER, MIRACLE WORKER </a:t>
            </a:r>
            <a:br>
              <a:rPr lang="fr-FR" sz="23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/>
                <a:latin typeface="Montserrat SemiBold" pitchFamily="2" charset="0"/>
              </a:rPr>
            </a:br>
            <a:r>
              <a:rPr lang="fr-FR" sz="23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/>
                <a:latin typeface="Montserrat SemiBold" pitchFamily="2" charset="0"/>
              </a:rPr>
              <a:t>[ Tu fais un chemin, opères des miracles ]</a:t>
            </a:r>
            <a:endParaRPr lang="fr-FR" sz="23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/>
              <a:latin typeface="Montserrat Semi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95285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096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rotWithShape="0">
              <a:schemeClr val="tx1">
                <a:lumMod val="50000"/>
                <a:lumOff val="50000"/>
                <a:alpha val="0"/>
              </a:schemeClr>
            </a:outerShdw>
          </a:effectLst>
          <a:sp3d/>
          <a:extLst>
            <a:ext uri="{31F19639-BCED-4A60-ADC4-E9642A236FB7}">
              <a14:hiddenScene3d xmlns:a14="http://schemas.microsoft.com/office/drawing/2010/main">
                <a:camera prst="orthographicFront"/>
                <a:lightRig rig="threePt" dir="t"/>
              </a14:hiddenScene3d>
            </a:ext>
          </a:ex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23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/>
                <a:latin typeface="Montserrat SemiBold" pitchFamily="2" charset="0"/>
              </a:rPr>
              <a:t>PROMISE KEEPER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23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/>
                <a:latin typeface="Montserrat SemiBold" pitchFamily="2" charset="0"/>
              </a:rPr>
              <a:t>[ Tu tiens Tes promesses ]</a:t>
            </a:r>
            <a:endParaRPr lang="fr-FR" sz="23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/>
              <a:latin typeface="Montserrat Semi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03251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096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rotWithShape="0">
              <a:schemeClr val="tx1">
                <a:lumMod val="50000"/>
                <a:lumOff val="50000"/>
                <a:alpha val="0"/>
              </a:schemeClr>
            </a:outerShdw>
          </a:effectLst>
          <a:sp3d/>
          <a:extLst>
            <a:ext uri="{31F19639-BCED-4A60-ADC4-E9642A236FB7}">
              <a14:hiddenScene3d xmlns:a14="http://schemas.microsoft.com/office/drawing/2010/main">
                <a:camera prst="orthographicFront"/>
                <a:lightRig rig="threePt" dir="t"/>
              </a14:hiddenScene3d>
            </a:ext>
          </a:ex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23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/>
                <a:latin typeface="Montserrat SemiBold" pitchFamily="2" charset="0"/>
              </a:rPr>
              <a:t>LIGHT IN THE DARKNESS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23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/>
                <a:latin typeface="Montserrat SemiBold" pitchFamily="2" charset="0"/>
              </a:rPr>
              <a:t>[ Lumière dans les ténèbres ]</a:t>
            </a:r>
            <a:endParaRPr lang="fr-FR" sz="23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/>
              <a:latin typeface="Montserrat Semi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5814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096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rotWithShape="0">
              <a:schemeClr val="tx1">
                <a:lumMod val="50000"/>
                <a:lumOff val="50000"/>
                <a:alpha val="0"/>
              </a:schemeClr>
            </a:outerShdw>
          </a:effectLst>
          <a:sp3d/>
          <a:extLst>
            <a:ext uri="{31F19639-BCED-4A60-ADC4-E9642A236FB7}">
              <a14:hiddenScene3d xmlns:a14="http://schemas.microsoft.com/office/drawing/2010/main">
                <a:camera prst="orthographicFront"/>
                <a:lightRig rig="threePt" dir="t"/>
              </a14:hiddenScene3d>
            </a:ext>
          </a:ex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23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/>
                <a:latin typeface="Montserrat SemiBold" pitchFamily="2" charset="0"/>
              </a:rPr>
              <a:t>MY GOD, THAT IS WHO YOU ARE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23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/>
                <a:latin typeface="Montserrat SemiBold" pitchFamily="2" charset="0"/>
              </a:rPr>
              <a:t>[ Mon Dieu, voici qui Tu es ] </a:t>
            </a:r>
            <a:endParaRPr lang="fr-FR" sz="23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/>
              <a:latin typeface="Montserrat Semi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205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096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rotWithShape="0">
              <a:schemeClr val="tx1">
                <a:lumMod val="50000"/>
                <a:lumOff val="50000"/>
                <a:alpha val="0"/>
              </a:schemeClr>
            </a:outerShdw>
          </a:effectLst>
          <a:sp3d/>
          <a:extLst>
            <a:ext uri="{31F19639-BCED-4A60-ADC4-E9642A236FB7}">
              <a14:hiddenScene3d xmlns:a14="http://schemas.microsoft.com/office/drawing/2010/main">
                <a:camera prst="orthographicFront"/>
                <a:lightRig rig="threePt" dir="t"/>
              </a14:hiddenScene3d>
            </a:ext>
          </a:ex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23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/>
                <a:latin typeface="Montserrat SemiBold" pitchFamily="2" charset="0"/>
              </a:rPr>
              <a:t>YOU ARE HERE, TOUCHING EVERY HEART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23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/>
                <a:latin typeface="Montserrat SemiBold" pitchFamily="2" charset="0"/>
              </a:rPr>
              <a:t>[ Tu es là, touchant tous les cœurs ]</a:t>
            </a:r>
            <a:endParaRPr lang="fr-FR" sz="23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/>
              <a:latin typeface="Montserrat Semi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10106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096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rotWithShape="0">
              <a:schemeClr val="tx1">
                <a:lumMod val="50000"/>
                <a:lumOff val="50000"/>
                <a:alpha val="0"/>
              </a:schemeClr>
            </a:outerShdw>
          </a:effectLst>
          <a:sp3d/>
          <a:extLst>
            <a:ext uri="{31F19639-BCED-4A60-ADC4-E9642A236FB7}">
              <a14:hiddenScene3d xmlns:a14="http://schemas.microsoft.com/office/drawing/2010/main">
                <a:camera prst="orthographicFront"/>
                <a:lightRig rig="threePt" dir="t"/>
              </a14:hiddenScene3d>
            </a:ext>
          </a:ex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23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/>
                <a:latin typeface="Montserrat SemiBold" pitchFamily="2" charset="0"/>
              </a:rPr>
              <a:t>I WORSHIP YOU, I WORSHIP YOU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23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/>
                <a:latin typeface="Montserrat SemiBold" pitchFamily="2" charset="0"/>
              </a:rPr>
              <a:t> [ Nous T’adorons, nous T’adorons ] 
</a:t>
            </a:r>
            <a:endParaRPr lang="fr-FR" sz="23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/>
              <a:latin typeface="Montserrat Semi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53913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096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rotWithShape="0">
              <a:schemeClr val="tx1">
                <a:lumMod val="50000"/>
                <a:lumOff val="50000"/>
                <a:alpha val="0"/>
              </a:schemeClr>
            </a:outerShdw>
          </a:effectLst>
          <a:sp3d/>
          <a:extLst>
            <a:ext uri="{31F19639-BCED-4A60-ADC4-E9642A236FB7}">
              <a14:hiddenScene3d xmlns:a14="http://schemas.microsoft.com/office/drawing/2010/main">
                <a:camera prst="orthographicFront"/>
                <a:lightRig rig="threePt" dir="t"/>
              </a14:hiddenScene3d>
            </a:ext>
          </a:ex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23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/>
                <a:latin typeface="Montserrat SemiBold" pitchFamily="2" charset="0"/>
              </a:rPr>
              <a:t>YOU ARE HERE, HEALING EVERY HEART 
[ Tu es là, guérissant les cœurs ]</a:t>
            </a:r>
            <a:endParaRPr lang="fr-FR" sz="23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/>
              <a:latin typeface="Montserrat Semi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58409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096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rotWithShape="0">
              <a:schemeClr val="tx1">
                <a:lumMod val="50000"/>
                <a:lumOff val="50000"/>
                <a:alpha val="0"/>
              </a:schemeClr>
            </a:outerShdw>
          </a:effectLst>
          <a:sp3d/>
          <a:extLst>
            <a:ext uri="{31F19639-BCED-4A60-ADC4-E9642A236FB7}">
              <a14:hiddenScene3d xmlns:a14="http://schemas.microsoft.com/office/drawing/2010/main">
                <a:camera prst="orthographicFront"/>
                <a:lightRig rig="threePt" dir="t"/>
              </a14:hiddenScene3d>
            </a:ext>
          </a:ex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23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/>
                <a:latin typeface="Montserrat SemiBold" pitchFamily="2" charset="0"/>
              </a:rPr>
              <a:t>I WORSHIP YOU, I WORSHIP YOU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23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/>
                <a:latin typeface="Montserrat SemiBold" pitchFamily="2" charset="0"/>
              </a:rPr>
              <a:t> [ Nous T’adorons, nous T’adorons ] 
</a:t>
            </a:r>
            <a:endParaRPr lang="fr-FR" sz="23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/>
              <a:latin typeface="Montserrat Semi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4399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096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rotWithShape="0">
              <a:schemeClr val="tx1">
                <a:lumMod val="50000"/>
                <a:lumOff val="50000"/>
                <a:alpha val="0"/>
              </a:schemeClr>
            </a:outerShdw>
          </a:effectLst>
          <a:sp3d/>
          <a:extLst>
            <a:ext uri="{31F19639-BCED-4A60-ADC4-E9642A236FB7}">
              <a14:hiddenScene3d xmlns:a14="http://schemas.microsoft.com/office/drawing/2010/main">
                <a:camera prst="orthographicFront"/>
                <a:lightRig rig="threePt" dir="t"/>
              </a14:hiddenScene3d>
            </a:ext>
          </a:ex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23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/>
                <a:latin typeface="Montserrat SemiBold" pitchFamily="2" charset="0"/>
              </a:rPr>
              <a:t>YOU ARE HERE, TURNING LIVES AROUND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23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/>
                <a:latin typeface="Montserrat SemiBold" pitchFamily="2" charset="0"/>
              </a:rPr>
              <a:t> [ Tu es là, Tu bouleverses nos vies ]</a:t>
            </a:r>
            <a:endParaRPr lang="fr-FR" sz="23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/>
              <a:latin typeface="Montserrat Semi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8869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096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rotWithShape="0">
              <a:schemeClr val="tx1">
                <a:lumMod val="50000"/>
                <a:lumOff val="50000"/>
                <a:alpha val="0"/>
              </a:schemeClr>
            </a:outerShdw>
          </a:effectLst>
          <a:sp3d/>
          <a:extLst>
            <a:ext uri="{31F19639-BCED-4A60-ADC4-E9642A236FB7}">
              <a14:hiddenScene3d xmlns:a14="http://schemas.microsoft.com/office/drawing/2010/main">
                <a:camera prst="orthographicFront"/>
                <a:lightRig rig="threePt" dir="t"/>
              </a14:hiddenScene3d>
            </a:ext>
          </a:ex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23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/>
                <a:latin typeface="Montserrat SemiBold" pitchFamily="2" charset="0"/>
              </a:rPr>
              <a:t>I WORSHIP YOU, I WORSHIP YOU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23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/>
                <a:latin typeface="Montserrat SemiBold" pitchFamily="2" charset="0"/>
              </a:rPr>
              <a:t> [ Nous T’adorons, nous T’adorons ] 
</a:t>
            </a:r>
            <a:endParaRPr lang="fr-FR" sz="23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/>
              <a:latin typeface="Montserrat Semi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24231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096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rotWithShape="0">
              <a:schemeClr val="tx1">
                <a:lumMod val="50000"/>
                <a:lumOff val="50000"/>
                <a:alpha val="0"/>
              </a:schemeClr>
            </a:outerShdw>
          </a:effectLst>
          <a:sp3d/>
          <a:extLst>
            <a:ext uri="{31F19639-BCED-4A60-ADC4-E9642A236FB7}">
              <a14:hiddenScene3d xmlns:a14="http://schemas.microsoft.com/office/drawing/2010/main">
                <a:camera prst="orthographicFront"/>
                <a:lightRig rig="threePt" dir="t"/>
              </a14:hiddenScene3d>
            </a:ext>
          </a:ex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23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/>
                <a:latin typeface="Montserrat SemiBold" pitchFamily="2" charset="0"/>
              </a:rPr>
              <a:t>YOU ARE HERE, MENDING EVERY HEART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23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/>
                <a:latin typeface="Montserrat SemiBold" pitchFamily="2" charset="0"/>
              </a:rPr>
              <a:t>[ Tu es là, réparant nos cœurs ]</a:t>
            </a:r>
            <a:endParaRPr lang="fr-FR" sz="23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/>
              <a:latin typeface="Montserrat Semi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7073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096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rotWithShape="0">
              <a:schemeClr val="tx1">
                <a:lumMod val="50000"/>
                <a:lumOff val="50000"/>
                <a:alpha val="0"/>
              </a:schemeClr>
            </a:outerShdw>
          </a:effectLst>
          <a:sp3d/>
          <a:extLst>
            <a:ext uri="{31F19639-BCED-4A60-ADC4-E9642A236FB7}">
              <a14:hiddenScene3d xmlns:a14="http://schemas.microsoft.com/office/drawing/2010/main">
                <a:camera prst="orthographicFront"/>
                <a:lightRig rig="threePt" dir="t"/>
              </a14:hiddenScene3d>
            </a:ext>
          </a:ex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23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/>
                <a:latin typeface="Montserrat SemiBold" pitchFamily="2" charset="0"/>
              </a:rPr>
              <a:t>I WORSHIP YOU, I WORSHIP YOU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23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/>
                <a:latin typeface="Montserrat SemiBold" pitchFamily="2" charset="0"/>
              </a:rPr>
              <a:t> [ Nous T’adorons, nous T’adorons ] 
</a:t>
            </a:r>
            <a:endParaRPr lang="fr-FR" sz="23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/>
              <a:latin typeface="Montserrat Semi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6073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096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rotWithShape="0">
              <a:schemeClr val="tx1">
                <a:lumMod val="50000"/>
                <a:lumOff val="50000"/>
                <a:alpha val="0"/>
              </a:schemeClr>
            </a:outerShdw>
          </a:effectLst>
          <a:sp3d/>
          <a:extLst>
            <a:ext uri="{31F19639-BCED-4A60-ADC4-E9642A236FB7}">
              <a14:hiddenScene3d xmlns:a14="http://schemas.microsoft.com/office/drawing/2010/main">
                <a:camera prst="orthographicFront"/>
                <a:lightRig rig="threePt" dir="t"/>
              </a14:hiddenScene3d>
            </a:ext>
          </a:ex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23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/>
                <a:latin typeface="Montserrat SemiBold" pitchFamily="2" charset="0"/>
              </a:rPr>
              <a:t>YOU WIPE AWAY ALL TEARS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23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/>
                <a:latin typeface="Montserrat SemiBold" pitchFamily="2" charset="0"/>
              </a:rPr>
              <a:t> [ Tu essuies toutes larmes ]</a:t>
            </a:r>
            <a:endParaRPr lang="fr-FR" sz="23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/>
              <a:latin typeface="Montserrat Semi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0509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096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rotWithShape="0">
              <a:schemeClr val="tx1">
                <a:lumMod val="50000"/>
                <a:lumOff val="50000"/>
                <a:alpha val="0"/>
              </a:schemeClr>
            </a:outerShdw>
          </a:effectLst>
          <a:sp3d/>
          <a:extLst>
            <a:ext uri="{31F19639-BCED-4A60-ADC4-E9642A236FB7}">
              <a14:hiddenScene3d xmlns:a14="http://schemas.microsoft.com/office/drawing/2010/main">
                <a:camera prst="orthographicFront"/>
                <a:lightRig rig="threePt" dir="t"/>
              </a14:hiddenScene3d>
            </a:ext>
          </a:ex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23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/>
                <a:latin typeface="Montserrat SemiBold" pitchFamily="2" charset="0"/>
              </a:rPr>
              <a:t>YOU MEND THE BROKEN HEART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23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/>
                <a:latin typeface="Montserrat SemiBold" pitchFamily="2" charset="0"/>
              </a:rPr>
              <a:t> [ Tu répares les cœurs brisés ]</a:t>
            </a:r>
            <a:endParaRPr lang="fr-FR" sz="23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/>
              <a:latin typeface="Montserrat Semi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0907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096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rotWithShape="0">
              <a:schemeClr val="tx1">
                <a:lumMod val="50000"/>
                <a:lumOff val="50000"/>
                <a:alpha val="0"/>
              </a:schemeClr>
            </a:outerShdw>
          </a:effectLst>
          <a:sp3d/>
          <a:extLst>
            <a:ext uri="{31F19639-BCED-4A60-ADC4-E9642A236FB7}">
              <a14:hiddenScene3d xmlns:a14="http://schemas.microsoft.com/office/drawing/2010/main">
                <a:camera prst="orthographicFront"/>
                <a:lightRig rig="threePt" dir="t"/>
              </a14:hiddenScene3d>
            </a:ext>
          </a:ex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23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/>
                <a:latin typeface="Montserrat SemiBold" pitchFamily="2" charset="0"/>
              </a:rPr>
              <a:t>YOU'RE THE ANSWER TO IT ALL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23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/>
                <a:latin typeface="Montserrat SemiBold" pitchFamily="2" charset="0"/>
              </a:rPr>
              <a:t>[ Tu es la réponse à toute chose ] </a:t>
            </a:r>
          </a:p>
          <a:p>
            <a:pPr algn="ctr">
              <a:lnSpc>
                <a:spcPct val="90000"/>
              </a:lnSpc>
              <a:defRPr/>
            </a:pPr>
            <a:endParaRPr lang="fr-FR" sz="23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/>
              <a:latin typeface="Montserrat Semi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9644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096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rotWithShape="0">
              <a:schemeClr val="tx1">
                <a:lumMod val="50000"/>
                <a:lumOff val="50000"/>
                <a:alpha val="0"/>
              </a:schemeClr>
            </a:outerShdw>
          </a:effectLst>
          <a:sp3d/>
          <a:extLst>
            <a:ext uri="{31F19639-BCED-4A60-ADC4-E9642A236FB7}">
              <a14:hiddenScene3d xmlns:a14="http://schemas.microsoft.com/office/drawing/2010/main">
                <a:camera prst="orthographicFront"/>
                <a:lightRig rig="threePt" dir="t"/>
              </a14:hiddenScene3d>
            </a:ext>
          </a:ex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23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/>
                <a:latin typeface="Montserrat SemiBold" pitchFamily="2" charset="0"/>
              </a:rPr>
              <a:t>JESUS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23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/>
                <a:latin typeface="Montserrat SemiBold" pitchFamily="2" charset="0"/>
              </a:rPr>
              <a:t>[ Jésus ] </a:t>
            </a:r>
          </a:p>
          <a:p>
            <a:pPr algn="ctr">
              <a:lnSpc>
                <a:spcPct val="90000"/>
              </a:lnSpc>
              <a:defRPr/>
            </a:pPr>
            <a:endParaRPr lang="fr-FR" sz="23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/>
              <a:latin typeface="Montserrat Semi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794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096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rotWithShape="0">
              <a:schemeClr val="tx1">
                <a:lumMod val="50000"/>
                <a:lumOff val="50000"/>
                <a:alpha val="0"/>
              </a:schemeClr>
            </a:outerShdw>
          </a:effectLst>
          <a:sp3d/>
          <a:extLst>
            <a:ext uri="{31F19639-BCED-4A60-ADC4-E9642A236FB7}">
              <a14:hiddenScene3d xmlns:a14="http://schemas.microsoft.com/office/drawing/2010/main">
                <a:camera prst="orthographicFront"/>
                <a:lightRig rig="threePt" dir="t"/>
              </a14:hiddenScene3d>
            </a:ext>
          </a:ex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23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/>
                <a:latin typeface="Montserrat SemiBold" pitchFamily="2" charset="0"/>
              </a:rPr>
              <a:t>YOU ARE HERE, TOUCHING EVERY LIFE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23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/>
                <a:latin typeface="Montserrat SemiBold" pitchFamily="2" charset="0"/>
              </a:rPr>
              <a:t> [ Tu es là, touchant chaque vie ]</a:t>
            </a:r>
            <a:endParaRPr lang="fr-FR" sz="23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/>
              <a:latin typeface="Montserrat Semi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0540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096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rotWithShape="0">
              <a:schemeClr val="tx1">
                <a:lumMod val="50000"/>
                <a:lumOff val="50000"/>
                <a:alpha val="0"/>
              </a:schemeClr>
            </a:outerShdw>
          </a:effectLst>
          <a:sp3d/>
          <a:extLst>
            <a:ext uri="{31F19639-BCED-4A60-ADC4-E9642A236FB7}">
              <a14:hiddenScene3d xmlns:a14="http://schemas.microsoft.com/office/drawing/2010/main">
                <a:camera prst="orthographicFront"/>
                <a:lightRig rig="threePt" dir="t"/>
              </a14:hiddenScene3d>
            </a:ext>
          </a:ex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23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/>
                <a:latin typeface="Montserrat SemiBold" pitchFamily="2" charset="0"/>
              </a:rPr>
              <a:t>I WORSHIP YOU, I WORSHIP YOU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23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/>
                <a:latin typeface="Montserrat SemiBold" pitchFamily="2" charset="0"/>
              </a:rPr>
              <a:t> [ Nous T’adorons, nous T’adorons ] 
</a:t>
            </a:r>
            <a:endParaRPr lang="fr-FR" sz="23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/>
              <a:latin typeface="Montserrat Semi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2449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096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rotWithShape="0">
              <a:schemeClr val="tx1">
                <a:lumMod val="50000"/>
                <a:lumOff val="50000"/>
                <a:alpha val="0"/>
              </a:schemeClr>
            </a:outerShdw>
          </a:effectLst>
          <a:sp3d/>
          <a:extLst>
            <a:ext uri="{31F19639-BCED-4A60-ADC4-E9642A236FB7}">
              <a14:hiddenScene3d xmlns:a14="http://schemas.microsoft.com/office/drawing/2010/main">
                <a:camera prst="orthographicFront"/>
                <a:lightRig rig="threePt" dir="t"/>
              </a14:hiddenScene3d>
            </a:ext>
          </a:ex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23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/>
                <a:latin typeface="Montserrat SemiBold" pitchFamily="2" charset="0"/>
              </a:rPr>
              <a:t>YOU ARE HERE, MEETING EVERY NEED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23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/>
                <a:latin typeface="Montserrat SemiBold" pitchFamily="2" charset="0"/>
              </a:rPr>
              <a:t> [ Tu es là, comblant tout besoin ] 
</a:t>
            </a:r>
            <a:endParaRPr lang="fr-FR" sz="23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/>
              <a:latin typeface="Montserrat Semi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57878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096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rotWithShape="0">
              <a:schemeClr val="tx1">
                <a:lumMod val="50000"/>
                <a:lumOff val="50000"/>
                <a:alpha val="0"/>
              </a:schemeClr>
            </a:outerShdw>
          </a:effectLst>
          <a:sp3d/>
          <a:extLst>
            <a:ext uri="{31F19639-BCED-4A60-ADC4-E9642A236FB7}">
              <a14:hiddenScene3d xmlns:a14="http://schemas.microsoft.com/office/drawing/2010/main">
                <a:camera prst="orthographicFront"/>
                <a:lightRig rig="threePt" dir="t"/>
              </a14:hiddenScene3d>
            </a:ext>
          </a:ex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23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/>
                <a:latin typeface="Montserrat SemiBold" pitchFamily="2" charset="0"/>
              </a:rPr>
              <a:t>I WORSHIP YOU, I WORSHIP YOU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23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/>
                <a:latin typeface="Montserrat SemiBold" pitchFamily="2" charset="0"/>
              </a:rPr>
              <a:t> [ Nous T’adorons, nous T’adorons ] 
</a:t>
            </a:r>
            <a:endParaRPr lang="fr-FR" sz="23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/>
              <a:latin typeface="Montserrat Semi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36496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096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rotWithShape="0">
              <a:schemeClr val="tx1">
                <a:lumMod val="50000"/>
                <a:lumOff val="50000"/>
                <a:alpha val="0"/>
              </a:schemeClr>
            </a:outerShdw>
          </a:effectLst>
          <a:sp3d/>
          <a:extLst>
            <a:ext uri="{31F19639-BCED-4A60-ADC4-E9642A236FB7}">
              <a14:hiddenScene3d xmlns:a14="http://schemas.microsoft.com/office/drawing/2010/main">
                <a:camera prst="orthographicFront"/>
                <a:lightRig rig="threePt" dir="t"/>
              </a14:hiddenScene3d>
            </a:ext>
          </a:ex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23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/>
                <a:latin typeface="Montserrat SemiBold" pitchFamily="2" charset="0"/>
              </a:rPr>
              <a:t>HE’S WORKING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23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/>
                <a:latin typeface="Montserrat SemiBold" pitchFamily="2" charset="0"/>
              </a:rPr>
              <a:t> [ Il agit ] 
</a:t>
            </a:r>
            <a:endParaRPr lang="fr-FR" sz="23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/>
              <a:latin typeface="Montserrat Semi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1017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096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rotWithShape="0">
              <a:schemeClr val="tx1">
                <a:lumMod val="50000"/>
                <a:lumOff val="50000"/>
                <a:alpha val="0"/>
              </a:schemeClr>
            </a:outerShdw>
          </a:effectLst>
          <a:sp3d/>
          <a:extLst>
            <a:ext uri="{31F19639-BCED-4A60-ADC4-E9642A236FB7}">
              <a14:hiddenScene3d xmlns:a14="http://schemas.microsoft.com/office/drawing/2010/main">
                <a:camera prst="orthographicFront"/>
                <a:lightRig rig="threePt" dir="t"/>
              </a14:hiddenScene3d>
            </a:ext>
          </a:ex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23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/>
                <a:latin typeface="Montserrat SemiBold" pitchFamily="2" charset="0"/>
              </a:rPr>
              <a:t>IN MY FAVOR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23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/>
                <a:latin typeface="Montserrat SemiBold" pitchFamily="2" charset="0"/>
              </a:rPr>
              <a:t> [ en ma faveur ] 
</a:t>
            </a:r>
            <a:endParaRPr lang="fr-FR" sz="23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/>
              <a:latin typeface="Montserrat Semi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78673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096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rotWithShape="0">
              <a:schemeClr val="tx1">
                <a:lumMod val="50000"/>
                <a:lumOff val="50000"/>
                <a:alpha val="0"/>
              </a:schemeClr>
            </a:outerShdw>
          </a:effectLst>
          <a:sp3d/>
          <a:extLst>
            <a:ext uri="{31F19639-BCED-4A60-ADC4-E9642A236FB7}">
              <a14:hiddenScene3d xmlns:a14="http://schemas.microsoft.com/office/drawing/2010/main">
                <a:camera prst="orthographicFront"/>
                <a:lightRig rig="threePt" dir="t"/>
              </a14:hiddenScene3d>
            </a:ext>
          </a:ex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23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/>
                <a:latin typeface="Montserrat SemiBold" pitchFamily="2" charset="0"/>
              </a:rPr>
              <a:t>HE’S WORKING IN MY FAVOR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23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/>
                <a:latin typeface="Montserrat SemiBold" pitchFamily="2" charset="0"/>
              </a:rPr>
              <a:t> [ Il agit en ma faveur ] 
</a:t>
            </a:r>
            <a:endParaRPr lang="fr-FR" sz="23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/>
              <a:latin typeface="Montserrat Semi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24536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096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rotWithShape="0">
              <a:schemeClr val="tx1">
                <a:lumMod val="50000"/>
                <a:lumOff val="50000"/>
                <a:alpha val="0"/>
              </a:schemeClr>
            </a:outerShdw>
          </a:effectLst>
          <a:sp3d/>
          <a:extLst>
            <a:ext uri="{31F19639-BCED-4A60-ADC4-E9642A236FB7}">
              <a14:hiddenScene3d xmlns:a14="http://schemas.microsoft.com/office/drawing/2010/main">
                <a:camera prst="orthographicFront"/>
                <a:lightRig rig="threePt" dir="t"/>
              </a14:hiddenScene3d>
            </a:ext>
          </a:ex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23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/>
                <a:latin typeface="Montserrat SemiBold" pitchFamily="2" charset="0"/>
              </a:rPr>
              <a:t>ALL THINGS ARE WORKING FOR MY GOOD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23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/>
                <a:latin typeface="Montserrat SemiBold" pitchFamily="2" charset="0"/>
              </a:rPr>
              <a:t> [ Et toutes choses concourent à mon bien ] 
</a:t>
            </a:r>
            <a:endParaRPr lang="fr-FR" sz="23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/>
              <a:latin typeface="Montserrat Semi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253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096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rotWithShape="0">
              <a:schemeClr val="tx1">
                <a:lumMod val="50000"/>
                <a:lumOff val="50000"/>
                <a:alpha val="0"/>
              </a:schemeClr>
            </a:outerShdw>
          </a:effectLst>
          <a:sp3d/>
          <a:extLst>
            <a:ext uri="{31F19639-BCED-4A60-ADC4-E9642A236FB7}">
              <a14:hiddenScene3d xmlns:a14="http://schemas.microsoft.com/office/drawing/2010/main">
                <a:camera prst="orthographicFront"/>
                <a:lightRig rig="threePt" dir="t"/>
              </a14:hiddenScene3d>
            </a:ext>
          </a:ex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23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/>
                <a:latin typeface="Montserrat SemiBold" pitchFamily="2" charset="0"/>
              </a:rPr>
              <a:t>HE’S WORKING IN YOUR FAVOR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23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/>
                <a:latin typeface="Montserrat SemiBold" pitchFamily="2" charset="0"/>
              </a:rPr>
              <a:t> [ Il agit en ta faveur ] 
</a:t>
            </a:r>
            <a:endParaRPr lang="fr-FR" sz="23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/>
              <a:latin typeface="Montserrat Semi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19595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096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rotWithShape="0">
              <a:schemeClr val="tx1">
                <a:lumMod val="50000"/>
                <a:lumOff val="50000"/>
                <a:alpha val="0"/>
              </a:schemeClr>
            </a:outerShdw>
          </a:effectLst>
          <a:sp3d/>
          <a:extLst>
            <a:ext uri="{31F19639-BCED-4A60-ADC4-E9642A236FB7}">
              <a14:hiddenScene3d xmlns:a14="http://schemas.microsoft.com/office/drawing/2010/main">
                <a:camera prst="orthographicFront"/>
                <a:lightRig rig="threePt" dir="t"/>
              </a14:hiddenScene3d>
            </a:ext>
          </a:ex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23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/>
                <a:latin typeface="Montserrat SemiBold" pitchFamily="2" charset="0"/>
              </a:rPr>
              <a:t>ALL THINGS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23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/>
                <a:latin typeface="Montserrat SemiBold" pitchFamily="2" charset="0"/>
              </a:rPr>
              <a:t>[ Et toutes choses ] 
</a:t>
            </a:r>
            <a:endParaRPr lang="fr-FR" sz="23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/>
              <a:latin typeface="Montserrat Semi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7750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096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rotWithShape="0">
              <a:schemeClr val="tx1">
                <a:lumMod val="50000"/>
                <a:lumOff val="50000"/>
                <a:alpha val="0"/>
              </a:schemeClr>
            </a:outerShdw>
          </a:effectLst>
          <a:sp3d/>
          <a:extLst>
            <a:ext uri="{31F19639-BCED-4A60-ADC4-E9642A236FB7}">
              <a14:hiddenScene3d xmlns:a14="http://schemas.microsoft.com/office/drawing/2010/main">
                <a:camera prst="orthographicFront"/>
                <a:lightRig rig="threePt" dir="t"/>
              </a14:hiddenScene3d>
            </a:ext>
          </a:ex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23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/>
                <a:latin typeface="Montserrat SemiBold" pitchFamily="2" charset="0"/>
              </a:rPr>
              <a:t>ARE WORKING FOR YOUR GOOD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23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/>
                <a:latin typeface="Montserrat SemiBold" pitchFamily="2" charset="0"/>
              </a:rPr>
              <a:t> [ Concourent à ton bien ] 
</a:t>
            </a:r>
            <a:endParaRPr lang="fr-FR" sz="23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/>
              <a:latin typeface="Montserrat Semi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5847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096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rotWithShape="0">
              <a:schemeClr val="tx1">
                <a:lumMod val="50000"/>
                <a:lumOff val="50000"/>
                <a:alpha val="0"/>
              </a:schemeClr>
            </a:outerShdw>
          </a:effectLst>
          <a:sp3d/>
          <a:extLst>
            <a:ext uri="{31F19639-BCED-4A60-ADC4-E9642A236FB7}">
              <a14:hiddenScene3d xmlns:a14="http://schemas.microsoft.com/office/drawing/2010/main">
                <a:camera prst="orthographicFront"/>
                <a:lightRig rig="threePt" dir="t"/>
              </a14:hiddenScene3d>
            </a:ext>
          </a:ex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23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/>
                <a:latin typeface="Montserrat SemiBold" pitchFamily="2" charset="0"/>
              </a:rPr>
              <a:t>HE’S WORKING FOR MY GOOD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23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/>
                <a:latin typeface="Montserrat SemiBold" pitchFamily="2" charset="0"/>
              </a:rPr>
              <a:t> [ Il agit pour mon bien ] 
</a:t>
            </a:r>
            <a:endParaRPr lang="fr-FR" sz="23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/>
              <a:latin typeface="Montserrat Semi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71935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1709</TotalTime>
  <Words>1756</Words>
  <Application>Microsoft Office PowerPoint</Application>
  <PresentationFormat>Affichage à l'écran (4:3)</PresentationFormat>
  <Paragraphs>829</Paragraphs>
  <Slides>32</Slides>
  <Notes>32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32</vt:i4>
      </vt:variant>
    </vt:vector>
  </HeadingPairs>
  <TitlesOfParts>
    <vt:vector size="36" baseType="lpstr">
      <vt:lpstr>Calibri</vt:lpstr>
      <vt:lpstr>Montserrat SemiBold</vt:lpstr>
      <vt:lpstr>Times New Roman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159</cp:revision>
  <dcterms:created xsi:type="dcterms:W3CDTF">2002-08-17T13:12:10Z</dcterms:created>
  <dcterms:modified xsi:type="dcterms:W3CDTF">2026-09-13T09:33:10Z</dcterms:modified>
</cp:coreProperties>
</file>