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60473" autoAdjust="0"/>
  </p:normalViewPr>
  <p:slideViewPr>
    <p:cSldViewPr>
      <p:cViewPr varScale="1">
        <p:scale>
          <a:sx n="65" d="100"/>
          <a:sy n="65" d="100"/>
        </p:scale>
        <p:origin x="62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C80E-DB92-5C29-8FCD-CE1C470E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E65F7C9-B6AB-B405-2AF2-997CEBA58F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7A758B5-9CB7-8839-E6C7-5BADFDCBA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FC55D2C-97ED-DD22-92D5-51E1DCCEF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100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C39C6-5801-0A01-006B-8799C46D2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814BE2B-02D9-B44A-F542-93EA716DC7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C478B72-77BC-5ADA-BB61-5A514ACA8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6EB124B-6736-D26C-84AE-FF0DBF44F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203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A2C9-1B4B-3894-D034-D11918F75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6F5FD4AC-69D2-5426-3B3E-DA24693F63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70B9D0-7C14-EC5C-73CA-8D0AA7D6F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508593B-9750-212F-B8EA-6DAB09364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558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7C28A-0992-373E-3E28-102B24E7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A86F825-DD59-D9B5-5166-7027A6DA5C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6ECFAB0-0140-9FEB-F72B-B8AFA73ED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141F1B0-7704-86DD-5E36-B7C445844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23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563E-3BB4-8677-867D-1DC5C5FF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D1B5CCB-7D7B-B835-1E8F-15A8EB4264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258E5EF-1EE3-85A1-28FF-E1E331FCD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3202225-0A14-D5A2-EA5E-F1FDF4624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4347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3A22-EA42-2308-7652-5060B8F3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5A95112-8EF3-7466-91EE-9980126546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29DE7A8-51E0-17E4-DF1E-0EB84E91E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E24CDA5-AA57-7018-BF69-1D22239CE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952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FDDF-5BCD-BE62-44D9-AD07C5B7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A6EEF0A-7C71-2F3A-4EBA-3DA1E360FB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5D3F75C-0274-8665-6012-B053220EA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69B0E34-3167-3A83-4C4A-046ADA74F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047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7F26-0A34-0459-5271-700934F9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3FA9EC4-0D54-4578-6545-9CDE97FE27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4B1A0D2-BBC3-2407-AA63-D6780473B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059BF28-05A8-6071-3756-76CEC12F9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5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51150-F573-0DD1-1E73-30BDAE477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AC03AC3-80F3-DBA8-1604-003DADB471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A801BC6-8B13-EF7D-0C0F-4552EFFAF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21B34CA-2068-F794-4F09-9C2118D49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028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3F5-5C0A-E292-5F69-9CBB5652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010428D-4377-0CB4-E689-FA11211CF3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5EB0F1D-3144-AA7C-03A5-3B438F9D8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50CC397-EA57-4365-6E21-0E398FA2D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360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F50EC-F694-0D96-A475-E5D1CB149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B1AA8FB8-0754-2BB5-FF6F-E5F8A3F8BE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B204F5F-AAAE-867A-325D-8B22F2324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E28D520-3B1A-F669-DE33-19C29E00B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815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7B4B-E207-3AC2-32E7-933A9274F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05CCF84-C07D-78C8-3C7E-A96283BC8F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18304C9-F723-70B1-93F7-BBEC623BD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E35AC7C-3535-233B-A5B5-6332B569A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7397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13852-127E-6A15-C237-26E88CC1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3A9B149-BD11-FD91-8A97-F88434410C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D5E3771-607C-8D3A-35C1-10DD5F3E5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29E0FD4-0F9B-79BD-9867-9408FD507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84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0EA69-EAA1-53CA-2242-92367D6B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5CC281F-8EB4-2A6C-6F51-BDEAE1E2D1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0D15CA3-4A5C-FCA6-07D2-500DCACBA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3457F7B-FCF9-5375-CF79-89F8C413A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541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E8F8-4D89-2D19-E470-5E28FD34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CEF7BAE-437B-C5F7-F1F0-76B604327A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2D35778-F18D-E580-454A-431444441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DDF9A65-BBCF-9FC8-8D7A-1DEF47DA7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289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72566-C64D-97B3-D655-E777D1660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6274224C-0153-93E1-71E6-857D8E271A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D48DD4F-AF8C-D143-631C-676448321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715F141A-4659-838E-98F8-B5FFDE044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5294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01EF4-CD60-E03F-9033-729AC761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973DAB4-B585-1789-F61C-C943A59A83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3081104-25EA-8E4E-9F11-BDE140476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7D85A77-CD9A-9AA8-A450-ACD606607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166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175D-6D60-A037-526B-24C3890F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463C66C-EB7F-A80C-A331-FA734F6683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37927C7-60B2-8348-A551-619D2B325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78C0EEFB-55AA-BB30-475E-5488A89BE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0472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0D19-E2E0-35D3-F3CB-8D1982AF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74E40DF-FF33-0F53-7A58-10FC2CF3B4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CF0C9E5-C8E0-03E8-F138-75E90838B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C5E1E4F-FD94-0BAE-063E-D45EDBB6E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8108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FF37-02B9-8A57-7B94-4637C79D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A1CB3DC-D185-843C-123C-B0CC3D8EFD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B24FABD-7032-24B2-B197-2C18EED70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E3B4DB7-EE58-2823-95CA-17EC2F219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541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7EEF1-1156-857E-332A-982C89B6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7164DDD0-D1DF-C036-EDA1-716014EC26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BC6EFA1-EA9E-5280-FC36-208AF5BBA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D058C99-DA7B-E049-828C-3A9AFEC54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7908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63F1-9666-FE51-D01C-8AE04EE6A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0D5FD8B8-F420-50D0-6914-E74E524A8C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F352EE3-5BDA-5E90-7A45-978702A32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36F31E0-632C-C944-7449-92ADCCE50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4058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24530-065A-D696-DD7F-F612A6D6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63D6102-48E0-6527-D29C-AD0160EB3A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A7A8643-37E4-5869-7567-797A918AD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3ED3171-A8BA-3C6F-912E-2AC7639E5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7271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80C0-5559-67D7-1D5B-A97BE61E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793A35A-107D-1F5A-22AF-F5005983EE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486E087-824A-24C8-32E5-F922FCC5B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BE55F91-691F-82DA-DDD7-EABD7C313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26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D5BF6-C765-97A2-D7E5-7F8680B6D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F535499-701F-6CF6-1FAD-2F3C9ADD9D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122B773-EB73-E77A-04B8-5015EBDDD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ACABB42-C209-BCBC-4702-BDE5117C1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14860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DEC4-1AA3-656D-5174-7A9552DA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0E26B7DE-B58F-B89C-27AF-561783B017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59C7FAE-A7C7-D5FC-1DDD-48DEF79B2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44FAAFD-FAC9-E1C3-59A9-FAA1B8A83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86658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27B6F-43E3-226B-20AD-DD5A8C7C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61D606AC-AE06-31B9-D9F5-3472BE5FFC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995164A-A6DB-D3C3-0A16-593DF9E4C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386B496-74F1-6A17-7C93-017D2ED54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2740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F80F-8DE5-C933-05AC-C1EE6E93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411ECD7-6429-01E0-B157-6946489C0F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672E06F-411D-D713-5309-F0957B34D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849C48D-F052-8FF5-88AF-C18F9D932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3123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2BF33-3EE8-D977-CB39-A2CD026F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9F329B1-EB39-96F5-7AFE-D49E80FD75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78D4F8F-E9BA-BA62-33E9-D3AF15742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95E04C9-FFC8-21F3-ABE1-241039C31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0024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12E62-2089-2173-2360-1F2EC8A8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A85F8BE-7AC1-8EA7-5980-A6560DB07B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C703E19-4774-F5FD-8C3C-9FD14124A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A5BFDFC-B214-F9B7-8F8E-AF0642310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7000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E731-9749-54B6-D32E-75CA5E1F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F3A26DC-A5BB-E91B-399B-5B97FA9F34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8F55A12-DF3B-1EAF-3869-4BD558B4B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D3C96F4-8D6F-7518-E782-8A50CFFE9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835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9C26-A61C-ED78-6D49-4A875F4F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F9C39A8-42C7-6E21-1DF6-2BABF106A0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4CB77C5-D605-8D4B-188C-DED3B065A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7B144BB-9521-ABB1-53A4-59F3CCB8F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0209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B5B6C-D8A6-631F-73A9-ED13249FD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CFCFE89-D8CE-3F5C-8D76-4C1D2E5DCD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157A5EE-D518-818D-0C30-B04F28205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A0D684E-36DB-3C79-C9BA-57B4250C1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5377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29EC-DE76-8E16-8966-F01A72D71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647AA469-94D2-63A6-CAEE-FA4A8F6480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D881F7E-8D6B-EFE7-8495-0F818E655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7891189-894C-8372-A47D-43573BF21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4862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143E-4115-5182-4627-E1645F44A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F889948-D288-3B78-4D9A-D6397CD463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79CEB4C-DE0A-58C6-C628-4228D282A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E18BBC5-FE7B-6654-9B92-702EFF19C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2657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26394-8524-2621-A772-88B22070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ADF7909-028F-8124-D3A7-115F8C3B47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A725E83-0C9C-D96E-C23B-4B936E1D9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7F2716C5-280B-1D67-05EF-52DAE1B59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1918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74FC-8F36-A822-0CE9-6F2679CC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A018444-0848-80BB-B831-ABC8D0865D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BBAF234-8922-704A-BECF-8D7FA7D6C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95B4A44-52ED-8612-B890-5DE44D8D3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9873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3FECA-E445-E21F-48BB-01F42DE2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5F91669-E0C1-822E-53CE-1A2521E0DD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1D531DC-674D-2A81-AC93-EB18CEB77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B7694BA-FF32-1D1E-3893-86451BEAB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5674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8153-DC29-4D70-DD09-B08104E0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BA8A835-6DCE-1C73-AFE0-B5BF19786C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BCB0715-DF7D-2D14-7C21-8B3822314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5E79D87-2E4F-B3E8-9CE8-72BEC8F11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8713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ED4B2-3EDD-B675-46B3-4ABAB550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5FD944B-28DE-BB57-C8D8-D29B01159A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85F24C1-5E7B-8510-6C7E-45C6CF9E8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B43F4A6-D5FC-99C1-10DA-67E5D1159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34343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BC2DC-4B3F-A917-263B-05A97C8A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5EA3A3C-6708-B1BE-AFB6-E72964E3E0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8B05790-54EF-03F7-FE98-4AC3519F4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B25EBEF-9095-7F70-3E93-70A234DC8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205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 dis le Nom de 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ésus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BD66-E4D5-5047-E339-053B7178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67B2BA9-90F9-768F-CF3C-218148535759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EVERYWHERE I GO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tout lieu où je vais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40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7224-6F85-D2D8-6C2C-EA745EEC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F309844-2457-F734-7C85-995E3F86D0FD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 le Nom de 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94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8F7B7-FF7F-B69D-D161-AE3FCBDF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BCAFBD1-3C2F-4232-9125-796A80AC578B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OVER EVERYTHING I DO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Sur tout ce que je fais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84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4D94-66AC-317C-CBA1-E073E71A9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F4BFF1B-9060-28CD-E3D9-FCD9366E4A02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JESUS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62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811E0-76C6-6956-9CC9-E5FE27CC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9F233F4-E6F5-7A05-6514-8F63471C9E4C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EVERYTHING IS POSSIBLE IN YOUR NAME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Toute chose devient possible en Ton Nom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95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DF77E-251F-6AA8-FB82-975FACD3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3E6854D-A534-4167-C3E0-62CB3D21946E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YOUR NAME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Ton Nom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665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526E-884B-7002-0A11-877D925F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018CDA4-1846-DFB3-76E1-5686CD3D9AAF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JESUS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167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6F705-168C-41A2-17B8-9B0E379F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B0803F1-19DF-54BB-CD4D-7025E788D9D5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THERE'S AMAZING POWER IN YOUR NAME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Il y a tant de puissance en Ton Nom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119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6E3B-7780-EE71-F8A6-2D104E9A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1F3F68D-C8F4-BEB8-F41D-467D5B613630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YOUR NAME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Ton Nom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415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0D705-F906-BF12-B1C7-A276F0CA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D5312F8-F545-0701-5B1B-90989F01FEF0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IT IS DONE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Et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c’est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fait </a:t>
            </a: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711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3832-FF31-BDC8-159B-B5B0D19A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907435F-E9E3-1E2A-B46A-F5619B3F8247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OHH IT IS DONE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Tout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fait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686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86CF-1FC8-18FE-A357-8E5EAA18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A33623A-BCF4-D81D-11C2-359CD98E4C27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AMEN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917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638D0-5462-F5CE-19A7-8ADA73FC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4958EE2-E349-763C-D3F4-C98EA4EC8B79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 le Nom 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422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B1F-E42E-6CFA-0F2A-9CC6CA87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D194161-3146-B231-E862-008253803120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AS I'M GOING OUT AND COMING IN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sortant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et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entrant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131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A761-1392-F3DC-9F88-E7EC2A61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2DE2C44-65DE-2D20-284B-14FBB7ACEB75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 le Nom 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223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E313-8167-3056-1A77-4156FA31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94CD582-CD7D-B3C6-8B0D-A8D230A5C21C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OVER MY THOUGHTS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Sur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pensées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84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C64C-9069-CA1E-B269-0A8F7F08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5167A28-FA42-6AC8-D83F-1467ACACBF98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16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CCC28-EDF8-AE2A-272E-96A270BD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FA46C7E-ABF1-7AA9-D17E-8B820993F1D9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STRONGHOLD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forteresse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624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772-C9A0-F317-A404-8F0742C5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B4FD0B2-8A4B-018D-5104-9BF6F7608807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351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4B154-C3EE-B737-0466-E2285A8C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C4486A4-98CE-5655-A37B-3202CC7ABDC4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FEAR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peur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104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16F9-959B-74E4-42FE-E1ED8CEB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23C19EB-3FD9-395A-982E-FAAE621994DF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914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4AD5-356D-96DB-2721-4B2F7153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19D9ACD-42C9-723D-94C5-A31F1A8E48A1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MOUNTAIN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parle à chaque montagne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86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CB03-A349-519D-0E5A-70882323B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AAC4BC0-87AB-B85E-6324-D18E9FD3E6BB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871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413B0-D316-1ED4-8BA5-DD7DA0EE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57BABE2-0C0F-5AF7-97A9-81924C3E67D2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ALL ANXIETY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anxiété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779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549A-F978-7FBD-508E-BD002B6F2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ABB4E86-524C-3F94-0C50-E66370F99E27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784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CDA28-3AFE-08A7-DAFC-B3D15141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43628F0-0E3D-7E08-4C0C-C71AB15C3244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ALL DISEASES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parle à toute infirmité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689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51169-8623-08ED-A732-0CBC28A1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3F794DF-2980-3CEE-B12B-DDF9BABD390A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697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6DC66-5418-88E3-4013-71103B15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8A43517-C223-1F0F-BC1F-EAC13801EC8D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SICKNESS 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maladie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583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341F7-4691-B9B3-70F0-2F59E4365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F01040D-CA9C-5CBE-08F3-BA164BEDD5D0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2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DAF1-6D8F-8FF4-B142-7651E0D66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054202E-50E8-F69B-DE57-DB6078042811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MOUNTAIN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parle à chaque montagne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42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75428-2243-99C9-89EC-33814BC63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BE9FC07-3841-6E94-727F-A3E019927BDE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600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F2DBF-EABD-2CA6-A657-09BF7ADC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1696B64-024E-814D-221C-916F1AFA2BCB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ALL BARRENNESS </a:t>
            </a:r>
            <a:b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parle à la fertilité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928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57F0F-D165-1B4E-912F-6B6E6B8B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383339E-BA96-AEBE-CC30-C764FC194455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502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EC408-E2F4-1BDF-63A2-65650978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9BF32FD-18BA-B1A2-1424-358C99953DBC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STRONGHOLD </a:t>
            </a:r>
            <a:b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forteresse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685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4801B-D179-8539-BD81-2166B9D6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31C1FC4-229A-6F65-B900-87EA7695EF82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7379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924F0-3962-516F-8306-EDD3C412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720CF20-CA81-CEDF-6379-09BC573BA270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ALL CANCER </a:t>
            </a:r>
            <a:b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tout cancer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7991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EE92D-189B-7926-8860-6025309C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ED07FA5-7657-0CEE-A7F6-0F4396B259BF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922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E147-FB5C-831E-EED0-6C461B32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CF08280-4D0A-0394-4F2B-F7DE4407B238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 DISEASES </a:t>
            </a:r>
            <a:b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infirmité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346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D2DA-1AD9-DB38-A936-88B243A5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87D693D-0B97-956E-6EB4-6EF0E1386461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5487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ABD92-89AF-8490-E92A-C30F675F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FEDAB3D-2057-0754-8489-E3DF3F5C50EB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SITUATION </a:t>
            </a:r>
            <a:b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parle à toute situation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2387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A571-B29A-C3B1-2EE1-C3F7A220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9E9C697-6191-BD6F-1D1C-90A5D2F5B200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24279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2231</TotalTime>
  <Words>57920</Words>
  <Application>Microsoft Office PowerPoint</Application>
  <PresentationFormat>Affichage à l'écran (4:3)</PresentationFormat>
  <Paragraphs>1087</Paragraphs>
  <Slides>42</Slides>
  <Notes>42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6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220</cp:revision>
  <dcterms:created xsi:type="dcterms:W3CDTF">2002-08-17T10:50:50Z</dcterms:created>
  <dcterms:modified xsi:type="dcterms:W3CDTF">2024-11-24T07:22:31Z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  <property fmtid="{D5CDD505-2E9C-101B-9397-08002B2CF9AE}" pid="9" name="MSIP_Label_d0979fc8-5559-4f19-93ee-e28ca03d7638_Enabled">
    <vt:lpwstr>true</vt:lpwstr>
  </property>
  <property fmtid="{D5CDD505-2E9C-101B-9397-08002B2CF9AE}" pid="10" name="MSIP_Label_d0979fc8-5559-4f19-93ee-e28ca03d7638_SetDate">
    <vt:lpwstr>2024-11-22T13:10:35Z</vt:lpwstr>
  </property>
  <property fmtid="{D5CDD505-2E9C-101B-9397-08002B2CF9AE}" pid="11" name="MSIP_Label_d0979fc8-5559-4f19-93ee-e28ca03d7638_Method">
    <vt:lpwstr>Privileged</vt:lpwstr>
  </property>
  <property fmtid="{D5CDD505-2E9C-101B-9397-08002B2CF9AE}" pid="12" name="MSIP_Label_d0979fc8-5559-4f19-93ee-e28ca03d7638_Name">
    <vt:lpwstr>General Business Information (G)</vt:lpwstr>
  </property>
  <property fmtid="{D5CDD505-2E9C-101B-9397-08002B2CF9AE}" pid="13" name="MSIP_Label_d0979fc8-5559-4f19-93ee-e28ca03d7638_SiteId">
    <vt:lpwstr>906aefe9-76a7-4f65-b82d-5ec20775d5aa</vt:lpwstr>
  </property>
  <property fmtid="{D5CDD505-2E9C-101B-9397-08002B2CF9AE}" pid="14" name="MSIP_Label_d0979fc8-5559-4f19-93ee-e28ca03d7638_ActionId">
    <vt:lpwstr>e5f3a7e6-8aa3-45db-a857-50b91aec1907</vt:lpwstr>
  </property>
  <property fmtid="{D5CDD505-2E9C-101B-9397-08002B2CF9AE}" pid="15" name="MSIP_Label_d0979fc8-5559-4f19-93ee-e28ca03d7638_ContentBits">
    <vt:lpwstr>0</vt:lpwstr>
  </property>
</Properties>
</file>