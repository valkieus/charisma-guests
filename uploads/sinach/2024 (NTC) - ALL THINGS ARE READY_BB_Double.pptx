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5" r:id="rId35"/>
    <p:sldId id="374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54080" autoAdjust="0"/>
  </p:normalViewPr>
  <p:slideViewPr>
    <p:cSldViewPr>
      <p:cViewPr varScale="1">
        <p:scale>
          <a:sx n="35" d="100"/>
          <a:sy n="35" d="100"/>
        </p:scale>
        <p:origin x="59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-226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12/11/2023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5494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309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21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62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090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720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407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968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952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505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973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0711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201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99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60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03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499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708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698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8076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9819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000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515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635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5141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92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258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0292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9257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54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039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7666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1480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80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ALREADY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DONE !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déjà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!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EVERYTHING IS READY IS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Il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déjà tout fait pour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31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THAT I NEED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besoins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09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EVERYTHING FOR LIFE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Pour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ici-bas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92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IS READY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prêt pour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169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I LOOK IN THE WORD AND I SPEAK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Quand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lis et proclame La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834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BECOME AS I SEE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Moi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deviens ce qu’elle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dit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995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607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IS READY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déjà prêt pour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769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DOESN’T MATTER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Peu importe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927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WHAT IS GOING ON AROUND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Ce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se passe autour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385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WORD ALL THAT I SEE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Parole que je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15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091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IS READY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déjà prêt pour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06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INCREASE,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grandis, je 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258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FAVOUR,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Faveur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je 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231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REJOICE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REJOICE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Dans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joie, la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448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est fait déjà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881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PROMOTION,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Promotion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je 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166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PEACE AND JOY,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Paix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joie, je 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760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REJOICE IT’S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Dans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joie, la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fait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déjà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835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SHINNING,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Brillant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je 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037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WINNING,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Gagnant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je 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880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REJOICE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REJOICE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Dans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joie, la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598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fait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déjà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160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I EVER REQUIRE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Oh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mes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besoins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929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LIFE AND GODLINESS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 et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sainteté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614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fait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déjà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260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CAN YOU SEE 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Peux-tu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voir ?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736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REJOICE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585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ALREADY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DONE !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fait déjà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!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471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REJOICE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La joie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638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THINGS ARE READY FOR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!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déjà prêt pour moi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!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859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ALREADY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DONE !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fait déjà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!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250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THINGS ARE READY FOR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!</a:t>
            </a:r>
            <a:endParaRPr lang="en-US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déjà prêt pour moi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!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217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389</Words>
  <Application>Microsoft Office PowerPoint</Application>
  <PresentationFormat>Affichage à l'écran (4:3)</PresentationFormat>
  <Paragraphs>1188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8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valeriemuthiani@hotmail.com</cp:lastModifiedBy>
  <cp:revision>216</cp:revision>
  <dcterms:created xsi:type="dcterms:W3CDTF">2002-08-17T10:50:50Z</dcterms:created>
  <dcterms:modified xsi:type="dcterms:W3CDTF">2023-11-12T02:12:59Z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