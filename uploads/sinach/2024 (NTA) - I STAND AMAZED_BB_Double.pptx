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6" r:id="rId23"/>
    <p:sldId id="363" r:id="rId24"/>
    <p:sldId id="364" r:id="rId25"/>
    <p:sldId id="368" r:id="rId26"/>
    <p:sldId id="369" r:id="rId27"/>
    <p:sldId id="365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7303" autoAdjust="0"/>
  </p:normalViewPr>
  <p:slideViewPr>
    <p:cSldViewPr>
      <p:cViewPr varScale="1">
        <p:scale>
          <a:sx n="50" d="100"/>
          <a:sy n="50" d="100"/>
        </p:scale>
        <p:origin x="78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63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45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102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93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216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172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238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50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18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615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438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61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365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890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078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40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164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738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580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160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516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485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5667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969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639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7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STAND AMAZED IN YOUR PRESENCE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Émerveillé en Ta présence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IS NOTHING YOU CANNOT DO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Rien ne T'est impossible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STAND AMAZED IN YOUR PRESENCE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Émerveillé en Ta présence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IS JOY, PEACE AND HOPE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joie me remplit d'espérance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2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Nul n’est comme Toi,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1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Personne comme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55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ALL THE EARTH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toute la Terre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NOBODY LIKE YOU,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Personne comme Toi,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4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Nul n’est comme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0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DO MIGHTY THINGS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fais des merveilles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DO GLORIOUS THINGS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D’une gloire sans pareille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21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A FAITHFUL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Toi le Dieu fidèle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4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AWESOME IS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Puissant est Ton Nom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3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GLORIOUS GOD,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de gloire, Tu 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5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OPENED THE BLIND EYES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ouvres les yeux des aveugles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1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MIGHTY GOD, HEY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tout-puissant, hé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5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TURNING SITUATIONS AROUND, HEY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changes les circonstances, hé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81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MIGHTY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un Dieu 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0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 YOU, WE LIFT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Te bénissons, nous T’élevons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3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GLORIOUS, COME ON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Glorieux, allons-y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49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HALLELUJAH, 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Alléluia, Alléluia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95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LOVE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T’aime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DANCE FOR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danse pour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88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7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PRAISE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loue Ton Nom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5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RAISE MY HANDS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49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2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</TotalTime>
  <Words>21299</Words>
  <Application>Microsoft Office PowerPoint</Application>
  <PresentationFormat>Affichage à l'écran (4:3)</PresentationFormat>
  <Paragraphs>1026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227</cp:revision>
  <dcterms:created xsi:type="dcterms:W3CDTF">2002-08-17T10:50:50Z</dcterms:created>
  <dcterms:modified xsi:type="dcterms:W3CDTF">2024-11-22T21:41:22Z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