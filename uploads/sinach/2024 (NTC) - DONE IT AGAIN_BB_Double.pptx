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341" r:id="rId2"/>
    <p:sldId id="342" r:id="rId3"/>
    <p:sldId id="343" r:id="rId4"/>
    <p:sldId id="344" r:id="rId5"/>
    <p:sldId id="345" r:id="rId6"/>
    <p:sldId id="346" r:id="rId7"/>
    <p:sldId id="347" r:id="rId8"/>
    <p:sldId id="348" r:id="rId9"/>
    <p:sldId id="349" r:id="rId10"/>
    <p:sldId id="350" r:id="rId11"/>
    <p:sldId id="351" r:id="rId12"/>
    <p:sldId id="352" r:id="rId13"/>
    <p:sldId id="353" r:id="rId14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956" autoAdjust="0"/>
    <p:restoredTop sz="61964" autoAdjust="0"/>
  </p:normalViewPr>
  <p:slideViewPr>
    <p:cSldViewPr>
      <p:cViewPr varScale="1">
        <p:scale>
          <a:sx n="40" d="100"/>
          <a:sy n="40" d="100"/>
        </p:scale>
        <p:origin x="452" y="4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428A9632-4C85-4837-9202-7DE41DA9065D}" type="datetimeFigureOut">
              <a:rPr lang="fr-FR"/>
              <a:pPr>
                <a:defRPr/>
              </a:pPr>
              <a:t>12/11/2023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7DCA80A-8400-4AE9-8C4D-4EA1B13572F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AM HERE TO GIVE YOU PRAISE [ Je suis là pour Te louer ] 
2-  I AM HERE TO GIVE YOU THANKS [ Je viens pour Te remercier ] 
3-  I AM HERE GIVE YOU HONOR [ Je viens pour Te donner l’honneur ] 
4-  GREAT AND MIGHTY GOD [ Dieu grand et puissant ] 
5-  YOU HAVE DONE IT AGAIN [ Tu l’as fait à nouveau ]                                        x2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YOU HAVE DONE IT AGAIN [ Tu l’as fait à nouveau ]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x5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 
7-  I GIVE YOU PRAISE, FOREVERMORE  [ Je Te louerai bien plus encore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Outro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:
8-  HALLELUJAH AGAIN  [ Alléluia encore ]  x11
9-  HE HAS DONE IT AGAIN [ Car Tu l'as fait à nouveau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10-  REMEMBER WHAT HE DID BEFORE  [ Souviens-toi ce qu’Il a déjà fait ] 
11-  HE WILL DO IT AGAIN  [ Il le fera encore ] 
12-  YOUR LATTER SHALL BE GREATER  [ Ton avenir sera meilleur ] 
13-  FROM GLORY TO GLORY [ De gloire en gloire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I AM HERE TO GIVE YOU PRAISE [ Je suis là pour Te louer ] 
2-  I AM HERE TO GIVE YOU THANKS [ Je viens pour Te remercier ] 
3-  I AM HERE GIVE YOU HONOR [ Je viens pour Te donner l’honneur ] 
4-  GREAT AND MIGHTY GOD [ Dieu grand et puissant ] 
5-  YOU HAVE DONE IT AGAIN [ Tu l’as fait à nouveau ]                                        x2
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	6-  YOU HAVE DONE IT AGAIN [ Tu l’as fait à nouveau ]  x3</a:t>
            </a:r>
          </a:p>
          <a:p>
            <a:endParaRPr lang="fr-FR" smtClean="0"/>
          </a:p>
          <a:p>
            <a:r>
              <a:rPr lang="fr-FR" smtClean="0"/>
              <a:t>Couplet : x2</a:t>
            </a:r>
          </a:p>
          <a:p>
            <a:endParaRPr lang="fr-FR" smtClean="0"/>
          </a:p>
          <a:p>
            <a:r>
              <a:rPr lang="fr-FR" smtClean="0"/>
              <a:t>	Refrain : x5</a:t>
            </a:r>
          </a:p>
          <a:p>
            <a:endParaRPr lang="fr-FR" smtClean="0"/>
          </a:p>
          <a:p>
            <a:r>
              <a:rPr lang="fr-FR" smtClean="0"/>
              <a:t>Pont : 
7-  I GIVE YOU PRAISE, FOREVERMORE  [ Je Te louerai bien plus encore ]  x4</a:t>
            </a:r>
          </a:p>
          <a:p>
            <a:endParaRPr lang="fr-FR" smtClean="0"/>
          </a:p>
          <a:p>
            <a:r>
              <a:rPr lang="fr-FR" smtClean="0"/>
              <a:t>Outro :
8-  HALLELUJAH AGAIN  [ Alléluia encore ]  x11
9-  HE HAS DONE IT AGAIN [ Car Tu l'as fait à nouveau ] </a:t>
            </a:r>
          </a:p>
          <a:p>
            <a:r>
              <a:rPr lang="fr-FR" smtClean="0"/>
              <a:t>
10-  REMEMBER WHAT HE DID BEFORE  [ Souviens-toi ce qu’Il a déjà fait ] 
11-  HE WILL DO IT AGAIN  [ Il le fera encore ] 
12-  YOUR LATTER SHALL BE GREATER  [ Ton avenir sera meilleur ] 
13-  FROM GLORY TO GLORY [ De gloire en gloire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92721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AM HERE TO GIVE YOU PRAISE [ Je suis là pour Te louer ] 
2-  I AM HERE TO GIVE YOU THANKS [ Je viens pour Te remercier ] 
3-  I AM HERE GIVE YOU HONOR [ Je viens pour Te donner l’honneur ] 
4-  GREAT AND MIGHTY GOD [ Dieu grand et puissant ] 
5-  YOU HAVE DONE IT AGAIN [ Tu l’as fait à nouveau ]                                        x2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YOU HAVE DONE IT AGAIN [ Tu l’as fait à nouveau ]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x5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 
7-  I GIVE YOU PRAISE, FOREVERMORE  [ Je Te louerai bien plus encore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Outro :
8-  HALLELUJAH AGAIN  [ Alléluia encore ]  x11
9-  HE HAS DONE IT AGAIN [ Car Tu l'as fait à nouveau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10-  REMEMBER WHAT HE DID BEFORE  [ Souviens-toi ce qu’Il a déjà fait ] 
11-  HE WILL DO IT AGAIN  [ Il le fera encore ] 
12-  YOUR LATTER SHALL BE GREATER  [ Ton avenir sera meilleur ] 
13-  FROM GLORY TO GLORY [ De gloire en gloire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I AM HERE TO GIVE YOU PRAISE [ Je suis là pour Te louer ] 
2-  I AM HERE TO GIVE YOU THANKS [ Je viens pour Te remercier ] 
3-  I AM HERE GIVE YOU HONOR [ Je viens pour Te donner l’honneur ] 
4-  GREAT AND MIGHTY GOD [ Dieu grand et puissant ] 
5-  YOU HAVE DONE IT AGAIN [ Tu l’as fait à nouveau ]                                        x2
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	6-  YOU HAVE DONE IT AGAIN [ Tu l’as fait à nouveau ]  x3</a:t>
            </a:r>
          </a:p>
          <a:p>
            <a:endParaRPr lang="fr-FR" smtClean="0"/>
          </a:p>
          <a:p>
            <a:r>
              <a:rPr lang="fr-FR" smtClean="0"/>
              <a:t>Couplet : x2</a:t>
            </a:r>
          </a:p>
          <a:p>
            <a:endParaRPr lang="fr-FR" smtClean="0"/>
          </a:p>
          <a:p>
            <a:r>
              <a:rPr lang="fr-FR" smtClean="0"/>
              <a:t>	Refrain : x5</a:t>
            </a:r>
          </a:p>
          <a:p>
            <a:endParaRPr lang="fr-FR" smtClean="0"/>
          </a:p>
          <a:p>
            <a:r>
              <a:rPr lang="fr-FR" smtClean="0"/>
              <a:t>Pont : 
7-  I GIVE YOU PRAISE, FOREVERMORE  [ Je Te louerai bien plus encore ]  x4</a:t>
            </a:r>
          </a:p>
          <a:p>
            <a:endParaRPr lang="fr-FR" smtClean="0"/>
          </a:p>
          <a:p>
            <a:r>
              <a:rPr lang="fr-FR" smtClean="0"/>
              <a:t>Outro :
8-  HALLELUJAH AGAIN  [ Alléluia encore ]  x11
9-  HE HAS DONE IT AGAIN [ Car Tu l'as fait à nouveau ] </a:t>
            </a:r>
          </a:p>
          <a:p>
            <a:r>
              <a:rPr lang="fr-FR" smtClean="0"/>
              <a:t>
10-  REMEMBER WHAT HE DID BEFORE  [ Souviens-toi ce qu’Il a déjà fait ] 
11-  HE WILL DO IT AGAIN  [ Il le fera encore ] 
12-  YOUR LATTER SHALL BE GREATER  [ Ton avenir sera meilleur ] 
13-  FROM GLORY TO GLORY [ De gloire en gloire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486158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AM HERE TO GIVE YOU PRAISE [ Je suis là pour Te louer ] 
2-  I AM HERE TO GIVE YOU THANKS [ Je viens pour Te remercier ] 
3-  I AM HERE GIVE YOU HONOR [ Je viens pour Te donner l’honneur ] 
4-  GREAT AND MIGHTY GOD [ Dieu grand et puissant ] 
5-  YOU HAVE DONE IT AGAIN [ Tu l’as fait à nouveau ]                                        x2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YOU HAVE DONE IT AGAIN [ Tu l’as fait à nouveau ]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x5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 
7-  I GIVE YOU PRAISE, FOREVERMORE  [ Je Te louerai bien plus encore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Outro :
8-  HALLELUJAH AGAIN  [ Alléluia encore ]  x11
9-  HE HAS DONE IT AGAIN [ Car Tu l'as fait à nouveau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10-  REMEMBER WHAT HE DID BEFORE  [ Souviens-toi ce qu’Il a déjà fait ] 
11-  HE WILL DO IT AGAIN  [ Il le fera encore ] 
12-  YOUR LATTER SHALL BE GREATER  [ Ton avenir sera meilleur ] 
13-  FROM GLORY TO GLORY [ De gloire en gloire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I AM HERE TO GIVE YOU PRAISE [ Je suis là pour Te louer ] 
2-  I AM HERE TO GIVE YOU THANKS [ Je viens pour Te remercier ] 
3-  I AM HERE GIVE YOU HONOR [ Je viens pour Te donner l’honneur ] 
4-  GREAT AND MIGHTY GOD [ Dieu grand et puissant ] 
5-  YOU HAVE DONE IT AGAIN [ Tu l’as fait à nouveau ]                                        x2
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	6-  YOU HAVE DONE IT AGAIN [ Tu l’as fait à nouveau ]  x3</a:t>
            </a:r>
          </a:p>
          <a:p>
            <a:endParaRPr lang="fr-FR" smtClean="0"/>
          </a:p>
          <a:p>
            <a:r>
              <a:rPr lang="fr-FR" smtClean="0"/>
              <a:t>Couplet : x2</a:t>
            </a:r>
          </a:p>
          <a:p>
            <a:endParaRPr lang="fr-FR" smtClean="0"/>
          </a:p>
          <a:p>
            <a:r>
              <a:rPr lang="fr-FR" smtClean="0"/>
              <a:t>	Refrain : x5</a:t>
            </a:r>
          </a:p>
          <a:p>
            <a:endParaRPr lang="fr-FR" smtClean="0"/>
          </a:p>
          <a:p>
            <a:r>
              <a:rPr lang="fr-FR" smtClean="0"/>
              <a:t>Pont : 
7-  I GIVE YOU PRAISE, FOREVERMORE  [ Je Te louerai bien plus encore ]  x4</a:t>
            </a:r>
          </a:p>
          <a:p>
            <a:endParaRPr lang="fr-FR" smtClean="0"/>
          </a:p>
          <a:p>
            <a:r>
              <a:rPr lang="fr-FR" smtClean="0"/>
              <a:t>Outro :
8-  HALLELUJAH AGAIN  [ Alléluia encore ]  x11
9-  HE HAS DONE IT AGAIN [ Car Tu l'as fait à nouveau ] </a:t>
            </a:r>
          </a:p>
          <a:p>
            <a:r>
              <a:rPr lang="fr-FR" smtClean="0"/>
              <a:t>
10-  REMEMBER WHAT HE DID BEFORE  [ Souviens-toi ce qu’Il a déjà fait ] 
11-  HE WILL DO IT AGAIN  [ Il le fera encore ] 
12-  YOUR LATTER SHALL BE GREATER  [ Ton avenir sera meilleur ] 
13-  FROM GLORY TO GLORY [ De gloire en gloire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071758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AM HERE TO GIVE YOU PRAISE [ Je suis là pour Te louer ] 
2-  I AM HERE TO GIVE YOU THANKS [ Je viens pour Te remercier ] 
3-  I AM HERE GIVE YOU HONOR [ Je viens pour Te donner l’honneur ] 
4-  GREAT AND MIGHTY GOD [ Dieu grand et puissant ] 
5-  YOU HAVE DONE IT AGAIN [ Tu l’as fait à nouveau ]                                        x2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YOU HAVE DONE IT AGAIN [ Tu l’as fait à nouveau ]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x5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 
7-  I GIVE YOU PRAISE, FOREVERMORE  [ Je Te louerai bien plus encore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Outro :
8-  HALLELUJAH AGAIN  [ Alléluia encore ]  x11
9-  HE HAS DONE IT AGAIN [ Car Tu l'as fait à nouveau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10-  REMEMBER WHAT HE DID BEFORE  [ Souviens-toi ce qu’Il a déjà fait ] 
11-  HE WILL DO IT AGAIN  [ Il le fera encore ] 
12-  YOUR LATTER SHALL BE GREATER  [ Ton avenir sera meilleur ] 
13-  FROM GLORY TO GLORY [ De gloire en gloire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I AM HERE TO GIVE YOU PRAISE [ Je suis là pour Te louer ] 
2-  I AM HERE TO GIVE YOU THANKS [ Je viens pour Te remercier ] 
3-  I AM HERE GIVE YOU HONOR [ Je viens pour Te donner l’honneur ] 
4-  GREAT AND MIGHTY GOD [ Dieu grand et puissant ] 
5-  YOU HAVE DONE IT AGAIN [ Tu l’as fait à nouveau ]                                        x2
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	6-  YOU HAVE DONE IT AGAIN [ Tu l’as fait à nouveau ]  x3</a:t>
            </a:r>
          </a:p>
          <a:p>
            <a:endParaRPr lang="fr-FR" smtClean="0"/>
          </a:p>
          <a:p>
            <a:r>
              <a:rPr lang="fr-FR" smtClean="0"/>
              <a:t>Couplet : x2</a:t>
            </a:r>
          </a:p>
          <a:p>
            <a:endParaRPr lang="fr-FR" smtClean="0"/>
          </a:p>
          <a:p>
            <a:r>
              <a:rPr lang="fr-FR" smtClean="0"/>
              <a:t>	Refrain : x5</a:t>
            </a:r>
          </a:p>
          <a:p>
            <a:endParaRPr lang="fr-FR" smtClean="0"/>
          </a:p>
          <a:p>
            <a:r>
              <a:rPr lang="fr-FR" smtClean="0"/>
              <a:t>Pont : 
7-  I GIVE YOU PRAISE, FOREVERMORE  [ Je Te louerai bien plus encore ]  x4</a:t>
            </a:r>
          </a:p>
          <a:p>
            <a:endParaRPr lang="fr-FR" smtClean="0"/>
          </a:p>
          <a:p>
            <a:r>
              <a:rPr lang="fr-FR" smtClean="0"/>
              <a:t>Outro :
8-  HALLELUJAH AGAIN  [ Alléluia encore ]  x11
9-  HE HAS DONE IT AGAIN [ Car Tu l'as fait à nouveau ] </a:t>
            </a:r>
          </a:p>
          <a:p>
            <a:r>
              <a:rPr lang="fr-FR" smtClean="0"/>
              <a:t>
10-  REMEMBER WHAT HE DID BEFORE  [ Souviens-toi ce qu’Il a déjà fait ] 
11-  HE WILL DO IT AGAIN  [ Il le fera encore ] 
12-  YOUR LATTER SHALL BE GREATER  [ Ton avenir sera meilleur ] 
13-  FROM GLORY TO GLORY [ De gloire en gloire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711871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AM HERE TO GIVE YOU PRAISE [ Je suis là pour Te louer ] 
2-  I AM HERE TO GIVE YOU THANKS [ Je viens pour Te remercier ] 
3-  I AM HERE GIVE YOU HONOR [ Je viens pour Te donner l’honneur ] 
4-  GREAT AND MIGHTY GOD [ Dieu grand et puissant ] 
5-  YOU HAVE DONE IT AGAIN [ Tu l’as fait à nouveau ]                                        x2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YOU HAVE DONE IT AGAIN [ Tu l’as fait à nouveau ]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x5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 
7-  I GIVE YOU PRAISE, FOREVERMORE  [ Je Te louerai bien plus encore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Outro :
8-  HALLELUJAH AGAIN  [ Alléluia encore ]  x11
9-  HE HAS DONE IT AGAIN [ Car Tu l'as fait à nouveau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10-  REMEMBER WHAT HE DID BEFORE  [ Souviens-toi ce qu’Il a déjà fait ] 
11-  HE WILL DO IT AGAIN  [ Il le fera encore ] 
12-  YOUR LATTER SHALL BE GREATER  [ Ton avenir sera meilleur ] 
13-  FROM GLORY TO GLORY [ De gloire en gloire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I AM HERE TO GIVE YOU PRAISE [ Je suis là pour Te louer ] 
2-  I AM HERE TO GIVE YOU THANKS [ Je viens pour Te remercier ] 
3-  I AM HERE GIVE YOU HONOR [ Je viens pour Te donner l’honneur ] 
4-  GREAT AND MIGHTY GOD [ Dieu grand et puissant ] 
5-  YOU HAVE DONE IT AGAIN [ Tu l’as fait à nouveau ]                                        x2
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	6-  YOU HAVE DONE IT AGAIN [ Tu l’as fait à nouveau ]  x3</a:t>
            </a:r>
          </a:p>
          <a:p>
            <a:endParaRPr lang="fr-FR" smtClean="0"/>
          </a:p>
          <a:p>
            <a:r>
              <a:rPr lang="fr-FR" smtClean="0"/>
              <a:t>Couplet : x2</a:t>
            </a:r>
          </a:p>
          <a:p>
            <a:endParaRPr lang="fr-FR" smtClean="0"/>
          </a:p>
          <a:p>
            <a:r>
              <a:rPr lang="fr-FR" smtClean="0"/>
              <a:t>	Refrain : x5</a:t>
            </a:r>
          </a:p>
          <a:p>
            <a:endParaRPr lang="fr-FR" smtClean="0"/>
          </a:p>
          <a:p>
            <a:r>
              <a:rPr lang="fr-FR" smtClean="0"/>
              <a:t>Pont : 
7-  I GIVE YOU PRAISE, FOREVERMORE  [ Je Te louerai bien plus encore ]  x4</a:t>
            </a:r>
          </a:p>
          <a:p>
            <a:endParaRPr lang="fr-FR" smtClean="0"/>
          </a:p>
          <a:p>
            <a:r>
              <a:rPr lang="fr-FR" smtClean="0"/>
              <a:t>Outro :
8-  HALLELUJAH AGAIN  [ Alléluia encore ]  x11
9-  HE HAS DONE IT AGAIN [ Car Tu l'as fait à nouveau ] </a:t>
            </a:r>
          </a:p>
          <a:p>
            <a:r>
              <a:rPr lang="fr-FR" smtClean="0"/>
              <a:t>
10-  REMEMBER WHAT HE DID BEFORE  [ Souviens-toi ce qu’Il a déjà fait ] 
11-  HE WILL DO IT AGAIN  [ Il le fera encore ] 
12-  YOUR LATTER SHALL BE GREATER  [ Ton avenir sera meilleur ] 
13-  FROM GLORY TO GLORY [ De gloire en gloire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473853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AM HERE TO GIVE YOU PRAISE [ Je suis là pour Te louer ] 
2-  I AM HERE TO GIVE YOU THANKS [ Je viens pour Te remercier ] 
3-  I AM HERE GIVE YOU HONOR [ Je viens pour Te donner l’honneur ] 
4-  GREAT AND MIGHTY GOD [ Dieu grand et puissant ] 
5-  YOU HAVE DONE IT AGAIN [ Tu l’as fait à nouveau ]                                        x2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YOU HAVE DONE IT AGAIN [ Tu l’as fait à nouveau ]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x5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 
7-  I GIVE YOU PRAISE, FOREVERMORE  [ Je Te louerai bien plus encore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Outro :
8-  HALLELUJAH AGAIN  [ Alléluia encore ]  x11
9-  HE HAS DONE IT AGAIN [ Car Tu l'as fait à nouveau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10-  REMEMBER WHAT HE DID BEFORE  [ Souviens-toi ce qu’Il a déjà fait ] 
11-  HE WILL DO IT AGAIN  [ Il le fera encore ] 
12-  YOUR LATTER SHALL BE GREATER  [ Ton avenir sera meilleur ] 
13-  FROM GLORY TO GLORY [ De gloire en gloire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I AM HERE TO GIVE YOU PRAISE [ Je suis là pour Te louer ] 
2-  I AM HERE TO GIVE YOU THANKS [ Je viens pour Te remercier ] 
3-  I AM HERE GIVE YOU HONOR [ Je viens pour Te donner l’honneur ] 
4-  GREAT AND MIGHTY GOD [ Dieu grand et puissant ] 
5-  YOU HAVE DONE IT AGAIN [ Tu l’as fait à nouveau ]                                        x2
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	6-  YOU HAVE DONE IT AGAIN [ Tu l’as fait à nouveau ]  x3</a:t>
            </a:r>
          </a:p>
          <a:p>
            <a:endParaRPr lang="fr-FR" smtClean="0"/>
          </a:p>
          <a:p>
            <a:r>
              <a:rPr lang="fr-FR" smtClean="0"/>
              <a:t>Couplet : x2</a:t>
            </a:r>
          </a:p>
          <a:p>
            <a:endParaRPr lang="fr-FR" smtClean="0"/>
          </a:p>
          <a:p>
            <a:r>
              <a:rPr lang="fr-FR" smtClean="0"/>
              <a:t>	Refrain : x5</a:t>
            </a:r>
          </a:p>
          <a:p>
            <a:endParaRPr lang="fr-FR" smtClean="0"/>
          </a:p>
          <a:p>
            <a:r>
              <a:rPr lang="fr-FR" smtClean="0"/>
              <a:t>Pont : 
7-  I GIVE YOU PRAISE, FOREVERMORE  [ Je Te louerai bien plus encore ]  x4</a:t>
            </a:r>
          </a:p>
          <a:p>
            <a:endParaRPr lang="fr-FR" smtClean="0"/>
          </a:p>
          <a:p>
            <a:r>
              <a:rPr lang="fr-FR" smtClean="0"/>
              <a:t>Outro :
8-  HALLELUJAH AGAIN  [ Alléluia encore ]  x11
9-  HE HAS DONE IT AGAIN [ Car Tu l'as fait à nouveau ] </a:t>
            </a:r>
          </a:p>
          <a:p>
            <a:r>
              <a:rPr lang="fr-FR" smtClean="0"/>
              <a:t>
10-  REMEMBER WHAT HE DID BEFORE  [ Souviens-toi ce qu’Il a déjà fait ] 
11-  HE WILL DO IT AGAIN  [ Il le fera encore ] 
12-  YOUR LATTER SHALL BE GREATER  [ Ton avenir sera meilleur ] 
13-  FROM GLORY TO GLORY [ De gloire en gloire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85070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AM HERE TO GIVE YOU PRAISE [ Je suis là pour Te louer ] 
2-  I AM HERE TO GIVE YOU THANKS [ Je viens pour Te remercier ] 
3-  I AM HERE GIVE YOU HONOR [ Je viens pour Te donner l’honneur ] 
4-  GREAT AND MIGHTY GOD [ Dieu grand et puissant ] 
5-  YOU HAVE DONE IT AGAIN [ Tu l’as fait à nouveau ]                                        x2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YOU HAVE DONE IT AGAIN [ Tu l’as fait à nouveau ]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x5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 
7-  I GIVE YOU PRAISE, FOREVERMORE  [ Je Te louerai bien plus encore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Outro :
8-  HALLELUJAH AGAIN  [ Alléluia encore ]  x11
9-  HE HAS DONE IT AGAIN [ Car Tu l'as fait à nouveau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10-  REMEMBER WHAT HE DID BEFORE  [ Souviens-toi ce qu’Il a déjà fait ] 
11-  HE WILL DO IT AGAIN  [ Il le fera encore ] 
12-  YOUR LATTER SHALL BE GREATER  [ Ton avenir sera meilleur ] 
13-  FROM GLORY TO GLORY [ De gloire en gloire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I AM HERE TO GIVE YOU PRAISE [ Je suis là pour Te louer ] 
2-  I AM HERE TO GIVE YOU THANKS [ Je viens pour Te remercier ] 
3-  I AM HERE GIVE YOU HONOR [ Je viens pour Te donner l’honneur ] 
4-  GREAT AND MIGHTY GOD [ Dieu grand et puissant ] 
5-  YOU HAVE DONE IT AGAIN [ Tu l’as fait à nouveau ]                                        x2
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	6-  YOU HAVE DONE IT AGAIN [ Tu l’as fait à nouveau ]  x3</a:t>
            </a:r>
          </a:p>
          <a:p>
            <a:endParaRPr lang="fr-FR" smtClean="0"/>
          </a:p>
          <a:p>
            <a:r>
              <a:rPr lang="fr-FR" smtClean="0"/>
              <a:t>Couplet : x2</a:t>
            </a:r>
          </a:p>
          <a:p>
            <a:endParaRPr lang="fr-FR" smtClean="0"/>
          </a:p>
          <a:p>
            <a:r>
              <a:rPr lang="fr-FR" smtClean="0"/>
              <a:t>	Refrain : x5</a:t>
            </a:r>
          </a:p>
          <a:p>
            <a:endParaRPr lang="fr-FR" smtClean="0"/>
          </a:p>
          <a:p>
            <a:r>
              <a:rPr lang="fr-FR" smtClean="0"/>
              <a:t>Pont : 
7-  I GIVE YOU PRAISE, FOREVERMORE  [ Je Te louerai bien plus encore ]  x4</a:t>
            </a:r>
          </a:p>
          <a:p>
            <a:endParaRPr lang="fr-FR" smtClean="0"/>
          </a:p>
          <a:p>
            <a:r>
              <a:rPr lang="fr-FR" smtClean="0"/>
              <a:t>Outro :
8-  HALLELUJAH AGAIN  [ Alléluia encore ]  x11
9-  HE HAS DONE IT AGAIN [ Car Tu l'as fait à nouveau ] </a:t>
            </a:r>
          </a:p>
          <a:p>
            <a:r>
              <a:rPr lang="fr-FR" smtClean="0"/>
              <a:t>
10-  REMEMBER WHAT HE DID BEFORE  [ Souviens-toi ce qu’Il a déjà fait ] 
11-  HE WILL DO IT AGAIN  [ Il le fera encore ] 
12-  YOUR LATTER SHALL BE GREATER  [ Ton avenir sera meilleur ] 
13-  FROM GLORY TO GLORY [ De gloire en gloire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96684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AM HERE TO GIVE YOU PRAISE [ Je suis là pour Te louer ] 
2-  I AM HERE TO GIVE YOU THANKS [ Je viens pour Te remercier ] 
3-  I AM HERE GIVE YOU HONOR [ Je viens pour Te donner l’honneur ] 
4-  GREAT AND MIGHTY GOD [ Dieu grand et puissant ] 
5-  YOU HAVE DONE IT AGAIN [ Tu l’as fait à nouveau ]                                        x2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YOU HAVE DONE IT AGAIN [ Tu l’as fait à nouveau ]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x5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 
7-  I GIVE YOU PRAISE, FOREVERMORE  [ Je Te louerai bien plus encore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Outro :
8-  HALLELUJAH AGAIN  [ Alléluia encore ]  x11
9-  HE HAS DONE IT AGAIN [ Car Tu l'as fait à nouveau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10-  REMEMBER WHAT HE DID BEFORE  [ Souviens-toi ce qu’Il a déjà fait ] 
11-  HE WILL DO IT AGAIN  [ Il le fera encore ] 
12-  YOUR LATTER SHALL BE GREATER  [ Ton avenir sera meilleur ] 
13-  FROM GLORY TO GLORY [ De gloire en gloire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I AM HERE TO GIVE YOU PRAISE [ Je suis là pour Te louer ] 
2-  I AM HERE TO GIVE YOU THANKS [ Je viens pour Te remercier ] 
3-  I AM HERE GIVE YOU HONOR [ Je viens pour Te donner l’honneur ] 
4-  GREAT AND MIGHTY GOD [ Dieu grand et puissant ] 
5-  YOU HAVE DONE IT AGAIN [ Tu l’as fait à nouveau ]                                        x2
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	6-  YOU HAVE DONE IT AGAIN [ Tu l’as fait à nouveau ]  x3</a:t>
            </a:r>
          </a:p>
          <a:p>
            <a:endParaRPr lang="fr-FR" smtClean="0"/>
          </a:p>
          <a:p>
            <a:r>
              <a:rPr lang="fr-FR" smtClean="0"/>
              <a:t>Couplet : x2</a:t>
            </a:r>
          </a:p>
          <a:p>
            <a:endParaRPr lang="fr-FR" smtClean="0"/>
          </a:p>
          <a:p>
            <a:r>
              <a:rPr lang="fr-FR" smtClean="0"/>
              <a:t>	Refrain : x5</a:t>
            </a:r>
          </a:p>
          <a:p>
            <a:endParaRPr lang="fr-FR" smtClean="0"/>
          </a:p>
          <a:p>
            <a:r>
              <a:rPr lang="fr-FR" smtClean="0"/>
              <a:t>Pont : 
7-  I GIVE YOU PRAISE, FOREVERMORE  [ Je Te louerai bien plus encore ]  x4</a:t>
            </a:r>
          </a:p>
          <a:p>
            <a:endParaRPr lang="fr-FR" smtClean="0"/>
          </a:p>
          <a:p>
            <a:r>
              <a:rPr lang="fr-FR" smtClean="0"/>
              <a:t>Outro :
8-  HALLELUJAH AGAIN  [ Alléluia encore ]  x11
9-  HE HAS DONE IT AGAIN [ Car Tu l'as fait à nouveau ] </a:t>
            </a:r>
          </a:p>
          <a:p>
            <a:r>
              <a:rPr lang="fr-FR" smtClean="0"/>
              <a:t>
10-  REMEMBER WHAT HE DID BEFORE  [ Souviens-toi ce qu’Il a déjà fait ] 
11-  HE WILL DO IT AGAIN  [ Il le fera encore ] 
12-  YOUR LATTER SHALL BE GREATER  [ Ton avenir sera meilleur ] 
13-  FROM GLORY TO GLORY [ De gloire en gloire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72058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AM HERE TO GIVE YOU PRAISE [ Je suis là pour Te louer ] 
2-  I AM HERE TO GIVE YOU THANKS [ Je viens pour Te remercier ] 
3-  I AM HERE GIVE YOU HONOR [ Je viens pour Te donner l’honneur ] 
4-  GREAT AND MIGHTY GOD [ Dieu grand et puissant ] 
5-  YOU HAVE DONE IT AGAIN [ Tu l’as fait à nouveau ]                                        x2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YOU HAVE DONE IT AGAIN [ Tu l’as fait à nouveau ]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x5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 
7-  I GIVE YOU PRAISE, FOREVERMORE  [ Je Te louerai bien plus encore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Outro :
8-  HALLELUJAH AGAIN  [ Alléluia encore ]  x11
9-  HE HAS DONE IT AGAIN [ Car Tu l'as fait à nouveau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10-  REMEMBER WHAT HE DID BEFORE  [ Souviens-toi ce qu’Il a déjà fait ] 
11-  HE WILL DO IT AGAIN  [ Il le fera encore ] 
12-  YOUR LATTER SHALL BE GREATER  [ Ton avenir sera meilleur ] 
13-  FROM GLORY TO GLORY [ De gloire en gloire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I AM HERE TO GIVE YOU PRAISE [ Je suis là pour Te louer ] 
2-  I AM HERE TO GIVE YOU THANKS [ Je viens pour Te remercier ] 
3-  I AM HERE GIVE YOU HONOR [ Je viens pour Te donner l’honneur ] 
4-  GREAT AND MIGHTY GOD [ Dieu grand et puissant ] 
5-  YOU HAVE DONE IT AGAIN [ Tu l’as fait à nouveau ]                                        x2
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	6-  YOU HAVE DONE IT AGAIN [ Tu l’as fait à nouveau ]  x3</a:t>
            </a:r>
          </a:p>
          <a:p>
            <a:endParaRPr lang="fr-FR" smtClean="0"/>
          </a:p>
          <a:p>
            <a:r>
              <a:rPr lang="fr-FR" smtClean="0"/>
              <a:t>Couplet : x2</a:t>
            </a:r>
          </a:p>
          <a:p>
            <a:endParaRPr lang="fr-FR" smtClean="0"/>
          </a:p>
          <a:p>
            <a:r>
              <a:rPr lang="fr-FR" smtClean="0"/>
              <a:t>	Refrain : x5</a:t>
            </a:r>
          </a:p>
          <a:p>
            <a:endParaRPr lang="fr-FR" smtClean="0"/>
          </a:p>
          <a:p>
            <a:r>
              <a:rPr lang="fr-FR" smtClean="0"/>
              <a:t>Pont : 
7-  I GIVE YOU PRAISE, FOREVERMORE  [ Je Te louerai bien plus encore ]  x4</a:t>
            </a:r>
          </a:p>
          <a:p>
            <a:endParaRPr lang="fr-FR" smtClean="0"/>
          </a:p>
          <a:p>
            <a:r>
              <a:rPr lang="fr-FR" smtClean="0"/>
              <a:t>Outro :
8-  HALLELUJAH AGAIN  [ Alléluia encore ]  x11
9-  HE HAS DONE IT AGAIN [ Car Tu l'as fait à nouveau ] </a:t>
            </a:r>
          </a:p>
          <a:p>
            <a:r>
              <a:rPr lang="fr-FR" smtClean="0"/>
              <a:t>
10-  REMEMBER WHAT HE DID BEFORE  [ Souviens-toi ce qu’Il a déjà fait ] 
11-  HE WILL DO IT AGAIN  [ Il le fera encore ] 
12-  YOUR LATTER SHALL BE GREATER  [ Ton avenir sera meilleur ] 
13-  FROM GLORY TO GLORY [ De gloire en gloire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189446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AM HERE TO GIVE YOU PRAISE [ Je suis là pour Te louer ] 
2-  I AM HERE TO GIVE YOU THANKS [ Je viens pour Te remercier ] 
3-  I AM HERE GIVE YOU HONOR [ Je viens pour Te donner l’honneur ] 
4-  GREAT AND MIGHTY GOD [ Dieu grand et puissant ] 
5-  YOU HAVE DONE IT AGAIN [ Tu l’as fait à nouveau ]                                        x2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YOU HAVE DONE IT AGAIN [ Tu l’as fait à nouveau ]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x5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 
7-  I GIVE YOU PRAISE, FOREVERMORE  [ Je Te louerai bien plus encore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Outro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:
8-  HALLELUJAH AGAIN  [ Alléluia encore ]  x11
9-  HE HAS DONE IT AGAIN [ Car Tu l'as fait à nouveau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10-  REMEMBER WHAT HE DID BEFORE  [ Souviens-toi ce qu’Il a déjà fait ] 
11-  HE WILL DO IT AGAIN  [ Il le fera encore ] 
12-  YOUR LATTER SHALL BE GREATER  [ Ton avenir sera meilleur ] 
13-  FROM GLORY TO GLORY [ De gloire en gloire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I AM HERE TO GIVE YOU PRAISE [ Je suis là pour Te louer ] 
2-  I AM HERE TO GIVE YOU THANKS [ Je viens pour Te remercier ] 
3-  I AM HERE GIVE YOU HONOR [ Je viens pour Te donner l’honneur ] 
4-  GREAT AND MIGHTY GOD [ Dieu grand et puissant ] 
5-  YOU HAVE DONE IT AGAIN [ Tu l’as fait à nouveau ]                                        x2
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	6-  YOU HAVE DONE IT AGAIN [ Tu l’as fait à nouveau ]  x3</a:t>
            </a:r>
          </a:p>
          <a:p>
            <a:endParaRPr lang="fr-FR" smtClean="0"/>
          </a:p>
          <a:p>
            <a:r>
              <a:rPr lang="fr-FR" smtClean="0"/>
              <a:t>Couplet : x2</a:t>
            </a:r>
          </a:p>
          <a:p>
            <a:endParaRPr lang="fr-FR" smtClean="0"/>
          </a:p>
          <a:p>
            <a:r>
              <a:rPr lang="fr-FR" smtClean="0"/>
              <a:t>	Refrain : x5</a:t>
            </a:r>
          </a:p>
          <a:p>
            <a:endParaRPr lang="fr-FR" smtClean="0"/>
          </a:p>
          <a:p>
            <a:r>
              <a:rPr lang="fr-FR" smtClean="0"/>
              <a:t>Pont : 
7-  I GIVE YOU PRAISE, FOREVERMORE  [ Je Te louerai bien plus encore ]  x4</a:t>
            </a:r>
          </a:p>
          <a:p>
            <a:endParaRPr lang="fr-FR" smtClean="0"/>
          </a:p>
          <a:p>
            <a:r>
              <a:rPr lang="fr-FR" smtClean="0"/>
              <a:t>Outro :
8-  HALLELUJAH AGAIN  [ Alléluia encore ]  x11
9-  HE HAS DONE IT AGAIN [ Car Tu l'as fait à nouveau ] </a:t>
            </a:r>
          </a:p>
          <a:p>
            <a:r>
              <a:rPr lang="fr-FR" smtClean="0"/>
              <a:t>
10-  REMEMBER WHAT HE DID BEFORE  [ Souviens-toi ce qu’Il a déjà fait ] 
11-  HE WILL DO IT AGAIN  [ Il le fera encore ] 
12-  YOUR LATTER SHALL BE GREATER  [ Ton avenir sera meilleur ] 
13-  FROM GLORY TO GLORY [ De gloire en gloire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884123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AM HERE TO GIVE YOU PRAISE [ Je suis là pour Te louer ] 
2-  I AM HERE TO GIVE YOU THANKS [ Je viens pour Te remercier ] 
3-  I AM HERE GIVE YOU HONOR [ Je viens pour Te donner l’honneur ] 
4-  GREAT AND MIGHTY GOD [ Dieu grand et puissant ] 
5-  YOU HAVE DONE IT AGAIN [ Tu l’as fait à nouveau ]                                        x2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YOU HAVE DONE IT AGAIN [ Tu l’as fait à nouveau ]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x5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 
7-  I GIVE YOU PRAISE, FOREVERMORE  [ Je Te louerai bien plus encore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Outro :
8-  HALLELUJAH AGAIN  [ Alléluia encore ]  x11
9-  HE HAS DONE IT AGAIN [ Car Tu l'as fait à nouveau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10-  REMEMBER WHAT HE DID BEFORE  [ Souviens-toi ce qu’Il a déjà fait ] 
11-  HE WILL DO IT AGAIN  [ Il le fera encore ] 
12-  YOUR LATTER SHALL BE GREATER  [ Ton avenir sera meilleur ] 
13-  FROM GLORY TO GLORY [ De gloire en gloire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I AM HERE TO GIVE YOU PRAISE [ Je suis là pour Te louer ] 
2-  I AM HERE TO GIVE YOU THANKS [ Je viens pour Te remercier ] 
3-  I AM HERE GIVE YOU HONOR [ Je viens pour Te donner l’honneur ] 
4-  GREAT AND MIGHTY GOD [ Dieu grand et puissant ] 
5-  YOU HAVE DONE IT AGAIN [ Tu l’as fait à nouveau ]                                        x2
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	6-  YOU HAVE DONE IT AGAIN [ Tu l’as fait à nouveau ]  x3</a:t>
            </a:r>
          </a:p>
          <a:p>
            <a:endParaRPr lang="fr-FR" smtClean="0"/>
          </a:p>
          <a:p>
            <a:r>
              <a:rPr lang="fr-FR" smtClean="0"/>
              <a:t>Couplet : x2</a:t>
            </a:r>
          </a:p>
          <a:p>
            <a:endParaRPr lang="fr-FR" smtClean="0"/>
          </a:p>
          <a:p>
            <a:r>
              <a:rPr lang="fr-FR" smtClean="0"/>
              <a:t>	Refrain : x5</a:t>
            </a:r>
          </a:p>
          <a:p>
            <a:endParaRPr lang="fr-FR" smtClean="0"/>
          </a:p>
          <a:p>
            <a:r>
              <a:rPr lang="fr-FR" smtClean="0"/>
              <a:t>Pont : 
7-  I GIVE YOU PRAISE, FOREVERMORE  [ Je Te louerai bien plus encore ]  x4</a:t>
            </a:r>
          </a:p>
          <a:p>
            <a:endParaRPr lang="fr-FR" smtClean="0"/>
          </a:p>
          <a:p>
            <a:r>
              <a:rPr lang="fr-FR" smtClean="0"/>
              <a:t>Outro :
8-  HALLELUJAH AGAIN  [ Alléluia encore ]  x11
9-  HE HAS DONE IT AGAIN [ Car Tu l'as fait à nouveau ] </a:t>
            </a:r>
          </a:p>
          <a:p>
            <a:r>
              <a:rPr lang="fr-FR" smtClean="0"/>
              <a:t>
10-  REMEMBER WHAT HE DID BEFORE  [ Souviens-toi ce qu’Il a déjà fait ] 
11-  HE WILL DO IT AGAIN  [ Il le fera encore ] 
12-  YOUR LATTER SHALL BE GREATER  [ Ton avenir sera meilleur ] 
13-  FROM GLORY TO GLORY [ De gloire en gloire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3445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AM HERE TO GIVE YOU PRAISE [ Je suis là pour Te louer ] 
2-  I AM HERE TO GIVE YOU THANKS [ Je viens pour Te remercier ] 
3-  I AM HERE GIVE YOU HONOR [ Je viens pour Te donner l’honneur ] 
4-  GREAT AND MIGHTY GOD [ Dieu grand et puissant ] 
5-  YOU HAVE DONE IT AGAIN [ Tu l’as fait à nouveau ]                                        x2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YOU HAVE DONE IT AGAIN [ Tu l’as fait à nouveau ]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x5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 
7-  I GIVE YOU PRAISE, FOREVERMORE  [ Je Te louerai bien plus encore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Outro :
8-  HALLELUJAH AGAIN  [ Alléluia encore ]  x11
9-  HE HAS DONE IT AGAIN [ Car Tu l'as fait à nouveau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10-  REMEMBER WHAT HE DID BEFORE  [ Souviens-toi ce qu’Il a déjà fait ] 
11-  HE WILL DO IT AGAIN  [ Il le fera encore ] 
12-  YOUR LATTER SHALL BE GREATER  [ Ton avenir sera meilleur ] 
13-  FROM GLORY TO GLORY [ De gloire en gloire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I AM HERE TO GIVE YOU PRAISE [ Je suis là pour Te louer ] 
2-  I AM HERE TO GIVE YOU THANKS [ Je viens pour Te remercier ] 
3-  I AM HERE GIVE YOU HONOR [ Je viens pour Te donner l’honneur ] 
4-  GREAT AND MIGHTY GOD [ Dieu grand et puissant ] 
5-  YOU HAVE DONE IT AGAIN [ Tu l’as fait à nouveau ]                                        x2
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	6-  YOU HAVE DONE IT AGAIN [ Tu l’as fait à nouveau ]  x3</a:t>
            </a:r>
          </a:p>
          <a:p>
            <a:endParaRPr lang="fr-FR" smtClean="0"/>
          </a:p>
          <a:p>
            <a:r>
              <a:rPr lang="fr-FR" smtClean="0"/>
              <a:t>Couplet : x2</a:t>
            </a:r>
          </a:p>
          <a:p>
            <a:endParaRPr lang="fr-FR" smtClean="0"/>
          </a:p>
          <a:p>
            <a:r>
              <a:rPr lang="fr-FR" smtClean="0"/>
              <a:t>	Refrain : x5</a:t>
            </a:r>
          </a:p>
          <a:p>
            <a:endParaRPr lang="fr-FR" smtClean="0"/>
          </a:p>
          <a:p>
            <a:r>
              <a:rPr lang="fr-FR" smtClean="0"/>
              <a:t>Pont : 
7-  I GIVE YOU PRAISE, FOREVERMORE  [ Je Te louerai bien plus encore ]  x4</a:t>
            </a:r>
          </a:p>
          <a:p>
            <a:endParaRPr lang="fr-FR" smtClean="0"/>
          </a:p>
          <a:p>
            <a:r>
              <a:rPr lang="fr-FR" smtClean="0"/>
              <a:t>Outro :
8-  HALLELUJAH AGAIN  [ Alléluia encore ]  x11
9-  HE HAS DONE IT AGAIN [ Car Tu l'as fait à nouveau ] </a:t>
            </a:r>
          </a:p>
          <a:p>
            <a:r>
              <a:rPr lang="fr-FR" smtClean="0"/>
              <a:t>
10-  REMEMBER WHAT HE DID BEFORE  [ Souviens-toi ce qu’Il a déjà fait ] 
11-  HE WILL DO IT AGAIN  [ Il le fera encore ] 
12-  YOUR LATTER SHALL BE GREATER  [ Ton avenir sera meilleur ] 
13-  FROM GLORY TO GLORY [ De gloire en gloire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515978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AM HERE TO GIVE YOU PRAISE [ Je suis là pour Te louer ] 
2-  I AM HERE TO GIVE YOU THANKS [ Je viens pour Te remercier ] 
3-  I AM HERE GIVE YOU HONOR [ Je viens pour Te donner l’honneur ] 
4-  GREAT AND MIGHTY GOD [ Dieu grand et puissant ] 
5-  YOU HAVE DONE IT AGAIN [ Tu l’as fait à nouveau ]                                        x2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YOU HAVE DONE IT AGAIN [ Tu l’as fait à nouveau ]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x5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 
7-  I GIVE YOU PRAISE, FOREVERMORE  [ Je Te louerai bien plus encore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Outro :
8-  HALLELUJAH AGAIN  [ Alléluia encore ]  x11
9-  HE HAS DONE IT AGAIN [ Car Tu l'as fait à nouveau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10-  REMEMBER WHAT HE DID BEFORE  [ Souviens-toi ce qu’Il a déjà fait ] 
11-  HE WILL DO IT AGAIN  [ Il le fera encore ] 
12-  YOUR LATTER SHALL BE GREATER  [ Ton avenir sera meilleur ] 
13-  FROM GLORY TO GLORY [ De gloire en gloire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I AM HERE TO GIVE YOU PRAISE [ Je suis là pour Te louer ] 
2-  I AM HERE TO GIVE YOU THANKS [ Je viens pour Te remercier ] 
3-  I AM HERE GIVE YOU HONOR [ Je viens pour Te donner l’honneur ] 
4-  GREAT AND MIGHTY GOD [ Dieu grand et puissant ] 
5-  YOU HAVE DONE IT AGAIN [ Tu l’as fait à nouveau ]                                        x2
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	6-  YOU HAVE DONE IT AGAIN [ Tu l’as fait à nouveau ]  x3</a:t>
            </a:r>
          </a:p>
          <a:p>
            <a:endParaRPr lang="fr-FR" smtClean="0"/>
          </a:p>
          <a:p>
            <a:r>
              <a:rPr lang="fr-FR" smtClean="0"/>
              <a:t>Couplet : x2</a:t>
            </a:r>
          </a:p>
          <a:p>
            <a:endParaRPr lang="fr-FR" smtClean="0"/>
          </a:p>
          <a:p>
            <a:r>
              <a:rPr lang="fr-FR" smtClean="0"/>
              <a:t>	Refrain : x5</a:t>
            </a:r>
          </a:p>
          <a:p>
            <a:endParaRPr lang="fr-FR" smtClean="0"/>
          </a:p>
          <a:p>
            <a:r>
              <a:rPr lang="fr-FR" smtClean="0"/>
              <a:t>Pont : 
7-  I GIVE YOU PRAISE, FOREVERMORE  [ Je Te louerai bien plus encore ]  x4</a:t>
            </a:r>
          </a:p>
          <a:p>
            <a:endParaRPr lang="fr-FR" smtClean="0"/>
          </a:p>
          <a:p>
            <a:r>
              <a:rPr lang="fr-FR" smtClean="0"/>
              <a:t>Outro :
8-  HALLELUJAH AGAIN  [ Alléluia encore ]  x11
9-  HE HAS DONE IT AGAIN [ Car Tu l'as fait à nouveau ] </a:t>
            </a:r>
          </a:p>
          <a:p>
            <a:r>
              <a:rPr lang="fr-FR" smtClean="0"/>
              <a:t>
10-  REMEMBER WHAT HE DID BEFORE  [ Souviens-toi ce qu’Il a déjà fait ] 
11-  HE WILL DO IT AGAIN  [ Il le fera encore ] 
12-  YOUR LATTER SHALL BE GREATER  [ Ton avenir sera meilleur ] 
13-  FROM GLORY TO GLORY [ De gloire en gloire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79866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354340-8694-43B1-A8F9-8E748220BC3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543B6D-89BE-450D-8D53-2308253AE27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C3E2F4-B7A3-4813-BE5C-672B7F7D1E8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DB8B2E-583A-48DE-BB44-C7FB74698DB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8FD8B5-C06A-440D-B0B5-77ABBB4F4D4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C13DC5-A4A8-43AE-8B11-09841DC1F16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93AA14-3C2E-4463-943D-566FAF1C012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27DA1D-7883-4C0B-AF3B-D788BE7625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ACC378-7A87-4B48-ACEF-BA72740CA7A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9DFD0D-0B84-411C-A304-DD06AF36AA3B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482FE5-0FCA-4201-B57D-5A728375556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9821B596-1B06-490A-A978-F71EF6E2CD7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 AM HERE TO GIVE YOU PRAISE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suis là pour Te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louer </a:t>
            </a: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84140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 AM HERE TO </a:t>
            </a: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GIVE YOU THANKS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viens pour Te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remercier </a:t>
            </a: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74151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 AM HERE TO </a:t>
            </a: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GIVE YOU HONOR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viens pour Te donner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l’honneur </a:t>
            </a: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0594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GREAT AND MIGHTY GOD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Dieu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grand et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puissant </a:t>
            </a: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23606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YOU HAVE DONE IT AGAIN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l’as fait à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nouveau </a:t>
            </a: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63709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YOU HAVE DONE IT AGAIN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l’as fait à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nouveau </a:t>
            </a: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060618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 GIVE YOU PRAISE, FOREVERMORE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Te louerai bien plus encore </a:t>
            </a: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846134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HALLELUJAH AGAIN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</a:t>
            </a:r>
            <a:r>
              <a:rPr lang="en-US" altLang="fr-FR" sz="4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Alléluia</a:t>
            </a: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</a:t>
            </a:r>
            <a:r>
              <a:rPr lang="en-US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encore ]</a:t>
            </a:r>
          </a:p>
        </p:txBody>
      </p:sp>
    </p:spTree>
    <p:extLst>
      <p:ext uri="{BB962C8B-B14F-4D97-AF65-F5344CB8AC3E}">
        <p14:creationId xmlns:p14="http://schemas.microsoft.com/office/powerpoint/2010/main" val="1138191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HE HAS DONE IT AGAIN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Car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l’as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fait à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nouveau </a:t>
            </a: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280630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REMEMBER WHAT HE DID BEFORE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Souviens-toi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qu’Il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 déjà fait</a:t>
            </a: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118671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HE WILL DO IT AGAIN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Il </a:t>
            </a:r>
            <a:r>
              <a:rPr lang="en-US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</a:t>
            </a:r>
            <a:r>
              <a:rPr lang="en-US" alt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fera</a:t>
            </a:r>
            <a:r>
              <a:rPr lang="en-US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encore </a:t>
            </a: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121229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YOUR LATTER SHALL BE GREATER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Ton </a:t>
            </a:r>
            <a:r>
              <a:rPr lang="en-US" alt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avenir</a:t>
            </a:r>
            <a:r>
              <a:rPr lang="en-US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sera </a:t>
            </a:r>
            <a:r>
              <a:rPr lang="en-US" altLang="fr-FR" sz="4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meilleur</a:t>
            </a: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73512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FROM GLORY TO GLORY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De </a:t>
            </a:r>
            <a:r>
              <a:rPr lang="en-US" alt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gloire</a:t>
            </a:r>
            <a:r>
              <a:rPr lang="en-US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</a:t>
            </a:r>
            <a:r>
              <a:rPr lang="en-US" alt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</a:t>
            </a:r>
            <a:r>
              <a:rPr lang="en-US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</a:t>
            </a:r>
            <a:r>
              <a:rPr lang="en-US" altLang="fr-FR" sz="4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gloire</a:t>
            </a: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871939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2090</TotalTime>
  <Words>624</Words>
  <Application>Microsoft Office PowerPoint</Application>
  <PresentationFormat>Affichage à l'écran (4:3)</PresentationFormat>
  <Paragraphs>364</Paragraphs>
  <Slides>13</Slides>
  <Notes>13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6" baseType="lpstr">
      <vt:lpstr>Calibri</vt:lpstr>
      <vt:lpstr>Franklin Gothic Medium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valeriemuthiani@hotmail.com</cp:lastModifiedBy>
  <cp:revision>209</cp:revision>
  <dcterms:created xsi:type="dcterms:W3CDTF">2002-08-17T10:50:50Z</dcterms:created>
  <dcterms:modified xsi:type="dcterms:W3CDTF">2023-11-12T01:12:32Z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89256c7-9946-44df-b379-51beb93fd2d9_Enabled">
    <vt:lpwstr>true</vt:lpwstr>
  </property>
  <property fmtid="{D5CDD505-2E9C-101B-9397-08002B2CF9AE}" pid="3" name="MSIP_Label_589256c7-9946-44df-b379-51beb93fd2d9_SetDate">
    <vt:lpwstr>2023-06-23T07:53:17Z</vt:lpwstr>
  </property>
  <property fmtid="{D5CDD505-2E9C-101B-9397-08002B2CF9AE}" pid="4" name="MSIP_Label_589256c7-9946-44df-b379-51beb93fd2d9_Method">
    <vt:lpwstr>Privileged</vt:lpwstr>
  </property>
  <property fmtid="{D5CDD505-2E9C-101B-9397-08002B2CF9AE}" pid="5" name="MSIP_Label_589256c7-9946-44df-b379-51beb93fd2d9_Name">
    <vt:lpwstr>589256c7-9946-44df-b379-51beb93fd2d9</vt:lpwstr>
  </property>
  <property fmtid="{D5CDD505-2E9C-101B-9397-08002B2CF9AE}" pid="6" name="MSIP_Label_589256c7-9946-44df-b379-51beb93fd2d9_SiteId">
    <vt:lpwstr>36da45f1-dd2c-4d1f-af13-5abe46b99921</vt:lpwstr>
  </property>
  <property fmtid="{D5CDD505-2E9C-101B-9397-08002B2CF9AE}" pid="7" name="MSIP_Label_589256c7-9946-44df-b379-51beb93fd2d9_ActionId">
    <vt:lpwstr>75b0cdd4-5b4e-418e-815e-b857199f2033</vt:lpwstr>
  </property>
  <property fmtid="{D5CDD505-2E9C-101B-9397-08002B2CF9AE}" pid="8" name="MSIP_Label_589256c7-9946-44df-b379-51beb93fd2d9_ContentBits">
    <vt:lpwstr>0</vt:lpwstr>
  </property>
</Properties>
</file>