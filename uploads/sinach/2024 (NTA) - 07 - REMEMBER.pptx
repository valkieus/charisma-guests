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44024" autoAdjust="0"/>
  </p:normalViewPr>
  <p:slideViewPr>
    <p:cSldViewPr>
      <p:cViewPr varScale="1">
        <p:scale>
          <a:sx n="46" d="100"/>
          <a:sy n="46" d="100"/>
        </p:scale>
        <p:origin x="720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207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24/11/2024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B26F-FC62-1D10-A7E1-3E281A7CE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A7C59DDE-BC22-C1CC-03DF-CD555B40D3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86F990F-8AF6-5CD4-746C-40A07A75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89E3CE0-94EE-E3AC-BC1B-0CD07F702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886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2F0F-CDC1-5489-4AA4-B7712D74E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CBF652E-C86D-7825-C9A1-AE046143E1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A659874-BA59-1B6C-CCA4-BF47F7163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EC6A2E2-5FA9-CB5F-22C6-D42374DE3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329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CF516-83C1-FDCC-AFC2-4E346416B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0FC7CB6-4C7E-65D8-6C74-E1263A5BD5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995E3B0-EE6C-211A-983E-E98B0067C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81063DF-AFDC-8FFF-BA4B-728E715E6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930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970E-BA8F-A361-6407-E475041D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EDFAFC0-5F6E-F782-0068-9FCFF64648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F3BA1F5-F85D-C43C-24F8-B8FE4C7C31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1470A9D-DA5F-548B-151F-1663EA86F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1209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3DCF-5BBB-2023-023A-2B01EA93E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A85120B3-E0BD-6A32-22D5-9316EB9AA3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DFF8279-AEF0-B576-934E-D3D04573A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AF01C8D-4625-E3B4-E74D-32557C4FC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0116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53BF-C08F-9CB2-47FA-1FEE7C53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D3270B9-49F6-F73B-CCE2-7F31AE4DB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3D8DECD-C1AE-AC9F-3E03-7DF2409D1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D04A00C-BF38-7506-023D-F9550CA6D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49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6C124-2990-A348-BF59-1C717671A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28A2684-0E72-860B-FF7E-738474BA2B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37EFC143-D5E8-7C12-DB73-272879705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0B224F44-215F-7C8E-B36B-EA1AD109F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1406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661DB-DD41-3000-26CD-A29ACCEBB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DE06D3F-72EC-A4CA-C68A-86277C4EE0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812ADEA-9EA8-2B15-2434-A97587DF3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8D59CC33-8E5D-C2A3-5761-F104B8669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645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9D5C-09D5-13E0-9EB2-9CFD46BB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C065316-FB55-403C-2A72-9C1A0FE267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FEC2394-8FD2-F70D-C6E7-F55BDDCFD2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6AC22EB-1C1B-871B-8456-6869CF4A5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630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BF9BA-4DE8-A617-F11B-1E1E1E10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21F9962-59C7-8A67-F5A4-CA3E1D394B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94635F8-E19F-B4F8-2F79-4CF7EBFC2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87D13BFC-709D-A595-88A4-D4EC41BFDB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144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C511-E500-DD80-88B9-1BE7D980D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7F73AA8-981F-BB67-00F7-40281A6C2E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5FAA81F-CCC6-19D1-E08C-FE5E59927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D741BFD-976E-FCD5-418C-B71137AD7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6219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0E93-6C65-6CAD-AA29-80E14CFD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160C3FF-BE24-BF9F-A20B-FA0C52BF2D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761E945-C562-8299-74CB-A972A9BCF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28A1BA9-405D-38EC-FF43-062A376B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3386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E0DC-EF9E-B913-0DD5-E30173AC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38D8F0D-3C67-BC74-DD32-1BA2A346BE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A3B18BD-6A57-D017-1C1B-16E3656D4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11B4A4FB-D2C6-177A-4C4F-694526EDEA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2303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5918-556F-52B7-B48A-3031CA28A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69B7A65-FD75-1654-8E5E-629A261CA5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B19078E-DABC-9E50-2B3D-1978419FD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A460BC8-0DAB-4034-D886-84D914987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22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ED4F-8EE0-34EE-78B6-9A4253F1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371AA161-53BA-3D9B-C84A-FD60E9EAF1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0DB7FC3-1447-9B47-E26F-6A0A7456C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B7ABC30-BBFB-C077-1994-5A1AB3E0F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786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DD30-A3F7-BDC0-E694-4683346E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492520DD-2088-3506-4665-2F3120F09C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F2D47C6-B5F0-BD88-7D40-59932A9F0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6CB414A-2E87-4AB7-84FB-1FADCEF8F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461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70935-7A2B-BC8C-0B51-C813CD008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33FDD63-D55D-2E87-1F79-4300C241F8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9F94C4A-7F49-8BCD-58B8-A83C10A0E1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AC06EB9E-AFA2-EE1D-1C0D-AFE20DED6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1921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42A0-D204-7BB8-EEB8-8695C36C4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64FEFAFA-BC78-14DA-065E-AC31BA75BA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916305D-7EA5-406A-F86E-6012F8A00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CE979418-79E7-2901-BD05-C3E46D583C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7728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573A-774E-C0E1-6A3F-9F6F15A0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361C4F0-DCCB-884A-93F4-2D4E1E1138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70A01D8E-4024-6317-1990-B03CF44F9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899AC22-7BD7-60FB-C4FA-0308C7112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7722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E4205-E03E-E74E-EDF5-C89F27A0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5C4C6C0-99DC-DE11-A78B-4C4CD4AE5D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6974839-8A17-1569-D808-916A8EACD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625B310-D0F9-DE0E-DB85-D5F1D7561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244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A498-4585-8A00-2630-A45C9977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FB7396A7-38A1-3278-D93B-16297E08DA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FDCD68B0-6378-C3F6-7B5F-B7328C4DC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90B8E291-9C9A-7E23-EC9D-81CFE7439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167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2BE2E-06AA-1011-8974-0A537C9B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92D90FC4-D356-D8F6-5036-FB0F409822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B2B3BF71-28CD-1793-A631-B4A22E9C8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8C5947B-B1C9-FF14-9BC7-5EF64D5F0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616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887F-BB15-C4EA-3FE6-2851005C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8598B00A-92F6-0703-C987-A3C96BE014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6D2ED762-5E73-2137-650E-BCA3AA3B1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C91FCB2-B364-2569-EBE1-354A02C46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1269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1A4EB-DC31-3057-F466-DFA34593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8C19F09-42A2-2C43-2B9D-47D291C9BC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3071AD5-AFCF-E7AB-A11F-00746B600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866D47D-948E-9035-8FD8-819A5E2CB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6167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56114-4EBE-64B5-2439-B14636AE5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0C250598-DAD4-BBC7-B8EA-3586D3623D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54485FD-4191-AA88-F7D6-F093D76CB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DD2166E1-BA5C-4ACF-5167-584F910FE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294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6A6E6-0804-0DB8-D34E-46A49123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472AFC0-0C82-DA71-519A-C78CEF8DE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C5D8FFB-3257-8BA7-3192-1BE623886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F2271F1D-9D59-D4C4-83D4-61935746B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74440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409B7-5ADB-3F32-5812-FF8E33C9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C49CFCD-D211-1B2B-13DE-01E32B39A8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9C5ECCC-A064-05C1-BB23-59B742802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638C5A23-636A-FEE2-C5EB-173DDB127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7604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8846-6830-81DF-0A63-90650E3BE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26A44E2B-41BD-ECF7-007C-5581291D04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ABA722E-1195-5806-3710-04C8503EA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B149719E-2935-7B07-F1C1-B5CE04691B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6619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30068-DC50-3BA9-F7C6-7EAD8F10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B14D326E-1BF0-551B-D0D2-14937425A1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196594D-74EF-CE90-4004-15A24FEF5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3B01D182-96A6-E12C-49F7-B90AC5684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666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3A10B-3B44-FC6D-99E3-3B40E582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01CFD31-2E45-6288-30B5-4FF0FD743E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EB0AEAB-46F5-FD07-9B08-3FED25F34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574F94E8-344F-05BC-FAB5-E8A9B1EC7E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644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FAFD-0076-A726-8E79-A1758275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78B355B2-9B1F-66D5-69C6-9733DBE5FB2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9A5041F5-A9CF-245E-4DDF-9A4E70444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EA430AF-FF13-C449-1FBC-2AB615987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21886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582C1-3E45-F36E-B06F-746B0FB5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C03744D3-5F1D-9447-5624-7FBEA420C9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C44A6B40-770F-B8CB-7144-F78B19D68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475D8BBB-915F-6163-8F65-E3C4C0818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42441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66958-6DD8-333C-07A4-503A7B80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D18C10D0-F93E-A2C3-366E-4A7818DDB9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AC51597-F89F-A1C6-FE28-B78487A10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2198A952-77F6-03A9-4540-19BFC5885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3842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50BDC-3162-88BA-6C99-A5226477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>
            <a:extLst>
              <a:ext uri="{FF2B5EF4-FFF2-40B4-BE49-F238E27FC236}">
                <a16:creationId xmlns:a16="http://schemas.microsoft.com/office/drawing/2014/main" id="{5C0B7302-2D10-A1D3-8B4F-8A6FAA7B6A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03B57CF-E403-817A-04B8-60E1E071B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 10-  MY LATTER SHALL BE GREATER     [ Mon avenir sera Meilleur ]
	 11-  FROM GLORY TO GLORY     [ De gloire en gloire ]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Verse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>
            <a:extLst>
              <a:ext uri="{FF2B5EF4-FFF2-40B4-BE49-F238E27FC236}">
                <a16:creationId xmlns:a16="http://schemas.microsoft.com/office/drawing/2014/main" id="{E29BD49A-74A4-B30F-B76C-777AEDE4A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Verse 1</a:t>
            </a:r>
          </a:p>
          <a:p>
            <a:r>
              <a:rPr lang="fr-FR" smtClean="0"/>
              <a:t>1-  YOU'RE THE ONE WHO GOES BEFORE ME    [ Tu es celui qui me devance ]
 2-  THROUGH ALL SEASONS     [en chaque saison ]
 3-  I WON BECAUSE YOU BROUGHT ME THROUGH  [ Je gagne, car tu combats pour moi ]
 4-  EVEN NOW MY VOICE I RAISE TO THANK YOU, JESUS     [J'élève ma voix pour Te dire : Merci Jésus !]
 5-  I PRAISE YOU GOD, YOU ARE FAITHFUL     [ Te loue, car Tu es fidèle ]</a:t>
            </a:r>
          </a:p>
          <a:p>
            <a:r>
              <a:rPr lang="fr-FR" smtClean="0"/>
              <a:t>
	 6-  I REMEMBER WHAT YOU DID BEFORE     [ Je me souviens de ce Tu as fait ]
	 7-  YOU WILL DO IT AGAIN    [ Tu le feras encore]
	 8-  I REMEMBER WHAT YOU DID BEFORE     [ Je me souviens de ce que Tu as fait ]
	 9-  YOU WILL DO IT AGAIN     [ Tu le feras encore ]</a:t>
            </a:r>
          </a:p>
          <a:p>
            <a:r>
              <a:rPr lang="fr-FR" smtClean="0"/>
              <a:t>
	 10-  MY LATTER SHALL BE GREATER     [ Mon avenir sera Meilleur ]
	 11-  FROM GLORY TO GLORY     [ De gloire en gloire ]       x2</a:t>
            </a:r>
          </a:p>
          <a:p>
            <a:endParaRPr lang="fr-FR" smtClean="0"/>
          </a:p>
          <a:p>
            <a:r>
              <a:rPr lang="fr-FR" smtClean="0"/>
              <a:t>Verse 1</a:t>
            </a:r>
          </a:p>
          <a:p>
            <a:r>
              <a:rPr lang="fr-FR" smtClean="0"/>
              <a:t>
12-  YOU DID IT BEFORE   [ Tu l'as déjà fait ]
13-  IT'S ALREADY DONE     [ Tu le fais encore ]
 14-  LORD, YOU SAID IT IS FINISHED     [ Tu dis que c’est accompli ]
 15-  I SAY AMEN     [ Je dis : amen  ]</a:t>
            </a:r>
          </a:p>
          <a:p>
            <a:r>
              <a:rPr lang="fr-FR" smtClean="0"/>
              <a:t>
 16-  YOU'RE A FAITHFUL GOD     [ Tu es un Dieu fidèle ]
 17-  JANUARY TO DECEMBER     [ De janvier à décembre ]
 18-  LORD, YOU SAID IT IS FINISHED     [ Tu dis que c’est accompli ]
 19-  I SAY AMEN     [ Je dis : amen ]</a:t>
            </a:r>
          </a:p>
          <a:p>
            <a:r>
              <a:rPr lang="fr-FR" smtClean="0"/>
              <a:t>
 20-  OVER MY FAMILY, AMEN    [ Pour ma famille, je dis : amen ]
 21-  OVER MY BUSINESS, AMEN     [ Pour mes affaires, je dis : amen  ]
 22-  THIS YEAR, IT SHALL BE GREATER    [ Cette année sera meilleure ]
 23-  I SAY AMEN     [ Je dis : amen  ]</a:t>
            </a:r>
          </a:p>
          <a:p>
            <a:r>
              <a:rPr lang="fr-FR" smtClean="0"/>
              <a:t>
 24-  OVER MY FINANCES, AMEN     [ Pour mes finances, je dis : amen  ]
 25-  EVERYTHING CONCERNING ME, AMEN     [ Tout ce qui me concerne : amen ]
 26-  THIS YEAR, SHALL BE GREATER     [ Cette année sera meilleure ]
 27-  I SAY AMEN     [ Je dis : amen ]</a:t>
            </a:r>
          </a:p>
          <a:p>
            <a:r>
              <a:rPr lang="fr-FR" smtClean="0"/>
              <a:t>
 28-  REMEMBER WHAT HE DID BEFORE     [ Souviens-toi de ce qu’il a fait ]
 29-  HE WILL DO MUCH MORE     [ Il fera plus encore ]
 30-  YOUR LATTER SHALL BE GREATER    [ Ton avenir sera Meilleur ]
 31-  FROM GLORY TO GLORY     [ De gloire en gloire ]
 32-  SAY MY LATTER SHALL BE GREATER    [ Ton avenir sera Meilleur ]
 33-  FROM GLORY TO GLORY     [ De gloire en gloire ]
 34-  IT SHALL BE GREATER     [ Ton avenir sera Meilleur ]
 35-  FROM GLORY TO GLORY    [ De gloire en gloire ]
 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506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YOU'RE THE ONE WHO GOES BEFORE ME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celui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qui me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devance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95FA3-D86B-F090-A989-950B4BB3E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B43057C-1A26-40B8-595A-64F54F6B6769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THROUGH ALL SEASONS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chaque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saison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2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1AFE-E97A-FAF2-E23A-5578CCA9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4DDC08A-ACDD-1124-1E59-C073295A64D5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WON BECAUSE YOU BROUGHT ME THROUGH </a:t>
            </a:r>
            <a:b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</a:b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 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gagne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car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combats pour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moi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70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09C4E-C1EB-A4A3-9D9B-1D840D484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B6A1787-99CE-0A92-6B58-040C7FA4BBDE}"/>
              </a:ext>
            </a:extLst>
          </p:cNvPr>
          <p:cNvSpPr txBox="1"/>
          <p:nvPr/>
        </p:nvSpPr>
        <p:spPr>
          <a:xfrm>
            <a:off x="623392" y="5461000"/>
            <a:ext cx="10729192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EVEN NOW MY VOICE I RAISE TO THANK YOU,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JESUS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J'élève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voix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pour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dire :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Merci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Jésus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]</a:t>
            </a:r>
            <a:endParaRPr lang="en-US" altLang="fr-FR" sz="3000" dirty="0">
              <a:solidFill>
                <a:srgbClr val="FFFFFF"/>
              </a:solidFill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93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8992-E5E6-2FCE-9A19-FC725EE39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56DE3FC-2434-F5C9-3481-90E4F6DF0905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PRAISE YOU GOD, YOU ARE FAITHFUL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loue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car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fidèle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97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CEA1-8FF0-83CF-AC06-408C88DF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F54C7DF-9371-ED86-2D4E-A2F1FC9DF22C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REMEMBER WHAT YOU DID BEFORE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me souviens de ce Tu as fait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6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7F969-F167-E3A6-BBB6-156DBC73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C075C9E-F081-C872-8EAA-37F05781CC31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WILL DO IT AGAIN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feras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encore 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601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41B6C-82CB-CE2B-9DBF-604C724B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1A931365-232C-061C-2A2C-901AC766FA72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REMEMBER WHAT YOU DID BEFORE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Je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me souviens de ce que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Tu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as fait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854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840DA-A2FB-9E9B-8792-8A813B59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C5501D9-7F22-AAAD-9987-9CB4F739EF1F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WILL DO IT AGAIN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feras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encore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011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1A5F-F21A-C407-91C6-D243A8F1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4708EFD-8DC1-E2D1-D5D2-411CEF8164FE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MY LATTER SHALL BE GREATER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Mon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94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721DA-2E17-8337-CE0D-FC301986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DBCB583-0F26-6AB2-C164-1FC8BBC9BB36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206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49295-CB8F-7E58-3AA9-57AC546F0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F5296C9-B968-0D95-FACA-E247712D7ED9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 DID IT BEFORE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l'as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déjà fait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89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5D547-F149-17EC-BD8E-16558939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E56D683-38DC-E145-C14E-5C90DDBDBEEE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IT'S ALREADY DONE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le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fais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encore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618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8A65E-492A-0635-3F0B-85FE0343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C617234-BBC8-F591-969D-625FF1683DBB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LORD, YOU SAID IT IS FINISHED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dis que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accompli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06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CE41-D730-880B-051D-66743DAD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5715EC8-DC30-4C33-D35E-029546C43A27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men</a:t>
            </a:r>
            <a:r>
              <a:rPr lang="en-US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091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06A6-598A-33BE-2FA5-78B37C427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F9C047D-794E-BB3E-9D8C-BE0A459ADDDF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YOU'RE A FAITHFUL GOD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Tu es un Dieu fidèle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253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50CA-7964-14EB-3B14-67033452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CA9573D-9A7C-D2BD-870F-1B79766CF4CD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JANUARY TO DECEMBER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janvier à décembre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783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EC6BC-E47D-F2DB-A48A-233713C1A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6D6DA3C-7CC9-2EB0-C834-D7590DED5CB8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LORD, YOU SAID IT IS FINISHED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Tu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dis que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c’est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accompli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318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B4D9-D1DC-A7D1-5E1E-0885D5080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B7E604C-DDCF-6BFF-2A48-8B37CC956971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798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3EAE4-E08A-E7FE-9439-D835D6FAA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F4961D4-5D78-D268-45E4-EBDF6A89AC8C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FAMILY, AMEN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ma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famille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, je dis :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77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1ABA-CC58-9E75-012D-79C70761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F51F9B8-3E4A-9B0C-17BA-1CCD247EB05B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BUSINESS,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mes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affaires, je dis :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18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E07E-D32B-4EEB-F7E6-97F90640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6F8C242-2EF2-B346-EB14-620E7EAFEBC1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THIS YEAR, IT SHALL BE GREATER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Cette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année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3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EC064-3F73-3045-E4D9-40EEB97E8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3A31D5C-357C-01AB-C88B-CB638BCCF238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5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0EFC4-82FF-4E4D-1AA4-878AFD109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67D93FC-E502-1D85-D4C1-20C31F9435EA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OVER MY FINANCES,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Pour mes finances, je dis :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fr-FR" sz="3000" cap="all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7132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8E572-D1E3-F2A4-4D36-DA773C6F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5150521-8D5F-7141-ED07-206C52A04B35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EVERYTHING CONCERNING ME,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fr-FR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Tout ce qui me concerne : </a:t>
            </a:r>
            <a:r>
              <a:rPr lang="fr-FR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fr-FR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7519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AE27E-63EA-7367-C176-CFF90EAF5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534936DE-4ABD-4DA9-2027-1BB4C8968DA7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THIS YEAR, SHALL BE GREATER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Cette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année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921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EA0-EB39-92F3-D912-B0774C1D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945B045-A9D5-32BB-BDC6-3B24A05C0A07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 SAY AMEN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Je dis : 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Amen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 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057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B492-061C-A065-0244-FAD388A5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AD685EB-4A00-A19E-6E66-48E6B84C28F7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REMEMBER WHAT HE DID BEFORE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Souviens-toi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ce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qu’Il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a fait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620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9E0F-A0D9-78A6-64E5-138D06DE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A1ACA0B-934F-A883-EF06-F75662F27789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HE WILL DO MUCH MORE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Il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fera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plus encore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976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E54F2-A1E1-F99D-9491-44F39DB30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6E65EED-33A9-7B7B-E698-EE52B79665BE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YOUR LATTER SHALL BE GREATER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eilleur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308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46F65-4392-60F9-D990-EEC8D675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99F379D-45F4-F449-F012-498AE66BA9C6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3353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36B06-CB2E-CAFB-B585-8DC85B9F9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6AE8C4D-5D6D-1911-EF58-C47A95E4BC79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SAY MY LATTER SHALL BE GREATER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Meilleur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518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1786-C261-4280-85AA-B08A179E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50E7FC7-5385-3B74-7AE9-A19A860DFD21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948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E824-AC85-F171-31C5-B10E7FFF9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5B3C423-12DB-969A-9656-53976AB259A0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IT SHALL BE GREATER 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Ton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avenir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sera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m</a:t>
            </a:r>
            <a:r>
              <a:rPr lang="en-US" sz="3000" dirty="0" err="1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eilleur</a:t>
            </a:r>
            <a:r>
              <a:rPr lang="en-US" sz="3000" dirty="0" smtClean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188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83D2-78D1-F6E9-C5E3-7857C2C06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D630563-C8DC-0CA3-D09C-26C89D2926A7}"/>
              </a:ext>
            </a:extLst>
          </p:cNvPr>
          <p:cNvSpPr txBox="1"/>
          <p:nvPr/>
        </p:nvSpPr>
        <p:spPr>
          <a:xfrm>
            <a:off x="1524000" y="5461000"/>
            <a:ext cx="9144000" cy="92333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FROM GLORY TO GLORY   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[ 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De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en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Metropolis Semi Bold" panose="00000700000000000000" pitchFamily="50" charset="0"/>
              </a:rPr>
              <a:t>gloire</a:t>
            </a:r>
            <a:r>
              <a:rPr lang="en-US" sz="3000" dirty="0">
                <a:solidFill>
                  <a:srgbClr val="FFFFFF"/>
                </a:solidFill>
                <a:latin typeface="Metropolis Semi Bold" panose="00000700000000000000" pitchFamily="50" charset="0"/>
              </a:rPr>
              <a:t> </a:t>
            </a:r>
            <a:r>
              <a:rPr lang="en-US" sz="3000" cap="all" dirty="0">
                <a:solidFill>
                  <a:srgbClr val="FFFFFF"/>
                </a:solidFill>
                <a:latin typeface="Metropolis Semi Bold" panose="00000700000000000000" pitchFamily="50" charset="0"/>
              </a:rPr>
              <a:t>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09504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Default Design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2346</TotalTime>
  <Words>48733</Words>
  <Application>Microsoft Office PowerPoint</Application>
  <PresentationFormat>Grand écran</PresentationFormat>
  <Paragraphs>839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39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220</cp:revision>
  <dcterms:created xsi:type="dcterms:W3CDTF">2002-08-17T10:50:50Z</dcterms:created>
  <dcterms:modified xsi:type="dcterms:W3CDTF">2024-11-24T08:37:45Z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  <property fmtid="{D5CDD505-2E9C-101B-9397-08002B2CF9AE}" pid="9" name="MSIP_Label_d0979fc8-5559-4f19-93ee-e28ca03d7638_Enabled">
    <vt:lpwstr>true</vt:lpwstr>
  </property>
  <property fmtid="{D5CDD505-2E9C-101B-9397-08002B2CF9AE}" pid="10" name="MSIP_Label_d0979fc8-5559-4f19-93ee-e28ca03d7638_SetDate">
    <vt:lpwstr>2024-11-22T13:10:35Z</vt:lpwstr>
  </property>
  <property fmtid="{D5CDD505-2E9C-101B-9397-08002B2CF9AE}" pid="11" name="MSIP_Label_d0979fc8-5559-4f19-93ee-e28ca03d7638_Method">
    <vt:lpwstr>Privileged</vt:lpwstr>
  </property>
  <property fmtid="{D5CDD505-2E9C-101B-9397-08002B2CF9AE}" pid="12" name="MSIP_Label_d0979fc8-5559-4f19-93ee-e28ca03d7638_Name">
    <vt:lpwstr>General Business Information (G)</vt:lpwstr>
  </property>
  <property fmtid="{D5CDD505-2E9C-101B-9397-08002B2CF9AE}" pid="13" name="MSIP_Label_d0979fc8-5559-4f19-93ee-e28ca03d7638_SiteId">
    <vt:lpwstr>906aefe9-76a7-4f65-b82d-5ec20775d5aa</vt:lpwstr>
  </property>
  <property fmtid="{D5CDD505-2E9C-101B-9397-08002B2CF9AE}" pid="14" name="MSIP_Label_d0979fc8-5559-4f19-93ee-e28ca03d7638_ActionId">
    <vt:lpwstr>e5f3a7e6-8aa3-45db-a857-50b91aec1907</vt:lpwstr>
  </property>
  <property fmtid="{D5CDD505-2E9C-101B-9397-08002B2CF9AE}" pid="15" name="MSIP_Label_d0979fc8-5559-4f19-93ee-e28ca03d7638_ContentBits">
    <vt:lpwstr>0</vt:lpwstr>
  </property>
</Properties>
</file>