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39774" autoAdjust="0"/>
  </p:normalViewPr>
  <p:slideViewPr>
    <p:cSldViewPr>
      <p:cViewPr varScale="1">
        <p:scale>
          <a:sx n="26" d="100"/>
          <a:sy n="26" d="100"/>
        </p:scale>
        <p:origin x="852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-45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12/11/2023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61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138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49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72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400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218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078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9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705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860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657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00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965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EVERYTHING YOU DO IS GOOD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fais est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GOD, YOU ARE GOD ALONE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 Dieu, oui Toi seul 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074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HAVE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FINAL WORD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le dernier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mot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545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FINAL WORD, FINAL WORD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Dernier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mot, dernier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mot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831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WORD IS YEA AND AMEN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mots sont oui et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82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DEPENDABLE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dépends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084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YOU’RE THE RULER OF MY HEART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règnes sur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001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ALPHA AND OMEGA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Alpha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Omega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501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BEGINNING AND THE END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Le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commencement, 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117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LIVE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Seigneur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Tu vis en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92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YOU’RE THE OWNER OF MY LIFE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 le Maître de ma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723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CAPTAIN OF MY SALVATION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Capitaine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salut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96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BEGINNING AND THE END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Le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commencement, 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497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LIVE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Seigneur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Tu vis en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972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649</Words>
  <Application>Microsoft Office PowerPoint</Application>
  <PresentationFormat>Affichage à l'écran (4:3)</PresentationFormat>
  <Paragraphs>504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211</cp:revision>
  <dcterms:created xsi:type="dcterms:W3CDTF">2002-08-17T10:50:50Z</dcterms:created>
  <dcterms:modified xsi:type="dcterms:W3CDTF">2023-11-12T01:20:28Z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