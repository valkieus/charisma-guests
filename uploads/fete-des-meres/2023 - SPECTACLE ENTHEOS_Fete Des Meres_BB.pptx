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6" r:id="rId36"/>
    <p:sldId id="305" r:id="rId37"/>
    <p:sldId id="307" r:id="rId38"/>
    <p:sldId id="308" r:id="rId39"/>
    <p:sldId id="309" r:id="rId4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8" autoAdjust="0"/>
    <p:restoredTop sz="45700" autoAdjust="0"/>
  </p:normalViewPr>
  <p:slideViewPr>
    <p:cSldViewPr>
      <p:cViewPr varScale="1">
        <p:scale>
          <a:sx n="33" d="100"/>
          <a:sy n="33" d="100"/>
        </p:scale>
        <p:origin x="181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09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90D466-1F6E-478E-918B-C2C816A2D202}" type="datetimeFigureOut">
              <a:rPr lang="fr-FR"/>
              <a:pPr>
                <a:defRPr/>
              </a:pPr>
              <a:t>04/06/2023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3E2A09-ACDA-4A66-8549-B249124D3CA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58689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4094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3019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902895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31652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47001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45312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15485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19859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12535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74679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66573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66030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10218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75250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9986237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283176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80339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83295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69161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05230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674833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82437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019521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246127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4581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91741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233129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992506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47917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650739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67015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036200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383867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436494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67956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168669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ALLONS-Y LET’S GO 
2-  AH SHOUBIDOU BAP PA ZIGIDI TACHOUBA PIDA 
3-  ATTRAPE LE BALAI 
4-  AH SHOUBIDOU BAP PA ZIGIDI TACHOUBA PIDA 
5-  PRESSONS MÉLANGEONS LES COULEURS 
6-  C'EST COMME ÇA QU’ELLE FAISAIT ? OOOOHHHH YEEEEAAAAAAHHHHH</a:t>
            </a:r>
          </a:p>
          <a:p>
            <a:r>
              <a:rPr lang="fr-FR" smtClean="0"/>
              <a:t> 
7-  JE PASSE L’ASPIRATEUR 
8-  AH SHOUBIDOU BAP PA ZIGIDI TACHOUBA PIDA 
9-  MAIS QU’EST-CE QUE TU FAIS ? 
10-  C'EST PAS DU TOUT COMME ÇA  QU'ELLE FAIT, LE LINGE MAMAN 
11-  BON ÇA SUFFIT LES ENFANTS 
12-  ON VA JAMAIS Y ARRIVER AU SECOURS MAMAN</a:t>
            </a:r>
          </a:p>
          <a:p>
            <a:r>
              <a:rPr lang="fr-FR" smtClean="0"/>
              <a:t> 
13-  ELLE EST BELLE, ET SI DOUCE SURTOUT QUAND ELLE LÈVE LA VOIX 
14-  TENDREMENT, ELLE NOUS REPREND ON CONNAÎT TOUS LA CHANSON 
15-  RANGE TA CHAMBRE VA FAIRE TES DEVOIRS, REST'ICI 
16-  MAIS DIS-MOI OÙ EST PASSÉ TON FRÈRE C'EST L’HEURE DE MANGER 
17-  VA T’LAVER PAS D’TELEPHONE À TABLE 
18-  IL FAIT FROID DEHORS PRENDS UNE ÉCHARPE</a:t>
            </a:r>
          </a:p>
          <a:p>
            <a:r>
              <a:rPr lang="fr-FR" smtClean="0"/>
              <a:t> 
19-  AHHHHHHH MA MAMAN À MOI 
20-  ELLE EST COMME ÇA 
21-  MAIS Y’A RIEN QUI VA QUAND ELLE N’EST PAS LÀ 
22-  ET TOUT CE QU'ELLE DIT  EST UNE PROPHÉTIE 
23-  SURTOUT CE REGARD QUI DIT : JE TE VOIS</a:t>
            </a:r>
          </a:p>
          <a:p>
            <a:r>
              <a:rPr lang="fr-FR" smtClean="0"/>
              <a:t> 
24-  QUAND ELLE RENTRE DANS UNE PIÈCE TOUT AUTOUR D’ELLE S'ILLUMINE 
25-  GÉNÉREUSE ET SI AIMANTE 
26-  ELLE REND NOS VIES TELLEMENT BELLES 
27-  LA MAISON, LE BUREAU  LA VOITURE ET MÊME MES OREILLES 
28-  ELLE MAÎTRISE TOUT ÇA  D’UNE MAIN DE MAÎTRE 
29-  ELLE SAIT TOUT, ELLE VOIT TOUT COMPREND TOUT 
30-  J’LA VOIS MÊME PARTOUT 
31-  J’CROIS MAMAN  A DES SUPERS POUVOIRS</a:t>
            </a:r>
          </a:p>
          <a:p>
            <a:r>
              <a:rPr lang="fr-FR" smtClean="0"/>
              <a:t> 
32-  MA MAMAN À MOI ELLE EST COMME ÇA 
33-  MAIS Y’A RIEN QUI VA QUAND ELLE N’EST PAS LÀ 
34-  ET TOUT CE QU'ELLE DIT  EST UNE PROPHÉTIE 
35-  SURTOUT CE REGARD QUI DIT : JE TE VOIS                x2</a:t>
            </a:r>
          </a:p>
          <a:p>
            <a:r>
              <a:rPr lang="fr-FR" smtClean="0"/>
              <a:t> 
36-  UNE MAMAN COMME ÇA UNE MAMAN EXTRA 
37-  UNE FEMME DE FOI UN CADEAU POUR MOI 
38-  ET TOUT CE QU’ELLE DIT EST UNE PROPHÉTIE 
39-  ALORS AUJOURD’HUI  ON LUI DIT MERCI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30054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F2DD-B7A7-440B-B227-D0EEB499FC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D371E-FD51-4BA2-ABEC-D5A0D70E26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583F5-8A81-42A5-A74E-AB0CC2F3C0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2A178-A66D-4818-9161-5EFC6568FC5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1F837-9870-40A8-9F0B-B42FF6D770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11AA3-3601-4305-B44D-4A4A80A472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ECEE5-ED27-49ED-B2A3-6D0AECA804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2ED32-2E85-4CF2-BB36-299D39514E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AD032-371A-4153-81F8-68277C7969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F0669-A617-4B2A-8633-3E9A0D3719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29207-0E0F-46D6-AB7B-D7347FBCF2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EE9054C-8B28-408E-93BE-4B5D03B459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ALLONS-Y LET’S GO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AH SHOUBIDOU BAP PA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ZIGIDI TACHOUBA PIDA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355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ATTRAPE LE BALAI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44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AH SHOUBIDOU BAP PA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ZIGIDI TACHOUBA PIDA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048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PRESSONS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MÉLANGEONS LES COULEURS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187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COMME ÇA QU’ELLE FAISAIT 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OOOOHHHH YEEEEAAAAAAHHHHH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137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PASSE L’ASPIRATEUR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39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AH SHOUBIDOU BAP PA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ZIGIDI TACHOUBA PIDA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184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QU’EST-CE QUE TU FAIS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681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92013" y="635000"/>
            <a:ext cx="7159972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PAS DU TOUT COMME ÇA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QU'ELLE FAIT LE LINGE MAMAN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509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ÇA SUFFIT LES 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21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VA JAMAIS Y ARRIVER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SECOURS MAMAN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885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59977" y="635000"/>
            <a:ext cx="8224046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EST BELLE ET SI DOUCE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SURTOUT QUAND ELLE LÈVE LA VOIX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222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TENDREMENT, ELLE NOUS REPREND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CONNAÎT TOUS LA CHANSON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037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RANGE TA CHAMBRE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FAIRE TES DEVOIRS, REST'ICI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017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DIS-MOI OÙ EST PASSÉ TON FRÈRE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L’HEURE DE MANGER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123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461724" y="635000"/>
            <a:ext cx="6220549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T’LAVER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D’TÉLÉPHONE À TABLE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088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FAIT FROID DEHORS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UNE ÉCHARPE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783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AHHHHHHH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MAMAN 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249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EST COMME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378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Y’A RIEN QUI VA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N’EST PAS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850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QU'ELLE DIT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UNE PROPHÉTIE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3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SURTOUT CE REGARD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DIT : JE TE VOIS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559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RENTRE DANS UNE PIÈCE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AUTOUR D’ELLE S'ILLUMINE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466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GÉNÉREUSE ET SI AIMANTE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278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REND NOS VIES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TELLEMENT BELLES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087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MAISON, LE BUREAU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VOITURE ET MÊME MES OREILLES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310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MAÎTRISE TOUT ÇA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MAIN DE MAÎTRE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442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SAIT TOUT, ELLE VOIT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COMPREND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107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J’LA VOIS MÊME PARTOUT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723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837758" y="635000"/>
            <a:ext cx="5468484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J’CROIS QUE MAMAN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DES SUPERPOUVOIRS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46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MAMAN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EST COMME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171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Y’A RIEN QUI VA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N’EST PAS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503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QU'ELLE DIT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UNE PROPHÉTIE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140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SURTOUT CE REGARD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DIT : JE TE VOIS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430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MAMAN COMME ÇA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MAMAN EXTRA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19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FEMME DE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CADEAU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7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QU’ELLE DIT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UNE PROPHÉTIE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08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LUI DIT MERCI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288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597</Words>
  <Application>Microsoft Office PowerPoint</Application>
  <PresentationFormat>Affichage à l'écran (4:3)</PresentationFormat>
  <Paragraphs>616</Paragraphs>
  <Slides>39</Slides>
  <Notes>39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129</cp:revision>
  <dcterms:created xsi:type="dcterms:W3CDTF">2002-08-17T10:50:50Z</dcterms:created>
  <dcterms:modified xsi:type="dcterms:W3CDTF">2023-06-04T07:24:41Z</dcterms:modified>
</cp:coreProperties>
</file>