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1"/>
  </p:notesMasterIdLst>
  <p:sldIdLst>
    <p:sldId id="258" r:id="rId2"/>
    <p:sldId id="319" r:id="rId3"/>
    <p:sldId id="318" r:id="rId4"/>
    <p:sldId id="317" r:id="rId5"/>
    <p:sldId id="320" r:id="rId6"/>
    <p:sldId id="316" r:id="rId7"/>
    <p:sldId id="315" r:id="rId8"/>
    <p:sldId id="314" r:id="rId9"/>
    <p:sldId id="321" r:id="rId10"/>
    <p:sldId id="313" r:id="rId11"/>
    <p:sldId id="312" r:id="rId12"/>
    <p:sldId id="311" r:id="rId13"/>
    <p:sldId id="310" r:id="rId14"/>
    <p:sldId id="309" r:id="rId15"/>
    <p:sldId id="308" r:id="rId16"/>
    <p:sldId id="307" r:id="rId17"/>
    <p:sldId id="306" r:id="rId18"/>
    <p:sldId id="305" r:id="rId19"/>
    <p:sldId id="322" r:id="rId20"/>
    <p:sldId id="304" r:id="rId21"/>
    <p:sldId id="323" r:id="rId22"/>
    <p:sldId id="303" r:id="rId23"/>
    <p:sldId id="302" r:id="rId24"/>
    <p:sldId id="301" r:id="rId25"/>
    <p:sldId id="300" r:id="rId26"/>
    <p:sldId id="324" r:id="rId27"/>
    <p:sldId id="299" r:id="rId28"/>
    <p:sldId id="298" r:id="rId29"/>
    <p:sldId id="297" r:id="rId30"/>
    <p:sldId id="296" r:id="rId31"/>
    <p:sldId id="325" r:id="rId32"/>
    <p:sldId id="295" r:id="rId33"/>
    <p:sldId id="294" r:id="rId34"/>
    <p:sldId id="293" r:id="rId35"/>
    <p:sldId id="326" r:id="rId36"/>
    <p:sldId id="292" r:id="rId37"/>
    <p:sldId id="291" r:id="rId38"/>
    <p:sldId id="327" r:id="rId39"/>
    <p:sldId id="290" r:id="rId4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4" autoAdjust="0"/>
    <p:restoredTop sz="36864" autoAdjust="0"/>
  </p:normalViewPr>
  <p:slideViewPr>
    <p:cSldViewPr>
      <p:cViewPr varScale="1">
        <p:scale>
          <a:sx n="44" d="100"/>
          <a:sy n="44" d="100"/>
        </p:scale>
        <p:origin x="315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04/06/2023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059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6179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2489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949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79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576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7971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0285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1639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597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3542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658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8811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281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1646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899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00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5863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2997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13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39857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8285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9053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03910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92338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4366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4875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2761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6058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1897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0011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4981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18831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11521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2240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3968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0301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Maman, tu es le sel de ma Vie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Félicitations à toutes les mères, les mamans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Fortes, solides et aimantes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beauté d'âme, d'esprit et de cœur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simplement tu es exceptionnelle !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vie que tu protèges et que tu chéris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de places il y a dans le cœur d’une mère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sel, elle assaisonne la maison.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en fait un meilleur endroit.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transforme une maison en un foyer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crise en une opportunité.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nettoie le désordre, elle amène la paix.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bonne mère est comme le sel.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fois que vous la saupoudrez sur quelque chose, c'est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comme le sel, tout a meilleur goût quand elle est quelque part.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sel,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empêches les choses de se gâter et de se gâcher.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Maman 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Saupoudre, saupoudre et 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saveur, Maman.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notre conservateur.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toi, Maman, ne te retourne pas,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Avance...Avance 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vie, Maman, a de la valeur à nos yeux.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t’aime, Maman, bonne fête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Maman, tu es le sel de ma Vie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Félicitations à toutes les mères, les mamans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Fortes, solides et aimantes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Sache que tu es appréciée pour ton calme dans la tempête, ta volonté de ne jamais abandonner,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Ta beauté d'âme, d'esprit et de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Tout simplement tu es exceptionnelle !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Dieu t'a tellement favorisée qu'Il s'est associé à toi pour donner la vie à ce monde,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La vie que tu protèges et que tu chéris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Que de places il y a dans le cœur d’une mère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sel, elle assaisonne la maison.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en fait un meilleur endroit.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transforme une maison en un foyer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crise en une opportunité.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nettoie le désordre, elle amène la paix.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Une bonne mère est comme le sel.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Chaque fois que vous la saupoudrez sur quelque chose, c'est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Elle est comme le sel, tout a meilleur goût quand elle est quelque part.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sel,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empêches les choses de se gâter et de se gâcher.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Maman 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Si ce monde a perdu sa saveur, ta présence est comme le sel qui fait fondre la glace des cœurs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Saupoudre, saupoudre et 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saveur, Maman.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notre conservateur.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Tu es la seule chose qui ajoute de l'assaisonnement dans la vie de tes enfants, de ton foyer, de tes petits enfants, à ton travail.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Mais toi, Maman, ne te retourne pas,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Avance...Avance !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Nous voulons célébrer cette vie que tu as sacrifiée pour nous donner le meilleur.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Cette vie, Maman, a de la valeur à nos yeux.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Alors, soyons honnêtes, il y a beaucoup d'épices dans ce monde, mais on ne pourrait pas se passer de ce condiment Exceptionnel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Je t’aime, Maman, bonne fête 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506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MAMAN, TU ES LE SEL DE MA VIE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FÉLICITATIONS À TOUTES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LES MÈRES, LES MAMANS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433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FORTES, SOLIDES ET AIMANTES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0890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SACHE QUE TU ES APPRÉCIÉE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POUR TON CALME DANS LA TEMPÊTE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1545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VOLONTÉ DE NE JAMAIS ABANDONNER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7727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TA BEAUTÉ D'ÂME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D'ESPRIT ET DE CŒUR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59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TOUT SIMPLEMENT TU ES EXCEPTIONNELLE ! 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8382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DIEU T'A TELLEMENT FAVORISÉE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QU'IL S'EST ASSOCIÉ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516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DONNER LA VIE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2947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LA VIE QUE TU PROTÈGES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ET QUE TU CHÉRIS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4730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QUE DE PLACES IL Y A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DANS LE CŒUR D’UNE MÈRE !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3613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UNE BONNE MÈRE EST COMME LE SEL ELLE ASSAISONNE LA MAISON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377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ELLE EN FAIT UN MEILLEUR ENDROIT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448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ELLE TRANSFORME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UNE MAISON EN UN FOYER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2482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UNE CRISE EN UNE OPPORTUNITÉ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585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ELLE NETTOIE LE DÉSORDRE</a:t>
            </a:r>
            <a:r>
              <a:rPr kumimoji="0" lang="fr-FR" sz="4000" b="0" i="0" u="none" strike="noStrike" kern="1200" cap="none" spc="0" normalizeH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ELLE AMÈNE LA PAIX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017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UNE BONNE MÈRE EST COMME LE SEL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268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CHAQUE FOIS QUE VOUS LA SAUPOUDREZ SUR QUELQUE CHOSE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5673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MEILLEUR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3246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ELLE EST COMME LE SEL</a:t>
            </a:r>
            <a:r>
              <a:rPr kumimoji="0" lang="fr-FR" sz="4000" b="0" i="0" u="none" strike="noStrike" kern="1200" cap="none" spc="0" normalizeH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TOUT A MEILLEUR GOÛT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7791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ELLE EST QUELQUE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0505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ES NOTRE SEL, MAMAN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732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EMPÊCHES LES CHOSES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DE SE GÂTER ET DE SE GÂCHER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544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MAMAN TU ES NOTRE CONSERVATEUR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821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SI CE MONDE A PERDU SA SAVEUR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TA PRÉSENCE EST COMME LE SEL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2398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FAIT FONDRE LA GLACE DES CŒURS</a:t>
            </a:r>
          </a:p>
        </p:txBody>
      </p:sp>
    </p:spTree>
    <p:extLst>
      <p:ext uri="{BB962C8B-B14F-4D97-AF65-F5344CB8AC3E}">
        <p14:creationId xmlns:p14="http://schemas.microsoft.com/office/powerpoint/2010/main" val="3424277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SAUPOUDRE, SAUPOUDRE ET AVANCE !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0737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ES NOTRE SAVEUR, MAMAN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082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ES NOTRE CONSERVATEUR.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2671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ES LA SEULE CHOSE QUI AJOUTE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DE L'ASSAISONNEMENT DANS LA VIE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193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TES ENFANTS, DE TON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FOYER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PETITS ENFANTS, À TON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TRAVAIL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1728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MAIS TOI, MAMAN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NE TE RETOURNE PAS 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278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AVANCE...AVANCE !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9626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NOUS VOULONS CÉLÉBRER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CETTE VIE QUE TU AS SACRIFIÉE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1381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NOUS DONNER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MEILLEUR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430562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CETTE VIE, MAMAN, A DE LA VALEUR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À NOS YEUX.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0372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ALORS, SOYONS HONNÊTES, IL Y A BEAUCOUP D'ÉPICES DANS CE MONDE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9404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ON NE POURRAIT PAS SE PASSER DE CE CONDIMENT EXCEPTIONNEL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4853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JE T’AIME, MAMAN, BONNE FÊTE 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915481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26914</Words>
  <Application>Microsoft Office PowerPoint</Application>
  <PresentationFormat>Affichage à l'écran (4:3)</PresentationFormat>
  <Paragraphs>4814</Paragraphs>
  <Slides>39</Slides>
  <Notes>39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3" baseType="lpstr">
      <vt:lpstr>ＭＳ Ｐゴシック</vt:lpstr>
      <vt:lpstr>Calibri</vt:lpstr>
      <vt:lpstr>Franklin Gothic Medium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93</cp:revision>
  <dcterms:created xsi:type="dcterms:W3CDTF">2011-01-30T10:04:33Z</dcterms:created>
  <dcterms:modified xsi:type="dcterms:W3CDTF">2023-06-04T07:59:53Z</dcterms:modified>
</cp:coreProperties>
</file>