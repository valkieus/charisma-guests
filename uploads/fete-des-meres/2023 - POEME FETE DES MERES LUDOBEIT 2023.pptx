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9" r:id="rId2"/>
    <p:sldId id="299" r:id="rId3"/>
    <p:sldId id="298" r:id="rId4"/>
    <p:sldId id="297" r:id="rId5"/>
    <p:sldId id="296" r:id="rId6"/>
    <p:sldId id="295" r:id="rId7"/>
    <p:sldId id="294" r:id="rId8"/>
    <p:sldId id="293" r:id="rId9"/>
    <p:sldId id="292" r:id="rId10"/>
    <p:sldId id="291" r:id="rId11"/>
    <p:sldId id="290" r:id="rId12"/>
    <p:sldId id="289" r:id="rId13"/>
    <p:sldId id="288" r:id="rId14"/>
    <p:sldId id="287" r:id="rId15"/>
    <p:sldId id="286" r:id="rId16"/>
    <p:sldId id="285" r:id="rId17"/>
    <p:sldId id="284" r:id="rId18"/>
    <p:sldId id="283" r:id="rId19"/>
    <p:sldId id="282" r:id="rId20"/>
    <p:sldId id="281" r:id="rId21"/>
    <p:sldId id="280" r:id="rId22"/>
    <p:sldId id="279" r:id="rId23"/>
    <p:sldId id="278" r:id="rId24"/>
    <p:sldId id="277" r:id="rId25"/>
    <p:sldId id="276" r:id="rId26"/>
    <p:sldId id="275" r:id="rId27"/>
    <p:sldId id="274" r:id="rId28"/>
    <p:sldId id="273" r:id="rId29"/>
    <p:sldId id="272" r:id="rId30"/>
    <p:sldId id="271" r:id="rId31"/>
    <p:sldId id="270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4" autoAdjust="0"/>
    <p:restoredTop sz="36864" autoAdjust="0"/>
  </p:normalViewPr>
  <p:slideViewPr>
    <p:cSldViewPr>
      <p:cViewPr varScale="1">
        <p:scale>
          <a:sx n="29" d="100"/>
          <a:sy n="29" d="100"/>
        </p:scale>
        <p:origin x="17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04/06/2023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810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244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878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470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917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428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508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821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234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304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677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809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205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126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5238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93086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033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541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631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4061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9427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7892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0370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53341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07359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0425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7142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47847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351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8158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pour qui tu es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m'avoir toujours tout donné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tout fait pour que je puisse être un enfant comblé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amour sans égal m'a toujours gardé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toujours caché tes peines pour mieux me protéger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lorsque ça n’allait pas, tes mots doux m'ont toujours apaisé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Depuis toujours, toujours et pour toujours, reconnaissant, je serai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sais...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le plus bel exemple de ma vie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ça, personne ne pourra me faire changer d'avis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Car, lorsque mon monde intérieur était gris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t’es privée pour que je puisse avoir le meilleur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fait tant de sacrifices pour m’éviter le pire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n'as rien à prouver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sans aucun doute fait au-delà de ta part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plupart du temps, je prie non pour avoir, mais pour être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 et rester un fils à la hauteur de qui tu es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merci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Merci, car...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personne n’applaudit, toi, tu le fais quand même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les lumières s'éteignent, toi, tu allumes la tienne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 quoi qu’il arrive, de mon cœur, tu demeures la reine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 choses à dire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Beaucoup de mots à écrire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pour faire court, je t'aime !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minutes...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deux minutes où la forme devient silence</a:t>
            </a:r>
          </a:p>
          <a:p>
            <a:pPr rtl="0"/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 minutes où le fond prend tout son sens</a:t>
            </a:r>
          </a:p>
          <a:p>
            <a:pPr rtl="0"/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pour 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 de m'avoir toujours tout donné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tout fait pour que je puisse être un enfant comblé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Ton amour sans égal m'a toujours gardé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toujours caché tes peines pour mieux me protéger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lorsque ça n’allait pas, tes mots doux m'ont toujours apaisé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Depuis toujours, toujours et pour toujours, reconnaissant, je serai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sais...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le plus bel exemple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Et ça, personne ne pourra me faire changer d'avis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Car, lorsque mon monde intérieur était gris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n'as pas hésité à déposer en moi les plus belles couleurs de la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t’es privée pour que je puisse avoir le meilleur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fait tant de sacrifices pour m’éviter le pire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n'as rien à prouver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as sans aucun doute fait au-delà de ta part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plupart du temps, je prie non pour avoir, mais pour être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Être et rester un fils à la hauteur de qui tu 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merci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Merci, car...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personne n’applaudit, toi, tu le fais quand même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Quand les lumières s'éteignent, toi, tu allumes la tienne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 quoi qu’il arrive, de mon cœur, tu demeures la reine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 choses à dire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Beaucoup de mots à écrire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pour faire court, je t'aime 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minutes...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Juste deux minutes où la forme devient silence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Deux minutes où le fond prend tout son sens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612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DEUX MINUTES...JUSTE DEUX MINUTES OÙ LA FORME DEVIENT SILENCE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07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DEUX MINUTES OÙ LE FOND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PREND TOUT SON SENS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63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MAMAN, MERCI POUR QUI TU ES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35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MERCI DE M'AVOIR TOUJOURS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TOUT DONNÉ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231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AS TOUJOURS TOUT FAIT POUR QUE JE PUISSE ÊTRE UN ENFANT COMBLÉ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84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TON AMOUR SANS ÉGAL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 M'A TOUJOURS GARDÉ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69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AS TOUJOURS CACHÉ TES PEINES POUR MIEUX ME PROTÉGER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30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ET LORSQUE ÇA N’ALLAIT PAS, TES MOTS DOUX M'ONT TOUJOURS APAISÉ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101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DEPUIS TOUJOURS, TOUJOURS ET POUR TOUJOURS, RECONNAISSANT, JE SERAI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19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SAIS...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01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ES LE PLUS BEL EXEMPLE DE MA VIE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8365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ET ÇA, PERSONNE NE POURRA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ME FAIRE CHANGER D'AVIS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2291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CAR, LORSQUE MON MONDE INTÉRIEUR ÉTAIT GRIS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49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N'AS PAS HÉSITÉ À DÉPOSER EN MOI LES PLUS BELLES COULEURS DE LA VIE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740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T’ES PRIVÉE POUR QUE JE PUISSE AVOIR LE MEILLEUR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445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AS FAIT TANT DE SACRIFICES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POUR M’ÉVITER LE PIRE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647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MAMAN, TU N'AS RIEN À PROUVER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56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AS SANS AUCUN DOUTE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FAIT AU-DELÀ DE TA PART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014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LA PLUPART DU TEMPS, JE PRIE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NON POUR AVOIR, MAIS POUR ÊTRE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88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ÊTRE ET RESTER UN FILS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À LA HAUTEUR DE QUI TU ES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024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MAMAN, MERCI !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336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MERCI, CAR...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215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QUAND PERSONNE N’APPLAUDIT</a:t>
            </a:r>
            <a:r>
              <a:rPr kumimoji="0" lang="fr-FR" sz="4000" b="0" i="0" u="none" strike="noStrike" kern="1200" cap="none" spc="0" normalizeH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TOI, TU LE FAIS QUAND MÊME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638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QUAND LES LUMIÈRES S'ÉTEIGNENT</a:t>
            </a:r>
            <a:r>
              <a:rPr kumimoji="0" lang="fr-FR" sz="4000" b="0" i="0" u="none" strike="noStrike" kern="1200" cap="none" spc="0" normalizeH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TOI, TU ALLUMES LA TIENNE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3558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ALORS, QUOI QU’IL ARRIVE, DE MON CŒUR, TU DEMEURES LA REINE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158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BEAUCOUP DE CHOSES À DIRE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8426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BEAUCOUP DE MOTS À ÉCRIRE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026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MAIS POUR FAIRE COURT, JE T'AIME !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971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DEUX MINUTES...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55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JUSTE DEUX MINUTES OÙ LA FORME DEVIENT SILENCE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52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DEUX MINUTES OÙ LE FOND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PREND TOUT SON SENS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894084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1664</Words>
  <Application>Microsoft Office PowerPoint</Application>
  <PresentationFormat>Affichage à l'écran (4:3)</PresentationFormat>
  <Paragraphs>2398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ＭＳ Ｐゴシック</vt:lpstr>
      <vt:lpstr>Calibri</vt:lpstr>
      <vt:lpstr>Franklin Gothic Medium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92</cp:revision>
  <dcterms:created xsi:type="dcterms:W3CDTF">2011-01-30T10:04:33Z</dcterms:created>
  <dcterms:modified xsi:type="dcterms:W3CDTF">2023-06-04T08:31:39Z</dcterms:modified>
</cp:coreProperties>
</file>