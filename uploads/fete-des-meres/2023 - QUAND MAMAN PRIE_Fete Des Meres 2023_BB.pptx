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13" autoAdjust="0"/>
    <p:restoredTop sz="45700" autoAdjust="0"/>
  </p:normalViewPr>
  <p:slideViewPr>
    <p:cSldViewPr>
      <p:cViewPr varScale="1">
        <p:scale>
          <a:sx n="42" d="100"/>
          <a:sy n="42" d="100"/>
        </p:scale>
        <p:origin x="100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59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90D466-1F6E-478E-918B-C2C816A2D202}" type="datetimeFigureOut">
              <a:rPr lang="fr-FR"/>
              <a:pPr>
                <a:defRPr/>
              </a:pPr>
              <a:t>04/06/2023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E3E2A09-ACDA-4A66-8549-B249124D3CA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428832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26622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19568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486670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17153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147341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52613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30866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59126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17546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55570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26127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255889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439722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405702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651957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83384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835059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151277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248324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087520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329947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	REFRAIN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     1-  J’AIMAIS M’ASSEOIR SUR SES GENOUX  ET J’AIMAIS L’ÉCOUTER 
     2-  MAMAN M’A APPRIS  CES CHOSES QUE L’ON N’OUBLIE JAMAIS 
     3-  ELLE M’A PARLÉ DE JÉSUS SON SACRIFICE POUR MOI 
     4-  ET ENSEIGNÉ DES VERSETS QUI RÉSONNENT ENCORE EN MOI 
     5-  QUAND JE SORTAIS POUR M’AMUSER COMME FONT TOUS LES ENFANTS 
     6-  SUR SES GENOUX ELLE PRIAIT À DIEU PASSIONNÉMENT</a:t>
            </a:r>
          </a:p>
          <a:p>
            <a:endParaRPr lang="fr-FR" smtClean="0"/>
          </a:p>
          <a:p>
            <a:r>
              <a:rPr lang="fr-FR" smtClean="0"/>
              <a:t>     	 REFRAIN
      	7-  QUAND ELLE VIENT DEVANT LE TRÔNE 
     	 8-  TOUS LES ANGES AUX CIEUX ACCOURENT QUAND MAMAN PRIE 
     	 9-  CHAQUE JOUR ELLE PRIE 
    	 10-  QUAND ELLE LÈVE SA VOIX AU PÈRE  
    	 11-  "ELLE DEMANDE TOUJOURS SA GRÂCE  POUR MA VIE"  
     	12-  ET J’EN SUIS TELLEMENT BÉNI 
    	13-  "JE NE SERAIS PAS DEBOUT"  
     	14-  SANS LES GUERRES QUE MAMAN A GAGNÉES À GENOUX</a:t>
            </a:r>
          </a:p>
          <a:p>
            <a:endParaRPr lang="fr-FR" smtClean="0"/>
          </a:p>
          <a:p>
            <a:r>
              <a:rPr lang="fr-FR" smtClean="0"/>
              <a:t>COUPLET 2 
     15-  SA BIBLE EST TOUJOURS TOUT PRÈS À SES CÔTÉS 
     16-  BEAUCOUP DE PAGES EN SONT USÉES LES PASSAGES SURLIGNÉS 
     17-  ELLE SE TIENT SUR TOUTES CES PROMESSES 
     18-  QUAND ELLE VIENT S’AGENOUILLER 
     19-  "QUAND TOUT S’EFFONDRE AUTOUR DE MOI"  
     20-  ELLE ME SOUTIENT DANS MA FOI 
     21-  JE L’AI SOUVENT VUE PLEURER PLAIDANT POUR SES BIEN-AIMÉS 
     22-  "ET JUSQU’À CE QU’ILS SOIENT SAUVÉS ELLE CONTINUE DE PRIER« </a:t>
            </a:r>
          </a:p>
          <a:p>
            <a:endParaRPr lang="fr-FR" smtClean="0"/>
          </a:p>
          <a:p>
            <a:r>
              <a:rPr lang="fr-FR" smtClean="0"/>
              <a:t>    	 REFRAIN</a:t>
            </a:r>
          </a:p>
          <a:p>
            <a:endParaRPr lang="fr-FR" smtClean="0"/>
          </a:p>
          <a:p>
            <a:r>
              <a:rPr lang="fr-FR" smtClean="0"/>
              <a:t>PONT 
    23-  C’EST UNE FEMME DE FOI ELLE M’A MONTRÉ LA VOIE 
    24-  "SEIGNEUR AIDE-MOI À SUIVRE DIGNEMENT SES PAS« </a:t>
            </a:r>
          </a:p>
          <a:p>
            <a:endParaRPr lang="fr-FR" smtClean="0"/>
          </a:p>
          <a:p>
            <a:r>
              <a:rPr lang="fr-FR" smtClean="0"/>
              <a:t>    	REFRAIN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30480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9F2DD-B7A7-440B-B227-D0EEB499FC1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D371E-FD51-4BA2-ABEC-D5A0D70E263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583F5-8A81-42A5-A74E-AB0CC2F3C0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2A178-A66D-4818-9161-5EFC6568FC5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1F837-9870-40A8-9F0B-B42FF6D770D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11AA3-3601-4305-B44D-4A4A80A472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ECEE5-ED27-49ED-B2A3-6D0AECA804C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62ED32-2E85-4CF2-BB36-299D39514E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AD032-371A-4153-81F8-68277C79695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F0669-A617-4B2A-8633-3E9A0D3719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29207-0E0F-46D6-AB7B-D7347FBCF28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EE9054C-8B28-408E-93BE-4B5D03B4594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J’AIMAIS M’ASSEOIR SUR SES GENOUX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J’AIMAIS L’ÉCOUTER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MAMAN M’A APPRIS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CHOSES QUE L’ON N’OUBLIE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927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M’A PARLÉ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SACRIFICE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752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ENSEIGNÉ DES VERSETS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RÉSONNENT ENCORE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8910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SORTAIS POUR M’AMUSER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FONT TOUS LES ENFANTS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137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SES GENOUX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PRIAIT À DIEU PASSIONNÉMENT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65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ELLE VIENT DEVANT LE TRÔNE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9854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ANGES AUX CIEUX ACCOURENT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MAMAN PRIE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7417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 ELLE PRIE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904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ELLE LÈVE SA VOIX AU PÈRE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536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54760" y="635000"/>
            <a:ext cx="8634479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DEMANDE TOUJOURS SA GRÂCE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MA VIE </a:t>
            </a:r>
          </a:p>
        </p:txBody>
      </p:sp>
    </p:spTree>
    <p:extLst>
      <p:ext uri="{BB962C8B-B14F-4D97-AF65-F5344CB8AC3E}">
        <p14:creationId xmlns:p14="http://schemas.microsoft.com/office/powerpoint/2010/main" val="397362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J’EN SUIS TELLEMENT BÉNI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494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357882" y="634999"/>
            <a:ext cx="6428234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SERAIS PAS DEBOUT </a:t>
            </a:r>
          </a:p>
        </p:txBody>
      </p:sp>
    </p:spTree>
    <p:extLst>
      <p:ext uri="{BB962C8B-B14F-4D97-AF65-F5344CB8AC3E}">
        <p14:creationId xmlns:p14="http://schemas.microsoft.com/office/powerpoint/2010/main" val="11017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SANS LES GUERRES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MAMAN A GAGNÉES À GENOUX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210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SA BIBLE EST TOUJOURS TOUT PRÈS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SES CÔTÉS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0222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BEAUCOUP DE PAGES EN SONT USÉES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PASSAGES SURLIGNÉS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297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SE TIENT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TOUTES CES PROMESSES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81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-1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ELLE VIENT S’AGENOUILLER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127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16579" y="635000"/>
            <a:ext cx="611084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TOUT S’EFFONDRE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AUTOUR DE MOI</a:t>
            </a:r>
          </a:p>
        </p:txBody>
      </p:sp>
    </p:spTree>
    <p:extLst>
      <p:ext uri="{BB962C8B-B14F-4D97-AF65-F5344CB8AC3E}">
        <p14:creationId xmlns:p14="http://schemas.microsoft.com/office/powerpoint/2010/main" val="401771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ME SOUTIENT DANS MA FOI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9767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L’AI SOUVENT VUE PLEURER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PLAIDANT POUR SES BIEN-AIMÉS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797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81369" y="635000"/>
            <a:ext cx="858126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JUSQU’À CE QU’ILS SOIENT SAUVÉS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CONTINUE DE PRIER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394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UNE FEMME DE FOI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M’A MONTRÉ LA VOIE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099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948314" y="635000"/>
            <a:ext cx="7247369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wrap="non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SEIGNEUR, AIDE-MOI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SUIVRE DIGNEMENT SES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220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</TotalTime>
  <Words>742</Words>
  <Application>Microsoft Office PowerPoint</Application>
  <PresentationFormat>Affichage à l'écran (4:3)</PresentationFormat>
  <Paragraphs>617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129</cp:revision>
  <dcterms:created xsi:type="dcterms:W3CDTF">2002-08-17T10:50:50Z</dcterms:created>
  <dcterms:modified xsi:type="dcterms:W3CDTF">2023-06-04T08:11:40Z</dcterms:modified>
</cp:coreProperties>
</file>