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70" r:id="rId2"/>
    <p:sldId id="289" r:id="rId3"/>
    <p:sldId id="290" r:id="rId4"/>
    <p:sldId id="291" r:id="rId5"/>
    <p:sldId id="288" r:id="rId6"/>
    <p:sldId id="287" r:id="rId7"/>
    <p:sldId id="292" r:id="rId8"/>
    <p:sldId id="286" r:id="rId9"/>
    <p:sldId id="293" r:id="rId10"/>
    <p:sldId id="294" r:id="rId11"/>
    <p:sldId id="285" r:id="rId12"/>
    <p:sldId id="284" r:id="rId13"/>
    <p:sldId id="295" r:id="rId14"/>
    <p:sldId id="283" r:id="rId15"/>
    <p:sldId id="282" r:id="rId16"/>
    <p:sldId id="281" r:id="rId17"/>
    <p:sldId id="296" r:id="rId18"/>
    <p:sldId id="280" r:id="rId19"/>
    <p:sldId id="279" r:id="rId20"/>
    <p:sldId id="278" r:id="rId21"/>
    <p:sldId id="297" r:id="rId22"/>
    <p:sldId id="277" r:id="rId23"/>
    <p:sldId id="298" r:id="rId24"/>
    <p:sldId id="276" r:id="rId25"/>
    <p:sldId id="275" r:id="rId26"/>
    <p:sldId id="274" r:id="rId27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51111" autoAdjust="0"/>
  </p:normalViewPr>
  <p:slideViewPr>
    <p:cSldViewPr>
      <p:cViewPr>
        <p:scale>
          <a:sx n="44" d="100"/>
          <a:sy n="44" d="100"/>
        </p:scale>
        <p:origin x="-474" y="-2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C74E1FA-8D0E-4990-9D8B-0F2D4440B572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C033D81-E078-47B3-B66F-2C6297684126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J'AI UN NOUVEL IMPRÉSARIO  (3X) C’EST MON AMI LE TRÈS-HAUT  X2  
2-  J'AI CHERCHÉ LA SINCÉRITÉ ET JE N'AI PU LA TROUVER 
</a:t>
            </a:r>
          </a:p>
          <a:p>
            <a:pPr>
              <a:defRPr/>
            </a:pPr>
            <a:r>
              <a:rPr lang="fr-FR" dirty="0" smtClean="0"/>
              <a:t>	3-  J'AI CHERCHÉ SUR TOUTE LA TERRE  
	4-  ET JE N’AI TROUVÉ QUE MENSONGES TRAHISON ET FAUSSETÉ 
	5-  J'AI CHERCHÉ AU FOND DE LA MER MONTÉ DANS UNE NAVETTE SPATIALE  
	6-  EXPLORÉ L'ESPACE SIDÉRAL  ET J'AI SEULEMENT ÉCOUTÉ 
	7-  LE CHANT DES HYPOCRITES 
</a:t>
            </a:r>
          </a:p>
          <a:p>
            <a:pPr>
              <a:defRPr/>
            </a:pPr>
            <a:r>
              <a:rPr lang="fr-FR" dirty="0" smtClean="0"/>
              <a:t>8-  J'AI CHERCHÉ PARMI TOUS LES HUMAINS 
9-  SANS TROUVER UN FRÈRE QUI DISE LA VÉRITÉ 
10-  J'AI OUBLIÉ CE FRÈRE QUI EST MON AMI  
11-  QUI A TOUJOURS ÉTÉ AVEC MOI  ET QUI EST UN VÉRITABLE AMI  
</a:t>
            </a:r>
          </a:p>
          <a:p>
            <a:pPr>
              <a:defRPr/>
            </a:pPr>
            <a:r>
              <a:rPr lang="fr-FR" dirty="0" smtClean="0"/>
              <a:t>	12-  MON AMI QUI EST UN MILLIONNAIRE  PUISSANT, MON IMPRÉSARIO 
	13-  MON NOUVEL IMPRÉSARIO, DIEU 
	14-  PROPRIÉTAIRE DE TOUTES LES ÉTOILES  ET DES CHOSES LES PLUS BELLES  
	15-  MON NOUVEL IMPRÉSARIO, DIEU    
</a:t>
            </a:r>
          </a:p>
          <a:p>
            <a:pPr>
              <a:defRPr/>
            </a:pPr>
            <a:r>
              <a:rPr lang="fr-FR" dirty="0" smtClean="0"/>
              <a:t>16-  MAÎTRE DU CIEL, DES PLANÈTES DE LA LUNE 
17-  ET DE TOUT CE QU’IL Y A DE BON DANS LE MONDE, C’EST À MOI 
18-  MAÎTRE DE MES TRIOMPHES ET ÉCHECS LA SPLENDEUR DE MON COUCHER  
</a:t>
            </a:r>
          </a:p>
          <a:p>
            <a:pPr>
              <a:defRPr/>
            </a:pPr>
            <a:r>
              <a:rPr lang="fr-FR" dirty="0" smtClean="0"/>
              <a:t>	19-  MON NOUVEL IMPRÉSARIO, DIEU    
	20-  MON NOUVEL IMPRÉSARIO, DIEU 
	21-  MON NOUVEL IMPRÉSARIO DIEU JÉSUS-CHRIST 
	22-  J'AI UN NOUVEL IMPRÉSARIO RICHE MULTIMILLIONNAIRE 
	23-  MON NOUVEL IMPRÉSARIO, DIEU 
</a:t>
            </a:r>
          </a:p>
          <a:p>
            <a:pPr>
              <a:defRPr/>
            </a:pPr>
            <a:r>
              <a:rPr lang="fr-FR" dirty="0" smtClean="0"/>
              <a:t>24-  J'AI UN NOUVEL IMPRÉSARIO  (3X) C’EST MON AMI LE TRÈS-HAUT   X2 
</a:t>
            </a:r>
          </a:p>
          <a:p>
            <a:pPr>
              <a:defRPr/>
            </a:pPr>
            <a:r>
              <a:rPr lang="fr-FR" dirty="0" smtClean="0"/>
              <a:t>25-  J'AI UN NOUVEL IMPRÉSARIO RICHE, MULTIMILLIONNAIRE    X4 
</a:t>
            </a:r>
          </a:p>
          <a:p>
            <a:pPr>
              <a:defRPr/>
            </a:pPr>
            <a:r>
              <a:rPr lang="fr-FR" dirty="0" smtClean="0"/>
              <a:t>26-  JE VEUX QUE TOUT LE PEUPLE DE DIEU SE PRÉPARE : UN, DEUX ET TROIS</a:t>
            </a:r>
            <a:endParaRPr lang="fr-FR" dirty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J'AI UN NOUVEL IMPRÉSARIO  (3X) C’EST MON AMI LE TRÈS-HAUT  X2  
2-  J'AI CHERCHÉ LA SINCÉRITÉ ET JE N'AI PU LA TROUVER 
</a:t>
            </a:r>
          </a:p>
          <a:p>
            <a:r>
              <a:rPr lang="fr-FR" smtClean="0"/>
              <a:t>	3-  J'AI CHERCHÉ SUR TOUTE LA TERRE  
	4-  ET JE N’AI TROUVÉ QUE MENSONGES TRAHISON ET FAUSSETÉ 
	5-  J'AI CHERCHÉ AU FOND DE LA MER MONTÉ DANS UNE NAVETTE SPATIALE  
	6-  EXPLORÉ L'ESPACE SIDÉRAL  ET J'AI SEULEMENT ÉCOUTÉ 
	7-  LE CHANT DES HYPOCRITES 
</a:t>
            </a:r>
          </a:p>
          <a:p>
            <a:r>
              <a:rPr lang="fr-FR" smtClean="0"/>
              <a:t>8-  J'AI CHERCHÉ PARMI TOUS LES HUMAINS 
9-  SANS TROUVER UN FRÈRE QUI DISE LA VÉRITÉ 
10-  J'AI OUBLIÉ CE FRÈRE QUI EST MON AMI  
11-  QUI A TOUJOURS ÉTÉ AVEC MOI  ET QUI EST UN VÉRITABLE AMI  
</a:t>
            </a:r>
          </a:p>
          <a:p>
            <a:r>
              <a:rPr lang="fr-FR" smtClean="0"/>
              <a:t>	12-  MON AMI QUI EST UN MILLIONNAIRE  PUISSANT, MON IMPRÉSARIO 
	13-  MON NOUVEL IMPRÉSARIO, DIEU 
	14-  PROPRIÉTAIRE DE TOUTES LES ÉTOILES  ET DES CHOSES LES PLUS BELLES  
	15-  MON NOUVEL IMPRÉSARIO, DIEU    
</a:t>
            </a:r>
          </a:p>
          <a:p>
            <a:r>
              <a:rPr lang="fr-FR" smtClean="0"/>
              <a:t>16-  MAÎTRE DU CIEL, DES PLANÈTES DE LA LUNE 
17-  ET DE TOUT CE QU’IL Y A DE BON DANS LE MONDE, C’EST À MOI 
18-  MAÎTRE DE MES TRIOMPHES ET ÉCHECS LA SPLENDEUR DE MON COUCHER  
</a:t>
            </a:r>
          </a:p>
          <a:p>
            <a:r>
              <a:rPr lang="fr-FR" smtClean="0"/>
              <a:t>	19-  MON NOUVEL IMPRÉSARIO, DIEU    
	20-  MON NOUVEL IMPRÉSARIO, DIEU 
	21-  MON NOUVEL IMPRÉSARIO DIEU JÉSUS-CHRIST 
	22-  J'AI UN NOUVEL IMPRÉSARIO RICHE MULTIMILLIONNAIRE 
	23-  MON NOUVEL IMPRÉSARIO, DIEU 
</a:t>
            </a:r>
          </a:p>
          <a:p>
            <a:r>
              <a:rPr lang="fr-FR" smtClean="0"/>
              <a:t>24-  J'AI UN NOUVEL IMPRÉSARIO  (3X) C’EST MON AMI LE TRÈS-HAUT   X2 
</a:t>
            </a:r>
          </a:p>
          <a:p>
            <a:r>
              <a:rPr lang="fr-FR" smtClean="0"/>
              <a:t>25-  J'AI UN NOUVEL IMPRÉSARIO RICHE, MULTIMILLIONNAIRE    X4 
</a:t>
            </a:r>
          </a:p>
          <a:p>
            <a:r>
              <a:rPr lang="fr-FR" smtClean="0"/>
              <a:t>26-  JE VEUX QUE TOUT LE PEUPLE DE DIEU SE PRÉPARE : UN, DEUX ET TROIS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J'AI UN NOUVEL IMPRÉSARIO  (3X) C’EST MON AMI LE TRÈS-HAUT  X2  
2-  J'AI CHERCHÉ LA SINCÉRITÉ ET JE N'AI PU LA TROUVER 
</a:t>
            </a:r>
          </a:p>
          <a:p>
            <a:pPr>
              <a:defRPr/>
            </a:pPr>
            <a:r>
              <a:rPr lang="fr-FR" smtClean="0"/>
              <a:t>	3-  J'AI CHERCHÉ SUR TOUTE LA TERRE  
	4-  ET JE N’AI TROUVÉ QUE MENSONGES TRAHISON ET FAUSSETÉ 
	5-  J'AI CHERCHÉ AU FOND DE LA MER MONTÉ DANS UNE NAVETTE SPATIALE  
	6-  EXPLORÉ L'ESPACE SIDÉRAL  ET J'AI SEULEMENT ÉCOUTÉ 
	7-  LE CHANT DES HYPOCRITES 
</a:t>
            </a:r>
          </a:p>
          <a:p>
            <a:pPr>
              <a:defRPr/>
            </a:pPr>
            <a:r>
              <a:rPr lang="fr-FR" smtClean="0"/>
              <a:t>8-  J'AI CHERCHÉ PARMI TOUS LES HUMAINS 
9-  SANS TROUVER UN FRÈRE QUI DISE LA VÉRITÉ 
10-  J'AI OUBLIÉ CE FRÈRE QUI EST MON AMI  
11-  QUI A TOUJOURS ÉTÉ AVEC MOI  ET QUI EST UN VÉRITABLE AMI  
</a:t>
            </a:r>
          </a:p>
          <a:p>
            <a:pPr>
              <a:defRPr/>
            </a:pPr>
            <a:r>
              <a:rPr lang="fr-FR" smtClean="0"/>
              <a:t>	12-  MON AMI QUI EST UN MILLIONNAIRE  PUISSANT, MON IMPRÉSARIO 
	13-  MON NOUVEL IMPRÉSARIO, DIEU 
	14-  PROPRIÉTAIRE DE TOUTES LES ÉTOILES  ET DES CHOSES LES PLUS BELLES  
	15-  MON NOUVEL IMPRÉSARIO, DIEU    
</a:t>
            </a:r>
          </a:p>
          <a:p>
            <a:pPr>
              <a:defRPr/>
            </a:pPr>
            <a:r>
              <a:rPr lang="fr-FR" smtClean="0"/>
              <a:t>16-  MAÎTRE DU CIEL, DES PLANÈTES DE LA LUNE 
17-  ET DE TOUT CE QU’IL Y A DE BON DANS LE MONDE, C’EST À MOI 
18-  MAÎTRE DE MES TRIOMPHES ET ÉCHECS LA SPLENDEUR DE MON COUCHER  
</a:t>
            </a:r>
          </a:p>
          <a:p>
            <a:pPr>
              <a:defRPr/>
            </a:pPr>
            <a:r>
              <a:rPr lang="fr-FR" smtClean="0"/>
              <a:t>	19-  MON NOUVEL IMPRÉSARIO, DIEU    
	20-  MON NOUVEL IMPRÉSARIO, DIEU 
	21-  MON NOUVEL IMPRÉSARIO DIEU JÉSUS-CHRIST 
	22-  J'AI UN NOUVEL IMPRÉSARIO RICHE MULTIMILLIONNAIRE 
	23-  MON NOUVEL IMPRÉSARIO, DIEU 
</a:t>
            </a:r>
          </a:p>
          <a:p>
            <a:pPr>
              <a:defRPr/>
            </a:pPr>
            <a:r>
              <a:rPr lang="fr-FR" smtClean="0"/>
              <a:t>24-  J'AI UN NOUVEL IMPRÉSARIO  (3X) C’EST MON AMI LE TRÈS-HAUT   X2 
</a:t>
            </a:r>
          </a:p>
          <a:p>
            <a:pPr>
              <a:defRPr/>
            </a:pPr>
            <a:r>
              <a:rPr lang="fr-FR" smtClean="0"/>
              <a:t>25-  J'AI UN NOUVEL IMPRÉSARIO RICHE, MULTIMILLIONNAIRE    X4 
</a:t>
            </a:r>
          </a:p>
          <a:p>
            <a:pPr>
              <a:defRPr/>
            </a:pPr>
            <a:r>
              <a:rPr lang="fr-FR" smtClean="0"/>
              <a:t>26-  JE VEUX QUE TOUT LE PEUPLE DE DIEU SE PRÉPARE : UN, DEUX ET TROIS</a:t>
            </a:r>
            <a:endParaRPr lang="fr-FR" dirty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J'AI UN NOUVEL IMPRÉSARIO  (3X) C’EST MON AMI LE TRÈS-HAUT  X2  
2-  J'AI CHERCHÉ LA SINCÉRITÉ ET JE N'AI PU LA TROUVER 
</a:t>
            </a:r>
          </a:p>
          <a:p>
            <a:r>
              <a:rPr lang="fr-FR" smtClean="0"/>
              <a:t>	3-  J'AI CHERCHÉ SUR TOUTE LA TERRE  
	4-  ET JE N’AI TROUVÉ QUE MENSONGES TRAHISON ET FAUSSETÉ 
	5-  J'AI CHERCHÉ AU FOND DE LA MER MONTÉ DANS UNE NAVETTE SPATIALE  
	6-  EXPLORÉ L'ESPACE SIDÉRAL  ET J'AI SEULEMENT ÉCOUTÉ 
	7-  LE CHANT DES HYPOCRITES 
</a:t>
            </a:r>
          </a:p>
          <a:p>
            <a:r>
              <a:rPr lang="fr-FR" smtClean="0"/>
              <a:t>8-  J'AI CHERCHÉ PARMI TOUS LES HUMAINS 
9-  SANS TROUVER UN FRÈRE QUI DISE LA VÉRITÉ 
10-  J'AI OUBLIÉ CE FRÈRE QUI EST MON AMI  
11-  QUI A TOUJOURS ÉTÉ AVEC MOI  ET QUI EST UN VÉRITABLE AMI  
</a:t>
            </a:r>
          </a:p>
          <a:p>
            <a:r>
              <a:rPr lang="fr-FR" smtClean="0"/>
              <a:t>	12-  MON AMI QUI EST UN MILLIONNAIRE  PUISSANT, MON IMPRÉSARIO 
	13-  MON NOUVEL IMPRÉSARIO, DIEU 
	14-  PROPRIÉTAIRE DE TOUTES LES ÉTOILES  ET DES CHOSES LES PLUS BELLES  
	15-  MON NOUVEL IMPRÉSARIO, DIEU    
</a:t>
            </a:r>
          </a:p>
          <a:p>
            <a:r>
              <a:rPr lang="fr-FR" smtClean="0"/>
              <a:t>16-  MAÎTRE DU CIEL, DES PLANÈTES DE LA LUNE 
17-  ET DE TOUT CE QU’IL Y A DE BON DANS LE MONDE, C’EST À MOI 
18-  MAÎTRE DE MES TRIOMPHES ET ÉCHECS LA SPLENDEUR DE MON COUCHER  
</a:t>
            </a:r>
          </a:p>
          <a:p>
            <a:r>
              <a:rPr lang="fr-FR" smtClean="0"/>
              <a:t>	19-  MON NOUVEL IMPRÉSARIO, DIEU    
	20-  MON NOUVEL IMPRÉSARIO, DIEU 
	21-  MON NOUVEL IMPRÉSARIO DIEU JÉSUS-CHRIST 
	22-  J'AI UN NOUVEL IMPRÉSARIO RICHE MULTIMILLIONNAIRE 
	23-  MON NOUVEL IMPRÉSARIO, DIEU 
</a:t>
            </a:r>
          </a:p>
          <a:p>
            <a:r>
              <a:rPr lang="fr-FR" smtClean="0"/>
              <a:t>24-  J'AI UN NOUVEL IMPRÉSARIO  (3X) C’EST MON AMI LE TRÈS-HAUT   X2 
</a:t>
            </a:r>
          </a:p>
          <a:p>
            <a:r>
              <a:rPr lang="fr-FR" smtClean="0"/>
              <a:t>25-  J'AI UN NOUVEL IMPRÉSARIO RICHE, MULTIMILLIONNAIRE    X4 
</a:t>
            </a:r>
          </a:p>
          <a:p>
            <a:r>
              <a:rPr lang="fr-FR" smtClean="0"/>
              <a:t>26-  JE VEUX QUE TOUT LE PEUPLE DE DIEU SE PRÉPARE : UN, DEUX ET TROIS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J'AI UN NOUVEL IMPRÉSARIO  (3X) C’EST MON AMI LE TRÈS-HAUT  X2  
2-  J'AI CHERCHÉ LA SINCÉRITÉ ET JE N'AI PU LA TROUVER 
</a:t>
            </a:r>
          </a:p>
          <a:p>
            <a:pPr>
              <a:defRPr/>
            </a:pPr>
            <a:r>
              <a:rPr lang="fr-FR" smtClean="0"/>
              <a:t>	3-  J'AI CHERCHÉ SUR TOUTE LA TERRE  
	4-  ET JE N’AI TROUVÉ QUE MENSONGES TRAHISON ET FAUSSETÉ 
	5-  J'AI CHERCHÉ AU FOND DE LA MER MONTÉ DANS UNE NAVETTE SPATIALE  
	6-  EXPLORÉ L'ESPACE SIDÉRAL  ET J'AI SEULEMENT ÉCOUTÉ 
	7-  LE CHANT DES HYPOCRITES 
</a:t>
            </a:r>
          </a:p>
          <a:p>
            <a:pPr>
              <a:defRPr/>
            </a:pPr>
            <a:r>
              <a:rPr lang="fr-FR" smtClean="0"/>
              <a:t>8-  J'AI CHERCHÉ PARMI TOUS LES HUMAINS 
9-  SANS TROUVER UN FRÈRE QUI DISE LA VÉRITÉ 
10-  J'AI OUBLIÉ CE FRÈRE QUI EST MON AMI  
11-  QUI A TOUJOURS ÉTÉ AVEC MOI  ET QUI EST UN VÉRITABLE AMI  
</a:t>
            </a:r>
          </a:p>
          <a:p>
            <a:pPr>
              <a:defRPr/>
            </a:pPr>
            <a:r>
              <a:rPr lang="fr-FR" smtClean="0"/>
              <a:t>	12-  MON AMI QUI EST UN MILLIONNAIRE  PUISSANT, MON IMPRÉSARIO 
	13-  MON NOUVEL IMPRÉSARIO, DIEU 
	14-  PROPRIÉTAIRE DE TOUTES LES ÉTOILES  ET DES CHOSES LES PLUS BELLES  
	15-  MON NOUVEL IMPRÉSARIO, DIEU    
</a:t>
            </a:r>
          </a:p>
          <a:p>
            <a:pPr>
              <a:defRPr/>
            </a:pPr>
            <a:r>
              <a:rPr lang="fr-FR" smtClean="0"/>
              <a:t>16-  MAÎTRE DU CIEL, DES PLANÈTES DE LA LUNE 
17-  ET DE TOUT CE QU’IL Y A DE BON DANS LE MONDE, C’EST À MOI 
18-  MAÎTRE DE MES TRIOMPHES ET ÉCHECS LA SPLENDEUR DE MON COUCHER  
</a:t>
            </a:r>
          </a:p>
          <a:p>
            <a:pPr>
              <a:defRPr/>
            </a:pPr>
            <a:r>
              <a:rPr lang="fr-FR" smtClean="0"/>
              <a:t>	19-  MON NOUVEL IMPRÉSARIO, DIEU    
	20-  MON NOUVEL IMPRÉSARIO, DIEU 
	21-  MON NOUVEL IMPRÉSARIO DIEU JÉSUS-CHRIST 
	22-  J'AI UN NOUVEL IMPRÉSARIO RICHE MULTIMILLIONNAIRE 
	23-  MON NOUVEL IMPRÉSARIO, DIEU 
</a:t>
            </a:r>
          </a:p>
          <a:p>
            <a:pPr>
              <a:defRPr/>
            </a:pPr>
            <a:r>
              <a:rPr lang="fr-FR" smtClean="0"/>
              <a:t>24-  J'AI UN NOUVEL IMPRÉSARIO  (3X) C’EST MON AMI LE TRÈS-HAUT   X2 
</a:t>
            </a:r>
          </a:p>
          <a:p>
            <a:pPr>
              <a:defRPr/>
            </a:pPr>
            <a:r>
              <a:rPr lang="fr-FR" smtClean="0"/>
              <a:t>25-  J'AI UN NOUVEL IMPRÉSARIO RICHE, MULTIMILLIONNAIRE    X4 
</a:t>
            </a:r>
          </a:p>
          <a:p>
            <a:pPr>
              <a:defRPr/>
            </a:pPr>
            <a:r>
              <a:rPr lang="fr-FR" smtClean="0"/>
              <a:t>26-  JE VEUX QUE TOUT LE PEUPLE DE DIEU SE PRÉPARE : UN, DEUX ET TROIS</a:t>
            </a:r>
            <a:endParaRPr lang="fr-FR" dirty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J'AI UN NOUVEL IMPRÉSARIO  (3X) C’EST MON AMI LE TRÈS-HAUT  X2  
2-  J'AI CHERCHÉ LA SINCÉRITÉ ET JE N'AI PU LA TROUVER 
</a:t>
            </a:r>
          </a:p>
          <a:p>
            <a:r>
              <a:rPr lang="fr-FR" smtClean="0"/>
              <a:t>	3-  J'AI CHERCHÉ SUR TOUTE LA TERRE  
	4-  ET JE N’AI TROUVÉ QUE MENSONGES TRAHISON ET FAUSSETÉ 
	5-  J'AI CHERCHÉ AU FOND DE LA MER MONTÉ DANS UNE NAVETTE SPATIALE  
	6-  EXPLORÉ L'ESPACE SIDÉRAL  ET J'AI SEULEMENT ÉCOUTÉ 
	7-  LE CHANT DES HYPOCRITES 
</a:t>
            </a:r>
          </a:p>
          <a:p>
            <a:r>
              <a:rPr lang="fr-FR" smtClean="0"/>
              <a:t>8-  J'AI CHERCHÉ PARMI TOUS LES HUMAINS 
9-  SANS TROUVER UN FRÈRE QUI DISE LA VÉRITÉ 
10-  J'AI OUBLIÉ CE FRÈRE QUI EST MON AMI  
11-  QUI A TOUJOURS ÉTÉ AVEC MOI  ET QUI EST UN VÉRITABLE AMI  
</a:t>
            </a:r>
          </a:p>
          <a:p>
            <a:r>
              <a:rPr lang="fr-FR" smtClean="0"/>
              <a:t>	12-  MON AMI QUI EST UN MILLIONNAIRE  PUISSANT, MON IMPRÉSARIO 
	13-  MON NOUVEL IMPRÉSARIO, DIEU 
	14-  PROPRIÉTAIRE DE TOUTES LES ÉTOILES  ET DES CHOSES LES PLUS BELLES  
	15-  MON NOUVEL IMPRÉSARIO, DIEU    
</a:t>
            </a:r>
          </a:p>
          <a:p>
            <a:r>
              <a:rPr lang="fr-FR" smtClean="0"/>
              <a:t>16-  MAÎTRE DU CIEL, DES PLANÈTES DE LA LUNE 
17-  ET DE TOUT CE QU’IL Y A DE BON DANS LE MONDE, C’EST À MOI 
18-  MAÎTRE DE MES TRIOMPHES ET ÉCHECS LA SPLENDEUR DE MON COUCHER  
</a:t>
            </a:r>
          </a:p>
          <a:p>
            <a:r>
              <a:rPr lang="fr-FR" smtClean="0"/>
              <a:t>	19-  MON NOUVEL IMPRÉSARIO, DIEU    
	20-  MON NOUVEL IMPRÉSARIO, DIEU 
	21-  MON NOUVEL IMPRÉSARIO DIEU JÉSUS-CHRIST 
	22-  J'AI UN NOUVEL IMPRÉSARIO RICHE MULTIMILLIONNAIRE 
	23-  MON NOUVEL IMPRÉSARIO, DIEU 
</a:t>
            </a:r>
          </a:p>
          <a:p>
            <a:r>
              <a:rPr lang="fr-FR" smtClean="0"/>
              <a:t>24-  J'AI UN NOUVEL IMPRÉSARIO  (3X) C’EST MON AMI LE TRÈS-HAUT   X2 
</a:t>
            </a:r>
          </a:p>
          <a:p>
            <a:r>
              <a:rPr lang="fr-FR" smtClean="0"/>
              <a:t>25-  J'AI UN NOUVEL IMPRÉSARIO RICHE, MULTIMILLIONNAIRE    X4 
</a:t>
            </a:r>
          </a:p>
          <a:p>
            <a:r>
              <a:rPr lang="fr-FR" smtClean="0"/>
              <a:t>26-  JE VEUX QUE TOUT LE PEUPLE DE DIEU SE PRÉPARE : UN, DEUX ET TROIS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J'AI UN NOUVEL IMPRÉSARIO  (3X) C’EST MON AMI LE TRÈS-HAUT  X2  
2-  J'AI CHERCHÉ LA SINCÉRITÉ ET JE N'AI PU LA TROUVER 
</a:t>
            </a:r>
          </a:p>
          <a:p>
            <a:pPr>
              <a:defRPr/>
            </a:pPr>
            <a:r>
              <a:rPr lang="fr-FR" smtClean="0"/>
              <a:t>	3-  J'AI CHERCHÉ SUR TOUTE LA TERRE  
	4-  ET JE N’AI TROUVÉ QUE MENSONGES TRAHISON ET FAUSSETÉ 
	5-  J'AI CHERCHÉ AU FOND DE LA MER MONTÉ DANS UNE NAVETTE SPATIALE  
	6-  EXPLORÉ L'ESPACE SIDÉRAL  ET J'AI SEULEMENT ÉCOUTÉ 
	7-  LE CHANT DES HYPOCRITES 
</a:t>
            </a:r>
          </a:p>
          <a:p>
            <a:pPr>
              <a:defRPr/>
            </a:pPr>
            <a:r>
              <a:rPr lang="fr-FR" smtClean="0"/>
              <a:t>8-  J'AI CHERCHÉ PARMI TOUS LES HUMAINS 
9-  SANS TROUVER UN FRÈRE QUI DISE LA VÉRITÉ 
10-  J'AI OUBLIÉ CE FRÈRE QUI EST MON AMI  
11-  QUI A TOUJOURS ÉTÉ AVEC MOI  ET QUI EST UN VÉRITABLE AMI  
</a:t>
            </a:r>
          </a:p>
          <a:p>
            <a:pPr>
              <a:defRPr/>
            </a:pPr>
            <a:r>
              <a:rPr lang="fr-FR" smtClean="0"/>
              <a:t>	12-  MON AMI QUI EST UN MILLIONNAIRE  PUISSANT, MON IMPRÉSARIO 
	13-  MON NOUVEL IMPRÉSARIO, DIEU 
	14-  PROPRIÉTAIRE DE TOUTES LES ÉTOILES  ET DES CHOSES LES PLUS BELLES  
	15-  MON NOUVEL IMPRÉSARIO, DIEU    
</a:t>
            </a:r>
          </a:p>
          <a:p>
            <a:pPr>
              <a:defRPr/>
            </a:pPr>
            <a:r>
              <a:rPr lang="fr-FR" smtClean="0"/>
              <a:t>16-  MAÎTRE DU CIEL, DES PLANÈTES DE LA LUNE 
17-  ET DE TOUT CE QU’IL Y A DE BON DANS LE MONDE, C’EST À MOI 
18-  MAÎTRE DE MES TRIOMPHES ET ÉCHECS LA SPLENDEUR DE MON COUCHER  
</a:t>
            </a:r>
          </a:p>
          <a:p>
            <a:pPr>
              <a:defRPr/>
            </a:pPr>
            <a:r>
              <a:rPr lang="fr-FR" smtClean="0"/>
              <a:t>	19-  MON NOUVEL IMPRÉSARIO, DIEU    
	20-  MON NOUVEL IMPRÉSARIO, DIEU 
	21-  MON NOUVEL IMPRÉSARIO DIEU JÉSUS-CHRIST 
	22-  J'AI UN NOUVEL IMPRÉSARIO RICHE MULTIMILLIONNAIRE 
	23-  MON NOUVEL IMPRÉSARIO, DIEU 
</a:t>
            </a:r>
          </a:p>
          <a:p>
            <a:pPr>
              <a:defRPr/>
            </a:pPr>
            <a:r>
              <a:rPr lang="fr-FR" smtClean="0"/>
              <a:t>24-  J'AI UN NOUVEL IMPRÉSARIO  (3X) C’EST MON AMI LE TRÈS-HAUT   X2 
</a:t>
            </a:r>
          </a:p>
          <a:p>
            <a:pPr>
              <a:defRPr/>
            </a:pPr>
            <a:r>
              <a:rPr lang="fr-FR" smtClean="0"/>
              <a:t>25-  J'AI UN NOUVEL IMPRÉSARIO RICHE, MULTIMILLIONNAIRE    X4 
</a:t>
            </a:r>
          </a:p>
          <a:p>
            <a:pPr>
              <a:defRPr/>
            </a:pPr>
            <a:r>
              <a:rPr lang="fr-FR" smtClean="0"/>
              <a:t>26-  JE VEUX QUE TOUT LE PEUPLE DE DIEU SE PRÉPARE : UN, DEUX ET TROIS</a:t>
            </a:r>
            <a:endParaRPr lang="fr-FR" dirty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J'AI UN NOUVEL IMPRÉSARIO  (3X) C’EST MON AMI LE TRÈS-HAUT  X2  
2-  J'AI CHERCHÉ LA SINCÉRITÉ ET JE N'AI PU LA TROUVER 
</a:t>
            </a:r>
          </a:p>
          <a:p>
            <a:r>
              <a:rPr lang="fr-FR" smtClean="0"/>
              <a:t>	3-  J'AI CHERCHÉ SUR TOUTE LA TERRE  
	4-  ET JE N’AI TROUVÉ QUE MENSONGES TRAHISON ET FAUSSETÉ 
	5-  J'AI CHERCHÉ AU FOND DE LA MER MONTÉ DANS UNE NAVETTE SPATIALE  
	6-  EXPLORÉ L'ESPACE SIDÉRAL  ET J'AI SEULEMENT ÉCOUTÉ 
	7-  LE CHANT DES HYPOCRITES 
</a:t>
            </a:r>
          </a:p>
          <a:p>
            <a:r>
              <a:rPr lang="fr-FR" smtClean="0"/>
              <a:t>8-  J'AI CHERCHÉ PARMI TOUS LES HUMAINS 
9-  SANS TROUVER UN FRÈRE QUI DISE LA VÉRITÉ 
10-  J'AI OUBLIÉ CE FRÈRE QUI EST MON AMI  
11-  QUI A TOUJOURS ÉTÉ AVEC MOI  ET QUI EST UN VÉRITABLE AMI  
</a:t>
            </a:r>
          </a:p>
          <a:p>
            <a:r>
              <a:rPr lang="fr-FR" smtClean="0"/>
              <a:t>	12-  MON AMI QUI EST UN MILLIONNAIRE  PUISSANT, MON IMPRÉSARIO 
	13-  MON NOUVEL IMPRÉSARIO, DIEU 
	14-  PROPRIÉTAIRE DE TOUTES LES ÉTOILES  ET DES CHOSES LES PLUS BELLES  
	15-  MON NOUVEL IMPRÉSARIO, DIEU    
</a:t>
            </a:r>
          </a:p>
          <a:p>
            <a:r>
              <a:rPr lang="fr-FR" smtClean="0"/>
              <a:t>16-  MAÎTRE DU CIEL, DES PLANÈTES DE LA LUNE 
17-  ET DE TOUT CE QU’IL Y A DE BON DANS LE MONDE, C’EST À MOI 
18-  MAÎTRE DE MES TRIOMPHES ET ÉCHECS LA SPLENDEUR DE MON COUCHER  
</a:t>
            </a:r>
          </a:p>
          <a:p>
            <a:r>
              <a:rPr lang="fr-FR" smtClean="0"/>
              <a:t>	19-  MON NOUVEL IMPRÉSARIO, DIEU    
	20-  MON NOUVEL IMPRÉSARIO, DIEU 
	21-  MON NOUVEL IMPRÉSARIO DIEU JÉSUS-CHRIST 
	22-  J'AI UN NOUVEL IMPRÉSARIO RICHE MULTIMILLIONNAIRE 
	23-  MON NOUVEL IMPRÉSARIO, DIEU 
</a:t>
            </a:r>
          </a:p>
          <a:p>
            <a:r>
              <a:rPr lang="fr-FR" smtClean="0"/>
              <a:t>24-  J'AI UN NOUVEL IMPRÉSARIO  (3X) C’EST MON AMI LE TRÈS-HAUT   X2 
</a:t>
            </a:r>
          </a:p>
          <a:p>
            <a:r>
              <a:rPr lang="fr-FR" smtClean="0"/>
              <a:t>25-  J'AI UN NOUVEL IMPRÉSARIO RICHE, MULTIMILLIONNAIRE    X4 
</a:t>
            </a:r>
          </a:p>
          <a:p>
            <a:r>
              <a:rPr lang="fr-FR" smtClean="0"/>
              <a:t>26-  JE VEUX QUE TOUT LE PEUPLE DE DIEU SE PRÉPARE : UN, DEUX ET TROIS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J'AI UN NOUVEL IMPRÉSARIO  (3X) C’EST MON AMI LE TRÈS-HAUT  X2  
2-  J'AI CHERCHÉ LA SINCÉRITÉ ET JE N'AI PU LA TROUVER 
</a:t>
            </a:r>
          </a:p>
          <a:p>
            <a:pPr>
              <a:defRPr/>
            </a:pPr>
            <a:r>
              <a:rPr lang="fr-FR" smtClean="0"/>
              <a:t>	3-  J'AI CHERCHÉ SUR TOUTE LA TERRE  
	4-  ET JE N’AI TROUVÉ QUE MENSONGES TRAHISON ET FAUSSETÉ 
	5-  J'AI CHERCHÉ AU FOND DE LA MER MONTÉ DANS UNE NAVETTE SPATIALE  
	6-  EXPLORÉ L'ESPACE SIDÉRAL  ET J'AI SEULEMENT ÉCOUTÉ 
	7-  LE CHANT DES HYPOCRITES 
</a:t>
            </a:r>
          </a:p>
          <a:p>
            <a:pPr>
              <a:defRPr/>
            </a:pPr>
            <a:r>
              <a:rPr lang="fr-FR" smtClean="0"/>
              <a:t>8-  J'AI CHERCHÉ PARMI TOUS LES HUMAINS 
9-  SANS TROUVER UN FRÈRE QUI DISE LA VÉRITÉ 
10-  J'AI OUBLIÉ CE FRÈRE QUI EST MON AMI  
11-  QUI A TOUJOURS ÉTÉ AVEC MOI  ET QUI EST UN VÉRITABLE AMI  
</a:t>
            </a:r>
          </a:p>
          <a:p>
            <a:pPr>
              <a:defRPr/>
            </a:pPr>
            <a:r>
              <a:rPr lang="fr-FR" smtClean="0"/>
              <a:t>	12-  MON AMI QUI EST UN MILLIONNAIRE  PUISSANT, MON IMPRÉSARIO 
	13-  MON NOUVEL IMPRÉSARIO, DIEU 
	14-  PROPRIÉTAIRE DE TOUTES LES ÉTOILES  ET DES CHOSES LES PLUS BELLES  
	15-  MON NOUVEL IMPRÉSARIO, DIEU    
</a:t>
            </a:r>
          </a:p>
          <a:p>
            <a:pPr>
              <a:defRPr/>
            </a:pPr>
            <a:r>
              <a:rPr lang="fr-FR" smtClean="0"/>
              <a:t>16-  MAÎTRE DU CIEL, DES PLANÈTES DE LA LUNE 
17-  ET DE TOUT CE QU’IL Y A DE BON DANS LE MONDE, C’EST À MOI 
18-  MAÎTRE DE MES TRIOMPHES ET ÉCHECS LA SPLENDEUR DE MON COUCHER  
</a:t>
            </a:r>
          </a:p>
          <a:p>
            <a:pPr>
              <a:defRPr/>
            </a:pPr>
            <a:r>
              <a:rPr lang="fr-FR" smtClean="0"/>
              <a:t>	19-  MON NOUVEL IMPRÉSARIO, DIEU    
	20-  MON NOUVEL IMPRÉSARIO, DIEU 
	21-  MON NOUVEL IMPRÉSARIO DIEU JÉSUS-CHRIST 
	22-  J'AI UN NOUVEL IMPRÉSARIO RICHE MULTIMILLIONNAIRE 
	23-  MON NOUVEL IMPRÉSARIO, DIEU 
</a:t>
            </a:r>
          </a:p>
          <a:p>
            <a:pPr>
              <a:defRPr/>
            </a:pPr>
            <a:r>
              <a:rPr lang="fr-FR" smtClean="0"/>
              <a:t>24-  J'AI UN NOUVEL IMPRÉSARIO  (3X) C’EST MON AMI LE TRÈS-HAUT   X2 
</a:t>
            </a:r>
          </a:p>
          <a:p>
            <a:pPr>
              <a:defRPr/>
            </a:pPr>
            <a:r>
              <a:rPr lang="fr-FR" smtClean="0"/>
              <a:t>25-  J'AI UN NOUVEL IMPRÉSARIO RICHE, MULTIMILLIONNAIRE    X4 
</a:t>
            </a:r>
          </a:p>
          <a:p>
            <a:pPr>
              <a:defRPr/>
            </a:pPr>
            <a:r>
              <a:rPr lang="fr-FR" smtClean="0"/>
              <a:t>26-  JE VEUX QUE TOUT LE PEUPLE DE DIEU SE PRÉPARE : UN, DEUX ET TROIS</a:t>
            </a:r>
            <a:endParaRPr lang="fr-FR" dirty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J'AI UN NOUVEL IMPRÉSARIO  (3X) C’EST MON AMI LE TRÈS-HAUT  X2  
2-  J'AI CHERCHÉ LA SINCÉRITÉ ET JE N'AI PU LA TROUVER 
</a:t>
            </a:r>
          </a:p>
          <a:p>
            <a:r>
              <a:rPr lang="fr-FR" smtClean="0"/>
              <a:t>	3-  J'AI CHERCHÉ SUR TOUTE LA TERRE  
	4-  ET JE N’AI TROUVÉ QUE MENSONGES TRAHISON ET FAUSSETÉ 
	5-  J'AI CHERCHÉ AU FOND DE LA MER MONTÉ DANS UNE NAVETTE SPATIALE  
	6-  EXPLORÉ L'ESPACE SIDÉRAL  ET J'AI SEULEMENT ÉCOUTÉ 
	7-  LE CHANT DES HYPOCRITES 
</a:t>
            </a:r>
          </a:p>
          <a:p>
            <a:r>
              <a:rPr lang="fr-FR" smtClean="0"/>
              <a:t>8-  J'AI CHERCHÉ PARMI TOUS LES HUMAINS 
9-  SANS TROUVER UN FRÈRE QUI DISE LA VÉRITÉ 
10-  J'AI OUBLIÉ CE FRÈRE QUI EST MON AMI  
11-  QUI A TOUJOURS ÉTÉ AVEC MOI  ET QUI EST UN VÉRITABLE AMI  
</a:t>
            </a:r>
          </a:p>
          <a:p>
            <a:r>
              <a:rPr lang="fr-FR" smtClean="0"/>
              <a:t>	12-  MON AMI QUI EST UN MILLIONNAIRE  PUISSANT, MON IMPRÉSARIO 
	13-  MON NOUVEL IMPRÉSARIO, DIEU 
	14-  PROPRIÉTAIRE DE TOUTES LES ÉTOILES  ET DES CHOSES LES PLUS BELLES  
	15-  MON NOUVEL IMPRÉSARIO, DIEU    
</a:t>
            </a:r>
          </a:p>
          <a:p>
            <a:r>
              <a:rPr lang="fr-FR" smtClean="0"/>
              <a:t>16-  MAÎTRE DU CIEL, DES PLANÈTES DE LA LUNE 
17-  ET DE TOUT CE QU’IL Y A DE BON DANS LE MONDE, C’EST À MOI 
18-  MAÎTRE DE MES TRIOMPHES ET ÉCHECS LA SPLENDEUR DE MON COUCHER  
</a:t>
            </a:r>
          </a:p>
          <a:p>
            <a:r>
              <a:rPr lang="fr-FR" smtClean="0"/>
              <a:t>	19-  MON NOUVEL IMPRÉSARIO, DIEU    
	20-  MON NOUVEL IMPRÉSARIO, DIEU 
	21-  MON NOUVEL IMPRÉSARIO DIEU JÉSUS-CHRIST 
	22-  J'AI UN NOUVEL IMPRÉSARIO RICHE MULTIMILLIONNAIRE 
	23-  MON NOUVEL IMPRÉSARIO, DIEU 
</a:t>
            </a:r>
          </a:p>
          <a:p>
            <a:r>
              <a:rPr lang="fr-FR" smtClean="0"/>
              <a:t>24-  J'AI UN NOUVEL IMPRÉSARIO  (3X) C’EST MON AMI LE TRÈS-HAUT   X2 
</a:t>
            </a:r>
          </a:p>
          <a:p>
            <a:r>
              <a:rPr lang="fr-FR" smtClean="0"/>
              <a:t>25-  J'AI UN NOUVEL IMPRÉSARIO RICHE, MULTIMILLIONNAIRE    X4 
</a:t>
            </a:r>
          </a:p>
          <a:p>
            <a:r>
              <a:rPr lang="fr-FR" smtClean="0"/>
              <a:t>26-  JE VEUX QUE TOUT LE PEUPLE DE DIEU SE PRÉPARE : UN, DEUX ET TROIS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J'AI UN NOUVEL IMPRÉSARIO  (3X) C’EST MON AMI LE TRÈS-HAUT  X2  
2-  J'AI CHERCHÉ LA SINCÉRITÉ ET JE N'AI PU LA TROUVER 
</a:t>
            </a:r>
          </a:p>
          <a:p>
            <a:pPr>
              <a:defRPr/>
            </a:pPr>
            <a:r>
              <a:rPr lang="fr-FR" smtClean="0"/>
              <a:t>	3-  J'AI CHERCHÉ SUR TOUTE LA TERRE  
	4-  ET JE N’AI TROUVÉ QUE MENSONGES TRAHISON ET FAUSSETÉ 
	5-  J'AI CHERCHÉ AU FOND DE LA MER MONTÉ DANS UNE NAVETTE SPATIALE  
	6-  EXPLORÉ L'ESPACE SIDÉRAL  ET J'AI SEULEMENT ÉCOUTÉ 
	7-  LE CHANT DES HYPOCRITES 
</a:t>
            </a:r>
          </a:p>
          <a:p>
            <a:pPr>
              <a:defRPr/>
            </a:pPr>
            <a:r>
              <a:rPr lang="fr-FR" smtClean="0"/>
              <a:t>8-  J'AI CHERCHÉ PARMI TOUS LES HUMAINS 
9-  SANS TROUVER UN FRÈRE QUI DISE LA VÉRITÉ 
10-  J'AI OUBLIÉ CE FRÈRE QUI EST MON AMI  
11-  QUI A TOUJOURS ÉTÉ AVEC MOI  ET QUI EST UN VÉRITABLE AMI  
</a:t>
            </a:r>
          </a:p>
          <a:p>
            <a:pPr>
              <a:defRPr/>
            </a:pPr>
            <a:r>
              <a:rPr lang="fr-FR" smtClean="0"/>
              <a:t>	12-  MON AMI QUI EST UN MILLIONNAIRE  PUISSANT, MON IMPRÉSARIO 
	13-  MON NOUVEL IMPRÉSARIO, DIEU 
	14-  PROPRIÉTAIRE DE TOUTES LES ÉTOILES  ET DES CHOSES LES PLUS BELLES  
	15-  MON NOUVEL IMPRÉSARIO, DIEU    
</a:t>
            </a:r>
          </a:p>
          <a:p>
            <a:pPr>
              <a:defRPr/>
            </a:pPr>
            <a:r>
              <a:rPr lang="fr-FR" smtClean="0"/>
              <a:t>16-  MAÎTRE DU CIEL, DES PLANÈTES DE LA LUNE 
17-  ET DE TOUT CE QU’IL Y A DE BON DANS LE MONDE, C’EST À MOI 
18-  MAÎTRE DE MES TRIOMPHES ET ÉCHECS LA SPLENDEUR DE MON COUCHER  
</a:t>
            </a:r>
          </a:p>
          <a:p>
            <a:pPr>
              <a:defRPr/>
            </a:pPr>
            <a:r>
              <a:rPr lang="fr-FR" smtClean="0"/>
              <a:t>	19-  MON NOUVEL IMPRÉSARIO, DIEU    
	20-  MON NOUVEL IMPRÉSARIO, DIEU 
	21-  MON NOUVEL IMPRÉSARIO DIEU JÉSUS-CHRIST 
	22-  J'AI UN NOUVEL IMPRÉSARIO RICHE MULTIMILLIONNAIRE 
	23-  MON NOUVEL IMPRÉSARIO, DIEU 
</a:t>
            </a:r>
          </a:p>
          <a:p>
            <a:pPr>
              <a:defRPr/>
            </a:pPr>
            <a:r>
              <a:rPr lang="fr-FR" smtClean="0"/>
              <a:t>24-  J'AI UN NOUVEL IMPRÉSARIO  (3X) C’EST MON AMI LE TRÈS-HAUT   X2 
</a:t>
            </a:r>
          </a:p>
          <a:p>
            <a:pPr>
              <a:defRPr/>
            </a:pPr>
            <a:r>
              <a:rPr lang="fr-FR" smtClean="0"/>
              <a:t>25-  J'AI UN NOUVEL IMPRÉSARIO RICHE, MULTIMILLIONNAIRE    X4 
</a:t>
            </a:r>
          </a:p>
          <a:p>
            <a:pPr>
              <a:defRPr/>
            </a:pPr>
            <a:r>
              <a:rPr lang="fr-FR" smtClean="0"/>
              <a:t>26-  JE VEUX QUE TOUT LE PEUPLE DE DIEU SE PRÉPARE : UN, DEUX ET TROIS</a:t>
            </a:r>
            <a:endParaRPr lang="fr-FR" dirty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J'AI UN NOUVEL IMPRÉSARIO  (3X) C’EST MON AMI LE TRÈS-HAUT  X2  
2-  J'AI CHERCHÉ LA SINCÉRITÉ ET JE N'AI PU LA TROUVER 
</a:t>
            </a:r>
          </a:p>
          <a:p>
            <a:r>
              <a:rPr lang="fr-FR" smtClean="0"/>
              <a:t>	3-  J'AI CHERCHÉ SUR TOUTE LA TERRE  
	4-  ET JE N’AI TROUVÉ QUE MENSONGES TRAHISON ET FAUSSETÉ 
	5-  J'AI CHERCHÉ AU FOND DE LA MER MONTÉ DANS UNE NAVETTE SPATIALE  
	6-  EXPLORÉ L'ESPACE SIDÉRAL  ET J'AI SEULEMENT ÉCOUTÉ 
	7-  LE CHANT DES HYPOCRITES 
</a:t>
            </a:r>
          </a:p>
          <a:p>
            <a:r>
              <a:rPr lang="fr-FR" smtClean="0"/>
              <a:t>8-  J'AI CHERCHÉ PARMI TOUS LES HUMAINS 
9-  SANS TROUVER UN FRÈRE QUI DISE LA VÉRITÉ 
10-  J'AI OUBLIÉ CE FRÈRE QUI EST MON AMI  
11-  QUI A TOUJOURS ÉTÉ AVEC MOI  ET QUI EST UN VÉRITABLE AMI  
</a:t>
            </a:r>
          </a:p>
          <a:p>
            <a:r>
              <a:rPr lang="fr-FR" smtClean="0"/>
              <a:t>	12-  MON AMI QUI EST UN MILLIONNAIRE  PUISSANT, MON IMPRÉSARIO 
	13-  MON NOUVEL IMPRÉSARIO, DIEU 
	14-  PROPRIÉTAIRE DE TOUTES LES ÉTOILES  ET DES CHOSES LES PLUS BELLES  
	15-  MON NOUVEL IMPRÉSARIO, DIEU    
</a:t>
            </a:r>
          </a:p>
          <a:p>
            <a:r>
              <a:rPr lang="fr-FR" smtClean="0"/>
              <a:t>16-  MAÎTRE DU CIEL, DES PLANÈTES DE LA LUNE 
17-  ET DE TOUT CE QU’IL Y A DE BON DANS LE MONDE, C’EST À MOI 
18-  MAÎTRE DE MES TRIOMPHES ET ÉCHECS LA SPLENDEUR DE MON COUCHER  
</a:t>
            </a:r>
          </a:p>
          <a:p>
            <a:r>
              <a:rPr lang="fr-FR" smtClean="0"/>
              <a:t>	19-  MON NOUVEL IMPRÉSARIO, DIEU    
	20-  MON NOUVEL IMPRÉSARIO, DIEU 
	21-  MON NOUVEL IMPRÉSARIO DIEU JÉSUS-CHRIST 
	22-  J'AI UN NOUVEL IMPRÉSARIO RICHE MULTIMILLIONNAIRE 
	23-  MON NOUVEL IMPRÉSARIO, DIEU 
</a:t>
            </a:r>
          </a:p>
          <a:p>
            <a:r>
              <a:rPr lang="fr-FR" smtClean="0"/>
              <a:t>24-  J'AI UN NOUVEL IMPRÉSARIO  (3X) C’EST MON AMI LE TRÈS-HAUT   X2 
</a:t>
            </a:r>
          </a:p>
          <a:p>
            <a:r>
              <a:rPr lang="fr-FR" smtClean="0"/>
              <a:t>25-  J'AI UN NOUVEL IMPRÉSARIO RICHE, MULTIMILLIONNAIRE    X4 
</a:t>
            </a:r>
          </a:p>
          <a:p>
            <a:r>
              <a:rPr lang="fr-FR" smtClean="0"/>
              <a:t>26-  JE VEUX QUE TOUT LE PEUPLE DE DIEU SE PRÉPARE : UN, DEUX ET TROIS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J'AI UN NOUVEL IMPRÉSARIO  (3X) C’EST MON AMI LE TRÈS-HAUT  X2  
2-  J'AI CHERCHÉ LA SINCÉRITÉ ET JE N'AI PU LA TROUVER 
</a:t>
            </a:r>
          </a:p>
          <a:p>
            <a:pPr>
              <a:defRPr/>
            </a:pPr>
            <a:r>
              <a:rPr lang="fr-FR" smtClean="0"/>
              <a:t>	3-  J'AI CHERCHÉ SUR TOUTE LA TERRE  
	4-  ET JE N’AI TROUVÉ QUE MENSONGES TRAHISON ET FAUSSETÉ 
	5-  J'AI CHERCHÉ AU FOND DE LA MER MONTÉ DANS UNE NAVETTE SPATIALE  
	6-  EXPLORÉ L'ESPACE SIDÉRAL  ET J'AI SEULEMENT ÉCOUTÉ 
	7-  LE CHANT DES HYPOCRITES 
</a:t>
            </a:r>
          </a:p>
          <a:p>
            <a:pPr>
              <a:defRPr/>
            </a:pPr>
            <a:r>
              <a:rPr lang="fr-FR" smtClean="0"/>
              <a:t>8-  J'AI CHERCHÉ PARMI TOUS LES HUMAINS 
9-  SANS TROUVER UN FRÈRE QUI DISE LA VÉRITÉ 
10-  J'AI OUBLIÉ CE FRÈRE QUI EST MON AMI  
11-  QUI A TOUJOURS ÉTÉ AVEC MOI  ET QUI EST UN VÉRITABLE AMI  
</a:t>
            </a:r>
          </a:p>
          <a:p>
            <a:pPr>
              <a:defRPr/>
            </a:pPr>
            <a:r>
              <a:rPr lang="fr-FR" smtClean="0"/>
              <a:t>	12-  MON AMI QUI EST UN MILLIONNAIRE  PUISSANT, MON IMPRÉSARIO 
	13-  MON NOUVEL IMPRÉSARIO, DIEU 
	14-  PROPRIÉTAIRE DE TOUTES LES ÉTOILES  ET DES CHOSES LES PLUS BELLES  
	15-  MON NOUVEL IMPRÉSARIO, DIEU    
</a:t>
            </a:r>
          </a:p>
          <a:p>
            <a:pPr>
              <a:defRPr/>
            </a:pPr>
            <a:r>
              <a:rPr lang="fr-FR" smtClean="0"/>
              <a:t>16-  MAÎTRE DU CIEL, DES PLANÈTES DE LA LUNE 
17-  ET DE TOUT CE QU’IL Y A DE BON DANS LE MONDE, C’EST À MOI 
18-  MAÎTRE DE MES TRIOMPHES ET ÉCHECS LA SPLENDEUR DE MON COUCHER  
</a:t>
            </a:r>
          </a:p>
          <a:p>
            <a:pPr>
              <a:defRPr/>
            </a:pPr>
            <a:r>
              <a:rPr lang="fr-FR" smtClean="0"/>
              <a:t>	19-  MON NOUVEL IMPRÉSARIO, DIEU    
	20-  MON NOUVEL IMPRÉSARIO, DIEU 
	21-  MON NOUVEL IMPRÉSARIO DIEU JÉSUS-CHRIST 
	22-  J'AI UN NOUVEL IMPRÉSARIO RICHE MULTIMILLIONNAIRE 
	23-  MON NOUVEL IMPRÉSARIO, DIEU 
</a:t>
            </a:r>
          </a:p>
          <a:p>
            <a:pPr>
              <a:defRPr/>
            </a:pPr>
            <a:r>
              <a:rPr lang="fr-FR" smtClean="0"/>
              <a:t>24-  J'AI UN NOUVEL IMPRÉSARIO  (3X) C’EST MON AMI LE TRÈS-HAUT   X2 
</a:t>
            </a:r>
          </a:p>
          <a:p>
            <a:pPr>
              <a:defRPr/>
            </a:pPr>
            <a:r>
              <a:rPr lang="fr-FR" smtClean="0"/>
              <a:t>25-  J'AI UN NOUVEL IMPRÉSARIO RICHE, MULTIMILLIONNAIRE    X4 
</a:t>
            </a:r>
          </a:p>
          <a:p>
            <a:pPr>
              <a:defRPr/>
            </a:pPr>
            <a:r>
              <a:rPr lang="fr-FR" smtClean="0"/>
              <a:t>26-  JE VEUX QUE TOUT LE PEUPLE DE DIEU SE PRÉPARE : UN, DEUX ET TROIS</a:t>
            </a:r>
            <a:endParaRPr lang="fr-FR" dirty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J'AI UN NOUVEL IMPRÉSARIO  (3X) C’EST MON AMI LE TRÈS-HAUT  X2  
2-  J'AI CHERCHÉ LA SINCÉRITÉ ET JE N'AI PU LA TROUVER 
</a:t>
            </a:r>
          </a:p>
          <a:p>
            <a:r>
              <a:rPr lang="fr-FR" smtClean="0"/>
              <a:t>	3-  J'AI CHERCHÉ SUR TOUTE LA TERRE  
	4-  ET JE N’AI TROUVÉ QUE MENSONGES TRAHISON ET FAUSSETÉ 
	5-  J'AI CHERCHÉ AU FOND DE LA MER MONTÉ DANS UNE NAVETTE SPATIALE  
	6-  EXPLORÉ L'ESPACE SIDÉRAL  ET J'AI SEULEMENT ÉCOUTÉ 
	7-  LE CHANT DES HYPOCRITES 
</a:t>
            </a:r>
          </a:p>
          <a:p>
            <a:r>
              <a:rPr lang="fr-FR" smtClean="0"/>
              <a:t>8-  J'AI CHERCHÉ PARMI TOUS LES HUMAINS 
9-  SANS TROUVER UN FRÈRE QUI DISE LA VÉRITÉ 
10-  J'AI OUBLIÉ CE FRÈRE QUI EST MON AMI  
11-  QUI A TOUJOURS ÉTÉ AVEC MOI  ET QUI EST UN VÉRITABLE AMI  
</a:t>
            </a:r>
          </a:p>
          <a:p>
            <a:r>
              <a:rPr lang="fr-FR" smtClean="0"/>
              <a:t>	12-  MON AMI QUI EST UN MILLIONNAIRE  PUISSANT, MON IMPRÉSARIO 
	13-  MON NOUVEL IMPRÉSARIO, DIEU 
	14-  PROPRIÉTAIRE DE TOUTES LES ÉTOILES  ET DES CHOSES LES PLUS BELLES  
	15-  MON NOUVEL IMPRÉSARIO, DIEU    
</a:t>
            </a:r>
          </a:p>
          <a:p>
            <a:r>
              <a:rPr lang="fr-FR" smtClean="0"/>
              <a:t>16-  MAÎTRE DU CIEL, DES PLANÈTES DE LA LUNE 
17-  ET DE TOUT CE QU’IL Y A DE BON DANS LE MONDE, C’EST À MOI 
18-  MAÎTRE DE MES TRIOMPHES ET ÉCHECS LA SPLENDEUR DE MON COUCHER  
</a:t>
            </a:r>
          </a:p>
          <a:p>
            <a:r>
              <a:rPr lang="fr-FR" smtClean="0"/>
              <a:t>	19-  MON NOUVEL IMPRÉSARIO, DIEU    
	20-  MON NOUVEL IMPRÉSARIO, DIEU 
	21-  MON NOUVEL IMPRÉSARIO DIEU JÉSUS-CHRIST 
	22-  J'AI UN NOUVEL IMPRÉSARIO RICHE MULTIMILLIONNAIRE 
	23-  MON NOUVEL IMPRÉSARIO, DIEU 
</a:t>
            </a:r>
          </a:p>
          <a:p>
            <a:r>
              <a:rPr lang="fr-FR" smtClean="0"/>
              <a:t>24-  J'AI UN NOUVEL IMPRÉSARIO  (3X) C’EST MON AMI LE TRÈS-HAUT   X2 
</a:t>
            </a:r>
          </a:p>
          <a:p>
            <a:r>
              <a:rPr lang="fr-FR" smtClean="0"/>
              <a:t>25-  J'AI UN NOUVEL IMPRÉSARIO RICHE, MULTIMILLIONNAIRE    X4 
</a:t>
            </a:r>
          </a:p>
          <a:p>
            <a:r>
              <a:rPr lang="fr-FR" smtClean="0"/>
              <a:t>26-  JE VEUX QUE TOUT LE PEUPLE DE DIEU SE PRÉPARE : UN, DEUX ET TROIS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J'AI UN NOUVEL IMPRÉSARIO  (3X) C’EST MON AMI LE TRÈS-HAUT  X2  
2-  J'AI CHERCHÉ LA SINCÉRITÉ ET JE N'AI PU LA TROUVER 
</a:t>
            </a:r>
          </a:p>
          <a:p>
            <a:pPr>
              <a:defRPr/>
            </a:pPr>
            <a:r>
              <a:rPr lang="fr-FR" smtClean="0"/>
              <a:t>	3-  J'AI CHERCHÉ SUR TOUTE LA TERRE  
	4-  ET JE N’AI TROUVÉ QUE MENSONGES TRAHISON ET FAUSSETÉ 
	5-  J'AI CHERCHÉ AU FOND DE LA MER MONTÉ DANS UNE NAVETTE SPATIALE  
	6-  EXPLORÉ L'ESPACE SIDÉRAL  ET J'AI SEULEMENT ÉCOUTÉ 
	7-  LE CHANT DES HYPOCRITES 
</a:t>
            </a:r>
          </a:p>
          <a:p>
            <a:pPr>
              <a:defRPr/>
            </a:pPr>
            <a:r>
              <a:rPr lang="fr-FR" smtClean="0"/>
              <a:t>8-  J'AI CHERCHÉ PARMI TOUS LES HUMAINS 
9-  SANS TROUVER UN FRÈRE QUI DISE LA VÉRITÉ 
10-  J'AI OUBLIÉ CE FRÈRE QUI EST MON AMI  
11-  QUI A TOUJOURS ÉTÉ AVEC MOI  ET QUI EST UN VÉRITABLE AMI  
</a:t>
            </a:r>
          </a:p>
          <a:p>
            <a:pPr>
              <a:defRPr/>
            </a:pPr>
            <a:r>
              <a:rPr lang="fr-FR" smtClean="0"/>
              <a:t>	12-  MON AMI QUI EST UN MILLIONNAIRE  PUISSANT, MON IMPRÉSARIO 
	13-  MON NOUVEL IMPRÉSARIO, DIEU 
	14-  PROPRIÉTAIRE DE TOUTES LES ÉTOILES  ET DES CHOSES LES PLUS BELLES  
	15-  MON NOUVEL IMPRÉSARIO, DIEU    
</a:t>
            </a:r>
          </a:p>
          <a:p>
            <a:pPr>
              <a:defRPr/>
            </a:pPr>
            <a:r>
              <a:rPr lang="fr-FR" smtClean="0"/>
              <a:t>16-  MAÎTRE DU CIEL, DES PLANÈTES DE LA LUNE 
17-  ET DE TOUT CE QU’IL Y A DE BON DANS LE MONDE, C’EST À MOI 
18-  MAÎTRE DE MES TRIOMPHES ET ÉCHECS LA SPLENDEUR DE MON COUCHER  
</a:t>
            </a:r>
          </a:p>
          <a:p>
            <a:pPr>
              <a:defRPr/>
            </a:pPr>
            <a:r>
              <a:rPr lang="fr-FR" smtClean="0"/>
              <a:t>	19-  MON NOUVEL IMPRÉSARIO, DIEU    
	20-  MON NOUVEL IMPRÉSARIO, DIEU 
	21-  MON NOUVEL IMPRÉSARIO DIEU JÉSUS-CHRIST 
	22-  J'AI UN NOUVEL IMPRÉSARIO RICHE MULTIMILLIONNAIRE 
	23-  MON NOUVEL IMPRÉSARIO, DIEU 
</a:t>
            </a:r>
          </a:p>
          <a:p>
            <a:pPr>
              <a:defRPr/>
            </a:pPr>
            <a:r>
              <a:rPr lang="fr-FR" smtClean="0"/>
              <a:t>24-  J'AI UN NOUVEL IMPRÉSARIO  (3X) C’EST MON AMI LE TRÈS-HAUT   X2 
</a:t>
            </a:r>
          </a:p>
          <a:p>
            <a:pPr>
              <a:defRPr/>
            </a:pPr>
            <a:r>
              <a:rPr lang="fr-FR" smtClean="0"/>
              <a:t>25-  J'AI UN NOUVEL IMPRÉSARIO RICHE, MULTIMILLIONNAIRE    X4 
</a:t>
            </a:r>
          </a:p>
          <a:p>
            <a:pPr>
              <a:defRPr/>
            </a:pPr>
            <a:r>
              <a:rPr lang="fr-FR" smtClean="0"/>
              <a:t>26-  JE VEUX QUE TOUT LE PEUPLE DE DIEU SE PRÉPARE : UN, DEUX ET TROIS</a:t>
            </a: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J'AI UN NOUVEL IMPRÉSARIO  (3X) C’EST MON AMI LE TRÈS-HAUT  X2  
2-  J'AI CHERCHÉ LA SINCÉRITÉ ET JE N'AI PU LA TROUVER 
</a:t>
            </a:r>
          </a:p>
          <a:p>
            <a:r>
              <a:rPr lang="fr-FR" smtClean="0"/>
              <a:t>	3-  J'AI CHERCHÉ SUR TOUTE LA TERRE  
	4-  ET JE N’AI TROUVÉ QUE MENSONGES TRAHISON ET FAUSSETÉ 
	5-  J'AI CHERCHÉ AU FOND DE LA MER MONTÉ DANS UNE NAVETTE SPATIALE  
	6-  EXPLORÉ L'ESPACE SIDÉRAL  ET J'AI SEULEMENT ÉCOUTÉ 
	7-  LE CHANT DES HYPOCRITES 
</a:t>
            </a:r>
          </a:p>
          <a:p>
            <a:r>
              <a:rPr lang="fr-FR" smtClean="0"/>
              <a:t>8-  J'AI CHERCHÉ PARMI TOUS LES HUMAINS 
9-  SANS TROUVER UN FRÈRE QUI DISE LA VÉRITÉ 
10-  J'AI OUBLIÉ CE FRÈRE QUI EST MON AMI  
11-  QUI A TOUJOURS ÉTÉ AVEC MOI  ET QUI EST UN VÉRITABLE AMI  
</a:t>
            </a:r>
          </a:p>
          <a:p>
            <a:r>
              <a:rPr lang="fr-FR" smtClean="0"/>
              <a:t>	12-  MON AMI QUI EST UN MILLIONNAIRE  PUISSANT, MON IMPRÉSARIO 
	13-  MON NOUVEL IMPRÉSARIO, DIEU 
	14-  PROPRIÉTAIRE DE TOUTES LES ÉTOILES  ET DES CHOSES LES PLUS BELLES  
	15-  MON NOUVEL IMPRÉSARIO, DIEU    
</a:t>
            </a:r>
          </a:p>
          <a:p>
            <a:r>
              <a:rPr lang="fr-FR" smtClean="0"/>
              <a:t>16-  MAÎTRE DU CIEL, DES PLANÈTES DE LA LUNE 
17-  ET DE TOUT CE QU’IL Y A DE BON DANS LE MONDE, C’EST À MOI 
18-  MAÎTRE DE MES TRIOMPHES ET ÉCHECS LA SPLENDEUR DE MON COUCHER  
</a:t>
            </a:r>
          </a:p>
          <a:p>
            <a:r>
              <a:rPr lang="fr-FR" smtClean="0"/>
              <a:t>	19-  MON NOUVEL IMPRÉSARIO, DIEU    
	20-  MON NOUVEL IMPRÉSARIO, DIEU 
	21-  MON NOUVEL IMPRÉSARIO DIEU JÉSUS-CHRIST 
	22-  J'AI UN NOUVEL IMPRÉSARIO RICHE MULTIMILLIONNAIRE 
	23-  MON NOUVEL IMPRÉSARIO, DIEU 
</a:t>
            </a:r>
          </a:p>
          <a:p>
            <a:r>
              <a:rPr lang="fr-FR" smtClean="0"/>
              <a:t>24-  J'AI UN NOUVEL IMPRÉSARIO  (3X) C’EST MON AMI LE TRÈS-HAUT   X2 
</a:t>
            </a:r>
          </a:p>
          <a:p>
            <a:r>
              <a:rPr lang="fr-FR" smtClean="0"/>
              <a:t>25-  J'AI UN NOUVEL IMPRÉSARIO RICHE, MULTIMILLIONNAIRE    X4 
</a:t>
            </a:r>
          </a:p>
          <a:p>
            <a:r>
              <a:rPr lang="fr-FR" smtClean="0"/>
              <a:t>26-  JE VEUX QUE TOUT LE PEUPLE DE DIEU SE PRÉPARE : UN, DEUX ET TROIS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J'AI UN NOUVEL IMPRÉSARIO  (3X) C’EST MON AMI LE TRÈS-HAUT  X2  
2-  J'AI CHERCHÉ LA SINCÉRITÉ ET JE N'AI PU LA TROUVER 
</a:t>
            </a:r>
          </a:p>
          <a:p>
            <a:pPr>
              <a:defRPr/>
            </a:pPr>
            <a:r>
              <a:rPr lang="fr-FR" smtClean="0"/>
              <a:t>	3-  J'AI CHERCHÉ SUR TOUTE LA TERRE  
	4-  ET JE N’AI TROUVÉ QUE MENSONGES TRAHISON ET FAUSSETÉ 
	5-  J'AI CHERCHÉ AU FOND DE LA MER MONTÉ DANS UNE NAVETTE SPATIALE  
	6-  EXPLORÉ L'ESPACE SIDÉRAL  ET J'AI SEULEMENT ÉCOUTÉ 
	7-  LE CHANT DES HYPOCRITES 
</a:t>
            </a:r>
          </a:p>
          <a:p>
            <a:pPr>
              <a:defRPr/>
            </a:pPr>
            <a:r>
              <a:rPr lang="fr-FR" smtClean="0"/>
              <a:t>8-  J'AI CHERCHÉ PARMI TOUS LES HUMAINS 
9-  SANS TROUVER UN FRÈRE QUI DISE LA VÉRITÉ 
10-  J'AI OUBLIÉ CE FRÈRE QUI EST MON AMI  
11-  QUI A TOUJOURS ÉTÉ AVEC MOI  ET QUI EST UN VÉRITABLE AMI  
</a:t>
            </a:r>
          </a:p>
          <a:p>
            <a:pPr>
              <a:defRPr/>
            </a:pPr>
            <a:r>
              <a:rPr lang="fr-FR" smtClean="0"/>
              <a:t>	12-  MON AMI QUI EST UN MILLIONNAIRE  PUISSANT, MON IMPRÉSARIO 
	13-  MON NOUVEL IMPRÉSARIO, DIEU 
	14-  PROPRIÉTAIRE DE TOUTES LES ÉTOILES  ET DES CHOSES LES PLUS BELLES  
	15-  MON NOUVEL IMPRÉSARIO, DIEU    
</a:t>
            </a:r>
          </a:p>
          <a:p>
            <a:pPr>
              <a:defRPr/>
            </a:pPr>
            <a:r>
              <a:rPr lang="fr-FR" smtClean="0"/>
              <a:t>16-  MAÎTRE DU CIEL, DES PLANÈTES DE LA LUNE 
17-  ET DE TOUT CE QU’IL Y A DE BON DANS LE MONDE, C’EST À MOI 
18-  MAÎTRE DE MES TRIOMPHES ET ÉCHECS LA SPLENDEUR DE MON COUCHER  
</a:t>
            </a:r>
          </a:p>
          <a:p>
            <a:pPr>
              <a:defRPr/>
            </a:pPr>
            <a:r>
              <a:rPr lang="fr-FR" smtClean="0"/>
              <a:t>	19-  MON NOUVEL IMPRÉSARIO, DIEU    
	20-  MON NOUVEL IMPRÉSARIO, DIEU 
	21-  MON NOUVEL IMPRÉSARIO DIEU JÉSUS-CHRIST 
	22-  J'AI UN NOUVEL IMPRÉSARIO RICHE MULTIMILLIONNAIRE 
	23-  MON NOUVEL IMPRÉSARIO, DIEU 
</a:t>
            </a:r>
          </a:p>
          <a:p>
            <a:pPr>
              <a:defRPr/>
            </a:pPr>
            <a:r>
              <a:rPr lang="fr-FR" smtClean="0"/>
              <a:t>24-  J'AI UN NOUVEL IMPRÉSARIO  (3X) C’EST MON AMI LE TRÈS-HAUT   X2 
</a:t>
            </a:r>
          </a:p>
          <a:p>
            <a:pPr>
              <a:defRPr/>
            </a:pPr>
            <a:r>
              <a:rPr lang="fr-FR" smtClean="0"/>
              <a:t>25-  J'AI UN NOUVEL IMPRÉSARIO RICHE, MULTIMILLIONNAIRE    X4 
</a:t>
            </a:r>
          </a:p>
          <a:p>
            <a:pPr>
              <a:defRPr/>
            </a:pPr>
            <a:r>
              <a:rPr lang="fr-FR" smtClean="0"/>
              <a:t>26-  JE VEUX QUE TOUT LE PEUPLE DE DIEU SE PRÉPARE : UN, DEUX ET TROIS</a:t>
            </a:r>
            <a:endParaRPr lang="fr-FR" dirty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J'AI UN NOUVEL IMPRÉSARIO  (3X) C’EST MON AMI LE TRÈS-HAUT  X2  
2-  J'AI CHERCHÉ LA SINCÉRITÉ ET JE N'AI PU LA TROUVER 
</a:t>
            </a:r>
          </a:p>
          <a:p>
            <a:r>
              <a:rPr lang="fr-FR" smtClean="0"/>
              <a:t>	3-  J'AI CHERCHÉ SUR TOUTE LA TERRE  
	4-  ET JE N’AI TROUVÉ QUE MENSONGES TRAHISON ET FAUSSETÉ 
	5-  J'AI CHERCHÉ AU FOND DE LA MER MONTÉ DANS UNE NAVETTE SPATIALE  
	6-  EXPLORÉ L'ESPACE SIDÉRAL  ET J'AI SEULEMENT ÉCOUTÉ 
	7-  LE CHANT DES HYPOCRITES 
</a:t>
            </a:r>
          </a:p>
          <a:p>
            <a:r>
              <a:rPr lang="fr-FR" smtClean="0"/>
              <a:t>8-  J'AI CHERCHÉ PARMI TOUS LES HUMAINS 
9-  SANS TROUVER UN FRÈRE QUI DISE LA VÉRITÉ 
10-  J'AI OUBLIÉ CE FRÈRE QUI EST MON AMI  
11-  QUI A TOUJOURS ÉTÉ AVEC MOI  ET QUI EST UN VÉRITABLE AMI  
</a:t>
            </a:r>
          </a:p>
          <a:p>
            <a:r>
              <a:rPr lang="fr-FR" smtClean="0"/>
              <a:t>	12-  MON AMI QUI EST UN MILLIONNAIRE  PUISSANT, MON IMPRÉSARIO 
	13-  MON NOUVEL IMPRÉSARIO, DIEU 
	14-  PROPRIÉTAIRE DE TOUTES LES ÉTOILES  ET DES CHOSES LES PLUS BELLES  
	15-  MON NOUVEL IMPRÉSARIO, DIEU    
</a:t>
            </a:r>
          </a:p>
          <a:p>
            <a:r>
              <a:rPr lang="fr-FR" smtClean="0"/>
              <a:t>16-  MAÎTRE DU CIEL, DES PLANÈTES DE LA LUNE 
17-  ET DE TOUT CE QU’IL Y A DE BON DANS LE MONDE, C’EST À MOI 
18-  MAÎTRE DE MES TRIOMPHES ET ÉCHECS LA SPLENDEUR DE MON COUCHER  
</a:t>
            </a:r>
          </a:p>
          <a:p>
            <a:r>
              <a:rPr lang="fr-FR" smtClean="0"/>
              <a:t>	19-  MON NOUVEL IMPRÉSARIO, DIEU    
	20-  MON NOUVEL IMPRÉSARIO, DIEU 
	21-  MON NOUVEL IMPRÉSARIO DIEU JÉSUS-CHRIST 
	22-  J'AI UN NOUVEL IMPRÉSARIO RICHE MULTIMILLIONNAIRE 
	23-  MON NOUVEL IMPRÉSARIO, DIEU 
</a:t>
            </a:r>
          </a:p>
          <a:p>
            <a:r>
              <a:rPr lang="fr-FR" smtClean="0"/>
              <a:t>24-  J'AI UN NOUVEL IMPRÉSARIO  (3X) C’EST MON AMI LE TRÈS-HAUT   X2 
</a:t>
            </a:r>
          </a:p>
          <a:p>
            <a:r>
              <a:rPr lang="fr-FR" smtClean="0"/>
              <a:t>25-  J'AI UN NOUVEL IMPRÉSARIO RICHE, MULTIMILLIONNAIRE    X4 
</a:t>
            </a:r>
          </a:p>
          <a:p>
            <a:r>
              <a:rPr lang="fr-FR" smtClean="0"/>
              <a:t>26-  JE VEUX QUE TOUT LE PEUPLE DE DIEU SE PRÉPARE : UN, DEUX ET TROIS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J'AI UN NOUVEL IMPRÉSARIO  (3X) C’EST MON AMI LE TRÈS-HAUT  X2  
2-  J'AI CHERCHÉ LA SINCÉRITÉ ET JE N'AI PU LA TROUVER 
</a:t>
            </a:r>
          </a:p>
          <a:p>
            <a:pPr>
              <a:defRPr/>
            </a:pPr>
            <a:r>
              <a:rPr lang="fr-FR" smtClean="0"/>
              <a:t>	3-  J'AI CHERCHÉ SUR TOUTE LA TERRE  
	4-  ET JE N’AI TROUVÉ QUE MENSONGES TRAHISON ET FAUSSETÉ 
	5-  J'AI CHERCHÉ AU FOND DE LA MER MONTÉ DANS UNE NAVETTE SPATIALE  
	6-  EXPLORÉ L'ESPACE SIDÉRAL  ET J'AI SEULEMENT ÉCOUTÉ 
	7-  LE CHANT DES HYPOCRITES 
</a:t>
            </a:r>
          </a:p>
          <a:p>
            <a:pPr>
              <a:defRPr/>
            </a:pPr>
            <a:r>
              <a:rPr lang="fr-FR" smtClean="0"/>
              <a:t>8-  J'AI CHERCHÉ PARMI TOUS LES HUMAINS 
9-  SANS TROUVER UN FRÈRE QUI DISE LA VÉRITÉ 
10-  J'AI OUBLIÉ CE FRÈRE QUI EST MON AMI  
11-  QUI A TOUJOURS ÉTÉ AVEC MOI  ET QUI EST UN VÉRITABLE AMI  
</a:t>
            </a:r>
          </a:p>
          <a:p>
            <a:pPr>
              <a:defRPr/>
            </a:pPr>
            <a:r>
              <a:rPr lang="fr-FR" smtClean="0"/>
              <a:t>	12-  MON AMI QUI EST UN MILLIONNAIRE  PUISSANT, MON IMPRÉSARIO 
	13-  MON NOUVEL IMPRÉSARIO, DIEU 
	14-  PROPRIÉTAIRE DE TOUTES LES ÉTOILES  ET DES CHOSES LES PLUS BELLES  
	15-  MON NOUVEL IMPRÉSARIO, DIEU    
</a:t>
            </a:r>
          </a:p>
          <a:p>
            <a:pPr>
              <a:defRPr/>
            </a:pPr>
            <a:r>
              <a:rPr lang="fr-FR" smtClean="0"/>
              <a:t>16-  MAÎTRE DU CIEL, DES PLANÈTES DE LA LUNE 
17-  ET DE TOUT CE QU’IL Y A DE BON DANS LE MONDE, C’EST À MOI 
18-  MAÎTRE DE MES TRIOMPHES ET ÉCHECS LA SPLENDEUR DE MON COUCHER  
</a:t>
            </a:r>
          </a:p>
          <a:p>
            <a:pPr>
              <a:defRPr/>
            </a:pPr>
            <a:r>
              <a:rPr lang="fr-FR" smtClean="0"/>
              <a:t>	19-  MON NOUVEL IMPRÉSARIO, DIEU    
	20-  MON NOUVEL IMPRÉSARIO, DIEU 
	21-  MON NOUVEL IMPRÉSARIO DIEU JÉSUS-CHRIST 
	22-  J'AI UN NOUVEL IMPRÉSARIO RICHE MULTIMILLIONNAIRE 
	23-  MON NOUVEL IMPRÉSARIO, DIEU 
</a:t>
            </a:r>
          </a:p>
          <a:p>
            <a:pPr>
              <a:defRPr/>
            </a:pPr>
            <a:r>
              <a:rPr lang="fr-FR" smtClean="0"/>
              <a:t>24-  J'AI UN NOUVEL IMPRÉSARIO  (3X) C’EST MON AMI LE TRÈS-HAUT   X2 
</a:t>
            </a:r>
          </a:p>
          <a:p>
            <a:pPr>
              <a:defRPr/>
            </a:pPr>
            <a:r>
              <a:rPr lang="fr-FR" smtClean="0"/>
              <a:t>25-  J'AI UN NOUVEL IMPRÉSARIO RICHE, MULTIMILLIONNAIRE    X4 
</a:t>
            </a:r>
          </a:p>
          <a:p>
            <a:pPr>
              <a:defRPr/>
            </a:pPr>
            <a:r>
              <a:rPr lang="fr-FR" smtClean="0"/>
              <a:t>26-  JE VEUX QUE TOUT LE PEUPLE DE DIEU SE PRÉPARE : UN, DEUX ET TROIS</a:t>
            </a:r>
            <a:endParaRPr lang="fr-FR" dirty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J'AI UN NOUVEL IMPRÉSARIO  (3X) C’EST MON AMI LE TRÈS-HAUT  X2  
2-  J'AI CHERCHÉ LA SINCÉRITÉ ET JE N'AI PU LA TROUVER 
</a:t>
            </a:r>
          </a:p>
          <a:p>
            <a:r>
              <a:rPr lang="fr-FR" smtClean="0"/>
              <a:t>	3-  J'AI CHERCHÉ SUR TOUTE LA TERRE  
	4-  ET JE N’AI TROUVÉ QUE MENSONGES TRAHISON ET FAUSSETÉ 
	5-  J'AI CHERCHÉ AU FOND DE LA MER MONTÉ DANS UNE NAVETTE SPATIALE  
	6-  EXPLORÉ L'ESPACE SIDÉRAL  ET J'AI SEULEMENT ÉCOUTÉ 
	7-  LE CHANT DES HYPOCRITES 
</a:t>
            </a:r>
          </a:p>
          <a:p>
            <a:r>
              <a:rPr lang="fr-FR" smtClean="0"/>
              <a:t>8-  J'AI CHERCHÉ PARMI TOUS LES HUMAINS 
9-  SANS TROUVER UN FRÈRE QUI DISE LA VÉRITÉ 
10-  J'AI OUBLIÉ CE FRÈRE QUI EST MON AMI  
11-  QUI A TOUJOURS ÉTÉ AVEC MOI  ET QUI EST UN VÉRITABLE AMI  
</a:t>
            </a:r>
          </a:p>
          <a:p>
            <a:r>
              <a:rPr lang="fr-FR" smtClean="0"/>
              <a:t>	12-  MON AMI QUI EST UN MILLIONNAIRE  PUISSANT, MON IMPRÉSARIO 
	13-  MON NOUVEL IMPRÉSARIO, DIEU 
	14-  PROPRIÉTAIRE DE TOUTES LES ÉTOILES  ET DES CHOSES LES PLUS BELLES  
	15-  MON NOUVEL IMPRÉSARIO, DIEU    
</a:t>
            </a:r>
          </a:p>
          <a:p>
            <a:r>
              <a:rPr lang="fr-FR" smtClean="0"/>
              <a:t>16-  MAÎTRE DU CIEL, DES PLANÈTES DE LA LUNE 
17-  ET DE TOUT CE QU’IL Y A DE BON DANS LE MONDE, C’EST À MOI 
18-  MAÎTRE DE MES TRIOMPHES ET ÉCHECS LA SPLENDEUR DE MON COUCHER  
</a:t>
            </a:r>
          </a:p>
          <a:p>
            <a:r>
              <a:rPr lang="fr-FR" smtClean="0"/>
              <a:t>	19-  MON NOUVEL IMPRÉSARIO, DIEU    
	20-  MON NOUVEL IMPRÉSARIO, DIEU 
	21-  MON NOUVEL IMPRÉSARIO DIEU JÉSUS-CHRIST 
	22-  J'AI UN NOUVEL IMPRÉSARIO RICHE MULTIMILLIONNAIRE 
	23-  MON NOUVEL IMPRÉSARIO, DIEU 
</a:t>
            </a:r>
          </a:p>
          <a:p>
            <a:r>
              <a:rPr lang="fr-FR" smtClean="0"/>
              <a:t>24-  J'AI UN NOUVEL IMPRÉSARIO  (3X) C’EST MON AMI LE TRÈS-HAUT   X2 
</a:t>
            </a:r>
          </a:p>
          <a:p>
            <a:r>
              <a:rPr lang="fr-FR" smtClean="0"/>
              <a:t>25-  J'AI UN NOUVEL IMPRÉSARIO RICHE, MULTIMILLIONNAIRE    X4 
</a:t>
            </a:r>
          </a:p>
          <a:p>
            <a:r>
              <a:rPr lang="fr-FR" smtClean="0"/>
              <a:t>26-  JE VEUX QUE TOUT LE PEUPLE DE DIEU SE PRÉPARE : UN, DEUX ET TROIS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J'AI UN NOUVEL IMPRÉSARIO  (3X) C’EST MON AMI LE TRÈS-HAUT  X2  
2-  J'AI CHERCHÉ LA SINCÉRITÉ ET JE N'AI PU LA TROUVER 
</a:t>
            </a:r>
          </a:p>
          <a:p>
            <a:pPr>
              <a:defRPr/>
            </a:pPr>
            <a:r>
              <a:rPr lang="fr-FR" smtClean="0"/>
              <a:t>	3-  J'AI CHERCHÉ SUR TOUTE LA TERRE  
	4-  ET JE N’AI TROUVÉ QUE MENSONGES TRAHISON ET FAUSSETÉ 
	5-  J'AI CHERCHÉ AU FOND DE LA MER MONTÉ DANS UNE NAVETTE SPATIALE  
	6-  EXPLORÉ L'ESPACE SIDÉRAL  ET J'AI SEULEMENT ÉCOUTÉ 
	7-  LE CHANT DES HYPOCRITES 
</a:t>
            </a:r>
          </a:p>
          <a:p>
            <a:pPr>
              <a:defRPr/>
            </a:pPr>
            <a:r>
              <a:rPr lang="fr-FR" smtClean="0"/>
              <a:t>8-  J'AI CHERCHÉ PARMI TOUS LES HUMAINS 
9-  SANS TROUVER UN FRÈRE QUI DISE LA VÉRITÉ 
10-  J'AI OUBLIÉ CE FRÈRE QUI EST MON AMI  
11-  QUI A TOUJOURS ÉTÉ AVEC MOI  ET QUI EST UN VÉRITABLE AMI  
</a:t>
            </a:r>
          </a:p>
          <a:p>
            <a:pPr>
              <a:defRPr/>
            </a:pPr>
            <a:r>
              <a:rPr lang="fr-FR" smtClean="0"/>
              <a:t>	12-  MON AMI QUI EST UN MILLIONNAIRE  PUISSANT, MON IMPRÉSARIO 
	13-  MON NOUVEL IMPRÉSARIO, DIEU 
	14-  PROPRIÉTAIRE DE TOUTES LES ÉTOILES  ET DES CHOSES LES PLUS BELLES  
	15-  MON NOUVEL IMPRÉSARIO, DIEU    
</a:t>
            </a:r>
          </a:p>
          <a:p>
            <a:pPr>
              <a:defRPr/>
            </a:pPr>
            <a:r>
              <a:rPr lang="fr-FR" smtClean="0"/>
              <a:t>16-  MAÎTRE DU CIEL, DES PLANÈTES DE LA LUNE 
17-  ET DE TOUT CE QU’IL Y A DE BON DANS LE MONDE, C’EST À MOI 
18-  MAÎTRE DE MES TRIOMPHES ET ÉCHECS LA SPLENDEUR DE MON COUCHER  
</a:t>
            </a:r>
          </a:p>
          <a:p>
            <a:pPr>
              <a:defRPr/>
            </a:pPr>
            <a:r>
              <a:rPr lang="fr-FR" smtClean="0"/>
              <a:t>	19-  MON NOUVEL IMPRÉSARIO, DIEU    
	20-  MON NOUVEL IMPRÉSARIO, DIEU 
	21-  MON NOUVEL IMPRÉSARIO DIEU JÉSUS-CHRIST 
	22-  J'AI UN NOUVEL IMPRÉSARIO RICHE MULTIMILLIONNAIRE 
	23-  MON NOUVEL IMPRÉSARIO, DIEU 
</a:t>
            </a:r>
          </a:p>
          <a:p>
            <a:pPr>
              <a:defRPr/>
            </a:pPr>
            <a:r>
              <a:rPr lang="fr-FR" smtClean="0"/>
              <a:t>24-  J'AI UN NOUVEL IMPRÉSARIO  (3X) C’EST MON AMI LE TRÈS-HAUT   X2 
</a:t>
            </a:r>
          </a:p>
          <a:p>
            <a:pPr>
              <a:defRPr/>
            </a:pPr>
            <a:r>
              <a:rPr lang="fr-FR" smtClean="0"/>
              <a:t>25-  J'AI UN NOUVEL IMPRÉSARIO RICHE, MULTIMILLIONNAIRE    X4 
</a:t>
            </a:r>
          </a:p>
          <a:p>
            <a:pPr>
              <a:defRPr/>
            </a:pPr>
            <a:r>
              <a:rPr lang="fr-FR" smtClean="0"/>
              <a:t>26-  JE VEUX QUE TOUT LE PEUPLE DE DIEU SE PRÉPARE : UN, DEUX ET TROIS</a:t>
            </a:r>
            <a:endParaRPr lang="fr-FR" dirty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J'AI UN NOUVEL IMPRÉSARIO  (3X) C’EST MON AMI LE TRÈS-HAUT  X2  
2-  J'AI CHERCHÉ LA SINCÉRITÉ ET JE N'AI PU LA TROUVER 
</a:t>
            </a:r>
          </a:p>
          <a:p>
            <a:r>
              <a:rPr lang="fr-FR" smtClean="0"/>
              <a:t>	3-  J'AI CHERCHÉ SUR TOUTE LA TERRE  
	4-  ET JE N’AI TROUVÉ QUE MENSONGES TRAHISON ET FAUSSETÉ 
	5-  J'AI CHERCHÉ AU FOND DE LA MER MONTÉ DANS UNE NAVETTE SPATIALE  
	6-  EXPLORÉ L'ESPACE SIDÉRAL  ET J'AI SEULEMENT ÉCOUTÉ 
	7-  LE CHANT DES HYPOCRITES 
</a:t>
            </a:r>
          </a:p>
          <a:p>
            <a:r>
              <a:rPr lang="fr-FR" smtClean="0"/>
              <a:t>8-  J'AI CHERCHÉ PARMI TOUS LES HUMAINS 
9-  SANS TROUVER UN FRÈRE QUI DISE LA VÉRITÉ 
10-  J'AI OUBLIÉ CE FRÈRE QUI EST MON AMI  
11-  QUI A TOUJOURS ÉTÉ AVEC MOI  ET QUI EST UN VÉRITABLE AMI  
</a:t>
            </a:r>
          </a:p>
          <a:p>
            <a:r>
              <a:rPr lang="fr-FR" smtClean="0"/>
              <a:t>	12-  MON AMI QUI EST UN MILLIONNAIRE  PUISSANT, MON IMPRÉSARIO 
	13-  MON NOUVEL IMPRÉSARIO, DIEU 
	14-  PROPRIÉTAIRE DE TOUTES LES ÉTOILES  ET DES CHOSES LES PLUS BELLES  
	15-  MON NOUVEL IMPRÉSARIO, DIEU    
</a:t>
            </a:r>
          </a:p>
          <a:p>
            <a:r>
              <a:rPr lang="fr-FR" smtClean="0"/>
              <a:t>16-  MAÎTRE DU CIEL, DES PLANÈTES DE LA LUNE 
17-  ET DE TOUT CE QU’IL Y A DE BON DANS LE MONDE, C’EST À MOI 
18-  MAÎTRE DE MES TRIOMPHES ET ÉCHECS LA SPLENDEUR DE MON COUCHER  
</a:t>
            </a:r>
          </a:p>
          <a:p>
            <a:r>
              <a:rPr lang="fr-FR" smtClean="0"/>
              <a:t>	19-  MON NOUVEL IMPRÉSARIO, DIEU    
	20-  MON NOUVEL IMPRÉSARIO, DIEU 
	21-  MON NOUVEL IMPRÉSARIO DIEU JÉSUS-CHRIST 
	22-  J'AI UN NOUVEL IMPRÉSARIO RICHE MULTIMILLIONNAIRE 
	23-  MON NOUVEL IMPRÉSARIO, DIEU 
</a:t>
            </a:r>
          </a:p>
          <a:p>
            <a:r>
              <a:rPr lang="fr-FR" smtClean="0"/>
              <a:t>24-  J'AI UN NOUVEL IMPRÉSARIO  (3X) C’EST MON AMI LE TRÈS-HAUT   X2 
</a:t>
            </a:r>
          </a:p>
          <a:p>
            <a:r>
              <a:rPr lang="fr-FR" smtClean="0"/>
              <a:t>25-  J'AI UN NOUVEL IMPRÉSARIO RICHE, MULTIMILLIONNAIRE    X4 
</a:t>
            </a:r>
          </a:p>
          <a:p>
            <a:r>
              <a:rPr lang="fr-FR" smtClean="0"/>
              <a:t>26-  JE VEUX QUE TOUT LE PEUPLE DE DIEU SE PRÉPARE : UN, DEUX ET TROIS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J'AI UN NOUVEL IMPRÉSARIO  (3X) C’EST MON AMI LE TRÈS-HAUT  X2  
2-  J'AI CHERCHÉ LA SINCÉRITÉ ET JE N'AI PU LA TROUVER 
</a:t>
            </a:r>
          </a:p>
          <a:p>
            <a:pPr>
              <a:defRPr/>
            </a:pPr>
            <a:r>
              <a:rPr lang="fr-FR" smtClean="0"/>
              <a:t>	3-  J'AI CHERCHÉ SUR TOUTE LA TERRE  
	4-  ET JE N’AI TROUVÉ QUE MENSONGES TRAHISON ET FAUSSETÉ 
	5-  J'AI CHERCHÉ AU FOND DE LA MER MONTÉ DANS UNE NAVETTE SPATIALE  
	6-  EXPLORÉ L'ESPACE SIDÉRAL  ET J'AI SEULEMENT ÉCOUTÉ 
	7-  LE CHANT DES HYPOCRITES 
</a:t>
            </a:r>
          </a:p>
          <a:p>
            <a:pPr>
              <a:defRPr/>
            </a:pPr>
            <a:r>
              <a:rPr lang="fr-FR" smtClean="0"/>
              <a:t>8-  J'AI CHERCHÉ PARMI TOUS LES HUMAINS 
9-  SANS TROUVER UN FRÈRE QUI DISE LA VÉRITÉ 
10-  J'AI OUBLIÉ CE FRÈRE QUI EST MON AMI  
11-  QUI A TOUJOURS ÉTÉ AVEC MOI  ET QUI EST UN VÉRITABLE AMI  
</a:t>
            </a:r>
          </a:p>
          <a:p>
            <a:pPr>
              <a:defRPr/>
            </a:pPr>
            <a:r>
              <a:rPr lang="fr-FR" smtClean="0"/>
              <a:t>	12-  MON AMI QUI EST UN MILLIONNAIRE  PUISSANT, MON IMPRÉSARIO 
	13-  MON NOUVEL IMPRÉSARIO, DIEU 
	14-  PROPRIÉTAIRE DE TOUTES LES ÉTOILES  ET DES CHOSES LES PLUS BELLES  
	15-  MON NOUVEL IMPRÉSARIO, DIEU    
</a:t>
            </a:r>
          </a:p>
          <a:p>
            <a:pPr>
              <a:defRPr/>
            </a:pPr>
            <a:r>
              <a:rPr lang="fr-FR" smtClean="0"/>
              <a:t>16-  MAÎTRE DU CIEL, DES PLANÈTES DE LA LUNE 
17-  ET DE TOUT CE QU’IL Y A DE BON DANS LE MONDE, C’EST À MOI 
18-  MAÎTRE DE MES TRIOMPHES ET ÉCHECS LA SPLENDEUR DE MON COUCHER  
</a:t>
            </a:r>
          </a:p>
          <a:p>
            <a:pPr>
              <a:defRPr/>
            </a:pPr>
            <a:r>
              <a:rPr lang="fr-FR" smtClean="0"/>
              <a:t>	19-  MON NOUVEL IMPRÉSARIO, DIEU    
	20-  MON NOUVEL IMPRÉSARIO, DIEU 
	21-  MON NOUVEL IMPRÉSARIO DIEU JÉSUS-CHRIST 
	22-  J'AI UN NOUVEL IMPRÉSARIO RICHE MULTIMILLIONNAIRE 
	23-  MON NOUVEL IMPRÉSARIO, DIEU 
</a:t>
            </a:r>
          </a:p>
          <a:p>
            <a:pPr>
              <a:defRPr/>
            </a:pPr>
            <a:r>
              <a:rPr lang="fr-FR" smtClean="0"/>
              <a:t>24-  J'AI UN NOUVEL IMPRÉSARIO  (3X) C’EST MON AMI LE TRÈS-HAUT   X2 
</a:t>
            </a:r>
          </a:p>
          <a:p>
            <a:pPr>
              <a:defRPr/>
            </a:pPr>
            <a:r>
              <a:rPr lang="fr-FR" smtClean="0"/>
              <a:t>25-  J'AI UN NOUVEL IMPRÉSARIO RICHE, MULTIMILLIONNAIRE    X4 
</a:t>
            </a:r>
          </a:p>
          <a:p>
            <a:pPr>
              <a:defRPr/>
            </a:pPr>
            <a:r>
              <a:rPr lang="fr-FR" smtClean="0"/>
              <a:t>26-  JE VEUX QUE TOUT LE PEUPLE DE DIEU SE PRÉPARE : UN, DEUX ET TROIS</a:t>
            </a:r>
            <a:endParaRPr lang="fr-FR" dirty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J'AI UN NOUVEL IMPRÉSARIO  (3X) C’EST MON AMI LE TRÈS-HAUT  X2  
2-  J'AI CHERCHÉ LA SINCÉRITÉ ET JE N'AI PU LA TROUVER 
</a:t>
            </a:r>
          </a:p>
          <a:p>
            <a:r>
              <a:rPr lang="fr-FR" smtClean="0"/>
              <a:t>	3-  J'AI CHERCHÉ SUR TOUTE LA TERRE  
	4-  ET JE N’AI TROUVÉ QUE MENSONGES TRAHISON ET FAUSSETÉ 
	5-  J'AI CHERCHÉ AU FOND DE LA MER MONTÉ DANS UNE NAVETTE SPATIALE  
	6-  EXPLORÉ L'ESPACE SIDÉRAL  ET J'AI SEULEMENT ÉCOUTÉ 
	7-  LE CHANT DES HYPOCRITES 
</a:t>
            </a:r>
          </a:p>
          <a:p>
            <a:r>
              <a:rPr lang="fr-FR" smtClean="0"/>
              <a:t>8-  J'AI CHERCHÉ PARMI TOUS LES HUMAINS 
9-  SANS TROUVER UN FRÈRE QUI DISE LA VÉRITÉ 
10-  J'AI OUBLIÉ CE FRÈRE QUI EST MON AMI  
11-  QUI A TOUJOURS ÉTÉ AVEC MOI  ET QUI EST UN VÉRITABLE AMI  
</a:t>
            </a:r>
          </a:p>
          <a:p>
            <a:r>
              <a:rPr lang="fr-FR" smtClean="0"/>
              <a:t>	12-  MON AMI QUI EST UN MILLIONNAIRE  PUISSANT, MON IMPRÉSARIO 
	13-  MON NOUVEL IMPRÉSARIO, DIEU 
	14-  PROPRIÉTAIRE DE TOUTES LES ÉTOILES  ET DES CHOSES LES PLUS BELLES  
	15-  MON NOUVEL IMPRÉSARIO, DIEU    
</a:t>
            </a:r>
          </a:p>
          <a:p>
            <a:r>
              <a:rPr lang="fr-FR" smtClean="0"/>
              <a:t>16-  MAÎTRE DU CIEL, DES PLANÈTES DE LA LUNE 
17-  ET DE TOUT CE QU’IL Y A DE BON DANS LE MONDE, C’EST À MOI 
18-  MAÎTRE DE MES TRIOMPHES ET ÉCHECS LA SPLENDEUR DE MON COUCHER  
</a:t>
            </a:r>
          </a:p>
          <a:p>
            <a:r>
              <a:rPr lang="fr-FR" smtClean="0"/>
              <a:t>	19-  MON NOUVEL IMPRÉSARIO, DIEU    
	20-  MON NOUVEL IMPRÉSARIO, DIEU 
	21-  MON NOUVEL IMPRÉSARIO DIEU JÉSUS-CHRIST 
	22-  J'AI UN NOUVEL IMPRÉSARIO RICHE MULTIMILLIONNAIRE 
	23-  MON NOUVEL IMPRÉSARIO, DIEU 
</a:t>
            </a:r>
          </a:p>
          <a:p>
            <a:r>
              <a:rPr lang="fr-FR" smtClean="0"/>
              <a:t>24-  J'AI UN NOUVEL IMPRÉSARIO  (3X) C’EST MON AMI LE TRÈS-HAUT   X2 
</a:t>
            </a:r>
          </a:p>
          <a:p>
            <a:r>
              <a:rPr lang="fr-FR" smtClean="0"/>
              <a:t>25-  J'AI UN NOUVEL IMPRÉSARIO RICHE, MULTIMILLIONNAIRE    X4 
</a:t>
            </a:r>
          </a:p>
          <a:p>
            <a:r>
              <a:rPr lang="fr-FR" smtClean="0"/>
              <a:t>26-  JE VEUX QUE TOUT LE PEUPLE DE DIEU SE PRÉPARE : UN, DEUX ET TROIS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J'AI UN NOUVEL IMPRÉSARIO  (3X) C’EST MON AMI LE TRÈS-HAUT  X2  
2-  J'AI CHERCHÉ LA SINCÉRITÉ ET JE N'AI PU LA TROUVER 
</a:t>
            </a:r>
          </a:p>
          <a:p>
            <a:pPr>
              <a:defRPr/>
            </a:pPr>
            <a:r>
              <a:rPr lang="fr-FR" smtClean="0"/>
              <a:t>	3-  J'AI CHERCHÉ SUR TOUTE LA TERRE  
	4-  ET JE N’AI TROUVÉ QUE MENSONGES TRAHISON ET FAUSSETÉ 
	5-  J'AI CHERCHÉ AU FOND DE LA MER MONTÉ DANS UNE NAVETTE SPATIALE  
	6-  EXPLORÉ L'ESPACE SIDÉRAL  ET J'AI SEULEMENT ÉCOUTÉ 
	7-  LE CHANT DES HYPOCRITES 
</a:t>
            </a:r>
          </a:p>
          <a:p>
            <a:pPr>
              <a:defRPr/>
            </a:pPr>
            <a:r>
              <a:rPr lang="fr-FR" smtClean="0"/>
              <a:t>8-  J'AI CHERCHÉ PARMI TOUS LES HUMAINS 
9-  SANS TROUVER UN FRÈRE QUI DISE LA VÉRITÉ 
10-  J'AI OUBLIÉ CE FRÈRE QUI EST MON AMI  
11-  QUI A TOUJOURS ÉTÉ AVEC MOI  ET QUI EST UN VÉRITABLE AMI  
</a:t>
            </a:r>
          </a:p>
          <a:p>
            <a:pPr>
              <a:defRPr/>
            </a:pPr>
            <a:r>
              <a:rPr lang="fr-FR" smtClean="0"/>
              <a:t>	12-  MON AMI QUI EST UN MILLIONNAIRE  PUISSANT, MON IMPRÉSARIO 
	13-  MON NOUVEL IMPRÉSARIO, DIEU 
	14-  PROPRIÉTAIRE DE TOUTES LES ÉTOILES  ET DES CHOSES LES PLUS BELLES  
	15-  MON NOUVEL IMPRÉSARIO, DIEU    
</a:t>
            </a:r>
          </a:p>
          <a:p>
            <a:pPr>
              <a:defRPr/>
            </a:pPr>
            <a:r>
              <a:rPr lang="fr-FR" smtClean="0"/>
              <a:t>16-  MAÎTRE DU CIEL, DES PLANÈTES DE LA LUNE 
17-  ET DE TOUT CE QU’IL Y A DE BON DANS LE MONDE, C’EST À MOI 
18-  MAÎTRE DE MES TRIOMPHES ET ÉCHECS LA SPLENDEUR DE MON COUCHER  
</a:t>
            </a:r>
          </a:p>
          <a:p>
            <a:pPr>
              <a:defRPr/>
            </a:pPr>
            <a:r>
              <a:rPr lang="fr-FR" smtClean="0"/>
              <a:t>	19-  MON NOUVEL IMPRÉSARIO, DIEU    
	20-  MON NOUVEL IMPRÉSARIO, DIEU 
	21-  MON NOUVEL IMPRÉSARIO DIEU JÉSUS-CHRIST 
	22-  J'AI UN NOUVEL IMPRÉSARIO RICHE MULTIMILLIONNAIRE 
	23-  MON NOUVEL IMPRÉSARIO, DIEU 
</a:t>
            </a:r>
          </a:p>
          <a:p>
            <a:pPr>
              <a:defRPr/>
            </a:pPr>
            <a:r>
              <a:rPr lang="fr-FR" smtClean="0"/>
              <a:t>24-  J'AI UN NOUVEL IMPRÉSARIO  (3X) C’EST MON AMI LE TRÈS-HAUT   X2 
</a:t>
            </a:r>
          </a:p>
          <a:p>
            <a:pPr>
              <a:defRPr/>
            </a:pPr>
            <a:r>
              <a:rPr lang="fr-FR" smtClean="0"/>
              <a:t>25-  J'AI UN NOUVEL IMPRÉSARIO RICHE, MULTIMILLIONNAIRE    X4 
</a:t>
            </a:r>
          </a:p>
          <a:p>
            <a:pPr>
              <a:defRPr/>
            </a:pPr>
            <a:r>
              <a:rPr lang="fr-FR" smtClean="0"/>
              <a:t>26-  JE VEUX QUE TOUT LE PEUPLE DE DIEU SE PRÉPARE : UN, DEUX ET TROIS</a:t>
            </a:r>
            <a:endParaRPr lang="fr-FR" dirty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J'AI UN NOUVEL IMPRÉSARIO  (3X) C’EST MON AMI LE TRÈS-HAUT  X2  
2-  J'AI CHERCHÉ LA SINCÉRITÉ ET JE N'AI PU LA TROUVER 
</a:t>
            </a:r>
          </a:p>
          <a:p>
            <a:r>
              <a:rPr lang="fr-FR" smtClean="0"/>
              <a:t>	3-  J'AI CHERCHÉ SUR TOUTE LA TERRE  
	4-  ET JE N’AI TROUVÉ QUE MENSONGES TRAHISON ET FAUSSETÉ 
	5-  J'AI CHERCHÉ AU FOND DE LA MER MONTÉ DANS UNE NAVETTE SPATIALE  
	6-  EXPLORÉ L'ESPACE SIDÉRAL  ET J'AI SEULEMENT ÉCOUTÉ 
	7-  LE CHANT DES HYPOCRITES 
</a:t>
            </a:r>
          </a:p>
          <a:p>
            <a:r>
              <a:rPr lang="fr-FR" smtClean="0"/>
              <a:t>8-  J'AI CHERCHÉ PARMI TOUS LES HUMAINS 
9-  SANS TROUVER UN FRÈRE QUI DISE LA VÉRITÉ 
10-  J'AI OUBLIÉ CE FRÈRE QUI EST MON AMI  
11-  QUI A TOUJOURS ÉTÉ AVEC MOI  ET QUI EST UN VÉRITABLE AMI  
</a:t>
            </a:r>
          </a:p>
          <a:p>
            <a:r>
              <a:rPr lang="fr-FR" smtClean="0"/>
              <a:t>	12-  MON AMI QUI EST UN MILLIONNAIRE  PUISSANT, MON IMPRÉSARIO 
	13-  MON NOUVEL IMPRÉSARIO, DIEU 
	14-  PROPRIÉTAIRE DE TOUTES LES ÉTOILES  ET DES CHOSES LES PLUS BELLES  
	15-  MON NOUVEL IMPRÉSARIO, DIEU    
</a:t>
            </a:r>
          </a:p>
          <a:p>
            <a:r>
              <a:rPr lang="fr-FR" smtClean="0"/>
              <a:t>16-  MAÎTRE DU CIEL, DES PLANÈTES DE LA LUNE 
17-  ET DE TOUT CE QU’IL Y A DE BON DANS LE MONDE, C’EST À MOI 
18-  MAÎTRE DE MES TRIOMPHES ET ÉCHECS LA SPLENDEUR DE MON COUCHER  
</a:t>
            </a:r>
          </a:p>
          <a:p>
            <a:r>
              <a:rPr lang="fr-FR" smtClean="0"/>
              <a:t>	19-  MON NOUVEL IMPRÉSARIO, DIEU    
	20-  MON NOUVEL IMPRÉSARIO, DIEU 
	21-  MON NOUVEL IMPRÉSARIO DIEU JÉSUS-CHRIST 
	22-  J'AI UN NOUVEL IMPRÉSARIO RICHE MULTIMILLIONNAIRE 
	23-  MON NOUVEL IMPRÉSARIO, DIEU 
</a:t>
            </a:r>
          </a:p>
          <a:p>
            <a:r>
              <a:rPr lang="fr-FR" smtClean="0"/>
              <a:t>24-  J'AI UN NOUVEL IMPRÉSARIO  (3X) C’EST MON AMI LE TRÈS-HAUT   X2 
</a:t>
            </a:r>
          </a:p>
          <a:p>
            <a:r>
              <a:rPr lang="fr-FR" smtClean="0"/>
              <a:t>25-  J'AI UN NOUVEL IMPRÉSARIO RICHE, MULTIMILLIONNAIRE    X4 
</a:t>
            </a:r>
          </a:p>
          <a:p>
            <a:r>
              <a:rPr lang="fr-FR" smtClean="0"/>
              <a:t>26-  JE VEUX QUE TOUT LE PEUPLE DE DIEU SE PRÉPARE : UN, DEUX ET TROIS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J'AI UN NOUVEL IMPRÉSARIO  (3X) C’EST MON AMI LE TRÈS-HAUT  X2  
2-  J'AI CHERCHÉ LA SINCÉRITÉ ET JE N'AI PU LA TROUVER 
</a:t>
            </a:r>
          </a:p>
          <a:p>
            <a:pPr>
              <a:defRPr/>
            </a:pPr>
            <a:r>
              <a:rPr lang="fr-FR" smtClean="0"/>
              <a:t>	3-  J'AI CHERCHÉ SUR TOUTE LA TERRE  
	4-  ET JE N’AI TROUVÉ QUE MENSONGES TRAHISON ET FAUSSETÉ 
	5-  J'AI CHERCHÉ AU FOND DE LA MER MONTÉ DANS UNE NAVETTE SPATIALE  
	6-  EXPLORÉ L'ESPACE SIDÉRAL  ET J'AI SEULEMENT ÉCOUTÉ 
	7-  LE CHANT DES HYPOCRITES 
</a:t>
            </a:r>
          </a:p>
          <a:p>
            <a:pPr>
              <a:defRPr/>
            </a:pPr>
            <a:r>
              <a:rPr lang="fr-FR" smtClean="0"/>
              <a:t>8-  J'AI CHERCHÉ PARMI TOUS LES HUMAINS 
9-  SANS TROUVER UN FRÈRE QUI DISE LA VÉRITÉ 
10-  J'AI OUBLIÉ CE FRÈRE QUI EST MON AMI  
11-  QUI A TOUJOURS ÉTÉ AVEC MOI  ET QUI EST UN VÉRITABLE AMI  
</a:t>
            </a:r>
          </a:p>
          <a:p>
            <a:pPr>
              <a:defRPr/>
            </a:pPr>
            <a:r>
              <a:rPr lang="fr-FR" smtClean="0"/>
              <a:t>	12-  MON AMI QUI EST UN MILLIONNAIRE  PUISSANT, MON IMPRÉSARIO 
	13-  MON NOUVEL IMPRÉSARIO, DIEU 
	14-  PROPRIÉTAIRE DE TOUTES LES ÉTOILES  ET DES CHOSES LES PLUS BELLES  
	15-  MON NOUVEL IMPRÉSARIO, DIEU    
</a:t>
            </a:r>
          </a:p>
          <a:p>
            <a:pPr>
              <a:defRPr/>
            </a:pPr>
            <a:r>
              <a:rPr lang="fr-FR" smtClean="0"/>
              <a:t>16-  MAÎTRE DU CIEL, DES PLANÈTES DE LA LUNE 
17-  ET DE TOUT CE QU’IL Y A DE BON DANS LE MONDE, C’EST À MOI 
18-  MAÎTRE DE MES TRIOMPHES ET ÉCHECS LA SPLENDEUR DE MON COUCHER  
</a:t>
            </a:r>
          </a:p>
          <a:p>
            <a:pPr>
              <a:defRPr/>
            </a:pPr>
            <a:r>
              <a:rPr lang="fr-FR" smtClean="0"/>
              <a:t>	19-  MON NOUVEL IMPRÉSARIO, DIEU    
	20-  MON NOUVEL IMPRÉSARIO, DIEU 
	21-  MON NOUVEL IMPRÉSARIO DIEU JÉSUS-CHRIST 
	22-  J'AI UN NOUVEL IMPRÉSARIO RICHE MULTIMILLIONNAIRE 
	23-  MON NOUVEL IMPRÉSARIO, DIEU 
</a:t>
            </a:r>
          </a:p>
          <a:p>
            <a:pPr>
              <a:defRPr/>
            </a:pPr>
            <a:r>
              <a:rPr lang="fr-FR" smtClean="0"/>
              <a:t>24-  J'AI UN NOUVEL IMPRÉSARIO  (3X) C’EST MON AMI LE TRÈS-HAUT   X2 
</a:t>
            </a:r>
          </a:p>
          <a:p>
            <a:pPr>
              <a:defRPr/>
            </a:pPr>
            <a:r>
              <a:rPr lang="fr-FR" smtClean="0"/>
              <a:t>25-  J'AI UN NOUVEL IMPRÉSARIO RICHE, MULTIMILLIONNAIRE    X4 
</a:t>
            </a:r>
          </a:p>
          <a:p>
            <a:pPr>
              <a:defRPr/>
            </a:pPr>
            <a:r>
              <a:rPr lang="fr-FR" smtClean="0"/>
              <a:t>26-  JE VEUX QUE TOUT LE PEUPLE DE DIEU SE PRÉPARE : UN, DEUX ET TROIS</a:t>
            </a:r>
            <a:endParaRPr lang="fr-FR" dirty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J'AI UN NOUVEL IMPRÉSARIO  (3X) C’EST MON AMI LE TRÈS-HAUT  X2  
2-  J'AI CHERCHÉ LA SINCÉRITÉ ET JE N'AI PU LA TROUVER 
</a:t>
            </a:r>
          </a:p>
          <a:p>
            <a:r>
              <a:rPr lang="fr-FR" smtClean="0"/>
              <a:t>	3-  J'AI CHERCHÉ SUR TOUTE LA TERRE  
	4-  ET JE N’AI TROUVÉ QUE MENSONGES TRAHISON ET FAUSSETÉ 
	5-  J'AI CHERCHÉ AU FOND DE LA MER MONTÉ DANS UNE NAVETTE SPATIALE  
	6-  EXPLORÉ L'ESPACE SIDÉRAL  ET J'AI SEULEMENT ÉCOUTÉ 
	7-  LE CHANT DES HYPOCRITES 
</a:t>
            </a:r>
          </a:p>
          <a:p>
            <a:r>
              <a:rPr lang="fr-FR" smtClean="0"/>
              <a:t>8-  J'AI CHERCHÉ PARMI TOUS LES HUMAINS 
9-  SANS TROUVER UN FRÈRE QUI DISE LA VÉRITÉ 
10-  J'AI OUBLIÉ CE FRÈRE QUI EST MON AMI  
11-  QUI A TOUJOURS ÉTÉ AVEC MOI  ET QUI EST UN VÉRITABLE AMI  
</a:t>
            </a:r>
          </a:p>
          <a:p>
            <a:r>
              <a:rPr lang="fr-FR" smtClean="0"/>
              <a:t>	12-  MON AMI QUI EST UN MILLIONNAIRE  PUISSANT, MON IMPRÉSARIO 
	13-  MON NOUVEL IMPRÉSARIO, DIEU 
	14-  PROPRIÉTAIRE DE TOUTES LES ÉTOILES  ET DES CHOSES LES PLUS BELLES  
	15-  MON NOUVEL IMPRÉSARIO, DIEU    
</a:t>
            </a:r>
          </a:p>
          <a:p>
            <a:r>
              <a:rPr lang="fr-FR" smtClean="0"/>
              <a:t>16-  MAÎTRE DU CIEL, DES PLANÈTES DE LA LUNE 
17-  ET DE TOUT CE QU’IL Y A DE BON DANS LE MONDE, C’EST À MOI 
18-  MAÎTRE DE MES TRIOMPHES ET ÉCHECS LA SPLENDEUR DE MON COUCHER  
</a:t>
            </a:r>
          </a:p>
          <a:p>
            <a:r>
              <a:rPr lang="fr-FR" smtClean="0"/>
              <a:t>	19-  MON NOUVEL IMPRÉSARIO, DIEU    
	20-  MON NOUVEL IMPRÉSARIO, DIEU 
	21-  MON NOUVEL IMPRÉSARIO DIEU JÉSUS-CHRIST 
	22-  J'AI UN NOUVEL IMPRÉSARIO RICHE MULTIMILLIONNAIRE 
	23-  MON NOUVEL IMPRÉSARIO, DIEU 
</a:t>
            </a:r>
          </a:p>
          <a:p>
            <a:r>
              <a:rPr lang="fr-FR" smtClean="0"/>
              <a:t>24-  J'AI UN NOUVEL IMPRÉSARIO  (3X) C’EST MON AMI LE TRÈS-HAUT   X2 
</a:t>
            </a:r>
          </a:p>
          <a:p>
            <a:r>
              <a:rPr lang="fr-FR" smtClean="0"/>
              <a:t>25-  J'AI UN NOUVEL IMPRÉSARIO RICHE, MULTIMILLIONNAIRE    X4 
</a:t>
            </a:r>
          </a:p>
          <a:p>
            <a:r>
              <a:rPr lang="fr-FR" smtClean="0"/>
              <a:t>26-  JE VEUX QUE TOUT LE PEUPLE DE DIEU SE PRÉPARE : UN, DEUX ET TROIS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J'AI UN NOUVEL IMPRÉSARIO  (3X) C’EST MON AMI LE TRÈS-HAUT  X2  
2-  J'AI CHERCHÉ LA SINCÉRITÉ ET JE N'AI PU LA TROUVER 
</a:t>
            </a:r>
          </a:p>
          <a:p>
            <a:pPr>
              <a:defRPr/>
            </a:pPr>
            <a:r>
              <a:rPr lang="fr-FR" smtClean="0"/>
              <a:t>	3-  J'AI CHERCHÉ SUR TOUTE LA TERRE  
	4-  ET JE N’AI TROUVÉ QUE MENSONGES TRAHISON ET FAUSSETÉ 
	5-  J'AI CHERCHÉ AU FOND DE LA MER MONTÉ DANS UNE NAVETTE SPATIALE  
	6-  EXPLORÉ L'ESPACE SIDÉRAL  ET J'AI SEULEMENT ÉCOUTÉ 
	7-  LE CHANT DES HYPOCRITES 
</a:t>
            </a:r>
          </a:p>
          <a:p>
            <a:pPr>
              <a:defRPr/>
            </a:pPr>
            <a:r>
              <a:rPr lang="fr-FR" smtClean="0"/>
              <a:t>8-  J'AI CHERCHÉ PARMI TOUS LES HUMAINS 
9-  SANS TROUVER UN FRÈRE QUI DISE LA VÉRITÉ 
10-  J'AI OUBLIÉ CE FRÈRE QUI EST MON AMI  
11-  QUI A TOUJOURS ÉTÉ AVEC MOI  ET QUI EST UN VÉRITABLE AMI  
</a:t>
            </a:r>
          </a:p>
          <a:p>
            <a:pPr>
              <a:defRPr/>
            </a:pPr>
            <a:r>
              <a:rPr lang="fr-FR" smtClean="0"/>
              <a:t>	12-  MON AMI QUI EST UN MILLIONNAIRE  PUISSANT, MON IMPRÉSARIO 
	13-  MON NOUVEL IMPRÉSARIO, DIEU 
	14-  PROPRIÉTAIRE DE TOUTES LES ÉTOILES  ET DES CHOSES LES PLUS BELLES  
	15-  MON NOUVEL IMPRÉSARIO, DIEU    
</a:t>
            </a:r>
          </a:p>
          <a:p>
            <a:pPr>
              <a:defRPr/>
            </a:pPr>
            <a:r>
              <a:rPr lang="fr-FR" smtClean="0"/>
              <a:t>16-  MAÎTRE DU CIEL, DES PLANÈTES DE LA LUNE 
17-  ET DE TOUT CE QU’IL Y A DE BON DANS LE MONDE, C’EST À MOI 
18-  MAÎTRE DE MES TRIOMPHES ET ÉCHECS LA SPLENDEUR DE MON COUCHER  
</a:t>
            </a:r>
          </a:p>
          <a:p>
            <a:pPr>
              <a:defRPr/>
            </a:pPr>
            <a:r>
              <a:rPr lang="fr-FR" smtClean="0"/>
              <a:t>	19-  MON NOUVEL IMPRÉSARIO, DIEU    
	20-  MON NOUVEL IMPRÉSARIO, DIEU 
	21-  MON NOUVEL IMPRÉSARIO DIEU JÉSUS-CHRIST 
	22-  J'AI UN NOUVEL IMPRÉSARIO RICHE MULTIMILLIONNAIRE 
	23-  MON NOUVEL IMPRÉSARIO, DIEU 
</a:t>
            </a:r>
          </a:p>
          <a:p>
            <a:pPr>
              <a:defRPr/>
            </a:pPr>
            <a:r>
              <a:rPr lang="fr-FR" smtClean="0"/>
              <a:t>24-  J'AI UN NOUVEL IMPRÉSARIO  (3X) C’EST MON AMI LE TRÈS-HAUT   X2 
</a:t>
            </a:r>
          </a:p>
          <a:p>
            <a:pPr>
              <a:defRPr/>
            </a:pPr>
            <a:r>
              <a:rPr lang="fr-FR" smtClean="0"/>
              <a:t>25-  J'AI UN NOUVEL IMPRÉSARIO RICHE, MULTIMILLIONNAIRE    X4 
</a:t>
            </a:r>
          </a:p>
          <a:p>
            <a:pPr>
              <a:defRPr/>
            </a:pPr>
            <a:r>
              <a:rPr lang="fr-FR" smtClean="0"/>
              <a:t>26-  JE VEUX QUE TOUT LE PEUPLE DE DIEU SE PRÉPARE : UN, DEUX ET TROIS</a:t>
            </a:r>
            <a:endParaRPr lang="fr-FR" dirty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J'AI UN NOUVEL IMPRÉSARIO  (3X) C’EST MON AMI LE TRÈS-HAUT  X2  
2-  J'AI CHERCHÉ LA SINCÉRITÉ ET JE N'AI PU LA TROUVER 
</a:t>
            </a:r>
          </a:p>
          <a:p>
            <a:r>
              <a:rPr lang="fr-FR" smtClean="0"/>
              <a:t>	3-  J'AI CHERCHÉ SUR TOUTE LA TERRE  
	4-  ET JE N’AI TROUVÉ QUE MENSONGES TRAHISON ET FAUSSETÉ 
	5-  J'AI CHERCHÉ AU FOND DE LA MER MONTÉ DANS UNE NAVETTE SPATIALE  
	6-  EXPLORÉ L'ESPACE SIDÉRAL  ET J'AI SEULEMENT ÉCOUTÉ 
	7-  LE CHANT DES HYPOCRITES 
</a:t>
            </a:r>
          </a:p>
          <a:p>
            <a:r>
              <a:rPr lang="fr-FR" smtClean="0"/>
              <a:t>8-  J'AI CHERCHÉ PARMI TOUS LES HUMAINS 
9-  SANS TROUVER UN FRÈRE QUI DISE LA VÉRITÉ 
10-  J'AI OUBLIÉ CE FRÈRE QUI EST MON AMI  
11-  QUI A TOUJOURS ÉTÉ AVEC MOI  ET QUI EST UN VÉRITABLE AMI  
</a:t>
            </a:r>
          </a:p>
          <a:p>
            <a:r>
              <a:rPr lang="fr-FR" smtClean="0"/>
              <a:t>	12-  MON AMI QUI EST UN MILLIONNAIRE  PUISSANT, MON IMPRÉSARIO 
	13-  MON NOUVEL IMPRÉSARIO, DIEU 
	14-  PROPRIÉTAIRE DE TOUTES LES ÉTOILES  ET DES CHOSES LES PLUS BELLES  
	15-  MON NOUVEL IMPRÉSARIO, DIEU    
</a:t>
            </a:r>
          </a:p>
          <a:p>
            <a:r>
              <a:rPr lang="fr-FR" smtClean="0"/>
              <a:t>16-  MAÎTRE DU CIEL, DES PLANÈTES DE LA LUNE 
17-  ET DE TOUT CE QU’IL Y A DE BON DANS LE MONDE, C’EST À MOI 
18-  MAÎTRE DE MES TRIOMPHES ET ÉCHECS LA SPLENDEUR DE MON COUCHER  
</a:t>
            </a:r>
          </a:p>
          <a:p>
            <a:r>
              <a:rPr lang="fr-FR" smtClean="0"/>
              <a:t>	19-  MON NOUVEL IMPRÉSARIO, DIEU    
	20-  MON NOUVEL IMPRÉSARIO, DIEU 
	21-  MON NOUVEL IMPRÉSARIO DIEU JÉSUS-CHRIST 
	22-  J'AI UN NOUVEL IMPRÉSARIO RICHE MULTIMILLIONNAIRE 
	23-  MON NOUVEL IMPRÉSARIO, DIEU 
</a:t>
            </a:r>
          </a:p>
          <a:p>
            <a:r>
              <a:rPr lang="fr-FR" smtClean="0"/>
              <a:t>24-  J'AI UN NOUVEL IMPRÉSARIO  (3X) C’EST MON AMI LE TRÈS-HAUT   X2 
</a:t>
            </a:r>
          </a:p>
          <a:p>
            <a:r>
              <a:rPr lang="fr-FR" smtClean="0"/>
              <a:t>25-  J'AI UN NOUVEL IMPRÉSARIO RICHE, MULTIMILLIONNAIRE    X4 
</a:t>
            </a:r>
          </a:p>
          <a:p>
            <a:r>
              <a:rPr lang="fr-FR" smtClean="0"/>
              <a:t>26-  JE VEUX QUE TOUT LE PEUPLE DE DIEU SE PRÉPARE : UN, DEUX ET TROIS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J'AI UN NOUVEL IMPRÉSARIO  (3X) C’EST MON AMI LE TRÈS-HAUT  X2  
2-  J'AI CHERCHÉ LA SINCÉRITÉ ET JE N'AI PU LA TROUVER 
</a:t>
            </a:r>
          </a:p>
          <a:p>
            <a:pPr>
              <a:defRPr/>
            </a:pPr>
            <a:r>
              <a:rPr lang="fr-FR" smtClean="0"/>
              <a:t>	3-  J'AI CHERCHÉ SUR TOUTE LA TERRE  
	4-  ET JE N’AI TROUVÉ QUE MENSONGES TRAHISON ET FAUSSETÉ 
	5-  J'AI CHERCHÉ AU FOND DE LA MER MONTÉ DANS UNE NAVETTE SPATIALE  
	6-  EXPLORÉ L'ESPACE SIDÉRAL  ET J'AI SEULEMENT ÉCOUTÉ 
	7-  LE CHANT DES HYPOCRITES 
</a:t>
            </a:r>
          </a:p>
          <a:p>
            <a:pPr>
              <a:defRPr/>
            </a:pPr>
            <a:r>
              <a:rPr lang="fr-FR" smtClean="0"/>
              <a:t>8-  J'AI CHERCHÉ PARMI TOUS LES HUMAINS 
9-  SANS TROUVER UN FRÈRE QUI DISE LA VÉRITÉ 
10-  J'AI OUBLIÉ CE FRÈRE QUI EST MON AMI  
11-  QUI A TOUJOURS ÉTÉ AVEC MOI  ET QUI EST UN VÉRITABLE AMI  
</a:t>
            </a:r>
          </a:p>
          <a:p>
            <a:pPr>
              <a:defRPr/>
            </a:pPr>
            <a:r>
              <a:rPr lang="fr-FR" smtClean="0"/>
              <a:t>	12-  MON AMI QUI EST UN MILLIONNAIRE  PUISSANT, MON IMPRÉSARIO 
	13-  MON NOUVEL IMPRÉSARIO, DIEU 
	14-  PROPRIÉTAIRE DE TOUTES LES ÉTOILES  ET DES CHOSES LES PLUS BELLES  
	15-  MON NOUVEL IMPRÉSARIO, DIEU    
</a:t>
            </a:r>
          </a:p>
          <a:p>
            <a:pPr>
              <a:defRPr/>
            </a:pPr>
            <a:r>
              <a:rPr lang="fr-FR" smtClean="0"/>
              <a:t>16-  MAÎTRE DU CIEL, DES PLANÈTES DE LA LUNE 
17-  ET DE TOUT CE QU’IL Y A DE BON DANS LE MONDE, C’EST À MOI 
18-  MAÎTRE DE MES TRIOMPHES ET ÉCHECS LA SPLENDEUR DE MON COUCHER  
</a:t>
            </a:r>
          </a:p>
          <a:p>
            <a:pPr>
              <a:defRPr/>
            </a:pPr>
            <a:r>
              <a:rPr lang="fr-FR" smtClean="0"/>
              <a:t>	19-  MON NOUVEL IMPRÉSARIO, DIEU    
	20-  MON NOUVEL IMPRÉSARIO, DIEU 
	21-  MON NOUVEL IMPRÉSARIO DIEU JÉSUS-CHRIST 
	22-  J'AI UN NOUVEL IMPRÉSARIO RICHE MULTIMILLIONNAIRE 
	23-  MON NOUVEL IMPRÉSARIO, DIEU 
</a:t>
            </a:r>
          </a:p>
          <a:p>
            <a:pPr>
              <a:defRPr/>
            </a:pPr>
            <a:r>
              <a:rPr lang="fr-FR" smtClean="0"/>
              <a:t>24-  J'AI UN NOUVEL IMPRÉSARIO  (3X) C’EST MON AMI LE TRÈS-HAUT   X2 
</a:t>
            </a:r>
          </a:p>
          <a:p>
            <a:pPr>
              <a:defRPr/>
            </a:pPr>
            <a:r>
              <a:rPr lang="fr-FR" smtClean="0"/>
              <a:t>25-  J'AI UN NOUVEL IMPRÉSARIO RICHE, MULTIMILLIONNAIRE    X4 
</a:t>
            </a:r>
          </a:p>
          <a:p>
            <a:pPr>
              <a:defRPr/>
            </a:pPr>
            <a:r>
              <a:rPr lang="fr-FR" smtClean="0"/>
              <a:t>26-  JE VEUX QUE TOUT LE PEUPLE DE DIEU SE PRÉPARE : UN, DEUX ET TROIS</a:t>
            </a:r>
            <a:endParaRPr lang="fr-FR" dirty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J'AI UN NOUVEL IMPRÉSARIO  (3X) C’EST MON AMI LE TRÈS-HAUT  X2  
2-  J'AI CHERCHÉ LA SINCÉRITÉ ET JE N'AI PU LA TROUVER 
</a:t>
            </a:r>
          </a:p>
          <a:p>
            <a:r>
              <a:rPr lang="fr-FR" smtClean="0"/>
              <a:t>	3-  J'AI CHERCHÉ SUR TOUTE LA TERRE  
	4-  ET JE N’AI TROUVÉ QUE MENSONGES TRAHISON ET FAUSSETÉ 
	5-  J'AI CHERCHÉ AU FOND DE LA MER MONTÉ DANS UNE NAVETTE SPATIALE  
	6-  EXPLORÉ L'ESPACE SIDÉRAL  ET J'AI SEULEMENT ÉCOUTÉ 
	7-  LE CHANT DES HYPOCRITES 
</a:t>
            </a:r>
          </a:p>
          <a:p>
            <a:r>
              <a:rPr lang="fr-FR" smtClean="0"/>
              <a:t>8-  J'AI CHERCHÉ PARMI TOUS LES HUMAINS 
9-  SANS TROUVER UN FRÈRE QUI DISE LA VÉRITÉ 
10-  J'AI OUBLIÉ CE FRÈRE QUI EST MON AMI  
11-  QUI A TOUJOURS ÉTÉ AVEC MOI  ET QUI EST UN VÉRITABLE AMI  
</a:t>
            </a:r>
          </a:p>
          <a:p>
            <a:r>
              <a:rPr lang="fr-FR" smtClean="0"/>
              <a:t>	12-  MON AMI QUI EST UN MILLIONNAIRE  PUISSANT, MON IMPRÉSARIO 
	13-  MON NOUVEL IMPRÉSARIO, DIEU 
	14-  PROPRIÉTAIRE DE TOUTES LES ÉTOILES  ET DES CHOSES LES PLUS BELLES  
	15-  MON NOUVEL IMPRÉSARIO, DIEU    
</a:t>
            </a:r>
          </a:p>
          <a:p>
            <a:r>
              <a:rPr lang="fr-FR" smtClean="0"/>
              <a:t>16-  MAÎTRE DU CIEL, DES PLANÈTES DE LA LUNE 
17-  ET DE TOUT CE QU’IL Y A DE BON DANS LE MONDE, C’EST À MOI 
18-  MAÎTRE DE MES TRIOMPHES ET ÉCHECS LA SPLENDEUR DE MON COUCHER  
</a:t>
            </a:r>
          </a:p>
          <a:p>
            <a:r>
              <a:rPr lang="fr-FR" smtClean="0"/>
              <a:t>	19-  MON NOUVEL IMPRÉSARIO, DIEU    
	20-  MON NOUVEL IMPRÉSARIO, DIEU 
	21-  MON NOUVEL IMPRÉSARIO DIEU JÉSUS-CHRIST 
	22-  J'AI UN NOUVEL IMPRÉSARIO RICHE MULTIMILLIONNAIRE 
	23-  MON NOUVEL IMPRÉSARIO, DIEU 
</a:t>
            </a:r>
          </a:p>
          <a:p>
            <a:r>
              <a:rPr lang="fr-FR" smtClean="0"/>
              <a:t>24-  J'AI UN NOUVEL IMPRÉSARIO  (3X) C’EST MON AMI LE TRÈS-HAUT   X2 
</a:t>
            </a:r>
          </a:p>
          <a:p>
            <a:r>
              <a:rPr lang="fr-FR" smtClean="0"/>
              <a:t>25-  J'AI UN NOUVEL IMPRÉSARIO RICHE, MULTIMILLIONNAIRE    X4 
</a:t>
            </a:r>
          </a:p>
          <a:p>
            <a:r>
              <a:rPr lang="fr-FR" smtClean="0"/>
              <a:t>26-  JE VEUX QUE TOUT LE PEUPLE DE DIEU SE PRÉPARE : UN, DEUX ET TROIS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J'AI UN NOUVEL IMPRÉSARIO  (3X) C’EST MON AMI LE TRÈS-HAUT  X2  
2-  J'AI CHERCHÉ LA SINCÉRITÉ ET JE N'AI PU LA TROUVER 
</a:t>
            </a:r>
          </a:p>
          <a:p>
            <a:pPr>
              <a:defRPr/>
            </a:pPr>
            <a:r>
              <a:rPr lang="fr-FR" smtClean="0"/>
              <a:t>	3-  J'AI CHERCHÉ SUR TOUTE LA TERRE  
	4-  ET JE N’AI TROUVÉ QUE MENSONGES TRAHISON ET FAUSSETÉ 
	5-  J'AI CHERCHÉ AU FOND DE LA MER MONTÉ DANS UNE NAVETTE SPATIALE  
	6-  EXPLORÉ L'ESPACE SIDÉRAL  ET J'AI SEULEMENT ÉCOUTÉ 
	7-  LE CHANT DES HYPOCRITES 
</a:t>
            </a:r>
          </a:p>
          <a:p>
            <a:pPr>
              <a:defRPr/>
            </a:pPr>
            <a:r>
              <a:rPr lang="fr-FR" smtClean="0"/>
              <a:t>8-  J'AI CHERCHÉ PARMI TOUS LES HUMAINS 
9-  SANS TROUVER UN FRÈRE QUI DISE LA VÉRITÉ 
10-  J'AI OUBLIÉ CE FRÈRE QUI EST MON AMI  
11-  QUI A TOUJOURS ÉTÉ AVEC MOI  ET QUI EST UN VÉRITABLE AMI  
</a:t>
            </a:r>
          </a:p>
          <a:p>
            <a:pPr>
              <a:defRPr/>
            </a:pPr>
            <a:r>
              <a:rPr lang="fr-FR" smtClean="0"/>
              <a:t>	12-  MON AMI QUI EST UN MILLIONNAIRE  PUISSANT, MON IMPRÉSARIO 
	13-  MON NOUVEL IMPRÉSARIO, DIEU 
	14-  PROPRIÉTAIRE DE TOUTES LES ÉTOILES  ET DES CHOSES LES PLUS BELLES  
	15-  MON NOUVEL IMPRÉSARIO, DIEU    
</a:t>
            </a:r>
          </a:p>
          <a:p>
            <a:pPr>
              <a:defRPr/>
            </a:pPr>
            <a:r>
              <a:rPr lang="fr-FR" smtClean="0"/>
              <a:t>16-  MAÎTRE DU CIEL, DES PLANÈTES DE LA LUNE 
17-  ET DE TOUT CE QU’IL Y A DE BON DANS LE MONDE, C’EST À MOI 
18-  MAÎTRE DE MES TRIOMPHES ET ÉCHECS LA SPLENDEUR DE MON COUCHER  
</a:t>
            </a:r>
          </a:p>
          <a:p>
            <a:pPr>
              <a:defRPr/>
            </a:pPr>
            <a:r>
              <a:rPr lang="fr-FR" smtClean="0"/>
              <a:t>	19-  MON NOUVEL IMPRÉSARIO, DIEU    
	20-  MON NOUVEL IMPRÉSARIO, DIEU 
	21-  MON NOUVEL IMPRÉSARIO DIEU JÉSUS-CHRIST 
	22-  J'AI UN NOUVEL IMPRÉSARIO RICHE MULTIMILLIONNAIRE 
	23-  MON NOUVEL IMPRÉSARIO, DIEU 
</a:t>
            </a:r>
          </a:p>
          <a:p>
            <a:pPr>
              <a:defRPr/>
            </a:pPr>
            <a:r>
              <a:rPr lang="fr-FR" smtClean="0"/>
              <a:t>24-  J'AI UN NOUVEL IMPRÉSARIO  (3X) C’EST MON AMI LE TRÈS-HAUT   X2 
</a:t>
            </a:r>
          </a:p>
          <a:p>
            <a:pPr>
              <a:defRPr/>
            </a:pPr>
            <a:r>
              <a:rPr lang="fr-FR" smtClean="0"/>
              <a:t>25-  J'AI UN NOUVEL IMPRÉSARIO RICHE, MULTIMILLIONNAIRE    X4 
</a:t>
            </a:r>
          </a:p>
          <a:p>
            <a:pPr>
              <a:defRPr/>
            </a:pPr>
            <a:r>
              <a:rPr lang="fr-FR" smtClean="0"/>
              <a:t>26-  JE VEUX QUE TOUT LE PEUPLE DE DIEU SE PRÉPARE : UN, DEUX ET TROIS</a:t>
            </a:r>
            <a:endParaRPr lang="fr-FR" dirty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J'AI UN NOUVEL IMPRÉSARIO  (3X) C’EST MON AMI LE TRÈS-HAUT  X2  
2-  J'AI CHERCHÉ LA SINCÉRITÉ ET JE N'AI PU LA TROUVER 
</a:t>
            </a:r>
          </a:p>
          <a:p>
            <a:r>
              <a:rPr lang="fr-FR" smtClean="0"/>
              <a:t>	3-  J'AI CHERCHÉ SUR TOUTE LA TERRE  
	4-  ET JE N’AI TROUVÉ QUE MENSONGES TRAHISON ET FAUSSETÉ 
	5-  J'AI CHERCHÉ AU FOND DE LA MER MONTÉ DANS UNE NAVETTE SPATIALE  
	6-  EXPLORÉ L'ESPACE SIDÉRAL  ET J'AI SEULEMENT ÉCOUTÉ 
	7-  LE CHANT DES HYPOCRITES 
</a:t>
            </a:r>
          </a:p>
          <a:p>
            <a:r>
              <a:rPr lang="fr-FR" smtClean="0"/>
              <a:t>8-  J'AI CHERCHÉ PARMI TOUS LES HUMAINS 
9-  SANS TROUVER UN FRÈRE QUI DISE LA VÉRITÉ 
10-  J'AI OUBLIÉ CE FRÈRE QUI EST MON AMI  
11-  QUI A TOUJOURS ÉTÉ AVEC MOI  ET QUI EST UN VÉRITABLE AMI  
</a:t>
            </a:r>
          </a:p>
          <a:p>
            <a:r>
              <a:rPr lang="fr-FR" smtClean="0"/>
              <a:t>	12-  MON AMI QUI EST UN MILLIONNAIRE  PUISSANT, MON IMPRÉSARIO 
	13-  MON NOUVEL IMPRÉSARIO, DIEU 
	14-  PROPRIÉTAIRE DE TOUTES LES ÉTOILES  ET DES CHOSES LES PLUS BELLES  
	15-  MON NOUVEL IMPRÉSARIO, DIEU    
</a:t>
            </a:r>
          </a:p>
          <a:p>
            <a:r>
              <a:rPr lang="fr-FR" smtClean="0"/>
              <a:t>16-  MAÎTRE DU CIEL, DES PLANÈTES DE LA LUNE 
17-  ET DE TOUT CE QU’IL Y A DE BON DANS LE MONDE, C’EST À MOI 
18-  MAÎTRE DE MES TRIOMPHES ET ÉCHECS LA SPLENDEUR DE MON COUCHER  
</a:t>
            </a:r>
          </a:p>
          <a:p>
            <a:r>
              <a:rPr lang="fr-FR" smtClean="0"/>
              <a:t>	19-  MON NOUVEL IMPRÉSARIO, DIEU    
	20-  MON NOUVEL IMPRÉSARIO, DIEU 
	21-  MON NOUVEL IMPRÉSARIO DIEU JÉSUS-CHRIST 
	22-  J'AI UN NOUVEL IMPRÉSARIO RICHE MULTIMILLIONNAIRE 
	23-  MON NOUVEL IMPRÉSARIO, DIEU 
</a:t>
            </a:r>
          </a:p>
          <a:p>
            <a:r>
              <a:rPr lang="fr-FR" smtClean="0"/>
              <a:t>24-  J'AI UN NOUVEL IMPRÉSARIO  (3X) C’EST MON AMI LE TRÈS-HAUT   X2 
</a:t>
            </a:r>
          </a:p>
          <a:p>
            <a:r>
              <a:rPr lang="fr-FR" smtClean="0"/>
              <a:t>25-  J'AI UN NOUVEL IMPRÉSARIO RICHE, MULTIMILLIONNAIRE    X4 
</a:t>
            </a:r>
          </a:p>
          <a:p>
            <a:r>
              <a:rPr lang="fr-FR" smtClean="0"/>
              <a:t>26-  JE VEUX QUE TOUT LE PEUPLE DE DIEU SE PRÉPARE : UN, DEUX ET TROIS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J'AI UN NOUVEL IMPRÉSARIO  (3X) C’EST MON AMI LE TRÈS-HAUT  X2  
2-  J'AI CHERCHÉ LA SINCÉRITÉ ET JE N'AI PU LA TROUVER 
</a:t>
            </a:r>
          </a:p>
          <a:p>
            <a:pPr>
              <a:defRPr/>
            </a:pPr>
            <a:r>
              <a:rPr lang="fr-FR" smtClean="0"/>
              <a:t>	3-  J'AI CHERCHÉ SUR TOUTE LA TERRE  
	4-  ET JE N’AI TROUVÉ QUE MENSONGES TRAHISON ET FAUSSETÉ 
	5-  J'AI CHERCHÉ AU FOND DE LA MER MONTÉ DANS UNE NAVETTE SPATIALE  
	6-  EXPLORÉ L'ESPACE SIDÉRAL  ET J'AI SEULEMENT ÉCOUTÉ 
	7-  LE CHANT DES HYPOCRITES 
</a:t>
            </a:r>
          </a:p>
          <a:p>
            <a:pPr>
              <a:defRPr/>
            </a:pPr>
            <a:r>
              <a:rPr lang="fr-FR" smtClean="0"/>
              <a:t>8-  J'AI CHERCHÉ PARMI TOUS LES HUMAINS 
9-  SANS TROUVER UN FRÈRE QUI DISE LA VÉRITÉ 
10-  J'AI OUBLIÉ CE FRÈRE QUI EST MON AMI  
11-  QUI A TOUJOURS ÉTÉ AVEC MOI  ET QUI EST UN VÉRITABLE AMI  
</a:t>
            </a:r>
          </a:p>
          <a:p>
            <a:pPr>
              <a:defRPr/>
            </a:pPr>
            <a:r>
              <a:rPr lang="fr-FR" smtClean="0"/>
              <a:t>	12-  MON AMI QUI EST UN MILLIONNAIRE  PUISSANT, MON IMPRÉSARIO 
	13-  MON NOUVEL IMPRÉSARIO, DIEU 
	14-  PROPRIÉTAIRE DE TOUTES LES ÉTOILES  ET DES CHOSES LES PLUS BELLES  
	15-  MON NOUVEL IMPRÉSARIO, DIEU    
</a:t>
            </a:r>
          </a:p>
          <a:p>
            <a:pPr>
              <a:defRPr/>
            </a:pPr>
            <a:r>
              <a:rPr lang="fr-FR" smtClean="0"/>
              <a:t>16-  MAÎTRE DU CIEL, DES PLANÈTES DE LA LUNE 
17-  ET DE TOUT CE QU’IL Y A DE BON DANS LE MONDE, C’EST À MOI 
18-  MAÎTRE DE MES TRIOMPHES ET ÉCHECS LA SPLENDEUR DE MON COUCHER  
</a:t>
            </a:r>
          </a:p>
          <a:p>
            <a:pPr>
              <a:defRPr/>
            </a:pPr>
            <a:r>
              <a:rPr lang="fr-FR" smtClean="0"/>
              <a:t>	19-  MON NOUVEL IMPRÉSARIO, DIEU    
	20-  MON NOUVEL IMPRÉSARIO, DIEU 
	21-  MON NOUVEL IMPRÉSARIO DIEU JÉSUS-CHRIST 
	22-  J'AI UN NOUVEL IMPRÉSARIO RICHE MULTIMILLIONNAIRE 
	23-  MON NOUVEL IMPRÉSARIO, DIEU 
</a:t>
            </a:r>
          </a:p>
          <a:p>
            <a:pPr>
              <a:defRPr/>
            </a:pPr>
            <a:r>
              <a:rPr lang="fr-FR" smtClean="0"/>
              <a:t>24-  J'AI UN NOUVEL IMPRÉSARIO  (3X) C’EST MON AMI LE TRÈS-HAUT   X2 
</a:t>
            </a:r>
          </a:p>
          <a:p>
            <a:pPr>
              <a:defRPr/>
            </a:pPr>
            <a:r>
              <a:rPr lang="fr-FR" smtClean="0"/>
              <a:t>25-  J'AI UN NOUVEL IMPRÉSARIO RICHE, MULTIMILLIONNAIRE    X4 
</a:t>
            </a:r>
          </a:p>
          <a:p>
            <a:pPr>
              <a:defRPr/>
            </a:pPr>
            <a:r>
              <a:rPr lang="fr-FR" smtClean="0"/>
              <a:t>26-  JE VEUX QUE TOUT LE PEUPLE DE DIEU SE PRÉPARE : UN, DEUX ET TROIS</a:t>
            </a:r>
            <a:endParaRPr lang="fr-FR" dirty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J'AI UN NOUVEL IMPRÉSARIO  (3X) C’EST MON AMI LE TRÈS-HAUT  X2  
2-  J'AI CHERCHÉ LA SINCÉRITÉ ET JE N'AI PU LA TROUVER 
</a:t>
            </a:r>
          </a:p>
          <a:p>
            <a:r>
              <a:rPr lang="fr-FR" smtClean="0"/>
              <a:t>	3-  J'AI CHERCHÉ SUR TOUTE LA TERRE  
	4-  ET JE N’AI TROUVÉ QUE MENSONGES TRAHISON ET FAUSSETÉ 
	5-  J'AI CHERCHÉ AU FOND DE LA MER MONTÉ DANS UNE NAVETTE SPATIALE  
	6-  EXPLORÉ L'ESPACE SIDÉRAL  ET J'AI SEULEMENT ÉCOUTÉ 
	7-  LE CHANT DES HYPOCRITES 
</a:t>
            </a:r>
          </a:p>
          <a:p>
            <a:r>
              <a:rPr lang="fr-FR" smtClean="0"/>
              <a:t>8-  J'AI CHERCHÉ PARMI TOUS LES HUMAINS 
9-  SANS TROUVER UN FRÈRE QUI DISE LA VÉRITÉ 
10-  J'AI OUBLIÉ CE FRÈRE QUI EST MON AMI  
11-  QUI A TOUJOURS ÉTÉ AVEC MOI  ET QUI EST UN VÉRITABLE AMI  
</a:t>
            </a:r>
          </a:p>
          <a:p>
            <a:r>
              <a:rPr lang="fr-FR" smtClean="0"/>
              <a:t>	12-  MON AMI QUI EST UN MILLIONNAIRE  PUISSANT, MON IMPRÉSARIO 
	13-  MON NOUVEL IMPRÉSARIO, DIEU 
	14-  PROPRIÉTAIRE DE TOUTES LES ÉTOILES  ET DES CHOSES LES PLUS BELLES  
	15-  MON NOUVEL IMPRÉSARIO, DIEU    
</a:t>
            </a:r>
          </a:p>
          <a:p>
            <a:r>
              <a:rPr lang="fr-FR" smtClean="0"/>
              <a:t>16-  MAÎTRE DU CIEL, DES PLANÈTES DE LA LUNE 
17-  ET DE TOUT CE QU’IL Y A DE BON DANS LE MONDE, C’EST À MOI 
18-  MAÎTRE DE MES TRIOMPHES ET ÉCHECS LA SPLENDEUR DE MON COUCHER  
</a:t>
            </a:r>
          </a:p>
          <a:p>
            <a:r>
              <a:rPr lang="fr-FR" smtClean="0"/>
              <a:t>	19-  MON NOUVEL IMPRÉSARIO, DIEU    
	20-  MON NOUVEL IMPRÉSARIO, DIEU 
	21-  MON NOUVEL IMPRÉSARIO DIEU JÉSUS-CHRIST 
	22-  J'AI UN NOUVEL IMPRÉSARIO RICHE MULTIMILLIONNAIRE 
	23-  MON NOUVEL IMPRÉSARIO, DIEU 
</a:t>
            </a:r>
          </a:p>
          <a:p>
            <a:r>
              <a:rPr lang="fr-FR" smtClean="0"/>
              <a:t>24-  J'AI UN NOUVEL IMPRÉSARIO  (3X) C’EST MON AMI LE TRÈS-HAUT   X2 
</a:t>
            </a:r>
          </a:p>
          <a:p>
            <a:r>
              <a:rPr lang="fr-FR" smtClean="0"/>
              <a:t>25-  J'AI UN NOUVEL IMPRÉSARIO RICHE, MULTIMILLIONNAIRE    X4 
</a:t>
            </a:r>
          </a:p>
          <a:p>
            <a:r>
              <a:rPr lang="fr-FR" smtClean="0"/>
              <a:t>26-  JE VEUX QUE TOUT LE PEUPLE DE DIEU SE PRÉPARE : UN, DEUX ET TROIS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J'AI UN NOUVEL IMPRÉSARIO  (3X) C’EST MON AMI LE TRÈS-HAUT  X2  
2-  J'AI CHERCHÉ LA SINCÉRITÉ ET JE N'AI PU LA TROUVER 
</a:t>
            </a:r>
          </a:p>
          <a:p>
            <a:pPr>
              <a:defRPr/>
            </a:pPr>
            <a:r>
              <a:rPr lang="fr-FR" dirty="0" smtClean="0"/>
              <a:t>	3-  J'AI CHERCHÉ SUR TOUTE LA TERRE  
	4-  ET JE N’AI TROUVÉ QUE MENSONGES TRAHISON ET FAUSSETÉ 
	5-  J'AI CHERCHÉ AU FOND DE LA MER MONTÉ DANS UNE NAVETTE SPATIALE  
	6-  EXPLORÉ L'ESPACE SIDÉRAL  ET J'AI SEULEMENT ÉCOUTÉ 
	7-  LE CHANT DES HYPOCRITES 
</a:t>
            </a:r>
          </a:p>
          <a:p>
            <a:pPr>
              <a:defRPr/>
            </a:pPr>
            <a:r>
              <a:rPr lang="fr-FR" dirty="0" smtClean="0"/>
              <a:t>8-  J'AI CHERCHÉ PARMI TOUS LES HUMAINS 
9-  SANS TROUVER UN FRÈRE QUI DISE LA VÉRITÉ 
10-  J'AI OUBLIÉ CE FRÈRE QUI EST MON AMI  
11-  QUI A TOUJOURS ÉTÉ AVEC MOI  ET QUI EST UN VÉRITABLE AMI  
</a:t>
            </a:r>
          </a:p>
          <a:p>
            <a:pPr>
              <a:defRPr/>
            </a:pPr>
            <a:r>
              <a:rPr lang="fr-FR" dirty="0" smtClean="0"/>
              <a:t>	12-  MON AMI QUI EST UN MILLIONNAIRE  PUISSANT, MON IMPRÉSARIO 
	13-  MON NOUVEL IMPRÉSARIO, DIEU 
	14-  PROPRIÉTAIRE DE TOUTES LES ÉTOILES  ET DES CHOSES LES PLUS BELLES  
	15-  MON NOUVEL IMPRÉSARIO, DIEU    
</a:t>
            </a:r>
          </a:p>
          <a:p>
            <a:pPr>
              <a:defRPr/>
            </a:pPr>
            <a:r>
              <a:rPr lang="fr-FR" dirty="0" smtClean="0"/>
              <a:t>16-  MAÎTRE DU CIEL, DES PLANÈTES DE LA LUNE 
17-  ET DE TOUT CE QU’IL Y A DE BON DANS LE MONDE, C’EST À MOI 
18-  MAÎTRE DE MES TRIOMPHES ET ÉCHECS LA SPLENDEUR DE MON COUCHER  
</a:t>
            </a:r>
          </a:p>
          <a:p>
            <a:pPr>
              <a:defRPr/>
            </a:pPr>
            <a:r>
              <a:rPr lang="fr-FR" dirty="0" smtClean="0"/>
              <a:t>	19-  MON NOUVEL IMPRÉSARIO, DIEU    
	20-  MON NOUVEL IMPRÉSARIO, DIEU 
	21-  MON NOUVEL IMPRÉSARIO DIEU JÉSUS-CHRIST 
	22-  J'AI UN NOUVEL IMPRÉSARIO RICHE MULTIMILLIONNAIRE 
	23-  MON NOUVEL IMPRÉSARIO, DIEU 
</a:t>
            </a:r>
          </a:p>
          <a:p>
            <a:pPr>
              <a:defRPr/>
            </a:pPr>
            <a:r>
              <a:rPr lang="fr-FR" dirty="0" smtClean="0"/>
              <a:t>24-  J'AI UN NOUVEL IMPRÉSARIO  (3X) C’EST MON AMI LE TRÈS-HAUT   X2 
</a:t>
            </a:r>
          </a:p>
          <a:p>
            <a:pPr>
              <a:defRPr/>
            </a:pPr>
            <a:r>
              <a:rPr lang="fr-FR" dirty="0" smtClean="0"/>
              <a:t>25-  J'AI UN NOUVEL IMPRÉSARIO RICHE, MULTIMILLIONNAIRE    X4 
</a:t>
            </a:r>
          </a:p>
          <a:p>
            <a:pPr>
              <a:defRPr/>
            </a:pPr>
            <a:r>
              <a:rPr lang="fr-FR" dirty="0" smtClean="0"/>
              <a:t>26-  JE VEUX QUE TOUT LE PEUPLE DE DIEU SE PRÉPARE : UN, DEUX ET TROIS</a:t>
            </a:r>
            <a:endParaRPr lang="fr-FR" dirty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J'AI UN NOUVEL IMPRÉSARIO  (3X) C’EST MON AMI LE TRÈS-HAUT  X2  
2-  J'AI CHERCHÉ LA SINCÉRITÉ ET JE N'AI PU LA TROUVER 
</a:t>
            </a:r>
          </a:p>
          <a:p>
            <a:r>
              <a:rPr lang="fr-FR" smtClean="0"/>
              <a:t>	3-  J'AI CHERCHÉ SUR TOUTE LA TERRE  
	4-  ET JE N’AI TROUVÉ QUE MENSONGES TRAHISON ET FAUSSETÉ 
	5-  J'AI CHERCHÉ AU FOND DE LA MER MONTÉ DANS UNE NAVETTE SPATIALE  
	6-  EXPLORÉ L'ESPACE SIDÉRAL  ET J'AI SEULEMENT ÉCOUTÉ 
	7-  LE CHANT DES HYPOCRITES 
</a:t>
            </a:r>
          </a:p>
          <a:p>
            <a:r>
              <a:rPr lang="fr-FR" smtClean="0"/>
              <a:t>8-  J'AI CHERCHÉ PARMI TOUS LES HUMAINS 
9-  SANS TROUVER UN FRÈRE QUI DISE LA VÉRITÉ 
10-  J'AI OUBLIÉ CE FRÈRE QUI EST MON AMI  
11-  QUI A TOUJOURS ÉTÉ AVEC MOI  ET QUI EST UN VÉRITABLE AMI  
</a:t>
            </a:r>
          </a:p>
          <a:p>
            <a:r>
              <a:rPr lang="fr-FR" smtClean="0"/>
              <a:t>	12-  MON AMI QUI EST UN MILLIONNAIRE  PUISSANT, MON IMPRÉSARIO 
	13-  MON NOUVEL IMPRÉSARIO, DIEU 
	14-  PROPRIÉTAIRE DE TOUTES LES ÉTOILES  ET DES CHOSES LES PLUS BELLES  
	15-  MON NOUVEL IMPRÉSARIO, DIEU    
</a:t>
            </a:r>
          </a:p>
          <a:p>
            <a:r>
              <a:rPr lang="fr-FR" smtClean="0"/>
              <a:t>16-  MAÎTRE DU CIEL, DES PLANÈTES DE LA LUNE 
17-  ET DE TOUT CE QU’IL Y A DE BON DANS LE MONDE, C’EST À MOI 
18-  MAÎTRE DE MES TRIOMPHES ET ÉCHECS LA SPLENDEUR DE MON COUCHER  
</a:t>
            </a:r>
          </a:p>
          <a:p>
            <a:r>
              <a:rPr lang="fr-FR" smtClean="0"/>
              <a:t>	19-  MON NOUVEL IMPRÉSARIO, DIEU    
	20-  MON NOUVEL IMPRÉSARIO, DIEU 
	21-  MON NOUVEL IMPRÉSARIO DIEU JÉSUS-CHRIST 
	22-  J'AI UN NOUVEL IMPRÉSARIO RICHE MULTIMILLIONNAIRE 
	23-  MON NOUVEL IMPRÉSARIO, DIEU 
</a:t>
            </a:r>
          </a:p>
          <a:p>
            <a:r>
              <a:rPr lang="fr-FR" smtClean="0"/>
              <a:t>24-  J'AI UN NOUVEL IMPRÉSARIO  (3X) C’EST MON AMI LE TRÈS-HAUT   X2 
</a:t>
            </a:r>
          </a:p>
          <a:p>
            <a:r>
              <a:rPr lang="fr-FR" smtClean="0"/>
              <a:t>25-  J'AI UN NOUVEL IMPRÉSARIO RICHE, MULTIMILLIONNAIRE    X4 
</a:t>
            </a:r>
          </a:p>
          <a:p>
            <a:r>
              <a:rPr lang="fr-FR" smtClean="0"/>
              <a:t>26-  JE VEUX QUE TOUT LE PEUPLE DE DIEU SE PRÉPARE : UN, DEUX ET TROIS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J'AI UN NOUVEL IMPRÉSARIO  (3X) C’EST MON AMI LE TRÈS-HAUT  X2  
2-  J'AI CHERCHÉ LA SINCÉRITÉ ET JE N'AI PU LA TROUVER 
</a:t>
            </a:r>
          </a:p>
          <a:p>
            <a:pPr>
              <a:defRPr/>
            </a:pPr>
            <a:r>
              <a:rPr lang="fr-FR" smtClean="0"/>
              <a:t>	3-  J'AI CHERCHÉ SUR TOUTE LA TERRE  
	4-  ET JE N’AI TROUVÉ QUE MENSONGES TRAHISON ET FAUSSETÉ 
	5-  J'AI CHERCHÉ AU FOND DE LA MER MONTÉ DANS UNE NAVETTE SPATIALE  
	6-  EXPLORÉ L'ESPACE SIDÉRAL  ET J'AI SEULEMENT ÉCOUTÉ 
	7-  LE CHANT DES HYPOCRITES 
</a:t>
            </a:r>
          </a:p>
          <a:p>
            <a:pPr>
              <a:defRPr/>
            </a:pPr>
            <a:r>
              <a:rPr lang="fr-FR" smtClean="0"/>
              <a:t>8-  J'AI CHERCHÉ PARMI TOUS LES HUMAINS 
9-  SANS TROUVER UN FRÈRE QUI DISE LA VÉRITÉ 
10-  J'AI OUBLIÉ CE FRÈRE QUI EST MON AMI  
11-  QUI A TOUJOURS ÉTÉ AVEC MOI  ET QUI EST UN VÉRITABLE AMI  
</a:t>
            </a:r>
          </a:p>
          <a:p>
            <a:pPr>
              <a:defRPr/>
            </a:pPr>
            <a:r>
              <a:rPr lang="fr-FR" smtClean="0"/>
              <a:t>	12-  MON AMI QUI EST UN MILLIONNAIRE  PUISSANT, MON IMPRÉSARIO 
	13-  MON NOUVEL IMPRÉSARIO, DIEU 
	14-  PROPRIÉTAIRE DE TOUTES LES ÉTOILES  ET DES CHOSES LES PLUS BELLES  
	15-  MON NOUVEL IMPRÉSARIO, DIEU    
</a:t>
            </a:r>
          </a:p>
          <a:p>
            <a:pPr>
              <a:defRPr/>
            </a:pPr>
            <a:r>
              <a:rPr lang="fr-FR" smtClean="0"/>
              <a:t>16-  MAÎTRE DU CIEL, DES PLANÈTES DE LA LUNE 
17-  ET DE TOUT CE QU’IL Y A DE BON DANS LE MONDE, C’EST À MOI 
18-  MAÎTRE DE MES TRIOMPHES ET ÉCHECS LA SPLENDEUR DE MON COUCHER  
</a:t>
            </a:r>
          </a:p>
          <a:p>
            <a:pPr>
              <a:defRPr/>
            </a:pPr>
            <a:r>
              <a:rPr lang="fr-FR" smtClean="0"/>
              <a:t>	19-  MON NOUVEL IMPRÉSARIO, DIEU    
	20-  MON NOUVEL IMPRÉSARIO, DIEU 
	21-  MON NOUVEL IMPRÉSARIO DIEU JÉSUS-CHRIST 
	22-  J'AI UN NOUVEL IMPRÉSARIO RICHE MULTIMILLIONNAIRE 
	23-  MON NOUVEL IMPRÉSARIO, DIEU 
</a:t>
            </a:r>
          </a:p>
          <a:p>
            <a:pPr>
              <a:defRPr/>
            </a:pPr>
            <a:r>
              <a:rPr lang="fr-FR" smtClean="0"/>
              <a:t>24-  J'AI UN NOUVEL IMPRÉSARIO  (3X) C’EST MON AMI LE TRÈS-HAUT   X2 
</a:t>
            </a:r>
          </a:p>
          <a:p>
            <a:pPr>
              <a:defRPr/>
            </a:pPr>
            <a:r>
              <a:rPr lang="fr-FR" smtClean="0"/>
              <a:t>25-  J'AI UN NOUVEL IMPRÉSARIO RICHE, MULTIMILLIONNAIRE    X4 
</a:t>
            </a:r>
          </a:p>
          <a:p>
            <a:pPr>
              <a:defRPr/>
            </a:pPr>
            <a:r>
              <a:rPr lang="fr-FR" smtClean="0"/>
              <a:t>26-  JE VEUX QUE TOUT LE PEUPLE DE DIEU SE PRÉPARE : UN, DEUX ET TROIS</a:t>
            </a:r>
            <a:endParaRPr lang="fr-FR" dirty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J'AI UN NOUVEL IMPRÉSARIO  (3X) C’EST MON AMI LE TRÈS-HAUT  X2  
2-  J'AI CHERCHÉ LA SINCÉRITÉ ET JE N'AI PU LA TROUVER 
</a:t>
            </a:r>
          </a:p>
          <a:p>
            <a:r>
              <a:rPr lang="fr-FR" smtClean="0"/>
              <a:t>	3-  J'AI CHERCHÉ SUR TOUTE LA TERRE  
	4-  ET JE N’AI TROUVÉ QUE MENSONGES TRAHISON ET FAUSSETÉ 
	5-  J'AI CHERCHÉ AU FOND DE LA MER MONTÉ DANS UNE NAVETTE SPATIALE  
	6-  EXPLORÉ L'ESPACE SIDÉRAL  ET J'AI SEULEMENT ÉCOUTÉ 
	7-  LE CHANT DES HYPOCRITES 
</a:t>
            </a:r>
          </a:p>
          <a:p>
            <a:r>
              <a:rPr lang="fr-FR" smtClean="0"/>
              <a:t>8-  J'AI CHERCHÉ PARMI TOUS LES HUMAINS 
9-  SANS TROUVER UN FRÈRE QUI DISE LA VÉRITÉ 
10-  J'AI OUBLIÉ CE FRÈRE QUI EST MON AMI  
11-  QUI A TOUJOURS ÉTÉ AVEC MOI  ET QUI EST UN VÉRITABLE AMI  
</a:t>
            </a:r>
          </a:p>
          <a:p>
            <a:r>
              <a:rPr lang="fr-FR" smtClean="0"/>
              <a:t>	12-  MON AMI QUI EST UN MILLIONNAIRE  PUISSANT, MON IMPRÉSARIO 
	13-  MON NOUVEL IMPRÉSARIO, DIEU 
	14-  PROPRIÉTAIRE DE TOUTES LES ÉTOILES  ET DES CHOSES LES PLUS BELLES  
	15-  MON NOUVEL IMPRÉSARIO, DIEU    
</a:t>
            </a:r>
          </a:p>
          <a:p>
            <a:r>
              <a:rPr lang="fr-FR" smtClean="0"/>
              <a:t>16-  MAÎTRE DU CIEL, DES PLANÈTES DE LA LUNE 
17-  ET DE TOUT CE QU’IL Y A DE BON DANS LE MONDE, C’EST À MOI 
18-  MAÎTRE DE MES TRIOMPHES ET ÉCHECS LA SPLENDEUR DE MON COUCHER  
</a:t>
            </a:r>
          </a:p>
          <a:p>
            <a:r>
              <a:rPr lang="fr-FR" smtClean="0"/>
              <a:t>	19-  MON NOUVEL IMPRÉSARIO, DIEU    
	20-  MON NOUVEL IMPRÉSARIO, DIEU 
	21-  MON NOUVEL IMPRÉSARIO DIEU JÉSUS-CHRIST 
	22-  J'AI UN NOUVEL IMPRÉSARIO RICHE MULTIMILLIONNAIRE 
	23-  MON NOUVEL IMPRÉSARIO, DIEU 
</a:t>
            </a:r>
          </a:p>
          <a:p>
            <a:r>
              <a:rPr lang="fr-FR" smtClean="0"/>
              <a:t>24-  J'AI UN NOUVEL IMPRÉSARIO  (3X) C’EST MON AMI LE TRÈS-HAUT   X2 
</a:t>
            </a:r>
          </a:p>
          <a:p>
            <a:r>
              <a:rPr lang="fr-FR" smtClean="0"/>
              <a:t>25-  J'AI UN NOUVEL IMPRÉSARIO RICHE, MULTIMILLIONNAIRE    X4 
</a:t>
            </a:r>
          </a:p>
          <a:p>
            <a:r>
              <a:rPr lang="fr-FR" smtClean="0"/>
              <a:t>26-  JE VEUX QUE TOUT LE PEUPLE DE DIEU SE PRÉPARE : UN, DEUX ET TROIS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J'AI UN NOUVEL IMPRÉSARIO  (3X) C’EST MON AMI LE TRÈS-HAUT  X2  
2-  J'AI CHERCHÉ LA SINCÉRITÉ ET JE N'AI PU LA TROUVER 
</a:t>
            </a:r>
          </a:p>
          <a:p>
            <a:pPr>
              <a:defRPr/>
            </a:pPr>
            <a:r>
              <a:rPr lang="fr-FR" smtClean="0"/>
              <a:t>	3-  J'AI CHERCHÉ SUR TOUTE LA TERRE  
	4-  ET JE N’AI TROUVÉ QUE MENSONGES TRAHISON ET FAUSSETÉ 
	5-  J'AI CHERCHÉ AU FOND DE LA MER MONTÉ DANS UNE NAVETTE SPATIALE  
	6-  EXPLORÉ L'ESPACE SIDÉRAL  ET J'AI SEULEMENT ÉCOUTÉ 
	7-  LE CHANT DES HYPOCRITES 
</a:t>
            </a:r>
          </a:p>
          <a:p>
            <a:pPr>
              <a:defRPr/>
            </a:pPr>
            <a:r>
              <a:rPr lang="fr-FR" smtClean="0"/>
              <a:t>8-  J'AI CHERCHÉ PARMI TOUS LES HUMAINS 
9-  SANS TROUVER UN FRÈRE QUI DISE LA VÉRITÉ 
10-  J'AI OUBLIÉ CE FRÈRE QUI EST MON AMI  
11-  QUI A TOUJOURS ÉTÉ AVEC MOI  ET QUI EST UN VÉRITABLE AMI  
</a:t>
            </a:r>
          </a:p>
          <a:p>
            <a:pPr>
              <a:defRPr/>
            </a:pPr>
            <a:r>
              <a:rPr lang="fr-FR" smtClean="0"/>
              <a:t>	12-  MON AMI QUI EST UN MILLIONNAIRE  PUISSANT, MON IMPRÉSARIO 
	13-  MON NOUVEL IMPRÉSARIO, DIEU 
	14-  PROPRIÉTAIRE DE TOUTES LES ÉTOILES  ET DES CHOSES LES PLUS BELLES  
	15-  MON NOUVEL IMPRÉSARIO, DIEU    
</a:t>
            </a:r>
          </a:p>
          <a:p>
            <a:pPr>
              <a:defRPr/>
            </a:pPr>
            <a:r>
              <a:rPr lang="fr-FR" smtClean="0"/>
              <a:t>16-  MAÎTRE DU CIEL, DES PLANÈTES DE LA LUNE 
17-  ET DE TOUT CE QU’IL Y A DE BON DANS LE MONDE, C’EST À MOI 
18-  MAÎTRE DE MES TRIOMPHES ET ÉCHECS LA SPLENDEUR DE MON COUCHER  
</a:t>
            </a:r>
          </a:p>
          <a:p>
            <a:pPr>
              <a:defRPr/>
            </a:pPr>
            <a:r>
              <a:rPr lang="fr-FR" smtClean="0"/>
              <a:t>	19-  MON NOUVEL IMPRÉSARIO, DIEU    
	20-  MON NOUVEL IMPRÉSARIO, DIEU 
	21-  MON NOUVEL IMPRÉSARIO DIEU JÉSUS-CHRIST 
	22-  J'AI UN NOUVEL IMPRÉSARIO RICHE MULTIMILLIONNAIRE 
	23-  MON NOUVEL IMPRÉSARIO, DIEU 
</a:t>
            </a:r>
          </a:p>
          <a:p>
            <a:pPr>
              <a:defRPr/>
            </a:pPr>
            <a:r>
              <a:rPr lang="fr-FR" smtClean="0"/>
              <a:t>24-  J'AI UN NOUVEL IMPRÉSARIO  (3X) C’EST MON AMI LE TRÈS-HAUT   X2 
</a:t>
            </a:r>
          </a:p>
          <a:p>
            <a:pPr>
              <a:defRPr/>
            </a:pPr>
            <a:r>
              <a:rPr lang="fr-FR" smtClean="0"/>
              <a:t>25-  J'AI UN NOUVEL IMPRÉSARIO RICHE, MULTIMILLIONNAIRE    X4 
</a:t>
            </a:r>
          </a:p>
          <a:p>
            <a:pPr>
              <a:defRPr/>
            </a:pPr>
            <a:r>
              <a:rPr lang="fr-FR" smtClean="0"/>
              <a:t>26-  JE VEUX QUE TOUT LE PEUPLE DE DIEU SE PRÉPARE : UN, DEUX ET TROIS</a:t>
            </a:r>
            <a:endParaRPr lang="fr-FR" dirty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J'AI UN NOUVEL IMPRÉSARIO  (3X) C’EST MON AMI LE TRÈS-HAUT  X2  
2-  J'AI CHERCHÉ LA SINCÉRITÉ ET JE N'AI PU LA TROUVER 
</a:t>
            </a:r>
          </a:p>
          <a:p>
            <a:r>
              <a:rPr lang="fr-FR" smtClean="0"/>
              <a:t>	3-  J'AI CHERCHÉ SUR TOUTE LA TERRE  
	4-  ET JE N’AI TROUVÉ QUE MENSONGES TRAHISON ET FAUSSETÉ 
	5-  J'AI CHERCHÉ AU FOND DE LA MER MONTÉ DANS UNE NAVETTE SPATIALE  
	6-  EXPLORÉ L'ESPACE SIDÉRAL  ET J'AI SEULEMENT ÉCOUTÉ 
	7-  LE CHANT DES HYPOCRITES 
</a:t>
            </a:r>
          </a:p>
          <a:p>
            <a:r>
              <a:rPr lang="fr-FR" smtClean="0"/>
              <a:t>8-  J'AI CHERCHÉ PARMI TOUS LES HUMAINS 
9-  SANS TROUVER UN FRÈRE QUI DISE LA VÉRITÉ 
10-  J'AI OUBLIÉ CE FRÈRE QUI EST MON AMI  
11-  QUI A TOUJOURS ÉTÉ AVEC MOI  ET QUI EST UN VÉRITABLE AMI  
</a:t>
            </a:r>
          </a:p>
          <a:p>
            <a:r>
              <a:rPr lang="fr-FR" smtClean="0"/>
              <a:t>	12-  MON AMI QUI EST UN MILLIONNAIRE  PUISSANT, MON IMPRÉSARIO 
	13-  MON NOUVEL IMPRÉSARIO, DIEU 
	14-  PROPRIÉTAIRE DE TOUTES LES ÉTOILES  ET DES CHOSES LES PLUS BELLES  
	15-  MON NOUVEL IMPRÉSARIO, DIEU    
</a:t>
            </a:r>
          </a:p>
          <a:p>
            <a:r>
              <a:rPr lang="fr-FR" smtClean="0"/>
              <a:t>16-  MAÎTRE DU CIEL, DES PLANÈTES DE LA LUNE 
17-  ET DE TOUT CE QU’IL Y A DE BON DANS LE MONDE, C’EST À MOI 
18-  MAÎTRE DE MES TRIOMPHES ET ÉCHECS LA SPLENDEUR DE MON COUCHER  
</a:t>
            </a:r>
          </a:p>
          <a:p>
            <a:r>
              <a:rPr lang="fr-FR" smtClean="0"/>
              <a:t>	19-  MON NOUVEL IMPRÉSARIO, DIEU    
	20-  MON NOUVEL IMPRÉSARIO, DIEU 
	21-  MON NOUVEL IMPRÉSARIO DIEU JÉSUS-CHRIST 
	22-  J'AI UN NOUVEL IMPRÉSARIO RICHE MULTIMILLIONNAIRE 
	23-  MON NOUVEL IMPRÉSARIO, DIEU 
</a:t>
            </a:r>
          </a:p>
          <a:p>
            <a:r>
              <a:rPr lang="fr-FR" smtClean="0"/>
              <a:t>24-  J'AI UN NOUVEL IMPRÉSARIO  (3X) C’EST MON AMI LE TRÈS-HAUT   X2 
</a:t>
            </a:r>
          </a:p>
          <a:p>
            <a:r>
              <a:rPr lang="fr-FR" smtClean="0"/>
              <a:t>25-  J'AI UN NOUVEL IMPRÉSARIO RICHE, MULTIMILLIONNAIRE    X4 
</a:t>
            </a:r>
          </a:p>
          <a:p>
            <a:r>
              <a:rPr lang="fr-FR" smtClean="0"/>
              <a:t>26-  JE VEUX QUE TOUT LE PEUPLE DE DIEU SE PRÉPARE : UN, DEUX ET TROIS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J'AI UN NOUVEL IMPRÉSARIO  (3X) C’EST MON AMI LE TRÈS-HAUT  X2  
2-  J'AI CHERCHÉ LA SINCÉRITÉ ET JE N'AI PU LA TROUVER 
</a:t>
            </a:r>
          </a:p>
          <a:p>
            <a:pPr>
              <a:defRPr/>
            </a:pPr>
            <a:r>
              <a:rPr lang="fr-FR" smtClean="0"/>
              <a:t>	3-  J'AI CHERCHÉ SUR TOUTE LA TERRE  
	4-  ET JE N’AI TROUVÉ QUE MENSONGES TRAHISON ET FAUSSETÉ 
	5-  J'AI CHERCHÉ AU FOND DE LA MER MONTÉ DANS UNE NAVETTE SPATIALE  
	6-  EXPLORÉ L'ESPACE SIDÉRAL  ET J'AI SEULEMENT ÉCOUTÉ 
	7-  LE CHANT DES HYPOCRITES 
</a:t>
            </a:r>
          </a:p>
          <a:p>
            <a:pPr>
              <a:defRPr/>
            </a:pPr>
            <a:r>
              <a:rPr lang="fr-FR" smtClean="0"/>
              <a:t>8-  J'AI CHERCHÉ PARMI TOUS LES HUMAINS 
9-  SANS TROUVER UN FRÈRE QUI DISE LA VÉRITÉ 
10-  J'AI OUBLIÉ CE FRÈRE QUI EST MON AMI  
11-  QUI A TOUJOURS ÉTÉ AVEC MOI  ET QUI EST UN VÉRITABLE AMI  
</a:t>
            </a:r>
          </a:p>
          <a:p>
            <a:pPr>
              <a:defRPr/>
            </a:pPr>
            <a:r>
              <a:rPr lang="fr-FR" smtClean="0"/>
              <a:t>	12-  MON AMI QUI EST UN MILLIONNAIRE  PUISSANT, MON IMPRÉSARIO 
	13-  MON NOUVEL IMPRÉSARIO, DIEU 
	14-  PROPRIÉTAIRE DE TOUTES LES ÉTOILES  ET DES CHOSES LES PLUS BELLES  
	15-  MON NOUVEL IMPRÉSARIO, DIEU    
</a:t>
            </a:r>
          </a:p>
          <a:p>
            <a:pPr>
              <a:defRPr/>
            </a:pPr>
            <a:r>
              <a:rPr lang="fr-FR" smtClean="0"/>
              <a:t>16-  MAÎTRE DU CIEL, DES PLANÈTES DE LA LUNE 
17-  ET DE TOUT CE QU’IL Y A DE BON DANS LE MONDE, C’EST À MOI 
18-  MAÎTRE DE MES TRIOMPHES ET ÉCHECS LA SPLENDEUR DE MON COUCHER  
</a:t>
            </a:r>
          </a:p>
          <a:p>
            <a:pPr>
              <a:defRPr/>
            </a:pPr>
            <a:r>
              <a:rPr lang="fr-FR" smtClean="0"/>
              <a:t>	19-  MON NOUVEL IMPRÉSARIO, DIEU    
	20-  MON NOUVEL IMPRÉSARIO, DIEU 
	21-  MON NOUVEL IMPRÉSARIO DIEU JÉSUS-CHRIST 
	22-  J'AI UN NOUVEL IMPRÉSARIO RICHE MULTIMILLIONNAIRE 
	23-  MON NOUVEL IMPRÉSARIO, DIEU 
</a:t>
            </a:r>
          </a:p>
          <a:p>
            <a:pPr>
              <a:defRPr/>
            </a:pPr>
            <a:r>
              <a:rPr lang="fr-FR" smtClean="0"/>
              <a:t>24-  J'AI UN NOUVEL IMPRÉSARIO  (3X) C’EST MON AMI LE TRÈS-HAUT   X2 
</a:t>
            </a:r>
          </a:p>
          <a:p>
            <a:pPr>
              <a:defRPr/>
            </a:pPr>
            <a:r>
              <a:rPr lang="fr-FR" smtClean="0"/>
              <a:t>25-  J'AI UN NOUVEL IMPRÉSARIO RICHE, MULTIMILLIONNAIRE    X4 
</a:t>
            </a:r>
          </a:p>
          <a:p>
            <a:pPr>
              <a:defRPr/>
            </a:pPr>
            <a:r>
              <a:rPr lang="fr-FR" smtClean="0"/>
              <a:t>26-  JE VEUX QUE TOUT LE PEUPLE DE DIEU SE PRÉPARE : UN, DEUX ET TROIS</a:t>
            </a:r>
            <a:endParaRPr lang="fr-FR" dirty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J'AI UN NOUVEL IMPRÉSARIO  (3X) C’EST MON AMI LE TRÈS-HAUT  X2  
2-  J'AI CHERCHÉ LA SINCÉRITÉ ET JE N'AI PU LA TROUVER 
</a:t>
            </a:r>
          </a:p>
          <a:p>
            <a:r>
              <a:rPr lang="fr-FR" smtClean="0"/>
              <a:t>	3-  J'AI CHERCHÉ SUR TOUTE LA TERRE  
	4-  ET JE N’AI TROUVÉ QUE MENSONGES TRAHISON ET FAUSSETÉ 
	5-  J'AI CHERCHÉ AU FOND DE LA MER MONTÉ DANS UNE NAVETTE SPATIALE  
	6-  EXPLORÉ L'ESPACE SIDÉRAL  ET J'AI SEULEMENT ÉCOUTÉ 
	7-  LE CHANT DES HYPOCRITES 
</a:t>
            </a:r>
          </a:p>
          <a:p>
            <a:r>
              <a:rPr lang="fr-FR" smtClean="0"/>
              <a:t>8-  J'AI CHERCHÉ PARMI TOUS LES HUMAINS 
9-  SANS TROUVER UN FRÈRE QUI DISE LA VÉRITÉ 
10-  J'AI OUBLIÉ CE FRÈRE QUI EST MON AMI  
11-  QUI A TOUJOURS ÉTÉ AVEC MOI  ET QUI EST UN VÉRITABLE AMI  
</a:t>
            </a:r>
          </a:p>
          <a:p>
            <a:r>
              <a:rPr lang="fr-FR" smtClean="0"/>
              <a:t>	12-  MON AMI QUI EST UN MILLIONNAIRE  PUISSANT, MON IMPRÉSARIO 
	13-  MON NOUVEL IMPRÉSARIO, DIEU 
	14-  PROPRIÉTAIRE DE TOUTES LES ÉTOILES  ET DES CHOSES LES PLUS BELLES  
	15-  MON NOUVEL IMPRÉSARIO, DIEU    
</a:t>
            </a:r>
          </a:p>
          <a:p>
            <a:r>
              <a:rPr lang="fr-FR" smtClean="0"/>
              <a:t>16-  MAÎTRE DU CIEL, DES PLANÈTES DE LA LUNE 
17-  ET DE TOUT CE QU’IL Y A DE BON DANS LE MONDE, C’EST À MOI 
18-  MAÎTRE DE MES TRIOMPHES ET ÉCHECS LA SPLENDEUR DE MON COUCHER  
</a:t>
            </a:r>
          </a:p>
          <a:p>
            <a:r>
              <a:rPr lang="fr-FR" smtClean="0"/>
              <a:t>	19-  MON NOUVEL IMPRÉSARIO, DIEU    
	20-  MON NOUVEL IMPRÉSARIO, DIEU 
	21-  MON NOUVEL IMPRÉSARIO DIEU JÉSUS-CHRIST 
	22-  J'AI UN NOUVEL IMPRÉSARIO RICHE MULTIMILLIONNAIRE 
	23-  MON NOUVEL IMPRÉSARIO, DIEU 
</a:t>
            </a:r>
          </a:p>
          <a:p>
            <a:r>
              <a:rPr lang="fr-FR" smtClean="0"/>
              <a:t>24-  J'AI UN NOUVEL IMPRÉSARIO  (3X) C’EST MON AMI LE TRÈS-HAUT   X2 
</a:t>
            </a:r>
          </a:p>
          <a:p>
            <a:r>
              <a:rPr lang="fr-FR" smtClean="0"/>
              <a:t>25-  J'AI UN NOUVEL IMPRÉSARIO RICHE, MULTIMILLIONNAIRE    X4 
</a:t>
            </a:r>
          </a:p>
          <a:p>
            <a:r>
              <a:rPr lang="fr-FR" smtClean="0"/>
              <a:t>26-  JE VEUX QUE TOUT LE PEUPLE DE DIEU SE PRÉPARE : UN, DEUX ET TROIS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J'AI UN NOUVEL IMPRÉSARIO  (3X) C’EST MON AMI LE TRÈS-HAUT  X2  
2-  J'AI CHERCHÉ LA SINCÉRITÉ ET JE N'AI PU LA TROUVER 
</a:t>
            </a:r>
          </a:p>
          <a:p>
            <a:pPr>
              <a:defRPr/>
            </a:pPr>
            <a:r>
              <a:rPr lang="fr-FR" smtClean="0"/>
              <a:t>	3-  J'AI CHERCHÉ SUR TOUTE LA TERRE  
	4-  ET JE N’AI TROUVÉ QUE MENSONGES TRAHISON ET FAUSSETÉ 
	5-  J'AI CHERCHÉ AU FOND DE LA MER MONTÉ DANS UNE NAVETTE SPATIALE  
	6-  EXPLORÉ L'ESPACE SIDÉRAL  ET J'AI SEULEMENT ÉCOUTÉ 
	7-  LE CHANT DES HYPOCRITES 
</a:t>
            </a:r>
          </a:p>
          <a:p>
            <a:pPr>
              <a:defRPr/>
            </a:pPr>
            <a:r>
              <a:rPr lang="fr-FR" smtClean="0"/>
              <a:t>8-  J'AI CHERCHÉ PARMI TOUS LES HUMAINS 
9-  SANS TROUVER UN FRÈRE QUI DISE LA VÉRITÉ 
10-  J'AI OUBLIÉ CE FRÈRE QUI EST MON AMI  
11-  QUI A TOUJOURS ÉTÉ AVEC MOI  ET QUI EST UN VÉRITABLE AMI  
</a:t>
            </a:r>
          </a:p>
          <a:p>
            <a:pPr>
              <a:defRPr/>
            </a:pPr>
            <a:r>
              <a:rPr lang="fr-FR" smtClean="0"/>
              <a:t>	12-  MON AMI QUI EST UN MILLIONNAIRE  PUISSANT, MON IMPRÉSARIO 
	13-  MON NOUVEL IMPRÉSARIO, DIEU 
	14-  PROPRIÉTAIRE DE TOUTES LES ÉTOILES  ET DES CHOSES LES PLUS BELLES  
	15-  MON NOUVEL IMPRÉSARIO, DIEU    
</a:t>
            </a:r>
          </a:p>
          <a:p>
            <a:pPr>
              <a:defRPr/>
            </a:pPr>
            <a:r>
              <a:rPr lang="fr-FR" smtClean="0"/>
              <a:t>16-  MAÎTRE DU CIEL, DES PLANÈTES DE LA LUNE 
17-  ET DE TOUT CE QU’IL Y A DE BON DANS LE MONDE, C’EST À MOI 
18-  MAÎTRE DE MES TRIOMPHES ET ÉCHECS LA SPLENDEUR DE MON COUCHER  
</a:t>
            </a:r>
          </a:p>
          <a:p>
            <a:pPr>
              <a:defRPr/>
            </a:pPr>
            <a:r>
              <a:rPr lang="fr-FR" smtClean="0"/>
              <a:t>	19-  MON NOUVEL IMPRÉSARIO, DIEU    
	20-  MON NOUVEL IMPRÉSARIO, DIEU 
	21-  MON NOUVEL IMPRÉSARIO DIEU JÉSUS-CHRIST 
	22-  J'AI UN NOUVEL IMPRÉSARIO RICHE MULTIMILLIONNAIRE 
	23-  MON NOUVEL IMPRÉSARIO, DIEU 
</a:t>
            </a:r>
          </a:p>
          <a:p>
            <a:pPr>
              <a:defRPr/>
            </a:pPr>
            <a:r>
              <a:rPr lang="fr-FR" smtClean="0"/>
              <a:t>24-  J'AI UN NOUVEL IMPRÉSARIO  (3X) C’EST MON AMI LE TRÈS-HAUT   X2 
</a:t>
            </a:r>
          </a:p>
          <a:p>
            <a:pPr>
              <a:defRPr/>
            </a:pPr>
            <a:r>
              <a:rPr lang="fr-FR" smtClean="0"/>
              <a:t>25-  J'AI UN NOUVEL IMPRÉSARIO RICHE, MULTIMILLIONNAIRE    X4 
</a:t>
            </a:r>
          </a:p>
          <a:p>
            <a:pPr>
              <a:defRPr/>
            </a:pPr>
            <a:r>
              <a:rPr lang="fr-FR" smtClean="0"/>
              <a:t>26-  JE VEUX QUE TOUT LE PEUPLE DE DIEU SE PRÉPARE : UN, DEUX ET TROIS</a:t>
            </a:r>
            <a:endParaRPr lang="fr-FR" dirty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J'AI UN NOUVEL IMPRÉSARIO  (3X) C’EST MON AMI LE TRÈS-HAUT  X2  
2-  J'AI CHERCHÉ LA SINCÉRITÉ ET JE N'AI PU LA TROUVER 
</a:t>
            </a:r>
          </a:p>
          <a:p>
            <a:r>
              <a:rPr lang="fr-FR" smtClean="0"/>
              <a:t>	3-  J'AI CHERCHÉ SUR TOUTE LA TERRE  
	4-  ET JE N’AI TROUVÉ QUE MENSONGES TRAHISON ET FAUSSETÉ 
	5-  J'AI CHERCHÉ AU FOND DE LA MER MONTÉ DANS UNE NAVETTE SPATIALE  
	6-  EXPLORÉ L'ESPACE SIDÉRAL  ET J'AI SEULEMENT ÉCOUTÉ 
	7-  LE CHANT DES HYPOCRITES 
</a:t>
            </a:r>
          </a:p>
          <a:p>
            <a:r>
              <a:rPr lang="fr-FR" smtClean="0"/>
              <a:t>8-  J'AI CHERCHÉ PARMI TOUS LES HUMAINS 
9-  SANS TROUVER UN FRÈRE QUI DISE LA VÉRITÉ 
10-  J'AI OUBLIÉ CE FRÈRE QUI EST MON AMI  
11-  QUI A TOUJOURS ÉTÉ AVEC MOI  ET QUI EST UN VÉRITABLE AMI  
</a:t>
            </a:r>
          </a:p>
          <a:p>
            <a:r>
              <a:rPr lang="fr-FR" smtClean="0"/>
              <a:t>	12-  MON AMI QUI EST UN MILLIONNAIRE  PUISSANT, MON IMPRÉSARIO 
	13-  MON NOUVEL IMPRÉSARIO, DIEU 
	14-  PROPRIÉTAIRE DE TOUTES LES ÉTOILES  ET DES CHOSES LES PLUS BELLES  
	15-  MON NOUVEL IMPRÉSARIO, DIEU    
</a:t>
            </a:r>
          </a:p>
          <a:p>
            <a:r>
              <a:rPr lang="fr-FR" smtClean="0"/>
              <a:t>16-  MAÎTRE DU CIEL, DES PLANÈTES DE LA LUNE 
17-  ET DE TOUT CE QU’IL Y A DE BON DANS LE MONDE, C’EST À MOI 
18-  MAÎTRE DE MES TRIOMPHES ET ÉCHECS LA SPLENDEUR DE MON COUCHER  
</a:t>
            </a:r>
          </a:p>
          <a:p>
            <a:r>
              <a:rPr lang="fr-FR" smtClean="0"/>
              <a:t>	19-  MON NOUVEL IMPRÉSARIO, DIEU    
	20-  MON NOUVEL IMPRÉSARIO, DIEU 
	21-  MON NOUVEL IMPRÉSARIO DIEU JÉSUS-CHRIST 
	22-  J'AI UN NOUVEL IMPRÉSARIO RICHE MULTIMILLIONNAIRE 
	23-  MON NOUVEL IMPRÉSARIO, DIEU 
</a:t>
            </a:r>
          </a:p>
          <a:p>
            <a:r>
              <a:rPr lang="fr-FR" smtClean="0"/>
              <a:t>24-  J'AI UN NOUVEL IMPRÉSARIO  (3X) C’EST MON AMI LE TRÈS-HAUT   X2 
</a:t>
            </a:r>
          </a:p>
          <a:p>
            <a:r>
              <a:rPr lang="fr-FR" smtClean="0"/>
              <a:t>25-  J'AI UN NOUVEL IMPRÉSARIO RICHE, MULTIMILLIONNAIRE    X4 
</a:t>
            </a:r>
          </a:p>
          <a:p>
            <a:r>
              <a:rPr lang="fr-FR" smtClean="0"/>
              <a:t>26-  JE VEUX QUE TOUT LE PEUPLE DE DIEU SE PRÉPARE : UN, DEUX ET TROIS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J'AI UN NOUVEL IMPRÉSARIO  (3X) C’EST MON AMI LE TRÈS-HAUT  X2  
2-  J'AI CHERCHÉ LA SINCÉRITÉ ET JE N'AI PU LA TROUVER 
</a:t>
            </a:r>
          </a:p>
          <a:p>
            <a:pPr>
              <a:defRPr/>
            </a:pPr>
            <a:r>
              <a:rPr lang="fr-FR" smtClean="0"/>
              <a:t>	3-  J'AI CHERCHÉ SUR TOUTE LA TERRE  
	4-  ET JE N’AI TROUVÉ QUE MENSONGES TRAHISON ET FAUSSETÉ 
	5-  J'AI CHERCHÉ AU FOND DE LA MER MONTÉ DANS UNE NAVETTE SPATIALE  
	6-  EXPLORÉ L'ESPACE SIDÉRAL  ET J'AI SEULEMENT ÉCOUTÉ 
	7-  LE CHANT DES HYPOCRITES 
</a:t>
            </a:r>
          </a:p>
          <a:p>
            <a:pPr>
              <a:defRPr/>
            </a:pPr>
            <a:r>
              <a:rPr lang="fr-FR" smtClean="0"/>
              <a:t>8-  J'AI CHERCHÉ PARMI TOUS LES HUMAINS 
9-  SANS TROUVER UN FRÈRE QUI DISE LA VÉRITÉ 
10-  J'AI OUBLIÉ CE FRÈRE QUI EST MON AMI  
11-  QUI A TOUJOURS ÉTÉ AVEC MOI  ET QUI EST UN VÉRITABLE AMI  
</a:t>
            </a:r>
          </a:p>
          <a:p>
            <a:pPr>
              <a:defRPr/>
            </a:pPr>
            <a:r>
              <a:rPr lang="fr-FR" smtClean="0"/>
              <a:t>	12-  MON AMI QUI EST UN MILLIONNAIRE  PUISSANT, MON IMPRÉSARIO 
	13-  MON NOUVEL IMPRÉSARIO, DIEU 
	14-  PROPRIÉTAIRE DE TOUTES LES ÉTOILES  ET DES CHOSES LES PLUS BELLES  
	15-  MON NOUVEL IMPRÉSARIO, DIEU    
</a:t>
            </a:r>
          </a:p>
          <a:p>
            <a:pPr>
              <a:defRPr/>
            </a:pPr>
            <a:r>
              <a:rPr lang="fr-FR" smtClean="0"/>
              <a:t>16-  MAÎTRE DU CIEL, DES PLANÈTES DE LA LUNE 
17-  ET DE TOUT CE QU’IL Y A DE BON DANS LE MONDE, C’EST À MOI 
18-  MAÎTRE DE MES TRIOMPHES ET ÉCHECS LA SPLENDEUR DE MON COUCHER  
</a:t>
            </a:r>
          </a:p>
          <a:p>
            <a:pPr>
              <a:defRPr/>
            </a:pPr>
            <a:r>
              <a:rPr lang="fr-FR" smtClean="0"/>
              <a:t>	19-  MON NOUVEL IMPRÉSARIO, DIEU    
	20-  MON NOUVEL IMPRÉSARIO, DIEU 
	21-  MON NOUVEL IMPRÉSARIO DIEU JÉSUS-CHRIST 
	22-  J'AI UN NOUVEL IMPRÉSARIO RICHE MULTIMILLIONNAIRE 
	23-  MON NOUVEL IMPRÉSARIO, DIEU 
</a:t>
            </a:r>
          </a:p>
          <a:p>
            <a:pPr>
              <a:defRPr/>
            </a:pPr>
            <a:r>
              <a:rPr lang="fr-FR" smtClean="0"/>
              <a:t>24-  J'AI UN NOUVEL IMPRÉSARIO  (3X) C’EST MON AMI LE TRÈS-HAUT   X2 
</a:t>
            </a:r>
          </a:p>
          <a:p>
            <a:pPr>
              <a:defRPr/>
            </a:pPr>
            <a:r>
              <a:rPr lang="fr-FR" smtClean="0"/>
              <a:t>25-  J'AI UN NOUVEL IMPRÉSARIO RICHE, MULTIMILLIONNAIRE    X4 
</a:t>
            </a:r>
          </a:p>
          <a:p>
            <a:pPr>
              <a:defRPr/>
            </a:pPr>
            <a:r>
              <a:rPr lang="fr-FR" smtClean="0"/>
              <a:t>26-  JE VEUX QUE TOUT LE PEUPLE DE DIEU SE PRÉPARE : UN, DEUX ET TROIS</a:t>
            </a:r>
            <a:endParaRPr lang="fr-FR" dirty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J'AI UN NOUVEL IMPRÉSARIO  (3X) C’EST MON AMI LE TRÈS-HAUT  X2  
2-  J'AI CHERCHÉ LA SINCÉRITÉ ET JE N'AI PU LA TROUVER 
</a:t>
            </a:r>
          </a:p>
          <a:p>
            <a:r>
              <a:rPr lang="fr-FR" smtClean="0"/>
              <a:t>	3-  J'AI CHERCHÉ SUR TOUTE LA TERRE  
	4-  ET JE N’AI TROUVÉ QUE MENSONGES TRAHISON ET FAUSSETÉ 
	5-  J'AI CHERCHÉ AU FOND DE LA MER MONTÉ DANS UNE NAVETTE SPATIALE  
	6-  EXPLORÉ L'ESPACE SIDÉRAL  ET J'AI SEULEMENT ÉCOUTÉ 
	7-  LE CHANT DES HYPOCRITES 
</a:t>
            </a:r>
          </a:p>
          <a:p>
            <a:r>
              <a:rPr lang="fr-FR" smtClean="0"/>
              <a:t>8-  J'AI CHERCHÉ PARMI TOUS LES HUMAINS 
9-  SANS TROUVER UN FRÈRE QUI DISE LA VÉRITÉ 
10-  J'AI OUBLIÉ CE FRÈRE QUI EST MON AMI  
11-  QUI A TOUJOURS ÉTÉ AVEC MOI  ET QUI EST UN VÉRITABLE AMI  
</a:t>
            </a:r>
          </a:p>
          <a:p>
            <a:r>
              <a:rPr lang="fr-FR" smtClean="0"/>
              <a:t>	12-  MON AMI QUI EST UN MILLIONNAIRE  PUISSANT, MON IMPRÉSARIO 
	13-  MON NOUVEL IMPRÉSARIO, DIEU 
	14-  PROPRIÉTAIRE DE TOUTES LES ÉTOILES  ET DES CHOSES LES PLUS BELLES  
	15-  MON NOUVEL IMPRÉSARIO, DIEU    
</a:t>
            </a:r>
          </a:p>
          <a:p>
            <a:r>
              <a:rPr lang="fr-FR" smtClean="0"/>
              <a:t>16-  MAÎTRE DU CIEL, DES PLANÈTES DE LA LUNE 
17-  ET DE TOUT CE QU’IL Y A DE BON DANS LE MONDE, C’EST À MOI 
18-  MAÎTRE DE MES TRIOMPHES ET ÉCHECS LA SPLENDEUR DE MON COUCHER  
</a:t>
            </a:r>
          </a:p>
          <a:p>
            <a:r>
              <a:rPr lang="fr-FR" smtClean="0"/>
              <a:t>	19-  MON NOUVEL IMPRÉSARIO, DIEU    
	20-  MON NOUVEL IMPRÉSARIO, DIEU 
	21-  MON NOUVEL IMPRÉSARIO DIEU JÉSUS-CHRIST 
	22-  J'AI UN NOUVEL IMPRÉSARIO RICHE MULTIMILLIONNAIRE 
	23-  MON NOUVEL IMPRÉSARIO, DIEU 
</a:t>
            </a:r>
          </a:p>
          <a:p>
            <a:r>
              <a:rPr lang="fr-FR" smtClean="0"/>
              <a:t>24-  J'AI UN NOUVEL IMPRÉSARIO  (3X) C’EST MON AMI LE TRÈS-HAUT   X2 
</a:t>
            </a:r>
          </a:p>
          <a:p>
            <a:r>
              <a:rPr lang="fr-FR" smtClean="0"/>
              <a:t>25-  J'AI UN NOUVEL IMPRÉSARIO RICHE, MULTIMILLIONNAIRE    X4 
</a:t>
            </a:r>
          </a:p>
          <a:p>
            <a:r>
              <a:rPr lang="fr-FR" smtClean="0"/>
              <a:t>26-  JE VEUX QUE TOUT LE PEUPLE DE DIEU SE PRÉPARE : UN, DEUX ET TROIS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J'AI UN NOUVEL IMPRÉSARIO  (3X) C’EST MON AMI LE TRÈS-HAUT  X2  
2-  J'AI CHERCHÉ LA SINCÉRITÉ ET JE N'AI PU LA TROUVER 
</a:t>
            </a:r>
          </a:p>
          <a:p>
            <a:pPr>
              <a:defRPr/>
            </a:pPr>
            <a:r>
              <a:rPr lang="fr-FR" smtClean="0"/>
              <a:t>	3-  J'AI CHERCHÉ SUR TOUTE LA TERRE  
	4-  ET JE N’AI TROUVÉ QUE MENSONGES TRAHISON ET FAUSSETÉ 
	5-  J'AI CHERCHÉ AU FOND DE LA MER MONTÉ DANS UNE NAVETTE SPATIALE  
	6-  EXPLORÉ L'ESPACE SIDÉRAL  ET J'AI SEULEMENT ÉCOUTÉ 
	7-  LE CHANT DES HYPOCRITES 
</a:t>
            </a:r>
          </a:p>
          <a:p>
            <a:pPr>
              <a:defRPr/>
            </a:pPr>
            <a:r>
              <a:rPr lang="fr-FR" smtClean="0"/>
              <a:t>8-  J'AI CHERCHÉ PARMI TOUS LES HUMAINS 
9-  SANS TROUVER UN FRÈRE QUI DISE LA VÉRITÉ 
10-  J'AI OUBLIÉ CE FRÈRE QUI EST MON AMI  
11-  QUI A TOUJOURS ÉTÉ AVEC MOI  ET QUI EST UN VÉRITABLE AMI  
</a:t>
            </a:r>
          </a:p>
          <a:p>
            <a:pPr>
              <a:defRPr/>
            </a:pPr>
            <a:r>
              <a:rPr lang="fr-FR" smtClean="0"/>
              <a:t>	12-  MON AMI QUI EST UN MILLIONNAIRE  PUISSANT, MON IMPRÉSARIO 
	13-  MON NOUVEL IMPRÉSARIO, DIEU 
	14-  PROPRIÉTAIRE DE TOUTES LES ÉTOILES  ET DES CHOSES LES PLUS BELLES  
	15-  MON NOUVEL IMPRÉSARIO, DIEU    
</a:t>
            </a:r>
          </a:p>
          <a:p>
            <a:pPr>
              <a:defRPr/>
            </a:pPr>
            <a:r>
              <a:rPr lang="fr-FR" smtClean="0"/>
              <a:t>16-  MAÎTRE DU CIEL, DES PLANÈTES DE LA LUNE 
17-  ET DE TOUT CE QU’IL Y A DE BON DANS LE MONDE, C’EST À MOI 
18-  MAÎTRE DE MES TRIOMPHES ET ÉCHECS LA SPLENDEUR DE MON COUCHER  
</a:t>
            </a:r>
          </a:p>
          <a:p>
            <a:pPr>
              <a:defRPr/>
            </a:pPr>
            <a:r>
              <a:rPr lang="fr-FR" smtClean="0"/>
              <a:t>	19-  MON NOUVEL IMPRÉSARIO, DIEU    
	20-  MON NOUVEL IMPRÉSARIO, DIEU 
	21-  MON NOUVEL IMPRÉSARIO DIEU JÉSUS-CHRIST 
	22-  J'AI UN NOUVEL IMPRÉSARIO RICHE MULTIMILLIONNAIRE 
	23-  MON NOUVEL IMPRÉSARIO, DIEU 
</a:t>
            </a:r>
          </a:p>
          <a:p>
            <a:pPr>
              <a:defRPr/>
            </a:pPr>
            <a:r>
              <a:rPr lang="fr-FR" smtClean="0"/>
              <a:t>24-  J'AI UN NOUVEL IMPRÉSARIO  (3X) C’EST MON AMI LE TRÈS-HAUT   X2 
</a:t>
            </a:r>
          </a:p>
          <a:p>
            <a:pPr>
              <a:defRPr/>
            </a:pPr>
            <a:r>
              <a:rPr lang="fr-FR" smtClean="0"/>
              <a:t>25-  J'AI UN NOUVEL IMPRÉSARIO RICHE, MULTIMILLIONNAIRE    X4 
</a:t>
            </a:r>
          </a:p>
          <a:p>
            <a:pPr>
              <a:defRPr/>
            </a:pPr>
            <a:r>
              <a:rPr lang="fr-FR" smtClean="0"/>
              <a:t>26-  JE VEUX QUE TOUT LE PEUPLE DE DIEU SE PRÉPARE : UN, DEUX ET TROIS</a:t>
            </a:r>
            <a:endParaRPr lang="fr-FR" dirty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J'AI UN NOUVEL IMPRÉSARIO  (3X) C’EST MON AMI LE TRÈS-HAUT  X2  
2-  J'AI CHERCHÉ LA SINCÉRITÉ ET JE N'AI PU LA TROUVER 
</a:t>
            </a:r>
          </a:p>
          <a:p>
            <a:r>
              <a:rPr lang="fr-FR" smtClean="0"/>
              <a:t>	3-  J'AI CHERCHÉ SUR TOUTE LA TERRE  
	4-  ET JE N’AI TROUVÉ QUE MENSONGES TRAHISON ET FAUSSETÉ 
	5-  J'AI CHERCHÉ AU FOND DE LA MER MONTÉ DANS UNE NAVETTE SPATIALE  
	6-  EXPLORÉ L'ESPACE SIDÉRAL  ET J'AI SEULEMENT ÉCOUTÉ 
	7-  LE CHANT DES HYPOCRITES 
</a:t>
            </a:r>
          </a:p>
          <a:p>
            <a:r>
              <a:rPr lang="fr-FR" smtClean="0"/>
              <a:t>8-  J'AI CHERCHÉ PARMI TOUS LES HUMAINS 
9-  SANS TROUVER UN FRÈRE QUI DISE LA VÉRITÉ 
10-  J'AI OUBLIÉ CE FRÈRE QUI EST MON AMI  
11-  QUI A TOUJOURS ÉTÉ AVEC MOI  ET QUI EST UN VÉRITABLE AMI  
</a:t>
            </a:r>
          </a:p>
          <a:p>
            <a:r>
              <a:rPr lang="fr-FR" smtClean="0"/>
              <a:t>	12-  MON AMI QUI EST UN MILLIONNAIRE  PUISSANT, MON IMPRÉSARIO 
	13-  MON NOUVEL IMPRÉSARIO, DIEU 
	14-  PROPRIÉTAIRE DE TOUTES LES ÉTOILES  ET DES CHOSES LES PLUS BELLES  
	15-  MON NOUVEL IMPRÉSARIO, DIEU    
</a:t>
            </a:r>
          </a:p>
          <a:p>
            <a:r>
              <a:rPr lang="fr-FR" smtClean="0"/>
              <a:t>16-  MAÎTRE DU CIEL, DES PLANÈTES DE LA LUNE 
17-  ET DE TOUT CE QU’IL Y A DE BON DANS LE MONDE, C’EST À MOI 
18-  MAÎTRE DE MES TRIOMPHES ET ÉCHECS LA SPLENDEUR DE MON COUCHER  
</a:t>
            </a:r>
          </a:p>
          <a:p>
            <a:r>
              <a:rPr lang="fr-FR" smtClean="0"/>
              <a:t>	19-  MON NOUVEL IMPRÉSARIO, DIEU    
	20-  MON NOUVEL IMPRÉSARIO, DIEU 
	21-  MON NOUVEL IMPRÉSARIO DIEU JÉSUS-CHRIST 
	22-  J'AI UN NOUVEL IMPRÉSARIO RICHE MULTIMILLIONNAIRE 
	23-  MON NOUVEL IMPRÉSARIO, DIEU 
</a:t>
            </a:r>
          </a:p>
          <a:p>
            <a:r>
              <a:rPr lang="fr-FR" smtClean="0"/>
              <a:t>24-  J'AI UN NOUVEL IMPRÉSARIO  (3X) C’EST MON AMI LE TRÈS-HAUT   X2 
</a:t>
            </a:r>
          </a:p>
          <a:p>
            <a:r>
              <a:rPr lang="fr-FR" smtClean="0"/>
              <a:t>25-  J'AI UN NOUVEL IMPRÉSARIO RICHE, MULTIMILLIONNAIRE    X4 
</a:t>
            </a:r>
          </a:p>
          <a:p>
            <a:r>
              <a:rPr lang="fr-FR" smtClean="0"/>
              <a:t>26-  JE VEUX QUE TOUT LE PEUPLE DE DIEU SE PRÉPARE : UN, DEUX ET TROIS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J'AI UN NOUVEL IMPRÉSARIO  (3X) C’EST MON AMI LE TRÈS-HAUT  X2  
2-  J'AI CHERCHÉ LA SINCÉRITÉ ET JE N'AI PU LA TROUVER 
</a:t>
            </a:r>
          </a:p>
          <a:p>
            <a:pPr>
              <a:defRPr/>
            </a:pPr>
            <a:r>
              <a:rPr lang="fr-FR" smtClean="0"/>
              <a:t>	3-  J'AI CHERCHÉ SUR TOUTE LA TERRE  
	4-  ET JE N’AI TROUVÉ QUE MENSONGES TRAHISON ET FAUSSETÉ 
	5-  J'AI CHERCHÉ AU FOND DE LA MER MONTÉ DANS UNE NAVETTE SPATIALE  
	6-  EXPLORÉ L'ESPACE SIDÉRAL  ET J'AI SEULEMENT ÉCOUTÉ 
	7-  LE CHANT DES HYPOCRITES 
</a:t>
            </a:r>
          </a:p>
          <a:p>
            <a:pPr>
              <a:defRPr/>
            </a:pPr>
            <a:r>
              <a:rPr lang="fr-FR" smtClean="0"/>
              <a:t>8-  J'AI CHERCHÉ PARMI TOUS LES HUMAINS 
9-  SANS TROUVER UN FRÈRE QUI DISE LA VÉRITÉ 
10-  J'AI OUBLIÉ CE FRÈRE QUI EST MON AMI  
11-  QUI A TOUJOURS ÉTÉ AVEC MOI  ET QUI EST UN VÉRITABLE AMI  
</a:t>
            </a:r>
          </a:p>
          <a:p>
            <a:pPr>
              <a:defRPr/>
            </a:pPr>
            <a:r>
              <a:rPr lang="fr-FR" smtClean="0"/>
              <a:t>	12-  MON AMI QUI EST UN MILLIONNAIRE  PUISSANT, MON IMPRÉSARIO 
	13-  MON NOUVEL IMPRÉSARIO, DIEU 
	14-  PROPRIÉTAIRE DE TOUTES LES ÉTOILES  ET DES CHOSES LES PLUS BELLES  
	15-  MON NOUVEL IMPRÉSARIO, DIEU    
</a:t>
            </a:r>
          </a:p>
          <a:p>
            <a:pPr>
              <a:defRPr/>
            </a:pPr>
            <a:r>
              <a:rPr lang="fr-FR" smtClean="0"/>
              <a:t>16-  MAÎTRE DU CIEL, DES PLANÈTES DE LA LUNE 
17-  ET DE TOUT CE QU’IL Y A DE BON DANS LE MONDE, C’EST À MOI 
18-  MAÎTRE DE MES TRIOMPHES ET ÉCHECS LA SPLENDEUR DE MON COUCHER  
</a:t>
            </a:r>
          </a:p>
          <a:p>
            <a:pPr>
              <a:defRPr/>
            </a:pPr>
            <a:r>
              <a:rPr lang="fr-FR" smtClean="0"/>
              <a:t>	19-  MON NOUVEL IMPRÉSARIO, DIEU    
	20-  MON NOUVEL IMPRÉSARIO, DIEU 
	21-  MON NOUVEL IMPRÉSARIO DIEU JÉSUS-CHRIST 
	22-  J'AI UN NOUVEL IMPRÉSARIO RICHE MULTIMILLIONNAIRE 
	23-  MON NOUVEL IMPRÉSARIO, DIEU 
</a:t>
            </a:r>
          </a:p>
          <a:p>
            <a:pPr>
              <a:defRPr/>
            </a:pPr>
            <a:r>
              <a:rPr lang="fr-FR" smtClean="0"/>
              <a:t>24-  J'AI UN NOUVEL IMPRÉSARIO  (3X) C’EST MON AMI LE TRÈS-HAUT   X2 
</a:t>
            </a:r>
          </a:p>
          <a:p>
            <a:pPr>
              <a:defRPr/>
            </a:pPr>
            <a:r>
              <a:rPr lang="fr-FR" smtClean="0"/>
              <a:t>25-  J'AI UN NOUVEL IMPRÉSARIO RICHE, MULTIMILLIONNAIRE    X4 
</a:t>
            </a:r>
          </a:p>
          <a:p>
            <a:pPr>
              <a:defRPr/>
            </a:pPr>
            <a:r>
              <a:rPr lang="fr-FR" smtClean="0"/>
              <a:t>26-  JE VEUX QUE TOUT LE PEUPLE DE DIEU SE PRÉPARE : UN, DEUX ET TROIS</a:t>
            </a:r>
            <a:endParaRPr lang="fr-FR" dirty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J'AI UN NOUVEL IMPRÉSARIO  (3X) C’EST MON AMI LE TRÈS-HAUT  X2  
2-  J'AI CHERCHÉ LA SINCÉRITÉ ET JE N'AI PU LA TROUVER 
</a:t>
            </a:r>
          </a:p>
          <a:p>
            <a:r>
              <a:rPr lang="fr-FR" smtClean="0"/>
              <a:t>	3-  J'AI CHERCHÉ SUR TOUTE LA TERRE  
	4-  ET JE N’AI TROUVÉ QUE MENSONGES TRAHISON ET FAUSSETÉ 
	5-  J'AI CHERCHÉ AU FOND DE LA MER MONTÉ DANS UNE NAVETTE SPATIALE  
	6-  EXPLORÉ L'ESPACE SIDÉRAL  ET J'AI SEULEMENT ÉCOUTÉ 
	7-  LE CHANT DES HYPOCRITES 
</a:t>
            </a:r>
          </a:p>
          <a:p>
            <a:r>
              <a:rPr lang="fr-FR" smtClean="0"/>
              <a:t>8-  J'AI CHERCHÉ PARMI TOUS LES HUMAINS 
9-  SANS TROUVER UN FRÈRE QUI DISE LA VÉRITÉ 
10-  J'AI OUBLIÉ CE FRÈRE QUI EST MON AMI  
11-  QUI A TOUJOURS ÉTÉ AVEC MOI  ET QUI EST UN VÉRITABLE AMI  
</a:t>
            </a:r>
          </a:p>
          <a:p>
            <a:r>
              <a:rPr lang="fr-FR" smtClean="0"/>
              <a:t>	12-  MON AMI QUI EST UN MILLIONNAIRE  PUISSANT, MON IMPRÉSARIO 
	13-  MON NOUVEL IMPRÉSARIO, DIEU 
	14-  PROPRIÉTAIRE DE TOUTES LES ÉTOILES  ET DES CHOSES LES PLUS BELLES  
	15-  MON NOUVEL IMPRÉSARIO, DIEU    
</a:t>
            </a:r>
          </a:p>
          <a:p>
            <a:r>
              <a:rPr lang="fr-FR" smtClean="0"/>
              <a:t>16-  MAÎTRE DU CIEL, DES PLANÈTES DE LA LUNE 
17-  ET DE TOUT CE QU’IL Y A DE BON DANS LE MONDE, C’EST À MOI 
18-  MAÎTRE DE MES TRIOMPHES ET ÉCHECS LA SPLENDEUR DE MON COUCHER  
</a:t>
            </a:r>
          </a:p>
          <a:p>
            <a:r>
              <a:rPr lang="fr-FR" smtClean="0"/>
              <a:t>	19-  MON NOUVEL IMPRÉSARIO, DIEU    
	20-  MON NOUVEL IMPRÉSARIO, DIEU 
	21-  MON NOUVEL IMPRÉSARIO DIEU JÉSUS-CHRIST 
	22-  J'AI UN NOUVEL IMPRÉSARIO RICHE MULTIMILLIONNAIRE 
	23-  MON NOUVEL IMPRÉSARIO, DIEU 
</a:t>
            </a:r>
          </a:p>
          <a:p>
            <a:r>
              <a:rPr lang="fr-FR" smtClean="0"/>
              <a:t>24-  J'AI UN NOUVEL IMPRÉSARIO  (3X) C’EST MON AMI LE TRÈS-HAUT   X2 
</a:t>
            </a:r>
          </a:p>
          <a:p>
            <a:r>
              <a:rPr lang="fr-FR" smtClean="0"/>
              <a:t>25-  J'AI UN NOUVEL IMPRÉSARIO RICHE, MULTIMILLIONNAIRE    X4 
</a:t>
            </a:r>
          </a:p>
          <a:p>
            <a:r>
              <a:rPr lang="fr-FR" smtClean="0"/>
              <a:t>26-  JE VEUX QUE TOUT LE PEUPLE DE DIEU SE PRÉPARE : UN, DEUX ET TROIS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F092ED-E0FA-427A-9A69-61E68C934C1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636BA2-C0CA-44C7-8291-4280350B1CE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B29CB5-2669-4DC1-AF84-EFB3788F1A3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03F4B7-DA86-489A-8598-075DB9F0115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D0A660-D117-4869-8E1F-81F50809B79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79B5B3-8963-4D67-8C08-1DD2A9386C9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2DCA8F-771E-41CB-B83C-D5D95877736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622C4E-C156-424F-B085-E21A6E686F2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77558A-B048-44EF-A1B6-75355CB81C9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42BF6C-185B-47A2-814A-62FC6A91DD4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7BAD3D-5D68-4171-8717-D65E006F61B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8A6B864A-805A-4956-BC35-6457361FB78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J'AI UN NOUVEL IMPRÉSARIO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MON AMI LE TRÈS-HAUT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J'AI CHERCHÉ LA SINCÉRITÉ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JE N'AI PU LA TROUVER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J'AI CHERCHÉ SUR TOUTE LA TERRE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JE N’AI TROUVÉ QUE MENSONGES TRAHISON ET FAUSSETÉ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J'AI CHERCHÉ AU FOND DE LA MER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MONTÉ DANS UNE NAVETTE SPATIALE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EXPLORÉ L'ESPACE SIDÉRAL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J'AI SEULEMENT ÉCOUTÉ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CHANT DES HYPOCRITES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J'AI CHERCHÉ PARMI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TOUS LES HUMAINS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SANS TROUVER UN FRÈRE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DISE LA VÉRITÉ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J'AI OUBLIÉ CE FRÈRE QUI EST MON AMI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QUI A TOUJOURS ÉTÉ AVEC MOI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QUI EST UN VÉRITABLE AMI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AMI QUI EST UN MILLIONNAIRE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PUISSANT, MON IMPRÉSARIO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NOUVEL IMPRÉSARIO, DIEU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PROPRIÉTAIRE DE TOUTES LES ÉTOILES 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DES CHOSES LES PLUS BELLES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NOUVEL IMPRÉSARIO, DIEU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MAÎTRE DU CIEL, DES PLANÈTES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LA LUNE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DE TOUT CE QU’IL Y A DE BON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LE MONDE, C’EST À MOI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MAÎTRE DE MES TRIOMPHES ET ÉCHECS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SPLENDEUR DE MON COUCHER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NOUVEL IMPRÉSARIO, DIEU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NOUVEL IMPRÉSARIO, DIEU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NOUVEL IMPRÉSARIO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DIEU JÉSUS-CHRIST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J'AI UN NOUVEL IMPRÉSARIO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RICHE MULTIMILLIONNAIRE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MON NOUVEL IMPRÉSARIO, DIEU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J'AI UN NOUVEL IMPRÉSARIO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MON AMI LE TRÈS-HAUT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J'AI UN NOUVEL IMPRÉSARIO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RICHE, MULTIMILLIONNAIRE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VEUX QUE TOUT LE PEUPLE DE DIEU SE PRÉPARE : UN, DEUX ET TROIS
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1400</TotalTime>
  <Words>944</Words>
  <Application>Microsoft Office PowerPoint</Application>
  <PresentationFormat>On-screen Show (4:3)</PresentationFormat>
  <Paragraphs>512</Paragraphs>
  <Slides>26</Slides>
  <Notes>26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26</vt:i4>
      </vt:variant>
    </vt:vector>
  </HeadingPairs>
  <TitlesOfParts>
    <vt:vector size="30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photos</cp:lastModifiedBy>
  <cp:revision>129</cp:revision>
  <dcterms:created xsi:type="dcterms:W3CDTF">2002-08-17T10:50:50Z</dcterms:created>
  <dcterms:modified xsi:type="dcterms:W3CDTF">2014-12-28T09:20:12Z</dcterms:modified>
</cp:coreProperties>
</file>