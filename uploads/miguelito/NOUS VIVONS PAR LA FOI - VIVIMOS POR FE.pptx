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70" r:id="rId2"/>
    <p:sldId id="272" r:id="rId3"/>
    <p:sldId id="328" r:id="rId4"/>
    <p:sldId id="273" r:id="rId5"/>
    <p:sldId id="327" r:id="rId6"/>
    <p:sldId id="274" r:id="rId7"/>
    <p:sldId id="320" r:id="rId8"/>
    <p:sldId id="275" r:id="rId9"/>
    <p:sldId id="276" r:id="rId10"/>
    <p:sldId id="329" r:id="rId11"/>
    <p:sldId id="277" r:id="rId12"/>
    <p:sldId id="278" r:id="rId13"/>
    <p:sldId id="321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324" r:id="rId24"/>
    <p:sldId id="288" r:id="rId25"/>
    <p:sldId id="289" r:id="rId26"/>
    <p:sldId id="290" r:id="rId27"/>
    <p:sldId id="330" r:id="rId28"/>
    <p:sldId id="291" r:id="rId29"/>
    <p:sldId id="322" r:id="rId30"/>
    <p:sldId id="362" r:id="rId31"/>
    <p:sldId id="361" r:id="rId32"/>
    <p:sldId id="360" r:id="rId33"/>
    <p:sldId id="359" r:id="rId34"/>
    <p:sldId id="358" r:id="rId35"/>
    <p:sldId id="357" r:id="rId36"/>
    <p:sldId id="356" r:id="rId37"/>
    <p:sldId id="355" r:id="rId38"/>
    <p:sldId id="354" r:id="rId39"/>
    <p:sldId id="353" r:id="rId40"/>
    <p:sldId id="352" r:id="rId41"/>
    <p:sldId id="351" r:id="rId42"/>
    <p:sldId id="350" r:id="rId43"/>
    <p:sldId id="349" r:id="rId44"/>
    <p:sldId id="348" r:id="rId45"/>
    <p:sldId id="347" r:id="rId46"/>
    <p:sldId id="346" r:id="rId47"/>
    <p:sldId id="345" r:id="rId48"/>
    <p:sldId id="344" r:id="rId49"/>
    <p:sldId id="343" r:id="rId50"/>
    <p:sldId id="342" r:id="rId51"/>
    <p:sldId id="341" r:id="rId52"/>
    <p:sldId id="340" r:id="rId53"/>
    <p:sldId id="339" r:id="rId54"/>
    <p:sldId id="338" r:id="rId55"/>
    <p:sldId id="337" r:id="rId56"/>
    <p:sldId id="336" r:id="rId57"/>
    <p:sldId id="335" r:id="rId58"/>
    <p:sldId id="334" r:id="rId59"/>
    <p:sldId id="333" r:id="rId60"/>
    <p:sldId id="332" r:id="rId61"/>
    <p:sldId id="331" r:id="rId6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1100" autoAdjust="0"/>
    <p:restoredTop sz="80450" autoAdjust="0"/>
  </p:normalViewPr>
  <p:slideViewPr>
    <p:cSldViewPr>
      <p:cViewPr>
        <p:scale>
          <a:sx n="110" d="100"/>
          <a:sy n="110" d="100"/>
        </p:scale>
        <p:origin x="-187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64FFACD-5331-47A9-B2A2-355BD9B8D1C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972B581-5A95-4E60-A671-0CA60409B0F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en-US" dirty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en-US" dirty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57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67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77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87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198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08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18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28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39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49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59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1269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CHRIST A DIT : AYEZ FOI EN DIEU</a:t>
            </a:r>
            <a:br>
              <a:rPr lang="fr-FR" smtClean="0"/>
            </a:br>
            <a:r>
              <a:rPr lang="fr-FR" smtClean="0"/>
              <a:t>JE VOUS LE DIS EN VÉRITÉ</a:t>
            </a:r>
            <a:br>
              <a:rPr lang="fr-FR" smtClean="0"/>
            </a:br>
            <a:r>
              <a:rPr lang="fr-FR" smtClean="0"/>
              <a:t> 
2-  SI QUELQU'UN DIT À CETTE MONTAGNE</a:t>
            </a:r>
            <a:br>
              <a:rPr lang="fr-FR" smtClean="0"/>
            </a:br>
            <a:r>
              <a:rPr lang="fr-FR" smtClean="0"/>
              <a:t>ÔTE-TOI DE LÀ</a:t>
            </a:r>
            <a:br>
              <a:rPr lang="fr-FR" smtClean="0"/>
            </a:br>
            <a:r>
              <a:rPr lang="fr-FR" smtClean="0"/>
              <a:t> 
3-  ET JETTE-TOI DANS LA MER</a:t>
            </a:r>
            <a:br>
              <a:rPr lang="fr-FR" smtClean="0"/>
            </a:br>
            <a:r>
              <a:rPr lang="fr-FR" smtClean="0"/>
              <a:t>ET S'IL NE DOUTE POINT</a:t>
            </a:r>
            <a:br>
              <a:rPr lang="fr-FR" smtClean="0"/>
            </a:br>
            <a:r>
              <a:rPr lang="fr-FR" smtClean="0"/>
              <a:t> 
4-  EN SON CŒUR</a:t>
            </a:r>
            <a:br>
              <a:rPr lang="fr-FR" smtClean="0"/>
            </a:br>
            <a:r>
              <a:rPr lang="fr-FR" smtClean="0"/>
              <a:t>MAIS CROIT</a:t>
            </a:r>
            <a:br>
              <a:rPr lang="fr-FR" smtClean="0"/>
            </a:br>
            <a:r>
              <a:rPr lang="fr-FR" smtClean="0"/>
              <a:t> 
5-  QUE CE QU'IL DIT ARRIVE,</a:t>
            </a:r>
            <a:br>
              <a:rPr lang="fr-FR" smtClean="0"/>
            </a:br>
            <a:r>
              <a:rPr lang="fr-FR" smtClean="0"/>
              <a:t>TOUT CE QU'IL AURA DIT</a:t>
            </a:r>
            <a:br>
              <a:rPr lang="fr-FR" smtClean="0"/>
            </a:br>
            <a:r>
              <a:rPr lang="fr-FR" smtClean="0"/>
              <a:t> 
6-  LUI SERA FAIT </a:t>
            </a:r>
            <a:br>
              <a:rPr lang="fr-FR" smtClean="0"/>
            </a:br>
            <a:r>
              <a:rPr lang="fr-FR" smtClean="0"/>
              <a:t>FOI, NOUS VIVONS PAR LA FOI</a:t>
            </a:r>
            <a:br>
              <a:rPr lang="fr-FR" smtClean="0"/>
            </a:br>
            <a:r>
              <a:rPr lang="fr-FR" smtClean="0"/>
              <a:t> 
7-  OUI SEIGNEUR</a:t>
            </a:r>
            <a:br>
              <a:rPr lang="fr-FR" smtClean="0"/>
            </a:br>
            <a:r>
              <a:rPr lang="fr-FR" smtClean="0"/>
              <a:t> TOUT CE QUE TU DEMANDES</a:t>
            </a:r>
            <a:br>
              <a:rPr lang="fr-FR" smtClean="0"/>
            </a:br>
            <a:r>
              <a:rPr lang="fr-FR" smtClean="0"/>
              <a:t> 
8-  DANS LA PRIÈRE</a:t>
            </a:r>
            <a:br>
              <a:rPr lang="fr-FR" smtClean="0"/>
            </a:br>
            <a:r>
              <a:rPr lang="fr-FR" smtClean="0"/>
              <a:t>EN CROYANT QUE DIEU</a:t>
            </a:r>
            <a:br>
              <a:rPr lang="fr-FR" smtClean="0"/>
            </a:br>
            <a:r>
              <a:rPr lang="fr-FR" smtClean="0"/>
              <a:t> 
9-  PEUT TE LE DONNER</a:t>
            </a:r>
            <a:br>
              <a:rPr lang="fr-FR" smtClean="0"/>
            </a:br>
            <a:r>
              <a:rPr lang="fr-FR" smtClean="0"/>
              <a:t>C’EST SÛR QUE TU LE RECEVRAS</a:t>
            </a:r>
            <a:br>
              <a:rPr lang="fr-FR" smtClean="0"/>
            </a:br>
            <a:r>
              <a:rPr lang="fr-FR" smtClean="0"/>
              <a:t> 
10-  CAR TOUT EST POSSIBLE</a:t>
            </a:r>
            <a:br>
              <a:rPr lang="fr-FR" smtClean="0"/>
            </a:br>
            <a:r>
              <a:rPr lang="fr-FR" smtClean="0"/>
              <a:t>À CELUI QUI CROIT </a:t>
            </a:r>
            <a:br>
              <a:rPr lang="fr-FR" smtClean="0"/>
            </a:br>
            <a:r>
              <a:rPr lang="fr-FR" smtClean="0"/>
              <a:t> 
11-  FOI, NOUS VIVONS PAR LA FOI </a:t>
            </a:r>
            <a:br>
              <a:rPr lang="fr-FR" smtClean="0"/>
            </a:br>
            <a:r>
              <a:rPr lang="fr-FR" smtClean="0"/>
              <a:t>REMETS TA VOIE À L'ÉTERNEL</a:t>
            </a:r>
            <a:br>
              <a:rPr lang="fr-FR" smtClean="0"/>
            </a:br>
            <a:r>
              <a:rPr lang="fr-FR" smtClean="0"/>
              <a:t> 
12-  ET CONFIE-TOI EN LUI</a:t>
            </a:r>
            <a:br>
              <a:rPr lang="fr-FR" smtClean="0"/>
            </a:br>
            <a:r>
              <a:rPr lang="fr-FR" smtClean="0"/>
              <a:t>FAIS DE L'ÉTERNEL TES DÉLICES</a:t>
            </a:r>
            <a:br>
              <a:rPr lang="fr-FR" smtClean="0"/>
            </a:br>
            <a:r>
              <a:rPr lang="fr-FR" smtClean="0"/>
              <a:t> 
13-  ET IL TE DONNERA</a:t>
            </a:r>
            <a:br>
              <a:rPr lang="fr-FR" smtClean="0"/>
            </a:br>
            <a:r>
              <a:rPr lang="fr-FR" smtClean="0"/>
              <a:t>CE QUE TON CŒUR DÉSIRE</a:t>
            </a:r>
            <a:br>
              <a:rPr lang="fr-FR" smtClean="0"/>
            </a:br>
            <a:r>
              <a:rPr lang="fr-FR" smtClean="0"/>
              <a:t> 
14-  FOI, NOUS VIVONS PAR LA FOI </a:t>
            </a:r>
            <a:br>
              <a:rPr lang="fr-FR" smtClean="0"/>
            </a:br>
            <a:r>
              <a:rPr lang="fr-FR" smtClean="0"/>
              <a:t>CE SONT DES CHOSES SPIRITUELLES</a:t>
            </a:r>
            <a:br>
              <a:rPr lang="fr-FR" smtClean="0"/>
            </a:br>
            <a:r>
              <a:rPr lang="fr-FR" smtClean="0"/>
              <a:t> 
15-  DEMANDE CE QUE TU VEUX</a:t>
            </a:r>
            <a:br>
              <a:rPr lang="fr-FR" smtClean="0"/>
            </a:br>
            <a:r>
              <a:rPr lang="fr-FR" smtClean="0"/>
              <a:t>AUSSI DES CHOSES MATÉRIELLES</a:t>
            </a:r>
            <a:br>
              <a:rPr lang="fr-FR" smtClean="0"/>
            </a:br>
            <a:r>
              <a:rPr lang="fr-FR" smtClean="0"/>
              <a:t> 
16-  DEMANDE CE QUE TU VEUX</a:t>
            </a:r>
            <a:br>
              <a:rPr lang="fr-FR" smtClean="0"/>
            </a:br>
            <a:r>
              <a:rPr lang="fr-FR" smtClean="0"/>
              <a:t>IL EST LE MAÎTRE DE L’UNIVERS</a:t>
            </a:r>
            <a:br>
              <a:rPr lang="fr-FR" smtClean="0"/>
            </a:br>
            <a:r>
              <a:rPr lang="fr-FR" smtClean="0"/>
              <a:t> 
17-  C’EST POUR ÇA QUE MON DIEU</a:t>
            </a:r>
            <a:br>
              <a:rPr lang="fr-FR" smtClean="0"/>
            </a:br>
            <a:r>
              <a:rPr lang="fr-FR" smtClean="0"/>
              <a:t>M’INVITE À LUI DEMANDER</a:t>
            </a:r>
            <a:br>
              <a:rPr lang="fr-FR" smtClean="0"/>
            </a:br>
            <a:r>
              <a:rPr lang="fr-FR" smtClean="0"/>
              <a:t> 
18-  POUR ME DONNER</a:t>
            </a:r>
            <a:br>
              <a:rPr lang="fr-FR" smtClean="0"/>
            </a:br>
            <a:r>
              <a:rPr lang="fr-FR" smtClean="0"/>
              <a:t>TOUT CE DONT J’AI BESOIN</a:t>
            </a:r>
            <a:br>
              <a:rPr lang="fr-FR" smtClean="0"/>
            </a:br>
            <a:r>
              <a:rPr lang="fr-FR" smtClean="0"/>
              <a:t> 
19-  HE HE HE</a:t>
            </a:r>
            <a:br>
              <a:rPr lang="fr-FR" smtClean="0"/>
            </a:br>
            <a:r>
              <a:rPr lang="fr-FR" smtClean="0"/>
              <a:t>DEMANDE-MOI</a:t>
            </a:r>
            <a:br>
              <a:rPr lang="fr-FR" smtClean="0"/>
            </a:br>
            <a:r>
              <a:rPr lang="fr-FR" smtClean="0"/>
              <a:t> 
20-  ET JE TE DONNERAI</a:t>
            </a:r>
            <a:br>
              <a:rPr lang="fr-FR" smtClean="0"/>
            </a:br>
            <a:r>
              <a:rPr lang="fr-FR" smtClean="0"/>
              <a:t>LES NATIONS POUR HÉRITAGE</a:t>
            </a:r>
            <a:br>
              <a:rPr lang="fr-FR" smtClean="0"/>
            </a:br>
            <a:r>
              <a:rPr lang="fr-FR" smtClean="0"/>
              <a:t> 
21-  DIT L'ÉTERNEL DES ARMÉES</a:t>
            </a:r>
            <a:br>
              <a:rPr lang="fr-FR" smtClean="0"/>
            </a:br>
            <a:r>
              <a:rPr lang="fr-FR" smtClean="0"/>
              <a:t>ALLÉLUIA, GLOIRE À DIEU</a:t>
            </a:r>
            <a:br>
              <a:rPr lang="fr-FR" smtClean="0"/>
            </a:br>
            <a:r>
              <a:rPr lang="fr-FR" smtClean="0"/>
              <a:t> 
22-  HE HE HE</a:t>
            </a:r>
            <a:br>
              <a:rPr lang="fr-FR" smtClean="0"/>
            </a:br>
            <a:r>
              <a:rPr lang="fr-FR" smtClean="0"/>
              <a:t>JE SUIS TON AMI MIGUELITO</a:t>
            </a:r>
            <a:br>
              <a:rPr lang="fr-FR" smtClean="0"/>
            </a:br>
            <a:r>
              <a:rPr lang="fr-FR" smtClean="0"/>
              <a:t> 
23-  NE TE TROMPE PAS</a:t>
            </a:r>
            <a:br>
              <a:rPr lang="fr-FR" smtClean="0"/>
            </a:br>
            <a:r>
              <a:rPr lang="fr-FR" smtClean="0"/>
              <a:t>CAR JE SUIS RÉNOVÉ EN CHRIST</a:t>
            </a:r>
            <a:br>
              <a:rPr lang="fr-FR" smtClean="0"/>
            </a:br>
            <a:r>
              <a:rPr lang="fr-FR" smtClean="0"/>
              <a:t> 
24-  ALLÉLUIA, GLOIRE À DIEU </a:t>
            </a:r>
            <a:br>
              <a:rPr lang="fr-FR" smtClean="0"/>
            </a:br>
            <a:r>
              <a:rPr lang="fr-FR" smtClean="0"/>
              <a:t>CELUI QUI DEMEURE</a:t>
            </a:r>
            <a:br>
              <a:rPr lang="fr-FR" smtClean="0"/>
            </a:br>
            <a:r>
              <a:rPr lang="fr-FR" smtClean="0"/>
              <a:t> 
25-  SOUS L'ABRI DU TRÈS-HAUT</a:t>
            </a:r>
            <a:br>
              <a:rPr lang="fr-FR" smtClean="0"/>
            </a:br>
            <a:r>
              <a:rPr lang="fr-FR" smtClean="0"/>
              <a:t>REPOSE</a:t>
            </a:r>
            <a:br>
              <a:rPr lang="fr-FR" smtClean="0"/>
            </a:br>
            <a:r>
              <a:rPr lang="fr-FR" smtClean="0"/>
              <a:t> 
26-  À L'OMBRE DU TOUT-PUISSANT</a:t>
            </a:r>
            <a:br>
              <a:rPr lang="fr-FR" smtClean="0"/>
            </a:br>
            <a:r>
              <a:rPr lang="fr-FR" smtClean="0"/>
              <a:t>L'ÉTERNEL EST MA LUMIÈRE</a:t>
            </a:r>
            <a:br>
              <a:rPr lang="fr-FR" smtClean="0"/>
            </a:br>
            <a:r>
              <a:rPr lang="fr-FR" smtClean="0"/>
              <a:t> 
27-  ET MON SALUT</a:t>
            </a:r>
            <a:br>
              <a:rPr lang="fr-FR" smtClean="0"/>
            </a:br>
            <a:r>
              <a:rPr lang="fr-FR" smtClean="0"/>
              <a:t>DE QUI AURAIS-JE CRAINTE ?</a:t>
            </a:r>
            <a:br>
              <a:rPr lang="fr-FR" smtClean="0"/>
            </a:br>
            <a:r>
              <a:rPr lang="fr-FR" smtClean="0"/>
              <a:t> 
28-  NE CRAINS RIEN</a:t>
            </a:r>
            <a:br>
              <a:rPr lang="fr-FR" smtClean="0"/>
            </a:br>
            <a:r>
              <a:rPr lang="fr-FR" smtClean="0"/>
              <a:t>CAR JE SUIS AVEC TOI</a:t>
            </a:r>
            <a:br>
              <a:rPr lang="fr-FR" smtClean="0"/>
            </a:br>
            <a:r>
              <a:rPr lang="fr-FR" smtClean="0"/>
              <a:t> 
29-  NE PROMÈNE PAS</a:t>
            </a:r>
            <a:br>
              <a:rPr lang="fr-FR" smtClean="0"/>
            </a:br>
            <a:r>
              <a:rPr lang="fr-FR" smtClean="0"/>
              <a:t>DES REGARDS INQUIETS</a:t>
            </a:r>
            <a:br>
              <a:rPr lang="fr-FR" smtClean="0"/>
            </a:br>
            <a:r>
              <a:rPr lang="fr-FR" smtClean="0"/>
              <a:t> 
30-  CAR JE SUIS TON DIEU</a:t>
            </a:r>
            <a:br>
              <a:rPr lang="fr-FR" smtClean="0"/>
            </a:br>
            <a:r>
              <a:rPr lang="fr-FR" smtClean="0"/>
              <a:t>DIT L'ÉTERNEL DES ARMÉES </a:t>
            </a:r>
            <a:br>
              <a:rPr lang="fr-FR" smtClean="0"/>
            </a:br>
            <a:r>
              <a:rPr lang="fr-FR" smtClean="0"/>
              <a:t> 
31-  REMETS TA VOIE À L'ÉTERNEL</a:t>
            </a:r>
            <a:br>
              <a:rPr lang="fr-FR" smtClean="0"/>
            </a:br>
            <a:r>
              <a:rPr lang="fr-FR" smtClean="0"/>
              <a:t>ET CONFIE-TOI EN LUI</a:t>
            </a:r>
            <a:br>
              <a:rPr lang="fr-FR" smtClean="0"/>
            </a:br>
            <a:r>
              <a:rPr lang="fr-FR" smtClean="0"/>
              <a:t> 
32-  FAIS DE L'ÉTERNEL TES DÉLICES</a:t>
            </a:r>
            <a:br>
              <a:rPr lang="fr-FR" smtClean="0"/>
            </a:br>
            <a:r>
              <a:rPr lang="fr-FR" smtClean="0"/>
              <a:t>ET IL TE DONNERA</a:t>
            </a:r>
            <a:br>
              <a:rPr lang="fr-FR" smtClean="0"/>
            </a:br>
            <a:r>
              <a:rPr lang="fr-FR" smtClean="0"/>
              <a:t> 
33-  CE QUE TON CŒUR DÉSIRE</a:t>
            </a:r>
            <a:br>
              <a:rPr lang="fr-FR" smtClean="0"/>
            </a:br>
            <a:r>
              <a:rPr lang="fr-FR" smtClean="0"/>
              <a:t>L'ÉTERNEL EST MON BERGER</a:t>
            </a:r>
            <a:br>
              <a:rPr lang="fr-FR" smtClean="0"/>
            </a:br>
            <a:r>
              <a:rPr lang="fr-FR" smtClean="0"/>
              <a:t> 
34-  JE NE MANQUERAI DE RIEN</a:t>
            </a:r>
            <a:br>
              <a:rPr lang="fr-FR" smtClean="0"/>
            </a:br>
            <a:r>
              <a:rPr lang="fr-FR" smtClean="0"/>
              <a:t>IL ME CONDUIT</a:t>
            </a:r>
            <a:br>
              <a:rPr lang="fr-FR" smtClean="0"/>
            </a:br>
            <a:r>
              <a:rPr lang="fr-FR" smtClean="0"/>
              <a:t> 
35-  DANS LES SENTIERS DE LA JUSTICE</a:t>
            </a:r>
            <a:br>
              <a:rPr lang="fr-FR" smtClean="0"/>
            </a:br>
            <a:r>
              <a:rPr lang="fr-FR" smtClean="0"/>
              <a:t>À CAUSE DE SON NOM </a:t>
            </a:r>
            <a:br>
              <a:rPr lang="fr-FR" smtClean="0"/>
            </a:br>
            <a:r>
              <a:rPr lang="fr-FR" smtClean="0"/>
              <a:t> 
36-  FRÈRES CHRÉTIENS</a:t>
            </a:r>
            <a:br>
              <a:rPr lang="fr-FR" smtClean="0"/>
            </a:br>
            <a:r>
              <a:rPr lang="fr-FR" smtClean="0"/>
              <a:t>NE DÉSESPÉREZ PAS</a:t>
            </a:r>
            <a:br>
              <a:rPr lang="fr-FR" smtClean="0"/>
            </a:br>
            <a:r>
              <a:rPr lang="fr-FR" smtClean="0"/>
              <a:t> 
37-  CONTINUEZ DANS LA PRIÈRE </a:t>
            </a:r>
            <a:br>
              <a:rPr lang="fr-FR" smtClean="0"/>
            </a:br>
            <a:r>
              <a:rPr lang="fr-FR" smtClean="0"/>
              <a:t>C’EST TRÈS BIEN</a:t>
            </a:r>
            <a:br>
              <a:rPr lang="fr-FR" smtClean="0"/>
            </a:br>
            <a:r>
              <a:rPr lang="fr-FR" smtClean="0"/>
              <a:t> 
38-  C’EST POUR ÇA MON FRÈRE DEMANDE</a:t>
            </a:r>
            <a:br>
              <a:rPr lang="fr-FR" smtClean="0"/>
            </a:br>
            <a:r>
              <a:rPr lang="fr-FR" smtClean="0"/>
              <a:t>CAR IL N’Y A QU’À DEMANDER </a:t>
            </a:r>
            <a:br>
              <a:rPr lang="fr-FR" smtClean="0"/>
            </a:br>
            <a:r>
              <a:rPr lang="fr-FR" smtClean="0"/>
              <a:t> 
39-  IL N’Y A QU’À DEMANDER</a:t>
            </a:r>
            <a:br>
              <a:rPr lang="fr-FR" smtClean="0"/>
            </a:br>
            <a:r>
              <a:rPr lang="fr-FR" smtClean="0"/>
              <a:t>L’ARGENT EST À MOI ET L'OR EST À MOI</a:t>
            </a:r>
            <a:br>
              <a:rPr lang="fr-FR" smtClean="0"/>
            </a:br>
            <a:r>
              <a:rPr lang="fr-FR" smtClean="0"/>
              <a:t> 
40-  À L'ÉTERNEL EST LA TERRE</a:t>
            </a:r>
            <a:br>
              <a:rPr lang="fr-FR" smtClean="0"/>
            </a:br>
            <a:r>
              <a:rPr lang="fr-FR" smtClean="0"/>
              <a:t>ET CE QU'ELLE RENFERME</a:t>
            </a:r>
            <a:br>
              <a:rPr lang="fr-FR" smtClean="0"/>
            </a:br>
            <a:r>
              <a:rPr lang="fr-FR" smtClean="0"/>
              <a:t> 
41-  DIT L'ÉTERNEL DES ARMÉES</a:t>
            </a:r>
            <a:br>
              <a:rPr lang="fr-FR" smtClean="0"/>
            </a:br>
            <a:r>
              <a:rPr lang="fr-FR" smtClean="0"/>
              <a:t>LE SAINT, LE PUISSANT ; L’INVINCIBLE</a:t>
            </a:r>
            <a:br>
              <a:rPr lang="fr-FR" smtClean="0"/>
            </a:br>
            <a:r>
              <a:rPr lang="fr-FR" smtClean="0"/>
              <a:t> 
42-  CELUI QUI PEUT TOUT</a:t>
            </a:r>
            <a:br>
              <a:rPr lang="fr-FR" smtClean="0"/>
            </a:br>
            <a:r>
              <a:rPr lang="fr-FR" smtClean="0"/>
              <a:t>CELUI QUE VOIT TOUT</a:t>
            </a:r>
            <a:br>
              <a:rPr lang="fr-FR" smtClean="0"/>
            </a:br>
            <a:r>
              <a:rPr lang="fr-FR" smtClean="0"/>
              <a:t> 
43-  IL RÈGNE SUR L’UNIVERS</a:t>
            </a:r>
            <a:br>
              <a:rPr lang="fr-FR" smtClean="0"/>
            </a:br>
            <a:r>
              <a:rPr lang="fr-FR" smtClean="0"/>
              <a:t>PENDANT DES MILLIARDS D’ANNÉES</a:t>
            </a:r>
            <a:br>
              <a:rPr lang="fr-FR" smtClean="0"/>
            </a:br>
            <a:r>
              <a:rPr lang="fr-FR" smtClean="0"/>
              <a:t> 
44-  ET JUSQU'À MAINTENANT</a:t>
            </a:r>
            <a:br>
              <a:rPr lang="fr-FR" smtClean="0"/>
            </a:br>
            <a:r>
              <a:rPr lang="fr-FR" smtClean="0"/>
              <a:t>IL N’A JAMAIS ÉCHOUÉ </a:t>
            </a:r>
            <a:br>
              <a:rPr lang="fr-FR" smtClean="0"/>
            </a:br>
            <a:r>
              <a:rPr lang="fr-FR" smtClean="0"/>
              <a:t> 
45-  ACCROCHE-TOI À CETTE FOI</a:t>
            </a:r>
            <a:br>
              <a:rPr lang="fr-FR" smtClean="0"/>
            </a:br>
            <a:r>
              <a:rPr lang="fr-FR" smtClean="0"/>
              <a:t>ET IL NE TE MANQUERA RIEN</a:t>
            </a:r>
            <a:br>
              <a:rPr lang="fr-FR" smtClean="0"/>
            </a:br>
            <a:r>
              <a:rPr lang="fr-FR" smtClean="0"/>
              <a:t> 
46-  DEMANDE CE QUE TU VEUX</a:t>
            </a:r>
            <a:br>
              <a:rPr lang="fr-FR" smtClean="0"/>
            </a:br>
            <a:r>
              <a:rPr lang="fr-FR" smtClean="0"/>
              <a:t>QUE DIEU TE DONNE </a:t>
            </a:r>
            <a:br>
              <a:rPr lang="fr-FR" smtClean="0"/>
            </a:br>
            <a:r>
              <a:rPr lang="fr-FR" smtClean="0"/>
              <a:t> 
47-  DEPUIS QUE JE ME SUIS ACCROCHÉ</a:t>
            </a:r>
            <a:br>
              <a:rPr lang="fr-FR" smtClean="0"/>
            </a:br>
            <a:r>
              <a:rPr lang="fr-FR" smtClean="0"/>
              <a:t>À CETTE FOI</a:t>
            </a:r>
            <a:br>
              <a:rPr lang="fr-FR" smtClean="0"/>
            </a:br>
            <a:r>
              <a:rPr lang="fr-FR" smtClean="0"/>
              <a:t> 
48-  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49-  DANS LES BOÎTES</a:t>
            </a:r>
            <a:br>
              <a:rPr lang="fr-FR" smtClean="0"/>
            </a:br>
            <a:r>
              <a:rPr lang="fr-FR" smtClean="0"/>
              <a:t>ET JE TE JURE</a:t>
            </a:r>
            <a:br>
              <a:rPr lang="fr-FR" smtClean="0"/>
            </a:br>
            <a:r>
              <a:rPr lang="fr-FR" smtClean="0"/>
              <a:t> 
50-  QU’IL NE ME MANQUE RIEN</a:t>
            </a:r>
            <a:br>
              <a:rPr lang="fr-FR" smtClean="0"/>
            </a:br>
            <a:r>
              <a:rPr lang="fr-FR" smtClean="0"/>
              <a:t>J’AI ARRÊTÉ DE CHANTER</a:t>
            </a:r>
            <a:br>
              <a:rPr lang="fr-FR" smtClean="0"/>
            </a:br>
            <a:r>
              <a:rPr lang="fr-FR" smtClean="0"/>
              <a:t> 
51-  POUR LE MONDE</a:t>
            </a:r>
            <a:br>
              <a:rPr lang="fr-FR" smtClean="0"/>
            </a:br>
            <a:r>
              <a:rPr lang="fr-FR" smtClean="0"/>
              <a:t>ET IL NE ME MANQUE RIEN</a:t>
            </a:r>
            <a:br>
              <a:rPr lang="fr-FR" smtClean="0"/>
            </a:br>
            <a:r>
              <a:rPr lang="fr-FR" smtClean="0"/>
              <a:t> 
52-  MAINTENANT, JE CHANTE</a:t>
            </a:r>
            <a:br>
              <a:rPr lang="fr-FR" smtClean="0"/>
            </a:br>
            <a:r>
              <a:rPr lang="fr-FR" smtClean="0"/>
              <a:t>POUR EXALTER LA GLOIRE DE DIEU</a:t>
            </a:r>
            <a:br>
              <a:rPr lang="fr-FR" smtClean="0"/>
            </a:br>
            <a:r>
              <a:rPr lang="fr-FR" smtClean="0"/>
              <a:t> 
53-  ET IL NE ME MANQUE RIEN</a:t>
            </a:r>
            <a:br>
              <a:rPr lang="fr-FR" smtClean="0"/>
            </a:br>
            <a:r>
              <a:rPr lang="fr-FR" smtClean="0"/>
              <a:t>MAINTENANT, JE CHANTE</a:t>
            </a:r>
            <a:br>
              <a:rPr lang="fr-FR" smtClean="0"/>
            </a:br>
            <a:r>
              <a:rPr lang="fr-FR" smtClean="0"/>
              <a:t> 
54-  DANS LES CONGRÉGATIONS DES SAINTS</a:t>
            </a:r>
            <a:br>
              <a:rPr lang="fr-FR" smtClean="0"/>
            </a:br>
            <a:r>
              <a:rPr lang="fr-FR" smtClean="0"/>
              <a:t>IL NE ME MANQUE RIEN</a:t>
            </a:r>
            <a:br>
              <a:rPr lang="fr-FR" smtClean="0"/>
            </a:br>
            <a:r>
              <a:rPr lang="fr-FR" smtClean="0"/>
              <a:t> 
55-  J’AI DEMANDÉ À DIEU LA PROSPÉRITÉ</a:t>
            </a:r>
            <a:br>
              <a:rPr lang="fr-FR" smtClean="0"/>
            </a:br>
            <a:r>
              <a:rPr lang="fr-FR" smtClean="0"/>
              <a:t>ET LUI M’A FAIT PROSPÉRER</a:t>
            </a:r>
            <a:br>
              <a:rPr lang="fr-FR" smtClean="0"/>
            </a:br>
            <a:r>
              <a:rPr lang="fr-FR" smtClean="0"/>
              <a:t> 
56-  IL NE ME MANQUE RIEN</a:t>
            </a:r>
            <a:br>
              <a:rPr lang="fr-FR" smtClean="0"/>
            </a:br>
            <a:r>
              <a:rPr lang="fr-FR" smtClean="0"/>
              <a:t>JE LUI DEMANDE</a:t>
            </a:r>
            <a:br>
              <a:rPr lang="fr-FR" smtClean="0"/>
            </a:br>
            <a:r>
              <a:rPr lang="fr-FR" smtClean="0"/>
              <a:t> 
57-  DE RESTAURER MON MARIAGE</a:t>
            </a:r>
            <a:br>
              <a:rPr lang="fr-FR" smtClean="0"/>
            </a:br>
            <a:r>
              <a:rPr lang="fr-FR" smtClean="0"/>
              <a:t>ET LUI L’A FAIT</a:t>
            </a:r>
            <a:br>
              <a:rPr lang="fr-FR" smtClean="0"/>
            </a:br>
            <a:r>
              <a:rPr lang="fr-FR" smtClean="0"/>
              <a:t> 
58-  IL NE ME MANQUE RIEN </a:t>
            </a:r>
            <a:br>
              <a:rPr lang="fr-FR" smtClean="0"/>
            </a:br>
            <a:r>
              <a:rPr lang="fr-FR" smtClean="0"/>
              <a:t>FRÈRES CHRÉTIENS</a:t>
            </a:r>
            <a:br>
              <a:rPr lang="fr-FR" smtClean="0"/>
            </a:br>
            <a:r>
              <a:rPr lang="fr-FR" smtClean="0"/>
              <a:t> 
59-  NE VOUS EFFRAYEZ POINT</a:t>
            </a:r>
            <a:br>
              <a:rPr lang="fr-FR" smtClean="0"/>
            </a:br>
            <a:r>
              <a:rPr lang="fr-FR" smtClean="0"/>
              <a:t>CONTINUEZ DE PRIER</a:t>
            </a:r>
            <a:br>
              <a:rPr lang="fr-FR" smtClean="0"/>
            </a:br>
            <a:r>
              <a:rPr lang="fr-FR" smtClean="0"/>
              <a:t> 
60-  C’EST TRÈS BIEN</a:t>
            </a:r>
            <a:br>
              <a:rPr lang="fr-FR" smtClean="0"/>
            </a:br>
            <a:r>
              <a:rPr lang="fr-FR" smtClean="0"/>
              <a:t>VOUS DEVEZ CONTINUER À PRIER</a:t>
            </a:r>
            <a:br>
              <a:rPr lang="fr-FR" smtClean="0"/>
            </a:br>
            <a:r>
              <a:rPr lang="fr-FR" smtClean="0"/>
              <a:t> 
61-  PRIEZ SANS CESSE </a:t>
            </a:r>
            <a:br>
              <a:rPr lang="fr-FR" smtClean="0"/>
            </a:br>
            <a:r>
              <a:rPr lang="fr-FR" smtClean="0"/>
              <a:t>CONTINUEZ À PRIER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7805A-D56D-4133-8B7B-89A37C61D3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3B9E1-6BC7-4193-8F21-AA2EE32CA3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E848E-115C-498F-AF60-C818A5B80C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7292A-489B-4BD5-88B1-9D2D93F5BF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ABB2D-5248-484E-83EA-2DFD342E80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81AB2-FCB0-4FAF-ABAB-83D630C017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8F0D2-BB4E-4F21-8269-A2F3CDD219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DE582-BB6D-4DBE-BCBD-7ED1DB00A2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CDD93-B249-444E-AB76-05F160A412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5AC4D-42BC-47E8-AB37-7EB693420D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CE27A-D044-486B-BE9B-2F2C34EDCB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0C282FA-14D2-4440-ACD1-30363F5431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A DIT : AYEZ FOI EN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VOUS LE DIS EN VÉRITÉ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QUELQU'UN DIT À CETTE MONTAGNE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ÔTE-TOI DE LÀ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JETTE-TOI DANS LA MER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S'IL NE DOUTE POINT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SON CŒUR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CROIT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CE QU'IL DIT ARRIVE,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QU'IL AURA DIT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 SERA FAIT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FOI, NOUS VIVONS PAR LA FOI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TOUT CE QUE TU DEMANDES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PRIÈRE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CROYANT QUE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TE LE DONNER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SÛR QUE TU LE RECEVRAS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TOUT EST POSSIBLE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CELUI QUI CROIT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FOI, NOUS VIVONS PAR LA FOI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REMETS TA VOIE À L'ÉTERNEL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CONFIE-TOI EN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DE L'ÉTERNEL TES DÉLICES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TE DONNERA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TON CŒUR DÉSIRE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FOI, NOUS VIVONS PAR LA FOI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SONT DES CHOSES SPIRITUELLES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DEMANDE CE QUE TU VEUX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DES CHOSES MATÉRIELLES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DEMANDE CE QUE TU VEUX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LE MAÎTRE DE L’UNIVERS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POUR ÇA QUE MON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M’INVITE À LUI DEMANDER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ME DONNER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DONT J’AI BESOIN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HE HE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DEMANDE-MOI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TE DONNERAI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NATIONS POUR HÉRITAGE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DIT L'ÉTERNEL DES ARMÉES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GLOIRE À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HE HE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TON AMI MIGUELITO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RÉNOVÉ EN 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GLOIRE À DIEU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DEMEURE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SOUS L'ABRI DU TRÈS-HAUT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REPOSE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L'OMBRE DU TOUT-PUISSANT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L'ÉTERNEL EST MA LUMIÈRE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MON SALUT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QUI AURAIS-JE CRAINTE ?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CRAINS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AVEC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PROMÈNE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REGARDS INQUIETS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JE SUIS TON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DIT L'ÉTERNEL DES ARMÉES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REMETS TA VOIE À L'ÉTERNEL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CONFIE-TOI EN 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DE L'ÉTERNEL TES DÉLICES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TE DONNERA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TON CŒUR DÉSIRE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L'ÉTERNEL EST MON BERGER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MANQUERAI DE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CONDUIT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SENTIERS DE LA JUSTICE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CAUSE DE SON NOM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FRÈRES CHRÉTIENS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DÉSESPÉREZ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CONTINUEZ DANS LA PRIÈRE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TRÈS BIEN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POUR ÇA MON FRÈRE DEMANDE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N’Y A QU’À DEMANDER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N’Y A QU’À DEMANDER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L’ARGENT EST À MOI ET L'OR EST À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L'ÉTERNEL EST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 QU'ELLE RENFERME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DIT L'ÉTERNEL DES ARMÉES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SAINT, LE PUISSANT ; L’INVINCIBLE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PEUT TOUT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QUE VOIT TOUT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RÈGNE SUR L’UNIVERS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PENDANT DES MILLIARDS D’ANNÉES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JUSQU'À MAINTENANT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N’A JAMAIS ÉCHOUÉ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ACCROCHE-TOI À CETTE FOI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NE TE MANQUERA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DEMANDE CE QUE TU VEUX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TE DONNE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DEPUIS QUE JE ME SUIS ACCROCHÉ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CETTE FOI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ME MANQUE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ARRÊTÉ DE CHANTER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BOÎTES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TE JURE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NE ME MANQUE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ARRÊTÉ DE CHANTER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NE ME MANQUE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MAINTENANT, JE CHANTE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EXALTER LA GLOIRE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NE ME MANQUE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MAINTENANT, JE CHANTE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LES CONGRÉGATIONS DES SAINTS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ME MANQUE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DEMANDÉ À DIEU LA PROSPÉRITÉ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LUI M’A FAIT PROSPÉRER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ME MANQUE RIEN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LUI DEMANDE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RESTAURER MON MARIAGE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LUI L’A FAIT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NE ME MANQUE RIEN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FRÈRES CHRÉTIENS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VOUS EFFRAYEZ POINT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CONTINUEZ DE PRIER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TRÈS BIEN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DEVEZ CONTINUER À PRIER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PRIEZ SANS CESSE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CONTINUEZ À PRIER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752</Words>
  <Application>Microsoft Office PowerPoint</Application>
  <PresentationFormat>On-screen Show (4:3)</PresentationFormat>
  <Paragraphs>183</Paragraphs>
  <Slides>61</Slides>
  <Notes>61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61</vt:i4>
      </vt:variant>
    </vt:vector>
  </HeadingPairs>
  <TitlesOfParts>
    <vt:vector size="65" baseType="lpstr">
      <vt:lpstr>Franklin Gothic Medium</vt:lpstr>
      <vt:lpstr>Arial</vt:lpstr>
      <vt:lpstr>Calibri</vt:lpstr>
      <vt:lpstr>Default Design</vt:lpstr>
      <vt:lpstr>CHRIST A DIT : AYEZ FOI EN DIEU JE VOUS LE DIS EN VÉRITÉ </vt:lpstr>
      <vt:lpstr>SI QUELQU'UN DIT À CETTE MONTAGNE ÔTE-TOI DE LÀ </vt:lpstr>
      <vt:lpstr>ET JETTE-TOI DANS LA MER ET S'IL NE DOUTE POINT </vt:lpstr>
      <vt:lpstr>EN SON CŒUR MAIS CROIT </vt:lpstr>
      <vt:lpstr>QUE CE QU'IL DIT ARRIVE, TOUT CE QU'IL AURA DIT </vt:lpstr>
      <vt:lpstr>LUI SERA FAIT  FOI, NOUS VIVONS PAR LA FOI </vt:lpstr>
      <vt:lpstr>OUI SEIGNEUR  TOUT CE QUE TU DEMANDES </vt:lpstr>
      <vt:lpstr>DANS LA PRIÈRE EN CROYANT QUE DIEU </vt:lpstr>
      <vt:lpstr>PEUT TE LE DONNER C’EST SÛR QUE TU LE RECEVRAS </vt:lpstr>
      <vt:lpstr>CAR TOUT EST POSSIBLE À CELUI QUI CROIT  </vt:lpstr>
      <vt:lpstr>FOI, NOUS VIVONS PAR LA FOI  REMETS TA VOIE À L'ÉTERNEL </vt:lpstr>
      <vt:lpstr>ET CONFIE-TOI EN LUI FAIS DE L'ÉTERNEL TES DÉLICES </vt:lpstr>
      <vt:lpstr>ET IL TE DONNERA CE QUE TON CŒUR DÉSIRE </vt:lpstr>
      <vt:lpstr>FOI, NOUS VIVONS PAR LA FOI  CE SONT DES CHOSES SPIRITUELLES </vt:lpstr>
      <vt:lpstr>DEMANDE CE QUE TU VEUX AUSSI DES CHOSES MATÉRIELLES </vt:lpstr>
      <vt:lpstr>DEMANDE CE QUE TU VEUX IL EST LE MAÎTRE DE L’UNIVERS </vt:lpstr>
      <vt:lpstr>C’EST POUR ÇA QUE MON DIEU M’INVITE À LUI DEMANDER </vt:lpstr>
      <vt:lpstr>POUR ME DONNER TOUT CE DONT J’AI BESOIN </vt:lpstr>
      <vt:lpstr>HE HE HE DEMANDE-MOI </vt:lpstr>
      <vt:lpstr>ET JE TE DONNERAI LES NATIONS POUR HÉRITAGE </vt:lpstr>
      <vt:lpstr>DIT L'ÉTERNEL DES ARMÉES ALLÉLUIA, GLOIRE À DIEU </vt:lpstr>
      <vt:lpstr>HE HE HE JE SUIS TON AMI MIGUELITO </vt:lpstr>
      <vt:lpstr>NE TE TROMPE PAS CAR JE SUIS RÉNOVÉ EN CHRIST </vt:lpstr>
      <vt:lpstr>ALLÉLUIA, GLOIRE À DIEU  CELUI QUI DEMEURE </vt:lpstr>
      <vt:lpstr>SOUS L'ABRI DU TRÈS-HAUT REPOSE </vt:lpstr>
      <vt:lpstr>À L'OMBRE DU TOUT-PUISSANT L'ÉTERNEL EST MA LUMIÈRE </vt:lpstr>
      <vt:lpstr>ET MON SALUT DE QUI AURAIS-JE CRAINTE ? </vt:lpstr>
      <vt:lpstr>NE CRAINS RIEN CAR JE SUIS AVEC TOI </vt:lpstr>
      <vt:lpstr>NE PROMÈNE PAS DES REGARDS INQUIETS </vt:lpstr>
      <vt:lpstr>CAR JE SUIS TON DIEU DIT L'ÉTERNEL DES ARMÉES  </vt:lpstr>
      <vt:lpstr>REMETS TA VOIE À L'ÉTERNEL ET CONFIE-TOI EN LUI </vt:lpstr>
      <vt:lpstr>FAIS DE L'ÉTERNEL TES DÉLICES ET IL TE DONNERA </vt:lpstr>
      <vt:lpstr>CE QUE TON CŒUR DÉSIRE L'ÉTERNEL EST MON BERGER </vt:lpstr>
      <vt:lpstr>JE NE MANQUERAI DE RIEN IL ME CONDUIT </vt:lpstr>
      <vt:lpstr>DANS LES SENTIERS DE LA JUSTICE À CAUSE DE SON NOM  </vt:lpstr>
      <vt:lpstr>FRÈRES CHRÉTIENS NE DÉSESPÉREZ PAS </vt:lpstr>
      <vt:lpstr>CONTINUEZ DANS LA PRIÈRE  C’EST TRÈS BIEN </vt:lpstr>
      <vt:lpstr>C’EST POUR ÇA MON FRÈRE DEMANDE CAR IL N’Y A QU’À DEMANDER  </vt:lpstr>
      <vt:lpstr>IL N’Y A QU’À DEMANDER L’ARGENT EST À MOI ET L'OR EST À MOI </vt:lpstr>
      <vt:lpstr>À L'ÉTERNEL EST LA TERRE ET CE QU'ELLE RENFERME </vt:lpstr>
      <vt:lpstr>DIT L'ÉTERNEL DES ARMÉES LE SAINT, LE PUISSANT ; L’INVINCIBLE </vt:lpstr>
      <vt:lpstr>CELUI QUI PEUT TOUT CELUI QUE VOIT TOUT </vt:lpstr>
      <vt:lpstr>IL RÈGNE SUR L’UNIVERS PENDANT DES MILLIARDS D’ANNÉES </vt:lpstr>
      <vt:lpstr>ET JUSQU'À MAINTENANT IL N’A JAMAIS ÉCHOUÉ  </vt:lpstr>
      <vt:lpstr>ACCROCHE-TOI À CETTE FOI ET IL NE TE MANQUERA RIEN </vt:lpstr>
      <vt:lpstr>DEMANDE CE QUE TU VEUX QUE DIEU TE DONNE  </vt:lpstr>
      <vt:lpstr>DEPUIS QUE JE ME SUIS ACCROCHÉ À CETTE FOI </vt:lpstr>
      <vt:lpstr>IL NE ME MANQUE RIEN J’AI ARRÊTÉ DE CHANTER </vt:lpstr>
      <vt:lpstr>DANS LES BOÎTES ET JE TE JURE </vt:lpstr>
      <vt:lpstr>QU’IL NE ME MANQUE RIEN J’AI ARRÊTÉ DE CHANTER </vt:lpstr>
      <vt:lpstr>POUR LE MONDE ET IL NE ME MANQUE RIEN </vt:lpstr>
      <vt:lpstr>MAINTENANT, JE CHANTE POUR EXALTER LA GLOIRE DE DIEU </vt:lpstr>
      <vt:lpstr>ET IL NE ME MANQUE RIEN MAINTENANT, JE CHANTE </vt:lpstr>
      <vt:lpstr>DANS LES CONGRÉGATIONS DES SAINTS IL NE ME MANQUE RIEN </vt:lpstr>
      <vt:lpstr>J’AI DEMANDÉ À DIEU LA PROSPÉRITÉ ET LUI M’A FAIT PROSPÉRER </vt:lpstr>
      <vt:lpstr>IL NE ME MANQUE RIEN JE LUI DEMANDE </vt:lpstr>
      <vt:lpstr>DE RESTAURER MON MARIAGE ET LUI L’A FAIT </vt:lpstr>
      <vt:lpstr>IL NE ME MANQUE RIEN  FRÈRES CHRÉTIENS </vt:lpstr>
      <vt:lpstr>NE VOUS EFFRAYEZ POINT CONTINUEZ DE PRIER </vt:lpstr>
      <vt:lpstr>C’EST TRÈS BIEN VOUS DEVEZ CONTINUER À PRIER </vt:lpstr>
      <vt:lpstr>PRIEZ SANS CESSE  CONTINUEZ À PRIER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159</cp:revision>
  <dcterms:created xsi:type="dcterms:W3CDTF">2002-08-17T10:50:50Z</dcterms:created>
  <dcterms:modified xsi:type="dcterms:W3CDTF">2014-12-28T06:19:01Z</dcterms:modified>
</cp:coreProperties>
</file>