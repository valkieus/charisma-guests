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0" r:id="rId2"/>
    <p:sldId id="291" r:id="rId3"/>
    <p:sldId id="290" r:id="rId4"/>
    <p:sldId id="292" r:id="rId5"/>
    <p:sldId id="289" r:id="rId6"/>
    <p:sldId id="293" r:id="rId7"/>
    <p:sldId id="296" r:id="rId8"/>
    <p:sldId id="288" r:id="rId9"/>
    <p:sldId id="287" r:id="rId10"/>
    <p:sldId id="286" r:id="rId11"/>
    <p:sldId id="294" r:id="rId12"/>
    <p:sldId id="285" r:id="rId13"/>
    <p:sldId id="284" r:id="rId14"/>
    <p:sldId id="297" r:id="rId15"/>
    <p:sldId id="295" r:id="rId16"/>
    <p:sldId id="298" r:id="rId17"/>
    <p:sldId id="282" r:id="rId18"/>
    <p:sldId id="299" r:id="rId19"/>
    <p:sldId id="281" r:id="rId20"/>
    <p:sldId id="280" r:id="rId21"/>
    <p:sldId id="279" r:id="rId22"/>
    <p:sldId id="278" r:id="rId23"/>
    <p:sldId id="277" r:id="rId24"/>
    <p:sldId id="300" r:id="rId25"/>
    <p:sldId id="276" r:id="rId26"/>
    <p:sldId id="275" r:id="rId27"/>
    <p:sldId id="301" r:id="rId28"/>
    <p:sldId id="274" r:id="rId29"/>
    <p:sldId id="302" r:id="rId30"/>
    <p:sldId id="273" r:id="rId3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44" d="100"/>
          <a:sy n="44" d="100"/>
        </p:scale>
        <p:origin x="-432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014582D-CC26-404D-ACA2-BF3AE01363D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1F87965-EBC4-4BDD-801F-BDD54425C31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 dirty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 dirty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pPr>
              <a:defRPr/>
            </a:pPr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pPr>
              <a:defRPr/>
            </a:pPr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pPr>
              <a:defRPr/>
            </a:pPr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pPr>
              <a:defRPr/>
            </a:pPr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pPr>
              <a:defRPr/>
            </a:pPr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pPr>
              <a:defRPr/>
            </a:pPr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  <a:endParaRPr lang="fr-FR" dirty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J’AI TELLEMENT BESOIN DE TOI J’AI BESOIN DE TOI 
2-  COMME LES FLEURS ONT BESOIN D’EAU ET DE LUMIERE 
3-  COMME LE CIEL A BESOIN DES ETOILES 
4-  COMME LES POISSONS QUI NE PEUVENT VIVRE SANS LA MER 
</a:t>
            </a:r>
          </a:p>
          <a:p>
            <a:r>
              <a:rPr lang="fr-FR" smtClean="0"/>
              <a:t>5-  J’AI BESOIN DE TOI MAIS JE NE LE SAVAIS PAS 
6-  ET C’ETAIT POUR CELA QUE JE NE TE CHERCHAIS PAS, DIEU 
7-  J’AI BESOIN DE TOI COMME L’AIR QUE JE RESPIRE 
8-  ET JE SERAI AVEC TOI POUR TOUJOURS  MON SEIGNEUR 
</a:t>
            </a:r>
          </a:p>
          <a:p>
            <a:r>
              <a:rPr lang="fr-FR" smtClean="0"/>
              <a:t>9-  ET TU AURAS CHAQUE INSTANT LE MEILLEUR DE MON TEMPS   
10-  PARCE QUE MON DIEU TU ES MA RAISON DE VIVRE 
11-  J'AI BESOIN DE TOI ET MILLE FOIS JE LE REDIS 
12-  À PLEINE VOIX QUE JE T'AIME MON SAUVEUR 
</a:t>
            </a:r>
          </a:p>
          <a:p>
            <a:r>
              <a:rPr lang="fr-FR" smtClean="0"/>
              <a:t>13-  J’AI BESOIN DE TOI MAIS MOI JE NE LE SAVAIS PAS 
14-  ET J’ETAIS IGNORANT ET JE NE TE CHERCHAIS PAS, DIEU 
15-  J’AI BESOIN DE TOI COMME L’AIR QUE JE RESPIRE 
16-  ET JE SERAI AVEC TOI POUR TOUJOURS MON SEIGNEUR 
</a:t>
            </a:r>
          </a:p>
          <a:p>
            <a:r>
              <a:rPr lang="fr-FR" smtClean="0"/>
              <a:t>17-  PENDANT QUARANTE ANS, J’AI TOURNE DANS LE DESERT DE MA VIE  
18-  CHERCHANT LE BONHEUR MAIS JE NE L’AI PAS TROUVE 
19-  IL Y AVAIT UN VIDE DANS MON CŒUR  
20-  QUE RIEN NE REMPLISSAIT JUSQU’A CE QUE JESUS ARRIVE  
21-  ET IL M’A DONNE LE BONHEUR ALLELUIA ! 
</a:t>
            </a:r>
          </a:p>
          <a:p>
            <a:r>
              <a:rPr lang="fr-FR" smtClean="0"/>
              <a:t>22-  ET TU AURAS CHAQUE INSTANT LE MEILLEUR DE MON TEMPS   
23-  PARCE QUE MON DIEU TU ES MA RAISON DE VIVRE 
24-  J'AI BESOIN DE TOI ET MILLE FOIS JE LE REDIS  
25-  À PLEINE VOIX QUE JE T'AIME MON SAUVEUR 
</a:t>
            </a:r>
          </a:p>
          <a:p>
            <a:r>
              <a:rPr lang="fr-FR" smtClean="0"/>
              <a:t>26-  DIEU J’AI TELLEMENT BESOIN DE TOI J’AI BESOIN DE TOI 
27-  COMME LES FLEURS ONT BESOIN D’EAU ET DE LUMIERE 
28-  COMME LE CIEL A BESOIN DES ETOILES 
29-  COMME LES POISSONS QUI NE PEUVENT VIVRE SANS LA MER 
30-  J’AI TELLEMENT BESOIN DE TOI DIEU, J’AI BESOIN DE TOI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A53F53-1CEE-41EE-8BD3-C53D4333C4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A3AB83-AFE2-4AB9-B408-D96B9CCDE1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97994E-4AC2-4E36-806A-8263D299BD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DBC21E-3CDA-4F12-B201-692EDB11831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541AD3-575F-4329-8CC4-BF564AD03E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A69E62-6F00-40BA-AC13-7DE6A68D64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A4580-D77F-4F67-AAD4-87F575DDA5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0ADE3E-A3A4-48D0-9730-409059C54B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83614E-587C-4573-9183-D40305F808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CCE308-A32D-4F2A-AF79-CCF5246D14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2C7F9C-7867-48F9-A13F-F554AC8885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D6F5929-700B-4BCE-90EE-FF815CD286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J’AI TELLEMENT BESOIN DE TOI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BESOIN DE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LES FLEURS ONT BESOIN D’EAU ET DE LUMIERE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LE CIEL A BESOIN DES ETOILES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LES POISSONS QUI NE PEUVENT VIVRE SANS LA MER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BESOIN DE TOI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JE NE LE SAVAIS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C’ETAIT POUR CELA QUE JE NE TE CHERCHAIS PAS,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BESOIN DE TOI COMME L’AIR QUE JE RESPIRE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SERAI AVEC TOI POUR TOUJOURS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MON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AURAS CHAQUE INSTANT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MEILLEUR DE MON TEMPS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MON DIEU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MA RAISON DE VIVRE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BESOIN DE TOI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MILLE FOIS JE LE REDIS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PLEINE VOIX QUE JE T'AIME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SAUVEUR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BESOIN DE TOI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MOI JE NE LE SAVAIS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J’ETAIS IGNORANT ET JE NE TE CHERCHAIS PAS,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BESOIN DE TOI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L’AIR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RESPIRE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SERAI AVEC TOI 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TOUJOURS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PENDANT QUARANTE ANS, J’AI TOURNE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DESERT DE MA VIE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CHERCHANT LE BONHEUR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JE NE L’AI PAS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TROUVE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AVAIT UN VIDE DANS MON CŒUR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RIEN NE REMPLISSAIT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JUSQU’A CE QUE JESUS ARRIVE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IL M’A DONNE LE BONHEUR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ALLELUIA 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AURAS CHAQUE INSTANT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MEILLEUR DE MON TEMPS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MON DIEU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MA RAISON DE VIVRE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BESOIN DE TOI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MILLE FOIS JE LE REDIS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PLEINE VOIX QUE JE T'AIME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SAUVEUR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J’AI TELLEMENT BESOIN DE TOI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BESOIN DE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LES FLEURS ONT BESOIN D’EAU ET DE LUMIERE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LE CIEL A BESOIN DES ETOILES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LES POISSONS QUI NE PEUVENT VIVRE SANS LA MER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TELLEMENT BESOIN DE TOI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DIEU, J’AI BESOIN DE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945</Words>
  <Application>Microsoft Office PowerPoint</Application>
  <PresentationFormat>On-screen Show (4:3)</PresentationFormat>
  <Paragraphs>470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129</cp:revision>
  <dcterms:created xsi:type="dcterms:W3CDTF">2002-08-17T10:50:50Z</dcterms:created>
  <dcterms:modified xsi:type="dcterms:W3CDTF">2014-12-28T09:12:31Z</dcterms:modified>
</cp:coreProperties>
</file>