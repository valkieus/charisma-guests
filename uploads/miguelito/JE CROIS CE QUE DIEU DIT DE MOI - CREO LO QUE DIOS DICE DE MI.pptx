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21" r:id="rId14"/>
    <p:sldId id="357" r:id="rId15"/>
    <p:sldId id="356" r:id="rId16"/>
    <p:sldId id="355" r:id="rId17"/>
    <p:sldId id="354" r:id="rId18"/>
    <p:sldId id="353" r:id="rId19"/>
    <p:sldId id="352" r:id="rId20"/>
    <p:sldId id="351" r:id="rId21"/>
    <p:sldId id="350" r:id="rId22"/>
    <p:sldId id="349" r:id="rId23"/>
    <p:sldId id="348" r:id="rId24"/>
    <p:sldId id="347" r:id="rId25"/>
    <p:sldId id="346" r:id="rId26"/>
    <p:sldId id="345" r:id="rId27"/>
    <p:sldId id="344" r:id="rId28"/>
    <p:sldId id="343" r:id="rId29"/>
    <p:sldId id="342" r:id="rId30"/>
    <p:sldId id="341" r:id="rId31"/>
    <p:sldId id="340" r:id="rId32"/>
    <p:sldId id="339" r:id="rId33"/>
    <p:sldId id="338" r:id="rId34"/>
    <p:sldId id="337" r:id="rId35"/>
    <p:sldId id="336" r:id="rId36"/>
    <p:sldId id="335" r:id="rId37"/>
    <p:sldId id="334" r:id="rId38"/>
    <p:sldId id="333" r:id="rId39"/>
    <p:sldId id="332" r:id="rId40"/>
    <p:sldId id="331" r:id="rId41"/>
    <p:sldId id="330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31954" autoAdjust="0"/>
  </p:normalViewPr>
  <p:slideViewPr>
    <p:cSldViewPr>
      <p:cViewPr>
        <p:scale>
          <a:sx n="120" d="100"/>
          <a:sy n="120" d="100"/>
        </p:scale>
        <p:origin x="-160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FCD864F-2BA4-4F02-8C92-5F8FF2D2295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98DDA23-CED0-4C54-819F-93800686D00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CROIS CE QUE DIEU DIT DE MOI</a:t>
            </a:r>
            <a:br>
              <a:rPr lang="fr-FR" dirty="0" smtClean="0"/>
            </a:br>
            <a:r>
              <a:rPr lang="fr-FR" dirty="0" smtClean="0"/>
              <a:t>JE CROIS EN LUI</a:t>
            </a:r>
            <a:br>
              <a:rPr lang="fr-FR" dirty="0" smtClean="0"/>
            </a:br>
            <a:r>
              <a:rPr lang="fr-FR" dirty="0" smtClean="0"/>
              <a:t> 
2-  JE CROIS CE QUE DIEU DIT SUR MOI</a:t>
            </a:r>
            <a:br>
              <a:rPr lang="fr-FR" dirty="0" smtClean="0"/>
            </a:br>
            <a:r>
              <a:rPr lang="fr-FR" dirty="0" smtClean="0"/>
              <a:t>DIEU DIT :</a:t>
            </a:r>
            <a:br>
              <a:rPr lang="fr-FR" dirty="0" smtClean="0"/>
            </a:br>
            <a:r>
              <a:rPr lang="fr-FR" dirty="0" smtClean="0"/>
              <a:t> 
3-  BÉNI DANS LA VILLE</a:t>
            </a:r>
            <a:br>
              <a:rPr lang="fr-FR" dirty="0" smtClean="0"/>
            </a:br>
            <a:r>
              <a:rPr lang="fr-FR" dirty="0" smtClean="0"/>
              <a:t>BÉNI DANS LE CHAMP</a:t>
            </a:r>
            <a:br>
              <a:rPr lang="fr-FR" dirty="0" smtClean="0"/>
            </a:br>
            <a:r>
              <a:rPr lang="fr-FR" dirty="0" smtClean="0"/>
              <a:t> 
4-  CE QUE MA MAIN TOUCHE</a:t>
            </a:r>
            <a:br>
              <a:rPr lang="fr-FR" dirty="0" smtClean="0"/>
            </a:br>
            <a:r>
              <a:rPr lang="fr-FR" dirty="0" smtClean="0"/>
              <a:t>VA PROSPÉRER</a:t>
            </a:r>
            <a:br>
              <a:rPr lang="fr-FR" dirty="0" smtClean="0"/>
            </a:br>
            <a:r>
              <a:rPr lang="fr-FR" dirty="0" smtClean="0"/>
              <a:t> 
5-  BÉNIS MES ENFANTS</a:t>
            </a:r>
            <a:br>
              <a:rPr lang="fr-FR" dirty="0" smtClean="0"/>
            </a:br>
            <a:r>
              <a:rPr lang="fr-FR" dirty="0" smtClean="0"/>
              <a:t>MES PETITS-ENFANTS</a:t>
            </a:r>
            <a:br>
              <a:rPr lang="fr-FR" dirty="0" smtClean="0"/>
            </a:br>
            <a:r>
              <a:rPr lang="fr-FR" dirty="0" smtClean="0"/>
              <a:t> 
6-  ET MES ARRIÈRE-PETITS-ENFANTS</a:t>
            </a:r>
            <a:br>
              <a:rPr lang="fr-FR" dirty="0" smtClean="0"/>
            </a:br>
            <a:r>
              <a:rPr lang="fr-FR" dirty="0" smtClean="0"/>
              <a:t>BÉNI LORSQUE JE SORS</a:t>
            </a:r>
            <a:br>
              <a:rPr lang="fr-FR" dirty="0" smtClean="0"/>
            </a:br>
            <a:r>
              <a:rPr lang="fr-FR" dirty="0" smtClean="0"/>
              <a:t> 
7-  BÉNI LORSQUE J’ENTRE</a:t>
            </a:r>
            <a:br>
              <a:rPr lang="fr-FR" dirty="0" smtClean="0"/>
            </a:br>
            <a:r>
              <a:rPr lang="fr-FR" dirty="0" smtClean="0"/>
              <a:t>BÉNI DANS MON TRAVAIL</a:t>
            </a:r>
            <a:br>
              <a:rPr lang="fr-FR" dirty="0" smtClean="0"/>
            </a:br>
            <a:r>
              <a:rPr lang="fr-FR" dirty="0" smtClean="0"/>
              <a:t> 
8-  MES AFFAIRES, MES FINANCES</a:t>
            </a:r>
            <a:br>
              <a:rPr lang="fr-FR" dirty="0" smtClean="0"/>
            </a:br>
            <a:r>
              <a:rPr lang="fr-FR" dirty="0" smtClean="0"/>
              <a:t>LE CIEL ME BÉNIT</a:t>
            </a:r>
            <a:br>
              <a:rPr lang="fr-FR" dirty="0" smtClean="0"/>
            </a:br>
            <a:r>
              <a:rPr lang="fr-FR" dirty="0" smtClean="0"/>
              <a:t> 
9-  AVEC TOUTE SON ABONDANCE</a:t>
            </a:r>
            <a:br>
              <a:rPr lang="fr-FR" dirty="0" smtClean="0"/>
            </a:br>
            <a:r>
              <a:rPr lang="fr-FR" dirty="0" smtClean="0"/>
              <a:t>JE SUIS LA TÊTE, ET PAS LA QUEUE</a:t>
            </a:r>
            <a:br>
              <a:rPr lang="fr-FR" dirty="0" smtClean="0"/>
            </a:br>
            <a:r>
              <a:rPr lang="fr-FR" dirty="0" smtClean="0"/>
              <a:t> 
10-  EN HAUT ET JAMAIS EN BAS</a:t>
            </a:r>
            <a:br>
              <a:rPr lang="fr-FR" dirty="0" smtClean="0"/>
            </a:br>
            <a:r>
              <a:rPr lang="fr-FR" dirty="0" smtClean="0"/>
              <a:t>TOUS MES ENNEMIS SERONT VAINCUS </a:t>
            </a:r>
            <a:br>
              <a:rPr lang="fr-FR" dirty="0" smtClean="0"/>
            </a:br>
            <a:r>
              <a:rPr lang="fr-FR" dirty="0" smtClean="0"/>
              <a:t> 
11-  MES ENNEMIS VIENDRONT</a:t>
            </a:r>
            <a:br>
              <a:rPr lang="fr-FR" dirty="0" smtClean="0"/>
            </a:br>
            <a:r>
              <a:rPr lang="fr-FR" dirty="0" smtClean="0"/>
              <a:t>PAR UN CHEMIN DEVANT MOI</a:t>
            </a:r>
            <a:br>
              <a:rPr lang="fr-FR" dirty="0" smtClean="0"/>
            </a:br>
            <a:r>
              <a:rPr lang="fr-FR" dirty="0" smtClean="0"/>
              <a:t> 
12-  MAIS PAR SEPT CHEMINS</a:t>
            </a:r>
            <a:br>
              <a:rPr lang="fr-FR" dirty="0" smtClean="0"/>
            </a:br>
            <a:r>
              <a:rPr lang="fr-FR" dirty="0" smtClean="0"/>
              <a:t>DEVRONT PRENDRE LA FUITE</a:t>
            </a:r>
            <a:br>
              <a:rPr lang="fr-FR" dirty="0" smtClean="0"/>
            </a:br>
            <a:r>
              <a:rPr lang="fr-FR" dirty="0" smtClean="0"/>
              <a:t> 
13-  PEUREUX</a:t>
            </a:r>
            <a:br>
              <a:rPr lang="fr-FR" dirty="0" smtClean="0"/>
            </a:br>
            <a:r>
              <a:rPr lang="fr-FR" dirty="0" smtClean="0"/>
              <a:t>FUYANT DE SON AMI MIGUELITO</a:t>
            </a:r>
            <a:br>
              <a:rPr lang="fr-FR" dirty="0" smtClean="0"/>
            </a:br>
            <a:r>
              <a:rPr lang="fr-FR" dirty="0" smtClean="0"/>
              <a:t> 
14-  NE TE TROMPE PAS </a:t>
            </a:r>
            <a:br>
              <a:rPr lang="fr-FR" dirty="0" smtClean="0"/>
            </a:br>
            <a:r>
              <a:rPr lang="fr-FR" dirty="0" smtClean="0"/>
              <a:t>JE SUIS ADMIRABLE LUMIÈRE</a:t>
            </a:r>
            <a:br>
              <a:rPr lang="fr-FR" dirty="0" smtClean="0"/>
            </a:br>
            <a:r>
              <a:rPr lang="fr-FR" dirty="0" smtClean="0"/>
              <a:t> 
15-  NOUS SOMMES UNE NATION SAINTE</a:t>
            </a:r>
            <a:br>
              <a:rPr lang="fr-FR" dirty="0" smtClean="0"/>
            </a:br>
            <a:r>
              <a:rPr lang="fr-FR" dirty="0" smtClean="0"/>
              <a:t>SI QUELQU’UN NOUS ATTAQUE</a:t>
            </a:r>
            <a:br>
              <a:rPr lang="fr-FR" dirty="0" smtClean="0"/>
            </a:br>
            <a:r>
              <a:rPr lang="fr-FR" dirty="0" smtClean="0"/>
              <a:t> 
16-  MON DIEU SE LÈVE</a:t>
            </a:r>
            <a:br>
              <a:rPr lang="fr-FR" dirty="0" smtClean="0"/>
            </a:br>
            <a:r>
              <a:rPr lang="fr-FR" dirty="0" smtClean="0"/>
              <a:t>JE SUIS UNE NOUVELLE CRÉATURE</a:t>
            </a:r>
            <a:br>
              <a:rPr lang="fr-FR" dirty="0" smtClean="0"/>
            </a:br>
            <a:r>
              <a:rPr lang="fr-FR" dirty="0" smtClean="0"/>
              <a:t> 
17-  UNE RACE ÉLUE</a:t>
            </a:r>
            <a:br>
              <a:rPr lang="fr-FR" dirty="0" smtClean="0"/>
            </a:br>
            <a:r>
              <a:rPr lang="fr-FR" dirty="0" smtClean="0"/>
              <a:t>UN SACERDOCE ROYAL</a:t>
            </a:r>
            <a:br>
              <a:rPr lang="fr-FR" dirty="0" smtClean="0"/>
            </a:br>
            <a:r>
              <a:rPr lang="fr-FR" dirty="0" smtClean="0"/>
              <a:t> 
18-  UN PEUPLE ACQUIS</a:t>
            </a:r>
            <a:br>
              <a:rPr lang="fr-FR" dirty="0" smtClean="0"/>
            </a:br>
            <a:r>
              <a:rPr lang="fr-FR" dirty="0" smtClean="0"/>
              <a:t>TOUT CE QUE MON PIED FOULERA</a:t>
            </a:r>
            <a:br>
              <a:rPr lang="fr-FR" dirty="0" smtClean="0"/>
            </a:br>
            <a:r>
              <a:rPr lang="fr-FR" dirty="0" smtClean="0"/>
              <a:t> 
19-  EST À MOI</a:t>
            </a:r>
            <a:br>
              <a:rPr lang="fr-FR" dirty="0" smtClean="0"/>
            </a:br>
            <a:r>
              <a:rPr lang="fr-FR" dirty="0" smtClean="0"/>
              <a:t>JE PRÊTERAI</a:t>
            </a:r>
            <a:br>
              <a:rPr lang="fr-FR" dirty="0" smtClean="0"/>
            </a:br>
            <a:r>
              <a:rPr lang="fr-FR" dirty="0" smtClean="0"/>
              <a:t> 
20-  ET JAMAIS JE N’EMPRUNTERAI</a:t>
            </a:r>
            <a:br>
              <a:rPr lang="fr-FR" dirty="0" smtClean="0"/>
            </a:br>
            <a:r>
              <a:rPr lang="fr-FR" dirty="0" smtClean="0"/>
              <a:t>TOUT SON TRÉSOR</a:t>
            </a:r>
            <a:br>
              <a:rPr lang="fr-FR" dirty="0" smtClean="0"/>
            </a:br>
            <a:r>
              <a:rPr lang="fr-FR" dirty="0" smtClean="0"/>
              <a:t> 
21-  DIEU LE MET DANS MES MAINS</a:t>
            </a:r>
            <a:br>
              <a:rPr lang="fr-FR" dirty="0" smtClean="0"/>
            </a:br>
            <a:r>
              <a:rPr lang="fr-FR" dirty="0" smtClean="0"/>
              <a:t>IL DIT QUE JAMAIS JE NE SERAI VAINCU</a:t>
            </a:r>
            <a:br>
              <a:rPr lang="fr-FR" dirty="0" smtClean="0"/>
            </a:br>
            <a:r>
              <a:rPr lang="fr-FR" dirty="0" smtClean="0"/>
              <a:t> 
22-  JAMAIS VAINCU, PLUTÔT LE CONTRAIRE</a:t>
            </a:r>
            <a:br>
              <a:rPr lang="fr-FR" dirty="0" smtClean="0"/>
            </a:br>
            <a:r>
              <a:rPr lang="fr-FR" dirty="0" smtClean="0"/>
              <a:t>NOUS ALLONS</a:t>
            </a:r>
            <a:br>
              <a:rPr lang="fr-FR" dirty="0" smtClean="0"/>
            </a:br>
            <a:r>
              <a:rPr lang="fr-FR" dirty="0" smtClean="0"/>
              <a:t> 
23-  DE TRIOMPHE EN TRIOMPHE</a:t>
            </a:r>
            <a:br>
              <a:rPr lang="fr-FR" dirty="0" smtClean="0"/>
            </a:br>
            <a:r>
              <a:rPr lang="fr-FR" dirty="0" smtClean="0"/>
              <a:t>DE GLOIRE EN GLOIRE</a:t>
            </a:r>
            <a:br>
              <a:rPr lang="fr-FR" dirty="0" smtClean="0"/>
            </a:br>
            <a:r>
              <a:rPr lang="fr-FR" dirty="0" smtClean="0"/>
              <a:t> 
24-  DE VICTOIRE EN VICTOIRE</a:t>
            </a:r>
            <a:br>
              <a:rPr lang="fr-FR" dirty="0" smtClean="0"/>
            </a:br>
            <a:r>
              <a:rPr lang="fr-FR" dirty="0" smtClean="0"/>
              <a:t>EN AUGMENTANT</a:t>
            </a:r>
            <a:br>
              <a:rPr lang="fr-FR" dirty="0" smtClean="0"/>
            </a:br>
            <a:r>
              <a:rPr lang="fr-FR" dirty="0" smtClean="0"/>
              <a:t> 
25-  COMME LA LUMIÈRE DE L’AURORE</a:t>
            </a:r>
            <a:br>
              <a:rPr lang="fr-FR" dirty="0" smtClean="0"/>
            </a:br>
            <a:r>
              <a:rPr lang="fr-FR" dirty="0" smtClean="0"/>
              <a:t>COMME SON AMI MIGUELITO</a:t>
            </a:r>
            <a:br>
              <a:rPr lang="fr-FR" dirty="0" smtClean="0"/>
            </a:br>
            <a:r>
              <a:rPr lang="fr-FR" dirty="0" smtClean="0"/>
              <a:t> 
26-  NE TE TROMPE PAS </a:t>
            </a:r>
            <a:br>
              <a:rPr lang="fr-FR" dirty="0" smtClean="0"/>
            </a:br>
            <a:r>
              <a:rPr lang="fr-FR" dirty="0" smtClean="0"/>
              <a:t>BÉNI DANS LA VILLE</a:t>
            </a:r>
            <a:br>
              <a:rPr lang="fr-FR" dirty="0" smtClean="0"/>
            </a:br>
            <a:r>
              <a:rPr lang="fr-FR" dirty="0" smtClean="0"/>
              <a:t> 
27-  BÉNI DANS LES CHAMPS</a:t>
            </a:r>
            <a:br>
              <a:rPr lang="fr-FR" dirty="0" smtClean="0"/>
            </a:br>
            <a:r>
              <a:rPr lang="fr-FR" dirty="0" smtClean="0"/>
              <a:t>CE QUE MA MAIN TOUCHE</a:t>
            </a:r>
            <a:br>
              <a:rPr lang="fr-FR" dirty="0" smtClean="0"/>
            </a:br>
            <a:r>
              <a:rPr lang="fr-FR" dirty="0" smtClean="0"/>
              <a:t> 
28-  VA PROSÉRER</a:t>
            </a:r>
            <a:br>
              <a:rPr lang="fr-FR" dirty="0" smtClean="0"/>
            </a:br>
            <a:r>
              <a:rPr lang="fr-FR" dirty="0" smtClean="0"/>
              <a:t>BÉNIS MES ENFANTS</a:t>
            </a:r>
            <a:br>
              <a:rPr lang="fr-FR" dirty="0" smtClean="0"/>
            </a:br>
            <a:r>
              <a:rPr lang="fr-FR" dirty="0" smtClean="0"/>
              <a:t> 
29-  MES PETITS-ENFANTS</a:t>
            </a:r>
            <a:br>
              <a:rPr lang="fr-FR" dirty="0" smtClean="0"/>
            </a:br>
            <a:r>
              <a:rPr lang="fr-FR" dirty="0" smtClean="0"/>
              <a:t>ET MES ARRIÈRE-PETITS-ENFANTS</a:t>
            </a:r>
            <a:br>
              <a:rPr lang="fr-FR" dirty="0" smtClean="0"/>
            </a:br>
            <a:r>
              <a:rPr lang="fr-FR" dirty="0" smtClean="0"/>
              <a:t> 
30-  BÉNI LORSQUE JE SORS</a:t>
            </a:r>
            <a:br>
              <a:rPr lang="fr-FR" dirty="0" smtClean="0"/>
            </a:br>
            <a:r>
              <a:rPr lang="fr-FR" dirty="0" smtClean="0"/>
              <a:t>BÉNI LORSQUE J’ENTRE</a:t>
            </a:r>
            <a:br>
              <a:rPr lang="fr-FR" dirty="0" smtClean="0"/>
            </a:br>
            <a:r>
              <a:rPr lang="fr-FR" dirty="0" smtClean="0"/>
              <a:t> 
31-  BÉNI DANS MON TRAVAIL</a:t>
            </a:r>
            <a:br>
              <a:rPr lang="fr-FR" dirty="0" smtClean="0"/>
            </a:br>
            <a:r>
              <a:rPr lang="fr-FR" dirty="0" smtClean="0"/>
              <a:t>MES AFFAIRES, MES FINANCES</a:t>
            </a:r>
            <a:br>
              <a:rPr lang="fr-FR" dirty="0" smtClean="0"/>
            </a:br>
            <a:r>
              <a:rPr lang="fr-FR" dirty="0" smtClean="0"/>
              <a:t> 
32-  LE CIEL ME BÉNIT</a:t>
            </a:r>
            <a:br>
              <a:rPr lang="fr-FR" dirty="0" smtClean="0"/>
            </a:br>
            <a:r>
              <a:rPr lang="fr-FR" dirty="0" smtClean="0"/>
              <a:t>AVEC TOUTE SON ABONDANCE</a:t>
            </a:r>
            <a:br>
              <a:rPr lang="fr-FR" dirty="0" smtClean="0"/>
            </a:br>
            <a:r>
              <a:rPr lang="fr-FR" dirty="0" smtClean="0"/>
              <a:t> 
33-  JE SUIS LA TÊTE ET PAS LA QUEUE</a:t>
            </a:r>
            <a:br>
              <a:rPr lang="fr-FR" dirty="0" smtClean="0"/>
            </a:br>
            <a:r>
              <a:rPr lang="fr-FR" dirty="0" smtClean="0"/>
              <a:t>EN HAUT ET JAMAIS EN BAS</a:t>
            </a:r>
            <a:br>
              <a:rPr lang="fr-FR" dirty="0" smtClean="0"/>
            </a:br>
            <a:r>
              <a:rPr lang="fr-FR" dirty="0" smtClean="0"/>
              <a:t> 
34-  TOUS MES ENNEMIS SERONT VAINCUS </a:t>
            </a:r>
            <a:br>
              <a:rPr lang="fr-FR" dirty="0" smtClean="0"/>
            </a:br>
            <a:r>
              <a:rPr lang="fr-FR" dirty="0" smtClean="0"/>
              <a:t>MES PAUVRES ENNEMIS</a:t>
            </a:r>
            <a:br>
              <a:rPr lang="fr-FR" dirty="0" smtClean="0"/>
            </a:br>
            <a:r>
              <a:rPr lang="fr-FR" dirty="0" smtClean="0"/>
              <a:t> 
35-  NE POURRONT SE BATTRE</a:t>
            </a:r>
            <a:br>
              <a:rPr lang="fr-FR" dirty="0" smtClean="0"/>
            </a:br>
            <a:r>
              <a:rPr lang="fr-FR" dirty="0" smtClean="0"/>
              <a:t>MÊME PAS UN ROUND</a:t>
            </a:r>
            <a:br>
              <a:rPr lang="fr-FR" dirty="0" smtClean="0"/>
            </a:br>
            <a:r>
              <a:rPr lang="fr-FR" dirty="0" smtClean="0"/>
              <a:t> 
36-  CAR AVEC MOI</a:t>
            </a:r>
            <a:br>
              <a:rPr lang="fr-FR" dirty="0" smtClean="0"/>
            </a:br>
            <a:r>
              <a:rPr lang="fr-FR" dirty="0" smtClean="0"/>
              <a:t>VA L’INVINCIBLE ET L’INVAINCU</a:t>
            </a:r>
            <a:br>
              <a:rPr lang="fr-FR" dirty="0" smtClean="0"/>
            </a:br>
            <a:r>
              <a:rPr lang="fr-FR" dirty="0" smtClean="0"/>
              <a:t> 
37-  DES MILLIONS D’ANNÉES</a:t>
            </a:r>
            <a:br>
              <a:rPr lang="fr-FR" dirty="0" smtClean="0"/>
            </a:br>
            <a:r>
              <a:rPr lang="fr-FR" dirty="0" smtClean="0"/>
              <a:t>DE COMBATS</a:t>
            </a:r>
            <a:br>
              <a:rPr lang="fr-FR" dirty="0" smtClean="0"/>
            </a:br>
            <a:r>
              <a:rPr lang="fr-FR" dirty="0" smtClean="0"/>
              <a:t> 
38-  MAIS JAMAIS</a:t>
            </a:r>
            <a:br>
              <a:rPr lang="fr-FR" dirty="0" smtClean="0"/>
            </a:br>
            <a:r>
              <a:rPr lang="fr-FR" dirty="0" smtClean="0"/>
              <a:t>IL N’A PERDU UNE BATAILLE</a:t>
            </a:r>
            <a:br>
              <a:rPr lang="fr-FR" dirty="0" smtClean="0"/>
            </a:br>
            <a:r>
              <a:rPr lang="fr-FR" dirty="0" smtClean="0"/>
              <a:t> 
39-  NI PLUS NI MOINS</a:t>
            </a:r>
            <a:br>
              <a:rPr lang="fr-FR" dirty="0" smtClean="0"/>
            </a:br>
            <a:r>
              <a:rPr lang="fr-FR" dirty="0" smtClean="0"/>
              <a:t>QUE LE DIEU DU CIEL</a:t>
            </a:r>
            <a:br>
              <a:rPr lang="fr-FR" dirty="0" smtClean="0"/>
            </a:br>
            <a:r>
              <a:rPr lang="fr-FR" dirty="0" smtClean="0"/>
              <a:t> 
40-  ALLÉLUIA</a:t>
            </a:r>
            <a:br>
              <a:rPr lang="fr-FR" dirty="0" smtClean="0"/>
            </a:br>
            <a:r>
              <a:rPr lang="fr-FR" dirty="0" smtClean="0"/>
              <a:t>JE DANSE POUR LUI,</a:t>
            </a:r>
            <a:br>
              <a:rPr lang="fr-FR" dirty="0" smtClean="0"/>
            </a:br>
            <a:r>
              <a:rPr lang="fr-FR" dirty="0" smtClean="0"/>
              <a:t> 
41-  TON AMI MIGUELITO</a:t>
            </a:r>
            <a:br>
              <a:rPr lang="fr-FR" dirty="0" smtClean="0"/>
            </a:br>
            <a:r>
              <a:rPr lang="fr-FR" dirty="0" smtClean="0"/>
              <a:t>NE ME CONFONDS PAS 
</a:t>
            </a:r>
            <a:endParaRPr lang="en-US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</a:t>
            </a:r>
            <a:br>
              <a:rPr lang="fr-FR" smtClean="0"/>
            </a:br>
            <a:r>
              <a:rPr lang="fr-FR" smtClean="0"/>
              <a:t>JE CROIS EN LUI</a:t>
            </a:r>
            <a:br>
              <a:rPr lang="fr-FR" smtClean="0"/>
            </a:br>
            <a:r>
              <a:rPr lang="fr-FR" smtClean="0"/>
              <a:t> 
2-  JE CROIS CE QUE DIEU DIT SUR MOI</a:t>
            </a:r>
            <a:br>
              <a:rPr lang="fr-FR" smtClean="0"/>
            </a:br>
            <a:r>
              <a:rPr lang="fr-FR" smtClean="0"/>
              <a:t>DIEU DIT :</a:t>
            </a:r>
            <a:br>
              <a:rPr lang="fr-FR" smtClean="0"/>
            </a:br>
            <a:r>
              <a:rPr lang="fr-FR" smtClean="0"/>
              <a:t> 
3-  BÉNI DANS LA VILLE</a:t>
            </a:r>
            <a:br>
              <a:rPr lang="fr-FR" smtClean="0"/>
            </a:br>
            <a:r>
              <a:rPr lang="fr-FR" smtClean="0"/>
              <a:t>BÉNI DANS LE CHAMP</a:t>
            </a:r>
            <a:br>
              <a:rPr lang="fr-FR" smtClean="0"/>
            </a:br>
            <a:r>
              <a:rPr lang="fr-FR" smtClean="0"/>
              <a:t> 
4-  CE QUE MA MAIN TOUCHE</a:t>
            </a:r>
            <a:br>
              <a:rPr lang="fr-FR" smtClean="0"/>
            </a:br>
            <a:r>
              <a:rPr lang="fr-FR" smtClean="0"/>
              <a:t>VA PROSPÉRER</a:t>
            </a:r>
            <a:br>
              <a:rPr lang="fr-FR" smtClean="0"/>
            </a:br>
            <a:r>
              <a:rPr lang="fr-FR" smtClean="0"/>
              <a:t> 
5-  BÉNIS MES ENFANTS</a:t>
            </a:r>
            <a:br>
              <a:rPr lang="fr-FR" smtClean="0"/>
            </a:br>
            <a:r>
              <a:rPr lang="fr-FR" smtClean="0"/>
              <a:t>MES PETITS-ENFANTS</a:t>
            </a:r>
            <a:br>
              <a:rPr lang="fr-FR" smtClean="0"/>
            </a:br>
            <a:r>
              <a:rPr lang="fr-FR" smtClean="0"/>
              <a:t> 
6-  ET MES ARRIÈRE-PETITS-ENFANTS</a:t>
            </a:r>
            <a:br>
              <a:rPr lang="fr-FR" smtClean="0"/>
            </a:br>
            <a:r>
              <a:rPr lang="fr-FR" smtClean="0"/>
              <a:t>BÉNI LORSQUE JE SORS</a:t>
            </a:r>
            <a:br>
              <a:rPr lang="fr-FR" smtClean="0"/>
            </a:br>
            <a:r>
              <a:rPr lang="fr-FR" smtClean="0"/>
              <a:t> 
7-  BÉNI LORSQUE J’ENTRE</a:t>
            </a:r>
            <a:br>
              <a:rPr lang="fr-FR" smtClean="0"/>
            </a:br>
            <a:r>
              <a:rPr lang="fr-FR" smtClean="0"/>
              <a:t>BÉNI DANS MON TRAVAIL</a:t>
            </a:r>
            <a:br>
              <a:rPr lang="fr-FR" smtClean="0"/>
            </a:br>
            <a:r>
              <a:rPr lang="fr-FR" smtClean="0"/>
              <a:t> 
8-  MES AFFAIRES, MES FINANCES</a:t>
            </a:r>
            <a:br>
              <a:rPr lang="fr-FR" smtClean="0"/>
            </a:br>
            <a:r>
              <a:rPr lang="fr-FR" smtClean="0"/>
              <a:t>LE CIEL ME BÉNIT</a:t>
            </a:r>
            <a:br>
              <a:rPr lang="fr-FR" smtClean="0"/>
            </a:br>
            <a:r>
              <a:rPr lang="fr-FR" smtClean="0"/>
              <a:t> 
9-  AVEC TOUTE SON ABONDANCE</a:t>
            </a:r>
            <a:br>
              <a:rPr lang="fr-FR" smtClean="0"/>
            </a:br>
            <a:r>
              <a:rPr lang="fr-FR" smtClean="0"/>
              <a:t>JE SUIS LA TÊTE, ET PAS LA QUEUE</a:t>
            </a:r>
            <a:br>
              <a:rPr lang="fr-FR" smtClean="0"/>
            </a:br>
            <a:r>
              <a:rPr lang="fr-FR" smtClean="0"/>
              <a:t> 
10-  EN HAUT ET JAMAIS EN BAS</a:t>
            </a:r>
            <a:br>
              <a:rPr lang="fr-FR" smtClean="0"/>
            </a:br>
            <a:r>
              <a:rPr lang="fr-FR" smtClean="0"/>
              <a:t>TOUS MES ENNEMIS SERONT VAINCUS </a:t>
            </a:r>
            <a:br>
              <a:rPr lang="fr-FR" smtClean="0"/>
            </a:br>
            <a:r>
              <a:rPr lang="fr-FR" smtClean="0"/>
              <a:t> 
11-  MES ENNEMIS VIENDRONT</a:t>
            </a:r>
            <a:br>
              <a:rPr lang="fr-FR" smtClean="0"/>
            </a:br>
            <a:r>
              <a:rPr lang="fr-FR" smtClean="0"/>
              <a:t>PAR UN CHEMIN DEVANT MOI</a:t>
            </a:r>
            <a:br>
              <a:rPr lang="fr-FR" smtClean="0"/>
            </a:br>
            <a:r>
              <a:rPr lang="fr-FR" smtClean="0"/>
              <a:t> 
12-  MAIS PAR SEPT CHEMINS</a:t>
            </a:r>
            <a:br>
              <a:rPr lang="fr-FR" smtClean="0"/>
            </a:br>
            <a:r>
              <a:rPr lang="fr-FR" smtClean="0"/>
              <a:t>DEVRONT PRENDRE LA FUITE</a:t>
            </a:r>
            <a:br>
              <a:rPr lang="fr-FR" smtClean="0"/>
            </a:br>
            <a:r>
              <a:rPr lang="fr-FR" smtClean="0"/>
              <a:t> 
13-  PEUREUX</a:t>
            </a:r>
            <a:br>
              <a:rPr lang="fr-FR" smtClean="0"/>
            </a:br>
            <a:r>
              <a:rPr lang="fr-FR" smtClean="0"/>
              <a:t>FUYANT DE SON AMI MIGUELITO</a:t>
            </a:r>
            <a:br>
              <a:rPr lang="fr-FR" smtClean="0"/>
            </a:br>
            <a:r>
              <a:rPr lang="fr-FR" smtClean="0"/>
              <a:t> 
14-  NE TE TROMPE PAS </a:t>
            </a:r>
            <a:br>
              <a:rPr lang="fr-FR" smtClean="0"/>
            </a:br>
            <a:r>
              <a:rPr lang="fr-FR" smtClean="0"/>
              <a:t>JE SUIS ADMIRABLE LUMIÈRE</a:t>
            </a:r>
            <a:br>
              <a:rPr lang="fr-FR" smtClean="0"/>
            </a:br>
            <a:r>
              <a:rPr lang="fr-FR" smtClean="0"/>
              <a:t> 
15-  NOUS SOMMES UNE NATION SAINTE</a:t>
            </a:r>
            <a:br>
              <a:rPr lang="fr-FR" smtClean="0"/>
            </a:br>
            <a:r>
              <a:rPr lang="fr-FR" smtClean="0"/>
              <a:t>SI QUELQU’UN NOUS ATTAQUE</a:t>
            </a:r>
            <a:br>
              <a:rPr lang="fr-FR" smtClean="0"/>
            </a:br>
            <a:r>
              <a:rPr lang="fr-FR" smtClean="0"/>
              <a:t> 
16-  MON DIEU SE LÈVE</a:t>
            </a:r>
            <a:br>
              <a:rPr lang="fr-FR" smtClean="0"/>
            </a:br>
            <a:r>
              <a:rPr lang="fr-FR" smtClean="0"/>
              <a:t>JE SUIS UNE NOUVELLE CRÉATURE</a:t>
            </a:r>
            <a:br>
              <a:rPr lang="fr-FR" smtClean="0"/>
            </a:br>
            <a:r>
              <a:rPr lang="fr-FR" smtClean="0"/>
              <a:t> 
17-  UNE RACE ÉLUE</a:t>
            </a:r>
            <a:br>
              <a:rPr lang="fr-FR" smtClean="0"/>
            </a:br>
            <a:r>
              <a:rPr lang="fr-FR" smtClean="0"/>
              <a:t>UN SACERDOCE ROYAL</a:t>
            </a:r>
            <a:br>
              <a:rPr lang="fr-FR" smtClean="0"/>
            </a:br>
            <a:r>
              <a:rPr lang="fr-FR" smtClean="0"/>
              <a:t> 
18-  UN PEUPLE ACQUIS</a:t>
            </a:r>
            <a:br>
              <a:rPr lang="fr-FR" smtClean="0"/>
            </a:br>
            <a:r>
              <a:rPr lang="fr-FR" smtClean="0"/>
              <a:t>TOUT CE QUE MON PIED FOULERA</a:t>
            </a:r>
            <a:br>
              <a:rPr lang="fr-FR" smtClean="0"/>
            </a:br>
            <a:r>
              <a:rPr lang="fr-FR" smtClean="0"/>
              <a:t> 
19-  EST À MOI</a:t>
            </a:r>
            <a:br>
              <a:rPr lang="fr-FR" smtClean="0"/>
            </a:br>
            <a:r>
              <a:rPr lang="fr-FR" smtClean="0"/>
              <a:t>JE PRÊTERAI</a:t>
            </a:r>
            <a:br>
              <a:rPr lang="fr-FR" smtClean="0"/>
            </a:br>
            <a:r>
              <a:rPr lang="fr-FR" smtClean="0"/>
              <a:t> 
20-  ET JAMAIS JE N’EMPRUNTERAI</a:t>
            </a:r>
            <a:br>
              <a:rPr lang="fr-FR" smtClean="0"/>
            </a:br>
            <a:r>
              <a:rPr lang="fr-FR" smtClean="0"/>
              <a:t>TOUT SON TRÉSOR</a:t>
            </a:r>
            <a:br>
              <a:rPr lang="fr-FR" smtClean="0"/>
            </a:br>
            <a:r>
              <a:rPr lang="fr-FR" smtClean="0"/>
              <a:t> 
21-  DIEU LE MET DANS MES MAINS</a:t>
            </a:r>
            <a:br>
              <a:rPr lang="fr-FR" smtClean="0"/>
            </a:br>
            <a:r>
              <a:rPr lang="fr-FR" smtClean="0"/>
              <a:t>IL DIT QUE JAMAIS JE NE SERAI VAINCU</a:t>
            </a:r>
            <a:br>
              <a:rPr lang="fr-FR" smtClean="0"/>
            </a:br>
            <a:r>
              <a:rPr lang="fr-FR" smtClean="0"/>
              <a:t> 
22-  JAMAIS VAINCU, PLUTÔT LE CONTRAIRE</a:t>
            </a:r>
            <a:br>
              <a:rPr lang="fr-FR" smtClean="0"/>
            </a:br>
            <a:r>
              <a:rPr lang="fr-FR" smtClean="0"/>
              <a:t>NOUS ALLONS</a:t>
            </a:r>
            <a:br>
              <a:rPr lang="fr-FR" smtClean="0"/>
            </a:br>
            <a:r>
              <a:rPr lang="fr-FR" smtClean="0"/>
              <a:t> 
23-  DE TRIOMPHE EN TRIOMPHE</a:t>
            </a:r>
            <a:br>
              <a:rPr lang="fr-FR" smtClean="0"/>
            </a:br>
            <a:r>
              <a:rPr lang="fr-FR" smtClean="0"/>
              <a:t>DE GLOIRE EN GLOIRE</a:t>
            </a:r>
            <a:br>
              <a:rPr lang="fr-FR" smtClean="0"/>
            </a:br>
            <a:r>
              <a:rPr lang="fr-FR" smtClean="0"/>
              <a:t> 
24-  DE VICTOIRE EN VICTOIRE</a:t>
            </a:r>
            <a:br>
              <a:rPr lang="fr-FR" smtClean="0"/>
            </a:br>
            <a:r>
              <a:rPr lang="fr-FR" smtClean="0"/>
              <a:t>EN AUGMENTANT</a:t>
            </a:r>
            <a:br>
              <a:rPr lang="fr-FR" smtClean="0"/>
            </a:br>
            <a:r>
              <a:rPr lang="fr-FR" smtClean="0"/>
              <a:t> 
25-  COMME LA LUMIÈRE DE L’AURORE</a:t>
            </a:r>
            <a:br>
              <a:rPr lang="fr-FR" smtClean="0"/>
            </a:br>
            <a:r>
              <a:rPr lang="fr-FR" smtClean="0"/>
              <a:t>COMME SON AMI MIGUELITO</a:t>
            </a:r>
            <a:br>
              <a:rPr lang="fr-FR" smtClean="0"/>
            </a:br>
            <a:r>
              <a:rPr lang="fr-FR" smtClean="0"/>
              <a:t> 
26-  NE TE TROMPE PAS </a:t>
            </a:r>
            <a:br>
              <a:rPr lang="fr-FR" smtClean="0"/>
            </a:br>
            <a:r>
              <a:rPr lang="fr-FR" smtClean="0"/>
              <a:t>BÉNI DANS LA VILLE</a:t>
            </a:r>
            <a:br>
              <a:rPr lang="fr-FR" smtClean="0"/>
            </a:br>
            <a:r>
              <a:rPr lang="fr-FR" smtClean="0"/>
              <a:t> 
27-  BÉNI DANS LES CHAMPS</a:t>
            </a:r>
            <a:br>
              <a:rPr lang="fr-FR" smtClean="0"/>
            </a:br>
            <a:r>
              <a:rPr lang="fr-FR" smtClean="0"/>
              <a:t>CE QUE MA MAIN TOUCHE</a:t>
            </a:r>
            <a:br>
              <a:rPr lang="fr-FR" smtClean="0"/>
            </a:br>
            <a:r>
              <a:rPr lang="fr-FR" smtClean="0"/>
              <a:t> 
28-  VA PROSÉRER</a:t>
            </a:r>
            <a:br>
              <a:rPr lang="fr-FR" smtClean="0"/>
            </a:br>
            <a:r>
              <a:rPr lang="fr-FR" smtClean="0"/>
              <a:t>BÉNIS MES ENFANTS</a:t>
            </a:r>
            <a:br>
              <a:rPr lang="fr-FR" smtClean="0"/>
            </a:br>
            <a:r>
              <a:rPr lang="fr-FR" smtClean="0"/>
              <a:t> 
29-  MES PETITS-ENFANTS</a:t>
            </a:r>
            <a:br>
              <a:rPr lang="fr-FR" smtClean="0"/>
            </a:br>
            <a:r>
              <a:rPr lang="fr-FR" smtClean="0"/>
              <a:t>ET MES ARRIÈRE-PETITS-ENFANTS</a:t>
            </a:r>
            <a:br>
              <a:rPr lang="fr-FR" smtClean="0"/>
            </a:br>
            <a:r>
              <a:rPr lang="fr-FR" smtClean="0"/>
              <a:t> 
30-  BÉNI LORSQUE JE SORS</a:t>
            </a:r>
            <a:br>
              <a:rPr lang="fr-FR" smtClean="0"/>
            </a:br>
            <a:r>
              <a:rPr lang="fr-FR" smtClean="0"/>
              <a:t>BÉNI LORSQUE J’ENTRE</a:t>
            </a:r>
            <a:br>
              <a:rPr lang="fr-FR" smtClean="0"/>
            </a:br>
            <a:r>
              <a:rPr lang="fr-FR" smtClean="0"/>
              <a:t> 
31-  BÉNI DANS MON TRAVAIL</a:t>
            </a:r>
            <a:br>
              <a:rPr lang="fr-FR" smtClean="0"/>
            </a:br>
            <a:r>
              <a:rPr lang="fr-FR" smtClean="0"/>
              <a:t>MES AFFAIRES, MES FINANCES</a:t>
            </a:r>
            <a:br>
              <a:rPr lang="fr-FR" smtClean="0"/>
            </a:br>
            <a:r>
              <a:rPr lang="fr-FR" smtClean="0"/>
              <a:t> 
32-  LE CIEL ME BÉNIT</a:t>
            </a:r>
            <a:br>
              <a:rPr lang="fr-FR" smtClean="0"/>
            </a:br>
            <a:r>
              <a:rPr lang="fr-FR" smtClean="0"/>
              <a:t>AVEC TOUTE SON ABONDANCE</a:t>
            </a:r>
            <a:br>
              <a:rPr lang="fr-FR" smtClean="0"/>
            </a:br>
            <a:r>
              <a:rPr lang="fr-FR" smtClean="0"/>
              <a:t> 
33-  JE SUIS LA TÊTE ET PAS LA QUEUE</a:t>
            </a:r>
            <a:br>
              <a:rPr lang="fr-FR" smtClean="0"/>
            </a:br>
            <a:r>
              <a:rPr lang="fr-FR" smtClean="0"/>
              <a:t>EN HAUT ET JAMAIS EN BAS</a:t>
            </a:r>
            <a:br>
              <a:rPr lang="fr-FR" smtClean="0"/>
            </a:br>
            <a:r>
              <a:rPr lang="fr-FR" smtClean="0"/>
              <a:t> 
34-  TOUS MES ENNEMIS SERONT VAINCUS </a:t>
            </a:r>
            <a:br>
              <a:rPr lang="fr-FR" smtClean="0"/>
            </a:br>
            <a:r>
              <a:rPr lang="fr-FR" smtClean="0"/>
              <a:t>MES PAUVRES ENNEMIS</a:t>
            </a:r>
            <a:br>
              <a:rPr lang="fr-FR" smtClean="0"/>
            </a:br>
            <a:r>
              <a:rPr lang="fr-FR" smtClean="0"/>
              <a:t> 
35-  NE POURRONT SE BATTRE</a:t>
            </a:r>
            <a:br>
              <a:rPr lang="fr-FR" smtClean="0"/>
            </a:br>
            <a:r>
              <a:rPr lang="fr-FR" smtClean="0"/>
              <a:t>MÊME PAS UN ROUND</a:t>
            </a:r>
            <a:br>
              <a:rPr lang="fr-FR" smtClean="0"/>
            </a:br>
            <a:r>
              <a:rPr lang="fr-FR" smtClean="0"/>
              <a:t> 
36-  CAR AVEC MOI</a:t>
            </a:r>
            <a:br>
              <a:rPr lang="fr-FR" smtClean="0"/>
            </a:br>
            <a:r>
              <a:rPr lang="fr-FR" smtClean="0"/>
              <a:t>VA L’INVINCIBLE ET L’INVAINCU</a:t>
            </a:r>
            <a:br>
              <a:rPr lang="fr-FR" smtClean="0"/>
            </a:br>
            <a:r>
              <a:rPr lang="fr-FR" smtClean="0"/>
              <a:t> 
37-  DES MILLIONS D’ANNÉES</a:t>
            </a:r>
            <a:br>
              <a:rPr lang="fr-FR" smtClean="0"/>
            </a:br>
            <a:r>
              <a:rPr lang="fr-FR" smtClean="0"/>
              <a:t>DE COMBATS</a:t>
            </a:r>
            <a:br>
              <a:rPr lang="fr-FR" smtClean="0"/>
            </a:br>
            <a:r>
              <a:rPr lang="fr-FR" smtClean="0"/>
              <a:t> 
38-  MAIS JAMAIS</a:t>
            </a:r>
            <a:br>
              <a:rPr lang="fr-FR" smtClean="0"/>
            </a:br>
            <a:r>
              <a:rPr lang="fr-FR" smtClean="0"/>
              <a:t>IL N’A PERDU UNE BATAILLE</a:t>
            </a:r>
            <a:br>
              <a:rPr lang="fr-FR" smtClean="0"/>
            </a:br>
            <a:r>
              <a:rPr lang="fr-FR" smtClean="0"/>
              <a:t> 
39-  NI PLUS NI MOINS</a:t>
            </a:r>
            <a:br>
              <a:rPr lang="fr-FR" smtClean="0"/>
            </a:br>
            <a:r>
              <a:rPr lang="fr-FR" smtClean="0"/>
              <a:t>QUE LE DIEU DU CIEL</a:t>
            </a:r>
            <a:br>
              <a:rPr lang="fr-FR" smtClean="0"/>
            </a:br>
            <a:r>
              <a:rPr lang="fr-FR" smtClean="0"/>
              <a:t> 
40-  ALLÉLUIA</a:t>
            </a:r>
            <a:br>
              <a:rPr lang="fr-FR" smtClean="0"/>
            </a:br>
            <a:r>
              <a:rPr lang="fr-FR" smtClean="0"/>
              <a:t>JE DANSE POUR LUI,</a:t>
            </a:r>
            <a:br>
              <a:rPr lang="fr-FR" smtClean="0"/>
            </a:br>
            <a:r>
              <a:rPr lang="fr-FR" smtClean="0"/>
              <a:t> 
41-  TON AMI MIGUELITO</a:t>
            </a:r>
            <a:br>
              <a:rPr lang="fr-FR" smtClean="0"/>
            </a:br>
            <a:r>
              <a:rPr lang="fr-FR" smtClean="0"/>
              <a:t>NE ME CONFONDS PAS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AF373-502F-4CF2-A4BD-7F8F834C29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6679C-446B-4B88-9C41-0A52BF165B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8F650-14CB-4489-AB1F-B37549BBF1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8203DB-4442-4091-8F75-FA4F6CEE81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29F41-4F53-40DA-82FE-B99EA1BFC3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BE12C-723A-45D5-A06A-8B9DED0260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37034-3B93-45EB-9E16-C21A1D50F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0C778-AC65-4491-A5B1-C7F2E484B6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3780B-4C00-4424-9762-D28E14DF42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2CDD87-B988-4CB2-BE50-7182638F00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047D2-A78F-4503-A9C6-9D08A6C1CF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A1D2D44-F5B7-4B18-BEDB-5539550E9E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CE QUE DIEU DIT DE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EN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CE QUE DIEU DIT SUR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DIT :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LA VILLE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LE CHAMP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MA MAIN TOUCHE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PROSPÉRER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MES 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PETITS-ENFANTS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MES ARRIÈRE-PETITS-ENFANTS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LORSQUE JE SORS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LORSQUE J’ENTRE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MON TRAVAIL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AFFAIRES, MES FINANCES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ME BÉNIT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TOUTE SON ABONDANCE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LA TÊTE, ET PAS LA QUEUE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HAUT ET JAMAIS EN BAS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ENNEMIS SERONT VAINCUS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ENNEMIS VIENDRONT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UN CHEMIN DEVANT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PAR SEPT CHEMINS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DEVRONT PRENDRE LA FUITE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PEUREUX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FUYANT DE SON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ADMIRABLE LUMIÈRE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UNE NATION SAINTE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QUELQU’UN NOUS ATTAQUE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DIEU SE LÈVE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NOUVELLE CRÉATURE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RACE ÉLUE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SACERDOCE ROYAL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PEUPLE ACQUIS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MON PIED FOULERA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À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PRÊTERAI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JAMAIS JE N’EMPRUNTERAI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SON TRÉSOR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LE MET DANS MES MAINS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DIT QUE JAMAIS JE NE SERAI VAINCU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 VAINCU, PLUTÔT LE CONTRAIRE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ALLONS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TRIOMPHE EN TRIOMPHE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GLOIRE EN GLOIRE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VICTOIRE EN VICTOIRE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AUGMENTANT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LA LUMIÈRE DE L’AURORE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SON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LA VILLE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LES CHAMPS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MA MAIN TOUCHE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PROSÉRER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MES 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PETITS-ENFANTS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MES ARRIÈRE-PETITS-ENFANTS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LORSQUE JE SORS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LORSQUE J’ENTRE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DANS MON TRAVAIL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AFFAIRES, MES FINANCES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ME BÉNIT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TOUTE SON ABONDANCE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LA TÊTE ET PAS LA QUEUE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HAUT ET JAMAIS EN BAS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ENNEMIS SERONT VAINCUS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PAUVRES ENNEMIS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POURRONT SE BATTRE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PAS UN ROUND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L’INVINCIBLE ET L’INVAINCU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MILLIONS D’ANNÉES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COMBATS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JAMAIS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PERDU UNE BATAILLE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PLUS NI MOINS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DIEU DU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DANSE POUR LUI,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ME CONFONDS PAS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903</Words>
  <Application>Microsoft Office PowerPoint</Application>
  <PresentationFormat>On-screen Show (4:3)</PresentationFormat>
  <Paragraphs>123</Paragraphs>
  <Slides>41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5" baseType="lpstr">
      <vt:lpstr>Franklin Gothic Medium</vt:lpstr>
      <vt:lpstr>Arial</vt:lpstr>
      <vt:lpstr>Calibri</vt:lpstr>
      <vt:lpstr>Default Design</vt:lpstr>
      <vt:lpstr>JE CROIS CE QUE DIEU DIT DE MOI JE CROIS EN LUI </vt:lpstr>
      <vt:lpstr>JE CROIS CE QUE DIEU DIT SUR MOI DIEU DIT : </vt:lpstr>
      <vt:lpstr>BÉNI DANS LA VILLE BÉNI DANS LE CHAMP </vt:lpstr>
      <vt:lpstr>CE QUE MA MAIN TOUCHE VA PROSPÉRER </vt:lpstr>
      <vt:lpstr>BÉNIS MES ENFANTS MES PETITS-ENFANTS </vt:lpstr>
      <vt:lpstr>ET MES ARRIÈRE-PETITS-ENFANTS BÉNI LORSQUE JE SORS </vt:lpstr>
      <vt:lpstr>BÉNI LORSQUE J’ENTRE BÉNI DANS MON TRAVAIL </vt:lpstr>
      <vt:lpstr>MES AFFAIRES, MES FINANCES LE CIEL ME BÉNIT </vt:lpstr>
      <vt:lpstr>AVEC TOUTE SON ABONDANCE JE SUIS LA TÊTE, ET PAS LA QUEUE </vt:lpstr>
      <vt:lpstr>EN HAUT ET JAMAIS EN BAS TOUS MES ENNEMIS SERONT VAINCUS  </vt:lpstr>
      <vt:lpstr>MES ENNEMIS VIENDRONT PAR UN CHEMIN DEVANT MOI </vt:lpstr>
      <vt:lpstr>MAIS PAR SEPT CHEMINS DEVRONT PRENDRE LA FUITE </vt:lpstr>
      <vt:lpstr>PEUREUX FUYANT DE SON AMI MIGUELITO </vt:lpstr>
      <vt:lpstr>NE TE TROMPE PAS  JE SUIS ADMIRABLE LUMIÈRE </vt:lpstr>
      <vt:lpstr>NOUS SOMMES UNE NATION SAINTE SI QUELQU’UN NOUS ATTAQUE </vt:lpstr>
      <vt:lpstr>MON DIEU SE LÈVE JE SUIS UNE NOUVELLE CRÉATURE </vt:lpstr>
      <vt:lpstr>UNE RACE ÉLUE UN SACERDOCE ROYAL </vt:lpstr>
      <vt:lpstr>UN PEUPLE ACQUIS TOUT CE QUE MON PIED FOULERA </vt:lpstr>
      <vt:lpstr>EST À MOI JE PRÊTERAI </vt:lpstr>
      <vt:lpstr>ET JAMAIS JE N’EMPRUNTERAI TOUT SON TRÉSOR </vt:lpstr>
      <vt:lpstr>DIEU LE MET DANS MES MAINS IL DIT QUE JAMAIS JE NE SERAI VAINCU </vt:lpstr>
      <vt:lpstr>JAMAIS VAINCU, PLUTÔT LE CONTRAIRE NOUS ALLONS </vt:lpstr>
      <vt:lpstr>DE TRIOMPHE EN TRIOMPHE DE GLOIRE EN GLOIRE </vt:lpstr>
      <vt:lpstr>DE VICTOIRE EN VICTOIRE EN AUGMENTANT </vt:lpstr>
      <vt:lpstr>COMME LA LUMIÈRE DE L’AURORE COMME SON AMI MIGUELITO </vt:lpstr>
      <vt:lpstr>NE TE TROMPE PAS  BÉNI DANS LA VILLE </vt:lpstr>
      <vt:lpstr>BÉNI DANS LES CHAMPS CE QUE MA MAIN TOUCHE </vt:lpstr>
      <vt:lpstr>VA PROSÉRER BÉNIS MES ENFANTS </vt:lpstr>
      <vt:lpstr>MES PETITS-ENFANTS ET MES ARRIÈRE-PETITS-ENFANTS </vt:lpstr>
      <vt:lpstr>BÉNI LORSQUE JE SORS BÉNI LORSQUE J’ENTRE </vt:lpstr>
      <vt:lpstr>BÉNI DANS MON TRAVAIL MES AFFAIRES, MES FINANCES </vt:lpstr>
      <vt:lpstr>LE CIEL ME BÉNIT AVEC TOUTE SON ABONDANCE </vt:lpstr>
      <vt:lpstr>JE SUIS LA TÊTE ET PAS LA QUEUE EN HAUT ET JAMAIS EN BAS </vt:lpstr>
      <vt:lpstr>TOUS MES ENNEMIS SERONT VAINCUS  MES PAUVRES ENNEMIS </vt:lpstr>
      <vt:lpstr>NE POURRONT SE BATTRE MÊME PAS UN ROUND </vt:lpstr>
      <vt:lpstr>CAR AVEC MOI VA L’INVINCIBLE ET L’INVAINCU </vt:lpstr>
      <vt:lpstr>DES MILLIONS D’ANNÉES DE COMBATS </vt:lpstr>
      <vt:lpstr>MAIS JAMAIS IL N’A PERDU UNE BATAILLE </vt:lpstr>
      <vt:lpstr>NI PLUS NI MOINS QUE LE DIEU DU CIEL </vt:lpstr>
      <vt:lpstr>ALLÉLUIA JE DANSE POUR LUI, </vt:lpstr>
      <vt:lpstr>TON AMI MIGUELITO NE ME CONFONDS PAS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162</cp:revision>
  <dcterms:created xsi:type="dcterms:W3CDTF">2002-08-17T10:50:50Z</dcterms:created>
  <dcterms:modified xsi:type="dcterms:W3CDTF">2014-12-28T06:55:41Z</dcterms:modified>
</cp:coreProperties>
</file>