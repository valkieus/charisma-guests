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38" r:id="rId2"/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79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80" r:id="rId39"/>
    <p:sldId id="374" r:id="rId40"/>
    <p:sldId id="375" r:id="rId41"/>
    <p:sldId id="376" r:id="rId42"/>
    <p:sldId id="377" r:id="rId43"/>
    <p:sldId id="378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49265" autoAdjust="0"/>
  </p:normalViewPr>
  <p:slideViewPr>
    <p:cSldViewPr>
      <p:cViewPr varScale="1">
        <p:scale>
          <a:sx n="49" d="100"/>
          <a:sy n="49" d="100"/>
        </p:scale>
        <p:origin x="-10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7D1A4C78-38F6-491E-8373-CBF0AEB7960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4969195-1728-4336-AD5A-818C7F2E441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41-  C’EST JÉSUS-CHRIST QUI VIT EN MOI ET IL EST LÀ 
	42-  JE VEUX DE GRANDS APPLAUDISSEMENTS 
	43-  POUR JÉSUS-CHRIST, MON SEIGNEUR 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QUEL BONHEUR !!! ALLÉLUIA, GLOIRE À DIEU 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41-  C’EST JÉSUS-CHRIST QUI VIT EN MOI ET IL EST LÀ 
	42-  JE VEUX DE GRANDS APPLAUDISSEMENTS 
	43-  POUR JÉSUS-CHRIST, MON SEIGNEUR 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BONHEUR !!! ALLÉLUIA, GLOIRE À DIEU !!! 
</a:t>
            </a:r>
          </a:p>
          <a:p>
            <a:r>
              <a:rPr lang="fr-FR" smtClean="0"/>
              <a:t>	2-  FOU, JE SUIS FOU 
	3-  DEPUIS QUE JE T’AI CONNU, ON ME PREND POUR UN FOU, HAHAHA ! 
	4-  FOU, PARCE QUE JE PARLE TOUT LE TEMPS 
	5-  PARCE QUE JE RIS TOUT LE TEMPS 
	6-  PARCE QUE JE ME RÉJOUIS TOUT LE TEMPS 
	7-  PARCE QUE JE VIS TELLEMENT HEUREUX ON ME PREND POUR UN FOU 
</a:t>
            </a:r>
          </a:p>
          <a:p>
            <a:r>
              <a:rPr lang="fr-FR" smtClean="0"/>
              <a:t>8-  PARCE QUE JE RIS, JE RIS JE RIS, JE RIS, JE RIS, HAHAHA ! 
9-  SI TU VEUX CONNAÎTRE LA RAISON POUR LAQUELLE JE SUIS HEUREUX 
10-  ET JE RIS TOUT LE TEMPS 
11-  JE T’EXPLIQUE, C’EST PARCE QU’IL A CHASSÉ LA HAINE 
12-  ET L'ÉGOÏSME MAUDIT 
13-  ET DE SON AMOUR JE VIS REMPLI 
14-  PARCE QUE DANS MON CŒUR VIT JÉSUS-CHRIST ! 
</a:t>
            </a:r>
          </a:p>
          <a:p>
            <a:r>
              <a:rPr lang="fr-FR" smtClean="0"/>
              <a:t>	15-  C’EST JÉSUS-CHRIST QUI VIT EN MOI C’EST POUR CELA QUE JE SUIS HEUREUX 
	16-  PARCE QU’AVANT, ÉCOUTE : 
</a:t>
            </a:r>
          </a:p>
          <a:p>
            <a:r>
              <a:rPr lang="fr-FR" smtClean="0"/>
              <a:t>17-  AVANT, OH MON DIEU ! 
18-  J'AVAIS TOUT MAIS J'ÉTAIS TELLEMENT VIDE 
19-  FOU EN CHERCHANT DES FEMMES 
20-  DISCOTHÈQUES, DROGUES BOÎTES DE NUIT, PLAISIRS 
21-  REMIS AU VICE DE LA CHAIR ET DES FEMMES 
22-  PLEIN D’ENVIES, D’AVARICE DE MAUVAIS DÉSIRS 
23-  DE PRENDRE LE BIEN D’AUTRUI DE MENSONGES, DE TRAHISON 
24-  DE FAUSSETÉ, GOURMANDISE MÉCHANCETÉ, CUPIDITÉ, ENVIE 
25-  N’EN PARLONS PLUS, PARCE QUE JE N’AI JAMAIS CRU AU PROVERBE QUI DIT : 
26-  À CELUI À QUI DIEU A DONNÉ QUE SAINT-PIERRE LE BÉNISSE 
</a:t>
            </a:r>
          </a:p>
          <a:p>
            <a:r>
              <a:rPr lang="fr-FR" smtClean="0"/>
              <a:t>	27-  MAIS UN JOUR, LE SEIGNEUR EST VENU À CÔTÉ DE MOI, ET IL M’A DIT : 
	28-  MIGUELITO, MAINTENANT TU SERAS UNE BREBIS DU PASTEUR 
	29-  DES PASTEURS : JÉSUS-CHRIST 
	30-  ET DEPUIS, CE N’EST PLUS MOI QUI VIS C’EST CHRIST QUI VIT EN MOI 
	31-  QUEL BONHEUR ! JE NE SUIS JAMAIS TRISTE JE VIS HEUREUX 
	32-  ALLÉLUIA ! GLOIRE À DIEU, PÈRE SAINT ! 
</a:t>
            </a:r>
          </a:p>
          <a:p>
            <a:r>
              <a:rPr lang="fr-FR" smtClean="0"/>
              <a:t>33-  HAHAHAHA ! 
34-  PARCE QUE JE RIS, JE RIS, JE RIS JE RIS AUX ÉCLATS, JE RIS, HAHAHA ! 
35-  SI TU VEUX CONNAÎTRE LA RAISON POUR LAQUELLE JE SUIS HEUREUX 
36-  ET JE RIS TOUT LE TEMPS 
37-  JE T’EXPLIQUE, C’EST PARCE QU’IL A CHASSÉ LA HAINE 
38-  ET L'ÉGOÏSME MAUDIT 
39-  ET DE SON AMOUR JE VIS REMPLI 
40-  PARCE QUE DANS MON CŒUR VIT JÉSUS-CHRIST ! 
</a:t>
            </a:r>
          </a:p>
          <a:p>
            <a:r>
              <a:rPr lang="fr-FR" smtClean="0"/>
              <a:t>	41-  C’EST JÉSUS-CHRIST QUI VIT EN MOI ET IL EST LÀ 
	42-  JE VEUX DE GRANDS APPLAUDISSEMENTS 
	43-  POUR JÉSUS-CHRIST, MON SEIGNEUR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FD01E-C23E-4239-8F21-101CE0357F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03B72D-5826-4510-B1EB-69BD5FC8FF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9E851-FDC5-44C6-8E1C-2D1DC169A4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479F9-E05C-4480-979C-36A7BCFAE9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FFE66-814C-475D-ABA6-1E455838EB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E0943-4AA7-46C7-A1F6-80A5656BAC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FBA50-C8EE-4E1F-821B-5BC57F129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92E4D-A33D-402D-9EA3-33CF0B8F16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8763C-6D6F-49EA-B61B-CBCBA0C2A8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98728-835E-420C-BC89-528DC98579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FD02E-01AA-4E08-BF74-F09E046D87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E84B031-2AFF-453B-95FD-E38182E8F8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 !!!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GLOIRE À DIEU !!!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FOU, JE SUIS FOU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DEPUIS QUE JE T’AI CONNU, ON ME PREND POUR UN FOU, HAHAHA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FOU, PARCE QUE JE PARLE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RIS TOUT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ME RÉJOUIS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VIS TELLEMENT HEUREUX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ME PREND POUR UN FOU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RIS, JE RIS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RIS, JE RIS, JE RIS, HAHAHA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VEUX CONNAÎTRE LA RAISON POUR LAQUELLE JE SUIS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RIS TOUT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T’EXPLIQUE, C’EST PARCE QU’IL A CHASSÉ LA HAINE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L'ÉGOÏSME MAUDIT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SON AMOUR JE VIS REMPLI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DANS MON CŒUR VIT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JÉSUS-CHRIST QUI VIT EN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 CELA QUE JE SUIS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QU’AVANT, ÉCOUTE :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AVANT, OH MON DIEU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J'AVAIS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J'ÉTAIS TELLEMENT VIDE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FOU EN CHERCHANT DES FEMMES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DISCOTHÈQUES, DROGUES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BOÎTES DE NUIT, PLAISIRS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REMIS AU VICE DE LA CHAIR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FEMMES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D’ENVIES, D’AVARICE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MAUVAIS DÉSIRS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PRENDRE LE BIEN D’AUTRUI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MENSONGES, DE TRAHISON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FAUSSETÉ, GOURMANDISE MÉCHANCETÉ, CUPIDITÉ, ENVIE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N’EN PARLONS PLUS, PARCE QUE JE N’AI JAMAIS CRU AU PROVERBE QUI DIT :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À QUI DIEU A DONNÉ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SAINT-PIERRE LE BÉNISSE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UN JOUR, LE SEIGNEUR EST VENU À CÔTÉ DE MOI, ET IL M’A DIT :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MIGUELITO, MAINTENANT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SERAS UNE BREBIS DU PASTEUR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PASTEURS : JÉSUS-CHRIST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DEPUIS, CE N’EST PLUS MOI QUI VIS C’EST CHRIST QUI VIT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 ! JE NE SUIS JAMAIS TRISTE JE VIS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 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À DIEU, PÈRE SAINT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HAHAHAHA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RIS, JE RIS, JE RIS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RIS AUX ÉCLATS, JE RIS, HAHAHA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VEUX CONNAÎTRE LA RAISON POUR LAQUELLE JE SUIS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RIS TOUT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T’EXPLIQUE, C’EST PARCE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A CHASSÉ LA HAINE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L'ÉGOÏSME MAUDIT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SON AMOUR JE VIS REMPLI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DANS MON CŒUR VIT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JÉSUS-CHRIST QUI VIT EN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EST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DE GRANDS APPLAUDISSEMENTS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JÉSUS-CHRIST, MON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608</Words>
  <Application>Microsoft PowerPoint</Application>
  <PresentationFormat>On-screen Show (4:3)</PresentationFormat>
  <Paragraphs>750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70</cp:revision>
  <dcterms:created xsi:type="dcterms:W3CDTF">2002-08-17T10:50:50Z</dcterms:created>
  <dcterms:modified xsi:type="dcterms:W3CDTF">2014-12-28T11:15:25Z</dcterms:modified>
</cp:coreProperties>
</file>