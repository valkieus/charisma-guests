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70" r:id="rId2"/>
    <p:sldId id="294" r:id="rId3"/>
    <p:sldId id="293" r:id="rId4"/>
    <p:sldId id="295" r:id="rId5"/>
    <p:sldId id="292" r:id="rId6"/>
    <p:sldId id="296" r:id="rId7"/>
    <p:sldId id="297" r:id="rId8"/>
    <p:sldId id="291" r:id="rId9"/>
    <p:sldId id="298" r:id="rId10"/>
    <p:sldId id="290" r:id="rId11"/>
    <p:sldId id="289" r:id="rId12"/>
    <p:sldId id="288" r:id="rId13"/>
    <p:sldId id="299" r:id="rId14"/>
    <p:sldId id="309" r:id="rId15"/>
    <p:sldId id="287" r:id="rId16"/>
    <p:sldId id="300" r:id="rId17"/>
    <p:sldId id="310" r:id="rId18"/>
    <p:sldId id="286" r:id="rId19"/>
    <p:sldId id="301" r:id="rId20"/>
    <p:sldId id="285" r:id="rId21"/>
    <p:sldId id="302" r:id="rId22"/>
    <p:sldId id="284" r:id="rId23"/>
    <p:sldId id="283" r:id="rId24"/>
    <p:sldId id="303" r:id="rId25"/>
    <p:sldId id="311" r:id="rId26"/>
    <p:sldId id="282" r:id="rId27"/>
    <p:sldId id="304" r:id="rId28"/>
    <p:sldId id="281" r:id="rId29"/>
    <p:sldId id="305" r:id="rId30"/>
    <p:sldId id="312" r:id="rId31"/>
    <p:sldId id="313" r:id="rId32"/>
    <p:sldId id="280" r:id="rId33"/>
    <p:sldId id="306" r:id="rId34"/>
    <p:sldId id="279" r:id="rId35"/>
    <p:sldId id="307" r:id="rId36"/>
    <p:sldId id="278" r:id="rId37"/>
    <p:sldId id="277" r:id="rId38"/>
    <p:sldId id="308" r:id="rId39"/>
    <p:sldId id="314" r:id="rId40"/>
    <p:sldId id="315" r:id="rId41"/>
    <p:sldId id="276" r:id="rId42"/>
    <p:sldId id="316" r:id="rId4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3600" autoAdjust="0"/>
    <p:restoredTop sz="45700" autoAdjust="0"/>
  </p:normalViewPr>
  <p:slideViewPr>
    <p:cSldViewPr>
      <p:cViewPr>
        <p:scale>
          <a:sx n="44" d="100"/>
          <a:sy n="44" d="100"/>
        </p:scale>
        <p:origin x="-1992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87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2535BA8-331E-44CC-A3E5-13DB42B121F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21ACBC0-5EBE-42F0-ADF5-C1106E169AE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809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829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849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870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pPr>
              <a:defRPr/>
            </a:pPr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pPr>
              <a:defRPr/>
            </a:pPr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pPr>
              <a:defRPr/>
            </a:pPr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pPr>
              <a:defRPr/>
            </a:pPr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pPr>
              <a:defRPr/>
            </a:pPr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  <a:endParaRPr lang="fr-FR" dirty="0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CE QUE DIEU DIT DE MOI JE CROIS EN LUI  
2-  JE CROIS CE QUE DIEU DIT SUR MOI DIEU DIT :  
3-  BÉNI DANS LA VILLE BÉNI DANS LE CHAMP 
4-  CE QUE MA MAIN TOUCHE VA PROSPÉRER 
5-  BÉNIS MES ENFANTS MES PETITS-ENFANTS 
6-  ET MES ARRIÈRE-PETITS-ENFANTS 
7-  BÉNI LORSQUE JE SORS BÉNI LORSQUE J’ENTRE 
8-  BÉNI DANS MON TRAVAIL MES AFFAIRES, MES FINANCES 
9-  LE CIEL ME BÉNIT AVEC TOUTE SON ABONDANCE 
10-  JE SUIS LA TÊTE, ET PAS LA QUEUE EN HAUT ET JAMAIS EN BAS  
11-  TOUS MES ENNEMIS SERONT VAINCUS    
</a:t>
            </a:r>
          </a:p>
          <a:p>
            <a:r>
              <a:rPr lang="fr-FR" smtClean="0"/>
              <a:t>	12-  MES ENNEMIS VIENDRONT PAR UN CHEMIN DEVANT MOI 
	13-  MAIS PAR SEPT CHEMINS DEVRONT PRENDRE LA FUITE 
	14-  PEUREUX, FUYANT DE SON AMI MIGUELITO, NE TE TROMPE PAS 
</a:t>
            </a:r>
          </a:p>
          <a:p>
            <a:r>
              <a:rPr lang="fr-FR" smtClean="0"/>
              <a:t>	15-  JE SUIS ADMIRABLE LUMIÈRE NOUS SOMMES UNE NATION SAINTE 
	16-  SI QUELQU’UN NOUS ATTAQUE MON DIEU SE LÈVE 
	17-  JE SUIS UNE NOUVELLE CRÉATURE UNE RACE ÉLUE 
	18-  UN SACERDOCE ROYAL UN PEUPLE ACQUIS 
	19-  TOUT CE QUE MON PIED FOULERA EST À MOI 
	20-  JE PRÊTERAI ET JAMAIS JE N’EMPRUNTERAI 
	21-  TOUT SON TRÉSOR DIEU LE MET DANS MES MAINS 
	22-  IL DIT QUE JAMAIS JE NE SERAI VAINCU    
</a:t>
            </a:r>
          </a:p>
          <a:p>
            <a:r>
              <a:rPr lang="fr-FR" smtClean="0"/>
              <a:t>23-  JAMAIS VAINCU, PLUTÔT LE CONTRAIRE 
24-  NOUS ALLONS DE TRIOMPHE EN TRIOMPHE 
25-  DE GLOIRE EN GLOIRE DE VICTOIRE EN VICTOIRE 
26-  EN AUGMENTANT COMME LA LUMIÈRE DE L’AURORE 
27-  COMME SON AMI MIGUELITO NE TE TROMPE PAS 
</a:t>
            </a:r>
          </a:p>
          <a:p>
            <a:r>
              <a:rPr lang="fr-FR" smtClean="0"/>
              <a:t>28-  BÉNI DANS LA VILLE BÉNI DANS LES CHAMPS 
29-  CE QUE MA MAIN TOUCHE VA PROSÉRER 
30-  BÉNIS MES ENFANTS MES PETITS-ENFANTS 
31-  ET MES ARRIÈRE-PETITS-ENFANTS 
32-  BÉNI LORSQUE JE SORS BÉNI LORSQUE J’ENTRE 
33-  BÉNI DANS MON TRAVAIL MES AFFAIRES, MES FINANCES 
34-  LE CIEL ME BÉNIT AVEC TOUTE SON ABONDANCE 
35-  JE SUIS LA TÊTE ET PAS LA QUEUE 
36-  EN HAUT ET JAMAIS EN BAS TOUS MES ENNEMIS SERONT VAINCUS  
</a:t>
            </a:r>
          </a:p>
          <a:p>
            <a:r>
              <a:rPr lang="fr-FR" smtClean="0"/>
              <a:t>	37-  MES PAUVRES ENNEMIS NE POURRONT SE BATTRE, MÊME PAS UN ROUND 
	38-  CAR AVEC MOI VA L’INVINCIBLE ET L’INVAINCU 
	39-  DES MILLIONS D’ANNÉES DE COMBATS 
	40-  MAIS JAMAIS IL N’A PERDU UNE BATAILLE 
	41-  NI PLUS NI MOINS QUE LE DIEU DU CIEL ALLÉLUIA 
	42-  JE DANSE POUR LUI, TON AMI MIGUELITO, NE ME CONFONDS PAS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44EA52-A8C0-47C1-A4EB-FBF8753BAE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0BD7D-A6C2-46DD-A852-09ED7E4ACC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B34D1-6B2C-4044-B9C5-55ADD97B48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EC2BC-A543-4CF6-A175-258657B926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E6874A-B3EA-47BF-82DD-90EA84F63E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FB0B86-257C-4184-9C88-EF1E7FFF1F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C980A-E0D1-4ABD-BB57-A45C654FF6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5CB05-B848-45CC-9B2A-227F1CC7F6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3C8F98-796F-472C-9C93-3E01EEBF027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B1E98-DDEB-42A7-8ACC-7D206A2BF1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C19E5-80DD-4A90-8137-4C8A472C6A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FF5BB73-B5E9-41B0-B7E4-0645CA4722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CROIS CE QUE DIEU DIT DE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CROIS EN LUI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CROIS CE QUE DIEU DIT SUR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DIT :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DANS LA VILLE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DANS LE CHAMP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MA MAIN TOUCHE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VA PROSPÉRER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BÉNIS MES ENFANTS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PETITS-ENFANTS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MES ARRIÈRE-PETITS-ENFANTS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LORSQUE JE SORS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LORSQUE J’ENTRE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DANS MON TRAVAIL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AFFAIRES, MES FINANCES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ME BÉNIT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TOUTE SON ABONDANCE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LA TÊTE, ET PAS LA QUEUE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HAUT ET JAMAIS EN BAS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MES ENNEMIS SERONT VAINCUS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ENNEMIS VIENDRONT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UN CHEMIN DEVANT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PAR SEPT CHEMINS DEVRONT PRENDRE LA FUITE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PEUREUX, FUYANT DE SON AMI MIGUELITO, NE TE TROMPE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ADMIRABLE LUMIÈRE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UNE NATION SAINTE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QUELQU’UN NOUS ATTAQUE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SE LÈVE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UNE NOUVELLE CRÉATURE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RACE ÉLUE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SACERDOCE ROYAL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PEUPLE ACQUIS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MON PIED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FOULERA EST À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PRÊTERAI ET JAMAIS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N’EMPRUNTERAI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SON TRÉSOR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LE MET DANS MES 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DIT QUE JAMAIS JE NE SERAI VAINCU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JAMAIS VAINCU, PLUTÔT LE CONTRAIRE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ALLONS DE TRIOMPHE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TRIOMPHE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GLOIRE EN GLOIRE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VICTOIRE EN VICTOIRE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AUGMENTANT COMME LA LUMIÈRE DE L’AURORE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SON AMI MIGUELITO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TE TROMPE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DANS LA VILLE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DANS LES CHAMPS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QUE MA MAIN TOUCHE VA PROSÉRER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BÉNIS MES ENFANTS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PETITS-ENFANTS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MES ARRIÈRE-PETITS-ENFANTS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LORSQUE JE SORS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LORSQUE J’ENTRE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DANS MON TRAVAIL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AFFAIRES, MES FINANCES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ME BÉNIT AVEC TOUTE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ABONDANCE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LA TÊTE ET PAS LA QUEUE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HAUT ET JAMAIS EN BAS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MES ENNEMIS SERONT VAINCUS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MES PAUVRES ENNEMIS NE POURRONT SE BATTRE, MÊME PAS UN ROUND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AVEC MOI VA L’INVINCIBLE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L’INVAINCU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MILLIONS D’ANNÉES DE COMBATS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JAMAIS IL N’A PERDU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BATAILLE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NI PLUS NI MOINS QUE LE DIEU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DU CIEL ALLÉLUIA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DANSE POUR LUI, TON AMI MIGUELITO, NE ME CONFONDS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1427</Words>
  <Application>Microsoft Office PowerPoint</Application>
  <PresentationFormat>On-screen Show (4:3)</PresentationFormat>
  <Paragraphs>577</Paragraphs>
  <Slides>42</Slides>
  <Notes>42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  <vt:lpstr>Diapositive 38</vt:lpstr>
      <vt:lpstr>Diapositive 39</vt:lpstr>
      <vt:lpstr>Diapositive 40</vt:lpstr>
      <vt:lpstr>Diapositive 41</vt:lpstr>
      <vt:lpstr>Diapositive 42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128</cp:revision>
  <dcterms:created xsi:type="dcterms:W3CDTF">2002-08-17T10:50:50Z</dcterms:created>
  <dcterms:modified xsi:type="dcterms:W3CDTF">2014-12-28T09:59:30Z</dcterms:modified>
</cp:coreProperties>
</file>