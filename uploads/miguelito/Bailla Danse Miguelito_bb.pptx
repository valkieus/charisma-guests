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8" r:id="rId19"/>
    <p:sldId id="289" r:id="rId20"/>
    <p:sldId id="290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67951" autoAdjust="0"/>
  </p:normalViewPr>
  <p:slideViewPr>
    <p:cSldViewPr>
      <p:cViewPr>
        <p:scale>
          <a:sx n="49" d="100"/>
          <a:sy n="49" d="100"/>
        </p:scale>
        <p:origin x="-141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F29F5-47D1-45D6-9869-1CEA169BFEF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F6A6656-149F-486B-AD26-FBBA92DF8E7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D’ADORATIONS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smtClean="0"/>
              <a:t>1-  PARTOUT DANS LE MONDE NOS FRÈRES ET SŒURS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2-  QUI AIMENT LE SEIGNEUR AVEC TOUTE LEUR ÂME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3-  EN ESPRIT, EN VÉRITÉ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4-  ET AVEC UNE GRANDE JOIE  DANS LE CŒUR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5-  ILS LOUENT COMME ÇA NOTRE SEIGNEUR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6-  ILS LOUENT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8-  ILS ADORENT COMME ÇA NOTRE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9-  EN FRAPPANT DES MAINS EN TAPANT DES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11-  LÀ-BAS, DES AMIS M’ONT INVITÉ  À UNE FÊTE SUR LA PLAGE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12-  QUELLE SENSATION ! LES GENS DANSAIENT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13-  AUX SONS DES TAMBOURS DES TROMPETTES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14-  ET AVEC DES CRIS D’ADORATION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15-  ILS CRIENT COMME ÇA POUR LE SEIGNEUR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16-  ILS CRIENT COMME ÇA AVEC FERVEUR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17-  AVEC UNE JOIE QUI VIENT DU CŒUR 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18-  ILS CRIENT COMME ÇA POUR LE SEIGNEUR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  <a:p>
            <a:pPr eaLnBrk="1" hangingPunct="1">
              <a:spcBef>
                <a:spcPct val="0"/>
              </a:spcBef>
            </a:pPr>
            <a:r>
              <a:rPr lang="fr-FR" smtClean="0"/>
              <a:t>19-  EN FRAPPANT DES MAINS EN TAPANT DANS TES PIEDS</a:t>
            </a:r>
          </a:p>
          <a:p>
            <a:pPr eaLnBrk="1" hangingPunct="1">
              <a:spcBef>
                <a:spcPct val="0"/>
              </a:spcBef>
            </a:pPr>
            <a:r>
              <a:rPr lang="fr-FR" smtClean="0"/>
              <a:t>20-  AVEC DES CRIS DE JOIE </a:t>
            </a:r>
          </a:p>
          <a:p>
            <a:pPr eaLnBrk="1" hangingPunct="1">
              <a:spcBef>
                <a:spcPct val="0"/>
              </a:spcBef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PARTOUT DANS LE MONDE NOS FRÈRES ET SŒURS</a:t>
            </a:r>
          </a:p>
          <a:p>
            <a:r>
              <a:rPr lang="fr-FR" smtClean="0"/>
              <a:t>2-  QUI AIMENT LE SEIGNEUR AVEC TOUTE LEUR ÂME</a:t>
            </a:r>
          </a:p>
          <a:p>
            <a:r>
              <a:rPr lang="fr-FR" smtClean="0"/>
              <a:t>3-  EN ESPRIT, EN VÉRITÉ</a:t>
            </a:r>
          </a:p>
          <a:p>
            <a:r>
              <a:rPr lang="fr-FR" smtClean="0"/>
              <a:t>4-  ET AVEC UNE GRANDE JOIE  DANS LE CŒUR</a:t>
            </a:r>
          </a:p>
          <a:p>
            <a:endParaRPr lang="fr-FR" smtClean="0"/>
          </a:p>
          <a:p>
            <a:r>
              <a:rPr lang="fr-FR" smtClean="0"/>
              <a:t>5-  ILS LOUENT COMME ÇA NOTRE SEIGNEUR </a:t>
            </a:r>
          </a:p>
          <a:p>
            <a:r>
              <a:rPr lang="fr-FR" smtClean="0"/>
              <a:t>6-  ILS LOUENT COMME ÇA AVEC FERVEUR </a:t>
            </a:r>
          </a:p>
          <a:p>
            <a:r>
              <a:rPr lang="fr-FR" smtClean="0"/>
              <a:t>7-  AVEC UNE JOIE QUI VIENT DU CŒUR </a:t>
            </a:r>
          </a:p>
          <a:p>
            <a:r>
              <a:rPr lang="fr-FR" smtClean="0"/>
              <a:t>8-  ILS ADORENT COMME ÇA NOTRE SEIGNEUR</a:t>
            </a:r>
          </a:p>
          <a:p>
            <a:endParaRPr lang="fr-FR" smtClean="0"/>
          </a:p>
          <a:p>
            <a:r>
              <a:rPr lang="fr-FR" smtClean="0"/>
              <a:t>9-  EN FRAPPANT DES MAINS EN TAPANT DES PIEDS</a:t>
            </a:r>
          </a:p>
          <a:p>
            <a:r>
              <a:rPr lang="fr-FR" smtClean="0"/>
              <a:t>10-  AVEC DES CRIS DE JOIE </a:t>
            </a:r>
          </a:p>
          <a:p>
            <a:endParaRPr lang="fr-FR" smtClean="0"/>
          </a:p>
          <a:p>
            <a:r>
              <a:rPr lang="fr-FR" smtClean="0"/>
              <a:t>11-  LÀ-BAS, DES AMIS M’ONT INVITÉ  À UNE FÊTE SUR LA PLAGE</a:t>
            </a:r>
          </a:p>
          <a:p>
            <a:r>
              <a:rPr lang="fr-FR" smtClean="0"/>
              <a:t>12-  QUELLE SENSATION ! LES GENS DANSAIENT</a:t>
            </a:r>
          </a:p>
          <a:p>
            <a:r>
              <a:rPr lang="fr-FR" smtClean="0"/>
              <a:t>13-  AUX SONS DES TAMBOURS DES TROMPETTES</a:t>
            </a:r>
          </a:p>
          <a:p>
            <a:r>
              <a:rPr lang="fr-FR" smtClean="0"/>
              <a:t>14-  ET AVEC DES CRIS D’ADORATIONS</a:t>
            </a:r>
          </a:p>
          <a:p>
            <a:endParaRPr lang="fr-FR" smtClean="0"/>
          </a:p>
          <a:p>
            <a:r>
              <a:rPr lang="fr-FR" smtClean="0"/>
              <a:t>15-  ILS CRIENT COMME ÇA POUR LE SEIGNEUR</a:t>
            </a:r>
          </a:p>
          <a:p>
            <a:r>
              <a:rPr lang="fr-FR" smtClean="0"/>
              <a:t>16-  ILS CRIENT COMME ÇA AVEC FERVEUR </a:t>
            </a:r>
          </a:p>
          <a:p>
            <a:r>
              <a:rPr lang="fr-FR" smtClean="0"/>
              <a:t>17-  AVEC UNE JOIE QUI VIENT DU CŒUR </a:t>
            </a:r>
          </a:p>
          <a:p>
            <a:r>
              <a:rPr lang="fr-FR" smtClean="0"/>
              <a:t>18-  ILS CRIENT COMME ÇA POUR LE SEIGNEUR</a:t>
            </a:r>
          </a:p>
          <a:p>
            <a:endParaRPr lang="fr-FR" smtClean="0"/>
          </a:p>
          <a:p>
            <a:r>
              <a:rPr lang="fr-FR" smtClean="0"/>
              <a:t>19-  EN FRAPPANT DES MAINS EN TAPANT DANS TES PIEDS</a:t>
            </a:r>
          </a:p>
          <a:p>
            <a:r>
              <a:rPr lang="fr-FR" smtClean="0"/>
              <a:t>20-  AVEC DES CRIS DE JOIE 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DC987-6641-45A6-A131-F8FEDD4884B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F2EDD3-97EE-4BCC-A80F-8ED9540380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721E-2878-4AE2-8E67-BAB4B333EB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AAB6E-28A2-4C1B-BA45-606AE6E213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275530-BD77-40CA-B568-B2017A84E74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F7B404-E63A-4EA2-978A-871601E424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AFB91-EABF-493E-B7B2-E150EFC64A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27142-F213-44C2-9145-1FA1A2DDC6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51A90-CE6C-493F-84DB-3FD480E689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C3BCA-8330-498B-BEE9-C1DBCBD70E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582A6-2197-4218-9D60-6D4E15499B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6FD2A9-9227-473F-9BEE-C8E19A3A53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PARTOUT DANS LE MONDE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NOS FRÈRES 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SŒURS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AIMENT LE SEIGNEUR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TOUTE LEUR ÂME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ESPRIT, EN VÉRITÉ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AVEC UNE GRANDE JOIE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LOUENT COMME ÇA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LOUENT COMME ÇA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FERVEUR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UNE JOIE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DU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ADORENT COMME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FRAPPANT DES MAINS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TAPANT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PIEDS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DES CRIS DE JOIE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LÀ-BAS, DES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AMIS M’ONT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INVITÉ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FÊTE SUR LA PLAGE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QUELLE SENSATION !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GENS DANSAIENT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AUX SONS DES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TAMBOURS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TROMPETTES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AVEC DES CRIS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D’ADORATIONS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CRIENT COMME ÇA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CRIENT COMME ÇA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FERVEUR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UNE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DU CŒUR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ILS CRIENT COMME ÇA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FRAPPANT DES MAINS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TAPANT DES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PIEDS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/>
            <a:ext uri="{91240B29-F687-4F45-9708-019B960494DF}"/>
          </a:ex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DES CRIS DE JOIE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6363</Words>
  <Application>Microsoft Office PowerPoint</Application>
  <PresentationFormat>On-screen Show (4:3)</PresentationFormat>
  <Paragraphs>1020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PARTOUT DANS LE MONDE NOS FRÈRES ET SŒURS</vt:lpstr>
      <vt:lpstr>QUI AIMENT LE SEIGNEUR AVEC TOUTE LEUR ÂME</vt:lpstr>
      <vt:lpstr>EN ESPRIT, EN VÉRITÉ</vt:lpstr>
      <vt:lpstr>ET AVEC UNE GRANDE JOIE  DANS LE CŒUR</vt:lpstr>
      <vt:lpstr>ILS LOUENT COMME ÇA  NOTRE SEIGNEUR </vt:lpstr>
      <vt:lpstr>ILS LOUENT COMME ÇA  AVEC FERVEUR </vt:lpstr>
      <vt:lpstr>AVEC UNE JOIE  QUI VIENT DU CŒUR </vt:lpstr>
      <vt:lpstr>ILS ADORENT COMME ÇA  NOTRE SEIGNEUR</vt:lpstr>
      <vt:lpstr>EN FRAPPANT DES MAINS EN TAPANT DES PIEDS</vt:lpstr>
      <vt:lpstr>AVEC DES CRIS DE JOIE </vt:lpstr>
      <vt:lpstr>LÀ-BAS, DES AMIS M’ONT INVITÉ  À UNE FÊTE SUR LA PLAGE</vt:lpstr>
      <vt:lpstr>QUELLE SENSATION ! LES GENS DANSAIENT</vt:lpstr>
      <vt:lpstr>AUX SONS DES TAMBOURS DES TROMPETTES</vt:lpstr>
      <vt:lpstr>ET AVEC DES CRIS D’ADORATIONS</vt:lpstr>
      <vt:lpstr>ILS CRIENT COMME ÇA  POUR LE SEIGNEUR</vt:lpstr>
      <vt:lpstr>ILS CRIENT COMME ÇA  AVEC FERVEUR </vt:lpstr>
      <vt:lpstr>AVEC UNE JOIE  QUI VIENT DU CŒUR </vt:lpstr>
      <vt:lpstr>ILS CRIENT COMME ÇA  POUR LE SEIGNEUR</vt:lpstr>
      <vt:lpstr>EN FRAPPANT DES MAINS EN TAPANT DES PIEDS</vt:lpstr>
      <vt:lpstr>AVEC DES CRIS DE JOIE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116</cp:revision>
  <dcterms:created xsi:type="dcterms:W3CDTF">2002-08-17T10:50:50Z</dcterms:created>
  <dcterms:modified xsi:type="dcterms:W3CDTF">2014-06-29T08:24:31Z</dcterms:modified>
</cp:coreProperties>
</file>