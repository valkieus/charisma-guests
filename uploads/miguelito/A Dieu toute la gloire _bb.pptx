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4" autoAdjust="0"/>
    <p:restoredTop sz="70385" autoAdjust="0"/>
  </p:normalViewPr>
  <p:slideViewPr>
    <p:cSldViewPr>
      <p:cViewPr>
        <p:scale>
          <a:sx n="44" d="100"/>
          <a:sy n="44" d="100"/>
        </p:scale>
        <p:origin x="-11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1189C37-4E1C-4F39-BE85-09C201DC943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3C249D9-9422-41B1-B907-1837C135EC2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AU PÈRE, TOUTE LA GLOIRE AU SEIGNEUR,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À YAVEH, TOUTE LA GLOIRE LE SAUVEUR,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VIVAIS TRISTE ET DÉPRIMÉ JE VIVAIS TRISTE DÉCOURAGÉ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MAINTENANT, J’AI CHRIST JE SUIS BÉNI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JE VIS EN CHRIST JE SUIS BÉNI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VIVAIS SEUL, REMPLI DE PEUR JE VIVAIS SEUL, ET DANS L’ERREUR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MAINTENANT, JE VIS LA JOIE AU CŒUR AVEC BONHEUR DANS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DIEU, TOUTE LA GLOIRE  TOUTE LA GLOIRE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À DIEU, TOUTE LA GLOIRE À PAPA,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À JÉSUS, TOUTE LA GLOIRE NOTRE ROI, TOUTE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ET JUSQU’AU SOIR DONNE-LUI LA GLOIRE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TOUTE LA GLOIRE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</a:t>
            </a:r>
          </a:p>
          <a:p>
            <a:r>
              <a:rPr lang="fr-FR" smtClean="0"/>
              <a:t>	1-  À DIEU, TOUTE LA GLOIRE À PAPA, TOUTE LA GLOIRE</a:t>
            </a:r>
            <a:br>
              <a:rPr lang="fr-FR" smtClean="0"/>
            </a:br>
            <a:r>
              <a:rPr lang="fr-FR" smtClean="0"/>
              <a:t>	2-  À JÉSUS, TOUTE LA GLOIRE NOTRE ROI, TOUTE LA GLOIRE</a:t>
            </a:r>
          </a:p>
          <a:p>
            <a:r>
              <a:rPr lang="fr-FR" smtClean="0"/>
              <a:t>	3-  TOUTE LA GLOIRE</a:t>
            </a:r>
          </a:p>
          <a:p>
            <a:r>
              <a:rPr lang="fr-FR" smtClean="0"/>
              <a:t>	4-  AU PÈRE, TOUTE LA GLOIRE AU SEIGNEUR, TOUTE LA GLOIRE</a:t>
            </a:r>
          </a:p>
          <a:p>
            <a:r>
              <a:rPr lang="fr-FR" smtClean="0"/>
              <a:t>	5-  À YAVEH, TOUTE LA GLOIRE LE SAUVEUR, TOUTE LA GLOIRE</a:t>
            </a:r>
          </a:p>
          <a:p>
            <a:r>
              <a:rPr lang="fr-FR" smtClean="0"/>
              <a:t>	6-  ET JUSQU’AU SOIR DONNE-LUI LA GLOIRE</a:t>
            </a:r>
          </a:p>
          <a:p>
            <a:r>
              <a:rPr lang="fr-FR" smtClean="0"/>
              <a:t>	7-  TOUTE LA GLOIRE</a:t>
            </a:r>
          </a:p>
          <a:p>
            <a:endParaRPr lang="fr-FR" smtClean="0"/>
          </a:p>
          <a:p>
            <a:r>
              <a:rPr lang="fr-FR" smtClean="0"/>
              <a:t>8-  JE VIVAIS TRISTE ET DÉPRIMÉ JE VIVAIS TRISTE DÉCOURAGÉ</a:t>
            </a:r>
          </a:p>
          <a:p>
            <a:r>
              <a:rPr lang="fr-FR" smtClean="0"/>
              <a:t>9-  MAINTENANT, J’AI CHRIST JE SUIS BÉNI</a:t>
            </a:r>
          </a:p>
          <a:p>
            <a:r>
              <a:rPr lang="fr-FR" smtClean="0"/>
              <a:t>10-  JE VIS EN CHRIST JE SUIS BÉNI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JE VIVAIS SEUL, REMPLI DE PEUR JE VIVAIS SEUL, ET DANS L’ERREUR</a:t>
            </a:r>
          </a:p>
          <a:p>
            <a:r>
              <a:rPr lang="fr-FR" smtClean="0"/>
              <a:t>12-  MAINTENANT, JE VIS LA JOIE AU CŒUR AVEC BONHEUR DANS LE SEIGNEUR</a:t>
            </a:r>
          </a:p>
          <a:p>
            <a:endParaRPr lang="fr-FR" smtClean="0"/>
          </a:p>
          <a:p>
            <a:r>
              <a:rPr lang="fr-FR" smtClean="0"/>
              <a:t>13-  À DIEU, TOUTE LA GLOIRE  TOUTE LA GLOIRE </a:t>
            </a:r>
          </a:p>
          <a:p>
            <a:r>
              <a:rPr lang="fr-FR" smtClean="0"/>
              <a:t>14-  À DIEU, TOUTE LA GLOIRE À PAPA, TOUTE LA GLOIRE</a:t>
            </a:r>
          </a:p>
          <a:p>
            <a:r>
              <a:rPr lang="fr-FR" smtClean="0"/>
              <a:t>15-  À JÉSUS, TOUTE LA GLOIRE NOTRE ROI, TOUTE LA GLOIRE</a:t>
            </a:r>
          </a:p>
          <a:p>
            <a:r>
              <a:rPr lang="fr-FR" smtClean="0"/>
              <a:t>16-  ET JUSQU’AU SOIR DONNE-LUI LA GLOIRE</a:t>
            </a:r>
          </a:p>
          <a:p>
            <a:r>
              <a:rPr lang="fr-FR" smtClean="0"/>
              <a:t>17-  TOUTE LA GLOIRE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AAA2D-A616-4851-9894-A621F550A0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0818D-F58E-452B-967B-5C1EEB1C3F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C4190D-E3FC-4B8C-BD24-D735E0E19B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9EE48-B79D-4A91-9469-EA1199B569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9E304-94BA-47BE-8B02-AC2A4E4DFB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61307-9F5E-47DD-AA07-5DC70336D1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192BC6-1B48-455D-9ACC-292D0D3BE9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9A4267-4B20-4AF9-BEB8-C8A4F8626C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AA184-9283-45C4-AD31-D5662C8B05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8388B3-E31B-4AFF-AAD0-7A3F86646F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A2DA7-D24D-49AC-BD5F-AD9C45751D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9DEE828-9D76-468D-8306-3E0AAB62C4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DIEU, TOUTE LA GLOIRE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PAPA, TOUTE LA GLOIRE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JÉSUS, TOUTE LA GLOIRE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ROI, TOUTE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PÈRE, TOUTE LA GLOIRE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SEIGNEUR, TOUTE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YAVEH, TOUTE LA GLOIRE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SAUVEUR, TOUTE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JUSQU’AU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DONNE-LUI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VIVAIS TRISTE ET DÉPRIMÉ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VIVAIS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TRISTE,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DÉCOURAGÉ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MAINTENANT, J’AI CHRIST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BÉNI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VIS EN CHRIST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BÉNI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VIVAIS SEUL, REMPLI DE PEUR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VIVAIS SEUL, ET DANS L’ERREUR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MAINTENANT, JE VIS LA JOIE AU CŒUR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BONHEUR DANS LE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DIEU, TOUTE LA GLOIRE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 GLOIRE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DIEU, TOUTE LA GLOIRE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PAPA, TOUTE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JÉSUS, TOUTE LA GLOIRE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ROI, TOUTE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JUSQU’AU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DONNE-LUI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85</Words>
  <Application>Microsoft Office PowerPoint</Application>
  <PresentationFormat>On-screen Show (4:3)</PresentationFormat>
  <Paragraphs>765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Franklin Gothic Medium</vt:lpstr>
      <vt:lpstr>Arial</vt:lpstr>
      <vt:lpstr>Calibri</vt:lpstr>
      <vt:lpstr>Default Design</vt:lpstr>
      <vt:lpstr>À DIEU, TOUTE LA GLOIRE À PAPA, TOUTE LA GLOIRE </vt:lpstr>
      <vt:lpstr>À JÉSUS, TOUTE LA GLOIRE NOTRE ROI, TOUTE LA GLOIRE</vt:lpstr>
      <vt:lpstr>TOUTE LA GLOIRE</vt:lpstr>
      <vt:lpstr>AU PÈRE, TOUTE LA GLOIRE AU SEIGNEUR, TOUTE LA GLOIRE</vt:lpstr>
      <vt:lpstr>À YAVEH, TOUTE LA GLOIRE LE SAUVEUR, TOUTE LA GLOIRE</vt:lpstr>
      <vt:lpstr>ET JUSQU’AU SOIR DONNE-LUI LA GLOIRE</vt:lpstr>
      <vt:lpstr>TOUTE LA GLOIRE</vt:lpstr>
      <vt:lpstr>JE VIVAIS TRISTE ET DÉPRIMÉ JE VIVAIS TRISTE, DÉCOURAGÉ</vt:lpstr>
      <vt:lpstr>MAINTENANT, J’AI CHRIST JE SUIS BÉNI</vt:lpstr>
      <vt:lpstr>JE VIS EN CHRIST JE SUIS BÉNI</vt:lpstr>
      <vt:lpstr>JE VIVAIS SEUL, REMPLI DE PEUR JE VIVAIS SEUL, ET DANS L’ERREUR</vt:lpstr>
      <vt:lpstr>MAINTENANT, JE VIS LA JOIE AU CŒUR AVEC BONHEUR DANS LE SEIGNEUR</vt:lpstr>
      <vt:lpstr>À DIEU, TOUTE LA GLOIRE  TOUTE LA GLOIRE </vt:lpstr>
      <vt:lpstr>À DIEU, TOUTE LA GLOIRE À PAPA, TOUTE LA GLOIRE</vt:lpstr>
      <vt:lpstr>À JÉSUS, TOUTE LA GLOIRE NOTRE ROI, TOUTE LA GLOIRE</vt:lpstr>
      <vt:lpstr>ET JUSQU’AU SOIR DONNE-LUI LA GLOIRE</vt:lpstr>
      <vt:lpstr>TOUTE LA GLOIRE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114</cp:revision>
  <dcterms:created xsi:type="dcterms:W3CDTF">2002-08-17T10:50:50Z</dcterms:created>
  <dcterms:modified xsi:type="dcterms:W3CDTF">2014-06-29T08:02:31Z</dcterms:modified>
</cp:coreProperties>
</file>