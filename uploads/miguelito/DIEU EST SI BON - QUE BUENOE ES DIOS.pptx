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0" r:id="rId2"/>
    <p:sldId id="272" r:id="rId3"/>
    <p:sldId id="328" r:id="rId4"/>
    <p:sldId id="273" r:id="rId5"/>
    <p:sldId id="327" r:id="rId6"/>
    <p:sldId id="274" r:id="rId7"/>
    <p:sldId id="320" r:id="rId8"/>
    <p:sldId id="275" r:id="rId9"/>
    <p:sldId id="276" r:id="rId10"/>
    <p:sldId id="329" r:id="rId11"/>
    <p:sldId id="277" r:id="rId12"/>
    <p:sldId id="278" r:id="rId13"/>
    <p:sldId id="321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324" r:id="rId24"/>
    <p:sldId id="288" r:id="rId25"/>
    <p:sldId id="289" r:id="rId26"/>
    <p:sldId id="290" r:id="rId27"/>
    <p:sldId id="330" r:id="rId28"/>
    <p:sldId id="291" r:id="rId29"/>
    <p:sldId id="322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1100" autoAdjust="0"/>
    <p:restoredTop sz="80450" autoAdjust="0"/>
  </p:normalViewPr>
  <p:slideViewPr>
    <p:cSldViewPr>
      <p:cViewPr>
        <p:scale>
          <a:sx n="60" d="100"/>
          <a:sy n="60" d="100"/>
        </p:scale>
        <p:origin x="-67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34418BF-E233-4069-826D-2834125B458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D04A965-7368-4E4E-A2A9-C3A08E9534C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en-US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SI J’AVAIS PU TE CONNAÎTRE QUARANTE ANS AUPARAVANT </a:t>
            </a:r>
            <a:br>
              <a:rPr lang="fr-FR" smtClean="0"/>
            </a:br>
            <a:r>
              <a:rPr lang="fr-FR" smtClean="0"/>
              <a:t> 
2-  TU ES SI BON X3
3-  JE TE LE DIS TROIS FOIS 
4-  ET MILLE FOIS ENCORE JE T’AI CONNU</a:t>
            </a:r>
            <a:br>
              <a:rPr lang="fr-FR" smtClean="0"/>
            </a:br>
            <a:r>
              <a:rPr lang="fr-FR" smtClean="0"/>
              <a:t> 5-  ET TU AS CHANGÉ TOUTE MA VIE JE TE SUIS RECONNAISSANT, MON DIEU </a:t>
            </a:r>
            <a:br>
              <a:rPr lang="fr-FR" smtClean="0"/>
            </a:br>
            <a:r>
              <a:rPr lang="fr-FR" smtClean="0"/>
              <a:t> 
6-  POUR PLUS QUE J’AIE CHERCHÉ DANS LE CIEL</a:t>
            </a:r>
            <a:br>
              <a:rPr lang="fr-FR" smtClean="0"/>
            </a:br>
            <a:r>
              <a:rPr lang="fr-FR" smtClean="0"/>
              <a:t> 7-  SOUS LA MER ET SUR LA TERRE LE BONHEUR, JE NE L’AI PAS TROUVÉ</a:t>
            </a:r>
            <a:br>
              <a:rPr lang="fr-FR" smtClean="0"/>
            </a:br>
            <a:r>
              <a:rPr lang="fr-FR" smtClean="0"/>
              <a:t> 8-  ET TOUT D’UN COUP TU ES ARRIVÉ DANS MA VIE</a:t>
            </a:r>
            <a:br>
              <a:rPr lang="fr-FR" smtClean="0"/>
            </a:br>
            <a:r>
              <a:rPr lang="fr-FR" smtClean="0"/>
              <a:t> 9-  ET MAINTENANT, JE SUIS HEUREUX 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 10-  TU ES SI BON X3
11-  JE TE LE DIS TROIS FOIS ET MILLE FOIS ENCORE </a:t>
            </a:r>
            <a:br>
              <a:rPr lang="fr-FR" smtClean="0"/>
            </a:br>
            <a:r>
              <a:rPr lang="fr-FR" smtClean="0"/>
              <a:t> 
12-  ALLÉLUIA, DIEU EST SI BON JE VOUDRAIS SORTIR</a:t>
            </a:r>
            <a:br>
              <a:rPr lang="fr-FR" smtClean="0"/>
            </a:br>
            <a:r>
              <a:rPr lang="fr-FR" smtClean="0"/>
              <a:t> 13-  POUR RACONTER AU MONDE ENTIER COMBIEN, DIEU</a:t>
            </a:r>
            <a:br>
              <a:rPr lang="fr-FR" smtClean="0"/>
            </a:br>
            <a:r>
              <a:rPr lang="fr-FR" smtClean="0"/>
              <a:t> 14-  TU AS ÉTÉ BON AVEC MOI ET PAS SEULEMENT AVEC MOI</a:t>
            </a:r>
            <a:br>
              <a:rPr lang="fr-FR" smtClean="0"/>
            </a:br>
            <a:r>
              <a:rPr lang="fr-FR" smtClean="0"/>
              <a:t> 15-  MAIS AUSSI AVEC CELUI QUI S’APPROCHE DE TOI </a:t>
            </a:r>
            <a:br>
              <a:rPr lang="fr-FR" smtClean="0"/>
            </a:br>
            <a:r>
              <a:rPr lang="fr-FR" smtClean="0"/>
              <a:t> 
16-  PARCE QUE TU ES PLUS QUE BON TU ES LA BONTÉ</a:t>
            </a:r>
            <a:br>
              <a:rPr lang="fr-FR" smtClean="0"/>
            </a:br>
            <a:r>
              <a:rPr lang="fr-FR" smtClean="0"/>
              <a:t>17-  TU ES LA PAIX TU ES LA VIE</a:t>
            </a:r>
            <a:br>
              <a:rPr lang="fr-FR" smtClean="0"/>
            </a:br>
            <a:r>
              <a:rPr lang="fr-FR" smtClean="0"/>
              <a:t>18-  JE LE SAIS PARCE QU’AVANT DE TE CONNAÎTRE</a:t>
            </a:r>
            <a:br>
              <a:rPr lang="fr-FR" smtClean="0"/>
            </a:br>
            <a:r>
              <a:rPr lang="fr-FR" smtClean="0"/>
              <a:t>19-  J’ÉTAIS COMME UN MORT ET TU M’AS DONNÉ LA VIE</a:t>
            </a:r>
            <a:br>
              <a:rPr lang="fr-FR" smtClean="0"/>
            </a:br>
            <a:r>
              <a:rPr lang="fr-FR" smtClean="0"/>
              <a:t>20-  SI JE POUVAIS FAIRE UN PAS EN ARRIÈRE DANS MA VIE</a:t>
            </a:r>
            <a:br>
              <a:rPr lang="fr-FR" smtClean="0"/>
            </a:br>
            <a:r>
              <a:rPr lang="fr-FR" smtClean="0"/>
              <a:t>21-  J’ALLAIS TE CONNAÎTRE DÈS LE PREMIER INSTANT</a:t>
            </a:r>
            <a:br>
              <a:rPr lang="fr-FR" smtClean="0"/>
            </a:br>
            <a:r>
              <a:rPr lang="fr-FR" smtClean="0"/>
              <a:t>22-  OÙ J’AI ÉTÉ CONÇU ET POUR L’ÉTERNITÉ</a:t>
            </a:r>
            <a:br>
              <a:rPr lang="fr-FR" smtClean="0"/>
            </a:br>
            <a:r>
              <a:rPr lang="fr-FR" smtClean="0"/>
              <a:t>
23-   POUR PLUS QUE J’AIE CHERCHÉ DANS LE CIEL SOUS LA MER</a:t>
            </a:r>
            <a:br>
              <a:rPr lang="fr-FR" smtClean="0"/>
            </a:br>
            <a:r>
              <a:rPr lang="fr-FR" smtClean="0"/>
              <a:t>24-  ET SUR LA TERRE LE BONHEUR, JE NE L’AI PAS TROUVÉ</a:t>
            </a:r>
            <a:br>
              <a:rPr lang="fr-FR" smtClean="0"/>
            </a:br>
            <a:r>
              <a:rPr lang="fr-FR" smtClean="0"/>
              <a:t>25-  ET TOUT D’UN COUP TU ES ARRIVÉ DANS MA VIE</a:t>
            </a:r>
            <a:br>
              <a:rPr lang="fr-FR" smtClean="0"/>
            </a:br>
            <a:r>
              <a:rPr lang="fr-FR" smtClean="0"/>
              <a:t>26-  ET MAINTENANT, JE SUIS HEUREUX</a:t>
            </a:r>
            <a:br>
              <a:rPr lang="fr-FR" smtClean="0"/>
            </a:br>
            <a:r>
              <a:rPr lang="fr-FR" smtClean="0"/>
              <a:t> 
27-   TU ES SI BON X3
28-  JE TE LE DIS TROIS FOIS ET MILLE FOIS ENCORE</a:t>
            </a:r>
            <a:br>
              <a:rPr lang="fr-FR" smtClean="0"/>
            </a:br>
            <a:r>
              <a:rPr lang="fr-FR" smtClean="0"/>
              <a:t> 29-  TU ES SI BON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FBEE3-C540-4406-A8A2-B4C161786D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84BDC1-3B1F-49A7-AB43-4E91E73631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F0FBA0-0EDE-4AE8-AA3F-7149E7C689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26BD2C-3710-4271-B82D-F009C6D29D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8D005-BF09-4FD7-9550-E8E5323408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5145C-E92B-4F8F-B639-FD04430725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02C2EC-E8E6-4B0F-86FB-6F1DC2F2D52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DD5FD3-FD9A-4513-A01B-1689DD23CE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0D28B-631E-4C92-9B05-707D67ADD2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DEC2A-8E2C-42C1-96C5-80AFBFA816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8374D-1E02-4362-838A-34174491B3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57281E9-A0D8-4F09-B1EF-DC44B68CFC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J’AVAIS PU TE CONNAÎTRE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QUARANTE ANS AUPARAVANT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 DIS TROIS FOIS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MILLE FOIS ENCORE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T’AI CONNU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AS CHANGÉ TOUTE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SUIS RECONNAISSANT, MON DIEU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PLUS QUE J’AIE CHERCHÉ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CIEL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SOUS LA MER ET SUR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BONHEUR, JE NE L’AI PAS TROUVÉ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D’UN COUP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ARRIVÉ DANS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MAINTENANT, JE SUIS HEUREUX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 DIS TROIS FOIS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MILLE FOIS ENCORE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ALLÉLUIA, DIEU EST SI BON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VOUDRAIS SORTIR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RACONTER AU MONDE ENTIER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COMBIEN,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AS ÉTÉ BON AVEC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PAS SEULEMENT AVEC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AUSSI AVEC CELUI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S’APPROCHE DE TOI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QUE TU ES PLUS QUE BON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LA BONTÉ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LA PAIX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QU’AVANT DE TE CONNAÎTRE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J’ÉTAIS COMME UN MORT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M’AS DONNÉ LA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JE POUVAIS FAIRE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PAS EN ARRIÈRE DANS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J’ALLAIS TE CONNAÎTRE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DÈS LE PREMIER INSTANT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J’AI ÉTÉ CONÇU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POUR L’ÉTERNITÉ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POUR PLUS QUE J’AIE CHERCHÉ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CIEL SOUS LA MER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SUR LA TERRE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BONHEUR, JE NE L’AI PAS TROUVÉ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D’UN COUP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ARRIVÉ DANS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MAINTENANT, JE SUIS HEUREUX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TU ES SI BON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 DIS TROIS FOIS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MILLE FOIS ENCORE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SI BON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1650</TotalTime>
  <Words>654</Words>
  <Application>Microsoft Office PowerPoint</Application>
  <PresentationFormat>On-screen Show (4:3)</PresentationFormat>
  <Paragraphs>87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Franklin Gothic Medium</vt:lpstr>
      <vt:lpstr>Arial</vt:lpstr>
      <vt:lpstr>Calibri</vt:lpstr>
      <vt:lpstr>Default Design</vt:lpstr>
      <vt:lpstr>SI J’AVAIS PU TE CONNAÎTRE QUARANTE ANS AUPARAVANT  </vt:lpstr>
      <vt:lpstr>TU ES SI BON </vt:lpstr>
      <vt:lpstr>JE TE LE DIS TROIS FOIS </vt:lpstr>
      <vt:lpstr>ET MILLE FOIS ENCORE JE T’AI CONNU </vt:lpstr>
      <vt:lpstr>ET TU AS CHANGÉ TOUTE MA VIE JE TE SUIS RECONNAISSANT, MON DIEU  </vt:lpstr>
      <vt:lpstr>POUR PLUS QUE J’AIE CHERCHÉ DANS LE CIEL </vt:lpstr>
      <vt:lpstr>SOUS LA MER ET SUR LA TERRE LE BONHEUR, JE NE L’AI PAS TROUVÉ </vt:lpstr>
      <vt:lpstr>ET TOUT D’UN COUP TU ES ARRIVÉ DANS MA VIE </vt:lpstr>
      <vt:lpstr>ET MAINTENANT, JE SUIS HEUREUX   </vt:lpstr>
      <vt:lpstr>TU ES SI BON </vt:lpstr>
      <vt:lpstr>JE TE LE DIS TROIS FOIS ET MILLE FOIS ENCORE  </vt:lpstr>
      <vt:lpstr>ALLÉLUIA, DIEU EST SI BON JE VOUDRAIS SORTIR </vt:lpstr>
      <vt:lpstr>POUR RACONTER AU MONDE ENTIER COMBIEN, DIEU </vt:lpstr>
      <vt:lpstr>TU AS ÉTÉ BON AVEC MOI ET PAS SEULEMENT AVEC MOI </vt:lpstr>
      <vt:lpstr>MAIS AUSSI AVEC CELUI QUI S’APPROCHE DE TOI  </vt:lpstr>
      <vt:lpstr>PARCE QUE TU ES PLUS QUE BON TU ES LA BONTÉ </vt:lpstr>
      <vt:lpstr>TU ES LA PAIX TU ES LA VIE </vt:lpstr>
      <vt:lpstr>JE LE SAIS PARCE QU’AVANT DE TE CONNAÎTRE </vt:lpstr>
      <vt:lpstr>J’ÉTAIS COMME UN MORT ET TU M’AS DONNÉ LA VIE </vt:lpstr>
      <vt:lpstr>SI JE POUVAIS FAIRE UN PAS EN ARRIÈRE DANS MA VIE </vt:lpstr>
      <vt:lpstr>J’ALLAIS TE CONNAÎTRE DÈS LE PREMIER INSTANT </vt:lpstr>
      <vt:lpstr>OÙ J’AI ÉTÉ CONÇU ET POUR L’ÉTERNITÉ </vt:lpstr>
      <vt:lpstr> POUR PLUS QUE J’AIE CHERCHÉ DANS LE CIEL SOUS LA MER </vt:lpstr>
      <vt:lpstr>ET SUR LA TERRE LE BONHEUR, JE NE L’AI PAS TROUVÉ </vt:lpstr>
      <vt:lpstr>ET TOUT D’UN COUP TU ES ARRIVÉ DANS MA VIE </vt:lpstr>
      <vt:lpstr>ET MAINTENANT, JE SUIS HEUREUX </vt:lpstr>
      <vt:lpstr> TU ES SI BON </vt:lpstr>
      <vt:lpstr>JE TE LE DIS TROIS FOIS ET MILLE FOIS ENCORE </vt:lpstr>
      <vt:lpstr>TU ES SI BON
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156</cp:revision>
  <dcterms:created xsi:type="dcterms:W3CDTF">2002-08-17T10:50:50Z</dcterms:created>
  <dcterms:modified xsi:type="dcterms:W3CDTF">2014-12-28T06:05:26Z</dcterms:modified>
</cp:coreProperties>
</file>