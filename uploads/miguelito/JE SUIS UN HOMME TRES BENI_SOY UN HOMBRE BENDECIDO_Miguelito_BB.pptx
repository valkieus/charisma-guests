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8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94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9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3" r:id="rId10"/>
    <p:sldId id="278" r:id="rId11"/>
    <p:sldId id="279" r:id="rId12"/>
    <p:sldId id="280" r:id="rId13"/>
    <p:sldId id="281" r:id="rId14"/>
    <p:sldId id="282" r:id="rId15"/>
    <p:sldId id="284" r:id="rId16"/>
    <p:sldId id="285" r:id="rId17"/>
    <p:sldId id="286" r:id="rId18"/>
    <p:sldId id="310" r:id="rId19"/>
    <p:sldId id="287" r:id="rId20"/>
    <p:sldId id="288" r:id="rId21"/>
    <p:sldId id="289" r:id="rId22"/>
    <p:sldId id="290" r:id="rId23"/>
    <p:sldId id="291" r:id="rId24"/>
    <p:sldId id="311" r:id="rId25"/>
    <p:sldId id="355" r:id="rId26"/>
    <p:sldId id="292" r:id="rId27"/>
    <p:sldId id="293" r:id="rId28"/>
    <p:sldId id="356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12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50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57" r:id="rId67"/>
    <p:sldId id="336" r:id="rId68"/>
    <p:sldId id="337" r:id="rId69"/>
    <p:sldId id="338" r:id="rId70"/>
    <p:sldId id="339" r:id="rId71"/>
    <p:sldId id="358" r:id="rId72"/>
    <p:sldId id="340" r:id="rId73"/>
    <p:sldId id="359" r:id="rId74"/>
    <p:sldId id="341" r:id="rId75"/>
    <p:sldId id="342" r:id="rId76"/>
    <p:sldId id="343" r:id="rId77"/>
    <p:sldId id="344" r:id="rId78"/>
    <p:sldId id="345" r:id="rId79"/>
    <p:sldId id="346" r:id="rId80"/>
    <p:sldId id="347" r:id="rId81"/>
    <p:sldId id="348" r:id="rId82"/>
    <p:sldId id="349" r:id="rId83"/>
    <p:sldId id="351" r:id="rId84"/>
    <p:sldId id="352" r:id="rId85"/>
    <p:sldId id="353" r:id="rId86"/>
    <p:sldId id="354" r:id="rId87"/>
    <p:sldId id="360" r:id="rId88"/>
    <p:sldId id="361" r:id="rId89"/>
    <p:sldId id="362" r:id="rId90"/>
    <p:sldId id="363" r:id="rId91"/>
    <p:sldId id="364" r:id="rId92"/>
    <p:sldId id="365" r:id="rId93"/>
    <p:sldId id="366" r:id="rId94"/>
    <p:sldId id="367" r:id="rId95"/>
    <p:sldId id="368" r:id="rId96"/>
    <p:sldId id="369" r:id="rId97"/>
    <p:sldId id="370" r:id="rId9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44" d="100"/>
          <a:sy n="44" d="100"/>
        </p:scale>
        <p:origin x="-570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4296632-42AD-42A5-9B51-A5D0021E8BC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C2365FF-4E08-4134-B9E7-644130698D8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</a:t>
            </a:r>
            <a:r>
              <a:rPr lang="fr-FR" dirty="0" err="1" smtClean="0"/>
              <a:t>BENI</a:t>
            </a:r>
            <a:r>
              <a:rPr lang="fr-FR" dirty="0" smtClean="0"/>
              <a:t> POUR DE VRAI !  
15-  HA </a:t>
            </a:r>
            <a:r>
              <a:rPr lang="fr-FR" dirty="0" err="1" smtClean="0"/>
              <a:t>HA</a:t>
            </a:r>
            <a:r>
              <a:rPr lang="fr-FR" dirty="0" smtClean="0"/>
              <a:t> </a:t>
            </a:r>
            <a:r>
              <a:rPr lang="fr-FR" dirty="0" err="1" smtClean="0"/>
              <a:t>HA</a:t>
            </a:r>
            <a:r>
              <a:rPr lang="fr-FR" dirty="0" smtClean="0"/>
              <a:t>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DE CHANTER ET DE DANSER DE ME REJOUIR ET DE RIRE  
19-  DE ME TENIR DEBOUT FACE AU DIABLE ET DE RIRE COMME ÇA : HA </a:t>
            </a:r>
            <a:r>
              <a:rPr lang="fr-FR" dirty="0" err="1" smtClean="0"/>
              <a:t>HA</a:t>
            </a:r>
            <a:r>
              <a:rPr lang="fr-FR" dirty="0" smtClean="0"/>
              <a:t> </a:t>
            </a:r>
            <a:r>
              <a:rPr lang="fr-FR" dirty="0" err="1" smtClean="0"/>
              <a:t>HA</a:t>
            </a:r>
            <a:r>
              <a:rPr lang="fr-FR" dirty="0" smtClean="0"/>
              <a:t>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HA </a:t>
            </a:r>
            <a:r>
              <a:rPr lang="fr-FR" dirty="0" err="1" smtClean="0"/>
              <a:t>HA</a:t>
            </a:r>
            <a:r>
              <a:rPr lang="fr-FR" dirty="0" smtClean="0"/>
              <a:t>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TOUS CEUX QUI SONT CONTENTS QU’ILS CRIENT EH !! 
40-  TOUS CEUX QUI ONT LA VICTOIRE QU’ILS CRIENT HE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</a:t>
            </a:r>
            <a:r>
              <a:rPr lang="fr-FR" dirty="0" err="1" smtClean="0"/>
              <a:t>BENDECIDO</a:t>
            </a:r>
            <a:r>
              <a:rPr lang="fr-FR" dirty="0" smtClean="0"/>
              <a:t>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18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28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39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49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69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80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290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00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10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2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3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4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5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6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7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8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39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0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1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2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3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4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5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6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7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8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49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0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1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2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3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4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5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6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7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8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59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0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1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2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3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4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5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6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7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8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69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1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2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3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4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5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6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7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8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79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0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1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2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3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4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5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6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7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8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89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0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1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2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3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4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5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6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7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8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199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QUEL BONHEUR !!!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QUE LE MONDE ENTIER LE SACHE  JESUS-CHRIST EST LA REPONSE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LEVEZ LES MAINS X8
38-  AVEC LES MAINS LEVEES QUEL BONHEUR !!   X8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******* ESPAGNOL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  <a:endParaRPr lang="fr-FR" dirty="0" smtClean="0"/>
          </a:p>
        </p:txBody>
      </p:sp>
      <p:sp>
        <p:nvSpPr>
          <p:cNvPr id="200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 HOMME TRÈS BÉNI EN MOI IL N’Y A PLUS DE TRISTESSE 
2-  QUEL BONHEUR ! 
3-  JE SUIS UN HOMME TRES BENI, EN MOI IL N’Y A PLUS DE DOULEUR 
4-  JE SUIS UN HOMME TRES BENI DEPUIS QUE J’AI JESUS-CHRIST 
5-  JE SUIS UN HOMME TRES BENI A L’INTERIEUR DE MON CŒUR 
6-  JE SUIS UN HOMME TRES BENI C’EST POUR ÇA QUE JE VIS CONTENT 
7-  JE SUIS UN HOMME TRES BENI JE VIS TRES HEUREUX 
8-  JE SUIS UN HOMME TRES BENI C’EST POURQUOI JE NE ME FATIGUE PAS</a:t>
            </a:r>
          </a:p>
          <a:p>
            <a:r>
              <a:rPr lang="fr-FR" smtClean="0"/>
              <a:t> 
9-  QUEL BONHEUR !!! 
</a:t>
            </a:r>
          </a:p>
          <a:p>
            <a:r>
              <a:rPr lang="fr-FR" smtClean="0"/>
              <a:t>10-  JE SUIS UN HOMME TRES BENI EN MOI, IL N’Y A PLUS DE TRISTESSE 
11-  JE SUIS UN HOMME TRES BENI EN MOI, IL N’Y A PLUS DE DOULEUR 
12-  JE SUIS UN HOMME TRES BENI DEPUIS QUE J’AI JESUS-CHRIST 
13-  JE SUIS UN HOMME TRES BENI A L’INTERIEUR DE MON CŒUR 
14-  JE SUIS UN HOMME TRES BENI BENI POUR DE VRAI !  
15-  HA HA HA ! 
16-  JE SUIS UN HOMME TRES BENI C’EST POURQUOI JE NE ME FATIGUE PAS  
17-  JE SUIS UN HOMME TRES BENI DE CHANTER ET DE DANSER 
</a:t>
            </a:r>
          </a:p>
          <a:p>
            <a:r>
              <a:rPr lang="fr-FR" smtClean="0"/>
              <a:t>18-  DE CHANTER ET DE DANSER DE ME REJOUIR ET DE RIRE  
19-  DE ME TENIR DEBOUT FACE AU DIABLE ET DE RIRE COMME ÇA : HA HA HA ! 
X2</a:t>
            </a:r>
          </a:p>
          <a:p>
            <a:endParaRPr lang="fr-FR" smtClean="0"/>
          </a:p>
          <a:p>
            <a:r>
              <a:rPr lang="fr-FR" smtClean="0"/>
              <a:t>20-  QUE LE MONDE ENTIER LE SACHE  JESUS-CHRIST EST LA REPONSE  X2
</a:t>
            </a:r>
          </a:p>
          <a:p>
            <a:r>
              <a:rPr lang="fr-FR" smtClean="0"/>
              <a:t>21-  HA HA HAH !! 
22-  COMBIEN JE ME SENS HEUREUX EN CETTE JOURNEE  
23-  VOUS VOYEZ CETTE JOIE QUI EST EN MOI CETTE JOIE, CETTE PAIX, CE BONHEUR 
24-  CET AMOUR, CE RIRE ETERNEL QUI EST EN MOI 
25-  CELA, JE NE L’AI PAS TROUVE DANS LE MONDE 
26-  CELA EST UN CADEAU QUE MON PAPA DIEU M’A FAIT 
27-  APRES AVOIR DEPENSE TOUT MON ARGENT 
28-  ESSAYANT D’ACHETER LE BONHEUR 
29-  JE L’AI CHERCHE DANS LES BARS DANS LES VICES 
30-  DANS L’ARGENT, DANS LES FEMMES, DANS LES SOIREES, LES NIGHT-CLUBS 
31-  MAIS JE N’AI PAS PU LES TROUVER 
32-  JUSQU’AU MOMENT OU DIEU EST ARRIVE DANS MA VIE  
33-  ET IL ME L’A DONNE GRATUITEMENT 
34-  ET CE CADEAU, JE VEUX LE PARTAGER AVEC TOI AUJOURD’HUI 
35-  DONNE-TOI UNE OPPORTUNITE OUVRE TON CŒUR A DIEU 
36-  LEVE TES MAINS ET LOUE-LE </a:t>
            </a:r>
          </a:p>
          <a:p>
            <a:r>
              <a:rPr lang="fr-FR" smtClean="0"/>
              <a:t>37-  LEVEZ LES MAINS X8
38-  AVEC LES MAINS LEVEES QUEL BONHEUR !!   X8</a:t>
            </a:r>
          </a:p>
          <a:p>
            <a:r>
              <a:rPr lang="fr-FR" smtClean="0"/>
              <a:t>39-  TOUS CEUX QUI SONT CONTENTS QU’ILS CRIENT EH !! 
40-  TOUS CEUX QUI ONT LA VICTOIRE QU’ILS CRIENT HE HE HE !!! 
41-  LES GENS QUI SONT PROSPERES  
42-  QUE CEUX QUI ONT UNE PLACE DANS LE ROYAUME DE DIEU 
43-  POUSSENT UN CRI DE VICTOIRE QU’ILS DISENT HEHEHEHEHEHE  
</a:t>
            </a:r>
          </a:p>
          <a:p>
            <a:r>
              <a:rPr lang="fr-FR" smtClean="0"/>
              <a:t>44-  MAINTENANT, LEVE TES MAINS ET LOUE-LE 
45-  LOUE, LOUE-LE   X15
46-  ADORE, ADORE-LE    X15
47-  DEHANCHE-TOI   X9
48-  SECOUE-TOI   X6</a:t>
            </a:r>
          </a:p>
          <a:p>
            <a:r>
              <a:rPr lang="fr-FR" smtClean="0"/>
              <a:t>49-  DONNE A TON PAPA AHHH !!! UN BISOU MUAH ! 
50-  UN, DEUX ET TROIS MUAH !!! UN BISOU MUAH ! 
51-  EMBRASSE TON PAPA AHH !  X2
</a:t>
            </a:r>
          </a:p>
          <a:p>
            <a:r>
              <a:rPr lang="fr-FR" smtClean="0"/>
              <a:t>52-  ON CONTINUE : OUI ON S’ARRETE : NON 
53-  ALORS, LEVE TES MAINS ET SAUTE 1,2,3 
54-  1, 2 ,3 SAUTE  X7      GLOIRE A DIEU 
55-  JE SUIS TON AMI MIGUELITO NE TE TROMPE PAS 
</a:t>
            </a:r>
          </a:p>
          <a:p>
            <a:r>
              <a:rPr lang="fr-FR" smtClean="0"/>
              <a:t> ******* ESPAGNOL *******</a:t>
            </a:r>
          </a:p>
          <a:p>
            <a:endParaRPr lang="fr-FR" smtClean="0"/>
          </a:p>
          <a:p>
            <a:r>
              <a:rPr lang="fr-FR" smtClean="0"/>
              <a:t>56-  YO SOY TU AMIGO MIGUELITO NO ME CONFUNDAS 
57-  SOY UN HOMBRE BENDECIDO PORQUE EN MÍ YA NO HAY TRISTEZA 
58-  SOY UN HOMBRE BENDECIDO, PORQUE EN MI YA NO HAY DOLOR 
59-  SOY UN HOMBRE BENDECIDO, DESDE QUE YO TENGO A CRISTO  
60-  SOY UN HOMBRE BENDECIDO, DENTRO DE MI CORAZÓN 
61-  SOY UN HOMBRE BENDECIDO BENDECIDO DE VERDAD 
62-  SOY UN HOMBRE BENDECIDO POR ESO NUNCA ME CANSO 
63-  SOY UN HOMBRE BENDECIDO DE CANTAR Y DE BAILAR 
64-  DE CANTAR Y BAILAR. DE GOZAR Y REÍR</a:t>
            </a:r>
          </a:p>
          <a:p>
            <a:r>
              <a:rPr lang="fr-FR" smtClean="0"/>
              <a:t> 
65-  DE PARARME DE FRENTE EN LA CARA DEL DIABLO 
66-  REÍRMELE ASÍ : JAJAJAJAJAJA 
67-  QUE EL MUNDO ENTERO SEPA JESUCRISTO ES LA RESPUESTA 
68-  JAJAJAJA 
</a:t>
            </a:r>
          </a:p>
          <a:p>
            <a:r>
              <a:rPr lang="fr-FR" smtClean="0"/>
              <a:t>69-  QUE FELIZ ME SIENTO EN ESTE DÍA USTED VE ESTE GOZO QUE HAY EN MÍ 
70-  ESTA ALEGRÍA, ESTA PAZ ESTA FELICIDAD  
75-  ESTE AMOR, ESTA RISA ETERNA QUE HAY EN MÍ 
76-  ESTO YO NO LO CONSEGUÍ EN EL MUNDO 
77-  ESTO ES UN REGALO QUE ME HECHO PAPA DIOS 
78-  DESPUÉS DE HABER GASTADO TODO MI DINERO 
79-  LA BUSQUE EN LOS BARES, EN EL VICIO 
80-  EN EL DINERO, EN LAS MUJERES EN LOS BAILES, EN EL NIGHTCLUB 
81-  PERO NO LA PUDE ENCONTRAR HASTA QUE LLEGO DIOS  MI VIDA 
82-  Y ME LO HA DADO DE GRATIS ¡FREE! Y ESTE REGALO YO LO QUIERO 
83-  COMPARTIR CONTIGO EN ESTE DÍA DATE UNA OPORTUNIDAD 
84-  ÁBRELE TÚ CORAZÓN A DIOS  LEVANTA TU MANO Y ALÁBALE 
85-  CON LA MANO ARRIBA ¡QUE FELICIDAD! 
86-  LOS QUE ESTÉN CONTENTOS QUE GRITEN ¡HEY! (¡HEY!) 
87-  LOS QUE ESTÁN  EN VICTORIA QUE GRITEN ¡HEY, HEY!! 
88-  LA GENTE DE CACHE Y DE CLASE 
89-  LA GENTE DE POSICIÓN EN EL REINO DE DIOS 
90-  QUE DIGAN HEY, HEY, HEY, HEY  
91-  AHORA LEVANTA TUS MANOS Y ALÁBALE!  
92-  ALABA, ALÁBALE 
93-  ADORA, ADÓRALE 
94-  MENEA, MENÉATE 
95-  SACUDE, SACÚDETE  
96-  TÍRALE A PAPA AHHH UN BESO DE MUAH 
97-   UNO, DOS Y TRES  MUAH UN BESO MUAH 
98-  ABRAZO A PAPA 
99-  ¿SEGUIMOS? ¡SÍ!!!  ¿PARAMOS? ¡NO! 
100-  PUES ENTONCES LEVANTA TUS MANOS Y BRINCA… 
101-  UN, DOS, TRES Y BRINCA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ED41E-7D9D-40CD-AD14-8CBFF4762B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75A9A-D64B-4240-B340-345C521441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DC648-B195-45AF-A3A2-432573A77D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65865-656E-4A05-AAE6-10A1F7340E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785E9-A828-4EAF-98D7-8455FCB204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CEE2B-57DD-432C-B920-448BA35D26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16D13-5F0E-433E-AA0A-4E17CB5B32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28640-5700-4AEE-AA72-5BF52990CF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1E357-4FAC-4634-87AC-29212CC389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A78A3F-F991-4836-ACF7-B68C3957C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66037-E898-41DF-A605-031C16B131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312C047-5FE4-48D3-9B4F-5BC7EFD205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TRÈS BÉNI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MOI IL N’Y A PLUS DE TRISTESSE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BONHEUR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BENI, EN MOI IL N’Y A PLUS DE DOULEUR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DEPUIS QUE J’AI JESUS-CHRIST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L’INTERIEUR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POUR ÇA QUE JE VIS CONTENT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VIS TRES HEUREUX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POURQUOI JE NE ME FATIGUE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BONHEUR 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MOI, IL N’Y A PLUS DE TRISTESSE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MOI, IL N’Y A PLUS DE DOULEUR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DEPUIS QUE J’AI JESUS-CHRIST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L’INTERIEUR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BENI POUR DE VRAI 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POURQUOI JE NE ME FATIGUE PAS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HOMME TRES BENI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CHANTER ET DE DANSER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CHANTER ET DE DANSER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 REJOUIR ET DE RIRE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 TENIR DEBOUT FACE AU DIABLE ET DE RIRE COMME ÇA : HA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MONDE ENTIER LE SACHE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JESUS-CHRIST EST LA REPONSE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HAH 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COMBIEN JE ME SENS HEUREUX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CETTE JOURNEE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VOYEZ CETTE JOIE QUI EST EN MOI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JOIE, CETTE PAIX, CE BONHEUR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AMOUR, CE RIRE ETERNEL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CELA, JE NE L’AI PAS TROUVE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EST UN CADEAU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MON PAPA DIEU M’A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APRES AVOIR DEPENSE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MON ARGENT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ESSAYANT D’ACHETER LE BONHEUR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L’AI CHERCHE DANS LES BARS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L’ARGENT, DANS LES FEMMES, DANS LES SOIREES, LES NIGHT-CLUBS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JE N’AI PAS PU LES TROUVER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JUSQU’AU MOMENT OU DIEU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ARRIVE DANS MA VIE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ME L’A DONNE GRATUITEMENT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 CADEAU, JE VEUX LE PARTAGER AVEC TOI 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DONNE-TOI UNE OPPORTUNITE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TON CŒUR A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LEVE TES MAINS ET LOUE-LE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LEVEZ LES MAINS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LES MAINS LEVEES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BONHEUR 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CEUX QUI SONT CONTENTS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QU’ILS CRIENT EH 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CEUX QUI ONT LA VICTOIRE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QU’ILS CRIENT HE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GENS QUI SONT PROSPERES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CEUX QUI ONT UNE PLACE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ROYAUME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POUSSENT UN CRI DE VICTOIRE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QU’ILS DISENT HEHEHEHEHEHE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MAINTENANT, LEVE TES MAINS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LOUE-LE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LOUE, LOUE-LE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ADORE, ADORE-LE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DEHANCHE-TOI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SECOUE-TOI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 A TON PAPA AHHH !!!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BISOU MUAH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UN, DEUX ET TROIS MUAH !!!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BISOU MUAH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EMBRASSE TON PAPA AHH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CONTINUE : OUI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S’ARRETE : NON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ALORS, LEVE TES MAINS ET SAUTE 1,2,3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1, 2 ,3 SAUTE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TON AMI MIGUELITO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 SOY TU AMIGO MIGUELITO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 ME CONFUNDAS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 UN HOMBRE BENDECIDO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PORQUE EN MÍ YA NO HAY TRISTEZA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 UN HOMBRE BENDECIDO, PORQUE EN MI YA NO HAY DOLOR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 UN HOMBRE BENDECIDO, DESDE QUE YO TENGO A CRISTO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 UN HOMBRE BENDECIDO, DENTRO DE MI CORAZÓN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 UN HOMBRE BENDECIDO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BENDECIDO DE VERDAD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 UN HOMBRE BENDECIDO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 ESO NUNCA ME CANSO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 UN HOMBRE BENDECIDO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CANTAR Y DE BAILAR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CANTAR Y BAILAR. DE GOZAR Y REÍR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PARARME DE FRENTE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LA CARA DEL DIABLO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REÍRMELE ASÍ : JAJAJAJAJAJA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EL MUNDO ENTERO SEPA JESUCRISTO ES LA RESPUESTA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JAJAJAJA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FELIZ ME SIENTO EN ESTE DÍA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USTED VE ESTE GOZO QUE HAY EN MÍ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ESTA ALEGRÍA, ESTA PAZ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ESTA FELICIDAD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ESTE AMOR, ESTA RISA ETERNA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HAY EN MÍ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ESTO YO NO LO CONSEGUÍ EN EL MUNDO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ESTO ES UN REGALO QUE ME HECHO PAPA DIOS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DESPUÉS DE HABER GASTADO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TODO MI DINERO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BUSQUE EN LOS BARES, EN EL VICIO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EL DINERO, EN LAS MUJERES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LOS BAILES, EN EL NIGHTCLUB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PERO NO LA PUDE ENCONTRAR HASTA QUE LLEGO DIOS  MI VIDA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ME LO HA DADO DE GRATIS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¡FREE! Y ESTE REGALO YO LO QUIERO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COMPARTIR CONTIGO EN ESTE DÍA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DATE UNA OPORTUNIDAD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ÁBRELE TÚ CORAZÓN A DIOS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LEVANTA TU MANO Y ALÁBALE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 LA MANO ARRIBA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¡QUE FELICIDAD!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LOS QUE ESTÉN CONTENTOS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GRITEN ¡HEY! (¡HEY!)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LOS QUE ESTÁN  EN VICTORIA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GRITEN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¡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EY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HEY!!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GENTE DE CACHE Y DE CLASE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GENTE DE POSICIÓN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EL REINO DE DIOS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DIGAN HEY, HEY, HEY, HEY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AHORA LEVANTA TUS MANOS Y ALÁBALE! 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ALABA, ALÁBALE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ADORA, ADÓRALE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MENEA, MENÉATE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SACUDE, SACÚDETE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TÍRALE A PAPA AHHH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BESO DE MUAH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UNO, DOS Y TRES  MUAH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BESO MUAH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ABRAZO A PAPA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¿SEGUIMOS? ¡SÍ!!! </a:t>
            </a:r>
            <a:endParaRPr lang="es-E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¿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PARAMOS? ¡NO!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PUES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ENTONCES LEVANTA TUS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MANOS</a:t>
            </a:r>
          </a:p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</a:t>
            </a: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BRINCA…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UN, DOS, TRES Y BRINCA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3753</Words>
  <Application>Microsoft Office PowerPoint</Application>
  <PresentationFormat>On-screen Show (4:3)</PresentationFormat>
  <Paragraphs>3452</Paragraphs>
  <Slides>97</Slides>
  <Notes>97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97</vt:i4>
      </vt:variant>
    </vt:vector>
  </HeadingPairs>
  <TitlesOfParts>
    <vt:vector size="10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  <vt:lpstr>Diapositive 56</vt:lpstr>
      <vt:lpstr>Diapositive 57</vt:lpstr>
      <vt:lpstr>Diapositive 58</vt:lpstr>
      <vt:lpstr>Diapositive 59</vt:lpstr>
      <vt:lpstr>Diapositive 60</vt:lpstr>
      <vt:lpstr>Diapositive 61</vt:lpstr>
      <vt:lpstr>Diapositive 62</vt:lpstr>
      <vt:lpstr>Diapositive 63</vt:lpstr>
      <vt:lpstr>Diapositive 64</vt:lpstr>
      <vt:lpstr>Diapositive 65</vt:lpstr>
      <vt:lpstr>Diapositive 66</vt:lpstr>
      <vt:lpstr>Diapositive 67</vt:lpstr>
      <vt:lpstr>Diapositive 68</vt:lpstr>
      <vt:lpstr>Diapositive 69</vt:lpstr>
      <vt:lpstr>Diapositive 70</vt:lpstr>
      <vt:lpstr>Diapositive 71</vt:lpstr>
      <vt:lpstr>Diapositive 72</vt:lpstr>
      <vt:lpstr>Diapositive 73</vt:lpstr>
      <vt:lpstr>Diapositive 74</vt:lpstr>
      <vt:lpstr>Diapositive 75</vt:lpstr>
      <vt:lpstr>Diapositive 76</vt:lpstr>
      <vt:lpstr>Diapositive 77</vt:lpstr>
      <vt:lpstr>Diapositive 78</vt:lpstr>
      <vt:lpstr>Diapositive 79</vt:lpstr>
      <vt:lpstr>Diapositive 80</vt:lpstr>
      <vt:lpstr>Diapositive 81</vt:lpstr>
      <vt:lpstr>Diapositive 82</vt:lpstr>
      <vt:lpstr>Diapositive 83</vt:lpstr>
      <vt:lpstr>Diapositive 84</vt:lpstr>
      <vt:lpstr>Diapositive 85</vt:lpstr>
      <vt:lpstr>Diapositive 86</vt:lpstr>
      <vt:lpstr>Diapositive 87</vt:lpstr>
      <vt:lpstr>Diapositive 88</vt:lpstr>
      <vt:lpstr>Diapositive 89</vt:lpstr>
      <vt:lpstr>Diapositive 90</vt:lpstr>
      <vt:lpstr>Diapositive 91</vt:lpstr>
      <vt:lpstr>Diapositive 92</vt:lpstr>
      <vt:lpstr>Diapositive 93</vt:lpstr>
      <vt:lpstr>Diapositive 94</vt:lpstr>
      <vt:lpstr>Diapositive 95</vt:lpstr>
      <vt:lpstr>Diapositive 96</vt:lpstr>
      <vt:lpstr>Diapositive 97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147</cp:revision>
  <dcterms:created xsi:type="dcterms:W3CDTF">2002-08-17T10:50:50Z</dcterms:created>
  <dcterms:modified xsi:type="dcterms:W3CDTF">2014-12-28T08:54:28Z</dcterms:modified>
</cp:coreProperties>
</file>