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85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notesSlides/notesSlide7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83" r:id="rId10"/>
    <p:sldId id="278" r:id="rId11"/>
    <p:sldId id="279" r:id="rId12"/>
    <p:sldId id="280" r:id="rId13"/>
    <p:sldId id="281" r:id="rId14"/>
    <p:sldId id="282" r:id="rId15"/>
    <p:sldId id="284" r:id="rId16"/>
    <p:sldId id="285" r:id="rId17"/>
    <p:sldId id="286" r:id="rId18"/>
    <p:sldId id="310" r:id="rId19"/>
    <p:sldId id="287" r:id="rId20"/>
    <p:sldId id="288" r:id="rId21"/>
    <p:sldId id="289" r:id="rId22"/>
    <p:sldId id="290" r:id="rId23"/>
    <p:sldId id="291" r:id="rId24"/>
    <p:sldId id="31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12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50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349" r:id="rId82"/>
    <p:sldId id="351" r:id="rId83"/>
    <p:sldId id="352" r:id="rId84"/>
    <p:sldId id="353" r:id="rId85"/>
    <p:sldId id="354" r:id="rId8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44" d="100"/>
          <a:sy n="44" d="100"/>
        </p:scale>
        <p:origin x="-408" y="-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F2B1548-CF1E-4FCE-9144-CE0907646C9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4D60D4E-8675-450C-8622-A92C544BDA1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177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187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198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208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218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228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239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249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259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269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280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290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300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310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32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33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34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35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36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37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38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39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40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41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42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43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44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45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46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47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48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49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50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51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52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53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54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55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56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57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58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59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60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61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62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63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64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65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66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67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68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69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71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72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73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74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75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2-  QUEL BONHEUR 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AVEC SON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UN CRI DE JOIE ET MAINTENANT UN CRI DE VICTOIRE 
33-  MAINTENANT TOUT LE MONDE SAUTE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À DIEU TOUTE LA GLOIRE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75-  YO QUIERO UN GRITO DE JUBILO Y AHORA UN GRITO DE VICTORIA 
76-  Y AHORA TODO EL MUNDO BRINCANDO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  <a:endParaRPr lang="fr-FR" dirty="0" smtClean="0"/>
          </a:p>
        </p:txBody>
      </p:sp>
      <p:sp>
        <p:nvSpPr>
          <p:cNvPr id="176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2-  QUEL BONHEUR ! </a:t>
            </a:r>
          </a:p>
          <a:p>
            <a:endParaRPr lang="fr-FR" smtClean="0"/>
          </a:p>
          <a:p>
            <a:r>
              <a:rPr lang="fr-FR" smtClean="0"/>
              <a:t>3-  À DIEU, TOUTE LA GLOIRE À PAPA, TOUTE LA GLOIRE 
4-  À DIEU LE PÈRE, TOUTE LA GLOIRE TOUTE LA GLOIRE 
5-  À PAPA, TOUTE LA GLOIRE À JÉSUS, TOUTE LA GLOIRE 
6-  À YAVEH, TOUTE LA GLOIRE À DIEU LE PÈRE, TOUTE LA GLOIRE 
7-  PEU IMPORTE COMMENT TU L’APPELLES TOUTE LA GLOIRE 
</a:t>
            </a:r>
          </a:p>
          <a:p>
            <a:r>
              <a:rPr lang="fr-FR" smtClean="0"/>
              <a:t>8-  JE VIVAIS TRISTE ET DÉPRIMÉ  X2
9-  MAINTENANT, J’AI CHRIST JE SUIS UN HOMME BÉNI 
10-  MAINTENANT, JE SUIS CONTENT JE SUIS UN HOMME BÉNI 
11-  À DIEU, TOUTE LA GLOIRE  À PAPA, TOUTE LA GLOIRE 
12-  À JÉSUS, TOUTE LA GLOIRE À YAVEH, TOUTE LA GLOIRE 
13-  TOUTE LA GLOIRE </a:t>
            </a:r>
          </a:p>
          <a:p>
            <a:r>
              <a:rPr lang="fr-FR" smtClean="0"/>
              <a:t>14-  JE PRENAIS DES PILLULES POUR LA DÉPRESSION 
15-  MAINTENANT, JE SUIS CONTENT AVEC DIEU DANS MON CŒUR 
16-  JE N’EN AI PLUS BESOIN AVEC CHRIST DANS MON CŒUR 
17-  À DIEU, TOUTE LA GLOIRE TOUTE LA GLOIRE 
18-  À DIEU, TOUTE LA GLOIRE </a:t>
            </a:r>
          </a:p>
          <a:p>
            <a:r>
              <a:rPr lang="fr-FR" smtClean="0"/>
              <a:t>19-  AVEC SON AMI MIGUELITO NE TE TROMPE PAS 
</a:t>
            </a:r>
          </a:p>
          <a:p>
            <a:r>
              <a:rPr lang="fr-FR" smtClean="0"/>
              <a:t>20-  À DIEU, TOUTE LA GLOIRE À PAPA, TOUTE LA GLOIRE 
21-  À JÉSUS, TOUTE LA GLOIRE À YAVEH, TOUTE LA GLOIRE 
22-  PEU IMPORTE COMMENT TU L’APPELLES TOUTE LA GLOIRE  
</a:t>
            </a:r>
          </a:p>
          <a:p>
            <a:r>
              <a:rPr lang="fr-FR" smtClean="0"/>
              <a:t>23-  JE VIVAIS EN ME BATAILLANT AVEC MA FEMME 
24-  JE VIVAIS EN ME DISPUTANT AVEC MA FEMME 
25-  MAINTENANT, NOUS VIVONS DANS UNE ÉTERNELLE LUNE DE MIEL 
</a:t>
            </a:r>
          </a:p>
          <a:p>
            <a:r>
              <a:rPr lang="fr-FR" smtClean="0"/>
              <a:t>26-  À DIEU, TOUTE LA GLOIRE TOUTE LA GLOIRE  
</a:t>
            </a:r>
          </a:p>
          <a:p>
            <a:r>
              <a:rPr lang="fr-FR" smtClean="0"/>
              <a:t>27-  JE VIVAIS SANS ARGENT, SANS UN SOU JE VIVAIS SANS ARGENT, EMPRUNTANT 
28-  MAINTENANT, JE SUIS RICHE CAR DIEU M’A FAIT PROSPÈRE 
</a:t>
            </a:r>
          </a:p>
          <a:p>
            <a:r>
              <a:rPr lang="fr-FR" smtClean="0"/>
              <a:t>29-  À DIEU, TOUTE LA GLOIRE À PAPA, TOUTE LA GLOIRE 
30-  À JÉSUS, TOUTE LA GLOIRE À YAVEH, TOUTE LA GLOIRE 
31-  PEU IMPORTE COMMENT TU L’APPELLES TOUTE LA GLOIRE 
</a:t>
            </a:r>
          </a:p>
          <a:p>
            <a:r>
              <a:rPr lang="fr-FR" smtClean="0"/>
              <a:t>32-  JE VEUX UN CRI DE JOIE ET MAINTENANT UN CRI DE VICTOIRE 
33-  MAINTENANT TOUT LE MONDE SAUTE 
</a:t>
            </a:r>
          </a:p>
          <a:p>
            <a:r>
              <a:rPr lang="fr-FR" smtClean="0"/>
              <a:t>34-  À DIEU, TOUTE LA GLOIRE 
35-  À PAPA, À DIEU LE PÈRE TOUTE LA GLOIRE 
36-  TOUTE LA GLOIRE 
37-  JE VAIS DE TRIOMPHE EN TRIOMPHE DE GLOIRE EN GLOIRE 
38-  JE SUIS BÉNI JE VIS EN VICTOIRE 
</a:t>
            </a:r>
          </a:p>
          <a:p>
            <a:r>
              <a:rPr lang="fr-FR" smtClean="0"/>
              <a:t>39-  À DIEU, TOUTE LA GLOIRE À PAPA, TOUTE LA GLOIRE 
40-  À JÉSUS, TOUTE LA GLOIRE À YAVEH, TOUTE LA GLOIRE 
41-  PEU IMPORTE COMMENT TU L’APPELLES TOUTE LA GLOIRE  
42-  À DIEU, TOUTE LA GLOIRE TOUTE LA GLOIRE  
</a:t>
            </a:r>
          </a:p>
          <a:p>
            <a:r>
              <a:rPr lang="fr-FR" smtClean="0"/>
              <a:t>43-  À DIEU TOUTE LA GLOIRE 
</a:t>
            </a:r>
          </a:p>
          <a:p>
            <a:r>
              <a:rPr lang="fr-FR" smtClean="0"/>
              <a:t> ******* ESPAGNOL *****</a:t>
            </a:r>
          </a:p>
          <a:p>
            <a:endParaRPr lang="fr-FR" smtClean="0"/>
          </a:p>
          <a:p>
            <a:r>
              <a:rPr lang="fr-FR" smtClean="0"/>
              <a:t>44-  YO SOY TU AMIGO MIGUELITO NO ME CONFUNDAS 
45-  QUE FELICIDAD  
46-  A DIOS, TODA LA GLORIA  A PAPA, TODA LA GLORIA  
47-  A PAPA DIOS, TODA LA GLORIA  TODA LA GLORIA 
48-  A PAPA, TODA LA GLORIA A JESÚS, TODA LA GLORIA 
49-  A JEHOVÁ, TODA LA GLORIA A PAPA DIOS, TODA LA GLORIA 
50-  COMO LE LLAMES, ESO NO IMPORTA TODA LA GLORIA  
</a:t>
            </a:r>
          </a:p>
          <a:p>
            <a:r>
              <a:rPr lang="fr-FR" smtClean="0"/>
              <a:t>51-  YO VIVIA TRISTE Y DEPRIMIDO 
52-  AHORA TENGO A CRISTO SOY UN HOMBRE BENDECIDO 
53-  AHORA ESTOY CONTENTO SOY UN HOMBRE BENDECIDO 
54-  A DIOS, TODA LA GLORIA  A PAPA, TODA LA GLORIA  
55-  A JESUS, TODA LA GLORIA A JEHOVA, TODA LA GLORIA 
56-  TODA LA GLORIA  </a:t>
            </a:r>
          </a:p>
          <a:p>
            <a:r>
              <a:rPr lang="fr-FR" smtClean="0"/>
              <a:t>57-  YO BEBIA PASTILLAS PA’ LA DEPRESION 
58-  AHORA ESTOY CONTENTO CON CRISTO EN EL CORAZÓN 
59-  NO LAS NECESITO CON CRISTO EN EL CORAZÓN 
60-  A DIOS, TODA LA GLORIA  TODA LA GLORIA  
61-  A DIOS, TODA LA GLORIA 
62-  CON SU AMIGO MIGUELITO; NO ME CONFUNDAS 
</a:t>
            </a:r>
          </a:p>
          <a:p>
            <a:r>
              <a:rPr lang="fr-FR" smtClean="0"/>
              <a:t>63-  A DIOS, TODA LA GLORIA A PAPA, TODA LA GLORIA 
64-  A JESUS, TODA LA GLORIA A JEHOVA, TODA LA GLORIA 
65-  COMO LE LLAMES, ESO NO IMPORTA TODA LA GLORIA  
66-  YO VIVIA PELEANDO CON MI MUJER VIVIA DISCUTIENDO CON MI MUJER 
67-  AHORA VIVIMOS DE ETERNA LUNA DE MIEL 
68-  A DIOS, TODA LA GLORIA TODA LA GLORIA 
</a:t>
            </a:r>
          </a:p>
          <a:p>
            <a:r>
              <a:rPr lang="fr-FR" smtClean="0"/>
              <a:t>69-  YO VIVIA SIN PLATA, SIN UN CENTAVO VIVIA SIN PLATA TOMANDO PRESTADO 
70-  AHORA SOY RICO PORQUE DIOS ME HA PROSPERADO 
</a:t>
            </a:r>
          </a:p>
          <a:p>
            <a:r>
              <a:rPr lang="fr-FR" smtClean="0"/>
              <a:t>71-  A DIOS, TODA LA GLORIA A PAPA, TODA LA GLORIA 
72-  A JESUS, TODA LA GLORIA A JEHOVA, TODA LA GLORIA 
73-  COMO LE LLAMES, ESO NO IMPORTA 
74-  A DIOS LA GLORIA TODA LA GLORIA 
</a:t>
            </a:r>
          </a:p>
          <a:p>
            <a:r>
              <a:rPr lang="fr-FR" smtClean="0"/>
              <a:t>75-  YO QUIERO UN GRITO DE JUBILO Y AHORA UN GRITO DE VICTORIA 
76-  Y AHORA TODO EL MUNDO BRINCANDO 
</a:t>
            </a:r>
          </a:p>
          <a:p>
            <a:r>
              <a:rPr lang="fr-FR" smtClean="0"/>
              <a:t>77-  A DIOS, TODA LA GLORIA A PAPA, A PAPA DIOS TODA LA GLORIA 
78-  TODA LA GLORIA 
79-  VOY DE TRIUNFO EN TRIUNFO DE GLORIA EN GLORIA 
80-   SOY BENDECIDO VIVO EN VICTORIA 
</a:t>
            </a:r>
          </a:p>
          <a:p>
            <a:r>
              <a:rPr lang="fr-FR" smtClean="0"/>
              <a:t>81-  A DIOS, TODA LA GLORIA  A PAPA, TODA LA GLORIA 
82-  A JESÚS, TODA LA GLORIA A JEHOVÁ, TODA LA GLORIA 
83-  COMO LE LLAMES, ESO NO IMPORTA TODA LA GLORIA 
84-  A DIOS, TODA LA GLORIA   TODA LA GLORIA 
85-  A DIOS TODA LA GLORIA 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2A773-E121-4437-BA78-4FC4121DFA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B17C5-7C26-4FE7-81AD-59EF7A1BB3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973B8-C54C-4E1A-9333-AFE7C52B2A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3E75D-2CD7-484F-9A86-F83C7765D2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3B50E-242B-4C5E-8D8B-8F53F66EBF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18D89-1F74-4736-924D-713545F176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D651A-FACF-4C4A-83F4-34FFDF4716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DF412-7303-4EA6-B9D8-583B63CA75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695D53-D532-498C-A17B-E2F2B8EDE7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88EBE-8F72-4D76-8B2F-5E99B18E1B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F3038-53F8-456A-A8CD-5095670510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8C89633-C2C3-4210-81F7-687CF2044D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TON AMI MIGUELITO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TE TROMPE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BONHEUR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PAPA,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 LE PÈRE,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PAPA,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JÉSUS,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YAVEH,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 LE PÈRE,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COMMENT TU L’APPELLES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VIVAIS TRISTE ET DÉPRIMÉ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MAINTENANT, J’AI CHRIST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BÉNI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MAINTENANT, JE SUIS CONTENT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BÉNI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DIEU, TOUTE LA GLOIRE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PAPA,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JÉSUS,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YAVEH,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PRENAIS DES PILLULES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LA DÉPRESSION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MAINTENANT, JE SUIS CONTENT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DIEU DANS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N’EN AI PLUS BESOIN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CHRIST DANS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DIEU,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SON AMI MIGUELITO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TE TROMPE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PAPA,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JÉSUS,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YAVEH,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COMMENT TU L’APPELLES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VIVAIS EN ME BATAILLANT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MA FEMME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VIVAIS EN ME DISPUTANT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MA FEMME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MAINTENANT, NOUS VIVONS DANS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ÉTERNELLE LUNE DE MIEL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VIVAIS SANS ARGENT, SANS UN SOU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VIVAIS SANS ARGENT, EMPRUNTANT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MAINTENANT, JE SUIS RICHE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DIEU M’A FAIT PROSPÈRE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PAPA, TOUTE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JÉSUS,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YAVEH, TOUTE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COMMENT TU L’APPELLES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UN CRI DE JOIE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MAINTENANT UN CRI DE VICTOIRE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 TOUT LE MONDE SAUTE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DIEU, TOUTE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PAPA, À DIEU LE PÈRE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DE TRIOMPHE EN TRIOMPHE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GLOIRE EN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BÉNI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VIS EN VICTOIRE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PAPA,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JÉSUS,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YAVEH,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COMMENT TU L’APPELLES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DIEU, TOUTE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 TOUTE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SOY TU AMIGO MIGUELITO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 ME CONFUNDAS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FELICIDAD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DIOS, TODA LA GLORIA 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PAPA, TODA LA GLORIA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PAPA DIOS, TODA LA GLORIA 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GLORIA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PAPA, TODA LA GLORIA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JESÚS, TODA LA GLORIA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JEHOVÁ, TODA LA GLORIA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PAPA DIOS, TODA LA GLORIA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COMO LE LLAMES, ESO NO IMPORTA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GLORIA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VIVIA TRISTE Y DEPRIMIDO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AHORA TENGO A CRISTO SOY UN HOMBRE BENDECIDO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AHORA ESTOY CONTENTO SOY UN HOMBRE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BENDECIDO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DIOS, TODA LA GLORIA 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PAPA, TODA LA GLORIA 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JESUS, TODA LA GLORIA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JEHOVA, TODA LA GLORIA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GLORIA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BEBIA PASTILLAS PA’ LA DEPRESION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AHORA ESTOY CONTENTO CON CRISTO EN EL CORAZÓN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 LAS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NECESITO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CRISTO EN EL CORAZÓN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DIOS, TODA LA GLORIA 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GLORIA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DIOS, TODA LA GLORIA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 SU AMIGO MIGUELITO; NO ME CONFUNDAS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DIOS, TODA LA GLORIA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PAPA, TODA LA GLORIA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JESUS, TODA LA GLORIA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JEHOVA, TODA LA GLORIA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COMO LE LLAMES, ESO NO IMPORTA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GLORIA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VIVIA PELEANDO CON MI MUJER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VIVIA DISCUTIENDO CON MI MUJER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AHORA VIVIMOS DE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ETERNA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LUNA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DIOS, TODA LA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GLORIA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GLORIA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VIVIA SIN PLATA, SIN UN CENTAVO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VIVIA SIN PLATA TOMANDO PRESTADO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AHORA SOY RICO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PORQUE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DIOS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HA PROSPERADO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DIOS, TODA LA GLORIA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PAPA, TODA LA GLORIA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JESUS, TODA LA GLORIA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JEHOVA, TODA LA GLORIA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COMO LE LLAMES, ESO NO IMPORTA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 LA GLORIA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GLORIA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QUIERO UN GRITO DE JUBILO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AHORA UN GRITO DE VICTORIA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AHORA TODO EL MUNDO BRINCANDO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DIOS, TODA LA GLORIA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PAPA, A PAPA DIOS TODA LA GLORIA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GLORIA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VOY DE TRIUNFO EN TRIUNFO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GLORIA EN GLORIA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SOY BENDECIDO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VIVO EN VICTORIA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DIOS, TODA LA GLORIA 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PAPA, TODA LA GLORIA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JESÚS, TODA LA GLORIA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JEHOVÁ, TODA LA GLORIA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COMO LE LLAMES, ESO NO IMPORTA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GLORIA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DIOS, TODA LA GLORIA 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GLORIA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DIOS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 LA GLORIA 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2471</Words>
  <Application>Microsoft Office PowerPoint</Application>
  <PresentationFormat>On-screen Show (4:3)</PresentationFormat>
  <Paragraphs>4569</Paragraphs>
  <Slides>85</Slides>
  <Notes>85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85</vt:i4>
      </vt:variant>
    </vt:vector>
  </HeadingPairs>
  <TitlesOfParts>
    <vt:vector size="8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  <vt:lpstr>Diapositive 56</vt:lpstr>
      <vt:lpstr>Diapositive 57</vt:lpstr>
      <vt:lpstr>Diapositive 58</vt:lpstr>
      <vt:lpstr>Diapositive 59</vt:lpstr>
      <vt:lpstr>Diapositive 60</vt:lpstr>
      <vt:lpstr>Diapositive 61</vt:lpstr>
      <vt:lpstr>Diapositive 62</vt:lpstr>
      <vt:lpstr>Diapositive 63</vt:lpstr>
      <vt:lpstr>Diapositive 64</vt:lpstr>
      <vt:lpstr>Diapositive 65</vt:lpstr>
      <vt:lpstr>Diapositive 66</vt:lpstr>
      <vt:lpstr>Diapositive 67</vt:lpstr>
      <vt:lpstr>Diapositive 68</vt:lpstr>
      <vt:lpstr>Diapositive 69</vt:lpstr>
      <vt:lpstr>Diapositive 70</vt:lpstr>
      <vt:lpstr>Diapositive 71</vt:lpstr>
      <vt:lpstr>Diapositive 72</vt:lpstr>
      <vt:lpstr>Diapositive 73</vt:lpstr>
      <vt:lpstr>Diapositive 74</vt:lpstr>
      <vt:lpstr>Diapositive 75</vt:lpstr>
      <vt:lpstr>Diapositive 76</vt:lpstr>
      <vt:lpstr>Diapositive 77</vt:lpstr>
      <vt:lpstr>Diapositive 78</vt:lpstr>
      <vt:lpstr>Diapositive 79</vt:lpstr>
      <vt:lpstr>Diapositive 80</vt:lpstr>
      <vt:lpstr>Diapositive 81</vt:lpstr>
      <vt:lpstr>Diapositive 82</vt:lpstr>
      <vt:lpstr>Diapositive 83</vt:lpstr>
      <vt:lpstr>Diapositive 84</vt:lpstr>
      <vt:lpstr>Diapositive 85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CELIA</cp:lastModifiedBy>
  <cp:revision>133</cp:revision>
  <dcterms:created xsi:type="dcterms:W3CDTF">2002-08-17T10:50:50Z</dcterms:created>
  <dcterms:modified xsi:type="dcterms:W3CDTF">2014-12-27T23:27:42Z</dcterms:modified>
</cp:coreProperties>
</file>