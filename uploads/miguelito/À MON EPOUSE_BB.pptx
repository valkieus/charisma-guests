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0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50079" autoAdjust="0"/>
  </p:normalViewPr>
  <p:slideViewPr>
    <p:cSldViewPr>
      <p:cViewPr varScale="1">
        <p:scale>
          <a:sx n="39" d="100"/>
          <a:sy n="39" d="100"/>
        </p:scale>
        <p:origin x="-54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201673-1EAE-4540-9EBB-BDF72BC0603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C30685E-4307-497D-84E1-508E8DB5D69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COMME TU ES BON AVEC MOI, SEIGNEURTU M’AS DONNÉ UNE ÉPOUSE IDÉALE </a:t>
            </a:r>
            <a:br>
              <a:rPr lang="fr-FR" dirty="0" smtClean="0"/>
            </a:br>
            <a:r>
              <a:rPr lang="fr-FR" dirty="0" smtClean="0"/>
              <a:t>Que </a:t>
            </a:r>
            <a:r>
              <a:rPr lang="fr-FR" dirty="0" err="1" smtClean="0"/>
              <a:t>bueno</a:t>
            </a:r>
            <a:r>
              <a:rPr lang="fr-FR" dirty="0" smtClean="0"/>
              <a:t> mi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conmigo</a:t>
            </a:r>
            <a:r>
              <a:rPr lang="fr-FR" dirty="0" smtClean="0"/>
              <a:t> </a:t>
            </a:r>
            <a:r>
              <a:rPr lang="en-US" dirty="0" smtClean="0"/>
              <a:t>Me has dado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esposa</a:t>
            </a:r>
            <a:r>
              <a:rPr lang="en-US" dirty="0" smtClean="0"/>
              <a:t> ideal 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ET TU AS FAIS DE MOI  LE MEILLEUR DES MARIS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y me has </a:t>
            </a:r>
            <a:r>
              <a:rPr lang="en-US" dirty="0" err="1" smtClean="0"/>
              <a:t>hecho</a:t>
            </a:r>
            <a:r>
              <a:rPr lang="en-US" dirty="0" smtClean="0"/>
              <a:t> el </a:t>
            </a:r>
            <a:r>
              <a:rPr lang="en-US" dirty="0" err="1" smtClean="0"/>
              <a:t>mejor</a:t>
            </a:r>
            <a:r>
              <a:rPr lang="en-US" dirty="0" smtClean="0"/>
              <a:t> de los </a:t>
            </a:r>
            <a:r>
              <a:rPr lang="en-US" dirty="0" err="1" smtClean="0"/>
              <a:t>maridos</a:t>
            </a:r>
            <a:r>
              <a:rPr lang="en-US" dirty="0" smtClean="0"/>
              <a:t>.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SEULEMENT EN CHRIST CELA PEUT ÊTRE POSSIBLE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Solo en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esto</a:t>
            </a:r>
            <a:r>
              <a:rPr lang="fr-FR" dirty="0" smtClean="0"/>
              <a:t> se </a:t>
            </a:r>
            <a:r>
              <a:rPr lang="fr-FR" dirty="0" err="1" smtClean="0"/>
              <a:t>puede</a:t>
            </a:r>
            <a:r>
              <a:rPr lang="fr-FR" dirty="0" smtClean="0"/>
              <a:t> </a:t>
            </a:r>
            <a:r>
              <a:rPr lang="fr-FR" dirty="0" err="1" smtClean="0"/>
              <a:t>lograr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
4-  DIEU DIT QUE CELUI QUI TROUVE UNE FEMME A TROUVÉ LE BONHEUR 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, que </a:t>
            </a:r>
            <a:r>
              <a:rPr lang="fr-FR" dirty="0" err="1" smtClean="0"/>
              <a:t>todo</a:t>
            </a:r>
            <a:r>
              <a:rPr lang="fr-FR" dirty="0" smtClean="0"/>
              <a:t> el que haya </a:t>
            </a:r>
            <a:r>
              <a:rPr lang="fr-FR" dirty="0" err="1" smtClean="0"/>
              <a:t>esposa</a:t>
            </a:r>
            <a:r>
              <a:rPr lang="fr-FR" dirty="0" smtClean="0"/>
              <a:t> haya el bien
5-  DIEU DIT AUSSI QUE C'EST UNE FAVEUR QU'IL A REÇUE DE L'ÉTERNEL.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Dice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también</a:t>
            </a:r>
            <a:r>
              <a:rPr lang="fr-FR" dirty="0" smtClean="0"/>
              <a:t>, que </a:t>
            </a:r>
            <a:r>
              <a:rPr lang="fr-FR" dirty="0" err="1" smtClean="0"/>
              <a:t>alcanza</a:t>
            </a:r>
            <a:r>
              <a:rPr lang="fr-FR" dirty="0" smtClean="0"/>
              <a:t> la </a:t>
            </a:r>
            <a:r>
              <a:rPr lang="fr-FR" dirty="0" err="1" smtClean="0"/>
              <a:t>benevolencia</a:t>
            </a:r>
            <a:r>
              <a:rPr lang="fr-FR" dirty="0" smtClean="0"/>
              <a:t> de </a:t>
            </a:r>
            <a:r>
              <a:rPr lang="fr-FR" dirty="0" err="1" smtClean="0"/>
              <a:t>Jehová</a:t>
            </a:r>
            <a:r>
              <a:rPr lang="fr-FR" dirty="0" smtClean="0"/>
              <a:t>. 
6-  OH PAPA, LAISSE-MOI CHANTER POUR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Déjame</a:t>
            </a:r>
            <a:r>
              <a:rPr lang="fr-FR" dirty="0" smtClean="0"/>
              <a:t>, oh </a:t>
            </a:r>
            <a:r>
              <a:rPr lang="fr-FR" dirty="0" err="1" smtClean="0"/>
              <a:t>Papá</a:t>
            </a:r>
            <a:r>
              <a:rPr lang="fr-FR" dirty="0" smtClean="0"/>
              <a:t>, </a:t>
            </a:r>
            <a:r>
              <a:rPr lang="fr-FR" dirty="0" err="1" smtClean="0"/>
              <a:t>hoy</a:t>
            </a:r>
            <a:r>
              <a:rPr lang="fr-FR" dirty="0" smtClean="0"/>
              <a:t> </a:t>
            </a:r>
            <a:r>
              <a:rPr lang="fr-FR" dirty="0" err="1" smtClean="0"/>
              <a:t>contarle</a:t>
            </a:r>
            <a:r>
              <a:rPr lang="fr-FR" dirty="0" smtClean="0"/>
              <a:t> a mi </a:t>
            </a:r>
            <a:r>
              <a:rPr lang="fr-FR" dirty="0" err="1" smtClean="0"/>
              <a:t>esposa</a:t>
            </a:r>
            <a:r>
              <a:rPr lang="fr-FR" dirty="0" smtClean="0"/>
              <a:t>
7-  MA REINE, MA BELLE PRINCESSE MON ÉPOUSE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</a:t>
            </a:r>
            <a:r>
              <a:rPr lang="fr-FR" dirty="0" err="1" smtClean="0"/>
              <a:t>reina</a:t>
            </a:r>
            <a:r>
              <a:rPr lang="fr-FR" dirty="0" smtClean="0"/>
              <a:t>, </a:t>
            </a:r>
            <a:r>
              <a:rPr lang="fr-FR" dirty="0" err="1" smtClean="0"/>
              <a:t>princesa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, mi </a:t>
            </a:r>
            <a:r>
              <a:rPr lang="fr-FR" dirty="0" err="1" smtClean="0"/>
              <a:t>esposa</a:t>
            </a:r>
            <a:r>
              <a:rPr lang="fr-FR" dirty="0" smtClean="0"/>
              <a:t> 
8-  QUI EST LA CHOSE LA PLUS BELLE QUE TU M’AS DONNÉE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que es la </a:t>
            </a:r>
            <a:r>
              <a:rPr lang="fr-FR" dirty="0" err="1" smtClean="0"/>
              <a:t>cosa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me has </a:t>
            </a:r>
            <a:r>
              <a:rPr lang="fr-FR" dirty="0" err="1" smtClean="0"/>
              <a:t>podido</a:t>
            </a:r>
            <a:r>
              <a:rPr lang="fr-FR" dirty="0" smtClean="0"/>
              <a:t> dar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LA PLUS BELLE BÉNÉDICTION DONT JE PEUX MAINTENANT PROFITER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bendición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</a:t>
            </a:r>
            <a:r>
              <a:rPr lang="fr-FR" dirty="0" err="1" smtClean="0"/>
              <a:t>ahora</a:t>
            </a:r>
            <a:r>
              <a:rPr lang="fr-FR" dirty="0" smtClean="0"/>
              <a:t> </a:t>
            </a:r>
            <a:r>
              <a:rPr lang="fr-FR" dirty="0" err="1" smtClean="0"/>
              <a:t>puedo</a:t>
            </a:r>
            <a:r>
              <a:rPr lang="fr-FR" dirty="0" smtClean="0"/>
              <a:t> </a:t>
            </a:r>
            <a:r>
              <a:rPr lang="fr-FR" dirty="0" err="1" smtClean="0"/>
              <a:t>disfrutar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10-  OH, TU ES LE LYS DES VALLÉES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Oh,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 el </a:t>
            </a:r>
            <a:r>
              <a:rPr lang="fr-FR" dirty="0" err="1" smtClean="0"/>
              <a:t>lirio</a:t>
            </a:r>
            <a:r>
              <a:rPr lang="fr-FR" dirty="0" smtClean="0"/>
              <a:t> de los valles, 
11-  DOUCEUR, PLUS BELLE QUE LE NARCISSE DE SARON </a:t>
            </a:r>
          </a:p>
          <a:p>
            <a:pPr>
              <a:defRPr/>
            </a:pPr>
            <a:r>
              <a:rPr lang="fr-FR" dirty="0" smtClean="0"/>
              <a:t>la </a:t>
            </a:r>
            <a:r>
              <a:rPr lang="fr-FR" dirty="0" err="1" smtClean="0"/>
              <a:t>dulzura</a:t>
            </a:r>
            <a:r>
              <a:rPr lang="fr-FR" dirty="0" smtClean="0"/>
              <a:t>,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linda</a:t>
            </a:r>
            <a:r>
              <a:rPr lang="fr-FR" dirty="0" smtClean="0"/>
              <a:t> que la rosa de Saron.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MA SŒUR, MON ÉPOUSE MA COMPAGNE, MA FEMME TU 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Hermana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compañera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
13-  TU ES LA FEMME QUI A VOLÉ MON CŒUR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tú</a:t>
            </a:r>
            <a:r>
              <a:rPr lang="fr-FR" dirty="0" smtClean="0"/>
              <a:t>, </a:t>
            </a:r>
            <a:r>
              <a:rPr lang="fr-FR" dirty="0" err="1" smtClean="0"/>
              <a:t>mujer</a:t>
            </a:r>
            <a:r>
              <a:rPr lang="fr-FR" dirty="0" smtClean="0"/>
              <a:t> que me ha </a:t>
            </a:r>
            <a:r>
              <a:rPr lang="fr-FR" dirty="0" err="1" smtClean="0"/>
              <a:t>robado</a:t>
            </a:r>
            <a:r>
              <a:rPr lang="fr-FR" dirty="0" smtClean="0"/>
              <a:t> el </a:t>
            </a:r>
            <a:r>
              <a:rPr lang="fr-FR" dirty="0" err="1" smtClean="0"/>
              <a:t>corazón</a:t>
            </a:r>
            <a:r>
              <a:rPr lang="fr-FR" dirty="0" smtClean="0"/>
              <a:t>
14-  TU ES PLUS PRÉCIEUSE POUR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Eres </a:t>
            </a:r>
            <a:r>
              <a:rPr lang="fr-FR" dirty="0" err="1" smtClean="0"/>
              <a:t>tú</a:t>
            </a:r>
            <a:r>
              <a:rPr lang="fr-FR" dirty="0" smtClean="0"/>
              <a:t> para mi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valiosa</a:t>
            </a:r>
            <a:r>
              <a:rPr lang="fr-FR" dirty="0" smtClean="0"/>
              <a:t>. </a:t>
            </a:r>
            <a:br>
              <a:rPr lang="fr-FR" dirty="0" smtClean="0"/>
            </a:br>
            <a:r>
              <a:rPr lang="fr-FR" dirty="0" smtClean="0"/>
              <a:t> 15-  OH FEMME QUE LES PIERRES PRÉCIEUSES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, que las </a:t>
            </a:r>
            <a:r>
              <a:rPr lang="fr-FR" dirty="0" err="1" smtClean="0"/>
              <a:t>piedras</a:t>
            </a:r>
            <a:r>
              <a:rPr lang="fr-FR" dirty="0" smtClean="0"/>
              <a:t> </a:t>
            </a:r>
            <a:r>
              <a:rPr lang="fr-FR" dirty="0" err="1" smtClean="0"/>
              <a:t>preciosas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LA PLUS BELLE FEMME QUE DIEU POUVAIT CRÉER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 </a:t>
            </a:r>
            <a:r>
              <a:rPr lang="fr-FR" dirty="0" err="1" smtClean="0"/>
              <a:t>mujer</a:t>
            </a:r>
            <a:r>
              <a:rPr lang="fr-FR" dirty="0" smtClean="0"/>
              <a:t> </a:t>
            </a:r>
            <a:r>
              <a:rPr lang="fr-FR" dirty="0" err="1" smtClean="0"/>
              <a:t>más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que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pudo</a:t>
            </a:r>
            <a:r>
              <a:rPr lang="fr-FR" dirty="0" smtClean="0"/>
              <a:t> </a:t>
            </a:r>
            <a:r>
              <a:rPr lang="fr-FR" dirty="0" err="1" smtClean="0"/>
              <a:t>crear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WAOUH ! VOICI, TU ES BELLE  MA BIEN-AIMÉE, MA FEMME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Wow !! </a:t>
            </a: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, </a:t>
            </a:r>
            <a:r>
              <a:rPr lang="fr-FR" dirty="0" err="1" smtClean="0"/>
              <a:t>esposa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 
18-  VOICI, TU ES BELLE, TES YEUX TES JOUES, TES LÈVRES, TES DENTS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r>
              <a:rPr lang="fr-FR" dirty="0" smtClean="0"/>
              <a:t> que </a:t>
            </a:r>
            <a:r>
              <a:rPr lang="fr-FR" dirty="0" err="1" smtClean="0"/>
              <a:t>tú</a:t>
            </a:r>
            <a:r>
              <a:rPr lang="fr-FR" dirty="0" smtClean="0"/>
              <a:t>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hermosa</a:t>
            </a:r>
            <a:r>
              <a:rPr lang="fr-FR" dirty="0" smtClean="0"/>
              <a:t>, tus </a:t>
            </a:r>
            <a:r>
              <a:rPr lang="fr-FR" dirty="0" err="1" smtClean="0"/>
              <a:t>ojos</a:t>
            </a:r>
            <a:r>
              <a:rPr lang="fr-FR" dirty="0" smtClean="0"/>
              <a:t>, tus </a:t>
            </a:r>
            <a:r>
              <a:rPr lang="fr-FR" dirty="0" err="1" smtClean="0"/>
              <a:t>mejillas</a:t>
            </a:r>
            <a:r>
              <a:rPr lang="fr-FR" dirty="0" smtClean="0"/>
              <a:t>, tus </a:t>
            </a:r>
            <a:r>
              <a:rPr lang="fr-FR" dirty="0" err="1" smtClean="0"/>
              <a:t>labios</a:t>
            </a:r>
            <a:r>
              <a:rPr lang="fr-FR" dirty="0" smtClean="0"/>
              <a:t>, tus </a:t>
            </a:r>
            <a:r>
              <a:rPr lang="fr-FR" dirty="0" err="1" smtClean="0"/>
              <a:t>dientes</a:t>
            </a:r>
            <a:r>
              <a:rPr lang="fr-FR" dirty="0" smtClean="0"/>
              <a:t> 
19-  TON COU, TA POITRINE, TOUT </a:t>
            </a:r>
            <a:r>
              <a:rPr lang="fr-FR" dirty="0" err="1" smtClean="0"/>
              <a:t>TOUT</a:t>
            </a:r>
            <a:r>
              <a:rPr lang="fr-FR" dirty="0" smtClean="0"/>
              <a:t> DE TOI EST DÉLECTABLE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cuello</a:t>
            </a:r>
            <a:r>
              <a:rPr lang="fr-FR" dirty="0" smtClean="0"/>
              <a:t>, tu </a:t>
            </a:r>
            <a:r>
              <a:rPr lang="fr-FR" dirty="0" err="1" smtClean="0"/>
              <a:t>pecho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, </a:t>
            </a:r>
            <a:r>
              <a:rPr lang="fr-FR" dirty="0" err="1" smtClean="0"/>
              <a:t>toda</a:t>
            </a:r>
            <a:r>
              <a:rPr lang="fr-FR" dirty="0" smtClean="0"/>
              <a:t> tu </a:t>
            </a:r>
            <a:r>
              <a:rPr lang="fr-FR" dirty="0" err="1" smtClean="0"/>
              <a:t>eres</a:t>
            </a:r>
            <a:r>
              <a:rPr lang="fr-FR" dirty="0" smtClean="0"/>
              <a:t> </a:t>
            </a:r>
            <a:r>
              <a:rPr lang="fr-FR" dirty="0" err="1" smtClean="0"/>
              <a:t>preciosa</a:t>
            </a:r>
            <a:r>
              <a:rPr lang="fr-FR" dirty="0" smtClean="0"/>
              <a:t> </a:t>
            </a:r>
            <a:r>
              <a:rPr lang="fr-FR" dirty="0" err="1" smtClean="0"/>
              <a:t>amada</a:t>
            </a:r>
            <a:r>
              <a:rPr lang="fr-FR" dirty="0" smtClean="0"/>
              <a:t> </a:t>
            </a:r>
            <a:r>
              <a:rPr lang="fr-FR" dirty="0" err="1" smtClean="0"/>
              <a:t>mía</a:t>
            </a:r>
            <a:r>
              <a:rPr lang="fr-FR" dirty="0" smtClean="0"/>
              <a:t>
20-  EN TOI IL Y A PAS DE TÂCHES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en ti no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manchas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OH, FEMME DE MA JEUNESSE  TU ES MON JARDIN PRIVÉ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 </a:t>
            </a:r>
            <a:r>
              <a:rPr lang="fr-FR" dirty="0" err="1" smtClean="0"/>
              <a:t>mujer</a:t>
            </a:r>
            <a:r>
              <a:rPr lang="fr-FR" dirty="0" smtClean="0"/>
              <a:t> de mi </a:t>
            </a:r>
            <a:r>
              <a:rPr lang="fr-FR" dirty="0" err="1" smtClean="0"/>
              <a:t>juventud</a:t>
            </a:r>
            <a:r>
              <a:rPr lang="fr-FR" dirty="0" smtClean="0"/>
              <a:t> !, </a:t>
            </a:r>
            <a:r>
              <a:rPr lang="fr-FR" dirty="0" err="1" smtClean="0"/>
              <a:t>eres</a:t>
            </a:r>
            <a:r>
              <a:rPr lang="fr-FR" dirty="0" smtClean="0"/>
              <a:t> mi </a:t>
            </a:r>
            <a:r>
              <a:rPr lang="fr-FR" dirty="0" err="1" smtClean="0"/>
              <a:t>huerto</a:t>
            </a:r>
            <a:r>
              <a:rPr lang="fr-FR" dirty="0" smtClean="0"/>
              <a:t> </a:t>
            </a:r>
            <a:r>
              <a:rPr lang="fr-FR" dirty="0" err="1" smtClean="0"/>
              <a:t>privado</a:t>
            </a:r>
            <a:r>
              <a:rPr lang="fr-FR" dirty="0" smtClean="0"/>
              <a:t>
22-  PRINTEMPS INTERDIT AUX AUTRES LA SOURCE QUI M’EST DESTINÉE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  <a:r>
              <a:rPr lang="fr-FR" dirty="0" err="1" smtClean="0"/>
              <a:t>manantial</a:t>
            </a:r>
            <a:r>
              <a:rPr lang="fr-FR" dirty="0" smtClean="0"/>
              <a:t> </a:t>
            </a:r>
            <a:r>
              <a:rPr lang="fr-FR" dirty="0" err="1" smtClean="0"/>
              <a:t>vedado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, </a:t>
            </a:r>
            <a:r>
              <a:rPr lang="fr-FR" dirty="0" err="1" smtClean="0"/>
              <a:t>fuente</a:t>
            </a:r>
            <a:r>
              <a:rPr lang="fr-FR" dirty="0" smtClean="0"/>
              <a:t> solo para </a:t>
            </a:r>
            <a:r>
              <a:rPr lang="fr-FR" dirty="0" err="1" smtClean="0"/>
              <a:t>mí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OH, CHERCHE-MOI  AVEC L'ARDENT DÉSIR DE M'ENTOURER, DE M'EMBRASSER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Oh!! </a:t>
            </a:r>
            <a:r>
              <a:rPr lang="fr-FR" dirty="0" err="1" smtClean="0"/>
              <a:t>Búscame</a:t>
            </a:r>
            <a:r>
              <a:rPr lang="fr-FR" dirty="0" smtClean="0"/>
              <a:t> (x5) con el </a:t>
            </a:r>
            <a:r>
              <a:rPr lang="fr-FR" dirty="0" err="1" smtClean="0"/>
              <a:t>deseo</a:t>
            </a:r>
            <a:r>
              <a:rPr lang="fr-FR" dirty="0" smtClean="0"/>
              <a:t> </a:t>
            </a:r>
            <a:r>
              <a:rPr lang="fr-FR" dirty="0" err="1" smtClean="0"/>
              <a:t>ardiente</a:t>
            </a:r>
            <a:r>
              <a:rPr lang="fr-FR" dirty="0" smtClean="0"/>
              <a:t> de </a:t>
            </a:r>
            <a:r>
              <a:rPr lang="fr-FR" dirty="0" err="1" smtClean="0"/>
              <a:t>abrazarme</a:t>
            </a:r>
            <a:r>
              <a:rPr lang="fr-FR" dirty="0" smtClean="0"/>
              <a:t>, de </a:t>
            </a:r>
            <a:r>
              <a:rPr lang="fr-FR" dirty="0" err="1" smtClean="0"/>
              <a:t>besarme</a:t>
            </a:r>
            <a:r>
              <a:rPr lang="fr-FR" dirty="0" smtClean="0"/>
              <a:t>,
24-  DE ME CHOYER, SERRE MOI DANS TES BRAS, MA CHÉRIE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de </a:t>
            </a:r>
            <a:r>
              <a:rPr lang="fr-FR" dirty="0" err="1" smtClean="0"/>
              <a:t>mimarme</a:t>
            </a:r>
            <a:r>
              <a:rPr lang="fr-FR" dirty="0" smtClean="0"/>
              <a:t>, </a:t>
            </a:r>
            <a:r>
              <a:rPr lang="fr-FR" dirty="0" err="1" smtClean="0"/>
              <a:t>mama</a:t>
            </a:r>
            <a:r>
              <a:rPr lang="fr-FR" dirty="0" smtClean="0"/>
              <a:t>, </a:t>
            </a:r>
            <a:r>
              <a:rPr lang="fr-FR" dirty="0" err="1" smtClean="0"/>
              <a:t>apriétame</a:t>
            </a:r>
            <a:r>
              <a:rPr lang="fr-FR" dirty="0" smtClean="0"/>
              <a:t>, 
25-  EN M'EMBRASSANT COMME HIER ENCORE PLUS AUJOURD'HUI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bésame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</a:t>
            </a:r>
            <a:r>
              <a:rPr lang="fr-FR" dirty="0" err="1" smtClean="0"/>
              <a:t>ayer</a:t>
            </a:r>
            <a:r>
              <a:rPr lang="fr-FR" dirty="0" smtClean="0"/>
              <a:t>, </a:t>
            </a:r>
            <a:r>
              <a:rPr lang="fr-FR" dirty="0" err="1" smtClean="0"/>
              <a:t>aún</a:t>
            </a:r>
            <a:r>
              <a:rPr lang="fr-FR" dirty="0" smtClean="0"/>
              <a:t> mas </a:t>
            </a:r>
            <a:r>
              <a:rPr lang="fr-FR" dirty="0" err="1" smtClean="0"/>
              <a:t>hoy</a:t>
            </a:r>
            <a:r>
              <a:rPr lang="fr-FR" dirty="0" smtClean="0"/>
              <a:t>
26-  AVEC DU FEU SUR NOS LÈVRES PENDANT NOS BAISERS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 </a:t>
            </a:r>
            <a:r>
              <a:rPr lang="fr-FR" dirty="0" err="1" smtClean="0"/>
              <a:t>fuego</a:t>
            </a:r>
            <a:r>
              <a:rPr lang="fr-FR" dirty="0" smtClean="0"/>
              <a:t> en </a:t>
            </a:r>
            <a:r>
              <a:rPr lang="fr-FR" dirty="0" err="1" smtClean="0"/>
              <a:t>nuestros</a:t>
            </a:r>
            <a:r>
              <a:rPr lang="fr-FR" dirty="0" smtClean="0"/>
              <a:t> </a:t>
            </a:r>
            <a:r>
              <a:rPr lang="fr-FR" dirty="0" err="1" smtClean="0"/>
              <a:t>labios</a:t>
            </a:r>
            <a:r>
              <a:rPr lang="fr-FR" dirty="0" smtClean="0"/>
              <a:t> al </a:t>
            </a:r>
            <a:r>
              <a:rPr lang="fr-FR" dirty="0" err="1" smtClean="0"/>
              <a:t>besar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ET JE VEUX T'ENTENDRE DIRE 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escucharte</a:t>
            </a:r>
            <a:r>
              <a:rPr lang="fr-FR" dirty="0" smtClean="0"/>
              <a:t> </a:t>
            </a:r>
            <a:r>
              <a:rPr lang="fr-FR" dirty="0" err="1" smtClean="0"/>
              <a:t>decir</a:t>
            </a:r>
            <a:r>
              <a:rPr lang="fr-FR" dirty="0" smtClean="0"/>
              <a:t>
28-  PROMETS-MOI QUE MÊME SI LE MONDE ME DÉTESTE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, </a:t>
            </a:r>
            <a:r>
              <a:rPr lang="fr-FR" dirty="0" err="1" smtClean="0"/>
              <a:t>júrame</a:t>
            </a:r>
            <a:r>
              <a:rPr lang="fr-FR" dirty="0" smtClean="0"/>
              <a:t>, que </a:t>
            </a:r>
            <a:r>
              <a:rPr lang="fr-FR" dirty="0" err="1" smtClean="0"/>
              <a:t>aunque</a:t>
            </a:r>
            <a:r>
              <a:rPr lang="fr-FR" dirty="0" smtClean="0"/>
              <a:t> el </a:t>
            </a:r>
            <a:r>
              <a:rPr lang="fr-FR" dirty="0" err="1" smtClean="0"/>
              <a:t>mundo</a:t>
            </a:r>
            <a:r>
              <a:rPr lang="fr-FR" dirty="0" smtClean="0"/>
              <a:t> me </a:t>
            </a:r>
            <a:r>
              <a:rPr lang="fr-FR" dirty="0" err="1" smtClean="0"/>
              <a:t>odie</a:t>
            </a:r>
            <a:r>
              <a:rPr lang="fr-FR" dirty="0" smtClean="0"/>
              <a:t>
29-  ET QUE SI TOUS ME DÉLAISSENT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si </a:t>
            </a:r>
            <a:r>
              <a:rPr lang="fr-FR" dirty="0" err="1" smtClean="0"/>
              <a:t>todos</a:t>
            </a:r>
            <a:r>
              <a:rPr lang="fr-FR" dirty="0" smtClean="0"/>
              <a:t> me </a:t>
            </a:r>
            <a:r>
              <a:rPr lang="fr-FR" dirty="0" err="1" smtClean="0"/>
              <a:t>abandonan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TU M'AIMERAS TOUJOURS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tu </a:t>
            </a:r>
            <a:r>
              <a:rPr lang="fr-FR" dirty="0" err="1" smtClean="0"/>
              <a:t>siempre</a:t>
            </a:r>
            <a:r>
              <a:rPr lang="fr-FR" dirty="0" smtClean="0"/>
              <a:t> me </a:t>
            </a:r>
            <a:r>
              <a:rPr lang="fr-FR" dirty="0" err="1" smtClean="0"/>
              <a:t>amarás</a:t>
            </a:r>
            <a:r>
              <a:rPr lang="fr-FR" dirty="0" smtClean="0"/>
              <a:t>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ENSEMBLE, LES DEUX RAPPROCHÉS POUR L'ÉTERNITÉ 
</a:t>
            </a:r>
            <a:r>
              <a:rPr lang="fr-FR" dirty="0" err="1" smtClean="0"/>
              <a:t>Juntos</a:t>
            </a:r>
            <a:r>
              <a:rPr lang="fr-FR" dirty="0" smtClean="0"/>
              <a:t>, </a:t>
            </a:r>
            <a:r>
              <a:rPr lang="fr-FR" dirty="0" err="1" smtClean="0"/>
              <a:t>juntitos</a:t>
            </a:r>
            <a:r>
              <a:rPr lang="fr-FR" dirty="0" smtClean="0"/>
              <a:t> los dos </a:t>
            </a:r>
            <a:r>
              <a:rPr lang="fr-FR" dirty="0" err="1" smtClean="0"/>
              <a:t>hasta</a:t>
            </a:r>
            <a:r>
              <a:rPr lang="fr-FR" dirty="0" smtClean="0"/>
              <a:t> la </a:t>
            </a:r>
            <a:r>
              <a:rPr lang="fr-FR" dirty="0" err="1" smtClean="0"/>
              <a:t>eternidad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COMME TU ES BON AVEC MOI, SEIGNEUR</a:t>
            </a:r>
            <a:br>
              <a:rPr lang="fr-FR" smtClean="0"/>
            </a:br>
            <a:r>
              <a:rPr lang="fr-FR" smtClean="0"/>
              <a:t>TU M’AS DONNÉ UNE ÉPOUSE IDÉALE </a:t>
            </a:r>
            <a:br>
              <a:rPr lang="fr-FR" smtClean="0"/>
            </a:br>
            <a:r>
              <a:rPr lang="fr-FR" smtClean="0"/>
              <a:t> 
2-  ET TU AS FAIS DE MOI </a:t>
            </a:r>
            <a:br>
              <a:rPr lang="fr-FR" smtClean="0"/>
            </a:br>
            <a:r>
              <a:rPr lang="fr-FR" smtClean="0"/>
              <a:t>LE MEILLEUR DES MARIS 
3-  SEULEMENT EN CHRIST </a:t>
            </a:r>
            <a:br>
              <a:rPr lang="fr-FR" smtClean="0"/>
            </a:br>
            <a:r>
              <a:rPr lang="fr-FR" smtClean="0"/>
              <a:t>CELA PEUT ÊTRE POSSIBLE 
4-  DIEU DIT QUE CELUI QUI TROUVE UNE FEMME A TROUVÉ LE BONHEUR 
5-  DIEU DIT AUSSI QUE C'EST UNE FAVEUR QU'IL A REÇUE DE L'ÉTERNEL 
6-  OH PAPA, LAISSE-MOI CHANTER </a:t>
            </a:r>
            <a:br>
              <a:rPr lang="fr-FR" smtClean="0"/>
            </a:br>
            <a:r>
              <a:rPr lang="fr-FR" smtClean="0"/>
              <a:t>POUR MON ÉPOUSE 
7-  MA REINE, MA BELLE PRINCESSE</a:t>
            </a:r>
            <a:br>
              <a:rPr lang="fr-FR" smtClean="0"/>
            </a:br>
            <a:r>
              <a:rPr lang="fr-FR" smtClean="0"/>
              <a:t> MON ÉPOUSE 
8-  QUI EST LA CHOSE LA PLUS BELLE </a:t>
            </a:r>
            <a:br>
              <a:rPr lang="fr-FR" smtClean="0"/>
            </a:br>
            <a:r>
              <a:rPr lang="fr-FR" smtClean="0"/>
              <a:t> QUE TU M’AS DONNÉE 
9-  LA PLUS BELLE BÉNÉDICTION DONT </a:t>
            </a:r>
            <a:br>
              <a:rPr lang="fr-FR" smtClean="0"/>
            </a:br>
            <a:r>
              <a:rPr lang="fr-FR" smtClean="0"/>
              <a:t>JE PEUX MAINTENANT PROFITER 
10-  OH, TU ES LE LYS DES VALLÉES 
11-  DOUCEUR, PLUS BELLE QUE</a:t>
            </a:r>
            <a:br>
              <a:rPr lang="fr-FR" smtClean="0"/>
            </a:br>
            <a:r>
              <a:rPr lang="fr-FR" smtClean="0"/>
              <a:t>LE NARCISSE DE SARON 
12-  MA SŒUR, MON ÉPOUSE</a:t>
            </a:r>
            <a:br>
              <a:rPr lang="fr-FR" smtClean="0"/>
            </a:br>
            <a:r>
              <a:rPr lang="fr-FR" smtClean="0"/>
              <a:t> MA COMPAGNE, MA FEMME TU ES 
13-  TU ES LA FEMME </a:t>
            </a:r>
            <a:br>
              <a:rPr lang="fr-FR" smtClean="0"/>
            </a:br>
            <a:r>
              <a:rPr lang="fr-FR" smtClean="0"/>
              <a:t>QUI A VOLÉ MON CŒUR 
14-  TU ES PLUS PRÉCIEUSE POUR MOI </a:t>
            </a:r>
            <a:br>
              <a:rPr lang="fr-FR" smtClean="0"/>
            </a:br>
            <a:r>
              <a:rPr lang="fr-FR" smtClean="0"/>
              <a:t> 
15-  OH FEMME</a:t>
            </a:r>
            <a:br>
              <a:rPr lang="fr-FR" smtClean="0"/>
            </a:br>
            <a:r>
              <a:rPr lang="fr-FR" smtClean="0"/>
              <a:t>QUE LES PIERRES PRÉCIEUSES 
16-  LA PLUS BELLE FEMME </a:t>
            </a:r>
            <a:br>
              <a:rPr lang="fr-FR" smtClean="0"/>
            </a:br>
            <a:r>
              <a:rPr lang="fr-FR" smtClean="0"/>
              <a:t>QUE DIEU POUVAIT CRÉER 
17-  WAOUH ! VOICI, TU ES BELLE </a:t>
            </a:r>
            <a:br>
              <a:rPr lang="fr-FR" smtClean="0"/>
            </a:br>
            <a:r>
              <a:rPr lang="fr-FR" smtClean="0"/>
              <a:t>MA BIEN-AIMÉE, MA FEMME 
18-  VOICI, TU ES BELLE, TES YEUX</a:t>
            </a:r>
            <a:br>
              <a:rPr lang="fr-FR" smtClean="0"/>
            </a:br>
            <a:r>
              <a:rPr lang="fr-FR" smtClean="0"/>
              <a:t>TES JOUES, TES LÈVRES, TES DENTS  
19-  TON COU, TA POITRINE, TOUT</a:t>
            </a:r>
            <a:br>
              <a:rPr lang="fr-FR" smtClean="0"/>
            </a:br>
            <a:r>
              <a:rPr lang="fr-FR" smtClean="0"/>
              <a:t>TOUT DE TOI EST DÉLECTABLE 
20-  EN TOI IL Y A PAS DE TÂCHES 
21-  OH, FEMME DE MA JEUNESSE </a:t>
            </a:r>
            <a:br>
              <a:rPr lang="fr-FR" smtClean="0"/>
            </a:br>
            <a:r>
              <a:rPr lang="fr-FR" smtClean="0"/>
              <a:t>TU ES MON JARDIN PRIVÉ 
22-  PRINTEMPS INTERDIT AUX AUTRES</a:t>
            </a:r>
            <a:br>
              <a:rPr lang="fr-FR" smtClean="0"/>
            </a:br>
            <a:r>
              <a:rPr lang="fr-FR" smtClean="0"/>
              <a:t>LA SOURCE QUI M’EST DESTINÉE 
23-  OH, CHERCHE-MOI  AVEC L'ARDENT DÉSIR DE M'ENTOURER, DE M'EMBRASSER 
24-  DE ME CHOYER, SERRE MOI </a:t>
            </a:r>
            <a:br>
              <a:rPr lang="fr-FR" smtClean="0"/>
            </a:br>
            <a:r>
              <a:rPr lang="fr-FR" smtClean="0"/>
              <a:t>DANS TES BRAS, MA CHÉRIE 
25-  EN M'EMBRASSANT COMME HIER ENCORE PLUS AUJOURD'HUI 
26-  AVEC DU FEU SUR NOS LÈVRES PENDANT NOS BAISERS</a:t>
            </a:r>
            <a:br>
              <a:rPr lang="fr-FR" smtClean="0"/>
            </a:br>
            <a:r>
              <a:rPr lang="fr-FR" smtClean="0"/>
              <a:t>  
27-  ET JE VEUX T'ENTENDRE DIRE : 
28-  PROMETS-MOI QUE </a:t>
            </a:r>
            <a:br>
              <a:rPr lang="fr-FR" smtClean="0"/>
            </a:br>
            <a:r>
              <a:rPr lang="fr-FR" smtClean="0"/>
              <a:t>MÊME SI LE MONDE ME DÉTESTE 
29-  ET QUE SI TOUS ME DÉLAISSENT</a:t>
            </a:r>
            <a:br>
              <a:rPr lang="fr-FR" smtClean="0"/>
            </a:br>
            <a:r>
              <a:rPr lang="fr-FR" smtClean="0"/>
              <a:t>TU M'AIMERAS TOUJOURS 
30-  ENSEMBLE, LES DEUX RAPPROCHÉS POUR L'ÉTERNITÉ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7545B-270A-4E6A-A32F-A1B9CEC617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608D4-ADC2-49F8-9DD2-867680A6D7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6205C4-C4B9-4707-9CD0-C43366FD11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45E16-7CE4-4713-96FD-1B4CCEBB10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82F4E-BE32-4890-80F3-2129B10AF0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CF36B-47D2-4F83-87FE-94177B2234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941FA-20AB-4D4B-8CBB-F5D2C8AB37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1F40D-9BC3-4BA5-98DB-83525040DE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BCD299-0374-4611-9BCB-3A563DBF14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42ED1-3847-461B-931F-A8C46E2BD9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D0B51-5840-4E5C-B033-BA6799A8A2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CC9C658-398A-419A-9613-D70153E255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TU ES BON AVEC MOI, SEIGNEUR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M’AS DONNÉ UNE ÉPOUSE IDÉALE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TU AS FAIS DE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MEILLEUR DES MARIS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SEULEMENT EN CHRIST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CELA PEUT ÊTRE POSSIBLE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DIT QUE CELUI QUI TROUVE UNE FEMME A TROUVÉ LE BONHEUR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DIT AUSSI QUE C'EST UNE FAVEUR QU'IL A REÇUE DE L'ÉTERNEL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PAPA, LAISSE-MOI CHANTER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MON ÉPOUSE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REINE, MA BELLE PRINCESSE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MON ÉPOUSE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LA CHOSE LA PLUS BELLE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TU M’AS DONNÉE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BELLE BÉNÉDICTION DONT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MAINTENANT PROFITER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TU ES LE LYS DES VALLÉES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DOUCEUR, PLUS BELLE 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NARCISSE DE SARON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SŒUR, MON ÉPOUSE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MA COMPAGNE, MA FEMME TU 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LA FEMME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 VOLÉ MON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PLUS PRÉCIEUSE POUR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FEMME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LES PIERRES PRÉCIEUSES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PLUS BELLE FEMME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POUVAIT CRÉER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WAOUH ! VOICI, TU ES BELLE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BIEN-AIMÉE, MA FEMME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VOICI, TU ES BELLE, TES YEUX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JOUES, TES LÈVRES, TES DENTS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COU, TA POITRINE, TOUT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DE TOI EST DÉLECTABLE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 IL Y A PAS DE TÂCHES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FEMME DE MA JEUNESSE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JARDIN PRIVÉ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PRINTEMPS INTERDIT AUX AUTRES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SOURCE QUI M’EST DESTINÉE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39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OH, CHERCHE-MOI  AVEC L'ARDENT DÉSIR DE M'ENTOURER, DE M'EMBRASSER</a:t>
            </a:r>
            <a:endParaRPr lang="fr-FR" sz="39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ME CHOYER, SERRE MOI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TES BRAS, MA CHÉRIE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M'EMBRASSANT COMME HIER ENCORE PLUS AUJOURD'HUI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DU FEU SUR NOS LÈVRES PENDANT NOS BAISERS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VEUX T'ENTENDRE DIRE :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PROMETS-MOI QUE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LE MONDE ME DÉTESTE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SI TOUS ME DÉLAISSENT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M'AIMERAS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ENSEMBLE, LES DEUX RAPPROCHÉS POUR L'ÉTERNITÉ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865</Words>
  <Application>Microsoft Office PowerPoint</Application>
  <PresentationFormat>On-screen Show (4:3)</PresentationFormat>
  <Paragraphs>1322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Franklin Gothic Medium</vt:lpstr>
      <vt:lpstr>Arial</vt:lpstr>
      <vt:lpstr>Calibri</vt:lpstr>
      <vt:lpstr>Default Design</vt:lpstr>
      <vt:lpstr>COMME TU ES BON AVEC MOI, SEIGNEUR TU M’AS DONNÉ UNE ÉPOUSE IDÉALE  </vt:lpstr>
      <vt:lpstr>ET TU AS FAIS DE MOI  LE MEILLEUR DES MARIS</vt:lpstr>
      <vt:lpstr>SEULEMENT EN CHRIST  CELA PEUT ÊTRE POSSIBLE</vt:lpstr>
      <vt:lpstr>DIEU DIT QUE CELUI QUI TROUVE UNE FEMME A TROUVÉ LE BONHEUR</vt:lpstr>
      <vt:lpstr>DIEU DIT AUSSI QUE C'EST UNE FAVEUR QU'IL A REÇUE DE L'ÉTERNEL</vt:lpstr>
      <vt:lpstr>OH PAPA, LAISSE-MOI CHANTER  POUR MON ÉPOUSE</vt:lpstr>
      <vt:lpstr>MA REINE, MA BELLE PRINCESSE  MON ÉPOUSE</vt:lpstr>
      <vt:lpstr>QUI EST LA CHOSE LA PLUS BELLE   QUE TU M’AS DONNÉE</vt:lpstr>
      <vt:lpstr>LA PLUS BELLE BÉNÉDICTION DONT  JE PEUX MAINTENANT PROFITER</vt:lpstr>
      <vt:lpstr>OH, TU ES LE LYS DES VALLÉES</vt:lpstr>
      <vt:lpstr>DOUCEUR, PLUS BELLE QUE LE NARCISSE DE SARON</vt:lpstr>
      <vt:lpstr>MA SŒUR, MON ÉPOUSE  MA COMPAGNE, MA FEMME TU ES</vt:lpstr>
      <vt:lpstr>TU ES LA FEMME  QUI A VOLÉ MON CŒUR</vt:lpstr>
      <vt:lpstr>TU ES PLUS PRÉCIEUSE POUR MOI  </vt:lpstr>
      <vt:lpstr>OH FEMME QUE LES PIERRES PRÉCIEUSES</vt:lpstr>
      <vt:lpstr>LA PLUS BELLE FEMME  QUE DIEU POUVAIT CRÉER</vt:lpstr>
      <vt:lpstr>WAOUH ! VOICI, TU ES BELLE  MA BIEN-AIMÉE, MA FEMME</vt:lpstr>
      <vt:lpstr>VOICI, TU ES BELLE, TES YEUX TES JOUES, TES LÈVRES, TES DENTS </vt:lpstr>
      <vt:lpstr>TON COU, TA POITRINE, TOUT TOUT DE TOI EST DÉLECTABLE</vt:lpstr>
      <vt:lpstr>EN TOI IL Y A PAS DE TÂCHES</vt:lpstr>
      <vt:lpstr>OH, FEMME DE MA JEUNESSE  TU ES MON JARDIN PRIVÉ</vt:lpstr>
      <vt:lpstr>PRINTEMPS INTERDIT AUX AUTRES LA SOURCE QUI M’EST DESTINÉE</vt:lpstr>
      <vt:lpstr>OH, CHERCHE-MOI  AVEC L'ARDENT DÉSIR DE M'ENTOURER, DE M'EMBRASSER</vt:lpstr>
      <vt:lpstr>DE ME CHOYER, SERRE MOI  DANS TES BRAS, MA CHÉRIE</vt:lpstr>
      <vt:lpstr>EN M'EMBRASSANT COMME HIER ENCORE PLUS AUJOURD'HUI</vt:lpstr>
      <vt:lpstr>AVEC DU FEU SUR NOS LÈVRES PENDANT NOS BAISERS  </vt:lpstr>
      <vt:lpstr>ET JE VEUX T'ENTENDRE DIRE :</vt:lpstr>
      <vt:lpstr>PROMETS-MOI QUE  MÊME SI LE MONDE ME DÉTESTE</vt:lpstr>
      <vt:lpstr>ET QUE SI TOUS ME DÉLAISSENT TU M'AIMERAS TOUJOURS</vt:lpstr>
      <vt:lpstr>ENSEMBLE, LES DEUX RAPPROCHÉS POUR L'ÉTERNITÉ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144</cp:revision>
  <dcterms:created xsi:type="dcterms:W3CDTF">2002-08-17T10:50:50Z</dcterms:created>
  <dcterms:modified xsi:type="dcterms:W3CDTF">2014-12-28T00:21:31Z</dcterms:modified>
</cp:coreProperties>
</file>