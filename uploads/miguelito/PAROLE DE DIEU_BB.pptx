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70" r:id="rId2"/>
    <p:sldId id="297" r:id="rId3"/>
    <p:sldId id="296" r:id="rId4"/>
    <p:sldId id="295" r:id="rId5"/>
    <p:sldId id="294" r:id="rId6"/>
    <p:sldId id="299" r:id="rId7"/>
    <p:sldId id="293" r:id="rId8"/>
    <p:sldId id="298" r:id="rId9"/>
    <p:sldId id="300" r:id="rId10"/>
    <p:sldId id="291" r:id="rId11"/>
    <p:sldId id="301" r:id="rId12"/>
    <p:sldId id="290" r:id="rId13"/>
    <p:sldId id="302" r:id="rId14"/>
    <p:sldId id="289" r:id="rId15"/>
    <p:sldId id="303" r:id="rId16"/>
    <p:sldId id="288" r:id="rId17"/>
    <p:sldId id="287" r:id="rId18"/>
    <p:sldId id="304" r:id="rId19"/>
    <p:sldId id="286" r:id="rId20"/>
    <p:sldId id="305" r:id="rId21"/>
    <p:sldId id="285" r:id="rId22"/>
    <p:sldId id="284" r:id="rId23"/>
    <p:sldId id="306" r:id="rId24"/>
    <p:sldId id="283" r:id="rId25"/>
    <p:sldId id="307" r:id="rId26"/>
    <p:sldId id="308" r:id="rId27"/>
    <p:sldId id="282" r:id="rId28"/>
    <p:sldId id="281" r:id="rId29"/>
    <p:sldId id="309" r:id="rId30"/>
    <p:sldId id="280" r:id="rId31"/>
    <p:sldId id="310" r:id="rId32"/>
    <p:sldId id="279" r:id="rId33"/>
    <p:sldId id="311" r:id="rId34"/>
    <p:sldId id="278" r:id="rId35"/>
    <p:sldId id="312" r:id="rId36"/>
    <p:sldId id="277" r:id="rId37"/>
    <p:sldId id="313" r:id="rId38"/>
    <p:sldId id="275" r:id="rId39"/>
    <p:sldId id="314" r:id="rId40"/>
    <p:sldId id="274" r:id="rId41"/>
    <p:sldId id="315" r:id="rId42"/>
    <p:sldId id="273" r:id="rId43"/>
    <p:sldId id="272" r:id="rId44"/>
    <p:sldId id="316" r:id="rId4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33704" autoAdjust="0"/>
  </p:normalViewPr>
  <p:slideViewPr>
    <p:cSldViewPr>
      <p:cViewPr varScale="1">
        <p:scale>
          <a:sx n="25" d="100"/>
          <a:sy n="25" d="100"/>
        </p:scale>
        <p:origin x="-93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EE7982-A636-46FA-AD52-49B26E16ED8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F96467F-45E1-413B-8307-E3E7120312D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CAR LA PAROLE DE DIEU EST PLUS TRANCHANTE QUE TOUTE EPÉE</a:t>
            </a:r>
            <a:br>
              <a:rPr lang="fr-FR" dirty="0" smtClean="0"/>
            </a:br>
            <a:r>
              <a:rPr lang="fr-FR" dirty="0" smtClean="0"/>
              <a:t> 2-  À DEUX TRANCHANTS, PÉNÉTRANTE JUSQU'À PARTAGER ÂME ET ESPRIT</a:t>
            </a:r>
            <a:br>
              <a:rPr lang="fr-FR" dirty="0" smtClean="0"/>
            </a:br>
            <a:r>
              <a:rPr lang="fr-FR" dirty="0" smtClean="0"/>
              <a:t> 3-  PAROLE , C’EST LA PAROLE </a:t>
            </a:r>
            <a:r>
              <a:rPr lang="fr-FR" dirty="0" err="1" smtClean="0"/>
              <a:t>PAROLE</a:t>
            </a:r>
            <a:r>
              <a:rPr lang="fr-FR" dirty="0" smtClean="0"/>
              <a:t> DE DIEU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4-  ÉCOUTE-MOI ELLE NE CHANGE PAS PLUS JAMAIS</a:t>
            </a:r>
            <a:br>
              <a:rPr lang="fr-FR" dirty="0" smtClean="0"/>
            </a:br>
            <a:r>
              <a:rPr lang="fr-FR" dirty="0" smtClean="0"/>
              <a:t> 5-  LE CIEL PEUT PASSER</a:t>
            </a:r>
            <a:br>
              <a:rPr lang="fr-FR" dirty="0" smtClean="0"/>
            </a:br>
            <a:r>
              <a:rPr lang="fr-FR" dirty="0" smtClean="0"/>
              <a:t> 6-  MAIS SES PROMESSES S’ACCOMPLIRONT TOUJOURS</a:t>
            </a:r>
            <a:br>
              <a:rPr lang="fr-FR" dirty="0" smtClean="0"/>
            </a:br>
            <a:r>
              <a:rPr lang="fr-FR" dirty="0" smtClean="0"/>
              <a:t> 7-  PAROLE , C’EST LA PAROLE </a:t>
            </a:r>
            <a:r>
              <a:rPr lang="fr-FR" dirty="0" err="1" smtClean="0"/>
              <a:t>PAROLE</a:t>
            </a:r>
            <a:r>
              <a:rPr lang="fr-FR" dirty="0" smtClean="0"/>
              <a:t>  DE DIEU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IL FAUT SEULEMENT UNE SEULE PAROLE CETTE PAROLE A CHANGÉ MA VIE </a:t>
            </a:r>
            <a:br>
              <a:rPr lang="fr-FR" dirty="0" smtClean="0"/>
            </a:br>
            <a:r>
              <a:rPr lang="fr-FR" dirty="0" smtClean="0"/>
              <a:t> 9-  ET CHANGERA  AUSSI LA TIENNE</a:t>
            </a:r>
            <a:br>
              <a:rPr lang="fr-FR" dirty="0" smtClean="0"/>
            </a:br>
            <a:r>
              <a:rPr lang="fr-FR" dirty="0" smtClean="0"/>
              <a:t> 10-  CELLE QUI NE CHANGE JAMAIS CELLE QUI NE MENT JAMAIS 
11-  JE VEUX SEULEMENT QUE LÀ OÙ TU ES TU METTES TON OREILLE </a:t>
            </a:r>
            <a:br>
              <a:rPr lang="fr-FR" dirty="0" smtClean="0"/>
            </a:br>
            <a:r>
              <a:rPr lang="fr-FR" dirty="0" smtClean="0"/>
              <a:t>12-  ET QUE TU PENSES  À CE QUI TE MANQUE</a:t>
            </a:r>
            <a:br>
              <a:rPr lang="fr-FR" dirty="0" smtClean="0"/>
            </a:br>
            <a:r>
              <a:rPr lang="fr-FR" dirty="0" smtClean="0"/>
              <a:t>13-  JE T’ASSURE, EN DIEU TU LE TROUVERAS, EN JÉSUS-CHRIST</a:t>
            </a:r>
            <a:br>
              <a:rPr lang="fr-FR" dirty="0" smtClean="0"/>
            </a:br>
            <a:r>
              <a:rPr lang="fr-FR" dirty="0" smtClean="0"/>
              <a:t>14-  PAROLE DE DIEU CHERCHE UNE BIBLE </a:t>
            </a:r>
            <a:br>
              <a:rPr lang="fr-FR" dirty="0" smtClean="0"/>
            </a:br>
            <a:r>
              <a:rPr lang="fr-FR" dirty="0" smtClean="0"/>
              <a:t> 15-  ET LÀ TU LE TROUVERAS</a:t>
            </a:r>
            <a:br>
              <a:rPr lang="fr-FR" dirty="0" smtClean="0"/>
            </a:br>
            <a:r>
              <a:rPr lang="fr-FR" dirty="0" smtClean="0"/>
              <a:t> 16-  PAROLE , C’EST LA PAROLEPAROLE DE DIEU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17-  SI TU ÉCOUTES ATTENTIVEMENT LA PAROLE DE DIEU</a:t>
            </a:r>
          </a:p>
          <a:p>
            <a:pPr>
              <a:defRPr/>
            </a:pPr>
            <a:r>
              <a:rPr lang="fr-FR" dirty="0" smtClean="0"/>
              <a:t> 18-  TU SERAS BÉNI DANS LA VILLE  BÉNI DANS LES CHAMPS</a:t>
            </a:r>
            <a:br>
              <a:rPr lang="fr-FR" dirty="0" smtClean="0"/>
            </a:br>
            <a:r>
              <a:rPr lang="fr-FR" dirty="0" smtClean="0"/>
              <a:t> 19-  BÉNI TON COUPLE,  BÉNIS TES ENFANTS BÉNIES TES AFFAIRES </a:t>
            </a:r>
            <a:br>
              <a:rPr lang="fr-FR" dirty="0" smtClean="0"/>
            </a:br>
            <a:r>
              <a:rPr lang="fr-FR" dirty="0" smtClean="0"/>
              <a:t> 20-   BÉNIES TES FINANCES ET DIEU FERA DE TOI</a:t>
            </a:r>
            <a:br>
              <a:rPr lang="fr-FR" dirty="0" smtClean="0"/>
            </a:br>
            <a:r>
              <a:rPr lang="fr-FR" dirty="0" smtClean="0"/>
              <a:t> 21-  QUELQU’UN DE GRAND ET TU SERAS UNE BÉNÉDICTION</a:t>
            </a:r>
            <a:br>
              <a:rPr lang="fr-FR" dirty="0" smtClean="0"/>
            </a:br>
            <a:r>
              <a:rPr lang="fr-FR" dirty="0" smtClean="0"/>
              <a:t> 22-  ÉCOUTE, TON DIEU BÉNIRA TOUS CEUX QUI TE BÉNISSENT</a:t>
            </a:r>
            <a:br>
              <a:rPr lang="fr-FR" dirty="0" smtClean="0"/>
            </a:br>
            <a:r>
              <a:rPr lang="fr-FR" dirty="0" smtClean="0"/>
              <a:t> 23-  ET MAUDIRA CEUX QUI TE MAUDISSENT</a:t>
            </a:r>
            <a:br>
              <a:rPr lang="fr-FR" dirty="0" smtClean="0"/>
            </a:br>
            <a:r>
              <a:rPr lang="fr-FR" dirty="0" smtClean="0"/>
              <a:t> 24-  ET SERONT BÉNIES EN TOI TOUTES LES FAMILLES DE LA TERRE</a:t>
            </a:r>
            <a:br>
              <a:rPr lang="fr-FR" dirty="0" smtClean="0"/>
            </a:br>
            <a:r>
              <a:rPr lang="fr-FR" dirty="0" smtClean="0"/>
              <a:t> 25-  TON DIEU VAINCRA TOUS TES ENNEMIS </a:t>
            </a:r>
            <a:br>
              <a:rPr lang="fr-FR" dirty="0" smtClean="0"/>
            </a:br>
            <a:r>
              <a:rPr lang="fr-FR" dirty="0" smtClean="0"/>
              <a:t> 26-  ILS VIENDRONT CONTRE TOI PAR UN CHEMIN </a:t>
            </a:r>
            <a:br>
              <a:rPr lang="fr-FR" dirty="0" smtClean="0"/>
            </a:br>
            <a:r>
              <a:rPr lang="fr-FR" dirty="0" smtClean="0"/>
              <a:t> 27-  ET FUIRONT DE TOI PAR SEPT CHEMINS, CAR DIEU TE DÉFENDRA</a:t>
            </a:r>
            <a:br>
              <a:rPr lang="fr-FR" dirty="0" smtClean="0"/>
            </a:br>
            <a:r>
              <a:rPr lang="fr-FR" dirty="0" smtClean="0"/>
              <a:t> 28-  C’EST LUI TON PASTEUR ET RIEN NE TE MANQUERA </a:t>
            </a:r>
            <a:br>
              <a:rPr lang="fr-FR" dirty="0" smtClean="0"/>
            </a:br>
            <a:r>
              <a:rPr lang="fr-FR" dirty="0" smtClean="0"/>
              <a:t> 29-  LUI TE GUIDERA DE NUIT ET DE JOUR TON CŒUR NE CRAINDRA RIEN </a:t>
            </a:r>
            <a:br>
              <a:rPr lang="fr-FR" dirty="0" smtClean="0"/>
            </a:br>
            <a:r>
              <a:rPr lang="fr-FR" dirty="0" smtClean="0"/>
              <a:t> 30-  CAR DIEU EST AVEC TOISON AMOUR ET SA MISÉRICORDE  </a:t>
            </a:r>
            <a:br>
              <a:rPr lang="fr-FR" dirty="0" smtClean="0"/>
            </a:br>
            <a:r>
              <a:rPr lang="fr-FR" dirty="0" smtClean="0"/>
              <a:t> 31-  TE SUIVRONT TOUTE TA VIE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32-  PAROLE ….. 
33-  JE T’AVAIS DIT QU’UNE SEULE PAROLE ÉCOUTE-MOI : </a:t>
            </a:r>
            <a:br>
              <a:rPr lang="fr-FR" dirty="0" smtClean="0"/>
            </a:br>
            <a:r>
              <a:rPr lang="fr-FR" dirty="0" smtClean="0"/>
              <a:t> 34-   POUR REMPLIR DE FORCE POUR DÉROUTER TON ENNEMI 
35-  NE RETOURNE PAS EN ARRIÈRE</a:t>
            </a:r>
            <a:br>
              <a:rPr lang="fr-FR" dirty="0" smtClean="0"/>
            </a:br>
            <a:r>
              <a:rPr lang="fr-FR" dirty="0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38-  JE VEUX SEULEMENT QUE LÀ OÙ TU ES TU METTES TON OREILLE </a:t>
            </a:r>
            <a:br>
              <a:rPr lang="fr-FR" dirty="0" smtClean="0"/>
            </a:br>
            <a:r>
              <a:rPr lang="fr-FR" dirty="0" smtClean="0"/>
              <a:t> 39-  ET QUE TU PENSES À CE QUI TE MANQUE, CAR MOI AUSSI</a:t>
            </a:r>
            <a:br>
              <a:rPr lang="fr-FR" dirty="0" smtClean="0"/>
            </a:br>
            <a:r>
              <a:rPr lang="fr-FR" dirty="0" smtClean="0"/>
              <a:t> 40-  JE NE CROYAIS PAS EN DIEU JUSQU’AU JOUR OÙ J’AI LU LA BIBLE</a:t>
            </a:r>
            <a:br>
              <a:rPr lang="fr-FR" dirty="0" smtClean="0"/>
            </a:br>
            <a:r>
              <a:rPr lang="fr-FR" dirty="0" smtClean="0"/>
              <a:t> 41-  ET CETTE PAROLE M’A RENDU TELLEMENT HEUREUX </a:t>
            </a:r>
            <a:br>
              <a:rPr lang="fr-FR" dirty="0" smtClean="0"/>
            </a:br>
            <a:r>
              <a:rPr lang="fr-FR" dirty="0" smtClean="0"/>
              <a:t> 42-  PAROLE, CELLE-CI EST LA PAROLE</a:t>
            </a:r>
            <a:br>
              <a:rPr lang="fr-FR" dirty="0" smtClean="0"/>
            </a:br>
            <a:r>
              <a:rPr lang="fr-FR" dirty="0" smtClean="0"/>
              <a:t> 43-  CHERCHE LA PAROLE  ELLE EST DANS LA BIBLE </a:t>
            </a:r>
            <a:br>
              <a:rPr lang="fr-FR" dirty="0" smtClean="0"/>
            </a:br>
            <a:r>
              <a:rPr lang="fr-FR" dirty="0" smtClean="0"/>
              <a:t> 44-  CAR LE CIEL ET LA TERRE PASSERONT MAIS SA PAROLE NE PASSERA PAS</a:t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pPr>
              <a:defRPr/>
            </a:pPr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CAR LA PAROLE DE DIEU EST PLUS TRANCHANTE QUE TOUTE EPÉE</a:t>
            </a:r>
            <a:br>
              <a:rPr lang="fr-FR" smtClean="0"/>
            </a:br>
            <a:r>
              <a:rPr lang="fr-FR" smtClean="0"/>
              <a:t> 2-  À DEUX TRANCHANTS, PÉNÉTRANTE JUSQU'À PARTAGER ÂME ET ESPRIT</a:t>
            </a:r>
            <a:br>
              <a:rPr lang="fr-FR" smtClean="0"/>
            </a:br>
            <a:r>
              <a:rPr lang="fr-FR" smtClean="0"/>
              <a:t> 3-  PAROLE , C’EST LA PAROLE 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ÉCOUTE-MOI ELLE NE CHANGE PAS PLUS JAMAIS</a:t>
            </a:r>
            <a:br>
              <a:rPr lang="fr-FR" smtClean="0"/>
            </a:br>
            <a:r>
              <a:rPr lang="fr-FR" smtClean="0"/>
              <a:t> 5-  LE CIEL PEUT PASSER</a:t>
            </a:r>
            <a:br>
              <a:rPr lang="fr-FR" smtClean="0"/>
            </a:br>
            <a:r>
              <a:rPr lang="fr-FR" smtClean="0"/>
              <a:t> 6-  MAIS SES PROMESSES S’ACCOMPLIRONT TOUJOURS</a:t>
            </a:r>
            <a:br>
              <a:rPr lang="fr-FR" smtClean="0"/>
            </a:br>
            <a:r>
              <a:rPr lang="fr-FR" smtClean="0"/>
              <a:t> 7-  PAROLE , C’EST LA PAROLE PAROLE 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IL FAUT SEULEMENT UNE SEULE PAROLE CETTE PAROLE A CHANGÉ MA VIE </a:t>
            </a:r>
            <a:br>
              <a:rPr lang="fr-FR" smtClean="0"/>
            </a:br>
            <a:r>
              <a:rPr lang="fr-FR" smtClean="0"/>
              <a:t> 9-  ET CHANGERA  AUSSI LA TIENNE</a:t>
            </a:r>
            <a:br>
              <a:rPr lang="fr-FR" smtClean="0"/>
            </a:br>
            <a:r>
              <a:rPr lang="fr-FR" smtClean="0"/>
              <a:t> 10-  CELLE QUI NE CHANGE JAMAIS CELLE QUI NE MENT JAMAIS 
11-  JE VEUX SEULEMENT QUE LÀ OÙ TU ES TU METTES TON OREILLE </a:t>
            </a:r>
            <a:br>
              <a:rPr lang="fr-FR" smtClean="0"/>
            </a:br>
            <a:r>
              <a:rPr lang="fr-FR" smtClean="0"/>
              <a:t>12-  ET QUE TU PENSES  À CE QUI TE MANQUE</a:t>
            </a:r>
            <a:br>
              <a:rPr lang="fr-FR" smtClean="0"/>
            </a:br>
            <a:r>
              <a:rPr lang="fr-FR" smtClean="0"/>
              <a:t>13-  JE T’ASSURE, EN DIEU TU LE TROUVERAS, EN JÉSUS-CHRIST</a:t>
            </a:r>
            <a:br>
              <a:rPr lang="fr-FR" smtClean="0"/>
            </a:br>
            <a:r>
              <a:rPr lang="fr-FR" smtClean="0"/>
              <a:t>14-  PAROLE DE DIEU CHERCHE UNE BIBLE </a:t>
            </a:r>
            <a:br>
              <a:rPr lang="fr-FR" smtClean="0"/>
            </a:br>
            <a:r>
              <a:rPr lang="fr-FR" smtClean="0"/>
              <a:t> 15-  ET LÀ TU LE TROUVERAS</a:t>
            </a:r>
            <a:br>
              <a:rPr lang="fr-FR" smtClean="0"/>
            </a:br>
            <a:r>
              <a:rPr lang="fr-FR" smtClean="0"/>
              <a:t> 16-  PAROLE , C’EST LA PAROLEPAROLE DE DIEU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17-  SI TU ÉCOUTES ATTENTIVEMENT LA PAROLE DE DIEU</a:t>
            </a:r>
          </a:p>
          <a:p>
            <a:r>
              <a:rPr lang="fr-FR" smtClean="0"/>
              <a:t> 18-  TU SERAS BÉNI DANS LA VILLE  BÉNI DANS LES CHAMPS</a:t>
            </a:r>
            <a:br>
              <a:rPr lang="fr-FR" smtClean="0"/>
            </a:br>
            <a:r>
              <a:rPr lang="fr-FR" smtClean="0"/>
              <a:t> 19-  BÉNI TON COUPLE,  BÉNIS TES ENFANTS BÉNIES TES AFFAIRES </a:t>
            </a:r>
            <a:br>
              <a:rPr lang="fr-FR" smtClean="0"/>
            </a:br>
            <a:r>
              <a:rPr lang="fr-FR" smtClean="0"/>
              <a:t> 20-   BÉNIES TES FINANCES ET DIEU FERA DE TOI</a:t>
            </a:r>
            <a:br>
              <a:rPr lang="fr-FR" smtClean="0"/>
            </a:br>
            <a:r>
              <a:rPr lang="fr-FR" smtClean="0"/>
              <a:t> 21-  QUELQU’UN DE GRAND ET TU SERAS UNE BÉNÉDICTION</a:t>
            </a:r>
            <a:br>
              <a:rPr lang="fr-FR" smtClean="0"/>
            </a:br>
            <a:r>
              <a:rPr lang="fr-FR" smtClean="0"/>
              <a:t> 22-  ÉCOUTE, TON DIEU BÉNIRA TOUS CEUX QUI TE BÉNISSENT</a:t>
            </a:r>
            <a:br>
              <a:rPr lang="fr-FR" smtClean="0"/>
            </a:br>
            <a:r>
              <a:rPr lang="fr-FR" smtClean="0"/>
              <a:t> 23-  ET MAUDIRA CEUX QUI TE MAUDISSENT</a:t>
            </a:r>
            <a:br>
              <a:rPr lang="fr-FR" smtClean="0"/>
            </a:br>
            <a:r>
              <a:rPr lang="fr-FR" smtClean="0"/>
              <a:t> 24-  ET SERONT BÉNIES EN TOI TOUTES LES FAMILLES DE LA TERRE</a:t>
            </a:r>
            <a:br>
              <a:rPr lang="fr-FR" smtClean="0"/>
            </a:br>
            <a:r>
              <a:rPr lang="fr-FR" smtClean="0"/>
              <a:t> 25-  TON DIEU VAINCRA TOUS TES ENNEMIS </a:t>
            </a:r>
            <a:br>
              <a:rPr lang="fr-FR" smtClean="0"/>
            </a:br>
            <a:r>
              <a:rPr lang="fr-FR" smtClean="0"/>
              <a:t> 26-  ILS VIENDRONT CONTRE TOI PAR UN CHEMIN </a:t>
            </a:r>
            <a:br>
              <a:rPr lang="fr-FR" smtClean="0"/>
            </a:br>
            <a:r>
              <a:rPr lang="fr-FR" smtClean="0"/>
              <a:t> 27-  ET FUIRONT DE TOI PAR SEPT CHEMINS, CAR DIEU TE DÉFENDRA</a:t>
            </a:r>
            <a:br>
              <a:rPr lang="fr-FR" smtClean="0"/>
            </a:br>
            <a:r>
              <a:rPr lang="fr-FR" smtClean="0"/>
              <a:t> 28-  C’EST LUI TON PASTEUR ET RIEN NE TE MANQUERA </a:t>
            </a:r>
            <a:br>
              <a:rPr lang="fr-FR" smtClean="0"/>
            </a:br>
            <a:r>
              <a:rPr lang="fr-FR" smtClean="0"/>
              <a:t> 29-  LUI TE GUIDERA DE NUIT ET DE JOUR TON CŒUR NE CRAINDRA RIEN </a:t>
            </a:r>
            <a:br>
              <a:rPr lang="fr-FR" smtClean="0"/>
            </a:br>
            <a:r>
              <a:rPr lang="fr-FR" smtClean="0"/>
              <a:t> 30-  CAR DIEU EST AVEC TOISON AMOUR ET SA MISÉRICORDE  </a:t>
            </a:r>
            <a:br>
              <a:rPr lang="fr-FR" smtClean="0"/>
            </a:br>
            <a:r>
              <a:rPr lang="fr-FR" smtClean="0"/>
              <a:t> 31-  TE SUIVRONT TOUTE TA VIE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32-  PAROLE ….. 
33-  JE T’AVAIS DIT QU’UNE SEULE PAROLE ÉCOUTE-MOI : </a:t>
            </a:r>
            <a:br>
              <a:rPr lang="fr-FR" smtClean="0"/>
            </a:br>
            <a:r>
              <a:rPr lang="fr-FR" smtClean="0"/>
              <a:t> 34-   POUR REMPLIR DE FORCE POUR DÉROUTER TON ENNEMI 
35-  NE RETOURNE PAS EN ARRIÈRE</a:t>
            </a:r>
            <a:br>
              <a:rPr lang="fr-FR" smtClean="0"/>
            </a:br>
            <a:r>
              <a:rPr lang="fr-FR" smtClean="0"/>
              <a:t> 36-  CETTE PAROLE A CHANGÉ MA VIE ET CHANGERA AUSSI LA TIENNE 
37-  CELLE QUI NE CHANGE JAMAIS  CELLE QUI NE MENT JAMAIS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38-  JE VEUX SEULEMENT QUE LÀ OÙ TU ES TU METTES TON OREILLE </a:t>
            </a:r>
            <a:br>
              <a:rPr lang="fr-FR" smtClean="0"/>
            </a:br>
            <a:r>
              <a:rPr lang="fr-FR" smtClean="0"/>
              <a:t> 39-  ET QUE TU PENSES À CE QUI TE MANQUE, CAR MOI AUSSI</a:t>
            </a:r>
            <a:br>
              <a:rPr lang="fr-FR" smtClean="0"/>
            </a:br>
            <a:r>
              <a:rPr lang="fr-FR" smtClean="0"/>
              <a:t> 40-  JE NE CROYAIS PAS EN DIEU JUSQU’AU JOUR OÙ J’AI LU LA BIBLE</a:t>
            </a:r>
            <a:br>
              <a:rPr lang="fr-FR" smtClean="0"/>
            </a:br>
            <a:r>
              <a:rPr lang="fr-FR" smtClean="0"/>
              <a:t> 41-  ET CETTE PAROLE M’A RENDU TELLEMENT HEUREUX </a:t>
            </a:r>
            <a:br>
              <a:rPr lang="fr-FR" smtClean="0"/>
            </a:br>
            <a:r>
              <a:rPr lang="fr-FR" smtClean="0"/>
              <a:t> 42-  PAROLE, CELLE-CI EST LA PAROLE</a:t>
            </a:r>
            <a:br>
              <a:rPr lang="fr-FR" smtClean="0"/>
            </a:br>
            <a:r>
              <a:rPr lang="fr-FR" smtClean="0"/>
              <a:t> 43-  CHERCHE LA PAROLE  ELLE EST DANS LA BIBLE </a:t>
            </a:r>
            <a:br>
              <a:rPr lang="fr-FR" smtClean="0"/>
            </a:br>
            <a:r>
              <a:rPr lang="fr-FR" smtClean="0"/>
              <a:t> 44-  CAR LE CIEL ET LA TERRE PASSERONT MAIS SA PAROLE NE PASSERA PAS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8AA86-C835-4E25-B24D-9845015366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90E5E-62D1-4E1E-901A-8AA8D3D58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D89D4-4A69-4A6F-A2BA-B4E4C0D471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92015-E7D8-40CC-AB30-0E2B7D4702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5D3B2-F26A-41A3-905A-3E076D32B1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B2FDB-99B7-4FC3-8A42-DF25E5DDA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27871-53ED-43B1-9F89-30B4937224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DC4EB-3523-4B33-B5DC-607EE2FA1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CBD0B-5A7C-46DD-BA44-5AC1F942BB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290D7-E8AB-4BD3-930B-278FF7DAE5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CB568-73D8-49A1-9603-D0BCB2E0F9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F7278E9-48D1-41BC-B9FE-D0722E2F88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LA PAROLE DE DIEU EST PLUS TRANCHANTE QUE TOUTE EPÉE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DEUX TRANCHANTS, PÉNÉTRANTE JUSQU'À PARTAGER ÂME ET ESPRIT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, C’EST LA PAROLE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ÉCOUTE-MOI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NE CHANGE PAS PLUS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PEUT PASSER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SES PROMESSES S’ACCOMPLIRONT TOUJOURS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, C’EST LA PAROLE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FAUT SEULEMENT UNE SEULE PAROLE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PAROLE A CHANGÉ MA VIE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CHANGERA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LA TIENNE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QUI NE CHANGE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QUI NE MENT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SEULEMENT QUE LÀ OÙ TU ES TU METTES TON OREILLE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TU PENSES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CE QUI TE MANQUE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T’ASSURE, EN DIEU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LE TROUVERAS, EN JÉSUS-CHRIST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CHERCHE UNE BIBLE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LÀ TU LE TROUVERAS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, C’EST LA PAROLE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ÉCOUTES ATTENTIVEMENT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SERAS BÉNI DANS LA VILLE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LES CHAMPS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TON COUPLE,  BÉNIS TES 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BÉNIES TES AFFAIRES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BÉNIES TES FINANCES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DIEU FERA DE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QUELQU’UN DE GRAND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SERAS UNE BÉNÉDICTION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ÉCOUTE, TON DIEU BÉNIRA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CEUX QUI TE BÉNISSENT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MAUDIRA CEUX QUI TE MAUDISSENT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SERONT BÉNIES EN TOI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FAMILLES DE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DIEU VAINCRA TOUS TES ENNEMIS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VIENDRONT CONTRE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PAR UN CHEMIN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FUIRONT DE TOI PAR SEPT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CHEMINS, CAR DIEU TE DÉFENDRA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LUI TON PASTEUR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RIEN NE TE MANQUERA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TE GUIDERA DE NUIT ET DE JOUR TON CŒUR NE CRAINDRA RIEN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DIEU EST AVEC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ET SA MISÉRICORDE 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SUIVRONT TOUTE TA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 …..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T’AVAIS DIT QU’UNE SEULE PAROLE ÉCOUTE-MOI :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POUR REMPLIR DE FORCE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DÉROUTER TON ENNEMI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RETOURNE PAS EN ARRIÈRE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PAROLE A CHANGÉ MA VIE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CHANGERA AUSSI LA TIENNE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QUI NE CHANGE JAMAIS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QUI NE MENT JAMAIS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SEULEMENT QUE LÀ OÙ TU ES TU METTES TON OREILLE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TU PENSES À CE QUI TE MANQUE, CAR MOI AUSSI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CROYAIS PAS EN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JUSQU’AU JOUR OÙ J’AI LU LA BIBLE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CETTE PAROLE M’A RENDU TELLEMENT HEUREUX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PAROLE, CELLE-CI EST LA PAROLE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CHERCHE LA PAROLE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EST DANS LA BIBLE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CIEL ET LA TERRE PASSERONT MAIS SA PAROLE NE PASSERA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1317</Words>
  <Application>Microsoft Office PowerPoint</Application>
  <PresentationFormat>On-screen Show (4:3)</PresentationFormat>
  <Paragraphs>660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Franklin Gothic Medium</vt:lpstr>
      <vt:lpstr>Arial</vt:lpstr>
      <vt:lpstr>Calibri</vt:lpstr>
      <vt:lpstr>Default Design</vt:lpstr>
      <vt:lpstr>CAR LA PAROLE DE DIEU EST PLUS TRANCHANTE QUE TOUTE EPÉE </vt:lpstr>
      <vt:lpstr>À DEUX TRANCHANTS, PÉNÉTRANTE JUSQU'À PARTAGER ÂME ET ESPRIT </vt:lpstr>
      <vt:lpstr>PAROLE , C’EST LA PAROLE PAROLE DE DIEU   </vt:lpstr>
      <vt:lpstr>ÉCOUTE-MOI  ELLE NE CHANGE PAS PLUS JAMAIS </vt:lpstr>
      <vt:lpstr>LE CIEL PEUT PASSER </vt:lpstr>
      <vt:lpstr>MAIS SES PROMESSES S’ACCOMPLIRONT TOUJOURS </vt:lpstr>
      <vt:lpstr>PAROLE , C’EST LA PAROLE PAROLE  DE DIEU </vt:lpstr>
      <vt:lpstr>IL FAUT SEULEMENT UNE SEULE PAROLE CETTE PAROLE A CHANGÉ MA VIE  </vt:lpstr>
      <vt:lpstr>ET CHANGERA  AUSSI LA TIENNE </vt:lpstr>
      <vt:lpstr>CELLE QUI NE CHANGE JAMAIS CELLE QUI NE MENT JAMAIS</vt:lpstr>
      <vt:lpstr>JE VEUX SEULEMENT QUE LÀ OÙ TU ES TU METTES TON OREILLE  </vt:lpstr>
      <vt:lpstr>ET QUE TU PENSES  À CE QUI TE MANQUE </vt:lpstr>
      <vt:lpstr>JE T’ASSURE, EN DIEU  TU LE TROUVERAS, EN JÉSUS-CHRIST </vt:lpstr>
      <vt:lpstr>PAROLE DE DIEU CHERCHE UNE BIBLE  </vt:lpstr>
      <vt:lpstr>ET LÀ TU LE TROUVERAS </vt:lpstr>
      <vt:lpstr>PAROLE , C’EST LA PAROLE PAROLE DE DIEU   </vt:lpstr>
      <vt:lpstr>SI TU ÉCOUTES ATTENTIVEMENT  LA PAROLE DE DIEU </vt:lpstr>
      <vt:lpstr>TU SERAS BÉNI DANS LA VILLE  BÉNI DANS LES CHAMPS </vt:lpstr>
      <vt:lpstr>BÉNI TON COUPLE,  BÉNIS TES ENFANTS  BÉNIES TES AFFAIRES  </vt:lpstr>
      <vt:lpstr> BÉNIES TES FINANCES  ET DIEU FERA DE TOI </vt:lpstr>
      <vt:lpstr>QUELQU’UN DE GRAND  ET TU SERAS UNE BÉNÉDICTION </vt:lpstr>
      <vt:lpstr>ÉCOUTE, TON DIEU BÉNIRA  TOUS CEUX QUI TE BÉNISSENT </vt:lpstr>
      <vt:lpstr>ET MAUDIRA CEUX QUI TE MAUDISSENT </vt:lpstr>
      <vt:lpstr>ET SERONT BÉNIES EN TOI  TOUTES LES FAMILLES DE LA TERRE </vt:lpstr>
      <vt:lpstr>TON DIEU VAINCRA TOUS TES ENNEMIS  </vt:lpstr>
      <vt:lpstr>ILS VIENDRONT CONTRE TOI  PAR UN CHEMIN  </vt:lpstr>
      <vt:lpstr>ET FUIRONT DE TOI PAR SEPT CHEMINS, CAR DIEU TE DÉFENDRA </vt:lpstr>
      <vt:lpstr>C’EST LUI TON PASTEUR ET RIEN NE TE MANQUERA  </vt:lpstr>
      <vt:lpstr>LUI TE GUIDERA DE NUIT ET DE JOUR TON CŒUR NE CRAINDRA RIEN  </vt:lpstr>
      <vt:lpstr>CAR DIEU EST AVEC TOI SON AMOUR ET SA MISÉRICORDE   </vt:lpstr>
      <vt:lpstr>TE SUIVRONT TOUTE TA VIE </vt:lpstr>
      <vt:lpstr>PAROLE …..</vt:lpstr>
      <vt:lpstr>JE T’AVAIS DIT QU’UNE SEULE PAROLE ÉCOUTE-MOI :  </vt:lpstr>
      <vt:lpstr> POUR REMPLIR DE FORCE POUR DÉROUTER TON ENNEMI </vt:lpstr>
      <vt:lpstr>NE RETOURNE PAS EN ARRIÈRE </vt:lpstr>
      <vt:lpstr>CETTE PAROLE A CHANGÉ MA VIE  ET CHANGERA AUSSI LA TIENNE</vt:lpstr>
      <vt:lpstr>CELLE QUI NE CHANGE JAMAIS  CELLE QUI NE MENT JAMAIS  </vt:lpstr>
      <vt:lpstr>JE VEUX SEULEMENT QUE LÀ OÙ TU ES TU METTES TON OREILLE  </vt:lpstr>
      <vt:lpstr>ET QUE TU PENSES À CE QUI TE MANQUE, CAR MOI AUSSI </vt:lpstr>
      <vt:lpstr>JE NE CROYAIS PAS EN DIEU JUSQU’AU JOUR OÙ J’AI LU LA BIBLE </vt:lpstr>
      <vt:lpstr>ET CETTE PAROLE M’A RENDU TELLEMENT HEUREUX  </vt:lpstr>
      <vt:lpstr>PAROLE, CELLE-CI EST LA PAROLE </vt:lpstr>
      <vt:lpstr>CHERCHE LA PAROLE  ELLE EST DANS LA BIBLE  </vt:lpstr>
      <vt:lpstr>CAR LE CIEL ET LA TERRE PASSERONT MAIS SA PAROLE NE PASSERA PAS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143</cp:revision>
  <dcterms:created xsi:type="dcterms:W3CDTF">2002-08-17T10:50:50Z</dcterms:created>
  <dcterms:modified xsi:type="dcterms:W3CDTF">2014-12-28T02:05:24Z</dcterms:modified>
</cp:coreProperties>
</file>