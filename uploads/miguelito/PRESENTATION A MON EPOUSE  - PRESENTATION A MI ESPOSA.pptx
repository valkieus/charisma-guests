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21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31954" autoAdjust="0"/>
  </p:normalViewPr>
  <p:slideViewPr>
    <p:cSldViewPr>
      <p:cViewPr>
        <p:scale>
          <a:sx n="120" d="100"/>
          <a:sy n="120" d="100"/>
        </p:scale>
        <p:origin x="2220" y="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21055C1-F810-40C8-A149-1FBB025411C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956BBDA-697C-4253-9F38-D0D5EF01B74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en-US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CELUI QUI TROUVE UNE FEMME</a:t>
            </a:r>
            <a:br>
              <a:rPr lang="fr-FR" smtClean="0"/>
            </a:br>
            <a:r>
              <a:rPr lang="fr-FR" smtClean="0"/>
              <a:t>A TROUVÉ LE BONHEUR</a:t>
            </a:r>
            <a:br>
              <a:rPr lang="fr-FR" smtClean="0"/>
            </a:br>
            <a:r>
              <a:rPr lang="fr-FR" smtClean="0"/>
              <a:t> 
2-  C’EST UNE FAVEUR</a:t>
            </a:r>
            <a:br>
              <a:rPr lang="fr-FR" smtClean="0"/>
            </a:br>
            <a:r>
              <a:rPr lang="fr-FR" smtClean="0"/>
              <a:t>QU’IL A REÇUE DE L'ÉTERNEL</a:t>
            </a:r>
            <a:br>
              <a:rPr lang="fr-FR" smtClean="0"/>
            </a:br>
            <a:r>
              <a:rPr lang="fr-FR" smtClean="0"/>
              <a:t> 
3-  NOUS DIT DIEU DANS LA BIBLE</a:t>
            </a:r>
            <a:br>
              <a:rPr lang="fr-FR" smtClean="0"/>
            </a:br>
            <a:r>
              <a:rPr lang="fr-FR" smtClean="0"/>
              <a:t>PROVERBES 18 </a:t>
            </a:r>
            <a:br>
              <a:rPr lang="fr-FR" smtClean="0"/>
            </a:br>
            <a:r>
              <a:rPr lang="fr-FR" smtClean="0"/>
              <a:t> 
4-  MAIS JE NE SAVAIS PAS ÇA</a:t>
            </a:r>
            <a:br>
              <a:rPr lang="fr-FR" smtClean="0"/>
            </a:br>
            <a:r>
              <a:rPr lang="fr-FR" smtClean="0"/>
              <a:t>QUAND J’ÉTAIS DANS LE MONDE</a:t>
            </a:r>
            <a:br>
              <a:rPr lang="fr-FR" smtClean="0"/>
            </a:br>
            <a:r>
              <a:rPr lang="fr-FR" smtClean="0"/>
              <a:t> 
5-  JE NE M’EN SOUCIAIS PAS</a:t>
            </a:r>
            <a:br>
              <a:rPr lang="fr-FR" smtClean="0"/>
            </a:br>
            <a:r>
              <a:rPr lang="fr-FR" smtClean="0"/>
              <a:t>JE CHANTAIS DES CHANSONS</a:t>
            </a:r>
            <a:br>
              <a:rPr lang="fr-FR" smtClean="0"/>
            </a:br>
            <a:r>
              <a:rPr lang="fr-FR" smtClean="0"/>
              <a:t> 
6-  POUR LES FEMMES DU MONDE</a:t>
            </a:r>
            <a:br>
              <a:rPr lang="fr-FR" smtClean="0"/>
            </a:br>
            <a:r>
              <a:rPr lang="fr-FR" smtClean="0"/>
              <a:t>MAIS JAMAIS À MON ÉPOUSE </a:t>
            </a:r>
            <a:br>
              <a:rPr lang="fr-FR" smtClean="0"/>
            </a:br>
            <a:r>
              <a:rPr lang="fr-FR" smtClean="0"/>
              <a:t> 
7-  J’ÉTAIS TRÈS ROMANTIQUE</a:t>
            </a:r>
            <a:br>
              <a:rPr lang="fr-FR" smtClean="0"/>
            </a:br>
            <a:r>
              <a:rPr lang="fr-FR" smtClean="0"/>
              <a:t>ET GALANT AVEC TOUTES LES FEMMES</a:t>
            </a:r>
            <a:br>
              <a:rPr lang="fr-FR" smtClean="0"/>
            </a:br>
            <a:r>
              <a:rPr lang="fr-FR" smtClean="0"/>
              <a:t> 
8-  J’ÉTAIS UN DON JUAN, UN DRAGUEUR</a:t>
            </a:r>
            <a:br>
              <a:rPr lang="fr-FR" smtClean="0"/>
            </a:br>
            <a:r>
              <a:rPr lang="fr-FR" smtClean="0"/>
              <a:t>MAIS C’EST BON</a:t>
            </a:r>
            <a:br>
              <a:rPr lang="fr-FR" smtClean="0"/>
            </a:br>
            <a:r>
              <a:rPr lang="fr-FR" smtClean="0"/>
              <a:t> 
9-  CHRIST EST ARRIVÉ DANS MA VIE</a:t>
            </a:r>
            <a:br>
              <a:rPr lang="fr-FR" smtClean="0"/>
            </a:br>
            <a:r>
              <a:rPr lang="fr-FR" smtClean="0"/>
              <a:t>ET M’A APPRIS À AIMER</a:t>
            </a:r>
            <a:br>
              <a:rPr lang="fr-FR" smtClean="0"/>
            </a:br>
            <a:r>
              <a:rPr lang="fr-FR" smtClean="0"/>
              <a:t> 
10-  UNE SEULE FEMME, MON ÉPOUSE</a:t>
            </a:r>
            <a:br>
              <a:rPr lang="fr-FR" smtClean="0"/>
            </a:br>
            <a:r>
              <a:rPr lang="fr-FR" smtClean="0"/>
              <a:t> MAINTENANT, TOUTE CETTE ROMANCE</a:t>
            </a:r>
            <a:br>
              <a:rPr lang="fr-FR" smtClean="0"/>
            </a:br>
            <a:r>
              <a:rPr lang="fr-FR" smtClean="0"/>
              <a:t> 
11-  GENTILLESSE ET GALANTERIE</a:t>
            </a:r>
            <a:br>
              <a:rPr lang="fr-FR" smtClean="0"/>
            </a:br>
            <a:r>
              <a:rPr lang="fr-FR" smtClean="0"/>
              <a:t>JE L’UTILISE AVEC LA FEMME</a:t>
            </a:r>
            <a:br>
              <a:rPr lang="fr-FR" smtClean="0"/>
            </a:br>
            <a:r>
              <a:rPr lang="fr-FR" smtClean="0"/>
              <a:t> 
12-  QUE DIEU A PLACÉE DANS MA VIE</a:t>
            </a:r>
            <a:br>
              <a:rPr lang="fr-FR" smtClean="0"/>
            </a:br>
            <a:r>
              <a:rPr lang="fr-FR" smtClean="0"/>
              <a:t>POUR ELLE, POUR L’AMOUR DE MA VIE</a:t>
            </a:r>
            <a:br>
              <a:rPr lang="fr-FR" smtClean="0"/>
            </a:br>
            <a:r>
              <a:rPr lang="fr-FR" smtClean="0"/>
              <a:t> 
13-  POUR MON ÉPOUSE</a:t>
            </a:r>
            <a:br>
              <a:rPr lang="fr-FR" smtClean="0"/>
            </a:br>
            <a:r>
              <a:rPr lang="fr-FR" smtClean="0"/>
              <a:t>DIT DE LA FAÇON SUIVANTE …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D3994-89F0-4600-AD65-344BF42213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7FF30-4B5C-4336-9189-B9F2597C7F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3AC12-2941-4ED1-A6B0-9E1DF2BB80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43D31-B827-4B66-B9C0-C66160DAB2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E942F-0907-4F87-BDFE-0E16D62EF0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FF6F8-CE15-4F3E-8A5A-43351D421D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2C9C0-902B-40CA-B313-8B06D7E2CE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2906A-B16D-4537-A896-E0D2103FAF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49E86-FC4B-4DEB-B653-815545F5A4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5FD81-A3A9-4770-A1AD-1F53C306AF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56BA0-E8CB-4CE6-A58E-1EDCB5F641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3CDC7B-4C21-4C08-A300-E528A70BD3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TROUVE UNE FEMME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TROUVÉ LE BONHEUR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UNE FAVEUR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A REÇUE DE L'ÉTERNEL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DIT DIEU DANS LA BIBLE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PROVERBES 18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SAVAIS PAS ÇA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J’ÉTAIS DANS LE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M’EN SOUCIAIS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CHANTAIS DES CHANSONS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LES FEMMES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JAMAIS À MON ÉPOUSE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TRÈS ROMANTIQUE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GALANT AVEC TOUTES LES FEMMES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UN DON JUAN, UN DRAGUEUR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C’EST BON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ARRIVÉ DANS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M’A APPRIS À AIMER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SEULE FEMME, MON ÉPOUSE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MAINTENANT, TOUTE CETTE ROMANCE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GENTILLESSE ET GALANTERIE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L’UTILISE AVEC LA FEMME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A PLACÉE DANS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ELLE, POUR L’AMOUR DE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MON ÉPOUSE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DIT DE LA FAÇON SUIVANTE …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221</Words>
  <Application>Microsoft Office PowerPoint</Application>
  <PresentationFormat>On-screen Show (4:3)</PresentationFormat>
  <Paragraphs>39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CELUI QUI TROUVE UNE FEMME A TROUVÉ LE BONHEUR </vt:lpstr>
      <vt:lpstr>C’EST UNE FAVEUR QU’IL A REÇUE DE L'ÉTERNEL </vt:lpstr>
      <vt:lpstr>NOUS DIT DIEU DANS LA BIBLE PROVERBES 18  </vt:lpstr>
      <vt:lpstr>MAIS JE NE SAVAIS PAS ÇA QUAND J’ÉTAIS DANS LE MONDE </vt:lpstr>
      <vt:lpstr>JE NE M’EN SOUCIAIS PAS JE CHANTAIS DES CHANSONS </vt:lpstr>
      <vt:lpstr>POUR LES FEMMES DU MONDE MAIS JAMAIS À MON ÉPOUSE  </vt:lpstr>
      <vt:lpstr>J’ÉTAIS TRÈS ROMANTIQUE ET GALANT AVEC TOUTES LES FEMMES </vt:lpstr>
      <vt:lpstr>J’ÉTAIS UN DON JUAN, UN DRAGUEUR MAIS C’EST BON </vt:lpstr>
      <vt:lpstr>CHRIST EST ARRIVÉ DANS MA VIE ET M’A APPRIS À AIMER </vt:lpstr>
      <vt:lpstr>UNE SEULE FEMME, MON ÉPOUSE  MAINTENANT, TOUTE CETTE ROMANCE </vt:lpstr>
      <vt:lpstr>GENTILLESSE ET GALANTERIE JE L’UTILISE AVEC LA FEMME </vt:lpstr>
      <vt:lpstr>QUE DIEU A PLACÉE DANS MA VIE POUR ELLE, POUR L’AMOUR DE MA VIE </vt:lpstr>
      <vt:lpstr>POUR MON ÉPOUSE DIT DE LA FAÇON SUIVANTE …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161</cp:revision>
  <dcterms:created xsi:type="dcterms:W3CDTF">2002-08-17T10:50:50Z</dcterms:created>
  <dcterms:modified xsi:type="dcterms:W3CDTF">2014-12-28T06:30:24Z</dcterms:modified>
</cp:coreProperties>
</file>