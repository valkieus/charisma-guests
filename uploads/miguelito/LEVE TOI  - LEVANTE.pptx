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70" r:id="rId2"/>
    <p:sldId id="272" r:id="rId3"/>
    <p:sldId id="328" r:id="rId4"/>
    <p:sldId id="273" r:id="rId5"/>
    <p:sldId id="327" r:id="rId6"/>
    <p:sldId id="274" r:id="rId7"/>
    <p:sldId id="320" r:id="rId8"/>
    <p:sldId id="275" r:id="rId9"/>
    <p:sldId id="276" r:id="rId10"/>
    <p:sldId id="329" r:id="rId11"/>
    <p:sldId id="277" r:id="rId12"/>
    <p:sldId id="278" r:id="rId13"/>
    <p:sldId id="358" r:id="rId14"/>
    <p:sldId id="321" r:id="rId15"/>
    <p:sldId id="357" r:id="rId16"/>
    <p:sldId id="356" r:id="rId17"/>
    <p:sldId id="355" r:id="rId18"/>
    <p:sldId id="354" r:id="rId19"/>
    <p:sldId id="353" r:id="rId20"/>
    <p:sldId id="352" r:id="rId21"/>
    <p:sldId id="351" r:id="rId22"/>
    <p:sldId id="350" r:id="rId23"/>
    <p:sldId id="349" r:id="rId24"/>
    <p:sldId id="348" r:id="rId25"/>
    <p:sldId id="347" r:id="rId26"/>
    <p:sldId id="346" r:id="rId27"/>
    <p:sldId id="345" r:id="rId28"/>
    <p:sldId id="344" r:id="rId29"/>
    <p:sldId id="343" r:id="rId30"/>
    <p:sldId id="342" r:id="rId31"/>
    <p:sldId id="341" r:id="rId32"/>
    <p:sldId id="340" r:id="rId33"/>
    <p:sldId id="339" r:id="rId34"/>
    <p:sldId id="338" r:id="rId35"/>
    <p:sldId id="359" r:id="rId36"/>
    <p:sldId id="337" r:id="rId37"/>
    <p:sldId id="336" r:id="rId38"/>
    <p:sldId id="360" r:id="rId3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0" autoAdjust="0"/>
    <p:restoredTop sz="37455" autoAdjust="0"/>
  </p:normalViewPr>
  <p:slideViewPr>
    <p:cSldViewPr>
      <p:cViewPr>
        <p:scale>
          <a:sx n="30" d="100"/>
          <a:sy n="30" d="100"/>
        </p:scale>
        <p:origin x="-258" y="-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2744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1ECF995-FDE1-4182-BE9E-150C9F7BFC6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62D339F-B174-4031-A255-1DFF768E49E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</a:t>
            </a:r>
          </a:p>
          <a:p>
            <a:pPr>
              <a:defRPr/>
            </a:pPr>
            <a:r>
              <a:rPr lang="fr-FR" smtClean="0"/>
              <a:t>Yo soy tu amigo Miguelito no me confundas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>
              <a:defRPr/>
            </a:pPr>
            <a:r>
              <a:rPr lang="fr-FR" smtClean="0"/>
              <a:t>Levántate por que ha llegado tu luz Levántate, levántate ahora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>
              <a:defRPr/>
            </a:pPr>
            <a:r>
              <a:rPr lang="fr-FR" smtClean="0"/>
              <a:t>Alza tu ojos y mira porque ha llegado tu luz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>
              <a:defRPr/>
            </a:pPr>
            <a:r>
              <a:rPr lang="fr-FR" smtClean="0"/>
              <a:t>Puede ser que de tinieblas la tierra se cubrirá</a:t>
            </a:r>
          </a:p>
          <a:p>
            <a:pPr>
              <a:defRPr/>
            </a:pPr>
            <a:r>
              <a:rPr lang="fr-FR" smtClean="0"/>
              <a:t>7-  TRAGÉDIE, IL Y AURA DE L’OBSCURITÉ DANS TOUTES LES NATIONS</a:t>
            </a:r>
          </a:p>
          <a:p>
            <a:pPr>
              <a:defRPr/>
            </a:pPr>
            <a:r>
              <a:rPr lang="fr-FR" smtClean="0"/>
              <a:t>Tragedia y obscuridad hay en todas las naciones</a:t>
            </a:r>
          </a:p>
          <a:p>
            <a:pPr>
              <a:defRPr/>
            </a:pPr>
            <a:r>
              <a:rPr lang="fr-FR" smtClean="0"/>
              <a:t>8-  MAIS SUR TOI, BÉNÉDICTIONS ET LA GLOIRE DE DIEU SERA VUE</a:t>
            </a:r>
          </a:p>
          <a:p>
            <a:pPr>
              <a:defRPr/>
            </a:pPr>
            <a:r>
              <a:rPr lang="fr-FR" smtClean="0"/>
              <a:t>Mas sobre ti bendiciones la gloria de Dios verá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>
              <a:defRPr/>
            </a:pPr>
            <a:r>
              <a:rPr lang="fr-FR" smtClean="0"/>
              <a:t>, tu gloria Dios te la da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>
              <a:defRPr/>
            </a:pPr>
            <a:r>
              <a:rPr lang="fr-FR" smtClean="0"/>
              <a:t>Latinos levantante </a:t>
            </a:r>
          </a:p>
          <a:p>
            <a:pPr>
              <a:defRPr/>
            </a:pPr>
            <a:r>
              <a:rPr lang="fr-FR" smtClean="0"/>
              <a:t>14-  JE SUIS TON AMI MIGUELITO NE TE TROMPE PAS</a:t>
            </a:r>
          </a:p>
          <a:p>
            <a:pPr>
              <a:defRPr/>
            </a:pPr>
            <a:r>
              <a:rPr lang="fr-FR" smtClean="0"/>
              <a:t>yo soy tu amigo Miguelito no me confundas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>
              <a:defRPr/>
            </a:pPr>
            <a:r>
              <a:rPr lang="fr-FR" smtClean="0"/>
              <a:t>Del extranjero vendran a edificar tus ciudades</a:t>
            </a:r>
          </a:p>
          <a:p>
            <a:pPr>
              <a:defRPr/>
            </a:pPr>
            <a:r>
              <a:rPr lang="fr-FR" smtClean="0"/>
              <a:t>16-  IMPRÉSARIOS MILLIARDAIRES QUI INVESTISSENT LEURS RICHESSES</a:t>
            </a:r>
          </a:p>
          <a:p>
            <a:pPr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>
              <a:defRPr/>
            </a:pPr>
            <a:r>
              <a:rPr lang="fr-FR" smtClean="0"/>
              <a:t>Tal cual papa Dios lo expresa ; todos su gloria verán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>
              <a:defRPr/>
            </a:pPr>
            <a:r>
              <a:rPr lang="fr-FR" smtClean="0"/>
              <a:t>Ingenieros, arquitectos de aviones ; computadoras</a:t>
            </a:r>
          </a:p>
          <a:p>
            <a:pPr>
              <a:defRPr/>
            </a:pPr>
            <a:r>
              <a:rPr lang="fr-FR" smtClean="0"/>
              <a:t>20-  LÈVE TA FOI, AGIS CAR LE MOMENT C’EST MAINTENANT</a:t>
            </a:r>
          </a:p>
          <a:p>
            <a:pPr>
              <a:defRPr/>
            </a:pPr>
            <a:r>
              <a:rPr lang="fr-FR" smtClean="0"/>
              <a:t>Levanta en fé y acciona, porque el momento es ahora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>
              <a:defRPr/>
            </a:pPr>
            <a:r>
              <a:rPr lang="fr-FR" smtClean="0"/>
              <a:t>El momento es ahora ; latinos para ti y para tus hijos</a:t>
            </a:r>
          </a:p>
          <a:p>
            <a:pPr>
              <a:defRPr/>
            </a:pPr>
            <a:r>
              <a:rPr lang="fr-FR" smtClean="0"/>
              <a:t>22-  LÈVE-TOI ET TU VERRAS LA GLOIRE DE DIEU</a:t>
            </a:r>
          </a:p>
          <a:p>
            <a:pPr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>
              <a:defRPr/>
            </a:pPr>
            <a:r>
              <a:rPr lang="fr-FR" smtClean="0"/>
              <a:t>Como tu amigo Miguelito no me confundas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>
              <a:defRPr/>
            </a:pPr>
            <a:r>
              <a:rPr lang="fr-FR" smtClean="0"/>
              <a:t>Levántate que ha llegado tu luz</a:t>
            </a:r>
          </a:p>
          <a:p>
            <a:pPr>
              <a:defRPr/>
            </a:pPr>
            <a:r>
              <a:rPr lang="fr-FR" smtClean="0"/>
              <a:t>29-  LE SEIGNEUR RAMÈNE À TOI TES ENFANTS</a:t>
            </a:r>
          </a:p>
          <a:p>
            <a:pPr>
              <a:defRPr/>
            </a:pPr>
            <a:r>
              <a:rPr lang="fr-FR" smtClean="0"/>
              <a:t>, el Señor trae a tus hijos</a:t>
            </a:r>
          </a:p>
          <a:p>
            <a:pPr>
              <a:defRPr/>
            </a:pPr>
            <a:r>
              <a:rPr lang="fr-FR" smtClean="0"/>
              <a:t>30-  LÈVE-TOI, CAR TA LUMIÈRE EST ARRIVÉE AU MONDE PROFESSIONNEL</a:t>
            </a:r>
          </a:p>
          <a:p>
            <a:pPr>
              <a:defRPr/>
            </a:pPr>
            <a:r>
              <a:rPr lang="fr-FR" smtClean="0"/>
              <a:t>Levántate que ha llegado tu luz, al mundo profesional</a:t>
            </a:r>
          </a:p>
          <a:p>
            <a:pPr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>
              <a:defRPr/>
            </a:pPr>
            <a:r>
              <a:rPr lang="fr-FR" smtClean="0"/>
              <a:t>Levántate que ha llegado tu luz, al mundo de las empresas</a:t>
            </a:r>
          </a:p>
          <a:p>
            <a:pPr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>
              <a:defRPr/>
            </a:pPr>
            <a:r>
              <a:rPr lang="fr-FR" smtClean="0"/>
              <a:t>Levántate que ha llegado tu luz, el Señor pone a tus hijos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35-  LÈVE-TOI  x4</a:t>
            </a:r>
          </a:p>
          <a:p>
            <a:pPr>
              <a:defRPr/>
            </a:pPr>
            <a:r>
              <a:rPr lang="fr-FR" smtClean="0"/>
              <a:t>Levántate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36-  COMME TON AMI MIGUELITO NE TE TROMPE PAS</a:t>
            </a:r>
          </a:p>
          <a:p>
            <a:pPr>
              <a:defRPr/>
            </a:pPr>
            <a:r>
              <a:rPr lang="fr-FR" smtClean="0"/>
              <a:t>Como tu amigo Miguelito no me confundas</a:t>
            </a:r>
          </a:p>
          <a:p>
            <a:pPr>
              <a:defRPr/>
            </a:pPr>
            <a:r>
              <a:rPr lang="fr-FR" smtClean="0"/>
              <a:t>37-  TA LUMIÈRE EST ARRIVÉE</a:t>
            </a:r>
          </a:p>
          <a:p>
            <a:pPr>
              <a:defRPr/>
            </a:pPr>
            <a:r>
              <a:rPr lang="fr-FR" smtClean="0"/>
              <a:t>Ha llegado tu luz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LATINO LÈVE-TOI</a:t>
            </a:r>
          </a:p>
          <a:p>
            <a:pPr>
              <a:defRPr/>
            </a:pPr>
            <a:r>
              <a:rPr lang="fr-FR" smtClean="0"/>
              <a:t>Latino Levántante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en-US" dirty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por que ha llegado tu luz Levántate, levántate ahora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Alza tu ojos y mira porque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Puede ser que de tinieblas la tierra se cubrirá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TRAGÉDIE, IL Y AURA DE L’OBSCURITÉ DANS TOUTES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Tragedia y obscuridad hay en todas las naciones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MAIS SUR TOI, BÉNÉDICTIONS ET LA GLOIRE DE DIEU SERA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Mas sobre ti bendiciones la gloria de Dios verá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tu gloria Dios te la da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Latinos levantante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SUIS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soy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extranjero vendran a edificar tus ciudades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IMPRÉSARIOS MILLIARDAIRES QUI INVESTISSENT LEURS RICHESSES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Tal cual papa Dios lo expresa ; todos su gloria 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Ingenieros, arquitectos de aviones ; computadoras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LÈVE TA FOI, AGIS CAR LE MOMENT C’EST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Levanta en fé y acciona, porque el momento es ahora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momento es ahora ; latinos para ti y para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LÈVE-TOI ET TU VERRAS LA GLOIRE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LE SEIGNEUR RAMÈNE À TOI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, el Señor trae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LÈVE-TOI, CAR TA LUMIÈRE EST ARRIVÉE AU MONDE PROFESSIONNEL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profesional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LÈVE-TOI, CAR TA LUMIÈRE EST ARRIVÉE AU MONDE DES ENTREPRISES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al mundo de las empresas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LÈVE-TOI, CAR TA LUMIÈRE EST ARRIVÉE AU MONDE DE LA SCIENCE EN GÉNÉRAL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el Señor pone a tus hijos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LÈVE-TOI, CAR TA LUMIÈRE EST ARRIVÉE À GOUVERNER CETTE TERRE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LÈVE-TOI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Levántate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COMME TON AMI MIGUELITO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Como tu amigo Miguelito no me confundas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TA LUMIÈRE EST ARRIVÉE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 llegado tu luz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LATINO 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Latino Levántante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2-  LÈVE-TOI CAR TA LUMIÈRE EST ARRIVÉE LÈVE-TOI, LÈVE-TOI MAINTENANT</a:t>
            </a:r>
          </a:p>
          <a:p>
            <a:r>
              <a:rPr lang="fr-FR" smtClean="0"/>
              <a:t>Levántate por que ha llegado tu luz Levántate, levántate ahora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LÈVE-TOI MON PEUPLE CAR TA LUMIÈRE EST ARRIVÉE</a:t>
            </a:r>
          </a:p>
          <a:p>
            <a:r>
              <a:rPr lang="fr-FR" smtClean="0"/>
              <a:t>Levántate pueblo mio porque ha llegado tu luz</a:t>
            </a:r>
            <a:br>
              <a:rPr lang="fr-FR" smtClean="0"/>
            </a:br>
            <a:r>
              <a:rPr lang="fr-FR" smtClean="0"/>
              <a:t>4-  CAR LA GLOIRE DE DIEU SE TROUVE SUR TA VIE</a:t>
            </a:r>
          </a:p>
          <a:p>
            <a:r>
              <a:rPr lang="fr-FR" smtClean="0"/>
              <a:t>Porque la gloria de Dios se encuentra sobre tu vida</a:t>
            </a:r>
            <a:br>
              <a:rPr lang="fr-FR" smtClean="0"/>
            </a:br>
            <a:r>
              <a:rPr lang="fr-FR" smtClean="0"/>
              <a:t>5-  LÈVE TES YEUX ET REGARDE CAR TA LUMIÈRE EST ARRIVÉE</a:t>
            </a:r>
          </a:p>
          <a:p>
            <a:r>
              <a:rPr lang="fr-FR" smtClean="0"/>
              <a:t>Alza tu ojos y mira porque ha llegado tu luz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PEUT-ÊTRE QUE DES TÉNÈBRES COUVRIRONT LA TERRE</a:t>
            </a:r>
          </a:p>
          <a:p>
            <a:r>
              <a:rPr lang="fr-FR" smtClean="0"/>
              <a:t>Puede ser que de tinieblas la tierra se cubrirá</a:t>
            </a:r>
          </a:p>
          <a:p>
            <a:r>
              <a:rPr lang="fr-FR" smtClean="0"/>
              <a:t>7-  TRAGÉDIE, IL Y AURA DE L’OBSCURITÉ DANS TOUTES LES NATIONS</a:t>
            </a:r>
          </a:p>
          <a:p>
            <a:r>
              <a:rPr lang="fr-FR" smtClean="0"/>
              <a:t>Tragedia y obscuridad hay en todas las naciones</a:t>
            </a:r>
          </a:p>
          <a:p>
            <a:r>
              <a:rPr lang="fr-FR" smtClean="0"/>
              <a:t>8-  MAIS SUR TOI, BÉNÉDICTIONS ET LA GLOIRE DE DIEU SERA VUE</a:t>
            </a:r>
          </a:p>
          <a:p>
            <a:r>
              <a:rPr lang="fr-FR" smtClean="0"/>
              <a:t>Mas sobre ti bendiciones la gloria de Dios verá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9-  GLOIRE SIGNIFIE NOTORIÉTÉ RICHESSE ET AUTORITÉ</a:t>
            </a:r>
          </a:p>
          <a:p>
            <a:r>
              <a:rPr lang="fr-FR" smtClean="0"/>
              <a:t>Gloria significa fama. Riqueza y autoridad</a:t>
            </a:r>
            <a:br>
              <a:rPr lang="fr-FR" smtClean="0"/>
            </a:br>
            <a:r>
              <a:rPr lang="fr-FR" smtClean="0"/>
              <a:t>10-  SPLENDEUR ET MAGNIFICENCE GRAND HONNEUR ET DIGNITÉ</a:t>
            </a:r>
          </a:p>
          <a:p>
            <a:r>
              <a:rPr lang="fr-FR" smtClean="0"/>
              <a:t>Esplendor y magnificencia gran honor y dignidad</a:t>
            </a:r>
            <a:br>
              <a:rPr lang="fr-FR" smtClean="0"/>
            </a:br>
            <a:r>
              <a:rPr lang="fr-FR" smtClean="0"/>
              <a:t>11-  POUR TOI ET POUR TES ENFANTS SA GLOIRE DIEU TE DONNERA</a:t>
            </a:r>
          </a:p>
          <a:p>
            <a:r>
              <a:rPr lang="fr-FR" smtClean="0"/>
              <a:t>Para ti y para tus hijos</a:t>
            </a:r>
            <a:br>
              <a:rPr lang="fr-FR" smtClean="0"/>
            </a:br>
            <a:r>
              <a:rPr lang="fr-FR" smtClean="0"/>
              <a:t>12-  DIEU TE DONNERA SA GLOIRE</a:t>
            </a:r>
          </a:p>
          <a:p>
            <a:r>
              <a:rPr lang="fr-FR" smtClean="0"/>
              <a:t>, tu gloria Dios te la da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LATINO LÈVE-TOI</a:t>
            </a:r>
          </a:p>
          <a:p>
            <a:r>
              <a:rPr lang="fr-FR" smtClean="0"/>
              <a:t>Latinos levantante </a:t>
            </a:r>
          </a:p>
          <a:p>
            <a:r>
              <a:rPr lang="fr-FR" smtClean="0"/>
              <a:t>14-  JE SUIS TON AMI MIGUELITO NE TE TROMPE PAS</a:t>
            </a:r>
          </a:p>
          <a:p>
            <a:r>
              <a:rPr lang="fr-FR" smtClean="0"/>
              <a:t>yo soy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L’ÉTRANGER ILS VIENDRONT ÉDIFIER TES VILLES</a:t>
            </a:r>
          </a:p>
          <a:p>
            <a:r>
              <a:rPr lang="fr-FR" smtClean="0"/>
              <a:t>Del extranjero vendran a edificar tus ciudades</a:t>
            </a:r>
          </a:p>
          <a:p>
            <a:r>
              <a:rPr lang="fr-FR" smtClean="0"/>
              <a:t>16-  IMPRÉSARIOS MILLIARDAIRES QUI INVESTISSENT LEURS RICHESSES</a:t>
            </a:r>
          </a:p>
          <a:p>
            <a:r>
              <a:rPr lang="fr-FR" smtClean="0"/>
              <a:t>Empresarios millonarios invertiran sus riquezas</a:t>
            </a:r>
            <a:br>
              <a:rPr lang="fr-FR" smtClean="0"/>
            </a:br>
            <a:r>
              <a:rPr lang="fr-FR" smtClean="0"/>
              <a:t>17-  TEL QUE PAPA DIEU L'EXPRIME TOUS VERRONT SA GLOIRE</a:t>
            </a:r>
          </a:p>
          <a:p>
            <a:r>
              <a:rPr lang="fr-FR" smtClean="0"/>
              <a:t>Tal cual papa Dios lo expresa ; todos su gloria verán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TES ENFANTS SERONT BANQUIERS ÉCRIVAINS, INVENTEURS</a:t>
            </a:r>
          </a:p>
          <a:p>
            <a:r>
              <a:rPr lang="fr-FR" smtClean="0"/>
              <a:t>Tus hijos serán banqueros, escritores, inventores</a:t>
            </a:r>
            <a:br>
              <a:rPr lang="fr-FR" smtClean="0"/>
            </a:br>
            <a:r>
              <a:rPr lang="fr-FR" smtClean="0"/>
              <a:t>19-  INGÉNIEURS, ARCHITECTES D'AVIONS D’ORDINATEURS</a:t>
            </a:r>
          </a:p>
          <a:p>
            <a:r>
              <a:rPr lang="fr-FR" smtClean="0"/>
              <a:t>Ingenieros, arquitectos de aviones ; computadoras</a:t>
            </a:r>
          </a:p>
          <a:p>
            <a:r>
              <a:rPr lang="fr-FR" smtClean="0"/>
              <a:t>20-  LÈVE TA FOI, AGIS CAR LE MOMENT C’EST MAINTENANT</a:t>
            </a:r>
          </a:p>
          <a:p>
            <a:r>
              <a:rPr lang="fr-FR" smtClean="0"/>
              <a:t>Levanta en fé y acciona, porque el momento es ahora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21-  LE MOMENT, C’EST MAINTENANT LATINO POUR TOI ET POUR TES ENFANTS</a:t>
            </a:r>
          </a:p>
          <a:p>
            <a:r>
              <a:rPr lang="fr-FR" smtClean="0"/>
              <a:t>El momento es ahora ; latinos para ti y para tus hijos</a:t>
            </a:r>
          </a:p>
          <a:p>
            <a:r>
              <a:rPr lang="fr-FR" smtClean="0"/>
              <a:t>22-  LÈVE-TOI ET TU VERRAS LA GLOIRE DE DIEU</a:t>
            </a:r>
          </a:p>
          <a:p>
            <a:r>
              <a:rPr lang="fr-FR" smtClean="0"/>
              <a:t>Levántate y veras la gloria de Dios</a:t>
            </a:r>
            <a:br>
              <a:rPr lang="fr-FR" smtClean="0"/>
            </a:br>
            <a:r>
              <a:rPr lang="fr-FR" smtClean="0"/>
              <a:t>23-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 LÈVE-TOI, CAR TA LUMIÈRE EST ARRIVÉE MES AFFAIRES ET BÉNÉFICES</a:t>
            </a:r>
          </a:p>
          <a:p>
            <a:r>
              <a:rPr lang="fr-FR" smtClean="0"/>
              <a:t>Levántate que ha llegado tu luz ; mis negocios y ganancias</a:t>
            </a:r>
            <a:br>
              <a:rPr lang="fr-FR" smtClean="0"/>
            </a:br>
            <a:r>
              <a:rPr lang="fr-FR" smtClean="0"/>
              <a:t>25-  LÈVE-TOI, CAR TA LUMIÈRE EST ARRIVÉE CONSACRÉE AU SEIGNEUR</a:t>
            </a:r>
          </a:p>
          <a:p>
            <a:r>
              <a:rPr lang="fr-FR" smtClean="0"/>
              <a:t>Levántate que ha llegado tu luz, consagradas al Señor ;</a:t>
            </a:r>
            <a:br>
              <a:rPr lang="fr-FR" smtClean="0"/>
            </a:br>
            <a:r>
              <a:rPr lang="fr-FR" smtClean="0"/>
              <a:t>26-  LÈVE-TOI, CAR TA LUMIÈRE EST ARRIVÉE POUR QUE NOS NATIONS</a:t>
            </a:r>
          </a:p>
          <a:p>
            <a:r>
              <a:rPr lang="fr-FR" smtClean="0"/>
              <a:t>Levántate que ha llegado tu luz, para que nuestras naciones</a:t>
            </a:r>
            <a:br>
              <a:rPr lang="fr-FR" smtClean="0"/>
            </a:br>
            <a:r>
              <a:rPr lang="fr-FR" smtClean="0"/>
              <a:t>27-  LÈVE-TOI, CAR TA LUMIÈRE EST ARRIVÉE CHAQUE JOUR SOIT MEILLEUR</a:t>
            </a:r>
          </a:p>
          <a:p>
            <a:r>
              <a:rPr lang="fr-FR" smtClean="0"/>
              <a:t>Levántate que ha llegado tu luz, cada día sean mejores:</a:t>
            </a:r>
            <a:br>
              <a:rPr lang="fr-FR" smtClean="0"/>
            </a:br>
            <a:r>
              <a:rPr lang="fr-FR" smtClean="0"/>
              <a:t>28-  LÈVE-TOI, CAR TA LUMIÈRE EST ARRIVÉE</a:t>
            </a:r>
          </a:p>
          <a:p>
            <a:r>
              <a:rPr lang="fr-FR" smtClean="0"/>
              <a:t>Levántate que ha llegado tu luz</a:t>
            </a:r>
          </a:p>
          <a:p>
            <a:r>
              <a:rPr lang="fr-FR" smtClean="0"/>
              <a:t>29-  LE SEIGNEUR RAMÈNE À TOI TES ENFANTS</a:t>
            </a:r>
          </a:p>
          <a:p>
            <a:r>
              <a:rPr lang="fr-FR" smtClean="0"/>
              <a:t>, el Señor trae a tus hijos</a:t>
            </a:r>
          </a:p>
          <a:p>
            <a:r>
              <a:rPr lang="fr-FR" smtClean="0"/>
              <a:t>30-  LÈVE-TOI, CAR TA LUMIÈRE EST ARRIVÉE AU MONDE PROFESSIONNEL</a:t>
            </a:r>
          </a:p>
          <a:p>
            <a:r>
              <a:rPr lang="fr-FR" smtClean="0"/>
              <a:t>Levántate que ha llegado tu luz, al mundo profesional</a:t>
            </a:r>
          </a:p>
          <a:p>
            <a:r>
              <a:rPr lang="fr-FR" smtClean="0"/>
              <a:t>31-  LÈVE-TOI, CAR TA LUMIÈRE EST ARRIVÉE AU MONDE DES ENTREPRISES</a:t>
            </a:r>
          </a:p>
          <a:p>
            <a:r>
              <a:rPr lang="fr-FR" smtClean="0"/>
              <a:t>Levántate que ha llegado tu luz, al mundo de las empresas</a:t>
            </a:r>
          </a:p>
          <a:p>
            <a:r>
              <a:rPr lang="fr-FR" smtClean="0"/>
              <a:t>32-  LÈVE-TOI, CAR TA LUMIÈRE EST ARRIVÉE AU MONDE DE LA SCIENCE EN GÉNÉRAL</a:t>
            </a:r>
          </a:p>
          <a:p>
            <a:r>
              <a:rPr lang="fr-FR" smtClean="0"/>
              <a:t>Levántate que ha llegado tu luz, de la ciencia en general</a:t>
            </a:r>
            <a:br>
              <a:rPr lang="fr-FR" smtClean="0"/>
            </a:br>
            <a:r>
              <a:rPr lang="fr-FR" smtClean="0"/>
              <a:t>33-  LÈVE-TOI, CAR TA LUMIÈRE EST ARRIVÉE LE SEIGNEUR POSITIONNE TES ENFANTS</a:t>
            </a:r>
          </a:p>
          <a:p>
            <a:r>
              <a:rPr lang="fr-FR" smtClean="0"/>
              <a:t>Levántate que ha llegado tu luz, el Señor pone a tus hijos</a:t>
            </a:r>
          </a:p>
          <a:p>
            <a:endParaRPr lang="fr-FR" smtClean="0"/>
          </a:p>
          <a:p>
            <a:r>
              <a:rPr lang="fr-FR" smtClean="0"/>
              <a:t>34-  LÈVE-TOI, CAR TA LUMIÈRE EST ARRIVÉE À GOUVERNER CETTE TERRE   x3</a:t>
            </a:r>
          </a:p>
          <a:p>
            <a:r>
              <a:rPr lang="fr-FR" smtClean="0"/>
              <a:t>Levántate que ha llegado tu luz, esta tierra a gobernar    x3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35-  LÈVE-TOI  x4</a:t>
            </a:r>
          </a:p>
          <a:p>
            <a:r>
              <a:rPr lang="fr-FR" smtClean="0"/>
              <a:t>Levántate x4</a:t>
            </a:r>
          </a:p>
          <a:p>
            <a:endParaRPr lang="fr-FR" smtClean="0"/>
          </a:p>
          <a:p>
            <a:r>
              <a:rPr lang="fr-FR" smtClean="0"/>
              <a:t>36-  COMME TON AMI MIGUELITO NE TE TROMPE PAS</a:t>
            </a:r>
          </a:p>
          <a:p>
            <a:r>
              <a:rPr lang="fr-FR" smtClean="0"/>
              <a:t>Como tu amigo Miguelito no me confundas</a:t>
            </a:r>
          </a:p>
          <a:p>
            <a:r>
              <a:rPr lang="fr-FR" smtClean="0"/>
              <a:t>37-  TA LUMIÈRE EST ARRIVÉE</a:t>
            </a:r>
          </a:p>
          <a:p>
            <a:r>
              <a:rPr lang="fr-FR" smtClean="0"/>
              <a:t>Ha llegado tu luz</a:t>
            </a:r>
          </a:p>
          <a:p>
            <a:endParaRPr lang="fr-FR" smtClean="0"/>
          </a:p>
          <a:p>
            <a:r>
              <a:rPr lang="fr-FR" smtClean="0"/>
              <a:t>38-  LATINO LÈVE-TOI</a:t>
            </a:r>
          </a:p>
          <a:p>
            <a:r>
              <a:rPr lang="fr-FR" smtClean="0"/>
              <a:t>Latino Levántante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CAC9D7-8A59-4C9D-A900-86B4F06FBB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627A89-B0F3-41D9-8C4B-6D108324A4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6ED81A-DC6E-414D-9648-783502D7042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ACEB41-2370-4DFA-B0A1-5F30ECE0F3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66808F-FA43-4912-AD71-4067B30C9D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99F1B-96D7-43AA-B872-C43B8FF751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B42208-D57A-4981-8DEB-0F68AAC449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1D2943-AB60-46A9-8CB5-623615BB42B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0472DC-9609-4DF7-B3E8-26724E68DF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0B3A2-CD36-405E-9130-EF50B471291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1B21CA-507C-48A9-B80A-C6141D3B25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6FCF6A4-7FAB-478B-A8F7-ABB18FBC30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TON AMI MIGUELITO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TE TROMPE PAS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LÈVE-TOI CAR TA LUMIÈRE EST ARRIVÉE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LÈVE-TOI, LÈVE-TOI MAINTENANT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LÈVE-TOI MON PEUPLE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TA LUMIÈRE EST ARRIVÉE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LA GLOIRE DE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TROUVE SUR TA VIE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 TES YEUX ET REGARDE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TA LUMIÈRE EST ARRIVÉE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PEUT-ÊTRE QUE DES TÉNÈBRES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COUVRIRONT LA TERRE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TRAGÉDIE, IL Y AURA DE L’OBSCURITÉ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TOUTES LES NATIONS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SUR TOI, BÉNÉDICTIONS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LA GLOIRE DE DIEU SERA VUE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GLOIRE SIGNIFIE NOTORIÉTÉ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RICHESSE ET AUTORITÉ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SPLENDEUR ET MAGNIFICENCE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GRAND HONNEUR ET DIGNITÉ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TOI ET POUR TES ENFANTS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GLOIRE DIEU TE DONNERA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TE DONNERA SA GLOIRE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LATINO LÈVE-TOI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TON AMI MIGUELITO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TE TROMPE PAS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L’ÉTRANGER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VIENDRONT ÉDIFIER TES VILLES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IMPRÉSARIOS MILLIARDAIRES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INVESTISSENT LEURS RICHESSES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TEL QUE PAPA DIEU L'EXPRIME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VERRONT SA GLOIRE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TES ENFANTS SERONT BANQUIERS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ÉCRIVAINS, INVENTEURS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INGÉNIEURS, ARCHITECTES D'AVIONS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D’ORDINATEURS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 TA FOI, AGIS CAR LE MOMENT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MAINTENANT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MOMENT, C’EST MAINTENANT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LATINO POUR TOI ET POUR TES ENFANTS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LÈVE-TOI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TU VERRAS LA GLOIRE DE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TON AMI MIGUELITO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TE TROMPE PAS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LÈVE-TOI, CAR TA LUMIÈRE EST ARRIVÉE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AFFAIRES ET BÉNÉFICES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LÈVE-TOI, CAR TA LUMIÈRE EST ARRIVÉE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CONSACRÉE AU SEIGNEUR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LÈVE-TOI, CAR TA LUMIÈRE EST ARRIVÉE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QUE NOS NATIONS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LÈVE-TOI, CAR TA LUMIÈRE EST ARRIVÉE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JOUR SOIT MEILLEUR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LÈVE-TOI, CAR TA LUMIÈRE EST ARRIVÉE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SEIGNEUR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RAMÈNE À TOI TES ENFANTS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LÈVE-TOI, CAR TA LUMIÈRE EST ARRIVÉE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MONDE PROFESSIONNEL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LÈVE-TOI, CAR TA LUMIÈRE EST ARRIVÉE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MONDE DES ENTREPRISES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LÈVE-TOI, CAR TA LUMIÈRE EST ARRIVÉE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MONDE DE LA SCIENCE EN GÉNÉRAL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LÈVE-TOI, CAR TA LUMIÈRE EST ARRIVÉE LE SEIGNEUR POSITIONNE TES ENFANTS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LÈVE-TOI, CAR TA LUMIÈRE EST ARRIVÉE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GOUVERNER CETTE TERRE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LÈVE-TOI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TON AMI MIGUELITO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TE TROMPE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LUMIÈRE EST ARRIVÉE
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LATINO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LÈVE-TOI
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1743</TotalTime>
  <Words>1554</Words>
  <Application>Microsoft Office PowerPoint</Application>
  <PresentationFormat>On-screen Show (4:3)</PresentationFormat>
  <Paragraphs>5054</Paragraphs>
  <Slides>38</Slides>
  <Notes>38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2" baseType="lpstr">
      <vt:lpstr>Franklin Gothic Medium</vt:lpstr>
      <vt:lpstr>Arial</vt:lpstr>
      <vt:lpstr>Calibri</vt:lpstr>
      <vt:lpstr>Default Design</vt:lpstr>
      <vt:lpstr>JE SUIS TON AMI MIGUELITO NE TE TROMPE PAS </vt:lpstr>
      <vt:lpstr>LÈVE-TOI CAR TA LUMIÈRE EST ARRIVÉE LÈVE-TOI, LÈVE-TOI MAINTENANT </vt:lpstr>
      <vt:lpstr>LÈVE-TOI MON PEUPLE CAR TA LUMIÈRE EST ARRIVÉE </vt:lpstr>
      <vt:lpstr>CAR LA GLOIRE DE DIEU SE TROUVE SUR TA VIE </vt:lpstr>
      <vt:lpstr>LÈVE TES YEUX ET REGARDE CAR TA LUMIÈRE EST ARRIVÉE </vt:lpstr>
      <vt:lpstr>PEUT-ÊTRE QUE DES TÉNÈBRES COUVRIRONT LA TERRE </vt:lpstr>
      <vt:lpstr>TRAGÉDIE, IL Y AURA DE L’OBSCURITÉ DANS TOUTES LES NATIONS </vt:lpstr>
      <vt:lpstr>MAIS SUR TOI, BÉNÉDICTIONS ET LA GLOIRE DE DIEU SERA VUE </vt:lpstr>
      <vt:lpstr>GLOIRE SIGNIFIE NOTORIÉTÉ RICHESSE ET AUTORITÉ </vt:lpstr>
      <vt:lpstr>SPLENDEUR ET MAGNIFICENCE GRAND HONNEUR ET DIGNITÉ </vt:lpstr>
      <vt:lpstr>POUR TOI ET POUR TES ENFANTS SA GLOIRE DIEU TE DONNERA </vt:lpstr>
      <vt:lpstr>DIEU TE DONNERA SA GLOIRE  </vt:lpstr>
      <vt:lpstr>LATINO LÈVE-TOI</vt:lpstr>
      <vt:lpstr>JE SUIS TON AMI MIGUELITO NE TE TROMPE PAS </vt:lpstr>
      <vt:lpstr>DE L’ÉTRANGER ILS VIENDRONT ÉDIFIER TES VILLES </vt:lpstr>
      <vt:lpstr>IMPRÉSARIOS MILLIARDAIRES QUI INVESTISSENT LEURS RICHESSES </vt:lpstr>
      <vt:lpstr>TEL QUE PAPA DIEU L'EXPRIME TOUS VERRONT SA GLOIRE </vt:lpstr>
      <vt:lpstr>TES ENFANTS SERONT BANQUIERS ÉCRIVAINS, INVENTEURS </vt:lpstr>
      <vt:lpstr>INGÉNIEURS, ARCHITECTES D'AVIONS D’ORDINATEURS </vt:lpstr>
      <vt:lpstr>LÈVE TA FOI, AGIS CAR LE MOMENT C’EST MAINTENANT </vt:lpstr>
      <vt:lpstr>LE MOMENT, C’EST MAINTENANT LATINO POUR TOI ET POUR TES ENFANTS </vt:lpstr>
      <vt:lpstr>LÈVE-TOI ET TU VERRAS LA GLOIRE DE DIEU </vt:lpstr>
      <vt:lpstr>COMME TON AMI MIGUELITO NE TE TROMPE PAS </vt:lpstr>
      <vt:lpstr>LÈVE-TOI, CAR TA LUMIÈRE EST ARRIVÉE MES AFFAIRES ET BÉNÉFICES </vt:lpstr>
      <vt:lpstr>LÈVE-TOI, CAR TA LUMIÈRE EST ARRIVÉE CONSACRÉE AU SEIGNEUR </vt:lpstr>
      <vt:lpstr>LÈVE-TOI, CAR TA LUMIÈRE EST ARRIVÉE POUR QUE NOS NATIONS </vt:lpstr>
      <vt:lpstr>LÈVE-TOI, CAR TA LUMIÈRE EST ARRIVÉE CHAQUE JOUR SOIT MEILLEUR </vt:lpstr>
      <vt:lpstr>LÈVE-TOI, CAR TA LUMIÈRE EST ARRIVÉE </vt:lpstr>
      <vt:lpstr>LE SEIGNEUR  RAMÈNE À TOI TES ENFANTS</vt:lpstr>
      <vt:lpstr>LÈVE-TOI, CAR TA LUMIÈRE EST ARRIVÉE AU MONDE PROFESSIONNEL </vt:lpstr>
      <vt:lpstr>LÈVE-TOI, CAR TA LUMIÈRE EST ARRIVÉE AU MONDE DES ENTREPRISES</vt:lpstr>
      <vt:lpstr>LÈVE-TOI, CAR TA LUMIÈRE EST ARRIVÉE AU MONDE DE LA SCIENCE EN GÉNÉRAL </vt:lpstr>
      <vt:lpstr>LÈVE-TOI, CAR TA LUMIÈRE EST ARRIVÉE LE SEIGNEUR POSITIONNE TES ENFANTS</vt:lpstr>
      <vt:lpstr>LÈVE-TOI, CAR TA LUMIÈRE EST ARRIVÉE À GOUVERNER CETTE TERRE </vt:lpstr>
      <vt:lpstr>LÈVE-TOI</vt:lpstr>
      <vt:lpstr>COMME TON AMI MIGUELITO NE TE TROMPE PAS</vt:lpstr>
      <vt:lpstr>TA LUMIÈRE EST ARRIVÉE
</vt:lpstr>
      <vt:lpstr>LATINO LÈVE-TOI
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167</cp:revision>
  <dcterms:created xsi:type="dcterms:W3CDTF">2002-08-17T10:50:50Z</dcterms:created>
  <dcterms:modified xsi:type="dcterms:W3CDTF">2014-12-28T09:26:35Z</dcterms:modified>
</cp:coreProperties>
</file>