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70" r:id="rId2"/>
    <p:sldId id="306" r:id="rId3"/>
    <p:sldId id="305" r:id="rId4"/>
    <p:sldId id="325" r:id="rId5"/>
    <p:sldId id="304" r:id="rId6"/>
    <p:sldId id="307" r:id="rId7"/>
    <p:sldId id="303" r:id="rId8"/>
    <p:sldId id="302" r:id="rId9"/>
    <p:sldId id="308" r:id="rId10"/>
    <p:sldId id="301" r:id="rId11"/>
    <p:sldId id="309" r:id="rId12"/>
    <p:sldId id="326" r:id="rId13"/>
    <p:sldId id="300" r:id="rId14"/>
    <p:sldId id="310" r:id="rId15"/>
    <p:sldId id="311" r:id="rId16"/>
    <p:sldId id="298" r:id="rId17"/>
    <p:sldId id="297" r:id="rId18"/>
    <p:sldId id="312" r:id="rId19"/>
    <p:sldId id="296" r:id="rId20"/>
    <p:sldId id="313" r:id="rId21"/>
    <p:sldId id="295" r:id="rId22"/>
    <p:sldId id="314" r:id="rId23"/>
    <p:sldId id="315" r:id="rId24"/>
    <p:sldId id="294" r:id="rId25"/>
    <p:sldId id="293" r:id="rId26"/>
    <p:sldId id="292" r:id="rId27"/>
    <p:sldId id="291" r:id="rId28"/>
    <p:sldId id="290" r:id="rId29"/>
    <p:sldId id="316" r:id="rId30"/>
    <p:sldId id="289" r:id="rId31"/>
    <p:sldId id="327" r:id="rId32"/>
    <p:sldId id="288" r:id="rId33"/>
    <p:sldId id="328" r:id="rId34"/>
    <p:sldId id="287" r:id="rId35"/>
    <p:sldId id="286" r:id="rId36"/>
    <p:sldId id="317" r:id="rId37"/>
    <p:sldId id="285" r:id="rId38"/>
    <p:sldId id="284" r:id="rId39"/>
    <p:sldId id="319" r:id="rId40"/>
    <p:sldId id="283" r:id="rId41"/>
    <p:sldId id="320" r:id="rId42"/>
    <p:sldId id="282" r:id="rId43"/>
    <p:sldId id="321" r:id="rId44"/>
    <p:sldId id="281" r:id="rId45"/>
    <p:sldId id="322" r:id="rId46"/>
    <p:sldId id="280" r:id="rId47"/>
    <p:sldId id="279" r:id="rId48"/>
    <p:sldId id="278" r:id="rId49"/>
    <p:sldId id="323" r:id="rId50"/>
    <p:sldId id="277" r:id="rId51"/>
    <p:sldId id="324" r:id="rId5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62333" autoAdjust="0"/>
  </p:normalViewPr>
  <p:slideViewPr>
    <p:cSldViewPr>
      <p:cViewPr>
        <p:scale>
          <a:sx n="44" d="100"/>
          <a:sy n="44" d="100"/>
        </p:scale>
        <p:origin x="-1992" y="-5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568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4236DD-7FAE-47A2-A961-2F646B94FC2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FE9D055-499A-41F3-AF95-241D618309A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C’EST SI BEAU DE LE LOUER C’EST SI BON   X2
2-  C’EST SI BEAU DE L’ADORER C’EST SI BON 
</a:t>
            </a:r>
          </a:p>
          <a:p>
            <a:pPr>
              <a:defRPr/>
            </a:pPr>
            <a:r>
              <a:rPr lang="fr-FR" smtClean="0"/>
              <a:t>	3-  PARCE QUE DIEU AGIT AU MILIEU DE LA LOUANGE DE SON PEUPLE  
</a:t>
            </a:r>
          </a:p>
          <a:p>
            <a:pPr>
              <a:defRPr/>
            </a:pPr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pPr>
              <a:defRPr/>
            </a:pPr>
            <a:r>
              <a:rPr lang="fr-FR" smtClean="0"/>
              <a:t>	8-  C’EST SI BEAU DE LE LOUER C’EST SI BON   X2
	9-  C’EST SI BEAU DE L’ADORER C’EST SI BON 
</a:t>
            </a:r>
          </a:p>
          <a:p>
            <a:pPr>
              <a:defRPr/>
            </a:pPr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pPr>
              <a:defRPr/>
            </a:pPr>
            <a:r>
              <a:rPr lang="fr-FR" smtClean="0"/>
              <a:t>	14-  C’EST SI BEAU DE LE LOUER C’EST SI BON 
	15-  C’EST SI BEAU DE L’ADORER C’EST SI BON 
</a:t>
            </a:r>
          </a:p>
          <a:p>
            <a:pPr>
              <a:defRPr/>
            </a:pPr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pPr>
              <a:defRPr/>
            </a:pPr>
            <a:r>
              <a:rPr lang="fr-FR" smtClean="0"/>
              <a:t>	19-  JE SUIS TON AMI MIGUELITO NE TE TROMPE PAS 
	20-  RENOUVELÉ EN CHRIST 
</a:t>
            </a:r>
          </a:p>
          <a:p>
            <a:pPr>
              <a:defRPr/>
            </a:pPr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pPr>
              <a:defRPr/>
            </a:pPr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pPr>
              <a:defRPr/>
            </a:pPr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pPr>
              <a:defRPr/>
            </a:pPr>
            <a:r>
              <a:rPr lang="fr-FR" smtClean="0"/>
              <a:t>	38-  VENEZ, LOUENT AVEC MOI TOUTES LES CONGRÉGATIONS DES SAINTS 
	39-  ALLÉLUIA  
</a:t>
            </a:r>
          </a:p>
          <a:p>
            <a:pPr>
              <a:defRPr/>
            </a:pPr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pPr>
              <a:defRPr/>
            </a:pPr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pPr>
              <a:defRPr/>
            </a:pPr>
            <a:r>
              <a:rPr lang="fr-FR" smtClean="0"/>
              <a:t>48-  QUE TOUT CE QUI RESPIRE LOUE L’ÉTERNEL   X2
49-  C’EST SI BON    X3
50-  JE SUIS TON AMI MIGUELITO NE TE TROMPE PAS
51-  RENOUVELÉ EN CHRIST</a:t>
            </a:r>
            <a:endParaRPr lang="fr-FR" dirty="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BEAU DE LE LOUER C’EST SI BON   X2
2-  C’EST SI BEAU DE L’ADORER C’EST SI BON 
</a:t>
            </a:r>
          </a:p>
          <a:p>
            <a:r>
              <a:rPr lang="fr-FR" smtClean="0"/>
              <a:t>	3-  PARCE QUE DIEU AGIT AU MILIEU DE LA LOUANGE DE SON PEUPLE  
</a:t>
            </a:r>
          </a:p>
          <a:p>
            <a:r>
              <a:rPr lang="fr-FR" smtClean="0"/>
              <a:t>4-  C’EST TELLEMENT BON SE TENIR DANS SA DANS SA PRÉSENCE 
5-  JE RESSENS LA JOIE DANS MON ÂME ET TOUT MON ÊTRE 
6-  C’EST QUELQUE CHOSE QUE LA SCIENCE NE POURRAIT EXPLIQUER 
7-  MON DIEU EST DOUX ET DÉLICIEUX COMME LE MIEL   X2
</a:t>
            </a:r>
          </a:p>
          <a:p>
            <a:r>
              <a:rPr lang="fr-FR" smtClean="0"/>
              <a:t>	8-  C’EST SI BEAU DE LE LOUER C’EST SI BON   X2
	9-  C’EST SI BEAU DE L’ADORER C’EST SI BON 
</a:t>
            </a:r>
          </a:p>
          <a:p>
            <a:r>
              <a:rPr lang="fr-FR" smtClean="0"/>
              <a:t>10-  C’EST UN MYSTÈRE PUISSANT ET INEXPLICABLE 
11-  POUR LE COMPRENDRE IL TE FAUT VENIR 
12-  ET OUVRIR TON CŒUR, PROSTERNÉ DEVANT LE PÈRE  
13-  ALORS TU COMPRENDRAS CE QUE C’EST DE VIVRE  X2 
</a:t>
            </a:r>
          </a:p>
          <a:p>
            <a:r>
              <a:rPr lang="fr-FR" smtClean="0"/>
              <a:t>	14-  C’EST SI BEAU DE LE LOUER C’EST SI BON 
	15-  C’EST SI BEAU DE L’ADORER C’EST SI BON 
</a:t>
            </a:r>
          </a:p>
          <a:p>
            <a:r>
              <a:rPr lang="fr-FR" smtClean="0"/>
              <a:t>16-  J’AI DEMANDÉ UNE CHOSE À L’ÉTERNEL  ET QUE JE CHERCHERAI, ET CELA C’EST   
17-  QUE J’HABITE DANS LA MAISON DE L’ÉTERNEL 
18-  TOUS LES JOURS DE MA VIE, ALLÉLUIA 
</a:t>
            </a:r>
          </a:p>
          <a:p>
            <a:r>
              <a:rPr lang="fr-FR" smtClean="0"/>
              <a:t>	19-  JE SUIS TON AMI MIGUELITO NE TE TROMPE PAS 
	20-  RENOUVELÉ EN CHRIST 
</a:t>
            </a:r>
          </a:p>
          <a:p>
            <a:r>
              <a:rPr lang="fr-FR" smtClean="0"/>
              <a:t>21-  IL EST SI BEAU DE LE LOUER C’EST SI BON 
22-  IL EST SI BEAU DE L’ADORER C’EST SI BON 
23-  C’EST SI BON D’ÊTRE DANS SA PRÉSENCE, C’EST SI BON  
24-  C’EST SI BON DE LOUER SON NOM C’EST SI BON 
</a:t>
            </a:r>
          </a:p>
          <a:p>
            <a:r>
              <a:rPr lang="fr-FR" smtClean="0"/>
              <a:t>	25-  LOUEZ-LE, SOLEIL ET LA LUNE LOUEZ-LE, ET LES ÉTOILES  
	26-  LOUEZ-LE, TEMPÊTE ET TONNERRE LOUEZ-LE, L’ÉCLAIR  
	27-  LOUEZ-LE, LE FIRMAMENT DÉCLARE  LOUEZ-LE, LA GLOIRE DE YAVHÉ  
	28-  C’EST POUR CELA QUE JUSQU’À LA MORT 
	29-  JE TE LOUERAI MON DIEU  
	30-  C’EST SI BON 
	31-  C’EST BEAU DE LE LOUER, C’EST SI BON  
</a:t>
            </a:r>
          </a:p>
          <a:p>
            <a:r>
              <a:rPr lang="fr-FR" smtClean="0"/>
              <a:t>32-  LOUEZ-LE, MONTAGNES ET VALLÉES LOUEZ-LE, LES FLEUVES ET LA MER   
33-  LOUEZ-LE, MONSTRES MARINS  
34-  LOUEZ-LE, LES BÊTES SAUVAGES  LOUEZ-LE, LES OISEAUX DU CIEL  
35-  LOUEZ-LE, LES POISSONS DE LA MER 
36-  LOUEZ-LE, QUE TOUT CE QUI RESPIRE LOUE L’ÉTERNEL 
37-  C’EST SI BON    
</a:t>
            </a:r>
          </a:p>
          <a:p>
            <a:r>
              <a:rPr lang="fr-FR" smtClean="0"/>
              <a:t>	38-  VENEZ, LOUENT AVEC MOI TOUTES LES CONGRÉGATIONS DES SAINTS 
	39-  ALLÉLUIA  
</a:t>
            </a:r>
          </a:p>
          <a:p>
            <a:r>
              <a:rPr lang="fr-FR" smtClean="0"/>
              <a:t>40-  IL EST SI BEAU DE LE LOUER C’EST SI BON 
41-  IL EST SI BEAU DE L’ADORER C’EST SI BON  
42-  IL EST SI BON D’ANNONCER SON NOM  C’EST SI BON 
43-  DANS TOUTES LES NATIONS DE LA TERRE, C’EST SI BON  
</a:t>
            </a:r>
          </a:p>
          <a:p>
            <a:r>
              <a:rPr lang="fr-FR" smtClean="0"/>
              <a:t>	44-  LOUEZ-LE, AU SON DE KLAXON 
	45-  LOUEZ-LE, AVEC DES CORDES ET DE FLÛTES   
	46-  LOUEZ-LE, AU SON DE TAMBOURINS  LOUEZ-LE, PSALTÉRION ET HARPE   
	47-  LOUEZ-LE, SI TU LE LOUES, JE T’ASSURE  TOI AUSSI TU TE RÉJOUIRAS 
</a:t>
            </a:r>
          </a:p>
          <a:p>
            <a:r>
              <a:rPr lang="fr-FR" smtClean="0"/>
              <a:t>48-  QUE TOUT CE QUI RESPIRE LOUE L’ÉTERNEL   X2
49-  C’EST SI BON    X3
50-  JE SUIS TON AMI MIGUELITO NE TE TROMPE PAS
51-  RENOUVELÉ EN CHRIST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10633-5596-46C7-9A67-3AB1B7355C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8CA0A4-AE54-4DA7-AA27-DB55795DAB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A459D1-4D5C-4F46-A3F4-97E3902307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33B9C0-7AAA-4F7C-83B1-CA2B306D32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ACE2E-63FD-46E5-91A5-C0B4F2BCCB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7CBED7-8A3B-476F-8D22-3C29B7051D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F6942-559A-466A-88D6-B53B102739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C6CBD7-FDD0-4608-BD19-4AD6151812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DA6083-AD5A-422A-8E16-07983A1D6F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4F5382-2F0E-49AA-B7E1-3A511F01E1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B0C27A-3813-4572-8F91-4AF0606F9C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5519787-7B1F-4FD0-89F5-19FD4F1BF6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BEAU DE LE LOUER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BEAU DE L’ADORER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DIEU AGIT AU MILIEU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LOUANGE DE SON PEUPLE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TELLEMENT BON SE TENIR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SA DANS SA PRÉSENCE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RESSENS LA JOIE DANS MON ÂME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TOUT MON ÊTRE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QUELQUE CHOSE QUE LA SCIENCE NE POURRAIT EXPLIQUER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EST DOUX ET DÉLICIEUX COMME LE MIEL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BEAU DE LE LOUER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BEAU DE L’ADORER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UN MYSTÈRE PUISSANT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INEXPLICABLE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LE COMPRENDRE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TE FAUT VENIR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OUVRIR TON CŒUR, PROSTERNÉ DEVANT LE PÈRE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 TU COMPRENDRAS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C’EST DE VIVRE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BEAU DE LE LOUER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BEAU DE L’ADORER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DEMANDÉ UNE CHOSE À L’ÉTERNEL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JE CHERCHERAI, ET CELA C’EST 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J’HABITE DANS LA MAISON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L’ÉTERNEL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LES JOURS DE MA VIE, 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TON AMI MIGUELITO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TE TROMPE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RENOUVELÉ EN CHRIST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SI BEAU DE LE LOUER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SI BEAU DE L’ADORER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 D’ÊTRE DANS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 PRÉSENCE, C’EST SI BON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 DE LOUER SON NOM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SOLEIL ET LA LUNE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ET LES ÉTOILES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TEMPÊTE ET TONNERRE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L’ÉCLAIR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LE FIRMAMENT DÉCLARE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LA GLOIRE DE YAVHÉ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POUR CELA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JUSQU’À LA MORT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LOUERAI MON DIEU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BEAU DE LE LOUER, C’EST SI BON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MONTAGNES ET VALLÉES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LES FLEUVES ET LA MER 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MONSTRES MARINS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LES BÊTES SAUVAGES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LES OISEAUX DU CIEL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LES POISSONS DE LA MER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QUE TOUT CE QUI RESPIRE LOUE L’ÉTERNEL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VENEZ, LOUENT AVEC MOI TOUTES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CONGRÉGATIONS DES SAINTS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SI BEAU DE LE LOUER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SI BEAU DE L’ADORER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SI BON D’ANNONCER SON NOM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C’EST SI BON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TOUTES LES NATIONS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TERRE, C’EST SI BON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AU SON DE KLAXON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AVEC DES CORDES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 FLÛTES 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AU SON DE TAMBOURINS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PSALTÉRION ET HARPE 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SI TU LE LOUES, JE T’ASSURE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TOI AUSSI TU TE RÉJOUIRAS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TOUT CE QUI RESPIRE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 L’ÉTERNEL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TON AMI MIGUELITO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TE TROMPE PAS
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RENOUVELÉ EN CHRIST
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1549</Words>
  <Application>Microsoft Office PowerPoint</Application>
  <PresentationFormat>On-screen Show (4:3)</PresentationFormat>
  <Paragraphs>1617</Paragraphs>
  <Slides>51</Slides>
  <Notes>51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51</vt:i4>
      </vt:variant>
    </vt:vector>
  </HeadingPairs>
  <TitlesOfParts>
    <vt:vector size="55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  <vt:lpstr>Diapositive 48</vt:lpstr>
      <vt:lpstr>Diapositive 49</vt:lpstr>
      <vt:lpstr>Diapositive 50</vt:lpstr>
      <vt:lpstr>Diapositive 51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130</cp:revision>
  <dcterms:created xsi:type="dcterms:W3CDTF">2002-08-17T10:50:50Z</dcterms:created>
  <dcterms:modified xsi:type="dcterms:W3CDTF">2014-12-28T09:40:38Z</dcterms:modified>
</cp:coreProperties>
</file>