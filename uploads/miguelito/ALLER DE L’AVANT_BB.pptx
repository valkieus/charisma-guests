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70" r:id="rId2"/>
    <p:sldId id="286" r:id="rId3"/>
    <p:sldId id="287" r:id="rId4"/>
    <p:sldId id="285" r:id="rId5"/>
    <p:sldId id="288" r:id="rId6"/>
    <p:sldId id="284" r:id="rId7"/>
    <p:sldId id="283" r:id="rId8"/>
    <p:sldId id="282" r:id="rId9"/>
    <p:sldId id="289" r:id="rId10"/>
    <p:sldId id="281" r:id="rId11"/>
    <p:sldId id="290" r:id="rId12"/>
    <p:sldId id="280" r:id="rId13"/>
    <p:sldId id="279" r:id="rId14"/>
    <p:sldId id="291" r:id="rId15"/>
    <p:sldId id="277" r:id="rId16"/>
    <p:sldId id="276" r:id="rId17"/>
    <p:sldId id="292" r:id="rId18"/>
    <p:sldId id="275" r:id="rId19"/>
    <p:sldId id="293" r:id="rId20"/>
    <p:sldId id="274" r:id="rId21"/>
    <p:sldId id="294" r:id="rId22"/>
    <p:sldId id="273" r:id="rId23"/>
    <p:sldId id="295" r:id="rId2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00" autoAdjust="0"/>
    <p:restoredTop sz="50079" autoAdjust="0"/>
  </p:normalViewPr>
  <p:slideViewPr>
    <p:cSldViewPr>
      <p:cViewPr varScale="1">
        <p:scale>
          <a:sx n="39" d="100"/>
          <a:sy n="39" d="100"/>
        </p:scale>
        <p:origin x="-612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8BBA210-1C1F-44B9-9E41-9C3A256E8F69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74364B9-D14C-421D-B45F-A647FF748195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MON AMI JOSSIE STÉPHANE JE TE BÉNIS</a:t>
            </a:r>
          </a:p>
          <a:p>
            <a:pPr>
              <a:defRPr/>
            </a:pPr>
            <a:r>
              <a:rPr lang="fr-FR" dirty="0" smtClean="0"/>
              <a:t>Mi Amigo </a:t>
            </a:r>
            <a:r>
              <a:rPr lang="fr-FR" dirty="0" err="1" smtClean="0"/>
              <a:t>Jossie</a:t>
            </a:r>
            <a:r>
              <a:rPr lang="fr-FR" dirty="0" smtClean="0"/>
              <a:t> </a:t>
            </a:r>
            <a:r>
              <a:rPr lang="fr-FR" dirty="0" err="1" smtClean="0"/>
              <a:t>Estéban,Te</a:t>
            </a:r>
            <a:r>
              <a:rPr lang="fr-FR" dirty="0" smtClean="0"/>
              <a:t> </a:t>
            </a:r>
            <a:r>
              <a:rPr lang="fr-FR" dirty="0" err="1" smtClean="0"/>
              <a:t>bendigo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2-  MERCI À DIEU ET À TOI D’ÊTRE MON AMI</a:t>
            </a:r>
          </a:p>
          <a:p>
            <a:pPr>
              <a:defRPr/>
            </a:pPr>
            <a:r>
              <a:rPr lang="fr-FR" dirty="0" smtClean="0"/>
              <a:t>Gracias a </a:t>
            </a:r>
            <a:r>
              <a:rPr lang="fr-FR" dirty="0" err="1" smtClean="0"/>
              <a:t>Dios</a:t>
            </a:r>
            <a:r>
              <a:rPr lang="fr-FR" dirty="0" smtClean="0"/>
              <a:t> y a ti </a:t>
            </a:r>
            <a:r>
              <a:rPr lang="fr-FR" dirty="0" err="1" smtClean="0"/>
              <a:t>por</a:t>
            </a:r>
            <a:r>
              <a:rPr lang="fr-FR" dirty="0" smtClean="0"/>
              <a:t> </a:t>
            </a:r>
            <a:r>
              <a:rPr lang="fr-FR" dirty="0" err="1" smtClean="0"/>
              <a:t>ser</a:t>
            </a:r>
            <a:r>
              <a:rPr lang="fr-FR" dirty="0" smtClean="0"/>
              <a:t> mi amigo.</a:t>
            </a:r>
          </a:p>
          <a:p>
            <a:pPr>
              <a:defRPr/>
            </a:pPr>
            <a:r>
              <a:rPr lang="fr-FR" dirty="0" smtClean="0"/>
              <a:t>3-  JE TE REMERCIE AUSSI D’ACCEPTER L’INVITATION</a:t>
            </a:r>
          </a:p>
          <a:p>
            <a:pPr>
              <a:defRPr/>
            </a:pPr>
            <a:r>
              <a:rPr lang="fr-FR" dirty="0" smtClean="0"/>
              <a:t>Gracias te </a:t>
            </a:r>
            <a:r>
              <a:rPr lang="fr-FR" dirty="0" err="1" smtClean="0"/>
              <a:t>doy</a:t>
            </a:r>
            <a:r>
              <a:rPr lang="fr-FR" dirty="0" smtClean="0"/>
              <a:t>, </a:t>
            </a:r>
            <a:r>
              <a:rPr lang="fr-FR" dirty="0" err="1" smtClean="0"/>
              <a:t>también</a:t>
            </a:r>
            <a:r>
              <a:rPr lang="fr-FR" dirty="0" smtClean="0"/>
              <a:t>, </a:t>
            </a:r>
            <a:r>
              <a:rPr lang="fr-FR" dirty="0" err="1" smtClean="0"/>
              <a:t>por</a:t>
            </a:r>
            <a:r>
              <a:rPr lang="fr-FR" dirty="0" smtClean="0"/>
              <a:t> </a:t>
            </a:r>
            <a:r>
              <a:rPr lang="fr-FR" dirty="0" err="1" smtClean="0"/>
              <a:t>aceptar</a:t>
            </a:r>
            <a:r>
              <a:rPr lang="fr-FR" dirty="0" smtClean="0"/>
              <a:t> la </a:t>
            </a:r>
            <a:r>
              <a:rPr lang="fr-FR" dirty="0" err="1" smtClean="0"/>
              <a:t>invitación</a:t>
            </a:r>
            <a:r>
              <a:rPr lang="fr-FR" dirty="0" smtClean="0"/>
              <a:t>,</a:t>
            </a:r>
          </a:p>
          <a:p>
            <a:pPr>
              <a:defRPr/>
            </a:pPr>
            <a:r>
              <a:rPr lang="fr-FR" dirty="0" smtClean="0"/>
              <a:t>4-  DE CHANTER MA CHANSON QUI S’INTITULE : </a:t>
            </a:r>
          </a:p>
          <a:p>
            <a:pPr>
              <a:defRPr/>
            </a:pPr>
            <a:r>
              <a:rPr lang="fr-FR" dirty="0" smtClean="0"/>
              <a:t>Para que </a:t>
            </a:r>
            <a:r>
              <a:rPr lang="fr-FR" dirty="0" err="1" smtClean="0"/>
              <a:t>cantes</a:t>
            </a:r>
            <a:r>
              <a:rPr lang="fr-FR" dirty="0" smtClean="0"/>
              <a:t> mi </a:t>
            </a:r>
            <a:r>
              <a:rPr lang="fr-FR" dirty="0" err="1" smtClean="0"/>
              <a:t>canción</a:t>
            </a:r>
            <a:r>
              <a:rPr lang="fr-FR" dirty="0" smtClean="0"/>
              <a:t>, </a:t>
            </a:r>
            <a:r>
              <a:rPr lang="fr-FR" dirty="0" err="1" smtClean="0"/>
              <a:t>titulada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5-  NOUS DEVONS ALLER DE L’AVANT DE L’AVANT, DE L’AVANT  </a:t>
            </a:r>
          </a:p>
          <a:p>
            <a:pPr>
              <a:defRPr/>
            </a:pPr>
            <a:r>
              <a:rPr lang="fr-FR" dirty="0" err="1" smtClean="0"/>
              <a:t>tenemos</a:t>
            </a:r>
            <a:r>
              <a:rPr lang="fr-FR" dirty="0" smtClean="0"/>
              <a:t> que </a:t>
            </a:r>
            <a:r>
              <a:rPr lang="fr-FR" dirty="0" err="1" smtClean="0"/>
              <a:t>echar</a:t>
            </a:r>
            <a:r>
              <a:rPr lang="fr-FR" dirty="0" smtClean="0"/>
              <a:t> </a:t>
            </a:r>
            <a:r>
              <a:rPr lang="fr-FR" dirty="0" err="1" smtClean="0"/>
              <a:t>pa’lant</a:t>
            </a:r>
            <a:r>
              <a:rPr lang="fr-FR" dirty="0" smtClean="0"/>
              <a:t>, </a:t>
            </a:r>
            <a:r>
              <a:rPr lang="fr-FR" dirty="0" err="1" smtClean="0"/>
              <a:t>pa'lante</a:t>
            </a:r>
            <a:r>
              <a:rPr lang="fr-FR" dirty="0" smtClean="0"/>
              <a:t>, «</a:t>
            </a:r>
            <a:r>
              <a:rPr lang="fr-FR" dirty="0" err="1" smtClean="0"/>
              <a:t>pa'lante</a:t>
            </a:r>
            <a:r>
              <a:rPr lang="fr-FR" dirty="0" smtClean="0"/>
              <a:t>
6-  TOUJOURS DE L’AVANT</a:t>
            </a:r>
          </a:p>
          <a:p>
            <a:pPr>
              <a:defRPr/>
            </a:pPr>
            <a:r>
              <a:rPr lang="fr-FR" dirty="0" err="1" smtClean="0"/>
              <a:t>siempre</a:t>
            </a:r>
            <a:r>
              <a:rPr lang="fr-FR" dirty="0" smtClean="0"/>
              <a:t> </a:t>
            </a:r>
            <a:r>
              <a:rPr lang="fr-FR" dirty="0" err="1" smtClean="0"/>
              <a:t>pa'lante</a:t>
            </a:r>
            <a:r>
              <a:rPr lang="fr-FR" dirty="0" smtClean="0"/>
              <a:t> ».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dirty="0" err="1" smtClean="0"/>
              <a:t>Por</a:t>
            </a:r>
            <a:r>
              <a:rPr lang="fr-FR" dirty="0" smtClean="0"/>
              <a:t> el contrario, gracias </a:t>
            </a:r>
            <a:r>
              <a:rPr lang="fr-FR" dirty="0" err="1" smtClean="0"/>
              <a:t>Miguelito</a:t>
            </a:r>
            <a:r>
              <a:rPr lang="fr-FR" dirty="0" smtClean="0"/>
              <a:t>. </a:t>
            </a:r>
            <a:r>
              <a:rPr lang="fr-FR" dirty="0" err="1" smtClean="0"/>
              <a:t>Doy</a:t>
            </a:r>
            <a:r>
              <a:rPr lang="fr-FR" dirty="0" smtClean="0"/>
              <a:t> Gloria a </a:t>
            </a:r>
            <a:r>
              <a:rPr lang="fr-FR" dirty="0" err="1" smtClean="0"/>
              <a:t>Dios</a:t>
            </a:r>
            <a:r>
              <a:rPr lang="fr-FR" dirty="0" smtClean="0"/>
              <a:t>, </a:t>
            </a:r>
            <a:r>
              <a:rPr lang="fr-FR" dirty="0" err="1" smtClean="0"/>
              <a:t>por</a:t>
            </a:r>
            <a:r>
              <a:rPr lang="fr-FR" dirty="0" smtClean="0"/>
              <a:t> ti,  
8-  JE TE FÉLICITE  TA VIE EST POUR MOI UNE SOURCE D’INSPIRATION </a:t>
            </a:r>
          </a:p>
          <a:p>
            <a:pPr>
              <a:defRPr/>
            </a:pPr>
            <a:r>
              <a:rPr lang="fr-FR" dirty="0" smtClean="0"/>
              <a:t>te </a:t>
            </a:r>
            <a:r>
              <a:rPr lang="fr-FR" dirty="0" err="1" smtClean="0"/>
              <a:t>felicito</a:t>
            </a:r>
            <a:r>
              <a:rPr lang="fr-FR" dirty="0" smtClean="0"/>
              <a:t>. Tu vida es para mi de </a:t>
            </a:r>
            <a:r>
              <a:rPr lang="fr-FR" dirty="0" err="1" smtClean="0"/>
              <a:t>inspiración</a:t>
            </a:r>
            <a:r>
              <a:rPr lang="fr-FR" dirty="0" smtClean="0"/>
              <a:t>  </a:t>
            </a:r>
          </a:p>
          <a:p>
            <a:pPr>
              <a:defRPr/>
            </a:pPr>
            <a:r>
              <a:rPr lang="fr-FR" dirty="0" smtClean="0"/>
              <a:t>9-  POUR ALLER TOUJOURS DE L’AVANT SANS ARRÊTER</a:t>
            </a:r>
          </a:p>
          <a:p>
            <a:pPr>
              <a:defRPr/>
            </a:pPr>
            <a:r>
              <a:rPr lang="fr-FR" dirty="0" smtClean="0"/>
              <a:t>para </a:t>
            </a:r>
            <a:r>
              <a:rPr lang="fr-FR" dirty="0" err="1" smtClean="0"/>
              <a:t>seguir</a:t>
            </a:r>
            <a:r>
              <a:rPr lang="fr-FR" dirty="0" smtClean="0"/>
              <a:t> </a:t>
            </a:r>
            <a:r>
              <a:rPr lang="fr-FR" dirty="0" err="1" smtClean="0"/>
              <a:t>siempre</a:t>
            </a:r>
            <a:r>
              <a:rPr lang="fr-FR" dirty="0" smtClean="0"/>
              <a:t> </a:t>
            </a:r>
            <a:r>
              <a:rPr lang="fr-FR" dirty="0" err="1" smtClean="0"/>
              <a:t>adelante</a:t>
            </a:r>
            <a:r>
              <a:rPr lang="fr-FR" dirty="0" smtClean="0"/>
              <a:t>, sin </a:t>
            </a:r>
            <a:r>
              <a:rPr lang="fr-FR" dirty="0" err="1" smtClean="0"/>
              <a:t>parar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10-  SUR LA ROUTE QU’A TRACÉE LE DIEU TRIOMPHANT </a:t>
            </a:r>
          </a:p>
          <a:p>
            <a:pPr>
              <a:defRPr/>
            </a:pPr>
            <a:r>
              <a:rPr lang="fr-FR" dirty="0" smtClean="0"/>
              <a:t>, </a:t>
            </a:r>
            <a:r>
              <a:rPr lang="fr-FR" dirty="0" err="1" smtClean="0"/>
              <a:t>por</a:t>
            </a:r>
            <a:r>
              <a:rPr lang="fr-FR" dirty="0" smtClean="0"/>
              <a:t> la </a:t>
            </a:r>
            <a:r>
              <a:rPr lang="fr-FR" dirty="0" err="1" smtClean="0"/>
              <a:t>ruta</a:t>
            </a:r>
            <a:r>
              <a:rPr lang="fr-FR" dirty="0" smtClean="0"/>
              <a:t> que ha </a:t>
            </a:r>
            <a:r>
              <a:rPr lang="fr-FR" dirty="0" err="1" smtClean="0"/>
              <a:t>trazado</a:t>
            </a:r>
            <a:r>
              <a:rPr lang="fr-FR" dirty="0" smtClean="0"/>
              <a:t> el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triunfante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11-  EN INSPIRANT LES AUTRES À ALLER DE L’AVANT</a:t>
            </a:r>
          </a:p>
          <a:p>
            <a:pPr>
              <a:defRPr/>
            </a:pPr>
            <a:r>
              <a:rPr lang="fr-FR" dirty="0" err="1" smtClean="0"/>
              <a:t>inspirando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 a </a:t>
            </a:r>
            <a:r>
              <a:rPr lang="fr-FR" dirty="0" err="1" smtClean="0"/>
              <a:t>echar</a:t>
            </a:r>
            <a:r>
              <a:rPr lang="fr-FR" dirty="0" smtClean="0"/>
              <a:t> </a:t>
            </a:r>
            <a:r>
              <a:rPr lang="fr-FR" dirty="0" err="1" smtClean="0"/>
              <a:t>pa'lante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12-  DE L’AVANT ON VA DE L’AVANT</a:t>
            </a:r>
          </a:p>
          <a:p>
            <a:pPr>
              <a:defRPr/>
            </a:pPr>
            <a:r>
              <a:rPr lang="fr-FR" dirty="0" smtClean="0"/>
              <a:t>Pa' </a:t>
            </a:r>
            <a:r>
              <a:rPr lang="fr-FR" dirty="0" err="1" smtClean="0"/>
              <a:t>late</a:t>
            </a:r>
            <a:r>
              <a:rPr lang="fr-FR" dirty="0" smtClean="0"/>
              <a:t> (5x). </a:t>
            </a:r>
            <a:r>
              <a:rPr lang="fr-FR" dirty="0" err="1" smtClean="0"/>
              <a:t>Vamos</a:t>
            </a:r>
            <a:r>
              <a:rPr lang="fr-FR" dirty="0" smtClean="0"/>
              <a:t> </a:t>
            </a:r>
            <a:r>
              <a:rPr lang="fr-FR" dirty="0" err="1" smtClean="0"/>
              <a:t>echar</a:t>
            </a:r>
            <a:r>
              <a:rPr lang="fr-FR" dirty="0" smtClean="0"/>
              <a:t> </a:t>
            </a:r>
            <a:r>
              <a:rPr lang="fr-FR" dirty="0" err="1" smtClean="0"/>
              <a:t>pa'lante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ON VA DE L’AVANT MIGUEL ON VA DE L’AVANT </a:t>
            </a:r>
          </a:p>
          <a:p>
            <a:pPr>
              <a:defRPr/>
            </a:pPr>
            <a:r>
              <a:rPr lang="fr-FR" dirty="0" err="1" smtClean="0"/>
              <a:t>Vamos</a:t>
            </a:r>
            <a:r>
              <a:rPr lang="fr-FR" dirty="0" smtClean="0"/>
              <a:t> </a:t>
            </a:r>
            <a:r>
              <a:rPr lang="fr-FR" dirty="0" err="1" smtClean="0"/>
              <a:t>echar</a:t>
            </a:r>
            <a:r>
              <a:rPr lang="fr-FR" dirty="0" smtClean="0"/>
              <a:t> </a:t>
            </a:r>
            <a:r>
              <a:rPr lang="fr-FR" dirty="0" err="1" smtClean="0"/>
              <a:t>pa’lante</a:t>
            </a:r>
            <a:r>
              <a:rPr lang="fr-FR" dirty="0" smtClean="0"/>
              <a:t>, Miguel, </a:t>
            </a:r>
            <a:r>
              <a:rPr lang="fr-FR" dirty="0" err="1" smtClean="0"/>
              <a:t>vamos</a:t>
            </a:r>
            <a:r>
              <a:rPr lang="fr-FR" dirty="0" smtClean="0"/>
              <a:t> a </a:t>
            </a:r>
            <a:r>
              <a:rPr lang="fr-FR" dirty="0" err="1" smtClean="0"/>
              <a:t>echar</a:t>
            </a:r>
            <a:r>
              <a:rPr lang="fr-FR" dirty="0" smtClean="0"/>
              <a:t> 
14-  C’EST MAINTENANT QUE JE SUIS GRAND PARCE QUE JE SUIS AVEC LE GÉANT </a:t>
            </a:r>
          </a:p>
          <a:p>
            <a:pPr>
              <a:defRPr/>
            </a:pPr>
            <a:r>
              <a:rPr lang="fr-FR" dirty="0" err="1" smtClean="0"/>
              <a:t>pa’lante</a:t>
            </a:r>
            <a:r>
              <a:rPr lang="fr-FR" dirty="0" smtClean="0"/>
              <a:t>. </a:t>
            </a:r>
            <a:r>
              <a:rPr lang="fr-FR" dirty="0" err="1" smtClean="0"/>
              <a:t>Ahora</a:t>
            </a:r>
            <a:r>
              <a:rPr lang="fr-FR" dirty="0" smtClean="0"/>
              <a:t> es que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soy</a:t>
            </a:r>
            <a:r>
              <a:rPr lang="fr-FR" dirty="0" smtClean="0"/>
              <a:t> grande porque </a:t>
            </a:r>
            <a:r>
              <a:rPr lang="fr-FR" dirty="0" err="1" smtClean="0"/>
              <a:t>estoy</a:t>
            </a:r>
            <a:r>
              <a:rPr lang="fr-FR" dirty="0" smtClean="0"/>
              <a:t> con el </a:t>
            </a:r>
            <a:r>
              <a:rPr lang="fr-FR" dirty="0" err="1" smtClean="0"/>
              <a:t>gigante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dirty="0" err="1" smtClean="0"/>
              <a:t>Pa’lante</a:t>
            </a:r>
            <a:r>
              <a:rPr lang="fr-FR" dirty="0" smtClean="0"/>
              <a:t> </a:t>
            </a:r>
            <a:r>
              <a:rPr lang="fr-FR" dirty="0" err="1" smtClean="0"/>
              <a:t>pa’lante</a:t>
            </a:r>
            <a:r>
              <a:rPr lang="fr-FR" dirty="0" smtClean="0"/>
              <a:t>, ni un </a:t>
            </a:r>
            <a:r>
              <a:rPr lang="fr-FR" dirty="0" err="1" smtClean="0"/>
              <a:t>pasito</a:t>
            </a:r>
            <a:r>
              <a:rPr lang="fr-FR" dirty="0" smtClean="0"/>
              <a:t> </a:t>
            </a:r>
            <a:r>
              <a:rPr lang="fr-FR" dirty="0" err="1" smtClean="0"/>
              <a:t>atrás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16-  PAS UN SEUL PAS EN ARRIÈRE CAMARADE </a:t>
            </a:r>
          </a:p>
          <a:p>
            <a:pPr>
              <a:defRPr/>
            </a:pPr>
            <a:r>
              <a:rPr lang="fr-FR" dirty="0" smtClean="0"/>
              <a:t>Ni un </a:t>
            </a:r>
            <a:r>
              <a:rPr lang="fr-FR" dirty="0" err="1" smtClean="0"/>
              <a:t>pasito</a:t>
            </a:r>
            <a:r>
              <a:rPr lang="fr-FR" dirty="0" smtClean="0"/>
              <a:t> </a:t>
            </a:r>
            <a:r>
              <a:rPr lang="fr-FR" dirty="0" err="1" smtClean="0"/>
              <a:t>atrás</a:t>
            </a:r>
            <a:r>
              <a:rPr lang="fr-FR" dirty="0" smtClean="0"/>
              <a:t>, </a:t>
            </a:r>
            <a:r>
              <a:rPr lang="fr-FR" dirty="0" err="1" smtClean="0"/>
              <a:t>cámara</a:t>
            </a:r>
            <a:r>
              <a:rPr lang="fr-FR" dirty="0" smtClean="0"/>
              <a:t>
17-  MÊME PAS POUR PRENDRE DE L’ÉLAN OU RECEVOIR UNE INSULTE</a:t>
            </a:r>
          </a:p>
          <a:p>
            <a:pPr>
              <a:defRPr/>
            </a:pPr>
            <a:r>
              <a:rPr lang="fr-FR" dirty="0" smtClean="0"/>
              <a:t>ni </a:t>
            </a:r>
            <a:r>
              <a:rPr lang="fr-FR" dirty="0" err="1" smtClean="0"/>
              <a:t>pa’coger</a:t>
            </a:r>
            <a:r>
              <a:rPr lang="fr-FR" dirty="0" smtClean="0"/>
              <a:t> </a:t>
            </a:r>
            <a:r>
              <a:rPr lang="fr-FR" dirty="0" err="1" smtClean="0"/>
              <a:t>impulso</a:t>
            </a:r>
            <a:r>
              <a:rPr lang="fr-FR" dirty="0" smtClean="0"/>
              <a:t> o </a:t>
            </a:r>
            <a:r>
              <a:rPr lang="fr-FR" dirty="0" err="1" smtClean="0"/>
              <a:t>recibir</a:t>
            </a:r>
            <a:r>
              <a:rPr lang="fr-FR" dirty="0" smtClean="0"/>
              <a:t> </a:t>
            </a:r>
            <a:r>
              <a:rPr lang="fr-FR" dirty="0" err="1" smtClean="0"/>
              <a:t>insulto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18-  PAS UN PETIT PAS EN ARRIÈRE ON VA PROCLAMER </a:t>
            </a:r>
          </a:p>
          <a:p>
            <a:pPr>
              <a:defRPr/>
            </a:pPr>
            <a:r>
              <a:rPr lang="fr-FR" dirty="0" smtClean="0"/>
              <a:t>ni un </a:t>
            </a:r>
            <a:r>
              <a:rPr lang="fr-FR" dirty="0" err="1" smtClean="0"/>
              <a:t>pasito</a:t>
            </a:r>
            <a:r>
              <a:rPr lang="fr-FR" dirty="0" smtClean="0"/>
              <a:t> </a:t>
            </a:r>
            <a:r>
              <a:rPr lang="fr-FR" dirty="0" err="1" smtClean="0"/>
              <a:t>atrás</a:t>
            </a:r>
            <a:r>
              <a:rPr lang="fr-FR" dirty="0" smtClean="0"/>
              <a:t>. </a:t>
            </a:r>
            <a:r>
              <a:rPr lang="fr-FR" dirty="0" err="1" smtClean="0"/>
              <a:t>Vamos</a:t>
            </a:r>
            <a:r>
              <a:rPr lang="fr-FR" dirty="0" smtClean="0"/>
              <a:t> a </a:t>
            </a:r>
            <a:r>
              <a:rPr lang="fr-FR" dirty="0" err="1" smtClean="0"/>
              <a:t>pregonar</a:t>
            </a:r>
            <a:r>
              <a:rPr lang="fr-FR" dirty="0" smtClean="0"/>
              <a:t> 
19-  QU’IL Y A DE LA JOIE EN JÉSUS-CHRIST</a:t>
            </a:r>
          </a:p>
          <a:p>
            <a:pPr>
              <a:defRPr/>
            </a:pPr>
            <a:r>
              <a:rPr lang="fr-FR" dirty="0" smtClean="0"/>
              <a:t>que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gozo</a:t>
            </a:r>
            <a:r>
              <a:rPr lang="fr-FR" dirty="0" smtClean="0"/>
              <a:t> en </a:t>
            </a:r>
            <a:r>
              <a:rPr lang="fr-FR" dirty="0" err="1" smtClean="0"/>
              <a:t>Jesucristo</a:t>
            </a:r>
            <a:r>
              <a:rPr lang="fr-FR" dirty="0" smtClean="0"/>
              <a:t>,</a:t>
            </a:r>
            <a:br>
              <a:rPr lang="fr-FR" dirty="0" smtClean="0"/>
            </a:br>
            <a:r>
              <a:rPr lang="fr-FR" dirty="0" smtClean="0"/>
              <a:t>20-  CELUI QUI Y GOÛTE DIRA LA MÊME CHOSE </a:t>
            </a:r>
          </a:p>
          <a:p>
            <a:pPr>
              <a:defRPr/>
            </a:pPr>
            <a:r>
              <a:rPr lang="fr-FR" dirty="0" smtClean="0"/>
              <a:t>el que </a:t>
            </a:r>
            <a:r>
              <a:rPr lang="fr-FR" dirty="0" err="1" smtClean="0"/>
              <a:t>lo</a:t>
            </a:r>
            <a:r>
              <a:rPr lang="fr-FR" dirty="0" smtClean="0"/>
              <a:t> </a:t>
            </a:r>
            <a:r>
              <a:rPr lang="fr-FR" dirty="0" err="1" smtClean="0"/>
              <a:t>prueba</a:t>
            </a:r>
            <a:r>
              <a:rPr lang="fr-FR" dirty="0" smtClean="0"/>
              <a:t>, </a:t>
            </a:r>
            <a:r>
              <a:rPr lang="fr-FR" dirty="0" err="1" smtClean="0"/>
              <a:t>también</a:t>
            </a:r>
            <a:r>
              <a:rPr lang="fr-FR" dirty="0" smtClean="0"/>
              <a:t> </a:t>
            </a:r>
            <a:r>
              <a:rPr lang="fr-FR" dirty="0" err="1" smtClean="0"/>
              <a:t>dirá</a:t>
            </a:r>
            <a:r>
              <a:rPr lang="fr-FR" dirty="0" smtClean="0"/>
              <a:t> </a:t>
            </a:r>
            <a:r>
              <a:rPr lang="fr-FR" dirty="0" err="1" smtClean="0"/>
              <a:t>lo</a:t>
            </a:r>
            <a:r>
              <a:rPr lang="fr-FR" dirty="0" smtClean="0"/>
              <a:t> </a:t>
            </a:r>
            <a:r>
              <a:rPr lang="fr-FR" dirty="0" err="1" smtClean="0"/>
              <a:t>mismo</a:t>
            </a:r>
            <a:r>
              <a:rPr lang="fr-FR" dirty="0" smtClean="0"/>
              <a:t>,  
21-  QUE JOSSIE STÉPHANE ET SON AMI MIGUELITO</a:t>
            </a:r>
          </a:p>
          <a:p>
            <a:pPr>
              <a:defRPr/>
            </a:pPr>
            <a:r>
              <a:rPr lang="fr-FR" dirty="0" smtClean="0"/>
              <a:t>que </a:t>
            </a:r>
            <a:r>
              <a:rPr lang="fr-FR" dirty="0" err="1" smtClean="0"/>
              <a:t>Jossie</a:t>
            </a:r>
            <a:r>
              <a:rPr lang="fr-FR" dirty="0" smtClean="0"/>
              <a:t> </a:t>
            </a:r>
            <a:r>
              <a:rPr lang="fr-FR" dirty="0" err="1" smtClean="0"/>
              <a:t>Esteban</a:t>
            </a:r>
            <a:r>
              <a:rPr lang="fr-FR" dirty="0" smtClean="0"/>
              <a:t> y su Amigo </a:t>
            </a:r>
            <a:r>
              <a:rPr lang="fr-FR" dirty="0" err="1" smtClean="0"/>
              <a:t>Miguelito</a:t>
            </a:r>
            <a:r>
              <a:rPr lang="fr-FR" dirty="0" smtClean="0"/>
              <a:t>  </a:t>
            </a:r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22-  MAINTENANT QUE TU M’AS ENTENDU CHANTER </a:t>
            </a:r>
          </a:p>
          <a:p>
            <a:pPr>
              <a:defRPr/>
            </a:pPr>
            <a:r>
              <a:rPr lang="fr-FR" dirty="0" err="1" smtClean="0"/>
              <a:t>Ahora</a:t>
            </a:r>
            <a:r>
              <a:rPr lang="fr-FR" dirty="0" smtClean="0"/>
              <a:t> que me </a:t>
            </a:r>
            <a:r>
              <a:rPr lang="fr-FR" dirty="0" err="1" smtClean="0"/>
              <a:t>escuchaste</a:t>
            </a:r>
            <a:r>
              <a:rPr lang="fr-FR" dirty="0" smtClean="0"/>
              <a:t> </a:t>
            </a:r>
            <a:r>
              <a:rPr lang="fr-FR" dirty="0" err="1" smtClean="0"/>
              <a:t>cantar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dirty="0" err="1" smtClean="0"/>
              <a:t>quiero</a:t>
            </a:r>
            <a:r>
              <a:rPr lang="fr-FR" dirty="0" smtClean="0"/>
              <a:t> que </a:t>
            </a:r>
            <a:r>
              <a:rPr lang="fr-FR" dirty="0" err="1" smtClean="0"/>
              <a:t>esperes</a:t>
            </a:r>
            <a:r>
              <a:rPr lang="fr-FR" dirty="0" smtClean="0"/>
              <a:t> un </a:t>
            </a:r>
            <a:r>
              <a:rPr lang="fr-FR" dirty="0" err="1" smtClean="0"/>
              <a:t>momento</a:t>
            </a:r>
            <a:r>
              <a:rPr lang="fr-FR" dirty="0" smtClean="0"/>
              <a:t> para que nos </a:t>
            </a:r>
            <a:r>
              <a:rPr lang="fr-FR" dirty="0" err="1" smtClean="0"/>
              <a:t>veas</a:t>
            </a:r>
            <a:r>
              <a:rPr lang="fr-FR" dirty="0" smtClean="0"/>
              <a:t> </a:t>
            </a:r>
            <a:r>
              <a:rPr lang="fr-FR" dirty="0" err="1" smtClean="0"/>
              <a:t>bailar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
</a:t>
            </a: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dirty="0" smtClean="0"/>
              <a:t>Mi Amigo </a:t>
            </a:r>
            <a:r>
              <a:rPr lang="fr-FR" dirty="0" err="1" smtClean="0"/>
              <a:t>Jossie</a:t>
            </a:r>
            <a:r>
              <a:rPr lang="fr-FR" dirty="0" smtClean="0"/>
              <a:t> </a:t>
            </a:r>
            <a:r>
              <a:rPr lang="fr-FR" dirty="0" err="1" smtClean="0"/>
              <a:t>Estéban,Te</a:t>
            </a:r>
            <a:r>
              <a:rPr lang="fr-FR" dirty="0" smtClean="0"/>
              <a:t> </a:t>
            </a:r>
            <a:r>
              <a:rPr lang="fr-FR" dirty="0" err="1" smtClean="0"/>
              <a:t>bendigo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2-  MERCI À DIEU ET À TOI D’ÊTRE MON AMI</a:t>
            </a:r>
          </a:p>
          <a:p>
            <a:pPr>
              <a:defRPr/>
            </a:pPr>
            <a:r>
              <a:rPr lang="fr-FR" dirty="0" smtClean="0"/>
              <a:t>Gracias a </a:t>
            </a:r>
            <a:r>
              <a:rPr lang="fr-FR" dirty="0" err="1" smtClean="0"/>
              <a:t>Dios</a:t>
            </a:r>
            <a:r>
              <a:rPr lang="fr-FR" dirty="0" smtClean="0"/>
              <a:t> y a ti </a:t>
            </a:r>
            <a:r>
              <a:rPr lang="fr-FR" dirty="0" err="1" smtClean="0"/>
              <a:t>por</a:t>
            </a:r>
            <a:r>
              <a:rPr lang="fr-FR" dirty="0" smtClean="0"/>
              <a:t> </a:t>
            </a:r>
            <a:r>
              <a:rPr lang="fr-FR" dirty="0" err="1" smtClean="0"/>
              <a:t>ser</a:t>
            </a:r>
            <a:r>
              <a:rPr lang="fr-FR" dirty="0" smtClean="0"/>
              <a:t> mi amigo.</a:t>
            </a:r>
          </a:p>
          <a:p>
            <a:pPr>
              <a:defRPr/>
            </a:pPr>
            <a:r>
              <a:rPr lang="fr-FR" dirty="0" smtClean="0"/>
              <a:t>3-  JE TE REMERCIE AUSSI D’ACCEPTER L’INVITATION</a:t>
            </a:r>
          </a:p>
          <a:p>
            <a:pPr>
              <a:defRPr/>
            </a:pPr>
            <a:r>
              <a:rPr lang="fr-FR" dirty="0" smtClean="0"/>
              <a:t>Gracias te </a:t>
            </a:r>
            <a:r>
              <a:rPr lang="fr-FR" dirty="0" err="1" smtClean="0"/>
              <a:t>doy</a:t>
            </a:r>
            <a:r>
              <a:rPr lang="fr-FR" dirty="0" smtClean="0"/>
              <a:t>, </a:t>
            </a:r>
            <a:r>
              <a:rPr lang="fr-FR" dirty="0" err="1" smtClean="0"/>
              <a:t>también</a:t>
            </a:r>
            <a:r>
              <a:rPr lang="fr-FR" dirty="0" smtClean="0"/>
              <a:t>, </a:t>
            </a:r>
            <a:r>
              <a:rPr lang="fr-FR" dirty="0" err="1" smtClean="0"/>
              <a:t>por</a:t>
            </a:r>
            <a:r>
              <a:rPr lang="fr-FR" dirty="0" smtClean="0"/>
              <a:t> </a:t>
            </a:r>
            <a:r>
              <a:rPr lang="fr-FR" dirty="0" err="1" smtClean="0"/>
              <a:t>aceptar</a:t>
            </a:r>
            <a:r>
              <a:rPr lang="fr-FR" dirty="0" smtClean="0"/>
              <a:t> la </a:t>
            </a:r>
            <a:r>
              <a:rPr lang="fr-FR" dirty="0" err="1" smtClean="0"/>
              <a:t>invitación</a:t>
            </a:r>
            <a:r>
              <a:rPr lang="fr-FR" dirty="0" smtClean="0"/>
              <a:t>,</a:t>
            </a:r>
          </a:p>
          <a:p>
            <a:pPr>
              <a:defRPr/>
            </a:pPr>
            <a:r>
              <a:rPr lang="fr-FR" dirty="0" smtClean="0"/>
              <a:t>4-  DE CHANTER MA CHANSON QUI S’INTITULE : </a:t>
            </a:r>
          </a:p>
          <a:p>
            <a:pPr>
              <a:defRPr/>
            </a:pPr>
            <a:r>
              <a:rPr lang="fr-FR" dirty="0" smtClean="0"/>
              <a:t>Para que </a:t>
            </a:r>
            <a:r>
              <a:rPr lang="fr-FR" dirty="0" err="1" smtClean="0"/>
              <a:t>cantes</a:t>
            </a:r>
            <a:r>
              <a:rPr lang="fr-FR" dirty="0" smtClean="0"/>
              <a:t> mi </a:t>
            </a:r>
            <a:r>
              <a:rPr lang="fr-FR" dirty="0" err="1" smtClean="0"/>
              <a:t>canción</a:t>
            </a:r>
            <a:r>
              <a:rPr lang="fr-FR" dirty="0" smtClean="0"/>
              <a:t>, </a:t>
            </a:r>
            <a:r>
              <a:rPr lang="fr-FR" dirty="0" err="1" smtClean="0"/>
              <a:t>titulada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5-  NOUS DEVONS ALLER DE L’AVANT DE L’AVANT, DE L’AVANT  </a:t>
            </a:r>
          </a:p>
          <a:p>
            <a:pPr>
              <a:defRPr/>
            </a:pPr>
            <a:r>
              <a:rPr lang="fr-FR" dirty="0" err="1" smtClean="0"/>
              <a:t>tenemos</a:t>
            </a:r>
            <a:r>
              <a:rPr lang="fr-FR" dirty="0" smtClean="0"/>
              <a:t> que </a:t>
            </a:r>
            <a:r>
              <a:rPr lang="fr-FR" dirty="0" err="1" smtClean="0"/>
              <a:t>echar</a:t>
            </a:r>
            <a:r>
              <a:rPr lang="fr-FR" dirty="0" smtClean="0"/>
              <a:t> </a:t>
            </a:r>
            <a:r>
              <a:rPr lang="fr-FR" dirty="0" err="1" smtClean="0"/>
              <a:t>pa’lant</a:t>
            </a:r>
            <a:r>
              <a:rPr lang="fr-FR" dirty="0" smtClean="0"/>
              <a:t>, </a:t>
            </a:r>
            <a:r>
              <a:rPr lang="fr-FR" dirty="0" err="1" smtClean="0"/>
              <a:t>pa'lante</a:t>
            </a:r>
            <a:r>
              <a:rPr lang="fr-FR" dirty="0" smtClean="0"/>
              <a:t>, «</a:t>
            </a:r>
            <a:r>
              <a:rPr lang="fr-FR" dirty="0" err="1" smtClean="0"/>
              <a:t>pa'lante</a:t>
            </a:r>
            <a:r>
              <a:rPr lang="fr-FR" dirty="0" smtClean="0"/>
              <a:t>
6-  TOUJOURS DE L’AVANT</a:t>
            </a:r>
          </a:p>
          <a:p>
            <a:pPr>
              <a:defRPr/>
            </a:pPr>
            <a:r>
              <a:rPr lang="fr-FR" dirty="0" err="1" smtClean="0"/>
              <a:t>siempre</a:t>
            </a:r>
            <a:r>
              <a:rPr lang="fr-FR" dirty="0" smtClean="0"/>
              <a:t> </a:t>
            </a:r>
            <a:r>
              <a:rPr lang="fr-FR" dirty="0" err="1" smtClean="0"/>
              <a:t>pa'lante</a:t>
            </a:r>
            <a:r>
              <a:rPr lang="fr-FR" dirty="0" smtClean="0"/>
              <a:t> ».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dirty="0" err="1" smtClean="0"/>
              <a:t>Por</a:t>
            </a:r>
            <a:r>
              <a:rPr lang="fr-FR" dirty="0" smtClean="0"/>
              <a:t> el contrario, gracias </a:t>
            </a:r>
            <a:r>
              <a:rPr lang="fr-FR" dirty="0" err="1" smtClean="0"/>
              <a:t>Miguelito</a:t>
            </a:r>
            <a:r>
              <a:rPr lang="fr-FR" dirty="0" smtClean="0"/>
              <a:t>. </a:t>
            </a:r>
            <a:r>
              <a:rPr lang="fr-FR" dirty="0" err="1" smtClean="0"/>
              <a:t>Doy</a:t>
            </a:r>
            <a:r>
              <a:rPr lang="fr-FR" dirty="0" smtClean="0"/>
              <a:t> Gloria a </a:t>
            </a:r>
            <a:r>
              <a:rPr lang="fr-FR" dirty="0" err="1" smtClean="0"/>
              <a:t>Dios</a:t>
            </a:r>
            <a:r>
              <a:rPr lang="fr-FR" dirty="0" smtClean="0"/>
              <a:t>, </a:t>
            </a:r>
            <a:r>
              <a:rPr lang="fr-FR" dirty="0" err="1" smtClean="0"/>
              <a:t>por</a:t>
            </a:r>
            <a:r>
              <a:rPr lang="fr-FR" dirty="0" smtClean="0"/>
              <a:t> ti,  
8-  JE TE FÉLICITE  TA VIE EST POUR MOI UNE SOURCE D’INSPIRATION </a:t>
            </a:r>
          </a:p>
          <a:p>
            <a:pPr>
              <a:defRPr/>
            </a:pPr>
            <a:r>
              <a:rPr lang="fr-FR" dirty="0" smtClean="0"/>
              <a:t>te </a:t>
            </a:r>
            <a:r>
              <a:rPr lang="fr-FR" dirty="0" err="1" smtClean="0"/>
              <a:t>felicito</a:t>
            </a:r>
            <a:r>
              <a:rPr lang="fr-FR" dirty="0" smtClean="0"/>
              <a:t>. Tu vida es para mi de </a:t>
            </a:r>
            <a:r>
              <a:rPr lang="fr-FR" dirty="0" err="1" smtClean="0"/>
              <a:t>inspiración</a:t>
            </a:r>
            <a:r>
              <a:rPr lang="fr-FR" dirty="0" smtClean="0"/>
              <a:t>  </a:t>
            </a:r>
          </a:p>
          <a:p>
            <a:pPr>
              <a:defRPr/>
            </a:pPr>
            <a:r>
              <a:rPr lang="fr-FR" dirty="0" smtClean="0"/>
              <a:t>9-  POUR ALLER TOUJOURS DE L’AVANT SANS ARRÊTER</a:t>
            </a:r>
          </a:p>
          <a:p>
            <a:pPr>
              <a:defRPr/>
            </a:pPr>
            <a:r>
              <a:rPr lang="fr-FR" dirty="0" smtClean="0"/>
              <a:t>para </a:t>
            </a:r>
            <a:r>
              <a:rPr lang="fr-FR" dirty="0" err="1" smtClean="0"/>
              <a:t>seguir</a:t>
            </a:r>
            <a:r>
              <a:rPr lang="fr-FR" dirty="0" smtClean="0"/>
              <a:t> </a:t>
            </a:r>
            <a:r>
              <a:rPr lang="fr-FR" dirty="0" err="1" smtClean="0"/>
              <a:t>siempre</a:t>
            </a:r>
            <a:r>
              <a:rPr lang="fr-FR" dirty="0" smtClean="0"/>
              <a:t> </a:t>
            </a:r>
            <a:r>
              <a:rPr lang="fr-FR" dirty="0" err="1" smtClean="0"/>
              <a:t>adelante</a:t>
            </a:r>
            <a:r>
              <a:rPr lang="fr-FR" dirty="0" smtClean="0"/>
              <a:t>, sin </a:t>
            </a:r>
            <a:r>
              <a:rPr lang="fr-FR" dirty="0" err="1" smtClean="0"/>
              <a:t>parar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10-  SUR LA ROUTE QU’A TRACÉE LE DIEU TRIOMPHANT </a:t>
            </a:r>
          </a:p>
          <a:p>
            <a:pPr>
              <a:defRPr/>
            </a:pPr>
            <a:r>
              <a:rPr lang="fr-FR" dirty="0" smtClean="0"/>
              <a:t>, </a:t>
            </a:r>
            <a:r>
              <a:rPr lang="fr-FR" dirty="0" err="1" smtClean="0"/>
              <a:t>por</a:t>
            </a:r>
            <a:r>
              <a:rPr lang="fr-FR" dirty="0" smtClean="0"/>
              <a:t> la </a:t>
            </a:r>
            <a:r>
              <a:rPr lang="fr-FR" dirty="0" err="1" smtClean="0"/>
              <a:t>ruta</a:t>
            </a:r>
            <a:r>
              <a:rPr lang="fr-FR" dirty="0" smtClean="0"/>
              <a:t> que ha </a:t>
            </a:r>
            <a:r>
              <a:rPr lang="fr-FR" dirty="0" err="1" smtClean="0"/>
              <a:t>trazado</a:t>
            </a:r>
            <a:r>
              <a:rPr lang="fr-FR" dirty="0" smtClean="0"/>
              <a:t> el </a:t>
            </a:r>
            <a:r>
              <a:rPr lang="fr-FR" dirty="0" err="1" smtClean="0"/>
              <a:t>Dios</a:t>
            </a:r>
            <a:r>
              <a:rPr lang="fr-FR" dirty="0" smtClean="0"/>
              <a:t> </a:t>
            </a:r>
            <a:r>
              <a:rPr lang="fr-FR" dirty="0" err="1" smtClean="0"/>
              <a:t>triunfante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11-  EN INSPIRANT LES AUTRES À ALLER DE L’AVANT</a:t>
            </a:r>
          </a:p>
          <a:p>
            <a:pPr>
              <a:defRPr/>
            </a:pPr>
            <a:r>
              <a:rPr lang="fr-FR" dirty="0" err="1" smtClean="0"/>
              <a:t>inspirando</a:t>
            </a:r>
            <a:r>
              <a:rPr lang="fr-FR" dirty="0" smtClean="0"/>
              <a:t> a los </a:t>
            </a:r>
            <a:r>
              <a:rPr lang="fr-FR" dirty="0" err="1" smtClean="0"/>
              <a:t>demás</a:t>
            </a:r>
            <a:r>
              <a:rPr lang="fr-FR" dirty="0" smtClean="0"/>
              <a:t> a </a:t>
            </a:r>
            <a:r>
              <a:rPr lang="fr-FR" dirty="0" err="1" smtClean="0"/>
              <a:t>echar</a:t>
            </a:r>
            <a:r>
              <a:rPr lang="fr-FR" dirty="0" smtClean="0"/>
              <a:t> </a:t>
            </a:r>
            <a:r>
              <a:rPr lang="fr-FR" dirty="0" err="1" smtClean="0"/>
              <a:t>pa'lante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12-  DE L’AVANT ON VA DE L’AVANT</a:t>
            </a:r>
          </a:p>
          <a:p>
            <a:pPr>
              <a:defRPr/>
            </a:pPr>
            <a:r>
              <a:rPr lang="fr-FR" dirty="0" smtClean="0"/>
              <a:t>Pa' </a:t>
            </a:r>
            <a:r>
              <a:rPr lang="fr-FR" dirty="0" err="1" smtClean="0"/>
              <a:t>late</a:t>
            </a:r>
            <a:r>
              <a:rPr lang="fr-FR" dirty="0" smtClean="0"/>
              <a:t> (5x). </a:t>
            </a:r>
            <a:r>
              <a:rPr lang="fr-FR" dirty="0" err="1" smtClean="0"/>
              <a:t>Vamos</a:t>
            </a:r>
            <a:r>
              <a:rPr lang="fr-FR" dirty="0" smtClean="0"/>
              <a:t> </a:t>
            </a:r>
            <a:r>
              <a:rPr lang="fr-FR" dirty="0" err="1" smtClean="0"/>
              <a:t>echar</a:t>
            </a:r>
            <a:r>
              <a:rPr lang="fr-FR" dirty="0" smtClean="0"/>
              <a:t> </a:t>
            </a:r>
            <a:r>
              <a:rPr lang="fr-FR" dirty="0" err="1" smtClean="0"/>
              <a:t>pa'lante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13-  ON VA DE L’AVANT MIGUEL ON VA DE L’AVANT </a:t>
            </a:r>
          </a:p>
          <a:p>
            <a:pPr>
              <a:defRPr/>
            </a:pPr>
            <a:r>
              <a:rPr lang="fr-FR" dirty="0" err="1" smtClean="0"/>
              <a:t>Vamos</a:t>
            </a:r>
            <a:r>
              <a:rPr lang="fr-FR" dirty="0" smtClean="0"/>
              <a:t> </a:t>
            </a:r>
            <a:r>
              <a:rPr lang="fr-FR" dirty="0" err="1" smtClean="0"/>
              <a:t>echar</a:t>
            </a:r>
            <a:r>
              <a:rPr lang="fr-FR" dirty="0" smtClean="0"/>
              <a:t> </a:t>
            </a:r>
            <a:r>
              <a:rPr lang="fr-FR" dirty="0" err="1" smtClean="0"/>
              <a:t>pa’lante</a:t>
            </a:r>
            <a:r>
              <a:rPr lang="fr-FR" dirty="0" smtClean="0"/>
              <a:t>, Miguel, </a:t>
            </a:r>
            <a:r>
              <a:rPr lang="fr-FR" dirty="0" err="1" smtClean="0"/>
              <a:t>vamos</a:t>
            </a:r>
            <a:r>
              <a:rPr lang="fr-FR" dirty="0" smtClean="0"/>
              <a:t> a </a:t>
            </a:r>
            <a:r>
              <a:rPr lang="fr-FR" dirty="0" err="1" smtClean="0"/>
              <a:t>echar</a:t>
            </a:r>
            <a:r>
              <a:rPr lang="fr-FR" dirty="0" smtClean="0"/>
              <a:t> 
14-  C’EST MAINTENANT QUE JE SUIS GRAND PARCE QUE JE SUIS AVEC LE GÉANT </a:t>
            </a:r>
          </a:p>
          <a:p>
            <a:pPr>
              <a:defRPr/>
            </a:pPr>
            <a:r>
              <a:rPr lang="fr-FR" dirty="0" err="1" smtClean="0"/>
              <a:t>pa’lante</a:t>
            </a:r>
            <a:r>
              <a:rPr lang="fr-FR" dirty="0" smtClean="0"/>
              <a:t>. </a:t>
            </a:r>
            <a:r>
              <a:rPr lang="fr-FR" dirty="0" err="1" smtClean="0"/>
              <a:t>Ahora</a:t>
            </a:r>
            <a:r>
              <a:rPr lang="fr-FR" dirty="0" smtClean="0"/>
              <a:t> es que </a:t>
            </a:r>
            <a:r>
              <a:rPr lang="fr-FR" dirty="0" err="1" smtClean="0"/>
              <a:t>yo</a:t>
            </a:r>
            <a:r>
              <a:rPr lang="fr-FR" dirty="0" smtClean="0"/>
              <a:t> </a:t>
            </a:r>
            <a:r>
              <a:rPr lang="fr-FR" dirty="0" err="1" smtClean="0"/>
              <a:t>soy</a:t>
            </a:r>
            <a:r>
              <a:rPr lang="fr-FR" dirty="0" smtClean="0"/>
              <a:t> grande porque </a:t>
            </a:r>
            <a:r>
              <a:rPr lang="fr-FR" dirty="0" err="1" smtClean="0"/>
              <a:t>estoy</a:t>
            </a:r>
            <a:r>
              <a:rPr lang="fr-FR" dirty="0" smtClean="0"/>
              <a:t> con el </a:t>
            </a:r>
            <a:r>
              <a:rPr lang="fr-FR" dirty="0" err="1" smtClean="0"/>
              <a:t>gigante</a:t>
            </a:r>
            <a:endParaRPr lang="fr-FR" dirty="0" smtClean="0"/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dirty="0" err="1" smtClean="0"/>
              <a:t>Pa’lante</a:t>
            </a:r>
            <a:r>
              <a:rPr lang="fr-FR" dirty="0" smtClean="0"/>
              <a:t> </a:t>
            </a:r>
            <a:r>
              <a:rPr lang="fr-FR" dirty="0" err="1" smtClean="0"/>
              <a:t>pa’lante</a:t>
            </a:r>
            <a:r>
              <a:rPr lang="fr-FR" dirty="0" smtClean="0"/>
              <a:t>, ni un </a:t>
            </a:r>
            <a:r>
              <a:rPr lang="fr-FR" dirty="0" err="1" smtClean="0"/>
              <a:t>pasito</a:t>
            </a:r>
            <a:r>
              <a:rPr lang="fr-FR" dirty="0" smtClean="0"/>
              <a:t> </a:t>
            </a:r>
            <a:r>
              <a:rPr lang="fr-FR" dirty="0" err="1" smtClean="0"/>
              <a:t>atrás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16-  PAS UN SEUL PAS EN ARRIÈRE CAMARADE </a:t>
            </a:r>
          </a:p>
          <a:p>
            <a:pPr>
              <a:defRPr/>
            </a:pPr>
            <a:r>
              <a:rPr lang="fr-FR" dirty="0" smtClean="0"/>
              <a:t>Ni un </a:t>
            </a:r>
            <a:r>
              <a:rPr lang="fr-FR" dirty="0" err="1" smtClean="0"/>
              <a:t>pasito</a:t>
            </a:r>
            <a:r>
              <a:rPr lang="fr-FR" dirty="0" smtClean="0"/>
              <a:t> </a:t>
            </a:r>
            <a:r>
              <a:rPr lang="fr-FR" dirty="0" err="1" smtClean="0"/>
              <a:t>atrás</a:t>
            </a:r>
            <a:r>
              <a:rPr lang="fr-FR" dirty="0" smtClean="0"/>
              <a:t>, </a:t>
            </a:r>
            <a:r>
              <a:rPr lang="fr-FR" dirty="0" err="1" smtClean="0"/>
              <a:t>cámara</a:t>
            </a:r>
            <a:r>
              <a:rPr lang="fr-FR" dirty="0" smtClean="0"/>
              <a:t>
17-  MÊME PAS POUR PRENDRE DE L’ÉLAN OU RECEVOIR UNE INSULTE</a:t>
            </a:r>
          </a:p>
          <a:p>
            <a:pPr>
              <a:defRPr/>
            </a:pPr>
            <a:r>
              <a:rPr lang="fr-FR" dirty="0" smtClean="0"/>
              <a:t>ni </a:t>
            </a:r>
            <a:r>
              <a:rPr lang="fr-FR" dirty="0" err="1" smtClean="0"/>
              <a:t>pa’coger</a:t>
            </a:r>
            <a:r>
              <a:rPr lang="fr-FR" dirty="0" smtClean="0"/>
              <a:t> </a:t>
            </a:r>
            <a:r>
              <a:rPr lang="fr-FR" dirty="0" err="1" smtClean="0"/>
              <a:t>impulso</a:t>
            </a:r>
            <a:r>
              <a:rPr lang="fr-FR" dirty="0" smtClean="0"/>
              <a:t> o </a:t>
            </a:r>
            <a:r>
              <a:rPr lang="fr-FR" dirty="0" err="1" smtClean="0"/>
              <a:t>recibir</a:t>
            </a:r>
            <a:r>
              <a:rPr lang="fr-FR" dirty="0" smtClean="0"/>
              <a:t> </a:t>
            </a:r>
            <a:r>
              <a:rPr lang="fr-FR" dirty="0" err="1" smtClean="0"/>
              <a:t>insulto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18-  PAS UN PETIT PAS EN ARRIÈRE ON VA PROCLAMER </a:t>
            </a:r>
          </a:p>
          <a:p>
            <a:pPr>
              <a:defRPr/>
            </a:pPr>
            <a:r>
              <a:rPr lang="fr-FR" dirty="0" smtClean="0"/>
              <a:t>ni un </a:t>
            </a:r>
            <a:r>
              <a:rPr lang="fr-FR" dirty="0" err="1" smtClean="0"/>
              <a:t>pasito</a:t>
            </a:r>
            <a:r>
              <a:rPr lang="fr-FR" dirty="0" smtClean="0"/>
              <a:t> </a:t>
            </a:r>
            <a:r>
              <a:rPr lang="fr-FR" dirty="0" err="1" smtClean="0"/>
              <a:t>atrás</a:t>
            </a:r>
            <a:r>
              <a:rPr lang="fr-FR" dirty="0" smtClean="0"/>
              <a:t>. </a:t>
            </a:r>
            <a:r>
              <a:rPr lang="fr-FR" dirty="0" err="1" smtClean="0"/>
              <a:t>Vamos</a:t>
            </a:r>
            <a:r>
              <a:rPr lang="fr-FR" dirty="0" smtClean="0"/>
              <a:t> a </a:t>
            </a:r>
            <a:r>
              <a:rPr lang="fr-FR" dirty="0" err="1" smtClean="0"/>
              <a:t>pregonar</a:t>
            </a:r>
            <a:r>
              <a:rPr lang="fr-FR" dirty="0" smtClean="0"/>
              <a:t> 
19-  QU’IL Y A DE LA JOIE EN JÉSUS-CHRIST</a:t>
            </a:r>
          </a:p>
          <a:p>
            <a:pPr>
              <a:defRPr/>
            </a:pPr>
            <a:r>
              <a:rPr lang="fr-FR" dirty="0" smtClean="0"/>
              <a:t>que </a:t>
            </a:r>
            <a:r>
              <a:rPr lang="fr-FR" dirty="0" err="1" smtClean="0"/>
              <a:t>hay</a:t>
            </a:r>
            <a:r>
              <a:rPr lang="fr-FR" dirty="0" smtClean="0"/>
              <a:t> </a:t>
            </a:r>
            <a:r>
              <a:rPr lang="fr-FR" dirty="0" err="1" smtClean="0"/>
              <a:t>gozo</a:t>
            </a:r>
            <a:r>
              <a:rPr lang="fr-FR" dirty="0" smtClean="0"/>
              <a:t> en </a:t>
            </a:r>
            <a:r>
              <a:rPr lang="fr-FR" dirty="0" err="1" smtClean="0"/>
              <a:t>Jesucristo</a:t>
            </a:r>
            <a:r>
              <a:rPr lang="fr-FR" dirty="0" smtClean="0"/>
              <a:t>,</a:t>
            </a:r>
            <a:br>
              <a:rPr lang="fr-FR" dirty="0" smtClean="0"/>
            </a:br>
            <a:r>
              <a:rPr lang="fr-FR" dirty="0" smtClean="0"/>
              <a:t>20-  CELUI QUI Y GOÛTE DIRA LA MÊME CHOSE </a:t>
            </a:r>
          </a:p>
          <a:p>
            <a:pPr>
              <a:defRPr/>
            </a:pPr>
            <a:r>
              <a:rPr lang="fr-FR" dirty="0" smtClean="0"/>
              <a:t>el que </a:t>
            </a:r>
            <a:r>
              <a:rPr lang="fr-FR" dirty="0" err="1" smtClean="0"/>
              <a:t>lo</a:t>
            </a:r>
            <a:r>
              <a:rPr lang="fr-FR" dirty="0" smtClean="0"/>
              <a:t> </a:t>
            </a:r>
            <a:r>
              <a:rPr lang="fr-FR" dirty="0" err="1" smtClean="0"/>
              <a:t>prueba</a:t>
            </a:r>
            <a:r>
              <a:rPr lang="fr-FR" dirty="0" smtClean="0"/>
              <a:t>, </a:t>
            </a:r>
            <a:r>
              <a:rPr lang="fr-FR" dirty="0" err="1" smtClean="0"/>
              <a:t>también</a:t>
            </a:r>
            <a:r>
              <a:rPr lang="fr-FR" dirty="0" smtClean="0"/>
              <a:t> </a:t>
            </a:r>
            <a:r>
              <a:rPr lang="fr-FR" dirty="0" err="1" smtClean="0"/>
              <a:t>dirá</a:t>
            </a:r>
            <a:r>
              <a:rPr lang="fr-FR" dirty="0" smtClean="0"/>
              <a:t> </a:t>
            </a:r>
            <a:r>
              <a:rPr lang="fr-FR" dirty="0" err="1" smtClean="0"/>
              <a:t>lo</a:t>
            </a:r>
            <a:r>
              <a:rPr lang="fr-FR" dirty="0" smtClean="0"/>
              <a:t> </a:t>
            </a:r>
            <a:r>
              <a:rPr lang="fr-FR" dirty="0" err="1" smtClean="0"/>
              <a:t>mismo</a:t>
            </a:r>
            <a:r>
              <a:rPr lang="fr-FR" dirty="0" smtClean="0"/>
              <a:t>,  
21-  QUE JOSSIE STÉPHANE ET SON AMI MIGUELITO</a:t>
            </a:r>
          </a:p>
          <a:p>
            <a:pPr>
              <a:defRPr/>
            </a:pPr>
            <a:r>
              <a:rPr lang="fr-FR" dirty="0" smtClean="0"/>
              <a:t>que </a:t>
            </a:r>
            <a:r>
              <a:rPr lang="fr-FR" dirty="0" err="1" smtClean="0"/>
              <a:t>Jossie</a:t>
            </a:r>
            <a:r>
              <a:rPr lang="fr-FR" dirty="0" smtClean="0"/>
              <a:t> </a:t>
            </a:r>
            <a:r>
              <a:rPr lang="fr-FR" dirty="0" err="1" smtClean="0"/>
              <a:t>Esteban</a:t>
            </a:r>
            <a:r>
              <a:rPr lang="fr-FR" dirty="0" smtClean="0"/>
              <a:t> y su Amigo </a:t>
            </a:r>
            <a:r>
              <a:rPr lang="fr-FR" dirty="0" err="1" smtClean="0"/>
              <a:t>Miguelito</a:t>
            </a:r>
            <a:r>
              <a:rPr lang="fr-FR" dirty="0" smtClean="0"/>
              <a:t>  </a:t>
            </a:r>
          </a:p>
          <a:p>
            <a:pPr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22-  MAINTENANT QUE TU M’AS ENTENDU CHANTER </a:t>
            </a:r>
          </a:p>
          <a:p>
            <a:pPr>
              <a:defRPr/>
            </a:pPr>
            <a:r>
              <a:rPr lang="fr-FR" dirty="0" err="1" smtClean="0"/>
              <a:t>Ahora</a:t>
            </a:r>
            <a:r>
              <a:rPr lang="fr-FR" dirty="0" smtClean="0"/>
              <a:t> que me </a:t>
            </a:r>
            <a:r>
              <a:rPr lang="fr-FR" dirty="0" err="1" smtClean="0"/>
              <a:t>escuchaste</a:t>
            </a:r>
            <a:r>
              <a:rPr lang="fr-FR" dirty="0" smtClean="0"/>
              <a:t> </a:t>
            </a:r>
            <a:r>
              <a:rPr lang="fr-FR" dirty="0" err="1" smtClean="0"/>
              <a:t>cantar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dirty="0" err="1" smtClean="0"/>
              <a:t>quiero</a:t>
            </a:r>
            <a:r>
              <a:rPr lang="fr-FR" dirty="0" smtClean="0"/>
              <a:t> que </a:t>
            </a:r>
            <a:r>
              <a:rPr lang="fr-FR" dirty="0" err="1" smtClean="0"/>
              <a:t>esperes</a:t>
            </a:r>
            <a:r>
              <a:rPr lang="fr-FR" dirty="0" smtClean="0"/>
              <a:t> un </a:t>
            </a:r>
            <a:r>
              <a:rPr lang="fr-FR" dirty="0" err="1" smtClean="0"/>
              <a:t>momento</a:t>
            </a:r>
            <a:r>
              <a:rPr lang="fr-FR" dirty="0" smtClean="0"/>
              <a:t> para que nos </a:t>
            </a:r>
            <a:r>
              <a:rPr lang="fr-FR" dirty="0" err="1" smtClean="0"/>
              <a:t>veas</a:t>
            </a:r>
            <a:r>
              <a:rPr lang="fr-FR" dirty="0" smtClean="0"/>
              <a:t> </a:t>
            </a:r>
            <a:r>
              <a:rPr lang="fr-FR" dirty="0" err="1" smtClean="0"/>
              <a:t>bailar</a:t>
            </a:r>
            <a:r>
              <a:rPr lang="fr-FR" dirty="0" smtClean="0"/>
              <a:t> </a:t>
            </a:r>
            <a:br>
              <a:rPr lang="fr-FR" dirty="0" smtClean="0"/>
            </a:br>
            <a:r>
              <a:rPr lang="fr-FR" dirty="0" smtClean="0"/>
              <a:t> 
</a:t>
            </a:r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MON AMI JOSSIE STÉPHANE JE TE BÉNIS</a:t>
            </a:r>
          </a:p>
          <a:p>
            <a:pPr>
              <a:defRPr/>
            </a:pPr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pPr>
              <a:defRPr/>
            </a:pPr>
            <a:r>
              <a:rPr lang="fr-FR" smtClean="0"/>
              <a:t>Gracias a Dios y a ti por ser mi amigo.</a:t>
            </a:r>
          </a:p>
          <a:p>
            <a:pPr>
              <a:defRPr/>
            </a:pPr>
            <a:r>
              <a:rPr lang="fr-FR" smtClean="0"/>
              <a:t>3-  JE TE REMERCIE AUSSI D’ACCEPTER L’INVITATION</a:t>
            </a:r>
          </a:p>
          <a:p>
            <a:pPr>
              <a:defRPr/>
            </a:pPr>
            <a:r>
              <a:rPr lang="fr-FR" smtClean="0"/>
              <a:t>Gracias te doy, también, por aceptar la invitación,</a:t>
            </a:r>
          </a:p>
          <a:p>
            <a:pPr>
              <a:defRPr/>
            </a:pPr>
            <a:r>
              <a:rPr lang="fr-FR" smtClean="0"/>
              <a:t>4-  DE CHANTER MA CHANSON QUI S’INTITULE : </a:t>
            </a:r>
          </a:p>
          <a:p>
            <a:pPr>
              <a:defRPr/>
            </a:pPr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pPr>
              <a:defRPr/>
            </a:pPr>
            <a:r>
              <a:rPr lang="fr-FR" smtClean="0"/>
              <a:t>tenemos que echar pa’lant, pa'lante, «pa'lante
6-  TOUJOURS DE L’AVANT</a:t>
            </a:r>
          </a:p>
          <a:p>
            <a:pPr>
              <a:defRPr/>
            </a:pPr>
            <a:r>
              <a:rPr lang="fr-FR" smtClean="0"/>
              <a:t>siempre pa'lante ».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AU CONTRAIRE, MERCI MIGUELITO JE RENDS GLOIRE À DIEU POUR TOI</a:t>
            </a:r>
          </a:p>
          <a:p>
            <a:pPr>
              <a:defRPr/>
            </a:pPr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pPr>
              <a:defRPr/>
            </a:pPr>
            <a:r>
              <a:rPr lang="fr-FR" smtClean="0"/>
              <a:t>te felicito. Tu vida es para mi de inspiración  </a:t>
            </a:r>
          </a:p>
          <a:p>
            <a:pPr>
              <a:defRPr/>
            </a:pPr>
            <a:r>
              <a:rPr lang="fr-FR" smtClean="0"/>
              <a:t>9-  POUR ALLER TOUJOURS DE L’AVANT SANS ARRÊTER</a:t>
            </a:r>
          </a:p>
          <a:p>
            <a:pPr>
              <a:defRPr/>
            </a:pPr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pPr>
              <a:defRPr/>
            </a:pPr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pPr>
              <a:defRPr/>
            </a:pPr>
            <a:r>
              <a:rPr lang="fr-FR" smtClean="0"/>
              <a:t>inspirando a los demás a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12-  DE L’AVANT ON VA DE L’AVANT</a:t>
            </a:r>
          </a:p>
          <a:p>
            <a:pPr>
              <a:defRPr/>
            </a:pPr>
            <a:r>
              <a:rPr lang="fr-FR" smtClean="0"/>
              <a:t>Pa' late (5x). Vamos echar pa'lante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13-  ON VA DE L’AVANT MIGUEL ON VA DE L’AVANT </a:t>
            </a:r>
          </a:p>
          <a:p>
            <a:pPr>
              <a:defRPr/>
            </a:pPr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pPr>
              <a:defRPr/>
            </a:pPr>
            <a:r>
              <a:rPr lang="fr-FR" smtClean="0"/>
              <a:t>pa’lante. Ahora es que yo soy grande porque estoy con el gigante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pPr>
              <a:defRPr/>
            </a:pPr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pPr>
              <a:defRPr/>
            </a:pPr>
            <a:r>
              <a:rPr lang="fr-FR" smtClean="0"/>
              <a:t>Ni un pasito atrás, cámara
17-  MÊME PAS POUR PRENDRE DE L’ÉLAN OU RECEVOIR UNE INSULTE</a:t>
            </a:r>
          </a:p>
          <a:p>
            <a:pPr>
              <a:defRPr/>
            </a:pPr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pPr>
              <a:defRPr/>
            </a:pPr>
            <a:r>
              <a:rPr lang="fr-FR" smtClean="0"/>
              <a:t>ni un pasito atrás. Vamos a pregonar 
19-  QU’IL Y A DE LA JOIE EN JÉSUS-CHRIST</a:t>
            </a:r>
          </a:p>
          <a:p>
            <a:pPr>
              <a:defRPr/>
            </a:pPr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pPr>
              <a:defRPr/>
            </a:pPr>
            <a:r>
              <a:rPr lang="fr-FR" smtClean="0"/>
              <a:t>el que lo prueba, también dirá lo mismo,  
21-  QUE JOSSIE STÉPHANE ET SON AMI MIGUELITO</a:t>
            </a:r>
          </a:p>
          <a:p>
            <a:pPr>
              <a:defRPr/>
            </a:pPr>
            <a:r>
              <a:rPr lang="fr-FR" smtClean="0"/>
              <a:t>que Jossie Esteban y su Amigo Miguelito  </a:t>
            </a:r>
          </a:p>
          <a:p>
            <a:pPr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pPr>
              <a:defRPr/>
            </a:pPr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pPr>
              <a:defRPr/>
            </a:pPr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MON AMI JOSSIE STÉPHANE JE TE BÉNIS</a:t>
            </a:r>
          </a:p>
          <a:p>
            <a:r>
              <a:rPr lang="fr-FR" smtClean="0"/>
              <a:t>Mi Amigo Jossie Estéban,Te bendigo</a:t>
            </a:r>
            <a:br>
              <a:rPr lang="fr-FR" smtClean="0"/>
            </a:br>
            <a:r>
              <a:rPr lang="fr-FR" smtClean="0"/>
              <a:t>2-  MERCI À DIEU ET À TOI D’ÊTRE MON AMI</a:t>
            </a:r>
          </a:p>
          <a:p>
            <a:r>
              <a:rPr lang="fr-FR" smtClean="0"/>
              <a:t>Gracias a Dios y a ti por ser mi amigo.</a:t>
            </a:r>
          </a:p>
          <a:p>
            <a:r>
              <a:rPr lang="fr-FR" smtClean="0"/>
              <a:t>3-  JE TE REMERCIE AUSSI D’ACCEPTER L’INVITATION</a:t>
            </a:r>
          </a:p>
          <a:p>
            <a:r>
              <a:rPr lang="fr-FR" smtClean="0"/>
              <a:t>Gracias te doy, también, por aceptar la invitación,</a:t>
            </a:r>
          </a:p>
          <a:p>
            <a:r>
              <a:rPr lang="fr-FR" smtClean="0"/>
              <a:t>4-  DE CHANTER MA CHANSON QUI S’INTITULE : </a:t>
            </a:r>
          </a:p>
          <a:p>
            <a:r>
              <a:rPr lang="fr-FR" smtClean="0"/>
              <a:t>Para que cantes mi canción, titulada </a:t>
            </a:r>
            <a:br>
              <a:rPr lang="fr-FR" smtClean="0"/>
            </a:br>
            <a:r>
              <a:rPr lang="fr-FR" smtClean="0"/>
              <a:t>5-  NOUS DEVONS ALLER DE L’AVANT DE L’AVANT, DE L’AVANT  </a:t>
            </a:r>
          </a:p>
          <a:p>
            <a:r>
              <a:rPr lang="fr-FR" smtClean="0"/>
              <a:t>tenemos que echar pa’lant, pa'lante, «pa'lante
6-  TOUJOURS DE L’AVANT</a:t>
            </a:r>
          </a:p>
          <a:p>
            <a:r>
              <a:rPr lang="fr-FR" smtClean="0"/>
              <a:t>siempre pa'lante ».</a:t>
            </a:r>
          </a:p>
          <a:p>
            <a:endParaRPr lang="fr-FR" smtClean="0"/>
          </a:p>
          <a:p>
            <a:r>
              <a:rPr lang="fr-FR" smtClean="0"/>
              <a:t>7-  AU CONTRAIRE, MERCI MIGUELITO JE RENDS GLOIRE À DIEU POUR TOI</a:t>
            </a:r>
          </a:p>
          <a:p>
            <a:r>
              <a:rPr lang="fr-FR" smtClean="0"/>
              <a:t>Por el contrario, gracias Miguelito. Doy Gloria a Dios, por ti,  
8-  JE TE FÉLICITE  TA VIE EST POUR MOI UNE SOURCE D’INSPIRATION </a:t>
            </a:r>
          </a:p>
          <a:p>
            <a:r>
              <a:rPr lang="fr-FR" smtClean="0"/>
              <a:t>te felicito. Tu vida es para mi de inspiración  </a:t>
            </a:r>
          </a:p>
          <a:p>
            <a:r>
              <a:rPr lang="fr-FR" smtClean="0"/>
              <a:t>9-  POUR ALLER TOUJOURS DE L’AVANT SANS ARRÊTER</a:t>
            </a:r>
          </a:p>
          <a:p>
            <a:r>
              <a:rPr lang="fr-FR" smtClean="0"/>
              <a:t>para seguir siempre adelante, sin parar</a:t>
            </a:r>
            <a:br>
              <a:rPr lang="fr-FR" smtClean="0"/>
            </a:br>
            <a:r>
              <a:rPr lang="fr-FR" smtClean="0"/>
              <a:t>10-  SUR LA ROUTE QU’A TRACÉE LE DIEU TRIOMPHANT </a:t>
            </a:r>
          </a:p>
          <a:p>
            <a:r>
              <a:rPr lang="fr-FR" smtClean="0"/>
              <a:t>, por la ruta que ha trazado el Dios triunfante</a:t>
            </a:r>
            <a:br>
              <a:rPr lang="fr-FR" smtClean="0"/>
            </a:br>
            <a:r>
              <a:rPr lang="fr-FR" smtClean="0"/>
              <a:t>11-  EN INSPIRANT LES AUTRES À ALLER DE L’AVANT</a:t>
            </a:r>
          </a:p>
          <a:p>
            <a:r>
              <a:rPr lang="fr-FR" smtClean="0"/>
              <a:t>inspirando a los demás a echar pa'lante</a:t>
            </a:r>
          </a:p>
          <a:p>
            <a:endParaRPr lang="fr-FR" smtClean="0"/>
          </a:p>
          <a:p>
            <a:r>
              <a:rPr lang="fr-FR" smtClean="0"/>
              <a:t>12-  DE L’AVANT ON VA DE L’AVANT</a:t>
            </a:r>
          </a:p>
          <a:p>
            <a:r>
              <a:rPr lang="fr-FR" smtClean="0"/>
              <a:t>Pa' late (5x). Vamos echar pa'lante</a:t>
            </a:r>
          </a:p>
          <a:p>
            <a:endParaRPr lang="fr-FR" smtClean="0"/>
          </a:p>
          <a:p>
            <a:r>
              <a:rPr lang="fr-FR" smtClean="0"/>
              <a:t>13-  ON VA DE L’AVANT MIGUEL ON VA DE L’AVANT </a:t>
            </a:r>
          </a:p>
          <a:p>
            <a:r>
              <a:rPr lang="fr-FR" smtClean="0"/>
              <a:t>Vamos echar pa’lante, Miguel, vamos a echar 
14-  C’EST MAINTENANT QUE JE SUIS GRAND PARCE QUE JE SUIS AVEC LE GÉANT </a:t>
            </a:r>
          </a:p>
          <a:p>
            <a:r>
              <a:rPr lang="fr-FR" smtClean="0"/>
              <a:t>pa’lante. Ahora es que yo soy grande porque estoy con el gigante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15-  DE L’AVANT ET DE L’AVANT MÊME PAS UN PETIT PAS EN ARRIÈRE</a:t>
            </a:r>
          </a:p>
          <a:p>
            <a:r>
              <a:rPr lang="fr-FR" smtClean="0"/>
              <a:t>Pa’lante pa’lante, ni un pasito atrás</a:t>
            </a:r>
            <a:br>
              <a:rPr lang="fr-FR" smtClean="0"/>
            </a:br>
            <a:r>
              <a:rPr lang="fr-FR" smtClean="0"/>
              <a:t>16-  PAS UN SEUL PAS EN ARRIÈRE CAMARADE </a:t>
            </a:r>
          </a:p>
          <a:p>
            <a:r>
              <a:rPr lang="fr-FR" smtClean="0"/>
              <a:t>Ni un pasito atrás, cámara
17-  MÊME PAS POUR PRENDRE DE L’ÉLAN OU RECEVOIR UNE INSULTE</a:t>
            </a:r>
          </a:p>
          <a:p>
            <a:r>
              <a:rPr lang="fr-FR" smtClean="0"/>
              <a:t>ni pa’coger impulso o recibir insulto</a:t>
            </a:r>
            <a:br>
              <a:rPr lang="fr-FR" smtClean="0"/>
            </a:br>
            <a:r>
              <a:rPr lang="fr-FR" smtClean="0"/>
              <a:t>18-  PAS UN PETIT PAS EN ARRIÈRE ON VA PROCLAMER </a:t>
            </a:r>
          </a:p>
          <a:p>
            <a:r>
              <a:rPr lang="fr-FR" smtClean="0"/>
              <a:t>ni un pasito atrás. Vamos a pregonar 
19-  QU’IL Y A DE LA JOIE EN JÉSUS-CHRIST</a:t>
            </a:r>
          </a:p>
          <a:p>
            <a:r>
              <a:rPr lang="fr-FR" smtClean="0"/>
              <a:t>que hay gozo en Jesucristo,</a:t>
            </a:r>
            <a:br>
              <a:rPr lang="fr-FR" smtClean="0"/>
            </a:br>
            <a:r>
              <a:rPr lang="fr-FR" smtClean="0"/>
              <a:t>20-  CELUI QUI Y GOÛTE DIRA LA MÊME CHOSE </a:t>
            </a:r>
          </a:p>
          <a:p>
            <a:r>
              <a:rPr lang="fr-FR" smtClean="0"/>
              <a:t>el que lo prueba, también dirá lo mismo,  
21-  QUE JOSSIE STÉPHANE ET SON AMI MIGUELITO</a:t>
            </a:r>
          </a:p>
          <a:p>
            <a:r>
              <a:rPr lang="fr-FR" smtClean="0"/>
              <a:t>que Jossie Esteban y su Amigo Miguelito  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22-  MAINTENANT QUE TU M’AS ENTENDU CHANTER </a:t>
            </a:r>
          </a:p>
          <a:p>
            <a:r>
              <a:rPr lang="fr-FR" smtClean="0"/>
              <a:t>Ahora que me escuchaste cantar </a:t>
            </a:r>
            <a:br>
              <a:rPr lang="fr-FR" smtClean="0"/>
            </a:br>
            <a:r>
              <a:rPr lang="fr-FR" smtClean="0"/>
              <a:t>23-  JE VEUX QUE TU ATTENDES QUELQUES INSTANTS POUR NOUSVOIR DANSER</a:t>
            </a:r>
          </a:p>
          <a:p>
            <a:r>
              <a:rPr lang="fr-FR" smtClean="0"/>
              <a:t>quiero que esperes un momento para que nos veas bailar </a:t>
            </a:r>
            <a:br>
              <a:rPr lang="fr-FR" smtClean="0"/>
            </a:br>
            <a:r>
              <a:rPr lang="fr-FR" smtClean="0"/>
              <a:t>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00E048-A290-40AC-BECA-4CBB0F355E8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5536D8-DEA1-4353-B3FD-4B4CDAB8A0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F5EEF2-3EDE-4F04-A1AF-1C93FB2476C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28507E-2442-42BA-8192-7E96733EA8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341C53-D8A6-4ECF-B515-A95D096BC4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3C5429-851E-4093-B76A-FF7D8F5BB8E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493DD-D36D-47F2-9D4E-A8F72D89ADF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78ACD1-7421-4D7E-8D94-E7A9D2F116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601AC4-BF96-4463-BDFC-0A6A68D15D1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19D901-9D47-4469-9959-C53D26E3023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23E513-633F-41BC-ABDC-5146C8D293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7ED1087-3022-4A67-9620-ADF130F315F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MON AMI JOSSIE STÉPHANE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BÉNIS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MERCI À DIEU ET À TOI D’ÊTRE MON AMI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REMERCIE AUSSI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D’ACCEPTER L’INVITATION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CHANTER MA CHANSON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QUI S’INTITULE :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NOUS DEVONS ALLER DE L’AVANT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L’AVANT, DE L’AVANT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TOUJOURS DE L’AVANT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AU CONTRAIRE, MERCI MIGUELITO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RENDS GLOIRE À DIEU POUR TOI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TE FÉLICITE  TA VIE EST POUR MOI UNE SOURCE D’INSPIRATION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ALLER TOUJOURS DE L’AVANT SANS ARRÊTER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 LA ROUTE QU’A TRACÉE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DIEU TRIOMPHANT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INSPIRANT LES AUTRES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ALLER DE L’AVANT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L’AVANT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VA DE L’AVANT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VA DE L’AVANT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MIGUEL ON VA DE L’AVANT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MAINTENANT QUE JE SUIS GRAND PARCE QUE JE SUIS AVEC LE GÉANT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L’AVANT ET DE L’AVANT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PAS UN PETIT PAS EN ARRIÈRE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 UN SEUL PAS EN ARRIÈRE CAMARADE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MÊME PAS POUR PRENDRE DE L’ÉLAN OU RECEVOIR UNE INSULTE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 UN PETIT PAS EN ARRIÈRE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ON VA PROCLAMER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QU’IL Y A DE LA JOIE EN JÉSUS-CHRIST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CELUI QUI Y GOÛTE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DIRA LA MÊME CHOSE </a:t>
            </a: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JOSSIE STÉPHANE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SON AMI MIGUELITO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MAINTENANT QUE TU M’AS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ENTENDU CHANTER </a:t>
            </a:r>
            <a:b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QUE TU ATTENDES QUELQUES INSTANTS POUR NOUS VOIR DANSER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1517</TotalTime>
  <Words>736</Words>
  <Application>Microsoft Office PowerPoint</Application>
  <PresentationFormat>On-screen Show (4:3)</PresentationFormat>
  <Paragraphs>1633</Paragraphs>
  <Slides>23</Slides>
  <Notes>23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27" baseType="lpstr">
      <vt:lpstr>Franklin Gothic Medium</vt:lpstr>
      <vt:lpstr>Arial</vt:lpstr>
      <vt:lpstr>Calibri</vt:lpstr>
      <vt:lpstr>Default Design</vt:lpstr>
      <vt:lpstr>MON AMI JOSSIE STÉPHANE JE TE BÉNIS </vt:lpstr>
      <vt:lpstr>MERCI À DIEU ET À TOI D’ÊTRE MON AMI </vt:lpstr>
      <vt:lpstr>JE TE REMERCIE AUSSI  D’ACCEPTER L’INVITATION </vt:lpstr>
      <vt:lpstr>DE CHANTER MA CHANSON  QUI S’INTITULE :  </vt:lpstr>
      <vt:lpstr>NOUS DEVONS ALLER DE L’AVANT DE L’AVANT, DE L’AVANT </vt:lpstr>
      <vt:lpstr>TOUJOURS DE L’AVANT   </vt:lpstr>
      <vt:lpstr>AU CONTRAIRE, MERCI MIGUELITO JE RENDS GLOIRE À DIEU POUR TOI</vt:lpstr>
      <vt:lpstr>JE TE FÉLICITE  TA VIE EST POUR MOI UNE SOURCE D’INSPIRATION  </vt:lpstr>
      <vt:lpstr>POUR ALLER TOUJOURS DE L’AVANT SANS ARRÊTER </vt:lpstr>
      <vt:lpstr>SUR LA ROUTE QU’A TRACÉE  LE DIEU TRIOMPHANT  </vt:lpstr>
      <vt:lpstr>EN INSPIRANT LES AUTRES  À ALLER DE L’AVANT </vt:lpstr>
      <vt:lpstr>DE L’AVANT ON VA DE L’AVANT </vt:lpstr>
      <vt:lpstr>ON VA DE L’AVANT MIGUEL ON VA DE L’AVANT</vt:lpstr>
      <vt:lpstr>C’EST MAINTENANT QUE JE SUIS GRAND PARCE QUE JE SUIS AVEC LE GÉANT  </vt:lpstr>
      <vt:lpstr>DE L’AVANT ET DE L’AVANT MÊME PAS UN PETIT PAS EN ARRIÈRE </vt:lpstr>
      <vt:lpstr>PAS UN SEUL PAS EN ARRIÈRE CAMARADE</vt:lpstr>
      <vt:lpstr>MÊME PAS POUR PRENDRE DE L’ÉLAN OU RECEVOIR UNE INSULTE </vt:lpstr>
      <vt:lpstr>PAS UN PETIT PAS EN ARRIÈRE ON VA PROCLAMER</vt:lpstr>
      <vt:lpstr>QU’IL Y A DE LA JOIE EN JÉSUS-CHRIST </vt:lpstr>
      <vt:lpstr>CELUI QUI Y GOÛTE  DIRA LA MÊME CHOSE </vt:lpstr>
      <vt:lpstr>QUE JOSSIE STÉPHANE  ET SON AMI MIGUELITO  </vt:lpstr>
      <vt:lpstr>MAINTENANT QUE TU M’AS  ENTENDU CHANTER  </vt:lpstr>
      <vt:lpstr>JE VEUX QUE TU ATTENDES QUELQUES INSTANTS POUR NOUS VOIR DANSER 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Dunamis</cp:lastModifiedBy>
  <cp:revision>143</cp:revision>
  <dcterms:created xsi:type="dcterms:W3CDTF">2002-08-17T10:50:50Z</dcterms:created>
  <dcterms:modified xsi:type="dcterms:W3CDTF">2014-12-28T02:52:34Z</dcterms:modified>
</cp:coreProperties>
</file>