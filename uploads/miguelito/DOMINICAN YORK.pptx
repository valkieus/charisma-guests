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70" r:id="rId2"/>
    <p:sldId id="272" r:id="rId3"/>
    <p:sldId id="328" r:id="rId4"/>
    <p:sldId id="273" r:id="rId5"/>
    <p:sldId id="327" r:id="rId6"/>
    <p:sldId id="274" r:id="rId7"/>
    <p:sldId id="320" r:id="rId8"/>
    <p:sldId id="275" r:id="rId9"/>
    <p:sldId id="276" r:id="rId10"/>
    <p:sldId id="329" r:id="rId11"/>
    <p:sldId id="277" r:id="rId12"/>
    <p:sldId id="278" r:id="rId13"/>
    <p:sldId id="321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324" r:id="rId24"/>
    <p:sldId id="288" r:id="rId25"/>
    <p:sldId id="289" r:id="rId26"/>
    <p:sldId id="290" r:id="rId27"/>
    <p:sldId id="330" r:id="rId28"/>
    <p:sldId id="291" r:id="rId29"/>
    <p:sldId id="322" r:id="rId3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00" autoAdjust="0"/>
    <p:restoredTop sz="31954" autoAdjust="0"/>
  </p:normalViewPr>
  <p:slideViewPr>
    <p:cSldViewPr>
      <p:cViewPr>
        <p:scale>
          <a:sx n="120" d="100"/>
          <a:sy n="120" d="100"/>
        </p:scale>
        <p:origin x="2220" y="4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7764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39EB46E-CF4F-4B08-9003-677D794A24CE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948FF52-122C-4463-BCBD-9CD4324A7F5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  <a:endParaRPr lang="en-US" dirty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  <a:endParaRPr lang="en-US" dirty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NÉ</a:t>
            </a:r>
            <a:br>
              <a:rPr lang="fr-FR" smtClean="0"/>
            </a:br>
            <a:r>
              <a:rPr lang="fr-FR" smtClean="0"/>
              <a:t>EN RÉPUBLIQUE DOMINICAINE</a:t>
            </a:r>
            <a:br>
              <a:rPr lang="fr-FR" smtClean="0"/>
            </a:br>
            <a:r>
              <a:rPr lang="fr-FR" smtClean="0"/>
              <a:t> 
2-  MAIS J’AI GRANDI À NEW YORK </a:t>
            </a:r>
            <a:br>
              <a:rPr lang="fr-FR" smtClean="0"/>
            </a:br>
            <a:r>
              <a:rPr lang="fr-FR" smtClean="0"/>
              <a:t>POUR LES GENS</a:t>
            </a:r>
            <a:br>
              <a:rPr lang="fr-FR" smtClean="0"/>
            </a:br>
            <a:r>
              <a:rPr lang="fr-FR" smtClean="0"/>
              <a:t> 
3-  JE SUIS DOMINICANO-YORK </a:t>
            </a:r>
            <a:br>
              <a:rPr lang="fr-FR" smtClean="0"/>
            </a:br>
            <a:r>
              <a:rPr lang="fr-FR" smtClean="0"/>
              <a:t>PARCE QUE JE LEUR CHANTE</a:t>
            </a:r>
            <a:br>
              <a:rPr lang="fr-FR" smtClean="0"/>
            </a:br>
            <a:r>
              <a:rPr lang="fr-FR" smtClean="0"/>
              <a:t> 
4-  EN ANGLAIS ET EN ESPAGNOL </a:t>
            </a:r>
            <a:br>
              <a:rPr lang="fr-FR" smtClean="0"/>
            </a:br>
            <a:r>
              <a:rPr lang="fr-FR" smtClean="0"/>
              <a:t>TU SAIS</a:t>
            </a:r>
            <a:br>
              <a:rPr lang="fr-FR" smtClean="0"/>
            </a:br>
            <a:r>
              <a:rPr lang="fr-FR" smtClean="0"/>
              <a:t> 
5-  QUAND JE PRIE ALLÉLUIA DIEU</a:t>
            </a:r>
            <a:br>
              <a:rPr lang="fr-FR" smtClean="0"/>
            </a:br>
            <a:r>
              <a:rPr lang="fr-FR" smtClean="0"/>
              <a:t>JE LEUR DIS</a:t>
            </a:r>
            <a:br>
              <a:rPr lang="fr-FR" smtClean="0"/>
            </a:br>
            <a:r>
              <a:rPr lang="fr-FR" smtClean="0"/>
              <a:t> 
6-  « GLOIRE À DIEU » ALLÉLUIA</a:t>
            </a:r>
            <a:br>
              <a:rPr lang="fr-FR" smtClean="0"/>
            </a:br>
            <a:r>
              <a:rPr lang="fr-FR" smtClean="0"/>
              <a:t>MERCI JÉSUS</a:t>
            </a:r>
            <a:br>
              <a:rPr lang="fr-FR" smtClean="0"/>
            </a:br>
            <a:r>
              <a:rPr lang="fr-FR" smtClean="0"/>
              <a:t> 
7-  ET JE DIS : « GLOIRE À DIEU »</a:t>
            </a:r>
            <a:br>
              <a:rPr lang="fr-FR" smtClean="0"/>
            </a:br>
            <a:r>
              <a:rPr lang="fr-FR" smtClean="0"/>
              <a:t>ALLÉLUIA, GLOIRE À DIEU </a:t>
            </a:r>
            <a:br>
              <a:rPr lang="fr-FR" smtClean="0"/>
            </a:br>
            <a:r>
              <a:rPr lang="fr-FR" smtClean="0"/>
              <a:t> 
8-  QUAND JE ME SENS TRISTE</a:t>
            </a:r>
            <a:br>
              <a:rPr lang="fr-FR" smtClean="0"/>
            </a:br>
            <a:r>
              <a:rPr lang="fr-FR" smtClean="0"/>
              <a:t>JE VAIS À L’ÉGLISE</a:t>
            </a:r>
            <a:br>
              <a:rPr lang="fr-FR" smtClean="0"/>
            </a:br>
            <a:r>
              <a:rPr lang="fr-FR" smtClean="0"/>
              <a:t> 
9-  CAR LORSQUE JE LÈVE MES MAINS</a:t>
            </a:r>
            <a:br>
              <a:rPr lang="fr-FR" smtClean="0"/>
            </a:br>
            <a:r>
              <a:rPr lang="fr-FR" smtClean="0"/>
              <a:t>JE COMMENCE À LOUER DIEU</a:t>
            </a:r>
            <a:br>
              <a:rPr lang="fr-FR" smtClean="0"/>
            </a:br>
            <a:r>
              <a:rPr lang="fr-FR" smtClean="0"/>
              <a:t> 
10-  JE LÈVE MES MAINS</a:t>
            </a:r>
            <a:br>
              <a:rPr lang="fr-FR" smtClean="0"/>
            </a:br>
            <a:r>
              <a:rPr lang="fr-FR" smtClean="0"/>
              <a:t>J’OUVRE MA BOUCHE</a:t>
            </a:r>
            <a:br>
              <a:rPr lang="fr-FR" smtClean="0"/>
            </a:br>
            <a:r>
              <a:rPr lang="fr-FR" smtClean="0"/>
              <a:t> 
11-  ET JE PRIE L’ÉTERNEL</a:t>
            </a:r>
            <a:br>
              <a:rPr lang="fr-FR" smtClean="0"/>
            </a:br>
            <a:r>
              <a:rPr lang="fr-FR" smtClean="0"/>
              <a:t>LÀ, LA TRISTESSE S’EN VA</a:t>
            </a:r>
            <a:br>
              <a:rPr lang="fr-FR" smtClean="0"/>
            </a:br>
            <a:r>
              <a:rPr lang="fr-FR" smtClean="0"/>
              <a:t> 
12-  LA DÉPRESSION EST FINIE</a:t>
            </a:r>
            <a:br>
              <a:rPr lang="fr-FR" smtClean="0"/>
            </a:br>
            <a:r>
              <a:rPr lang="fr-FR" smtClean="0"/>
              <a:t>ALLÉLUIA, TOUTE LA TRISTESSE</a:t>
            </a:r>
            <a:br>
              <a:rPr lang="fr-FR" smtClean="0"/>
            </a:br>
            <a:r>
              <a:rPr lang="fr-FR" smtClean="0"/>
              <a:t> 
13-  ET LA DÉPRESSION SONT PARTIES</a:t>
            </a:r>
            <a:br>
              <a:rPr lang="fr-FR" smtClean="0"/>
            </a:br>
            <a:r>
              <a:rPr lang="fr-FR" smtClean="0"/>
              <a:t>QUAND JE CRIE ALLÉLUIA</a:t>
            </a:r>
            <a:br>
              <a:rPr lang="fr-FR" smtClean="0"/>
            </a:br>
            <a:r>
              <a:rPr lang="fr-FR" smtClean="0"/>
              <a:t> 
14-  ET JE LEUR DIS</a:t>
            </a:r>
            <a:br>
              <a:rPr lang="fr-FR" smtClean="0"/>
            </a:br>
            <a:r>
              <a:rPr lang="fr-FR" smtClean="0"/>
              <a:t>« GLOIRE À DIEU », ALLÉLUIA</a:t>
            </a:r>
            <a:br>
              <a:rPr lang="fr-FR" smtClean="0"/>
            </a:br>
            <a:r>
              <a:rPr lang="fr-FR" smtClean="0"/>
              <a:t> 
15-  MERCI JÉSUS ET JE DIS </a:t>
            </a:r>
            <a:br>
              <a:rPr lang="fr-FR" smtClean="0"/>
            </a:br>
            <a:r>
              <a:rPr lang="fr-FR" smtClean="0"/>
              <a:t>« GLOIRE À DIEU » ALLONS–Y</a:t>
            </a:r>
            <a:br>
              <a:rPr lang="fr-FR" smtClean="0"/>
            </a:br>
            <a:r>
              <a:rPr lang="fr-FR" smtClean="0"/>
              <a:t> 
16-  LES PERSONNES</a:t>
            </a:r>
            <a:br>
              <a:rPr lang="fr-FR" smtClean="0"/>
            </a:br>
            <a:r>
              <a:rPr lang="fr-FR" smtClean="0"/>
              <a:t>QUI SONT À GAUCHE</a:t>
            </a:r>
            <a:br>
              <a:rPr lang="fr-FR" smtClean="0"/>
            </a:br>
            <a:r>
              <a:rPr lang="fr-FR" smtClean="0"/>
              <a:t> 
17-  CHANTENT AVEC MOI</a:t>
            </a:r>
            <a:br>
              <a:rPr lang="fr-FR" smtClean="0"/>
            </a:br>
            <a:r>
              <a:rPr lang="fr-FR" smtClean="0"/>
              <a:t>LA CHORALE CHANTE ALLÉLUIA</a:t>
            </a:r>
            <a:br>
              <a:rPr lang="fr-FR" smtClean="0"/>
            </a:br>
            <a:r>
              <a:rPr lang="fr-FR" smtClean="0"/>
              <a:t> 
18-  BIEN, PARFAIT</a:t>
            </a:r>
            <a:br>
              <a:rPr lang="fr-FR" smtClean="0"/>
            </a:br>
            <a:r>
              <a:rPr lang="fr-FR" smtClean="0"/>
              <a:t>LES PERSONNES</a:t>
            </a:r>
            <a:br>
              <a:rPr lang="fr-FR" smtClean="0"/>
            </a:br>
            <a:r>
              <a:rPr lang="fr-FR" smtClean="0"/>
              <a:t> 
19-  QUI SONT À DROITE VONT CHANTER</a:t>
            </a:r>
            <a:br>
              <a:rPr lang="fr-FR" smtClean="0"/>
            </a:br>
            <a:r>
              <a:rPr lang="fr-FR" smtClean="0"/>
              <a:t>LA CHORALE CHANTE</a:t>
            </a:r>
            <a:br>
              <a:rPr lang="fr-FR" smtClean="0"/>
            </a:br>
            <a:r>
              <a:rPr lang="fr-FR" smtClean="0"/>
              <a:t> 
20-  GLOIRE À DIEU EN ANGLAIS</a:t>
            </a:r>
            <a:br>
              <a:rPr lang="fr-FR" smtClean="0"/>
            </a:br>
            <a:r>
              <a:rPr lang="fr-FR" smtClean="0"/>
              <a:t>GLOIRE À DIEU, ET MAINTENANT</a:t>
            </a:r>
            <a:br>
              <a:rPr lang="fr-FR" smtClean="0"/>
            </a:br>
            <a:r>
              <a:rPr lang="fr-FR" smtClean="0"/>
              <a:t> 
21-  TOUT LE MONDE ET LA BANDE </a:t>
            </a:r>
            <a:br>
              <a:rPr lang="fr-FR" smtClean="0"/>
            </a:br>
            <a:r>
              <a:rPr lang="fr-FR" smtClean="0"/>
              <a:t>LA RÉPUBLIQUE DOMINICAINE</a:t>
            </a:r>
            <a:br>
              <a:rPr lang="fr-FR" smtClean="0"/>
            </a:br>
            <a:r>
              <a:rPr lang="fr-FR" smtClean="0"/>
              <a:t> 
22-  EST MA TERRE</a:t>
            </a:r>
            <a:br>
              <a:rPr lang="fr-FR" smtClean="0"/>
            </a:br>
            <a:r>
              <a:rPr lang="fr-FR" smtClean="0"/>
              <a:t>MAIS MON CŒUR EST À NEW YORK</a:t>
            </a:r>
            <a:br>
              <a:rPr lang="fr-FR" smtClean="0"/>
            </a:br>
            <a:r>
              <a:rPr lang="fr-FR" smtClean="0"/>
              <a:t> 
23-  MAIS CE QUI EST LE PLUS IMPORTANT</a:t>
            </a:r>
            <a:br>
              <a:rPr lang="fr-FR" smtClean="0"/>
            </a:br>
            <a:r>
              <a:rPr lang="fr-FR" smtClean="0"/>
              <a:t> JÉSUS EST MON SEIGNEUR</a:t>
            </a:r>
            <a:br>
              <a:rPr lang="fr-FR" smtClean="0"/>
            </a:br>
            <a:r>
              <a:rPr lang="fr-FR" smtClean="0"/>
              <a:t> 
24-  IL EXISTE UNE GRANDE FAMILLE</a:t>
            </a:r>
            <a:br>
              <a:rPr lang="fr-FR" smtClean="0"/>
            </a:br>
            <a:r>
              <a:rPr lang="fr-FR" smtClean="0"/>
              <a:t>PEU IMPORTE LA LANGUE</a:t>
            </a:r>
            <a:br>
              <a:rPr lang="fr-FR" smtClean="0"/>
            </a:br>
            <a:r>
              <a:rPr lang="fr-FR" smtClean="0"/>
              <a:t> 
25-  OU LA NATION</a:t>
            </a:r>
            <a:br>
              <a:rPr lang="fr-FR" smtClean="0"/>
            </a:br>
            <a:r>
              <a:rPr lang="fr-FR" smtClean="0"/>
              <a:t>LEVONS LES MAINS</a:t>
            </a:r>
            <a:br>
              <a:rPr lang="fr-FR" smtClean="0"/>
            </a:br>
            <a:r>
              <a:rPr lang="fr-FR" smtClean="0"/>
              <a:t> 
26-  ET ADORONS LE SEIGNEUR</a:t>
            </a:r>
            <a:br>
              <a:rPr lang="fr-FR" smtClean="0"/>
            </a:br>
            <a:r>
              <a:rPr lang="fr-FR" smtClean="0"/>
              <a:t>MÊME SI NOUS DISONS ALLÉLUIA</a:t>
            </a:r>
            <a:br>
              <a:rPr lang="fr-FR" smtClean="0"/>
            </a:br>
            <a:r>
              <a:rPr lang="fr-FR" smtClean="0"/>
              <a:t> 
27-  DONNONS GLOIRE À DIEU</a:t>
            </a:r>
            <a:br>
              <a:rPr lang="fr-FR" smtClean="0"/>
            </a:br>
            <a:r>
              <a:rPr lang="fr-FR" smtClean="0"/>
              <a:t>ALLÉLUIA</a:t>
            </a:r>
            <a:br>
              <a:rPr lang="fr-FR" smtClean="0"/>
            </a:br>
            <a:r>
              <a:rPr lang="fr-FR" smtClean="0"/>
              <a:t> 
28-  VIVE JÉSUS-CHRIST</a:t>
            </a:r>
            <a:br>
              <a:rPr lang="fr-FR" smtClean="0"/>
            </a:br>
            <a:r>
              <a:rPr lang="fr-FR" smtClean="0"/>
              <a:t>NOUS DISONS GLOIRE À DIEU</a:t>
            </a:r>
            <a:br>
              <a:rPr lang="fr-FR" smtClean="0"/>
            </a:br>
            <a:r>
              <a:rPr lang="fr-FR" smtClean="0"/>
              <a:t> 
29-  PAPA EST SAINT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3AF18E-6358-4C5B-AF1D-457204C02F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E7C46F-5C29-49D2-807E-626CB8FE471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9DCCF3-8AA6-4FF6-B250-18236664B1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F60733-3DB7-4D4C-A716-67B71D1E54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392626-025B-4DCA-B966-FE1E0665F0A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1C60E0-4185-44D4-9D4C-C5346FA7B6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4A480E-2A5C-4C19-8CCF-AD4F7BEB47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E6FD65-D8C2-4A6C-B18C-B8DB1359C0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FB2C6C-51D4-48DA-816B-D4F71EFA11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8DBA75-FFD8-41D5-95BD-F61F15669AD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BBFF8B-87A4-4C54-B155-002398DF170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F30947F-EB84-488D-A6F6-0AD346B99F4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NÉ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RÉPUBLIQUE DOMINICAINE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J’AI GRANDI À NEW YORK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LES GENS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DOMINICANO-YORK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PARCE QUE JE LEUR CHANTE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ANGLAIS ET EN ESPAGNOL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SAIS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JE PRIE ALLÉLUIA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LEUR DIS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« GLOIRE À DIEU » ALLÉLUIA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MERCI JÉSUS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DIS : « GLOIRE À DIEU »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ALLÉLUIA, GLOIRE À DIEU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JE ME SENS TRISTE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VAIS À L’ÉGLISE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LORSQUE JE LÈVE MES MAINS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COMMENCE À LOUER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LÈVE MES MAINS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J’OUVRE MA BOUCHE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PRIE L’ÉTERNEL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LÀ, LA TRISTESSE S’EN VA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DÉPRESSION EST FINIE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ALLÉLUIA, TOUTE LA TRISTESSE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LA DÉPRESSION SONT PARTIES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JE CRIE ALLÉLUIA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LEUR DIS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« GLOIRE À DIEU », ALLÉLUIA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MERCI JÉSUS ET JE DIS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« GLOIRE À DIEU » ALLONS–Y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PERSONNES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SONT À GAUCHE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CHANTENT AVEC MOI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CHORALE CHANTE ALLÉLUIA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BIEN, PARFAIT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PERSONNES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SONT À DROITE VONT CHANTER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CHORALE CHANTE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GLOIRE À DIEU EN ANGLAIS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GLOIRE À DIEU, ET MAINTENANT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LE MONDE ET LA BANDE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RÉPUBLIQUE DOMINICAINE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MA TERRE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MON CŒUR EST À NEW YORK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CE QUI EST LE PLUS IMPORTANT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JÉSUS EST MON SEIGNEUR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EXISTE UNE GRANDE FAMILLE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 IMPORTE LA LANGUE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 LA NATION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LEVONS LES MAINS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ADORONS LE SEIGNEUR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MÊME SI NOUS DISONS ALLÉLUIA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DONNONS GLOIRE À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VIVE JÉSUS-CHRIST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DISONS GLOIRE À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PAPA EST SAINT
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1672</TotalTime>
  <Words>356</Words>
  <Application>Microsoft Office PowerPoint</Application>
  <PresentationFormat>On-screen Show (4:3)</PresentationFormat>
  <Paragraphs>87</Paragraphs>
  <Slides>29</Slides>
  <Notes>29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3" baseType="lpstr">
      <vt:lpstr>Franklin Gothic Medium</vt:lpstr>
      <vt:lpstr>Arial</vt:lpstr>
      <vt:lpstr>Calibri</vt:lpstr>
      <vt:lpstr>Default Design</vt:lpstr>
      <vt:lpstr>JE SUIS NÉ EN RÉPUBLIQUE DOMINICAINE </vt:lpstr>
      <vt:lpstr>MAIS J’AI GRANDI À NEW YORK  POUR LES GENS </vt:lpstr>
      <vt:lpstr>JE SUIS DOMINICANO-YORK  PARCE QUE JE LEUR CHANTE </vt:lpstr>
      <vt:lpstr>EN ANGLAIS ET EN ESPAGNOL  TU SAIS </vt:lpstr>
      <vt:lpstr>QUAND JE PRIE ALLÉLUIA DIEU JE LEUR DIS </vt:lpstr>
      <vt:lpstr>« GLOIRE À DIEU » ALLÉLUIA MERCI JÉSUS </vt:lpstr>
      <vt:lpstr>ET JE DIS : « GLOIRE À DIEU » ALLÉLUIA, GLOIRE À DIEU  </vt:lpstr>
      <vt:lpstr>QUAND JE ME SENS TRISTE JE VAIS À L’ÉGLISE </vt:lpstr>
      <vt:lpstr>CAR LORSQUE JE LÈVE MES MAINS JE COMMENCE À LOUER DIEU </vt:lpstr>
      <vt:lpstr>JE LÈVE MES MAINS J’OUVRE MA BOUCHE </vt:lpstr>
      <vt:lpstr>ET JE PRIE L’ÉTERNEL LÀ, LA TRISTESSE S’EN VA </vt:lpstr>
      <vt:lpstr>LA DÉPRESSION EST FINIE ALLÉLUIA, TOUTE LA TRISTESSE </vt:lpstr>
      <vt:lpstr>ET LA DÉPRESSION SONT PARTIES QUAND JE CRIE ALLÉLUIA </vt:lpstr>
      <vt:lpstr>ET JE LEUR DIS « GLOIRE À DIEU », ALLÉLUIA </vt:lpstr>
      <vt:lpstr>MERCI JÉSUS ET JE DIS  « GLOIRE À DIEU » ALLONS–Y </vt:lpstr>
      <vt:lpstr>LES PERSONNES QUI SONT À GAUCHE </vt:lpstr>
      <vt:lpstr>CHANTENT AVEC MOI LA CHORALE CHANTE ALLÉLUIA </vt:lpstr>
      <vt:lpstr>BIEN, PARFAIT LES PERSONNES </vt:lpstr>
      <vt:lpstr>QUI SONT À DROITE VONT CHANTER LA CHORALE CHANTE </vt:lpstr>
      <vt:lpstr>GLOIRE À DIEU EN ANGLAIS GLOIRE À DIEU, ET MAINTENANT </vt:lpstr>
      <vt:lpstr>TOUT LE MONDE ET LA BANDE  LA RÉPUBLIQUE DOMINICAINE </vt:lpstr>
      <vt:lpstr>EST MA TERRE MAIS MON CŒUR EST À NEW YORK </vt:lpstr>
      <vt:lpstr>MAIS CE QUI EST LE PLUS IMPORTANT  JÉSUS EST MON SEIGNEUR </vt:lpstr>
      <vt:lpstr>IL EXISTE UNE GRANDE FAMILLE PEU IMPORTE LA LANGUE </vt:lpstr>
      <vt:lpstr>OU LA NATION LEVONS LES MAINS </vt:lpstr>
      <vt:lpstr>ET ADORONS LE SEIGNEUR MÊME SI NOUS DISONS ALLÉLUIA </vt:lpstr>
      <vt:lpstr>DONNONS GLOIRE À DIEU ALLÉLUIA </vt:lpstr>
      <vt:lpstr>VIVE JÉSUS-CHRIST NOUS DISONS GLOIRE À DIEU </vt:lpstr>
      <vt:lpstr>PAPA EST SAINT
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Charis</cp:lastModifiedBy>
  <cp:revision>160</cp:revision>
  <dcterms:created xsi:type="dcterms:W3CDTF">2002-08-17T10:50:50Z</dcterms:created>
  <dcterms:modified xsi:type="dcterms:W3CDTF">2014-12-28T06:27:31Z</dcterms:modified>
</cp:coreProperties>
</file>