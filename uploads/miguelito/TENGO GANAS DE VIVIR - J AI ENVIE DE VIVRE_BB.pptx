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5"/>
  </p:notesMasterIdLst>
  <p:sldIdLst>
    <p:sldId id="290" r:id="rId2"/>
    <p:sldId id="289" r:id="rId3"/>
    <p:sldId id="291" r:id="rId4"/>
    <p:sldId id="292" r:id="rId5"/>
    <p:sldId id="293" r:id="rId6"/>
    <p:sldId id="294" r:id="rId7"/>
    <p:sldId id="295" r:id="rId8"/>
    <p:sldId id="296" r:id="rId9"/>
    <p:sldId id="297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  <p:sldId id="312" r:id="rId24"/>
    <p:sldId id="313" r:id="rId25"/>
    <p:sldId id="314" r:id="rId26"/>
    <p:sldId id="315" r:id="rId27"/>
    <p:sldId id="316" r:id="rId28"/>
    <p:sldId id="318" r:id="rId29"/>
    <p:sldId id="317" r:id="rId30"/>
    <p:sldId id="319" r:id="rId31"/>
    <p:sldId id="320" r:id="rId32"/>
    <p:sldId id="321" r:id="rId33"/>
    <p:sldId id="322" r:id="rId34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27" autoAdjust="0"/>
    <p:restoredTop sz="62628" autoAdjust="0"/>
  </p:normalViewPr>
  <p:slideViewPr>
    <p:cSldViewPr>
      <p:cViewPr>
        <p:scale>
          <a:sx n="48" d="100"/>
          <a:sy n="48" d="100"/>
        </p:scale>
        <p:origin x="-72" y="-6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64387D2E-71BC-465B-85EE-A386E5626B42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+mn-cs"/>
              </a:defRPr>
            </a:lvl1pPr>
          </a:lstStyle>
          <a:p>
            <a:pPr>
              <a:defRPr/>
            </a:pPr>
            <a:fld id="{EF85622C-71A3-4CA7-B990-E9BFD74633BF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PÈRE SAINT : POUR TOI MA CHANSON</a:t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5-  DÉPRIMÉ ET DANS LA FOLIE</a:t>
            </a:r>
            <a:br>
              <a:rPr lang="fr-FR" dirty="0" smtClean="0"/>
            </a:br>
            <a:r>
              <a:rPr lang="fr-FR" dirty="0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30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40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50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60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71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81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91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01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12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22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32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42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53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63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73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83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593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04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14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24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34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45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55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65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75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86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IL M’A SORTI DE LA TRISTESSE ET IL M’A RENDU TRÈS HEUREUX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7-  ET MAINTENANT QUE JE SUIS SAUVÉ  J’AI ENVIE DE VIVRE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8-  JE VEUX VIVRE : VIVRE POUR TE LOUER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10-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11-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12-  JE VEUX VIVRE :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13-  JE VEUX VIVRE : GLORIFIER TON NOM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JE VEUX VIVRE : ÇA NE M’INTÉRESSE PAS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15-  JE VEUX VIVRE : QU’ON ME CRITIQUE ET QU’ON ME REPROCHE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16-  NE TE TROMPE PAS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17-  PARCE QUE JE SUIS TON AMI MIGUELITO MAIS RÉNOVÉ EN CHRIST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18-  JE VEUX VIVRE : POUR TE DIRE SAINT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19-  JE VEUX VIVRE : SAINT, SAINT, ALLÉLUIA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20-  JE VEUX VIVRE : GLOIRE ET LOUANGE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21-  JE VEUX VIVRE : CHRIST EST LE ROCHER DE MON ESPÉRANCE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22-  JE VEUX VIVRE : SI J’AVAIS MILLE LANGUES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23-  JE VEUX VIVRE : MILLE FOIS JE TE LOUERAIS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24-  JE VEUX VIVRE : QUE LE MONDE ENTIER LE SACHE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25-  JE VEUX VIVRE : QUE DIEU EST LA JOIE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26-  PARCE QUE LA JOIE DU SEIGNEUR EST MA FORCE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27-  ALLÉLUIA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28-  JE SUIS TON AMI MIGUELITO  RENOUVELÉ EN CHRIST 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29-  JE VEUX VIVRE : VIVRE POUR T’ADORER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30-  JE VEUX VIVRE : JE VIVRAI DANS TA PRÉSENCE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31-  JE VEUX VIVRE : ÉCOUTER TA PAROLE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32-  JE VEUX VIVRE : JE VIVRAI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33-  POUR TOUTE LA VIE, EN OBÉISSANCE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696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r>
              <a:rPr lang="fr-FR" smtClean="0"/>
              <a:t>1-  PÈRE SAINT : POUR TOI MA CHANSON</a:t>
            </a:r>
            <a:br>
              <a:rPr lang="fr-FR" smtClean="0"/>
            </a:br>
            <a:endParaRPr lang="fr-FR" smtClean="0"/>
          </a:p>
          <a:p>
            <a:pPr>
              <a:defRPr/>
            </a:pPr>
            <a:r>
              <a:rPr lang="fr-FR" smtClean="0"/>
              <a:t>2-  À CHAQUE FOIS QUE JE PENSE À JÉSUS ET À CE QU’IL A FAIT POUR MOI</a:t>
            </a:r>
          </a:p>
          <a:p>
            <a:pPr>
              <a:defRPr/>
            </a:pPr>
            <a:r>
              <a:rPr lang="fr-FR" smtClean="0"/>
              <a:t>3-  IL M’A SORTI DE LA TRISTESSE ET IL M’A RENDU TRÈS HEUREUX</a:t>
            </a:r>
          </a:p>
          <a:p>
            <a:pPr>
              <a:defRPr/>
            </a:pPr>
            <a:r>
              <a:rPr lang="fr-FR" smtClean="0"/>
              <a:t>4-  À CHAQUE FOIS QUE JE ME SOUVIENS QUE JE VIVAIS DANS L’OBSCURITÉ</a:t>
            </a:r>
          </a:p>
          <a:p>
            <a:pPr>
              <a:defRPr/>
            </a:pPr>
            <a:r>
              <a:rPr lang="fr-FR" smtClean="0"/>
              <a:t>5-  DÉPRIMÉ ET DANS LA FOLIE</a:t>
            </a:r>
            <a:br>
              <a:rPr lang="fr-FR" smtClean="0"/>
            </a:br>
            <a:r>
              <a:rPr lang="fr-FR" smtClean="0"/>
              <a:t>6-  DANS LA MISÈRE ET DANS LA MÉCHANCETÉ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7-  ET MAINTENANT QUE JE SUIS SAUVÉ  J’AI ENVIE DE VIVRE </a:t>
            </a:r>
          </a:p>
          <a:p>
            <a:pPr>
              <a:defRPr/>
            </a:pPr>
            <a:r>
              <a:rPr lang="fr-FR" smtClean="0"/>
              <a:t>8-  JE VEUX VIVRE : VIVRE POUR TE LOUER</a:t>
            </a:r>
          </a:p>
          <a:p>
            <a:pPr>
              <a:defRPr/>
            </a:pPr>
            <a:r>
              <a:rPr lang="fr-FR" smtClean="0"/>
              <a:t>9-  JE VEUX VIVRE : JE VIVRAI DANS TA PRÉSENCE</a:t>
            </a:r>
          </a:p>
          <a:p>
            <a:pPr>
              <a:defRPr/>
            </a:pPr>
            <a:r>
              <a:rPr lang="fr-FR" smtClean="0"/>
              <a:t>10-  JE VEUX VIVRE : ÉCOUTER TA PAROLE</a:t>
            </a:r>
          </a:p>
          <a:p>
            <a:pPr>
              <a:defRPr/>
            </a:pPr>
            <a:r>
              <a:rPr lang="fr-FR" smtClean="0"/>
              <a:t>11-  JE VEUX VIVRE : JE VIVRAI EN OBÉISSANCE</a:t>
            </a:r>
          </a:p>
          <a:p>
            <a:pPr>
              <a:defRPr/>
            </a:pPr>
            <a:r>
              <a:rPr lang="fr-FR" smtClean="0"/>
              <a:t>12-  JE VEUX VIVRE : POUR T’ADORER</a:t>
            </a:r>
          </a:p>
          <a:p>
            <a:pPr>
              <a:defRPr/>
            </a:pPr>
            <a:r>
              <a:rPr lang="fr-FR" smtClean="0"/>
              <a:t>13-  JE VEUX VIVRE : GLORIFIER TON NOM</a:t>
            </a:r>
          </a:p>
          <a:p>
            <a:pPr>
              <a:defRPr/>
            </a:pPr>
            <a:r>
              <a:rPr lang="fr-FR" smtClean="0"/>
              <a:t>14-  JE VEUX VIVRE : ÇA NE M’INTÉRESSE PAS </a:t>
            </a:r>
          </a:p>
          <a:p>
            <a:pPr>
              <a:defRPr/>
            </a:pPr>
            <a:r>
              <a:rPr lang="fr-FR" smtClean="0"/>
              <a:t>15-  JE VEUX VIVRE : QU’ON ME CRITIQUE ET QU’ON ME REPROCHE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16-  NE TE TROMPE PAS</a:t>
            </a:r>
          </a:p>
          <a:p>
            <a:pPr>
              <a:defRPr/>
            </a:pPr>
            <a:r>
              <a:rPr lang="fr-FR" smtClean="0"/>
              <a:t>17-  PARCE QUE JE SUIS TON AMI MIGUELITO MAIS RÉNOVÉ EN CHRIST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18-  JE VEUX VIVRE : POUR TE DIRE SAINT</a:t>
            </a:r>
          </a:p>
          <a:p>
            <a:pPr>
              <a:defRPr/>
            </a:pPr>
            <a:r>
              <a:rPr lang="fr-FR" smtClean="0"/>
              <a:t>19-  JE VEUX VIVRE : SAINT, SAINT, ALLÉLUIA </a:t>
            </a:r>
          </a:p>
          <a:p>
            <a:pPr>
              <a:defRPr/>
            </a:pPr>
            <a:r>
              <a:rPr lang="fr-FR" smtClean="0"/>
              <a:t>20-  JE VEUX VIVRE : GLOIRE ET LOUANGE</a:t>
            </a:r>
          </a:p>
          <a:p>
            <a:pPr>
              <a:defRPr/>
            </a:pPr>
            <a:r>
              <a:rPr lang="fr-FR" smtClean="0"/>
              <a:t>21-  JE VEUX VIVRE : CHRIST EST LE ROCHER DE MON ESPÉRANCE</a:t>
            </a:r>
          </a:p>
          <a:p>
            <a:pPr>
              <a:defRPr/>
            </a:pPr>
            <a:r>
              <a:rPr lang="fr-FR" smtClean="0"/>
              <a:t>22-  JE VEUX VIVRE : SI J’AVAIS MILLE LANGUES</a:t>
            </a:r>
          </a:p>
          <a:p>
            <a:pPr>
              <a:defRPr/>
            </a:pPr>
            <a:r>
              <a:rPr lang="fr-FR" smtClean="0"/>
              <a:t>23-  JE VEUX VIVRE : MILLE FOIS JE TE LOUERAIS </a:t>
            </a:r>
          </a:p>
          <a:p>
            <a:pPr>
              <a:defRPr/>
            </a:pPr>
            <a:r>
              <a:rPr lang="fr-FR" smtClean="0"/>
              <a:t>24-  JE VEUX VIVRE : QUE LE MONDE ENTIER LE SACHE</a:t>
            </a:r>
          </a:p>
          <a:p>
            <a:pPr>
              <a:defRPr/>
            </a:pPr>
            <a:r>
              <a:rPr lang="fr-FR" smtClean="0"/>
              <a:t>25-  JE VEUX VIVRE : QUE DIEU EST LA JOIE</a:t>
            </a:r>
          </a:p>
          <a:p>
            <a:pPr>
              <a:defRPr/>
            </a:pPr>
            <a:endParaRPr lang="fr-FR" smtClean="0"/>
          </a:p>
          <a:p>
            <a:pPr>
              <a:defRPr/>
            </a:pPr>
            <a:r>
              <a:rPr lang="fr-FR" smtClean="0"/>
              <a:t>26-  PARCE QUE LA JOIE DU SEIGNEUR EST MA FORCE</a:t>
            </a:r>
          </a:p>
          <a:p>
            <a:pPr>
              <a:defRPr/>
            </a:pPr>
            <a:r>
              <a:rPr lang="fr-FR" smtClean="0"/>
              <a:t>27-  ALLÉLUIA</a:t>
            </a:r>
          </a:p>
          <a:p>
            <a:pPr>
              <a:defRPr/>
            </a:pPr>
            <a:r>
              <a:rPr lang="fr-FR" smtClean="0"/>
              <a:t>28-  JE SUIS TON AMI MIGUELITO  RENOUVELÉ EN CHRIST  </a:t>
            </a:r>
          </a:p>
          <a:p>
            <a:pPr>
              <a:defRPr/>
            </a:pPr>
            <a:r>
              <a:rPr lang="fr-FR" smtClean="0"/>
              <a:t>29-  JE VEUX VIVRE : VIVRE POUR T’ADORER</a:t>
            </a:r>
          </a:p>
          <a:p>
            <a:pPr>
              <a:defRPr/>
            </a:pPr>
            <a:r>
              <a:rPr lang="fr-FR" smtClean="0"/>
              <a:t>30-  JE VEUX VIVRE : JE VIVRAI DANS TA PRÉSENCE</a:t>
            </a:r>
          </a:p>
          <a:p>
            <a:pPr>
              <a:defRPr/>
            </a:pPr>
            <a:r>
              <a:rPr lang="fr-FR" smtClean="0"/>
              <a:t>31-  JE VEUX VIVRE : ÉCOUTER TA PAROLE</a:t>
            </a:r>
          </a:p>
          <a:p>
            <a:pPr>
              <a:defRPr/>
            </a:pPr>
            <a:r>
              <a:rPr lang="fr-FR" smtClean="0"/>
              <a:t>32-  JE VEUX VIVRE : JE VIVRAI EN OBÉISSANCE</a:t>
            </a:r>
          </a:p>
          <a:p>
            <a:pPr>
              <a:defRPr/>
            </a:pPr>
            <a:r>
              <a:rPr lang="fr-FR" smtClean="0"/>
              <a:t>33-  POUR TOUTE LA VIE, EN OBÉISSANCE</a:t>
            </a:r>
          </a:p>
          <a:p>
            <a:pPr>
              <a:defRPr/>
            </a:pPr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DD6BE9-83B1-4EEB-BE59-47BF7DC78D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5B199F-1CC4-4807-AE35-D8CECD8B091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22450-D8AE-44E5-B2B6-2F19092B95E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C15F7-367C-4B5F-934B-31C496D09F7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5986E8-47DA-4603-84B7-CF562F7A4B0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88CA99-CB69-4965-913A-98789B9525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7CF1A7-361C-4E68-92B5-B15113F5F82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428320-CD8D-447B-8D8C-6BC050A0A63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A1F019-5835-43E4-A70B-F5C62B9BED6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5525E6F-A3B1-4905-A9FA-4F18D6019B9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3527E86-F91A-4CA0-9A8A-C0D89D633501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cs typeface="+mn-cs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+mn-cs"/>
              </a:defRPr>
            </a:lvl1pPr>
          </a:lstStyle>
          <a:p>
            <a:pPr>
              <a:defRPr/>
            </a:pPr>
            <a:fld id="{AAF343EA-DC18-4F6D-9888-A320E5527349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PÈRE SAINT : POUR TOI MA CHANSON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FOIS QUE JE PENSE À JÉSUS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À CE QU’IL A FAIT POUR MOI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IL M’A SORTI DE LA TRISTESSE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IL M’A RENDU TRÈS HEUREUX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CHAQUE FOIS QUE JE ME SOUVIENS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VIVAIS DANS L’OBSCURITÉ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DÉPRIMÉ ET DANS LA FOLIE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DANS LA MISÈRE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DANS LA MÉCHANCETÉ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MAINTENANT QUE JE SUIS SAUVÉ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ENVIE DE VIVRE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VIVRE POUR TE LOUER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VIVRAI DANS TA PRÉSENCE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 ÉCOUTER TA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VIVRAI EN OBÉISSANCE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POUR T’ADORER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GLORIFIER TON NOM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ÇA NE M’INTÉRESSE PAS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QU’ON ME CRITIQUE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QU’ON ME REPROCHE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TE TROMPE PAS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JE SUIS TON AMI MIGUELITO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MAIS RÉNOVÉ EN CHRIST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POUR TE DIRE SAINT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SAINT, SAINT, ALLÉLUIA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GLOIRE ET LOUANGE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CHRIST EST LE ROCHER DE MON ESPÉRANCE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SI J’AVAIS MILLE LANGUES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MILLE FOIS JE TE LOUERAIS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LE MONDE ENTIER LE SACHE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QUE DIEU EST LA JOIE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PARCE QUE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JOIE DU SEIGNEUR EST MA FORCE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ALLÉLUIA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SUIS TON AMI MIGUELITO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RENOUVELÉ EN CHRIST 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VIVRE POUR T’ADORER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VIVRAI DANS TA PRÉSENCE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 ÉCOUTER TA PAROLE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VEUX VIVRE : 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VIVRAI EN OBÉISSANCE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103188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POUR TOUTE </a:t>
            </a:r>
            <a:r>
              <a:rPr lang="fr-FR" sz="400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 VIE, </a:t>
            </a: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EN OBÉISSANCE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1561</TotalTime>
  <Words>321</Words>
  <Application>Microsoft Office PowerPoint</Application>
  <PresentationFormat>On-screen Show (4:3)</PresentationFormat>
  <Paragraphs>2409</Paragraphs>
  <Slides>33</Slides>
  <Notes>33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33</vt:i4>
      </vt:variant>
    </vt:vector>
  </HeadingPairs>
  <TitlesOfParts>
    <vt:vector size="37" baseType="lpstr">
      <vt:lpstr>Franklin Gothic Medium</vt:lpstr>
      <vt:lpstr>Arial</vt:lpstr>
      <vt:lpstr>Calibri</vt:lpstr>
      <vt:lpstr>Default Design</vt:lpstr>
      <vt:lpstr>PÈRE SAINT : POUR TOI MA CHANSON </vt:lpstr>
      <vt:lpstr>À CHAQUE FOIS QUE JE PENSE À JÉSUS ET À CE QU’IL A FAIT POUR MOI</vt:lpstr>
      <vt:lpstr>IL M’A SORTI DE LA TRISTESSE ET IL M’A RENDU TRÈS HEUREUX</vt:lpstr>
      <vt:lpstr>À CHAQUE FOIS QUE JE ME SOUVIENS QUE JE VIVAIS DANS L’OBSCURITÉ</vt:lpstr>
      <vt:lpstr>DÉPRIMÉ ET DANS LA FOLIE </vt:lpstr>
      <vt:lpstr>DANS LA MISÈRE  ET DANS LA MÉCHANCETÉ</vt:lpstr>
      <vt:lpstr>ET MAINTENANT QUE JE SUIS SAUVÉ  J’AI ENVIE DE VIVRE </vt:lpstr>
      <vt:lpstr>JE VEUX VIVRE : VIVRE POUR TE LOUER</vt:lpstr>
      <vt:lpstr>JE VEUX VIVRE :  JE VIVRAI DANS TA PRÉSENCE</vt:lpstr>
      <vt:lpstr>JE VEUX VIVRE : ÉCOUTER TA PAROLE</vt:lpstr>
      <vt:lpstr>JE VEUX VIVRE :  JE VIVRAI EN OBÉISSANCE</vt:lpstr>
      <vt:lpstr>JE VEUX VIVRE : POUR T’ADORER</vt:lpstr>
      <vt:lpstr>JE VEUX VIVRE : GLORIFIER TON NOM</vt:lpstr>
      <vt:lpstr>JE VEUX VIVRE :  ÇA NE M’INTÉRESSE PAS </vt:lpstr>
      <vt:lpstr>JE VEUX VIVRE : QU’ON ME CRITIQUE  ET QU’ON ME REPROCHE</vt:lpstr>
      <vt:lpstr>NE TE TROMPE PAS</vt:lpstr>
      <vt:lpstr>PARCE QUE JE SUIS TON AMI MIGUELITO  MAIS RÉNOVÉ EN CHRIST</vt:lpstr>
      <vt:lpstr>JE VEUX VIVRE : POUR TE DIRE SAINT</vt:lpstr>
      <vt:lpstr>JE VEUX VIVRE : SAINT, SAINT, ALLÉLUIA </vt:lpstr>
      <vt:lpstr>JE VEUX VIVRE : GLOIRE ET LOUANGE</vt:lpstr>
      <vt:lpstr>JE VEUX VIVRE : CHRIST EST LE ROCHER DE MON ESPÉRANCE</vt:lpstr>
      <vt:lpstr>JE VEUX VIVRE :  SI J’AVAIS MILLE LANGUES</vt:lpstr>
      <vt:lpstr>JE VEUX VIVRE :  MILLE FOIS JE TE LOUERAIS </vt:lpstr>
      <vt:lpstr>JE VEUX VIVRE :  QUE LE MONDE ENTIER LE SACHE</vt:lpstr>
      <vt:lpstr>JE VEUX VIVRE : QUE DIEU EST LA JOIE</vt:lpstr>
      <vt:lpstr>PARCE QUE  LA JOIE DU SEIGNEUR EST MA FORCE</vt:lpstr>
      <vt:lpstr>ALLÉLUIA</vt:lpstr>
      <vt:lpstr>JE SUIS TON AMI MIGUELITO  RENOUVELÉ EN CHRIST  </vt:lpstr>
      <vt:lpstr>JE VEUX VIVRE : VIVRE POUR T’ADORER</vt:lpstr>
      <vt:lpstr>JE VEUX VIVRE :  JE VIVRAI DANS TA PRÉSENCE</vt:lpstr>
      <vt:lpstr>JE VEUX VIVRE : ÉCOUTER TA PAROLE</vt:lpstr>
      <vt:lpstr>JE VEUX VIVRE :  JE VIVRAI EN OBÉISSANCE</vt:lpstr>
      <vt:lpstr>POUR TOUTE LA VIE, EN OBÉISSANCE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136</cp:revision>
  <dcterms:created xsi:type="dcterms:W3CDTF">2002-08-17T10:50:50Z</dcterms:created>
  <dcterms:modified xsi:type="dcterms:W3CDTF">2014-12-28T12:41:12Z</dcterms:modified>
</cp:coreProperties>
</file>