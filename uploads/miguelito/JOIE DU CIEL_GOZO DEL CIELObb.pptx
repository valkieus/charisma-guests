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5" r:id="rId11"/>
    <p:sldId id="280" r:id="rId12"/>
    <p:sldId id="281" r:id="rId13"/>
    <p:sldId id="282" r:id="rId14"/>
    <p:sldId id="284" r:id="rId15"/>
    <p:sldId id="279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66329" autoAdjust="0"/>
  </p:normalViewPr>
  <p:slideViewPr>
    <p:cSldViewPr>
      <p:cViewPr>
        <p:scale>
          <a:sx n="44" d="100"/>
          <a:sy n="44" d="100"/>
        </p:scale>
        <p:origin x="-11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7D82C64-513F-4431-ABD9-52914A022AD3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D7B7C3-1F78-40B0-908A-88EC54E063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QUE TOUS CEUX QUI VEULENT LA JOIE DE JÉSUS DISENT : HÉ HO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EN HAUT, EN HAUT, EN HAUT LEVE TES MAINS BIEN 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À DROITE – À GAUCHE  MAINTENANT : ON DESCEND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À DROITE AU MILIEU À GAUCHE ON REMONTE UN PEU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À DROITE AU MILIEU À GAUCHE AU MILIEU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FRAPPE TES MAINS        X4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TRISTESSE - « SORS DE LÀ ! » FATIGUE - « SORS DE LÀ !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PARESSE - « SORS DE LÀ !  » RANCUNES - « SORS DE LÀ ! 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OFFENSE - « SORS DE LÀ !  » ORGUEIL - « SORS DE LÀ !  »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MAMBO ! DANSE SUR CE MAMBO FAIS COMME MOI OH OH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DANSE SUR CE MAMBO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 </a:t>
            </a:r>
          </a:p>
          <a:p>
            <a:r>
              <a:rPr lang="fr-FR" smtClean="0"/>
              <a:t>	1-  MAMBO ! DANSE SUR CE MAMBO FAIS COMME MOI OH OH</a:t>
            </a:r>
          </a:p>
          <a:p>
            <a:r>
              <a:rPr lang="fr-FR" smtClean="0"/>
              <a:t>	2-  DANSE SUR CE MAMBO OH OH</a:t>
            </a:r>
          </a:p>
          <a:p>
            <a:endParaRPr lang="fr-FR" smtClean="0"/>
          </a:p>
          <a:p>
            <a:r>
              <a:rPr lang="fr-FR" smtClean="0"/>
              <a:t>3-  QUE TOUS CEUX QUI VEULENT LA JOIE DE JÉSUS DISENT : HÉ HO </a:t>
            </a:r>
          </a:p>
          <a:p>
            <a:endParaRPr lang="fr-FR" smtClean="0"/>
          </a:p>
          <a:p>
            <a:r>
              <a:rPr lang="fr-FR" smtClean="0"/>
              <a:t>4-  EN HAUT, EN HAUT, EN HAUT LEVE TES MAINS BIEN HAUT</a:t>
            </a:r>
          </a:p>
          <a:p>
            <a:r>
              <a:rPr lang="fr-FR" smtClean="0"/>
              <a:t>5-  À DROITE – À GAUCHE  MAINTENANT : ON DESCEND </a:t>
            </a:r>
          </a:p>
          <a:p>
            <a:endParaRPr lang="fr-FR" smtClean="0"/>
          </a:p>
          <a:p>
            <a:r>
              <a:rPr lang="fr-FR" smtClean="0"/>
              <a:t>6-  À DROITE AU MILIEU À GAUCHE ON REMONTE UN PEU</a:t>
            </a:r>
          </a:p>
          <a:p>
            <a:endParaRPr lang="fr-FR" smtClean="0"/>
          </a:p>
          <a:p>
            <a:r>
              <a:rPr lang="fr-FR" smtClean="0"/>
              <a:t>7-  À DROITE AU MILIEU À GAUCHE AU MILIEU </a:t>
            </a:r>
          </a:p>
          <a:p>
            <a:endParaRPr lang="fr-FR" smtClean="0"/>
          </a:p>
          <a:p>
            <a:r>
              <a:rPr lang="fr-FR" smtClean="0"/>
              <a:t>8-  FRAPPE TES MAINS        X4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MAMBO ! DANSE SUR CE MAMBO FAIS COMME MOI OH OH</a:t>
            </a:r>
          </a:p>
          <a:p>
            <a:r>
              <a:rPr lang="fr-FR" smtClean="0"/>
              <a:t>	10- DANSE SUR CE MAMBO OH OH</a:t>
            </a:r>
          </a:p>
          <a:p>
            <a:endParaRPr lang="fr-FR" smtClean="0"/>
          </a:p>
          <a:p>
            <a:r>
              <a:rPr lang="fr-FR" smtClean="0"/>
              <a:t>11-  TRISTESSE - « SORS DE LÀ ! » FATIGUE - « SORS DE LÀ ! »</a:t>
            </a:r>
          </a:p>
          <a:p>
            <a:r>
              <a:rPr lang="fr-FR" smtClean="0"/>
              <a:t>12-  PARESSE - « SORS DE LÀ !  » RANCUNES - « SORS DE LÀ !  »</a:t>
            </a:r>
          </a:p>
          <a:p>
            <a:r>
              <a:rPr lang="fr-FR" smtClean="0"/>
              <a:t>13-  OFFENSE - « SORS DE LÀ !  » ORGUEIL - « SORS DE LÀ !  »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14-  MAMBO ! DANSE SUR CE MAMBO FAIS COMME MOI OH OH</a:t>
            </a:r>
          </a:p>
          <a:p>
            <a:r>
              <a:rPr lang="fr-FR" smtClean="0"/>
              <a:t>	15-  DANSE SUR CE MAMBO OH OH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46BBD-4D57-450B-8E6C-57CC29D4A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C9DF6-27EE-40C7-B8DD-668101CAC8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826AD-79FB-4902-90B9-F4D952A90E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8439C-5246-4128-AFFA-8E166AA1A2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E7488-7563-4BAC-916C-8C83EF3A82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D7430-74AE-490B-9B3F-91493D8BFF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1E305-2A9B-4D67-A854-EC33D3C44D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BBE0A-5B3C-4BFC-9CD1-9B6E14762B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2FEBD-D5A9-4408-86D1-4FA3EB3728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A0826-7796-4DDA-BE84-FA9BD87E0E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930A-D6FD-485F-8E14-DF4E1C3FC1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72B6A34-561B-48BA-8BD1-8F26AF25A9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MAMBO ! DANSE SUR CE MAMBO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COMME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SUR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MAMBO,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TOUS CEUX QUI VEULENT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DE JÉSUS DISENT : HÉ HO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HAUT, EN HAUT, EN HAUT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MAINS BIEN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DROITE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–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GAUCHE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DESCEND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DROITE,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MILIEU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GAUCHE,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REMONTE UN PEU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DROITE, AU MILIEU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GAUCHE, AU MILIEU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FRAPPE TES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MAMBO ! DANSE SUR CE MAMBO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SUR CE MAMBO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TRISTESSE,  SORS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 !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FATIGUE,  SORS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 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PARESSE, SORS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 ! 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RANCUNES, SORS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 !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OFFENSE, SORS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 ! 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ORGUEIL,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SORS DE LÀ !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MAMBO ! DANSE SUR CE MAMBO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COMME MOI 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SUR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MAMBO,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87</Words>
  <Application>Microsoft Office PowerPoint</Application>
  <PresentationFormat>On-screen Show (4:3)</PresentationFormat>
  <Paragraphs>795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MAMBO ! DANSE SUR CE MAMBO FAIS COMME MOI, OH OH</vt:lpstr>
      <vt:lpstr>DANSE SUR CE MAMBO, OH OH</vt:lpstr>
      <vt:lpstr>QUE TOUS CEUX QUI VEULENT  LA JOIE DE JÉSUS DISENT : HÉ HO </vt:lpstr>
      <vt:lpstr>EN HAUT, EN HAUT, EN HAUT LÈVE TES MAINS BIEN HAUT</vt:lpstr>
      <vt:lpstr>À DROITE – À GAUCHE  MAINTENANT, ON DESCEND </vt:lpstr>
      <vt:lpstr>À DROITE, AU MILIEU À GAUCHE, ON REMONTE UN PEU</vt:lpstr>
      <vt:lpstr>À DROITE, AU MILIEU À GAUCHE, AU MILIEU </vt:lpstr>
      <vt:lpstr>FRAPPE TES MAINS</vt:lpstr>
      <vt:lpstr>MAMBO ! DANSE SUR CE MAMBO FAIS COMME, MOI OH OH</vt:lpstr>
      <vt:lpstr>DANSE SUR CE MAMBO OH OH</vt:lpstr>
      <vt:lpstr>TRISTESSE,  SORS DE LÀ !  FATIGUE,  SORS DE LÀ ! </vt:lpstr>
      <vt:lpstr>PARESSE, SORS DE LÀ !   RANCUNES, SORS DE LÀ !  </vt:lpstr>
      <vt:lpstr>OFFENSE, SORS DE LÀ !   ORGUEIL, SORS DE LÀ !  </vt:lpstr>
      <vt:lpstr>MAMBO ! DANSE SUR CE MAMBO FAIS COMME MOI OH OH</vt:lpstr>
      <vt:lpstr>DANSE SUR CE MAMBO, OH OH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114</cp:revision>
  <dcterms:created xsi:type="dcterms:W3CDTF">2002-08-17T10:50:50Z</dcterms:created>
  <dcterms:modified xsi:type="dcterms:W3CDTF">2014-06-29T08:09:03Z</dcterms:modified>
</cp:coreProperties>
</file>