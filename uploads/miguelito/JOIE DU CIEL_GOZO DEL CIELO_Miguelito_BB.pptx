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96" r:id="rId12"/>
    <p:sldId id="297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25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6" r:id="rId55"/>
    <p:sldId id="323" r:id="rId56"/>
    <p:sldId id="324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0" r:id="rId71"/>
    <p:sldId id="364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65" r:id="rId83"/>
    <p:sldId id="351" r:id="rId84"/>
    <p:sldId id="352" r:id="rId85"/>
    <p:sldId id="353" r:id="rId86"/>
    <p:sldId id="354" r:id="rId87"/>
    <p:sldId id="355" r:id="rId88"/>
    <p:sldId id="356" r:id="rId89"/>
    <p:sldId id="357" r:id="rId90"/>
    <p:sldId id="358" r:id="rId91"/>
    <p:sldId id="359" r:id="rId9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408" y="-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B4A0308-9705-42F3-9BA2-EF8AED8CB9E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960CF71-C424-4298-9640-01F448EF6B7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00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10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2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3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4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5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6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7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8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39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0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1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2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3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4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5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6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7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8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49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0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1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2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3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4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5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6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7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8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59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0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1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2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3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4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5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6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7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8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69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1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2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3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4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5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6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7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8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79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0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1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2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3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4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5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6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7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11-  MAMBO ! DANSE SUR CE MAMBO 
   12-  FAIS COMME MOI OH OH DANSE SUR CE MAMBO !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MAINTENANT, TOUT LE MONDE FRAPPE DES MAINS 
27-  ET MAINTENANT, C’EST MON TOUR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ET ENCORE TOUT LE MONDE LEVEZ LES MAINS !! 
37-  EN HAUT, EN HAUT, EN HAUT LES MAINS EN L’AIR  x3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46-  GLOIRE À DIEU ! JE SUIS TON AMI MIGUELITO, NE TE TROMPE PAS 
47-  QUEL BONHEUR !! C’EST FINI ?!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 Espagnol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ESTE MAMBO NO HAY QUIEN LO ACABE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BAILA, BRINCA, MI GENTE , NO PARE ! 
52-  ESTE GOZO VIENE DE ARRIBA SE VA LA TRISTEZA, PRODUCE ALEGRÍA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MAMBO, GÓZATE ESTE MAMBO QUE YO ESTOY GOZANDO 
57-  GÓZATE ESTE MAMBO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YO QUIERO QUE TODA MI GENTE ME DIGA HE HO! x2 
64-  YO QUIERO QUE TODA LA GENTE ME DIGA EH EH!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81-  Y AHORA TODO EL MUNDO DE NUEVO 
82-  ARRIBA, ARRIBA ARRIBA MANO ARRIBA  x3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88-  Y AHORA TODO EL MUNDO CONMIGO : EH, EH, EH 
89-  TOMADOS  DE LAS MANOS CONMIGO BRINCANDO, BRINCANDO   x4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90-  GLORIA A DIOS ; YO SOY TU AMIGO MIGUELITO NO ME CONFUNDAS 
91-  ¡QUE FELICIDAD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 ACABÓ ? 
</a:t>
            </a:r>
            <a:endParaRPr lang="fr-FR" dirty="0" smtClean="0"/>
          </a:p>
        </p:txBody>
      </p:sp>
      <p:sp>
        <p:nvSpPr>
          <p:cNvPr id="188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     2-  MAMBO ! DANSE SUR CE MAMBO 
     3-  FAIS COMME MOI OH OH DANSE SUR CE MAMBO !  X2</a:t>
            </a:r>
          </a:p>
          <a:p>
            <a:endParaRPr lang="fr-FR" smtClean="0"/>
          </a:p>
          <a:p>
            <a:r>
              <a:rPr lang="fr-FR" smtClean="0"/>
              <a:t>4-  CE MAMBO, PERSONNE NE PEUT L’ARRÊTER ! 
5-  DANSEZ, SAUTEZ ! N’ARRÊTEZ PAS ! 
6-  CETTE JOIE VIENT D’EN HAUT LA TRISTESSE S’EN VA 
7-  ET PRODUIT L’ALLÉGRESSE 
</a:t>
            </a:r>
          </a:p>
          <a:p>
            <a:r>
              <a:rPr lang="fr-FR" smtClean="0"/>
              <a:t>8-  LA JOIE DE DIEU EST MA FORTERESSE 
9-  C’EST MON ÉNERGIE ELLE ME DONNE DE LA FORCE 
10-  JÉSUS EST LA SOURCE DE LA JEUNESSE J’AI SA JOIE, REÇOIS-LA TOI AUSSI </a:t>
            </a:r>
          </a:p>
          <a:p>
            <a:r>
              <a:rPr lang="fr-FR" smtClean="0"/>
              <a:t>   11-  MAMBO ! DANSE SUR CE MAMBO 
   12-  FAIS COMME MOI OH OH DANSE SUR CE MAMBO ! x2
</a:t>
            </a:r>
          </a:p>
          <a:p>
            <a:r>
              <a:rPr lang="fr-FR" smtClean="0"/>
              <a:t>13-  JE SUIS TON AMI MIGUELITO NE TE TROMPE PAS 
14-  AVEC BEAUCOUP D’AMOUR DE DIEU ET HA HA HA UNE JOIE PROFONDE 
15-  J’AI CETTE JOIE QUI VIENT DU CIEL JE VEUX LA PARTAGER AVEC TOI 
16-  QUE TU CHANTES AVEC MOI, QUE TU DANSES AVEC MOI 
17-  ET APRÈS, QUE TU FASSES CE QUE JE DIS 
18-  JE VEUX QUE TOUT LE MONDE ICI ME DISE : HÉ HO !  x2 
19-  JE VEUX QUE TOUT LE MONDE ICI ME DISE : HÉ HÉ !  X2</a:t>
            </a:r>
          </a:p>
          <a:p>
            <a:r>
              <a:rPr lang="fr-FR" smtClean="0"/>
              <a:t>      20-  EN HAUT, EN HAUT, EN HAUT LES MAINS EN L’AIR   x3
      21-  À DROITE - À GAUCHE x6
      22-  ET MAINTENANT : ON DESCEND  x8
      23-  À DROITE - AU MILIEU À GAUCHE - AU MILIEU 
      24-  DROITE - ON MONTE UN PEU GAUCHE - AU MILIEU  x3
      25-  DROITE - AU MILIEU GAUCHE - AU MILIEU   x4
</a:t>
            </a:r>
          </a:p>
          <a:p>
            <a:r>
              <a:rPr lang="fr-FR" smtClean="0"/>
              <a:t>26-  ET MAINTENANT, TOUT LE MONDE FRAPPE DES MAINS 
27-  ET MAINTENANT, C’EST MON TOUR 
</a:t>
            </a:r>
          </a:p>
          <a:p>
            <a:r>
              <a:rPr lang="fr-FR" smtClean="0"/>
              <a:t>28-  C’EST SI BON !  MAIS NOUS POUVONS FAIRE ENCORE MIEUX 
29-  ET CE QUE NOUS DEVONS FAIRE C’EST METTRE DEHORS 
30-  TOUTES CES CHOSES QUI EMPÊCHENT LA JOIE DE DIEU 
31-  TOUT CE QUE JE DIS, VOUS DITES   SORS DE LÀ !  x3</a:t>
            </a:r>
          </a:p>
          <a:p>
            <a:r>
              <a:rPr lang="fr-FR" smtClean="0"/>
              <a:t>32-  TRISTESSE - « SORS DE LÀ !» FATIGUE - « SORS DE LÀ !» 
33-  PARESSE - « SORS DE LÀ !» CRAINTE - « SORS DE LÀ !» 
34-  HAINE - « SORS DE LÀ !» RANCUNE - « SORS DE LÀ !» 
35-  ORGUEIL - « SORS DE LÀ !» </a:t>
            </a:r>
          </a:p>
          <a:p>
            <a:r>
              <a:rPr lang="fr-FR" smtClean="0"/>
              <a:t>36-  ET ENCORE TOUT LE MONDE LEVEZ LES MAINS !! 
37-  EN HAUT, EN HAUT, EN HAUT LES MAINS EN L’AIR  x3
</a:t>
            </a:r>
          </a:p>
          <a:p>
            <a:r>
              <a:rPr lang="fr-FR" smtClean="0"/>
              <a:t>38-  AVEC MOI, À DROITE – À GAUCHE x6  
39-  MAINTENANT : ON DESCEND  x8
40-  A DROITE AU MILIEU À GAUCHE AU MILIEU 
41-  À DROITE - ON MONTE UN PEU À GAUCHE - AU MILIEU x3
42-  A DROITE AU MILIEU À GAUCHE AU MILIEU  x4</a:t>
            </a:r>
          </a:p>
          <a:p>
            <a:r>
              <a:rPr lang="fr-FR" smtClean="0"/>
              <a:t>43-  ET MAINTENANT TOUT LE MONDE AVEC MOI : HÉ ! HÉ ! HÉ ! HÉ ! 
44-  ON SE PREND TOUS PAR LA MAIN AVEC MOI ET ON SAUTE, ON SAUTE ! 
45-  ON SAUTE !  X6</a:t>
            </a:r>
          </a:p>
          <a:p>
            <a:r>
              <a:rPr lang="fr-FR" smtClean="0"/>
              <a:t> 
46-  GLOIRE À DIEU ! JE SUIS TON AMI MIGUELITO, NE TE TROMPE PAS 
47-  QUEL BONHEUR !! C’EST FINI ?! 
</a:t>
            </a:r>
          </a:p>
          <a:p>
            <a:r>
              <a:rPr lang="fr-FR" smtClean="0"/>
              <a:t> ****** Espagnol *****</a:t>
            </a:r>
          </a:p>
          <a:p>
            <a:endParaRPr lang="fr-FR" smtClean="0"/>
          </a:p>
          <a:p>
            <a:r>
              <a:rPr lang="fr-FR" smtClean="0"/>
              <a:t>48-  YO SOY TU AMIGO MIGUELITO NO ME CONFUNDAS 
49-  MAMBO, GÓZATE ESTE MAMBO QUE YO ESTOY GOZANDO 
50-  GÓZATE ESTE MAMBO  x2</a:t>
            </a:r>
          </a:p>
          <a:p>
            <a:endParaRPr lang="fr-FR" smtClean="0"/>
          </a:p>
          <a:p>
            <a:r>
              <a:rPr lang="fr-FR" smtClean="0"/>
              <a:t>51-  ESTE MAMBO NO HAY QUIEN LO ACABE</a:t>
            </a:r>
          </a:p>
          <a:p>
            <a:r>
              <a:rPr lang="fr-FR" smtClean="0"/>
              <a:t>       BAILA, BRINCA, MI GENTE , NO PARE ! 
52-  ESTE GOZO VIENE DE ARRIBA SE VA LA TRISTEZA, PRODUCE ALEGRÍA 
</a:t>
            </a:r>
          </a:p>
          <a:p>
            <a:r>
              <a:rPr lang="fr-FR" smtClean="0"/>
              <a:t>53-  EL GOZO DE DIOS ES MI FORTALEZA 
54-  EL ÉL ES MI ENERGÍA ME DA NUEVA FUERZA 
55-  JESÚS ES LA FUENTE DE LA JUVENTUD YO TENGO SU GOZO RECÍBELO TÚ 
</a:t>
            </a:r>
          </a:p>
          <a:p>
            <a:r>
              <a:rPr lang="fr-FR" smtClean="0"/>
              <a:t>56-  MAMBO, GÓZATE ESTE MAMBO QUE YO ESTOY GOZANDO 
57-  GÓZATE ESTE MAMBO   x2
</a:t>
            </a:r>
          </a:p>
          <a:p>
            <a:r>
              <a:rPr lang="fr-FR" smtClean="0"/>
              <a:t>58-  YO SOY TU AMIGO MIGUELITO ¡NO ME CONFUNDA! 
59-  CON MUCHO AMOR DE DIOS Y JA JA JA  ALEGRÍA PROFUNDA 
60-  YO TENGO DEL GOZO QUE VIENE DEL CIELO, PARA COMPARTIRLO CONTIGO 
61-  YO QUIERO QUE CANTES CONMIGO  QUE BAILES CONMIGO 
62-  Y LUEGO QUE HAGAS TODO LO QUE PIDO </a:t>
            </a:r>
          </a:p>
          <a:p>
            <a:r>
              <a:rPr lang="fr-FR" smtClean="0"/>
              <a:t>63-  YO QUIERO QUE TODA MI GENTE ME DIGA HE HO! x2 
64-  YO QUIERO QUE TODA LA GENTE ME DIGA EH EH!  x2
</a:t>
            </a:r>
          </a:p>
          <a:p>
            <a:r>
              <a:rPr lang="fr-FR" smtClean="0"/>
              <a:t>65-  ARRIBA, ARRIBA ARRIBA MANO ARRIBA  3x
66-  CONMIGO, DERECHA, IZQUIERDA    6x
67-  AHORA BAJANDO  8x
68-  CONMIGO DERECHA AL CENTRO IZQUIERDA, AL CENTRO 
69-  DERECHA SUBIENDO UN POQUITO IZQUIERDA AL CENTRO   x3
70-  DERECHA AL CENTRO IZQUIERDA AL CENTRO   x4</a:t>
            </a:r>
          </a:p>
          <a:p>
            <a:r>
              <a:rPr lang="fr-FR" smtClean="0"/>
              <a:t>71-  Y AHORA TODO EL MUNDO CON LAS PALMAS 
72-  Y AHORA ME TOCA A MÍ 
73-  ¡QUÉ BUENO ESTA ESTO! PERO PODEMOS HACERLO MEJOR 
74-  Y LO QUE TENEMOS QUE HACER ES ECHAR FUERA 
75-  TODAS ESAS COSAS QUE NOS IMPIDEN EL GOZO DE DIOS 
76-  TODO LO QUE YO DIGA DIGA: PA’ FUERA PA’ FUERA   x3
77-  TRISTEZA, PA’ FUERA  CANSANCIO, PA’ FUERA 
78-   PEREZA,  PA’ FUERA TEMORES, PA’ FUERA 
79-  EL ODIO, PA’ FUERA RENCORES, PA’ FUERA 
80-  ORGULLO  PA’ FUERA </a:t>
            </a:r>
          </a:p>
          <a:p>
            <a:r>
              <a:rPr lang="fr-FR" smtClean="0"/>
              <a:t>81-  Y AHORA TODO EL MUNDO DE NUEVO 
82-  ARRIBA, ARRIBA ARRIBA MANO ARRIBA  x3 
</a:t>
            </a:r>
          </a:p>
          <a:p>
            <a:r>
              <a:rPr lang="fr-FR" smtClean="0"/>
              <a:t>83-  CONMIGO, DERECHA, IZQUIERDA     x6
84-  AHORA BAJANDO    x8
85-  CONMIGO DERECHA AL CENTRO IZQUIERDA, AL CENTRO 
86-  DERECHA SUBIENDO UN POQUITO IZQUIERDA AL CENTRO    x3
87-  DERECHA AL CENTRO IZQUIERDA AL CENTRO      4x</a:t>
            </a:r>
          </a:p>
          <a:p>
            <a:r>
              <a:rPr lang="fr-FR" smtClean="0"/>
              <a:t>88-  Y AHORA TODO EL MUNDO CONMIGO : EH, EH, EH 
89-  TOMADOS  DE LAS MANOS CONMIGO BRINCANDO, BRINCANDO   x4
</a:t>
            </a:r>
          </a:p>
          <a:p>
            <a:r>
              <a:rPr lang="fr-FR" smtClean="0"/>
              <a:t>90-  GLORIA A DIOS ; YO SOY TU AMIGO MIGUELITO NO ME CONFUNDAS 
91-  ¡QUE FELICIDAD ! </a:t>
            </a:r>
          </a:p>
          <a:p>
            <a:r>
              <a:rPr lang="fr-FR" smtClean="0"/>
              <a:t>       SE ACABÓ ?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32423-D946-4F4F-A867-DEC78F9EBD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DA21F-6B84-42C3-9362-6F5D90B6B5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E1E1C-75C8-4952-91D4-435ACBC835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2267F-DB1E-4DFE-AC7F-C99D845F4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D52CF-E415-4599-A0F8-5C0FEF0241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8E5CA-6F61-48EC-B021-02EA0232A3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C632C-2EA7-413B-8590-F4662611C4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D8CC9-425E-445C-8E51-1E72B20135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32835-49AB-416E-987B-9335B1FA35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837A1-7FAA-4F23-BD73-404FEE24C1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F6266-FF7E-448A-848E-4201E2BDB3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DF8D165-6DAB-4229-B859-58A4C8532A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MAMBO ! DANSE SUR CE MAMBO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COMME MOI 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DANSE SUR CE MAMBO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MAMBO, PERSONNE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L’ARRÊTER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DANSEZ, SAUTEZ ! N’ARRÊTEZ PAS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JOIE VIENT D’EN HAUT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TRISTESSE S’EN VA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PRODUIT L’ALLÉGRESSE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JOIE DE DIEU EST MA FORTERESSE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ÉNERGIE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ME DONNE DE LA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EST LA SOURCE DE LA JEUNESSE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SA JOIE, REÇOIS-LA TOI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MAMBO ! DANSE SUR CE MAMBO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COMME MOI 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DANSE SUR CE MAMBO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BEAUCOUP D’AMOUR DE DIEU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HA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UNE JOIE PROFONDE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CETTE JOIE QUI VIENT DU CIEL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LA PARTAGER AVEC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CHANTES AVEC 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DANSES AVEC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APRÈS, QUE TU FASSES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JE DIS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QUE TOUT LE MONDE ICI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DISE : HÉ HO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QUE TOUT LE MONDE ICI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DISE : HÉ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HÉ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HAUT, EN HAUT, EN HAUT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MAINS EN L’AIR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DROITE - À GAUCHE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 : ON DESCEND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DROITE - AU MILIEU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GAUCHE - AU MILIEU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DROITE - ON MONTE UN PEU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GAUCHE - AU MILIEU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DROITE - AU MILIEU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GAUCHE - AU MILIEU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MAINTENANT, TOUT LE MONDE FRAPPE DES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MAINTENANT, C’EST MON TOUR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 !  MAIS NOUS POUVONS FAIRE ENCORE MIEUX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QUE NOUS DEVONS FAIRE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METTRE DEHORS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CES CHOSES QUI EMPÊCHENT LA JOIE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DIS, VOUS DITES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 SORS DE LÀ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TRISTESSE - « SORS DE LÀ !»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FATIGUE - « SORS DE LÀ !»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PARESSE - « SORS DE LÀ !»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CRAINTE - « SORS DE LÀ !»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HAINE - « SORS DE LÀ !»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RANCUNE - « SORS DE LÀ !»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ORGUEIL - « SORS DE LÀ !»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ENCORE TOUT LE MONDE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LEVEZ LES MAINS !!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HAUT, EN HAUT, EN HAUT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MAINS EN L’AIR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MOI, À DROITE – À GAUCHE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 : ON DESCEND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DROITE AU MILIEU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GAUCHE AU MILIEU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DROITE - ON MONTE UN PEU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GAUCHE - AU MILIEU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DROITE AU MILIEU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GAUCHE AU MILIEU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 TOUT LE MONDE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MOI : HÉ ! HÉ ! HÉ ! HÉ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SE PREND TOUS PAR LA MAIN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MOI ET ON SAUTE, ON SAUTE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SAUTE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À DIEU ! JE SUIS TON AMI MIGUELITO, 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 !!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FINI ?!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SOY TU AMIGO MIGUELITO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 ME CONFUNDAS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MAMBO, GÓZATE ESTE MAMBO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YO ESTOY GOZANDO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GÓZATE ESTE MAMBO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ESTE MAMBO NO HAY QUIEN LO ACABE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BAILA, BRINCA, MI GENTE , NO PARE !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ESTE GOZO VIENE DE ARRIBA SE VA LA TRISTEZA, PRODUCE ALEGRÍA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 GOZO DE DIOS ES MI FORTALEZA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 ÉL ES MI ENERGÍA ME DA NUEVA FUERZA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JESÚS ES LA FUENTE DE LA JUVENTUD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TENGO SU GOZO RECÍBELO TÚ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MAMBO, GÓZATE ESTE MAMBO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YO ESTOY GOZANDO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GÓZATE ESTE MAMBO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SOY TU AMIGO MIGUELITO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¡NO ME CONFUNDA!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 MUCHO AMOR DE DIOS Y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 </a:t>
            </a:r>
            <a:r>
              <a:rPr lang="es-ES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es-ES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 ALEGRÍA PROFUNDA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TENGO DEL GOZO QUE VIENE DEL CIELO, PARA COMPARTIRLO CONTIGO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QUIERO QUE CANTES CONMIGO 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BAILES CONMIGO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LUEGO QUE HAGAS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TODO LO QUE PIDO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QUIERO QUE TODA MI GENTE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DIGA HE HO!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QUIERO QUE TODA LA GENTE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DIGA EH </a:t>
            </a:r>
            <a:r>
              <a:rPr lang="es-ES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ARRIBA, ARRIBA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ARRIBA MANO ARRIBA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CONMIGO, DERECHA, IZQUIERDA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BAJANDO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CONMIGO DERECHA AL CENTRO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IZQUIERDA, AL CENTRO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DERECHA SUBIENDO UN POQUITO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IZQUIERDA AL CENTRO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DERECHA AL CENTRO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IZQUIERDA AL CENTRO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AHORA TODO EL MUNDO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 LAS PALMAS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AHORA ME TOCA A MÍ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¡QUÉ BUENO ESTA ESTO!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PERO PODEMOS HACERLO MEJOR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LO QUE TENEMOS QUE HACER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ECHAR FUERA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TODAS ESAS COSAS QUE NOS IMPIDEN EL GOZO DE DIOS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TODO LO QUE YO DIGA </a:t>
            </a:r>
            <a:r>
              <a:rPr lang="es-ES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DIGA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: PA’ FUERA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PA’ FUERA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TRISTEZA, PA’ FUERA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CANSANCIO, PA’ FUERA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PEREZA,  PA’ FUERA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TEMORES, PA’ FUERA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 ODIO, PA’ FUERA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RENCORES, PA’ FUERA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ORGULLO  PA’ FUERA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AHORA TODO EL MUNDO DE NUEVO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ARRIBA, ARRIBA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ARRIBA MANO ARRIBA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CONMIGO, DERECHA, IZQUIERDA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BAJANDO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CONMIGO DERECHA AL CENTRO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IZQUIERDA, AL CENTRO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DERECHA SUBIENDO UN POQUITO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IZQUIERDA AL CENTRO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DERECHA AL CENTRO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IZQUIERDA AL CENTRO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AHORA TODO EL MUNDO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CONMIGO : EH, EH, EH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TOMADOS  DE LAS MANOS CONMIGO BRINCANDO, BRINCANDO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GLORIA A DIOS ; YO SOY TU AMIGO MIGUELITO NO ME CONFUNDAS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¡QUE FELICIDAD ! 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ACABÓ ?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2592</Words>
  <Application>Microsoft Office PowerPoint</Application>
  <PresentationFormat>On-screen Show (4:3)</PresentationFormat>
  <Paragraphs>5792</Paragraphs>
  <Slides>91</Slides>
  <Notes>91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91</vt:i4>
      </vt:variant>
    </vt:vector>
  </HeadingPairs>
  <TitlesOfParts>
    <vt:vector size="9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  <vt:lpstr>Diapositive 65</vt:lpstr>
      <vt:lpstr>Diapositive 66</vt:lpstr>
      <vt:lpstr>Diapositive 67</vt:lpstr>
      <vt:lpstr>Diapositive 68</vt:lpstr>
      <vt:lpstr>Diapositive 69</vt:lpstr>
      <vt:lpstr>Diapositive 70</vt:lpstr>
      <vt:lpstr>Diapositive 71</vt:lpstr>
      <vt:lpstr>Diapositive 72</vt:lpstr>
      <vt:lpstr>Diapositive 73</vt:lpstr>
      <vt:lpstr>Diapositive 74</vt:lpstr>
      <vt:lpstr>Diapositive 75</vt:lpstr>
      <vt:lpstr>Diapositive 76</vt:lpstr>
      <vt:lpstr>Diapositive 77</vt:lpstr>
      <vt:lpstr>Diapositive 78</vt:lpstr>
      <vt:lpstr>Diapositive 79</vt:lpstr>
      <vt:lpstr>Diapositive 80</vt:lpstr>
      <vt:lpstr>Diapositive 81</vt:lpstr>
      <vt:lpstr>Diapositive 82</vt:lpstr>
      <vt:lpstr>Diapositive 83</vt:lpstr>
      <vt:lpstr>Diapositive 84</vt:lpstr>
      <vt:lpstr>Diapositive 85</vt:lpstr>
      <vt:lpstr>Diapositive 86</vt:lpstr>
      <vt:lpstr>Diapositive 87</vt:lpstr>
      <vt:lpstr>Diapositive 88</vt:lpstr>
      <vt:lpstr>Diapositive 89</vt:lpstr>
      <vt:lpstr>Diapositive 90</vt:lpstr>
      <vt:lpstr>Diapositive 91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CELIA</cp:lastModifiedBy>
  <cp:revision>137</cp:revision>
  <dcterms:created xsi:type="dcterms:W3CDTF">2002-08-17T10:50:50Z</dcterms:created>
  <dcterms:modified xsi:type="dcterms:W3CDTF">2014-12-27T21:31:21Z</dcterms:modified>
</cp:coreProperties>
</file>