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8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6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1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270" r:id="rId2"/>
    <p:sldId id="272" r:id="rId3"/>
    <p:sldId id="273" r:id="rId4"/>
    <p:sldId id="327" r:id="rId5"/>
    <p:sldId id="274" r:id="rId6"/>
    <p:sldId id="320" r:id="rId7"/>
    <p:sldId id="275" r:id="rId8"/>
    <p:sldId id="276" r:id="rId9"/>
    <p:sldId id="277" r:id="rId10"/>
    <p:sldId id="278" r:id="rId11"/>
    <p:sldId id="321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324" r:id="rId22"/>
    <p:sldId id="288" r:id="rId23"/>
    <p:sldId id="289" r:id="rId24"/>
    <p:sldId id="290" r:id="rId25"/>
    <p:sldId id="291" r:id="rId26"/>
    <p:sldId id="322" r:id="rId27"/>
    <p:sldId id="292" r:id="rId28"/>
    <p:sldId id="293" r:id="rId29"/>
    <p:sldId id="294" r:id="rId30"/>
    <p:sldId id="323" r:id="rId31"/>
    <p:sldId id="295" r:id="rId32"/>
    <p:sldId id="296" r:id="rId33"/>
    <p:sldId id="297" r:id="rId34"/>
    <p:sldId id="325" r:id="rId35"/>
    <p:sldId id="298" r:id="rId36"/>
    <p:sldId id="299" r:id="rId37"/>
    <p:sldId id="300" r:id="rId38"/>
    <p:sldId id="316" r:id="rId39"/>
    <p:sldId id="315" r:id="rId40"/>
    <p:sldId id="314" r:id="rId41"/>
    <p:sldId id="313" r:id="rId42"/>
    <p:sldId id="312" r:id="rId43"/>
    <p:sldId id="311" r:id="rId44"/>
    <p:sldId id="310" r:id="rId45"/>
    <p:sldId id="309" r:id="rId46"/>
    <p:sldId id="308" r:id="rId47"/>
    <p:sldId id="307" r:id="rId48"/>
    <p:sldId id="306" r:id="rId49"/>
    <p:sldId id="326" r:id="rId50"/>
    <p:sldId id="305" r:id="rId51"/>
    <p:sldId id="304" r:id="rId52"/>
    <p:sldId id="303" r:id="rId5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11100" autoAdjust="0"/>
    <p:restoredTop sz="78028" autoAdjust="0"/>
  </p:normalViewPr>
  <p:slideViewPr>
    <p:cSldViewPr>
      <p:cViewPr>
        <p:scale>
          <a:sx n="60" d="100"/>
          <a:sy n="60" d="100"/>
        </p:scale>
        <p:origin x="-672" y="7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A67FFF2-5DF6-4F70-BA23-080135A7E4E1}" type="datetimeFigureOut">
              <a:rPr lang="fr-FR"/>
              <a:pPr>
                <a:defRPr/>
              </a:pPr>
              <a:t>27/02/2018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98D688F-3219-4571-A019-2CD96401F3D7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HE HE HE 
2-  MON TÉMOIGNAGE AU TEMPS DE MERENGUE</a:t>
            </a:r>
          </a:p>
          <a:p>
            <a:pPr>
              <a:defRPr/>
            </a:pPr>
            <a:r>
              <a:rPr lang="fr-FR" smtClean="0"/>
              <a:t>Mi testimonio a tiempo de merengue</a:t>
            </a:r>
          </a:p>
          <a:p>
            <a:pPr>
              <a:defRPr/>
            </a:pPr>
            <a:r>
              <a:rPr lang="fr-FR" smtClean="0"/>
              <a:t>3-  JE SUIS TON AMI MIGUELITO NE TE TROMPE PAS</a:t>
            </a:r>
          </a:p>
          <a:p>
            <a:pPr>
              <a:defRPr/>
            </a:pPr>
            <a:r>
              <a:rPr lang="fr-FR" smtClean="0"/>
              <a:t>Coy su amigo miguelito no me confundas</a:t>
            </a:r>
          </a:p>
          <a:p>
            <a:pPr>
              <a:defRPr/>
            </a:pPr>
            <a:r>
              <a:rPr lang="fr-FR" smtClean="0"/>
              <a:t>4-  RÉNOVÉ EN CHRIST</a:t>
            </a:r>
          </a:p>
          <a:p>
            <a:pPr>
              <a:defRPr/>
            </a:pPr>
            <a:r>
              <a:rPr lang="fr-FR" smtClean="0"/>
              <a:t>Renovado en Cristo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AVEC LA BIBLE SOUS LE BRAS MON BEAU-PÈRE ALLAIT</a:t>
            </a:r>
          </a:p>
          <a:p>
            <a:pPr>
              <a:defRPr/>
            </a:pPr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pPr>
              <a:defRPr/>
            </a:pPr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pPr>
              <a:defRPr/>
            </a:pPr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pPr>
              <a:defRPr/>
            </a:pPr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pPr>
              <a:defRPr/>
            </a:pPr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pPr>
              <a:defRPr/>
            </a:pPr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pPr>
              <a:defRPr/>
            </a:pPr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pPr>
              <a:defRPr/>
            </a:pPr>
            <a:r>
              <a:rPr lang="fr-FR" smtClean="0"/>
              <a:t>y ahora que feliz me siento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pPr>
              <a:defRPr/>
            </a:pPr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pPr>
              <a:defRPr/>
            </a:pPr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pPr>
              <a:defRPr/>
            </a:pPr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pPr>
              <a:defRPr/>
            </a:pPr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pPr>
              <a:defRPr/>
            </a:pPr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pPr>
              <a:defRPr/>
            </a:pPr>
            <a:r>
              <a:rPr lang="fr-FR" smtClean="0"/>
              <a:t>que feliz me siento Yo jamas me apartaré, </a:t>
            </a:r>
          </a:p>
          <a:p>
            <a:pPr>
              <a:defRPr/>
            </a:pPr>
            <a:r>
              <a:rPr lang="fr-FR" smtClean="0"/>
              <a:t>19-  JE SUIS SI HEUREUX </a:t>
            </a:r>
          </a:p>
          <a:p>
            <a:pPr>
              <a:defRPr/>
            </a:pPr>
            <a:r>
              <a:rPr lang="fr-FR" smtClean="0"/>
              <a:t>que feliz me siento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J’AI CRIÉ VERS TOI</a:t>
            </a:r>
          </a:p>
          <a:p>
            <a:pPr>
              <a:defRPr/>
            </a:pPr>
            <a:r>
              <a:rPr lang="fr-FR" smtClean="0"/>
              <a:t>Porque a tí clame</a:t>
            </a:r>
          </a:p>
          <a:p>
            <a:pPr>
              <a:defRPr/>
            </a:pPr>
            <a:r>
              <a:rPr lang="fr-FR" smtClean="0"/>
              <a:t>21-  ET TU M’AS GUÉRI ET DE MES CHAGRINS</a:t>
            </a:r>
          </a:p>
          <a:p>
            <a:pPr>
              <a:defRPr/>
            </a:pPr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pPr>
              <a:defRPr/>
            </a:pPr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pPr>
              <a:defRPr/>
            </a:pPr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pPr>
              <a:defRPr/>
            </a:pPr>
            <a:r>
              <a:rPr lang="fr-FR" smtClean="0"/>
              <a:t>te invito a buscar de Cristo Y así tu tambien ; cantes conmigo</a:t>
            </a:r>
          </a:p>
          <a:p>
            <a:pPr>
              <a:defRPr/>
            </a:pPr>
            <a:r>
              <a:rPr lang="fr-FR" smtClean="0"/>
              <a:t>25-  JE ME SENS SI HEUREUX VIENS, CHANTE CE REFRAIN AVEC MOI</a:t>
            </a:r>
          </a:p>
          <a:p>
            <a:pPr>
              <a:defRPr/>
            </a:pPr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pPr>
              <a:defRPr/>
            </a:pPr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pPr>
              <a:defRPr/>
            </a:pPr>
            <a:r>
              <a:rPr lang="fr-FR" smtClean="0"/>
              <a:t>Para que le alabes conmigo, que feliz me siento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28-  J’AI CRIÉ VERS DIEU, ET TU M’AS GUÉRI ET DE MES CHAGRINS, TU M’AS LIBÉRÉ</a:t>
            </a:r>
          </a:p>
          <a:p>
            <a:pPr>
              <a:defRPr/>
            </a:pPr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pPr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pPr>
              <a:defRPr/>
            </a:pPr>
            <a:r>
              <a:rPr lang="fr-FR" smtClean="0"/>
              <a:t>Para que tu tambien cantes conmigo Que feliz me siento</a:t>
            </a:r>
          </a:p>
          <a:p>
            <a:pPr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pPr>
              <a:defRPr/>
            </a:pPr>
            <a:r>
              <a:rPr lang="fr-FR" smtClean="0"/>
              <a:t>He hey Ven para que cantes</a:t>
            </a:r>
          </a:p>
          <a:p>
            <a:pPr>
              <a:defRPr/>
            </a:pPr>
            <a:r>
              <a:rPr lang="fr-FR" smtClean="0"/>
              <a:t>32-  AVEC TON AMI MIGUELITO NE TE TROMPE PAS</a:t>
            </a:r>
          </a:p>
          <a:p>
            <a:pPr>
              <a:defRPr/>
            </a:pPr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pPr>
              <a:defRPr/>
            </a:pPr>
            <a:r>
              <a:rPr lang="fr-FR" smtClean="0"/>
              <a:t>porque estoy renovado en Cristo</a:t>
            </a:r>
          </a:p>
          <a:p>
            <a:pPr>
              <a:defRPr/>
            </a:pPr>
            <a:r>
              <a:rPr lang="fr-FR" smtClean="0"/>
              <a:t>34-  HE HE HEY, ALLÉLUIA  GLOIRE À DIEU </a:t>
            </a:r>
          </a:p>
          <a:p>
            <a:pPr>
              <a:defRPr/>
            </a:pPr>
            <a:r>
              <a:rPr lang="fr-FR" smtClean="0"/>
              <a:t>Hehey aleluya ; gloria a Dios</a:t>
            </a:r>
          </a:p>
          <a:p>
            <a:pPr>
              <a:defRPr/>
            </a:pPr>
            <a:r>
              <a:rPr lang="fr-FR" smtClean="0"/>
              <a:t>35-  JE ME SENS SI HEUREUX </a:t>
            </a:r>
          </a:p>
          <a:p>
            <a:pPr>
              <a:defRPr/>
            </a:pPr>
            <a:r>
              <a:rPr lang="fr-FR" smtClean="0"/>
              <a:t>Que contento estoy
36-  DEPUIS QUE JE ME SUIS CONVERTI JE SUIS SI HEUREUX</a:t>
            </a:r>
          </a:p>
          <a:p>
            <a:pPr>
              <a:defRPr/>
            </a:pPr>
            <a:r>
              <a:rPr lang="fr-FR" smtClean="0"/>
              <a:t>Desde que me converti, que feliz me siento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pPr>
              <a:defRPr/>
            </a:pPr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pPr>
              <a:defRPr/>
            </a:pPr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pPr>
              <a:defRPr/>
            </a:pPr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pPr>
              <a:defRPr/>
            </a:pPr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pPr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pPr>
              <a:defRPr/>
            </a:pPr>
            <a:r>
              <a:rPr lang="fr-FR" smtClean="0"/>
              <a:t>Y puedas decir que feliz me siento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pPr>
              <a:defRPr/>
            </a:pPr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pPr>
              <a:defRPr/>
            </a:pPr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pPr>
              <a:defRPr/>
            </a:pPr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pPr>
              <a:defRPr/>
            </a:pPr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pPr>
              <a:defRPr/>
            </a:pPr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pPr>
              <a:defRPr/>
            </a:pPr>
            <a:r>
              <a:rPr lang="fr-FR" smtClean="0"/>
              <a:t>Yo voy cada dia, que feliz me siento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pPr>
              <a:defRPr/>
            </a:pPr>
            <a:r>
              <a:rPr lang="fr-FR" smtClean="0"/>
              <a:t>50-  VIENS POUR QUE TU CHANTES AVEC TON AMI MIGUELITO</a:t>
            </a:r>
          </a:p>
          <a:p>
            <a:pPr>
              <a:defRPr/>
            </a:pPr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pPr>
              <a:defRPr/>
            </a:pPr>
            <a:r>
              <a:rPr lang="fr-FR" smtClean="0"/>
              <a:t>no me confundas pero Renovado en Cristo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52-  ALLÉLUIA
</a:t>
            </a:r>
            <a:endParaRPr lang="en-US" dirty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HE HE HE 
2-  MON TÉMOIGNAGE AU TEMPS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testimonio a tiempo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Coy su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LA BIBLE SOUS LE BRAS MON BEAU-PÈRE ALLAIT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ahora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Yo jamas me apartaré,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J’AI CRIÉ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a tí clame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TU M’AS GUÉRI ET DE MES CHAGRINS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invito a buscar de Cristo Y así tu tambien ; cantes conmigo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ME SENS SI HEUREUX VIENS, CHANTE CE REFRAIN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le alabes conmigo,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J’AI CRIÉ VERS DIEU,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tu tambien cantes conmigo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hey Ven para que cantes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AVEC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estoy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HE HE HEY, ALLÉLUIA  GLOIRE À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Hehey aleluya ; gloria a Dios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ME SENS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
36-  DEPUIS QUE JE ME SUIS CONVERTI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Desde que me converti,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puedas decir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voy cada dia,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VIENS POUR QUE TU CHANTES AVEC TON AMI MIGUELITO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me confundas pero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ALLÉLUIA
</a:t>
            </a: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HE HE HE 
2-  MON TÉMOIGNAGE AU TEMPS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testimonio a tiempo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Coy su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LA BIBLE SOUS LE BRAS MON BEAU-PÈRE ALLAIT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ahora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Yo jamas me apartaré,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J’AI CRIÉ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a tí clame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TU M’AS GUÉRI ET DE MES CHAGRINS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invito a buscar de Cristo Y así tu tambien ; cantes conmigo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ME SENS SI HEUREUX VIENS, CHANTE CE REFRAIN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le alabes conmigo,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J’AI CRIÉ VERS DIEU,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tu tambien cantes conmigo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hey Ven para que cantes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AVEC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estoy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HE HE HEY, ALLÉLUIA  GLOIRE À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Hehey aleluya ; gloria a Dios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ME SENS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
36-  DEPUIS QUE JE ME SUIS CONVERTI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Desde que me converti,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puedas decir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voy cada dia,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VIENS POUR QUE TU CHANTES AVEC TON AMI MIGUELITO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me confundas pero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ALLÉLUIA
</a:t>
            </a: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HE HE HE 
2-  MON TÉMOIGNAGE AU TEMPS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testimonio a tiempo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Coy su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LA BIBLE SOUS LE BRAS MON BEAU-PÈRE ALLAIT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ahora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Yo jamas me apartaré,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J’AI CRIÉ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a tí clame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TU M’AS GUÉRI ET DE MES CHAGRINS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invito a buscar de Cristo Y así tu tambien ; cantes conmigo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ME SENS SI HEUREUX VIENS, CHANTE CE REFRAIN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le alabes conmigo,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J’AI CRIÉ VERS DIEU,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tu tambien cantes conmigo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hey Ven para que cantes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AVEC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estoy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HE HE HEY, ALLÉLUIA  GLOIRE À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Hehey aleluya ; gloria a Dios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ME SENS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
36-  DEPUIS QUE JE ME SUIS CONVERTI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Desde que me converti,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puedas decir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voy cada dia,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VIENS POUR QUE TU CHANTES AVEC TON AMI MIGUELITO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me confundas pero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ALLÉLUIA
</a:t>
            </a: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HE HE HE 
2-  MON TÉMOIGNAGE AU TEMPS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testimonio a tiempo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Coy su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LA BIBLE SOUS LE BRAS MON BEAU-PÈRE ALLAIT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ahora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Yo jamas me apartaré,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J’AI CRIÉ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a tí clame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TU M’AS GUÉRI ET DE MES CHAGRINS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invito a buscar de Cristo Y así tu tambien ; cantes conmigo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ME SENS SI HEUREUX VIENS, CHANTE CE REFRAIN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le alabes conmigo,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J’AI CRIÉ VERS DIEU,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tu tambien cantes conmigo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hey Ven para que cantes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AVEC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estoy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HE HE HEY, ALLÉLUIA  GLOIRE À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Hehey aleluya ; gloria a Dios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ME SENS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
36-  DEPUIS QUE JE ME SUIS CONVERTI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Desde que me converti,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puedas decir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voy cada dia,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VIENS POUR QUE TU CHANTES AVEC TON AMI MIGUELITO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me confundas pero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ALLÉLUIA
</a:t>
            </a: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HE HE HE 
2-  MON TÉMOIGNAGE AU TEMPS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testimonio a tiempo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Coy su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LA BIBLE SOUS LE BRAS MON BEAU-PÈRE ALLAIT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ahora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Yo jamas me apartaré,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J’AI CRIÉ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a tí clame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TU M’AS GUÉRI ET DE MES CHAGRINS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invito a buscar de Cristo Y así tu tambien ; cantes conmigo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ME SENS SI HEUREUX VIENS, CHANTE CE REFRAIN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le alabes conmigo,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J’AI CRIÉ VERS DIEU,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tu tambien cantes conmigo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hey Ven para que cantes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AVEC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estoy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HE HE HEY, ALLÉLUIA  GLOIRE À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Hehey aleluya ; gloria a Dios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ME SENS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
36-  DEPUIS QUE JE ME SUIS CONVERTI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Desde que me converti,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puedas decir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voy cada dia,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VIENS POUR QUE TU CHANTES AVEC TON AMI MIGUELITO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me confundas pero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ALLÉLUIA
</a:t>
            </a: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HE HE HE 
2-  MON TÉMOIGNAGE AU TEMPS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testimonio a tiempo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Coy su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LA BIBLE SOUS LE BRAS MON BEAU-PÈRE ALLAIT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ahora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Yo jamas me apartaré,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J’AI CRIÉ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a tí clame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TU M’AS GUÉRI ET DE MES CHAGRINS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invito a buscar de Cristo Y así tu tambien ; cantes conmigo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ME SENS SI HEUREUX VIENS, CHANTE CE REFRAIN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le alabes conmigo,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J’AI CRIÉ VERS DIEU,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tu tambien cantes conmigo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hey Ven para que cantes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AVEC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estoy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HE HE HEY, ALLÉLUIA  GLOIRE À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Hehey aleluya ; gloria a Dios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ME SENS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
36-  DEPUIS QUE JE ME SUIS CONVERTI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Desde que me converti,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puedas decir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voy cada dia,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VIENS POUR QUE TU CHANTES AVEC TON AMI MIGUELITO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me confundas pero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ALLÉLUIA
</a:t>
            </a: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HE HE HE 
2-  MON TÉMOIGNAGE AU TEMPS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testimonio a tiempo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Coy su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LA BIBLE SOUS LE BRAS MON BEAU-PÈRE ALLAIT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ahora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Yo jamas me apartaré,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J’AI CRIÉ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a tí clame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TU M’AS GUÉRI ET DE MES CHAGRINS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invito a buscar de Cristo Y así tu tambien ; cantes conmigo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ME SENS SI HEUREUX VIENS, CHANTE CE REFRAIN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le alabes conmigo,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J’AI CRIÉ VERS DIEU,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tu tambien cantes conmigo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hey Ven para que cantes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AVEC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estoy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HE HE HEY, ALLÉLUIA  GLOIRE À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Hehey aleluya ; gloria a Dios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ME SENS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
36-  DEPUIS QUE JE ME SUIS CONVERTI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Desde que me converti,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puedas decir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voy cada dia,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VIENS POUR QUE TU CHANTES AVEC TON AMI MIGUELITO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me confundas pero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ALLÉLUIA
</a:t>
            </a: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HE HE HE 
2-  MON TÉMOIGNAGE AU TEMPS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testimonio a tiempo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Coy su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LA BIBLE SOUS LE BRAS MON BEAU-PÈRE ALLAIT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ahora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Yo jamas me apartaré,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J’AI CRIÉ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a tí clame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TU M’AS GUÉRI ET DE MES CHAGRINS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invito a buscar de Cristo Y así tu tambien ; cantes conmigo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ME SENS SI HEUREUX VIENS, CHANTE CE REFRAIN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le alabes conmigo,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J’AI CRIÉ VERS DIEU,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tu tambien cantes conmigo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hey Ven para que cantes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AVEC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estoy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HE HE HEY, ALLÉLUIA  GLOIRE À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Hehey aleluya ; gloria a Dios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ME SENS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
36-  DEPUIS QUE JE ME SUIS CONVERTI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Desde que me converti,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puedas decir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voy cada dia,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VIENS POUR QUE TU CHANTES AVEC TON AMI MIGUELITO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me confundas pero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ALLÉLUIA
</a:t>
            </a: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HE HE HE 
2-  MON TÉMOIGNAGE AU TEMPS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testimonio a tiempo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Coy su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LA BIBLE SOUS LE BRAS MON BEAU-PÈRE ALLAIT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ahora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Yo jamas me apartaré,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J’AI CRIÉ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a tí clame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TU M’AS GUÉRI ET DE MES CHAGRINS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invito a buscar de Cristo Y así tu tambien ; cantes conmigo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ME SENS SI HEUREUX VIENS, CHANTE CE REFRAIN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le alabes conmigo,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J’AI CRIÉ VERS DIEU,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tu tambien cantes conmigo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hey Ven para que cantes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AVEC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estoy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HE HE HEY, ALLÉLUIA  GLOIRE À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Hehey aleluya ; gloria a Dios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ME SENS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
36-  DEPUIS QUE JE ME SUIS CONVERTI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Desde que me converti,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puedas decir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voy cada dia,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VIENS POUR QUE TU CHANTES AVEC TON AMI MIGUELITO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me confundas pero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ALLÉLUIA
</a:t>
            </a: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HE HE HE 
2-  MON TÉMOIGNAGE AU TEMPS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testimonio a tiempo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Coy su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LA BIBLE SOUS LE BRAS MON BEAU-PÈRE ALLAIT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ahora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Yo jamas me apartaré,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J’AI CRIÉ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a tí clame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TU M’AS GUÉRI ET DE MES CHAGRINS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invito a buscar de Cristo Y así tu tambien ; cantes conmigo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ME SENS SI HEUREUX VIENS, CHANTE CE REFRAIN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le alabes conmigo,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J’AI CRIÉ VERS DIEU,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tu tambien cantes conmigo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hey Ven para que cantes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AVEC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estoy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HE HE HEY, ALLÉLUIA  GLOIRE À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Hehey aleluya ; gloria a Dios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ME SENS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
36-  DEPUIS QUE JE ME SUIS CONVERTI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Desde que me converti,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puedas decir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voy cada dia,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VIENS POUR QUE TU CHANTES AVEC TON AMI MIGUELITO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me confundas pero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ALLÉLUIA
</a:t>
            </a: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HE HE HE 
2-  MON TÉMOIGNAGE AU TEMPS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testimonio a tiempo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Coy su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LA BIBLE SOUS LE BRAS MON BEAU-PÈRE ALLAIT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ahora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Yo jamas me apartaré,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J’AI CRIÉ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a tí clame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TU M’AS GUÉRI ET DE MES CHAGRINS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invito a buscar de Cristo Y así tu tambien ; cantes conmigo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ME SENS SI HEUREUX VIENS, CHANTE CE REFRAIN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le alabes conmigo,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J’AI CRIÉ VERS DIEU,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tu tambien cantes conmigo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hey Ven para que cantes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AVEC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estoy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HE HE HEY, ALLÉLUIA  GLOIRE À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Hehey aleluya ; gloria a Dios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ME SENS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
36-  DEPUIS QUE JE ME SUIS CONVERTI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Desde que me converti,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puedas decir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voy cada dia,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VIENS POUR QUE TU CHANTES AVEC TON AMI MIGUELITO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me confundas pero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ALLÉLUIA
</a:t>
            </a: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HE HE HE 
2-  MON TÉMOIGNAGE AU TEMPS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testimonio a tiempo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Coy su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LA BIBLE SOUS LE BRAS MON BEAU-PÈRE ALLAIT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ahora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Yo jamas me apartaré,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J’AI CRIÉ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a tí clame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TU M’AS GUÉRI ET DE MES CHAGRINS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invito a buscar de Cristo Y así tu tambien ; cantes conmigo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ME SENS SI HEUREUX VIENS, CHANTE CE REFRAIN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le alabes conmigo,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J’AI CRIÉ VERS DIEU,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tu tambien cantes conmigo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hey Ven para que cantes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AVEC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estoy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HE HE HEY, ALLÉLUIA  GLOIRE À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Hehey aleluya ; gloria a Dios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ME SENS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
36-  DEPUIS QUE JE ME SUIS CONVERTI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Desde que me converti,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puedas decir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voy cada dia,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VIENS POUR QUE TU CHANTES AVEC TON AMI MIGUELITO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me confundas pero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ALLÉLUIA
</a:t>
            </a: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HE HE HE 
2-  MON TÉMOIGNAGE AU TEMPS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testimonio a tiempo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Coy su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LA BIBLE SOUS LE BRAS MON BEAU-PÈRE ALLAIT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ahora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Yo jamas me apartaré,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J’AI CRIÉ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a tí clame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TU M’AS GUÉRI ET DE MES CHAGRINS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invito a buscar de Cristo Y así tu tambien ; cantes conmigo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ME SENS SI HEUREUX VIENS, CHANTE CE REFRAIN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le alabes conmigo,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J’AI CRIÉ VERS DIEU,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tu tambien cantes conmigo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hey Ven para que cantes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AVEC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estoy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HE HE HEY, ALLÉLUIA  GLOIRE À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Hehey aleluya ; gloria a Dios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ME SENS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
36-  DEPUIS QUE JE ME SUIS CONVERTI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Desde que me converti,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puedas decir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voy cada dia,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VIENS POUR QUE TU CHANTES AVEC TON AMI MIGUELITO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me confundas pero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ALLÉLUIA
</a:t>
            </a: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HE HE HE 
2-  MON TÉMOIGNAGE AU TEMPS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testimonio a tiempo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Coy su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LA BIBLE SOUS LE BRAS MON BEAU-PÈRE ALLAIT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ahora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Yo jamas me apartaré,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J’AI CRIÉ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a tí clame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TU M’AS GUÉRI ET DE MES CHAGRINS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invito a buscar de Cristo Y así tu tambien ; cantes conmigo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ME SENS SI HEUREUX VIENS, CHANTE CE REFRAIN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le alabes conmigo,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J’AI CRIÉ VERS DIEU,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tu tambien cantes conmigo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hey Ven para que cantes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AVEC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estoy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HE HE HEY, ALLÉLUIA  GLOIRE À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Hehey aleluya ; gloria a Dios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ME SENS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
36-  DEPUIS QUE JE ME SUIS CONVERTI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Desde que me converti,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puedas decir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voy cada dia,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VIENS POUR QUE TU CHANTES AVEC TON AMI MIGUELITO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me confundas pero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ALLÉLUIA
</a:t>
            </a:r>
            <a:endParaRPr lang="fr-FR" dirty="0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HE HE HE 
2-  MON TÉMOIGNAGE AU TEMPS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testimonio a tiempo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Coy su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LA BIBLE SOUS LE BRAS MON BEAU-PÈRE ALLAIT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ahora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Yo jamas me apartaré,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J’AI CRIÉ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a tí clame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TU M’AS GUÉRI ET DE MES CHAGRINS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invito a buscar de Cristo Y así tu tambien ; cantes conmigo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ME SENS SI HEUREUX VIENS, CHANTE CE REFRAIN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le alabes conmigo,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J’AI CRIÉ VERS DIEU,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tu tambien cantes conmigo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hey Ven para que cantes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AVEC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estoy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HE HE HEY, ALLÉLUIA  GLOIRE À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Hehey aleluya ; gloria a Dios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ME SENS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
36-  DEPUIS QUE JE ME SUIS CONVERTI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Desde que me converti,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puedas decir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voy cada dia,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VIENS POUR QUE TU CHANTES AVEC TON AMI MIGUELITO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me confundas pero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ALLÉLUIA
</a:t>
            </a:r>
            <a:endParaRPr lang="fr-FR" dirty="0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HE HE HE 
2-  MON TÉMOIGNAGE AU TEMPS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testimonio a tiempo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Coy su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LA BIBLE SOUS LE BRAS MON BEAU-PÈRE ALLAIT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ahora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Yo jamas me apartaré,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J’AI CRIÉ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a tí clame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TU M’AS GUÉRI ET DE MES CHAGRINS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invito a buscar de Cristo Y así tu tambien ; cantes conmigo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ME SENS SI HEUREUX VIENS, CHANTE CE REFRAIN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le alabes conmigo,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J’AI CRIÉ VERS DIEU,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tu tambien cantes conmigo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hey Ven para que cantes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AVEC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estoy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HE HE HEY, ALLÉLUIA  GLOIRE À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Hehey aleluya ; gloria a Dios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ME SENS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
36-  DEPUIS QUE JE ME SUIS CONVERTI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Desde que me converti,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puedas decir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voy cada dia,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VIENS POUR QUE TU CHANTES AVEC TON AMI MIGUELITO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me confundas pero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ALLÉLUIA
</a:t>
            </a:r>
            <a:endParaRPr lang="fr-FR" dirty="0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HE HE HE 
2-  MON TÉMOIGNAGE AU TEMPS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testimonio a tiempo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Coy su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LA BIBLE SOUS LE BRAS MON BEAU-PÈRE ALLAIT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ahora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Yo jamas me apartaré,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J’AI CRIÉ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a tí clame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TU M’AS GUÉRI ET DE MES CHAGRINS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invito a buscar de Cristo Y así tu tambien ; cantes conmigo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ME SENS SI HEUREUX VIENS, CHANTE CE REFRAIN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le alabes conmigo,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J’AI CRIÉ VERS DIEU,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tu tambien cantes conmigo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hey Ven para que cantes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AVEC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estoy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HE HE HEY, ALLÉLUIA  GLOIRE À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Hehey aleluya ; gloria a Dios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ME SENS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
36-  DEPUIS QUE JE ME SUIS CONVERTI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Desde que me converti,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puedas decir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voy cada dia,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VIENS POUR QUE TU CHANTES AVEC TON AMI MIGUELITO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me confundas pero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ALLÉLUIA
</a:t>
            </a:r>
            <a:endParaRPr lang="fr-FR" dirty="0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HE HE HE 
2-  MON TÉMOIGNAGE AU TEMPS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testimonio a tiempo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Coy su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LA BIBLE SOUS LE BRAS MON BEAU-PÈRE ALLAIT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ahora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Yo jamas me apartaré,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J’AI CRIÉ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a tí clame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TU M’AS GUÉRI ET DE MES CHAGRINS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invito a buscar de Cristo Y así tu tambien ; cantes conmigo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ME SENS SI HEUREUX VIENS, CHANTE CE REFRAIN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le alabes conmigo,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J’AI CRIÉ VERS DIEU,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tu tambien cantes conmigo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hey Ven para que cantes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AVEC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estoy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HE HE HEY, ALLÉLUIA  GLOIRE À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Hehey aleluya ; gloria a Dios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ME SENS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
36-  DEPUIS QUE JE ME SUIS CONVERTI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Desde que me converti,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puedas decir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voy cada dia,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VIENS POUR QUE TU CHANTES AVEC TON AMI MIGUELITO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me confundas pero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ALLÉLUIA
</a:t>
            </a:r>
            <a:endParaRPr lang="fr-FR" dirty="0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HE HE HE 
2-  MON TÉMOIGNAGE AU TEMPS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testimonio a tiempo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Coy su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LA BIBLE SOUS LE BRAS MON BEAU-PÈRE ALLAIT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ahora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Yo jamas me apartaré,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J’AI CRIÉ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a tí clame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TU M’AS GUÉRI ET DE MES CHAGRINS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invito a buscar de Cristo Y así tu tambien ; cantes conmigo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ME SENS SI HEUREUX VIENS, CHANTE CE REFRAIN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le alabes conmigo,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J’AI CRIÉ VERS DIEU,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tu tambien cantes conmigo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hey Ven para que cantes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AVEC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estoy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HE HE HEY, ALLÉLUIA  GLOIRE À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Hehey aleluya ; gloria a Dios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ME SENS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
36-  DEPUIS QUE JE ME SUIS CONVERTI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Desde que me converti,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puedas decir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voy cada dia,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VIENS POUR QUE TU CHANTES AVEC TON AMI MIGUELITO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me confundas pero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ALLÉLUIA
</a:t>
            </a:r>
            <a:endParaRPr lang="fr-FR" dirty="0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HE HE HE 
2-  MON TÉMOIGNAGE AU TEMPS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testimonio a tiempo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Coy su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LA BIBLE SOUS LE BRAS MON BEAU-PÈRE ALLAIT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ahora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Yo jamas me apartaré,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J’AI CRIÉ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a tí clame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TU M’AS GUÉRI ET DE MES CHAGRINS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invito a buscar de Cristo Y así tu tambien ; cantes conmigo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ME SENS SI HEUREUX VIENS, CHANTE CE REFRAIN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le alabes conmigo,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J’AI CRIÉ VERS DIEU,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tu tambien cantes conmigo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hey Ven para que cantes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AVEC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estoy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HE HE HEY, ALLÉLUIA  GLOIRE À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Hehey aleluya ; gloria a Dios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ME SENS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
36-  DEPUIS QUE JE ME SUIS CONVERTI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Desde que me converti,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puedas decir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voy cada dia,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VIENS POUR QUE TU CHANTES AVEC TON AMI MIGUELITO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me confundas pero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ALLÉLUIA
</a:t>
            </a:r>
            <a:endParaRPr lang="fr-FR" dirty="0" smtClean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HE HE HE 
2-  MON TÉMOIGNAGE AU TEMPS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testimonio a tiempo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Coy su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LA BIBLE SOUS LE BRAS MON BEAU-PÈRE ALLAIT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ahora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Yo jamas me apartaré,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J’AI CRIÉ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a tí clame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TU M’AS GUÉRI ET DE MES CHAGRINS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invito a buscar de Cristo Y así tu tambien ; cantes conmigo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ME SENS SI HEUREUX VIENS, CHANTE CE REFRAIN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le alabes conmigo,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J’AI CRIÉ VERS DIEU,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tu tambien cantes conmigo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hey Ven para que cantes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AVEC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estoy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HE HE HEY, ALLÉLUIA  GLOIRE À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Hehey aleluya ; gloria a Dios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ME SENS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
36-  DEPUIS QUE JE ME SUIS CONVERTI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Desde que me converti,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puedas decir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voy cada dia,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VIENS POUR QUE TU CHANTES AVEC TON AMI MIGUELITO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me confundas pero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ALLÉLUIA
</a:t>
            </a:r>
            <a:endParaRPr lang="fr-FR" dirty="0" smtClean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HE HE HE 
2-  MON TÉMOIGNAGE AU TEMPS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testimonio a tiempo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Coy su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LA BIBLE SOUS LE BRAS MON BEAU-PÈRE ALLAIT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ahora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Yo jamas me apartaré,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J’AI CRIÉ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a tí clame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TU M’AS GUÉRI ET DE MES CHAGRINS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invito a buscar de Cristo Y así tu tambien ; cantes conmigo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ME SENS SI HEUREUX VIENS, CHANTE CE REFRAIN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le alabes conmigo,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J’AI CRIÉ VERS DIEU,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tu tambien cantes conmigo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hey Ven para que cantes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AVEC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estoy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HE HE HEY, ALLÉLUIA  GLOIRE À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Hehey aleluya ; gloria a Dios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ME SENS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
36-  DEPUIS QUE JE ME SUIS CONVERTI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Desde que me converti,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puedas decir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voy cada dia,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VIENS POUR QUE TU CHANTES AVEC TON AMI MIGUELITO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me confundas pero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ALLÉLUIA
</a:t>
            </a:r>
            <a:endParaRPr lang="fr-FR" dirty="0" smtClean="0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HE </a:t>
            </a: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HE</a:t>
            </a:r>
            <a:r>
              <a:rPr lang="fr-FR" dirty="0" smtClean="0"/>
              <a:t> 
2-  MON TÉMOIGNAGE AU TEMPS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Mi </a:t>
            </a:r>
            <a:r>
              <a:rPr lang="fr-FR" dirty="0" err="1" smtClean="0"/>
              <a:t>testimonio</a:t>
            </a:r>
            <a:r>
              <a:rPr lang="fr-FR" dirty="0" smtClean="0"/>
              <a:t> a </a:t>
            </a:r>
            <a:r>
              <a:rPr lang="fr-FR" dirty="0" err="1" smtClean="0"/>
              <a:t>tiempo</a:t>
            </a:r>
            <a:r>
              <a:rPr lang="fr-FR" dirty="0" smtClean="0"/>
              <a:t>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Coy</a:t>
            </a:r>
            <a:r>
              <a:rPr lang="fr-FR" dirty="0" smtClean="0"/>
              <a:t> su amigo </a:t>
            </a:r>
            <a:r>
              <a:rPr lang="fr-FR" dirty="0" err="1" smtClean="0"/>
              <a:t>miguelito</a:t>
            </a:r>
            <a:r>
              <a:rPr lang="fr-FR" dirty="0" smtClean="0"/>
              <a:t> no me </a:t>
            </a:r>
            <a:r>
              <a:rPr lang="fr-FR" dirty="0" err="1" smtClean="0"/>
              <a:t>confundas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Renovado</a:t>
            </a:r>
            <a:r>
              <a:rPr lang="fr-FR" dirty="0" smtClean="0"/>
              <a:t> en </a:t>
            </a:r>
            <a:r>
              <a:rPr lang="fr-FR" dirty="0" err="1" smtClean="0"/>
              <a:t>Cristo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AVEC LA BIBLE SOUS LE BRAS MON BEAU-PÈRE ALLAIT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Su </a:t>
            </a:r>
            <a:r>
              <a:rPr lang="fr-FR" dirty="0" err="1" smtClean="0"/>
              <a:t>biblia</a:t>
            </a:r>
            <a:r>
              <a:rPr lang="fr-FR" dirty="0" smtClean="0"/>
              <a:t> </a:t>
            </a:r>
            <a:r>
              <a:rPr lang="fr-FR" dirty="0" err="1" smtClean="0"/>
              <a:t>debajo</a:t>
            </a:r>
            <a:r>
              <a:rPr lang="fr-FR" dirty="0" smtClean="0"/>
              <a:t> el </a:t>
            </a:r>
            <a:r>
              <a:rPr lang="fr-FR" dirty="0" err="1" smtClean="0"/>
              <a:t>brazo</a:t>
            </a:r>
            <a:r>
              <a:rPr lang="fr-FR" dirty="0" smtClean="0"/>
              <a:t>, mi </a:t>
            </a:r>
            <a:r>
              <a:rPr lang="fr-FR" dirty="0" err="1" smtClean="0"/>
              <a:t>santo</a:t>
            </a:r>
            <a:r>
              <a:rPr lang="fr-FR" dirty="0" smtClean="0"/>
              <a:t> </a:t>
            </a:r>
            <a:r>
              <a:rPr lang="fr-FR" dirty="0" err="1" smtClean="0"/>
              <a:t>suegro</a:t>
            </a:r>
            <a:r>
              <a:rPr lang="fr-FR" dirty="0" smtClean="0"/>
              <a:t> </a:t>
            </a:r>
            <a:r>
              <a:rPr lang="fr-FR" dirty="0" err="1" smtClean="0"/>
              <a:t>salía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6-  À L’ÉGLISE CHAQUE SOIR ET IL RENTRAIT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À la </a:t>
            </a:r>
            <a:r>
              <a:rPr lang="fr-FR" dirty="0" err="1" smtClean="0"/>
              <a:t>iglesia</a:t>
            </a:r>
            <a:r>
              <a:rPr lang="fr-FR" dirty="0" smtClean="0"/>
              <a:t> </a:t>
            </a:r>
            <a:r>
              <a:rPr lang="fr-FR" dirty="0" err="1" smtClean="0"/>
              <a:t>cada</a:t>
            </a:r>
            <a:r>
              <a:rPr lang="fr-FR" dirty="0" smtClean="0"/>
              <a:t> </a:t>
            </a:r>
            <a:r>
              <a:rPr lang="fr-FR" dirty="0" err="1" smtClean="0"/>
              <a:t>noche</a:t>
            </a:r>
            <a:r>
              <a:rPr lang="fr-FR" dirty="0" smtClean="0"/>
              <a:t> y </a:t>
            </a:r>
            <a:r>
              <a:rPr lang="fr-FR" dirty="0" err="1" smtClean="0"/>
              <a:t>muy</a:t>
            </a:r>
            <a:r>
              <a:rPr lang="fr-FR" dirty="0" smtClean="0"/>
              <a:t> </a:t>
            </a:r>
            <a:r>
              <a:rPr lang="fr-FR" dirty="0" err="1" smtClean="0"/>
              <a:t>contento</a:t>
            </a:r>
            <a:r>
              <a:rPr lang="fr-FR" dirty="0" smtClean="0"/>
              <a:t> </a:t>
            </a:r>
            <a:r>
              <a:rPr lang="fr-FR" dirty="0" err="1" smtClean="0"/>
              <a:t>volvia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7-  CHAQUE JOUR AVEC PLUS DE JOIE MAIS JE NE COMPRENAIS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Cada</a:t>
            </a:r>
            <a:r>
              <a:rPr lang="fr-FR" dirty="0" smtClean="0"/>
              <a:t> </a:t>
            </a:r>
            <a:r>
              <a:rPr lang="fr-FR" dirty="0" err="1" smtClean="0"/>
              <a:t>día</a:t>
            </a:r>
            <a:r>
              <a:rPr lang="fr-FR" dirty="0" smtClean="0"/>
              <a:t> con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gozo</a:t>
            </a:r>
            <a:r>
              <a:rPr lang="fr-FR" dirty="0" smtClean="0"/>
              <a:t> </a:t>
            </a:r>
            <a:r>
              <a:rPr lang="fr-FR" dirty="0" err="1" smtClean="0"/>
              <a:t>pero</a:t>
            </a:r>
            <a:r>
              <a:rPr lang="fr-FR" dirty="0" smtClean="0"/>
              <a:t> </a:t>
            </a:r>
            <a:r>
              <a:rPr lang="fr-FR" dirty="0" err="1" smtClean="0"/>
              <a:t>yo</a:t>
            </a:r>
            <a:r>
              <a:rPr lang="fr-FR" dirty="0" smtClean="0"/>
              <a:t> no </a:t>
            </a:r>
            <a:r>
              <a:rPr lang="fr-FR" dirty="0" err="1" smtClean="0"/>
              <a:t>comprendia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8-  COMMENT DANS L’ÉGLISE QUELQU’UN POUVAIT SE RÉJOUIR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Como</a:t>
            </a:r>
            <a:r>
              <a:rPr lang="fr-FR" dirty="0" smtClean="0"/>
              <a:t> </a:t>
            </a:r>
            <a:r>
              <a:rPr lang="fr-FR" dirty="0" err="1" smtClean="0"/>
              <a:t>metido</a:t>
            </a:r>
            <a:r>
              <a:rPr lang="fr-FR" dirty="0" smtClean="0"/>
              <a:t> en la </a:t>
            </a:r>
            <a:r>
              <a:rPr lang="fr-FR" dirty="0" err="1" smtClean="0"/>
              <a:t>iglesia</a:t>
            </a:r>
            <a:r>
              <a:rPr lang="fr-FR" dirty="0" smtClean="0"/>
              <a:t> </a:t>
            </a:r>
            <a:r>
              <a:rPr lang="fr-FR" dirty="0" err="1" smtClean="0"/>
              <a:t>ninguno</a:t>
            </a:r>
            <a:r>
              <a:rPr lang="fr-FR" dirty="0" smtClean="0"/>
              <a:t> </a:t>
            </a:r>
            <a:r>
              <a:rPr lang="fr-FR" dirty="0" err="1" smtClean="0"/>
              <a:t>gozar</a:t>
            </a:r>
            <a:r>
              <a:rPr lang="fr-FR" dirty="0" smtClean="0"/>
              <a:t> podia</a:t>
            </a:r>
            <a:br>
              <a:rPr lang="fr-FR" dirty="0" smtClean="0"/>
            </a:br>
            <a:r>
              <a:rPr lang="fr-FR" dirty="0" smtClean="0"/>
              <a:t>9-  IL ME DISAIT NOUS NOUS RÉJOUISSONS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Me </a:t>
            </a:r>
            <a:r>
              <a:rPr lang="fr-FR" dirty="0" err="1" smtClean="0"/>
              <a:t>decía</a:t>
            </a:r>
            <a:r>
              <a:rPr lang="fr-FR" dirty="0" smtClean="0"/>
              <a:t> nos </a:t>
            </a:r>
            <a:r>
              <a:rPr lang="fr-FR" dirty="0" err="1" smtClean="0"/>
              <a:t>gozamos</a:t>
            </a:r>
            <a:r>
              <a:rPr lang="fr-FR" dirty="0" smtClean="0"/>
              <a:t> </a:t>
            </a:r>
            <a:br>
              <a:rPr lang="fr-FR" dirty="0" smtClean="0"/>
            </a:br>
            <a:r>
              <a:rPr lang="fr-FR" dirty="0" smtClean="0"/>
              <a:t>10-  JE T’INVITE MON FILS JE L’AI ACCOMPAGNÉ À L’ÉGLISE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hijo</a:t>
            </a:r>
            <a:r>
              <a:rPr lang="fr-FR" dirty="0" smtClean="0"/>
              <a:t> </a:t>
            </a:r>
            <a:r>
              <a:rPr lang="fr-FR" dirty="0" err="1" smtClean="0"/>
              <a:t>mío</a:t>
            </a:r>
            <a:r>
              <a:rPr lang="fr-FR" dirty="0" smtClean="0"/>
              <a:t> </a:t>
            </a:r>
            <a:r>
              <a:rPr lang="fr-FR" dirty="0" err="1" smtClean="0"/>
              <a:t>yo</a:t>
            </a:r>
            <a:r>
              <a:rPr lang="fr-FR" dirty="0" smtClean="0"/>
              <a:t> te </a:t>
            </a:r>
            <a:r>
              <a:rPr lang="fr-FR" dirty="0" err="1" smtClean="0"/>
              <a:t>invito</a:t>
            </a:r>
            <a:r>
              <a:rPr lang="fr-FR" dirty="0" smtClean="0"/>
              <a:t> Y </a:t>
            </a:r>
            <a:r>
              <a:rPr lang="fr-FR" dirty="0" err="1" smtClean="0"/>
              <a:t>lo</a:t>
            </a:r>
            <a:r>
              <a:rPr lang="fr-FR" dirty="0" smtClean="0"/>
              <a:t> </a:t>
            </a:r>
            <a:r>
              <a:rPr lang="fr-FR" dirty="0" err="1" smtClean="0"/>
              <a:t>acompañe</a:t>
            </a:r>
            <a:r>
              <a:rPr lang="fr-FR" dirty="0" smtClean="0"/>
              <a:t> a la </a:t>
            </a:r>
            <a:r>
              <a:rPr lang="fr-FR" dirty="0" err="1" smtClean="0"/>
              <a:t>iglesia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11-  ET LÀ-BAS CHRIST ÉTAIT PRÊCHÉ TA PAROLE M’A TOUCHÉ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iglesia</a:t>
            </a:r>
            <a:r>
              <a:rPr lang="fr-FR" dirty="0" smtClean="0"/>
              <a:t> y </a:t>
            </a:r>
            <a:r>
              <a:rPr lang="fr-FR" dirty="0" err="1" smtClean="0"/>
              <a:t>allí</a:t>
            </a:r>
            <a:r>
              <a:rPr lang="fr-FR" dirty="0" smtClean="0"/>
              <a:t> se </a:t>
            </a:r>
            <a:r>
              <a:rPr lang="fr-FR" dirty="0" err="1" smtClean="0"/>
              <a:t>predicaba</a:t>
            </a:r>
            <a:r>
              <a:rPr lang="fr-FR" dirty="0" smtClean="0"/>
              <a:t> a </a:t>
            </a:r>
            <a:r>
              <a:rPr lang="fr-FR" dirty="0" err="1" smtClean="0"/>
              <a:t>Cristo</a:t>
            </a:r>
            <a:r>
              <a:rPr lang="fr-FR" dirty="0" smtClean="0"/>
              <a:t> Tu palabra me </a:t>
            </a:r>
            <a:r>
              <a:rPr lang="fr-FR" dirty="0" err="1" smtClean="0"/>
              <a:t>toco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12-  ET MAINTENANT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</a:t>
            </a:r>
            <a:r>
              <a:rPr lang="fr-FR" dirty="0" err="1" smtClean="0"/>
              <a:t>ahora</a:t>
            </a:r>
            <a:r>
              <a:rPr lang="fr-FR" dirty="0" smtClean="0"/>
              <a:t> que </a:t>
            </a:r>
            <a:r>
              <a:rPr lang="fr-FR" dirty="0" err="1" smtClean="0"/>
              <a:t>feliz</a:t>
            </a:r>
            <a:r>
              <a:rPr lang="fr-FR" dirty="0" smtClean="0"/>
              <a:t> me </a:t>
            </a:r>
            <a:r>
              <a:rPr lang="fr-FR" dirty="0" err="1" smtClean="0"/>
              <a:t>siento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13-  CHRIST A ENLEVÉ DE MA VIE TOUTE TRISTESSE ET TOUS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Cristo</a:t>
            </a:r>
            <a:r>
              <a:rPr lang="fr-FR" dirty="0" smtClean="0"/>
              <a:t> </a:t>
            </a:r>
            <a:r>
              <a:rPr lang="fr-FR" dirty="0" err="1" smtClean="0"/>
              <a:t>saco</a:t>
            </a:r>
            <a:r>
              <a:rPr lang="fr-FR" dirty="0" smtClean="0"/>
              <a:t> de mi vida, </a:t>
            </a:r>
            <a:r>
              <a:rPr lang="fr-FR" dirty="0" err="1" smtClean="0"/>
              <a:t>toda</a:t>
            </a:r>
            <a:r>
              <a:rPr lang="fr-FR" dirty="0" smtClean="0"/>
              <a:t> mi </a:t>
            </a:r>
            <a:r>
              <a:rPr lang="fr-FR" dirty="0" err="1" smtClean="0"/>
              <a:t>tristeza</a:t>
            </a:r>
            <a:r>
              <a:rPr lang="fr-FR" dirty="0" smtClean="0"/>
              <a:t> y </a:t>
            </a:r>
            <a:r>
              <a:rPr lang="fr-FR" dirty="0" err="1" smtClean="0"/>
              <a:t>llanto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14-  CAR MON DIEU A CHANGÉ TOUT MON CHAGRIN EN DANSE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Porque mi </a:t>
            </a:r>
            <a:r>
              <a:rPr lang="fr-FR" dirty="0" err="1" smtClean="0"/>
              <a:t>Dios</a:t>
            </a:r>
            <a:r>
              <a:rPr lang="fr-FR" dirty="0" smtClean="0"/>
              <a:t> ha </a:t>
            </a:r>
            <a:r>
              <a:rPr lang="fr-FR" dirty="0" err="1" smtClean="0"/>
              <a:t>cambiado</a:t>
            </a:r>
            <a:r>
              <a:rPr lang="fr-FR" dirty="0" smtClean="0"/>
              <a:t> </a:t>
            </a:r>
            <a:r>
              <a:rPr lang="fr-FR" dirty="0" err="1" smtClean="0"/>
              <a:t>Todo</a:t>
            </a:r>
            <a:r>
              <a:rPr lang="fr-FR" dirty="0" smtClean="0"/>
              <a:t> mi lamento en baile</a:t>
            </a:r>
            <a:br>
              <a:rPr lang="fr-FR" dirty="0" smtClean="0"/>
            </a:br>
            <a:r>
              <a:rPr lang="fr-FR" dirty="0" smtClean="0"/>
              <a:t>15-  JE SUIS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Que </a:t>
            </a:r>
            <a:r>
              <a:rPr lang="fr-FR" dirty="0" err="1" smtClean="0"/>
              <a:t>contento</a:t>
            </a:r>
            <a:r>
              <a:rPr lang="fr-FR" dirty="0" smtClean="0"/>
              <a:t> </a:t>
            </a:r>
            <a:r>
              <a:rPr lang="fr-FR" dirty="0" err="1" smtClean="0"/>
              <a:t>estoy</a:t>
            </a:r>
            <a:r>
              <a:rPr lang="fr-FR" dirty="0" smtClean="0"/>
              <a:t> </a:t>
            </a:r>
            <a:r>
              <a:rPr lang="fr-FR" dirty="0" err="1" smtClean="0"/>
              <a:t>Desde</a:t>
            </a:r>
            <a:r>
              <a:rPr lang="fr-FR" dirty="0" smtClean="0"/>
              <a:t> que me converti</a:t>
            </a:r>
            <a:br>
              <a:rPr lang="fr-FR" dirty="0" smtClean="0"/>
            </a:br>
            <a:r>
              <a:rPr lang="fr-FR" dirty="0" smtClean="0"/>
              <a:t>16-  JE SUIS SI HEUREUX J’ACHÈTE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que </a:t>
            </a:r>
            <a:r>
              <a:rPr lang="fr-FR" dirty="0" err="1" smtClean="0"/>
              <a:t>feliz</a:t>
            </a:r>
            <a:r>
              <a:rPr lang="fr-FR" dirty="0" smtClean="0"/>
              <a:t> me </a:t>
            </a:r>
            <a:r>
              <a:rPr lang="fr-FR" dirty="0" err="1" smtClean="0"/>
              <a:t>siento</a:t>
            </a:r>
            <a:r>
              <a:rPr lang="fr-FR" dirty="0" smtClean="0"/>
              <a:t> Mi </a:t>
            </a:r>
            <a:r>
              <a:rPr lang="fr-FR" dirty="0" err="1" smtClean="0"/>
              <a:t>biblia</a:t>
            </a:r>
            <a:r>
              <a:rPr lang="fr-FR" dirty="0" smtClean="0"/>
              <a:t> </a:t>
            </a:r>
            <a:r>
              <a:rPr lang="fr-FR" dirty="0" err="1" smtClean="0"/>
              <a:t>compre</a:t>
            </a:r>
            <a:r>
              <a:rPr lang="fr-FR" dirty="0" smtClean="0"/>
              <a:t>,</a:t>
            </a:r>
            <a:br>
              <a:rPr lang="fr-FR" dirty="0" smtClean="0"/>
            </a:br>
            <a:r>
              <a:rPr lang="fr-FR" dirty="0" smtClean="0"/>
              <a:t>17-  JE SUIS SI HEUREUX ET DE CE LIVRE DE LA LOI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que </a:t>
            </a:r>
            <a:r>
              <a:rPr lang="fr-FR" dirty="0" err="1" smtClean="0"/>
              <a:t>feliz</a:t>
            </a:r>
            <a:r>
              <a:rPr lang="fr-FR" dirty="0" smtClean="0"/>
              <a:t> me </a:t>
            </a:r>
            <a:r>
              <a:rPr lang="fr-FR" dirty="0" err="1" smtClean="0"/>
              <a:t>siento</a:t>
            </a:r>
            <a:r>
              <a:rPr lang="fr-FR" dirty="0" smtClean="0"/>
              <a:t> Y de </a:t>
            </a:r>
            <a:r>
              <a:rPr lang="fr-FR" dirty="0" err="1" smtClean="0"/>
              <a:t>ese</a:t>
            </a:r>
            <a:r>
              <a:rPr lang="fr-FR" dirty="0" smtClean="0"/>
              <a:t> libro de la </a:t>
            </a:r>
            <a:r>
              <a:rPr lang="fr-FR" dirty="0" err="1" smtClean="0"/>
              <a:t>ley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18-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que </a:t>
            </a:r>
            <a:r>
              <a:rPr lang="fr-FR" dirty="0" err="1" smtClean="0"/>
              <a:t>feliz</a:t>
            </a:r>
            <a:r>
              <a:rPr lang="fr-FR" dirty="0" smtClean="0"/>
              <a:t> me </a:t>
            </a:r>
            <a:r>
              <a:rPr lang="fr-FR" dirty="0" err="1" smtClean="0"/>
              <a:t>siento</a:t>
            </a:r>
            <a:r>
              <a:rPr lang="fr-FR" dirty="0" smtClean="0"/>
              <a:t> </a:t>
            </a:r>
            <a:r>
              <a:rPr lang="fr-FR" dirty="0" err="1" smtClean="0"/>
              <a:t>Yo</a:t>
            </a:r>
            <a:r>
              <a:rPr lang="fr-FR" dirty="0" smtClean="0"/>
              <a:t> </a:t>
            </a:r>
            <a:r>
              <a:rPr lang="fr-FR" dirty="0" err="1" smtClean="0"/>
              <a:t>jamas</a:t>
            </a:r>
            <a:r>
              <a:rPr lang="fr-FR" dirty="0" smtClean="0"/>
              <a:t> me </a:t>
            </a:r>
            <a:r>
              <a:rPr lang="fr-FR" dirty="0" err="1" smtClean="0"/>
              <a:t>apartaré</a:t>
            </a:r>
            <a:r>
              <a:rPr lang="fr-FR" dirty="0" smtClean="0"/>
              <a:t>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19-  JE SUIS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que </a:t>
            </a:r>
            <a:r>
              <a:rPr lang="fr-FR" dirty="0" err="1" smtClean="0"/>
              <a:t>feliz</a:t>
            </a:r>
            <a:r>
              <a:rPr lang="fr-FR" dirty="0" smtClean="0"/>
              <a:t> me </a:t>
            </a:r>
            <a:r>
              <a:rPr lang="fr-FR" dirty="0" err="1" smtClean="0"/>
              <a:t>siento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20-  J’AI CRIÉ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Porque a </a:t>
            </a:r>
            <a:r>
              <a:rPr lang="fr-FR" dirty="0" err="1" smtClean="0"/>
              <a:t>tí</a:t>
            </a:r>
            <a:r>
              <a:rPr lang="fr-FR" dirty="0" smtClean="0"/>
              <a:t> clame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ET TU M’AS GUÉRI ET DE MES CHAGRINS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me </a:t>
            </a:r>
            <a:r>
              <a:rPr lang="fr-FR" dirty="0" err="1" smtClean="0"/>
              <a:t>sanaste</a:t>
            </a:r>
            <a:r>
              <a:rPr lang="fr-FR" dirty="0" smtClean="0"/>
              <a:t> Y de mi </a:t>
            </a:r>
            <a:r>
              <a:rPr lang="fr-FR" dirty="0" err="1" smtClean="0"/>
              <a:t>tristeza</a:t>
            </a:r>
            <a:r>
              <a:rPr lang="fr-FR" dirty="0" smtClean="0"/>
              <a:t> </a:t>
            </a:r>
            <a:br>
              <a:rPr lang="fr-FR" dirty="0" smtClean="0"/>
            </a:br>
            <a:r>
              <a:rPr lang="fr-FR" dirty="0" smtClean="0"/>
              <a:t>22-  TU M’AS LIBÉRÉ S’IL L’A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me </a:t>
            </a:r>
            <a:r>
              <a:rPr lang="fr-FR" dirty="0" err="1" smtClean="0"/>
              <a:t>liberaste</a:t>
            </a:r>
            <a:r>
              <a:rPr lang="fr-FR" dirty="0" smtClean="0"/>
              <a:t> Y si </a:t>
            </a:r>
            <a:r>
              <a:rPr lang="fr-FR" dirty="0" err="1" smtClean="0"/>
              <a:t>por</a:t>
            </a:r>
            <a:r>
              <a:rPr lang="fr-FR" dirty="0" smtClean="0"/>
              <a:t> mi </a:t>
            </a:r>
            <a:r>
              <a:rPr lang="fr-FR" dirty="0" err="1" smtClean="0"/>
              <a:t>lo</a:t>
            </a:r>
            <a:r>
              <a:rPr lang="fr-FR" dirty="0" smtClean="0"/>
              <a:t> </a:t>
            </a:r>
            <a:r>
              <a:rPr lang="fr-FR" dirty="0" err="1" smtClean="0"/>
              <a:t>hizo</a:t>
            </a:r>
            <a:r>
              <a:rPr lang="fr-FR" dirty="0" smtClean="0"/>
              <a:t>,</a:t>
            </a:r>
            <a:br>
              <a:rPr lang="fr-FR" dirty="0" smtClean="0"/>
            </a:br>
            <a:r>
              <a:rPr lang="fr-FR" dirty="0" smtClean="0"/>
              <a:t>23-  IL PEUT LE FAIRE POUR TOI C’EST POUR CELA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por</a:t>
            </a:r>
            <a:r>
              <a:rPr lang="fr-FR" dirty="0" smtClean="0"/>
              <a:t> ti </a:t>
            </a:r>
            <a:r>
              <a:rPr lang="fr-FR" dirty="0" err="1" smtClean="0"/>
              <a:t>tambien</a:t>
            </a:r>
            <a:r>
              <a:rPr lang="fr-FR" dirty="0" smtClean="0"/>
              <a:t> </a:t>
            </a:r>
            <a:r>
              <a:rPr lang="fr-FR" dirty="0" err="1" smtClean="0"/>
              <a:t>lo</a:t>
            </a:r>
            <a:r>
              <a:rPr lang="fr-FR" dirty="0" smtClean="0"/>
              <a:t> </a:t>
            </a:r>
            <a:r>
              <a:rPr lang="fr-FR" dirty="0" err="1" smtClean="0"/>
              <a:t>hace</a:t>
            </a:r>
            <a:r>
              <a:rPr lang="fr-FR" dirty="0" smtClean="0"/>
              <a:t> </a:t>
            </a:r>
            <a:r>
              <a:rPr lang="fr-FR" dirty="0" err="1" smtClean="0"/>
              <a:t>Por</a:t>
            </a:r>
            <a:r>
              <a:rPr lang="fr-FR" dirty="0" smtClean="0"/>
              <a:t> </a:t>
            </a:r>
            <a:r>
              <a:rPr lang="fr-FR" dirty="0" err="1" smtClean="0"/>
              <a:t>eso</a:t>
            </a:r>
            <a:r>
              <a:rPr lang="fr-FR" dirty="0" smtClean="0"/>
              <a:t> </a:t>
            </a:r>
            <a:br>
              <a:rPr lang="fr-FR" dirty="0" smtClean="0"/>
            </a:br>
            <a:r>
              <a:rPr lang="fr-FR" dirty="0" smtClean="0"/>
              <a:t>24-  QUE JE T’INVITE À CHERCHER CHRIST ET SI TOI AUSSI TU CHANTES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te </a:t>
            </a:r>
            <a:r>
              <a:rPr lang="fr-FR" dirty="0" err="1" smtClean="0"/>
              <a:t>invito</a:t>
            </a:r>
            <a:r>
              <a:rPr lang="fr-FR" dirty="0" smtClean="0"/>
              <a:t> a </a:t>
            </a:r>
            <a:r>
              <a:rPr lang="fr-FR" dirty="0" err="1" smtClean="0"/>
              <a:t>buscar</a:t>
            </a:r>
            <a:r>
              <a:rPr lang="fr-FR" dirty="0" smtClean="0"/>
              <a:t> de </a:t>
            </a:r>
            <a:r>
              <a:rPr lang="fr-FR" dirty="0" err="1" smtClean="0"/>
              <a:t>Cristo</a:t>
            </a:r>
            <a:r>
              <a:rPr lang="fr-FR" dirty="0" smtClean="0"/>
              <a:t> Y </a:t>
            </a:r>
            <a:r>
              <a:rPr lang="fr-FR" dirty="0" err="1" smtClean="0"/>
              <a:t>así</a:t>
            </a:r>
            <a:r>
              <a:rPr lang="fr-FR" dirty="0" smtClean="0"/>
              <a:t> tu </a:t>
            </a:r>
            <a:r>
              <a:rPr lang="fr-FR" dirty="0" err="1" smtClean="0"/>
              <a:t>tambien</a:t>
            </a:r>
            <a:r>
              <a:rPr lang="fr-FR" dirty="0" smtClean="0"/>
              <a:t> ; </a:t>
            </a:r>
            <a:r>
              <a:rPr lang="fr-FR" dirty="0" err="1" smtClean="0"/>
              <a:t>cantes</a:t>
            </a:r>
            <a:r>
              <a:rPr lang="fr-FR" dirty="0" smtClean="0"/>
              <a:t> </a:t>
            </a:r>
            <a:r>
              <a:rPr lang="fr-FR" dirty="0" err="1" smtClean="0"/>
              <a:t>conmigo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25-  JE ME SENS SI HEUREUX VIENS, CHANTE CE REFRAIN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Que </a:t>
            </a:r>
            <a:r>
              <a:rPr lang="fr-FR" dirty="0" err="1" smtClean="0"/>
              <a:t>feliz</a:t>
            </a:r>
            <a:r>
              <a:rPr lang="fr-FR" dirty="0" smtClean="0"/>
              <a:t> me </a:t>
            </a:r>
            <a:r>
              <a:rPr lang="fr-FR" dirty="0" err="1" smtClean="0"/>
              <a:t>siento</a:t>
            </a:r>
            <a:r>
              <a:rPr lang="fr-FR" dirty="0" smtClean="0"/>
              <a:t> </a:t>
            </a:r>
            <a:r>
              <a:rPr lang="fr-FR" dirty="0" err="1" smtClean="0"/>
              <a:t>Ven</a:t>
            </a:r>
            <a:r>
              <a:rPr lang="fr-FR" dirty="0" smtClean="0"/>
              <a:t> </a:t>
            </a:r>
            <a:r>
              <a:rPr lang="fr-FR" dirty="0" err="1" smtClean="0"/>
              <a:t>canta</a:t>
            </a:r>
            <a:r>
              <a:rPr lang="fr-FR" dirty="0" smtClean="0"/>
              <a:t> este </a:t>
            </a:r>
            <a:r>
              <a:rPr lang="fr-FR" dirty="0" err="1" smtClean="0"/>
              <a:t>coro</a:t>
            </a:r>
            <a:r>
              <a:rPr lang="fr-FR" dirty="0" smtClean="0"/>
              <a:t> </a:t>
            </a:r>
            <a:r>
              <a:rPr lang="fr-FR" dirty="0" err="1" smtClean="0"/>
              <a:t>conmigo</a:t>
            </a:r>
            <a:r>
              <a:rPr lang="fr-FR" dirty="0" smtClean="0"/>
              <a:t> </a:t>
            </a:r>
            <a:br>
              <a:rPr lang="fr-FR" dirty="0" smtClean="0"/>
            </a:br>
            <a:r>
              <a:rPr lang="fr-FR" dirty="0" smtClean="0"/>
              <a:t>26-  JE SUIS SI HEUREUX LÈVE TES MAINS,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que </a:t>
            </a:r>
            <a:r>
              <a:rPr lang="fr-FR" dirty="0" err="1" smtClean="0"/>
              <a:t>feliz</a:t>
            </a:r>
            <a:r>
              <a:rPr lang="fr-FR" dirty="0" smtClean="0"/>
              <a:t> me </a:t>
            </a:r>
            <a:r>
              <a:rPr lang="fr-FR" dirty="0" err="1" smtClean="0"/>
              <a:t>siento</a:t>
            </a:r>
            <a:r>
              <a:rPr lang="fr-FR" dirty="0" smtClean="0"/>
              <a:t> </a:t>
            </a:r>
            <a:r>
              <a:rPr lang="fr-FR" dirty="0" err="1" smtClean="0"/>
              <a:t>Levanta</a:t>
            </a:r>
            <a:r>
              <a:rPr lang="fr-FR" dirty="0" smtClean="0"/>
              <a:t> tus </a:t>
            </a:r>
            <a:r>
              <a:rPr lang="fr-FR" dirty="0" err="1" smtClean="0"/>
              <a:t>manos</a:t>
            </a:r>
            <a:r>
              <a:rPr lang="fr-FR" dirty="0" smtClean="0"/>
              <a:t>, que </a:t>
            </a:r>
            <a:r>
              <a:rPr lang="fr-FR" dirty="0" err="1" smtClean="0"/>
              <a:t>feliz</a:t>
            </a:r>
            <a:r>
              <a:rPr lang="fr-FR" dirty="0" smtClean="0"/>
              <a:t> me </a:t>
            </a:r>
            <a:r>
              <a:rPr lang="fr-FR" dirty="0" err="1" smtClean="0"/>
              <a:t>siento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27-  POUR QUE TU LOUES AVEC MOI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Para que le </a:t>
            </a:r>
            <a:r>
              <a:rPr lang="fr-FR" dirty="0" err="1" smtClean="0"/>
              <a:t>alabes</a:t>
            </a:r>
            <a:r>
              <a:rPr lang="fr-FR" dirty="0" smtClean="0"/>
              <a:t> </a:t>
            </a:r>
            <a:r>
              <a:rPr lang="fr-FR" dirty="0" err="1" smtClean="0"/>
              <a:t>conmigo</a:t>
            </a:r>
            <a:r>
              <a:rPr lang="fr-FR" dirty="0" smtClean="0"/>
              <a:t>, que </a:t>
            </a:r>
            <a:r>
              <a:rPr lang="fr-FR" dirty="0" err="1" smtClean="0"/>
              <a:t>feliz</a:t>
            </a:r>
            <a:r>
              <a:rPr lang="fr-FR" dirty="0" smtClean="0"/>
              <a:t> me </a:t>
            </a:r>
            <a:r>
              <a:rPr lang="fr-FR" dirty="0" err="1" smtClean="0"/>
              <a:t>siento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28-  J’AI CRIÉ VERS DIEU,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 mi </a:t>
            </a:r>
            <a:r>
              <a:rPr lang="fr-FR" dirty="0" err="1" smtClean="0"/>
              <a:t>Dios</a:t>
            </a:r>
            <a:r>
              <a:rPr lang="fr-FR" dirty="0" smtClean="0"/>
              <a:t> clame y me </a:t>
            </a:r>
            <a:r>
              <a:rPr lang="fr-FR" dirty="0" err="1" smtClean="0"/>
              <a:t>sanaste</a:t>
            </a:r>
            <a:r>
              <a:rPr lang="fr-FR" dirty="0" smtClean="0"/>
              <a:t> Y de mi </a:t>
            </a:r>
            <a:r>
              <a:rPr lang="fr-FR" dirty="0" err="1" smtClean="0"/>
              <a:t>tristeza</a:t>
            </a:r>
            <a:r>
              <a:rPr lang="fr-FR" dirty="0" smtClean="0"/>
              <a:t> tu me </a:t>
            </a:r>
            <a:r>
              <a:rPr lang="fr-FR" dirty="0" err="1" smtClean="0"/>
              <a:t>liberaste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29-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Por</a:t>
            </a:r>
            <a:r>
              <a:rPr lang="fr-FR" dirty="0" smtClean="0"/>
              <a:t> </a:t>
            </a:r>
            <a:r>
              <a:rPr lang="fr-FR" dirty="0" err="1" smtClean="0"/>
              <a:t>eso</a:t>
            </a:r>
            <a:r>
              <a:rPr lang="fr-FR" dirty="0" smtClean="0"/>
              <a:t> te </a:t>
            </a:r>
            <a:r>
              <a:rPr lang="fr-FR" dirty="0" err="1" smtClean="0"/>
              <a:t>invito</a:t>
            </a:r>
            <a:r>
              <a:rPr lang="fr-FR" dirty="0" smtClean="0"/>
              <a:t> a </a:t>
            </a:r>
            <a:r>
              <a:rPr lang="fr-FR" dirty="0" err="1" smtClean="0"/>
              <a:t>buscar</a:t>
            </a:r>
            <a:r>
              <a:rPr lang="fr-FR" dirty="0" smtClean="0"/>
              <a:t> de </a:t>
            </a:r>
            <a:r>
              <a:rPr lang="fr-FR" dirty="0" err="1" smtClean="0"/>
              <a:t>Cristo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30-  POUR QUE TU CHANTES AVEC MOI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Para que tu </a:t>
            </a:r>
            <a:r>
              <a:rPr lang="fr-FR" dirty="0" err="1" smtClean="0"/>
              <a:t>tambien</a:t>
            </a:r>
            <a:r>
              <a:rPr lang="fr-FR" dirty="0" smtClean="0"/>
              <a:t> </a:t>
            </a:r>
            <a:r>
              <a:rPr lang="fr-FR" dirty="0" err="1" smtClean="0"/>
              <a:t>cantes</a:t>
            </a:r>
            <a:r>
              <a:rPr lang="fr-FR" dirty="0" smtClean="0"/>
              <a:t> </a:t>
            </a:r>
            <a:r>
              <a:rPr lang="fr-FR" dirty="0" err="1" smtClean="0"/>
              <a:t>conmigo</a:t>
            </a:r>
            <a:r>
              <a:rPr lang="fr-FR" dirty="0" smtClean="0"/>
              <a:t> Que </a:t>
            </a:r>
            <a:r>
              <a:rPr lang="fr-FR" dirty="0" err="1" smtClean="0"/>
              <a:t>feliz</a:t>
            </a:r>
            <a:r>
              <a:rPr lang="fr-FR" dirty="0" smtClean="0"/>
              <a:t> me </a:t>
            </a:r>
            <a:r>
              <a:rPr lang="fr-FR" dirty="0" err="1" smtClean="0"/>
              <a:t>siento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 </a:t>
            </a:r>
            <a:br>
              <a:rPr lang="fr-FR" dirty="0" smtClean="0"/>
            </a:br>
            <a:r>
              <a:rPr lang="fr-FR" dirty="0" smtClean="0"/>
              <a:t>31-  HE </a:t>
            </a:r>
            <a:r>
              <a:rPr lang="fr-FR" dirty="0" err="1" smtClean="0"/>
              <a:t>HE</a:t>
            </a:r>
            <a:r>
              <a:rPr lang="fr-FR" dirty="0" smtClean="0"/>
              <a:t> HEY VIENS POUR QUE TU CHANTES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He hey </a:t>
            </a:r>
            <a:r>
              <a:rPr lang="fr-FR" dirty="0" err="1" smtClean="0"/>
              <a:t>Ven</a:t>
            </a:r>
            <a:r>
              <a:rPr lang="fr-FR" dirty="0" smtClean="0"/>
              <a:t> para que </a:t>
            </a:r>
            <a:r>
              <a:rPr lang="fr-FR" dirty="0" err="1" smtClean="0"/>
              <a:t>cantes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32-  AVEC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con tu amigo </a:t>
            </a:r>
            <a:r>
              <a:rPr lang="fr-FR" dirty="0" err="1" smtClean="0"/>
              <a:t>Miguelito</a:t>
            </a:r>
            <a:r>
              <a:rPr lang="fr-FR" dirty="0" smtClean="0"/>
              <a:t> no me </a:t>
            </a:r>
            <a:r>
              <a:rPr lang="fr-FR" dirty="0" err="1" smtClean="0"/>
              <a:t>confundas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33-  CAR JE SUIS RÉNOVÉ EN CHRIST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porque </a:t>
            </a:r>
            <a:r>
              <a:rPr lang="fr-FR" dirty="0" err="1" smtClean="0"/>
              <a:t>estoy</a:t>
            </a:r>
            <a:r>
              <a:rPr lang="fr-FR" dirty="0" smtClean="0"/>
              <a:t> </a:t>
            </a:r>
            <a:r>
              <a:rPr lang="fr-FR" dirty="0" err="1" smtClean="0"/>
              <a:t>renovado</a:t>
            </a:r>
            <a:r>
              <a:rPr lang="fr-FR" dirty="0" smtClean="0"/>
              <a:t> en </a:t>
            </a:r>
            <a:r>
              <a:rPr lang="fr-FR" dirty="0" err="1" smtClean="0"/>
              <a:t>Cristo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34-  HE </a:t>
            </a:r>
            <a:r>
              <a:rPr lang="fr-FR" dirty="0" err="1" smtClean="0"/>
              <a:t>HE</a:t>
            </a:r>
            <a:r>
              <a:rPr lang="fr-FR" dirty="0" smtClean="0"/>
              <a:t> HEY, ALLÉLUIA  GLOIRE À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Hehey</a:t>
            </a:r>
            <a:r>
              <a:rPr lang="fr-FR" dirty="0" smtClean="0"/>
              <a:t> </a:t>
            </a:r>
            <a:r>
              <a:rPr lang="fr-FR" dirty="0" err="1" smtClean="0"/>
              <a:t>aleluya</a:t>
            </a:r>
            <a:r>
              <a:rPr lang="fr-FR" dirty="0" smtClean="0"/>
              <a:t> ; gloria a </a:t>
            </a:r>
            <a:r>
              <a:rPr lang="fr-FR" dirty="0" err="1" smtClean="0"/>
              <a:t>Dios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35-  JE ME SENS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Que </a:t>
            </a:r>
            <a:r>
              <a:rPr lang="fr-FR" dirty="0" err="1" smtClean="0"/>
              <a:t>contento</a:t>
            </a:r>
            <a:r>
              <a:rPr lang="fr-FR" dirty="0" smtClean="0"/>
              <a:t> </a:t>
            </a:r>
            <a:r>
              <a:rPr lang="fr-FR" dirty="0" err="1" smtClean="0"/>
              <a:t>estoy</a:t>
            </a:r>
            <a:r>
              <a:rPr lang="fr-FR" dirty="0" smtClean="0"/>
              <a:t>
36-  DEPUIS QUE JE ME SUIS CONVERTI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Desde</a:t>
            </a:r>
            <a:r>
              <a:rPr lang="fr-FR" dirty="0" smtClean="0"/>
              <a:t> que me converti, que </a:t>
            </a:r>
            <a:r>
              <a:rPr lang="fr-FR" dirty="0" err="1" smtClean="0"/>
              <a:t>feliz</a:t>
            </a:r>
            <a:r>
              <a:rPr lang="fr-FR" dirty="0" smtClean="0"/>
              <a:t> me </a:t>
            </a:r>
            <a:r>
              <a:rPr lang="fr-FR" dirty="0" err="1" smtClean="0"/>
              <a:t>siento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37-  J’AI ACHETÉ MA BIBLE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Mi </a:t>
            </a:r>
            <a:r>
              <a:rPr lang="fr-FR" dirty="0" err="1" smtClean="0"/>
              <a:t>biblia</a:t>
            </a:r>
            <a:r>
              <a:rPr lang="fr-FR" dirty="0" smtClean="0"/>
              <a:t> </a:t>
            </a:r>
            <a:r>
              <a:rPr lang="fr-FR" dirty="0" err="1" smtClean="0"/>
              <a:t>compre</a:t>
            </a:r>
            <a:r>
              <a:rPr lang="fr-FR" dirty="0" smtClean="0"/>
              <a:t>, que </a:t>
            </a:r>
            <a:r>
              <a:rPr lang="fr-FR" dirty="0" err="1" smtClean="0"/>
              <a:t>feliz</a:t>
            </a:r>
            <a:r>
              <a:rPr lang="fr-FR" dirty="0" smtClean="0"/>
              <a:t> me </a:t>
            </a:r>
            <a:r>
              <a:rPr lang="fr-FR" dirty="0" err="1" smtClean="0"/>
              <a:t>siento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38-  ET DE CE LIVRE DE LA LOI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de </a:t>
            </a:r>
            <a:r>
              <a:rPr lang="fr-FR" dirty="0" err="1" smtClean="0"/>
              <a:t>ese</a:t>
            </a:r>
            <a:r>
              <a:rPr lang="fr-FR" dirty="0" smtClean="0"/>
              <a:t> libro de la </a:t>
            </a:r>
            <a:r>
              <a:rPr lang="fr-FR" dirty="0" err="1" smtClean="0"/>
              <a:t>ley</a:t>
            </a:r>
            <a:r>
              <a:rPr lang="fr-FR" dirty="0" smtClean="0"/>
              <a:t>, que </a:t>
            </a:r>
            <a:r>
              <a:rPr lang="fr-FR" dirty="0" err="1" smtClean="0"/>
              <a:t>feliz</a:t>
            </a:r>
            <a:r>
              <a:rPr lang="fr-FR" dirty="0" smtClean="0"/>
              <a:t> me </a:t>
            </a:r>
            <a:r>
              <a:rPr lang="fr-FR" dirty="0" err="1" smtClean="0"/>
              <a:t>siento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39-  JAMAIS JE NE LE QUITTERAI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</a:t>
            </a:r>
            <a:r>
              <a:rPr lang="fr-FR" dirty="0" smtClean="0"/>
              <a:t> </a:t>
            </a:r>
            <a:r>
              <a:rPr lang="fr-FR" dirty="0" err="1" smtClean="0"/>
              <a:t>jamas</a:t>
            </a:r>
            <a:r>
              <a:rPr lang="fr-FR" dirty="0" smtClean="0"/>
              <a:t> me </a:t>
            </a:r>
            <a:r>
              <a:rPr lang="fr-FR" dirty="0" err="1" smtClean="0"/>
              <a:t>apartare</a:t>
            </a:r>
            <a:r>
              <a:rPr lang="fr-FR" dirty="0" smtClean="0"/>
              <a:t>, que </a:t>
            </a:r>
            <a:r>
              <a:rPr lang="fr-FR" dirty="0" err="1" smtClean="0"/>
              <a:t>feliz</a:t>
            </a:r>
            <a:r>
              <a:rPr lang="fr-FR" dirty="0" smtClean="0"/>
              <a:t> me </a:t>
            </a:r>
            <a:r>
              <a:rPr lang="fr-FR" dirty="0" err="1" smtClean="0"/>
              <a:t>siento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40-  J’AI CRIÉ VERS TOI,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Por</a:t>
            </a:r>
            <a:r>
              <a:rPr lang="fr-FR" dirty="0" smtClean="0"/>
              <a:t> que a ti clame y tu me </a:t>
            </a:r>
            <a:r>
              <a:rPr lang="fr-FR" dirty="0" err="1" smtClean="0"/>
              <a:t>sanaste</a:t>
            </a:r>
            <a:r>
              <a:rPr lang="fr-FR" dirty="0" smtClean="0"/>
              <a:t> Y de mi </a:t>
            </a:r>
            <a:r>
              <a:rPr lang="fr-FR" dirty="0" err="1" smtClean="0"/>
              <a:t>tristeza</a:t>
            </a:r>
            <a:r>
              <a:rPr lang="fr-FR" dirty="0" smtClean="0"/>
              <a:t> tu me </a:t>
            </a:r>
            <a:r>
              <a:rPr lang="fr-FR" dirty="0" err="1" smtClean="0"/>
              <a:t>liberaste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41-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Por</a:t>
            </a:r>
            <a:r>
              <a:rPr lang="fr-FR" dirty="0" smtClean="0"/>
              <a:t> </a:t>
            </a:r>
            <a:r>
              <a:rPr lang="fr-FR" dirty="0" err="1" smtClean="0"/>
              <a:t>eso</a:t>
            </a:r>
            <a:r>
              <a:rPr lang="fr-FR" dirty="0" smtClean="0"/>
              <a:t> te </a:t>
            </a:r>
            <a:r>
              <a:rPr lang="fr-FR" dirty="0" err="1" smtClean="0"/>
              <a:t>invito</a:t>
            </a:r>
            <a:r>
              <a:rPr lang="fr-FR" dirty="0" smtClean="0"/>
              <a:t> a </a:t>
            </a:r>
            <a:r>
              <a:rPr lang="fr-FR" dirty="0" err="1" smtClean="0"/>
              <a:t>buscar</a:t>
            </a:r>
            <a:r>
              <a:rPr lang="fr-FR" dirty="0" smtClean="0"/>
              <a:t> de </a:t>
            </a:r>
            <a:r>
              <a:rPr lang="fr-FR" dirty="0" err="1" smtClean="0"/>
              <a:t>Cristo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42-  ET TU POURRAS DIRE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</a:t>
            </a:r>
            <a:r>
              <a:rPr lang="fr-FR" dirty="0" err="1" smtClean="0"/>
              <a:t>puedas</a:t>
            </a:r>
            <a:r>
              <a:rPr lang="fr-FR" dirty="0" smtClean="0"/>
              <a:t> </a:t>
            </a:r>
            <a:r>
              <a:rPr lang="fr-FR" dirty="0" err="1" smtClean="0"/>
              <a:t>decir</a:t>
            </a:r>
            <a:r>
              <a:rPr lang="fr-FR" dirty="0" smtClean="0"/>
              <a:t> que </a:t>
            </a:r>
            <a:r>
              <a:rPr lang="fr-FR" dirty="0" err="1" smtClean="0"/>
              <a:t>feliz</a:t>
            </a:r>
            <a:r>
              <a:rPr lang="fr-FR" dirty="0" smtClean="0"/>
              <a:t> me </a:t>
            </a:r>
            <a:r>
              <a:rPr lang="fr-FR" dirty="0" err="1" smtClean="0"/>
              <a:t>siento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43-  JE ME SENS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Que </a:t>
            </a:r>
            <a:r>
              <a:rPr lang="fr-FR" dirty="0" err="1" smtClean="0"/>
              <a:t>contento</a:t>
            </a:r>
            <a:r>
              <a:rPr lang="fr-FR" dirty="0" smtClean="0"/>
              <a:t> </a:t>
            </a:r>
            <a:r>
              <a:rPr lang="fr-FR" dirty="0" err="1" smtClean="0"/>
              <a:t>estoy</a:t>
            </a:r>
            <a:r>
              <a:rPr lang="fr-FR" dirty="0" smtClean="0"/>
              <a:t>, </a:t>
            </a:r>
            <a:r>
              <a:rPr lang="fr-FR" dirty="0" err="1" smtClean="0"/>
              <a:t>Desde</a:t>
            </a:r>
            <a:r>
              <a:rPr lang="fr-FR" dirty="0" smtClean="0"/>
              <a:t> que me converti</a:t>
            </a:r>
            <a:br>
              <a:rPr lang="fr-FR" dirty="0" smtClean="0"/>
            </a:br>
            <a:r>
              <a:rPr lang="fr-FR" dirty="0" smtClean="0"/>
              <a:t>44-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</a:t>
            </a:r>
            <a:r>
              <a:rPr lang="fr-FR" dirty="0" smtClean="0"/>
              <a:t> </a:t>
            </a:r>
            <a:r>
              <a:rPr lang="fr-FR" dirty="0" err="1" smtClean="0"/>
              <a:t>jamas</a:t>
            </a:r>
            <a:r>
              <a:rPr lang="fr-FR" dirty="0" smtClean="0"/>
              <a:t> me </a:t>
            </a:r>
            <a:r>
              <a:rPr lang="fr-FR" dirty="0" err="1" smtClean="0"/>
              <a:t>apartare</a:t>
            </a:r>
            <a:r>
              <a:rPr lang="fr-FR" dirty="0" smtClean="0"/>
              <a:t> ; Que </a:t>
            </a:r>
            <a:r>
              <a:rPr lang="fr-FR" dirty="0" err="1" smtClean="0"/>
              <a:t>feliz</a:t>
            </a:r>
            <a:r>
              <a:rPr lang="fr-FR" dirty="0" smtClean="0"/>
              <a:t> me </a:t>
            </a:r>
            <a:r>
              <a:rPr lang="fr-FR" dirty="0" err="1" smtClean="0"/>
              <a:t>siento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45-  JE SUIS SI HEUREUX AUSSI COMME MON BEAU-PÈRE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Igual</a:t>
            </a:r>
            <a:r>
              <a:rPr lang="fr-FR" dirty="0" smtClean="0"/>
              <a:t> que mi </a:t>
            </a:r>
            <a:r>
              <a:rPr lang="fr-FR" dirty="0" err="1" smtClean="0"/>
              <a:t>suegro</a:t>
            </a:r>
            <a:r>
              <a:rPr lang="fr-FR" dirty="0" smtClean="0"/>
              <a:t>, que </a:t>
            </a:r>
            <a:r>
              <a:rPr lang="fr-FR" dirty="0" err="1" smtClean="0"/>
              <a:t>feliz</a:t>
            </a:r>
            <a:r>
              <a:rPr lang="fr-FR" dirty="0" smtClean="0"/>
              <a:t> me </a:t>
            </a:r>
            <a:r>
              <a:rPr lang="fr-FR" dirty="0" err="1" smtClean="0"/>
              <a:t>siento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46-  JE SUIS HEUREUX JE MARCHE AVEC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Ando con mi </a:t>
            </a:r>
            <a:r>
              <a:rPr lang="fr-FR" dirty="0" err="1" smtClean="0"/>
              <a:t>biblia</a:t>
            </a:r>
            <a:r>
              <a:rPr lang="fr-FR" dirty="0" smtClean="0"/>
              <a:t>, que </a:t>
            </a:r>
            <a:r>
              <a:rPr lang="fr-FR" dirty="0" err="1" smtClean="0"/>
              <a:t>feliz</a:t>
            </a:r>
            <a:r>
              <a:rPr lang="fr-FR" dirty="0" smtClean="0"/>
              <a:t> me </a:t>
            </a:r>
            <a:r>
              <a:rPr lang="fr-FR" dirty="0" err="1" smtClean="0"/>
              <a:t>siento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47-  JE SUIS HEUREUX JE VAIS À L’ÉGLISE, JE SUIS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Camino</a:t>
            </a:r>
            <a:r>
              <a:rPr lang="fr-FR" dirty="0" smtClean="0"/>
              <a:t> a la </a:t>
            </a:r>
            <a:r>
              <a:rPr lang="fr-FR" dirty="0" err="1" smtClean="0"/>
              <a:t>iglesia</a:t>
            </a:r>
            <a:r>
              <a:rPr lang="fr-FR" dirty="0" smtClean="0"/>
              <a:t>, que </a:t>
            </a:r>
            <a:r>
              <a:rPr lang="fr-FR" dirty="0" err="1" smtClean="0"/>
              <a:t>feliz</a:t>
            </a:r>
            <a:r>
              <a:rPr lang="fr-FR" dirty="0" smtClean="0"/>
              <a:t> me </a:t>
            </a:r>
            <a:r>
              <a:rPr lang="fr-FR" dirty="0" err="1" smtClean="0"/>
              <a:t>siento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48-  J’Y VAIS CHAQUE JOUR JE SUIS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</a:t>
            </a:r>
            <a:r>
              <a:rPr lang="fr-FR" dirty="0" smtClean="0"/>
              <a:t> </a:t>
            </a:r>
            <a:r>
              <a:rPr lang="fr-FR" dirty="0" err="1" smtClean="0"/>
              <a:t>voy</a:t>
            </a:r>
            <a:r>
              <a:rPr lang="fr-FR" dirty="0" smtClean="0"/>
              <a:t> </a:t>
            </a:r>
            <a:r>
              <a:rPr lang="fr-FR" dirty="0" err="1" smtClean="0"/>
              <a:t>cada</a:t>
            </a:r>
            <a:r>
              <a:rPr lang="fr-FR" dirty="0" smtClean="0"/>
              <a:t> dia, que </a:t>
            </a:r>
            <a:r>
              <a:rPr lang="fr-FR" dirty="0" err="1" smtClean="0"/>
              <a:t>feliz</a:t>
            </a:r>
            <a:r>
              <a:rPr lang="fr-FR" dirty="0" smtClean="0"/>
              <a:t> me </a:t>
            </a:r>
            <a:r>
              <a:rPr lang="fr-FR" dirty="0" err="1" smtClean="0"/>
              <a:t>siento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49-  HE </a:t>
            </a:r>
            <a:r>
              <a:rPr lang="fr-FR" dirty="0" err="1" smtClean="0"/>
              <a:t>HE</a:t>
            </a:r>
            <a:r>
              <a:rPr lang="fr-FR" dirty="0" smtClean="0"/>
              <a:t> HEY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50-  VIENS POUR QUE TU CHANTES AVEC TON AMI MIGUELITO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</a:t>
            </a:r>
            <a:r>
              <a:rPr lang="fr-FR" dirty="0" smtClean="0"/>
              <a:t> </a:t>
            </a:r>
            <a:r>
              <a:rPr lang="fr-FR" dirty="0" err="1" smtClean="0"/>
              <a:t>soy</a:t>
            </a:r>
            <a:r>
              <a:rPr lang="fr-FR" dirty="0" smtClean="0"/>
              <a:t> tu amigo </a:t>
            </a:r>
            <a:r>
              <a:rPr lang="fr-FR" dirty="0" err="1" smtClean="0"/>
              <a:t>miguelito</a:t>
            </a:r>
            <a:r>
              <a:rPr lang="fr-FR" dirty="0" smtClean="0"/>
              <a:t>,</a:t>
            </a:r>
            <a:br>
              <a:rPr lang="fr-FR" dirty="0" smtClean="0"/>
            </a:br>
            <a:r>
              <a:rPr lang="fr-FR" dirty="0" smtClean="0"/>
              <a:t>51-  NE TE TROMPE PAS CAR JE SUIS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no me </a:t>
            </a:r>
            <a:r>
              <a:rPr lang="fr-FR" dirty="0" err="1" smtClean="0"/>
              <a:t>confundas</a:t>
            </a:r>
            <a:r>
              <a:rPr lang="fr-FR" dirty="0" smtClean="0"/>
              <a:t> </a:t>
            </a:r>
            <a:r>
              <a:rPr lang="fr-FR" dirty="0" err="1" smtClean="0"/>
              <a:t>pero</a:t>
            </a:r>
            <a:r>
              <a:rPr lang="fr-FR" dirty="0" smtClean="0"/>
              <a:t> </a:t>
            </a:r>
            <a:r>
              <a:rPr lang="fr-FR" dirty="0" err="1" smtClean="0"/>
              <a:t>Renovado</a:t>
            </a:r>
            <a:r>
              <a:rPr lang="fr-FR" dirty="0" smtClean="0"/>
              <a:t> en </a:t>
            </a:r>
            <a:r>
              <a:rPr lang="fr-FR" dirty="0" err="1" smtClean="0"/>
              <a:t>Cristo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52-  ALLÉLUIA
</a:t>
            </a:r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HE HE HE 
2-  MON TÉMOIGNAGE AU TEMPS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testimonio a tiempo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Coy su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LA BIBLE SOUS LE BRAS MON BEAU-PÈRE ALLAIT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ahora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Yo jamas me apartaré,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J’AI CRIÉ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a tí clame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TU M’AS GUÉRI ET DE MES CHAGRINS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invito a buscar de Cristo Y así tu tambien ; cantes conmigo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ME SENS SI HEUREUX VIENS, CHANTE CE REFRAIN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le alabes conmigo,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J’AI CRIÉ VERS DIEU,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tu tambien cantes conmigo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hey Ven para que cantes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AVEC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estoy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HE HE HEY, ALLÉLUIA  GLOIRE À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Hehey aleluya ; gloria a Dios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ME SENS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
36-  DEPUIS QUE JE ME SUIS CONVERTI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Desde que me converti,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puedas decir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voy cada dia,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VIENS POUR QUE TU CHANTES AVEC TON AMI MIGUELITO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me confundas pero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ALLÉLUIA
</a:t>
            </a:r>
            <a:endParaRPr lang="fr-FR" dirty="0" smtClean="0"/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HE HE HE 
2-  MON TÉMOIGNAGE AU TEMPS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testimonio a tiempo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Coy su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LA BIBLE SOUS LE BRAS MON BEAU-PÈRE ALLAIT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ahora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Yo jamas me apartaré,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J’AI CRIÉ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a tí clame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TU M’AS GUÉRI ET DE MES CHAGRINS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invito a buscar de Cristo Y así tu tambien ; cantes conmigo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ME SENS SI HEUREUX VIENS, CHANTE CE REFRAIN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le alabes conmigo,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J’AI CRIÉ VERS DIEU,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tu tambien cantes conmigo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hey Ven para que cantes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AVEC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estoy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HE HE HEY, ALLÉLUIA  GLOIRE À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Hehey aleluya ; gloria a Dios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ME SENS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
36-  DEPUIS QUE JE ME SUIS CONVERTI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Desde que me converti,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puedas decir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voy cada dia,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VIENS POUR QUE TU CHANTES AVEC TON AMI MIGUELITO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me confundas pero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ALLÉLUIA
</a:t>
            </a:r>
            <a:endParaRPr lang="fr-FR" dirty="0" smtClean="0"/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HE HE HE 
2-  MON TÉMOIGNAGE AU TEMPS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testimonio a tiempo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Coy su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LA BIBLE SOUS LE BRAS MON BEAU-PÈRE ALLAIT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ahora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Yo jamas me apartaré,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J’AI CRIÉ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a tí clame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TU M’AS GUÉRI ET DE MES CHAGRINS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invito a buscar de Cristo Y así tu tambien ; cantes conmigo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ME SENS SI HEUREUX VIENS, CHANTE CE REFRAIN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le alabes conmigo,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J’AI CRIÉ VERS DIEU,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tu tambien cantes conmigo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hey Ven para que cantes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AVEC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estoy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HE HE HEY, ALLÉLUIA  GLOIRE À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Hehey aleluya ; gloria a Dios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ME SENS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
36-  DEPUIS QUE JE ME SUIS CONVERTI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Desde que me converti,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puedas decir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voy cada dia,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VIENS POUR QUE TU CHANTES AVEC TON AMI MIGUELITO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me confundas pero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ALLÉLUIA
</a:t>
            </a:r>
            <a:endParaRPr lang="fr-FR" dirty="0" smtClean="0"/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HE HE HE 
2-  MON TÉMOIGNAGE AU TEMPS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testimonio a tiempo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Coy su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LA BIBLE SOUS LE BRAS MON BEAU-PÈRE ALLAIT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ahora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Yo jamas me apartaré,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J’AI CRIÉ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a tí clame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TU M’AS GUÉRI ET DE MES CHAGRINS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invito a buscar de Cristo Y así tu tambien ; cantes conmigo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ME SENS SI HEUREUX VIENS, CHANTE CE REFRAIN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le alabes conmigo,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J’AI CRIÉ VERS DIEU,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tu tambien cantes conmigo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hey Ven para que cantes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AVEC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estoy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HE HE HEY, ALLÉLUIA  GLOIRE À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Hehey aleluya ; gloria a Dios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ME SENS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
36-  DEPUIS QUE JE ME SUIS CONVERTI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Desde que me converti,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puedas decir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voy cada dia,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VIENS POUR QUE TU CHANTES AVEC TON AMI MIGUELITO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me confundas pero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ALLÉLUIA
</a:t>
            </a:r>
            <a:endParaRPr lang="fr-FR" dirty="0" smtClean="0"/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HE HE HE 
2-  MON TÉMOIGNAGE AU TEMPS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testimonio a tiempo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Coy su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LA BIBLE SOUS LE BRAS MON BEAU-PÈRE ALLAIT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ahora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Yo jamas me apartaré,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J’AI CRIÉ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a tí clame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TU M’AS GUÉRI ET DE MES CHAGRINS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invito a buscar de Cristo Y así tu tambien ; cantes conmigo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ME SENS SI HEUREUX VIENS, CHANTE CE REFRAIN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le alabes conmigo,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J’AI CRIÉ VERS DIEU,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tu tambien cantes conmigo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hey Ven para que cantes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AVEC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estoy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HE HE HEY, ALLÉLUIA  GLOIRE À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Hehey aleluya ; gloria a Dios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ME SENS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
36-  DEPUIS QUE JE ME SUIS CONVERTI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Desde que me converti,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puedas decir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voy cada dia,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VIENS POUR QUE TU CHANTES AVEC TON AMI MIGUELITO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me confundas pero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ALLÉLUIA
</a:t>
            </a:r>
            <a:endParaRPr lang="fr-FR" dirty="0" smtClean="0"/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HE HE HE 
2-  MON TÉMOIGNAGE AU TEMPS DE MERENGUE</a:t>
            </a:r>
          </a:p>
          <a:p>
            <a:pPr>
              <a:defRPr/>
            </a:pPr>
            <a:r>
              <a:rPr lang="fr-FR" smtClean="0"/>
              <a:t>Mi testimonio a tiempo de merengue</a:t>
            </a:r>
          </a:p>
          <a:p>
            <a:pPr>
              <a:defRPr/>
            </a:pPr>
            <a:r>
              <a:rPr lang="fr-FR" smtClean="0"/>
              <a:t>3-  JE SUIS TON AMI MIGUELITO NE TE TROMPE PAS</a:t>
            </a:r>
          </a:p>
          <a:p>
            <a:pPr>
              <a:defRPr/>
            </a:pPr>
            <a:r>
              <a:rPr lang="fr-FR" smtClean="0"/>
              <a:t>Coy su amigo miguelito no me confundas</a:t>
            </a:r>
          </a:p>
          <a:p>
            <a:pPr>
              <a:defRPr/>
            </a:pPr>
            <a:r>
              <a:rPr lang="fr-FR" smtClean="0"/>
              <a:t>4-  RÉNOVÉ EN CHRIST</a:t>
            </a:r>
          </a:p>
          <a:p>
            <a:pPr>
              <a:defRPr/>
            </a:pPr>
            <a:r>
              <a:rPr lang="fr-FR" smtClean="0"/>
              <a:t>Renovado en Cristo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AVEC LA BIBLE SOUS LE BRAS MON BEAU-PÈRE ALLAIT</a:t>
            </a:r>
          </a:p>
          <a:p>
            <a:pPr>
              <a:defRPr/>
            </a:pPr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pPr>
              <a:defRPr/>
            </a:pPr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pPr>
              <a:defRPr/>
            </a:pPr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pPr>
              <a:defRPr/>
            </a:pPr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pPr>
              <a:defRPr/>
            </a:pPr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pPr>
              <a:defRPr/>
            </a:pPr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pPr>
              <a:defRPr/>
            </a:pPr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pPr>
              <a:defRPr/>
            </a:pPr>
            <a:r>
              <a:rPr lang="fr-FR" smtClean="0"/>
              <a:t>y ahora que feliz me siento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pPr>
              <a:defRPr/>
            </a:pPr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pPr>
              <a:defRPr/>
            </a:pPr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pPr>
              <a:defRPr/>
            </a:pPr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pPr>
              <a:defRPr/>
            </a:pPr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pPr>
              <a:defRPr/>
            </a:pPr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pPr>
              <a:defRPr/>
            </a:pPr>
            <a:r>
              <a:rPr lang="fr-FR" smtClean="0"/>
              <a:t>que feliz me siento Yo jamas me apartaré, </a:t>
            </a:r>
          </a:p>
          <a:p>
            <a:pPr>
              <a:defRPr/>
            </a:pPr>
            <a:r>
              <a:rPr lang="fr-FR" smtClean="0"/>
              <a:t>19-  JE SUIS SI HEUREUX </a:t>
            </a:r>
          </a:p>
          <a:p>
            <a:pPr>
              <a:defRPr/>
            </a:pPr>
            <a:r>
              <a:rPr lang="fr-FR" smtClean="0"/>
              <a:t>que feliz me siento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J’AI CRIÉ VERS TOI</a:t>
            </a:r>
          </a:p>
          <a:p>
            <a:pPr>
              <a:defRPr/>
            </a:pPr>
            <a:r>
              <a:rPr lang="fr-FR" smtClean="0"/>
              <a:t>Porque a tí clame</a:t>
            </a:r>
          </a:p>
          <a:p>
            <a:pPr>
              <a:defRPr/>
            </a:pPr>
            <a:r>
              <a:rPr lang="fr-FR" smtClean="0"/>
              <a:t>21-  ET TU M’AS GUÉRI ET DE MES CHAGRINS</a:t>
            </a:r>
          </a:p>
          <a:p>
            <a:pPr>
              <a:defRPr/>
            </a:pPr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pPr>
              <a:defRPr/>
            </a:pPr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pPr>
              <a:defRPr/>
            </a:pPr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pPr>
              <a:defRPr/>
            </a:pPr>
            <a:r>
              <a:rPr lang="fr-FR" smtClean="0"/>
              <a:t>te invito a buscar de Cristo Y así tu tambien ; cantes conmigo</a:t>
            </a:r>
          </a:p>
          <a:p>
            <a:pPr>
              <a:defRPr/>
            </a:pPr>
            <a:r>
              <a:rPr lang="fr-FR" smtClean="0"/>
              <a:t>25-  JE ME SENS SI HEUREUX VIENS, CHANTE CE REFRAIN AVEC MOI</a:t>
            </a:r>
          </a:p>
          <a:p>
            <a:pPr>
              <a:defRPr/>
            </a:pPr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pPr>
              <a:defRPr/>
            </a:pPr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pPr>
              <a:defRPr/>
            </a:pPr>
            <a:r>
              <a:rPr lang="fr-FR" smtClean="0"/>
              <a:t>Para que le alabes conmigo, que feliz me siento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28-  J’AI CRIÉ VERS DIEU, ET TU M’AS GUÉRI ET DE MES CHAGRINS, TU M’AS LIBÉRÉ</a:t>
            </a:r>
          </a:p>
          <a:p>
            <a:pPr>
              <a:defRPr/>
            </a:pPr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pPr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pPr>
              <a:defRPr/>
            </a:pPr>
            <a:r>
              <a:rPr lang="fr-FR" smtClean="0"/>
              <a:t>Para que tu tambien cantes conmigo Que feliz me siento</a:t>
            </a:r>
          </a:p>
          <a:p>
            <a:pPr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pPr>
              <a:defRPr/>
            </a:pPr>
            <a:r>
              <a:rPr lang="fr-FR" smtClean="0"/>
              <a:t>He hey Ven para que cantes</a:t>
            </a:r>
          </a:p>
          <a:p>
            <a:pPr>
              <a:defRPr/>
            </a:pPr>
            <a:r>
              <a:rPr lang="fr-FR" smtClean="0"/>
              <a:t>32-  AVEC TON AMI MIGUELITO NE TE TROMPE PAS</a:t>
            </a:r>
          </a:p>
          <a:p>
            <a:pPr>
              <a:defRPr/>
            </a:pPr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pPr>
              <a:defRPr/>
            </a:pPr>
            <a:r>
              <a:rPr lang="fr-FR" smtClean="0"/>
              <a:t>porque estoy renovado en Cristo</a:t>
            </a:r>
          </a:p>
          <a:p>
            <a:pPr>
              <a:defRPr/>
            </a:pPr>
            <a:r>
              <a:rPr lang="fr-FR" smtClean="0"/>
              <a:t>34-  HE HE HEY, ALLÉLUIA  GLOIRE À DIEU </a:t>
            </a:r>
          </a:p>
          <a:p>
            <a:pPr>
              <a:defRPr/>
            </a:pPr>
            <a:r>
              <a:rPr lang="fr-FR" smtClean="0"/>
              <a:t>Hehey aleluya ; gloria a Dios</a:t>
            </a:r>
          </a:p>
          <a:p>
            <a:pPr>
              <a:defRPr/>
            </a:pPr>
            <a:r>
              <a:rPr lang="fr-FR" smtClean="0"/>
              <a:t>35-  JE ME SENS SI HEUREUX </a:t>
            </a:r>
          </a:p>
          <a:p>
            <a:pPr>
              <a:defRPr/>
            </a:pPr>
            <a:r>
              <a:rPr lang="fr-FR" smtClean="0"/>
              <a:t>Que contento estoy
36-  DEPUIS QUE JE ME SUIS CONVERTI JE SUIS SI HEUREUX</a:t>
            </a:r>
          </a:p>
          <a:p>
            <a:pPr>
              <a:defRPr/>
            </a:pPr>
            <a:r>
              <a:rPr lang="fr-FR" smtClean="0"/>
              <a:t>Desde que me converti, que feliz me siento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pPr>
              <a:defRPr/>
            </a:pPr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pPr>
              <a:defRPr/>
            </a:pPr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pPr>
              <a:defRPr/>
            </a:pPr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pPr>
              <a:defRPr/>
            </a:pPr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pPr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pPr>
              <a:defRPr/>
            </a:pPr>
            <a:r>
              <a:rPr lang="fr-FR" smtClean="0"/>
              <a:t>Y puedas decir que feliz me siento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pPr>
              <a:defRPr/>
            </a:pPr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pPr>
              <a:defRPr/>
            </a:pPr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pPr>
              <a:defRPr/>
            </a:pPr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pPr>
              <a:defRPr/>
            </a:pPr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pPr>
              <a:defRPr/>
            </a:pPr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pPr>
              <a:defRPr/>
            </a:pPr>
            <a:r>
              <a:rPr lang="fr-FR" smtClean="0"/>
              <a:t>Yo voy cada dia, que feliz me siento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pPr>
              <a:defRPr/>
            </a:pPr>
            <a:r>
              <a:rPr lang="fr-FR" smtClean="0"/>
              <a:t>50-  VIENS POUR QUE TU CHANTES AVEC TON AMI MIGUELITO</a:t>
            </a:r>
          </a:p>
          <a:p>
            <a:pPr>
              <a:defRPr/>
            </a:pPr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pPr>
              <a:defRPr/>
            </a:pPr>
            <a:r>
              <a:rPr lang="fr-FR" smtClean="0"/>
              <a:t>no me confundas pero Renovado en Cristo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52-  ALLÉLUIA
</a:t>
            </a:r>
            <a:endParaRPr lang="en-US" dirty="0"/>
          </a:p>
        </p:txBody>
      </p:sp>
      <p:sp>
        <p:nvSpPr>
          <p:cNvPr id="860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HE HE HE 
2-  MON TÉMOIGNAGE AU TEMPS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testimonio a tiempo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Coy su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LA BIBLE SOUS LE BRAS MON BEAU-PÈRE ALLAIT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ahora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Yo jamas me apartaré,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J’AI CRIÉ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a tí clame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TU M’AS GUÉRI ET DE MES CHAGRINS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invito a buscar de Cristo Y así tu tambien ; cantes conmigo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ME SENS SI HEUREUX VIENS, CHANTE CE REFRAIN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le alabes conmigo,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J’AI CRIÉ VERS DIEU,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tu tambien cantes conmigo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hey Ven para que cantes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AVEC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estoy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HE HE HEY, ALLÉLUIA  GLOIRE À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Hehey aleluya ; gloria a Dios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ME SENS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
36-  DEPUIS QUE JE ME SUIS CONVERTI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Desde que me converti,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puedas decir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voy cada dia,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VIENS POUR QUE TU CHANTES AVEC TON AMI MIGUELITO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me confundas pero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ALLÉLUIA
</a:t>
            </a:r>
            <a:endParaRPr lang="fr-FR" dirty="0" smtClean="0"/>
          </a:p>
        </p:txBody>
      </p:sp>
      <p:sp>
        <p:nvSpPr>
          <p:cNvPr id="870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HE HE HE 
2-  MON TÉMOIGNAGE AU TEMPS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testimonio a tiempo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Coy su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LA BIBLE SOUS LE BRAS MON BEAU-PÈRE ALLAIT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ahora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Yo jamas me apartaré,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J’AI CRIÉ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a tí clame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TU M’AS GUÉRI ET DE MES CHAGRINS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invito a buscar de Cristo Y así tu tambien ; cantes conmigo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ME SENS SI HEUREUX VIENS, CHANTE CE REFRAIN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le alabes conmigo,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J’AI CRIÉ VERS DIEU,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tu tambien cantes conmigo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hey Ven para que cantes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AVEC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estoy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HE HE HEY, ALLÉLUIA  GLOIRE À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Hehey aleluya ; gloria a Dios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ME SENS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
36-  DEPUIS QUE JE ME SUIS CONVERTI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Desde que me converti,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puedas decir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voy cada dia,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VIENS POUR QUE TU CHANTES AVEC TON AMI MIGUELITO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me confundas pero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ALLÉLUIA
</a:t>
            </a:r>
            <a:endParaRPr lang="fr-FR" dirty="0" smtClean="0"/>
          </a:p>
        </p:txBody>
      </p:sp>
      <p:sp>
        <p:nvSpPr>
          <p:cNvPr id="880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HE HE HE 
2-  MON TÉMOIGNAGE AU TEMPS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testimonio a tiempo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Coy su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LA BIBLE SOUS LE BRAS MON BEAU-PÈRE ALLAIT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ahora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Yo jamas me apartaré,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J’AI CRIÉ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a tí clame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TU M’AS GUÉRI ET DE MES CHAGRINS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invito a buscar de Cristo Y así tu tambien ; cantes conmigo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ME SENS SI HEUREUX VIENS, CHANTE CE REFRAIN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le alabes conmigo,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J’AI CRIÉ VERS DIEU,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tu tambien cantes conmigo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hey Ven para que cantes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AVEC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estoy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HE HE HEY, ALLÉLUIA  GLOIRE À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Hehey aleluya ; gloria a Dios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ME SENS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
36-  DEPUIS QUE JE ME SUIS CONVERTI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Desde que me converti,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puedas decir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voy cada dia,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VIENS POUR QUE TU CHANTES AVEC TON AMI MIGUELITO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me confundas pero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ALLÉLUIA
</a:t>
            </a:r>
            <a:endParaRPr lang="fr-FR" dirty="0" smtClean="0"/>
          </a:p>
        </p:txBody>
      </p:sp>
      <p:sp>
        <p:nvSpPr>
          <p:cNvPr id="890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HE HE HE 
2-  MON TÉMOIGNAGE AU TEMPS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testimonio a tiempo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Coy su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LA BIBLE SOUS LE BRAS MON BEAU-PÈRE ALLAIT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ahora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Yo jamas me apartaré,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J’AI CRIÉ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a tí clame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TU M’AS GUÉRI ET DE MES CHAGRINS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invito a buscar de Cristo Y así tu tambien ; cantes conmigo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ME SENS SI HEUREUX VIENS, CHANTE CE REFRAIN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le alabes conmigo,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J’AI CRIÉ VERS DIEU,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tu tambien cantes conmigo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hey Ven para que cantes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AVEC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estoy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HE HE HEY, ALLÉLUIA  GLOIRE À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Hehey aleluya ; gloria a Dios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ME SENS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
36-  DEPUIS QUE JE ME SUIS CONVERTI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Desde que me converti,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puedas decir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voy cada dia,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VIENS POUR QUE TU CHANTES AVEC TON AMI MIGUELITO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me confundas pero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ALLÉLUIA
</a:t>
            </a:r>
            <a:endParaRPr lang="fr-FR" dirty="0" smtClean="0"/>
          </a:p>
        </p:txBody>
      </p:sp>
      <p:sp>
        <p:nvSpPr>
          <p:cNvPr id="901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HE HE HE 
2-  MON TÉMOIGNAGE AU TEMPS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testimonio a tiempo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Coy su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LA BIBLE SOUS LE BRAS MON BEAU-PÈRE ALLAIT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ahora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Yo jamas me apartaré,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J’AI CRIÉ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a tí clame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TU M’AS GUÉRI ET DE MES CHAGRINS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invito a buscar de Cristo Y así tu tambien ; cantes conmigo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ME SENS SI HEUREUX VIENS, CHANTE CE REFRAIN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le alabes conmigo,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J’AI CRIÉ VERS DIEU,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tu tambien cantes conmigo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hey Ven para que cantes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AVEC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estoy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HE HE HEY, ALLÉLUIA  GLOIRE À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Hehey aleluya ; gloria a Dios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ME SENS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
36-  DEPUIS QUE JE ME SUIS CONVERTI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Desde que me converti,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puedas decir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voy cada dia,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VIENS POUR QUE TU CHANTES AVEC TON AMI MIGUELITO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me confundas pero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ALLÉLUIA
</a:t>
            </a:r>
            <a:endParaRPr lang="fr-FR" dirty="0" smtClean="0"/>
          </a:p>
        </p:txBody>
      </p:sp>
      <p:sp>
        <p:nvSpPr>
          <p:cNvPr id="911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HE HE HE 
2-  MON TÉMOIGNAGE AU TEMPS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testimonio a tiempo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Coy su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LA BIBLE SOUS LE BRAS MON BEAU-PÈRE ALLAIT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ahora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Yo jamas me apartaré,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J’AI CRIÉ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a tí clame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TU M’AS GUÉRI ET DE MES CHAGRINS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invito a buscar de Cristo Y así tu tambien ; cantes conmigo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ME SENS SI HEUREUX VIENS, CHANTE CE REFRAIN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le alabes conmigo,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J’AI CRIÉ VERS DIEU,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tu tambien cantes conmigo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hey Ven para que cantes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AVEC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estoy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HE HE HEY, ALLÉLUIA  GLOIRE À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Hehey aleluya ; gloria a Dios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ME SENS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
36-  DEPUIS QUE JE ME SUIS CONVERTI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Desde que me converti,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puedas decir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voy cada dia,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VIENS POUR QUE TU CHANTES AVEC TON AMI MIGUELITO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me confundas pero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ALLÉLUIA
</a:t>
            </a:r>
            <a:endParaRPr lang="fr-FR" dirty="0" smtClean="0"/>
          </a:p>
        </p:txBody>
      </p:sp>
      <p:sp>
        <p:nvSpPr>
          <p:cNvPr id="921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HE HE HE 
2-  MON TÉMOIGNAGE AU TEMPS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testimonio a tiempo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Coy su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LA BIBLE SOUS LE BRAS MON BEAU-PÈRE ALLAIT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ahora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Yo jamas me apartaré,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J’AI CRIÉ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a tí clame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TU M’AS GUÉRI ET DE MES CHAGRINS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invito a buscar de Cristo Y así tu tambien ; cantes conmigo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ME SENS SI HEUREUX VIENS, CHANTE CE REFRAIN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le alabes conmigo,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J’AI CRIÉ VERS DIEU,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tu tambien cantes conmigo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hey Ven para que cantes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AVEC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estoy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HE HE HEY, ALLÉLUIA  GLOIRE À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Hehey aleluya ; gloria a Dios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ME SENS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
36-  DEPUIS QUE JE ME SUIS CONVERTI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Desde que me converti,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puedas decir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voy cada dia,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VIENS POUR QUE TU CHANTES AVEC TON AMI MIGUELITO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me confundas pero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ALLÉLUIA
</a:t>
            </a:r>
            <a:endParaRPr lang="fr-FR" dirty="0" smtClean="0"/>
          </a:p>
        </p:txBody>
      </p:sp>
      <p:sp>
        <p:nvSpPr>
          <p:cNvPr id="931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HE HE HE 
2-  MON TÉMOIGNAGE AU TEMPS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testimonio a tiempo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Coy su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LA BIBLE SOUS LE BRAS MON BEAU-PÈRE ALLAIT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ahora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Yo jamas me apartaré,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J’AI CRIÉ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a tí clame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TU M’AS GUÉRI ET DE MES CHAGRINS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invito a buscar de Cristo Y así tu tambien ; cantes conmigo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ME SENS SI HEUREUX VIENS, CHANTE CE REFRAIN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le alabes conmigo,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J’AI CRIÉ VERS DIEU,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tu tambien cantes conmigo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hey Ven para que cantes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AVEC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estoy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HE HE HEY, ALLÉLUIA  GLOIRE À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Hehey aleluya ; gloria a Dios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ME SENS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
36-  DEPUIS QUE JE ME SUIS CONVERTI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Desde que me converti,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puedas decir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voy cada dia,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VIENS POUR QUE TU CHANTES AVEC TON AMI MIGUELITO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me confundas pero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ALLÉLUIA
</a:t>
            </a:r>
            <a:endParaRPr lang="fr-FR" dirty="0" smtClean="0"/>
          </a:p>
        </p:txBody>
      </p:sp>
      <p:sp>
        <p:nvSpPr>
          <p:cNvPr id="942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HE HE HE 
2-  MON TÉMOIGNAGE AU TEMPS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testimonio a tiempo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Coy su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LA BIBLE SOUS LE BRAS MON BEAU-PÈRE ALLAIT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ahora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Yo jamas me apartaré,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J’AI CRIÉ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a tí clame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TU M’AS GUÉRI ET DE MES CHAGRINS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invito a buscar de Cristo Y así tu tambien ; cantes conmigo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ME SENS SI HEUREUX VIENS, CHANTE CE REFRAIN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le alabes conmigo,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J’AI CRIÉ VERS DIEU,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tu tambien cantes conmigo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hey Ven para que cantes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AVEC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estoy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HE HE HEY, ALLÉLUIA  GLOIRE À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Hehey aleluya ; gloria a Dios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ME SENS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
36-  DEPUIS QUE JE ME SUIS CONVERTI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Desde que me converti,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puedas decir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voy cada dia,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VIENS POUR QUE TU CHANTES AVEC TON AMI MIGUELITO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me confundas pero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ALLÉLUIA
</a:t>
            </a:r>
            <a:endParaRPr lang="fr-FR" dirty="0" smtClean="0"/>
          </a:p>
        </p:txBody>
      </p:sp>
      <p:sp>
        <p:nvSpPr>
          <p:cNvPr id="952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HE HE HE 
2-  MON TÉMOIGNAGE AU TEMPS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testimonio a tiempo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Coy su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LA BIBLE SOUS LE BRAS MON BEAU-PÈRE ALLAIT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ahora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Yo jamas me apartaré,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J’AI CRIÉ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a tí clame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TU M’AS GUÉRI ET DE MES CHAGRINS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invito a buscar de Cristo Y así tu tambien ; cantes conmigo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ME SENS SI HEUREUX VIENS, CHANTE CE REFRAIN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le alabes conmigo,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J’AI CRIÉ VERS DIEU,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tu tambien cantes conmigo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hey Ven para que cantes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AVEC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estoy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HE HE HEY, ALLÉLUIA  GLOIRE À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Hehey aleluya ; gloria a Dios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ME SENS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
36-  DEPUIS QUE JE ME SUIS CONVERTI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Desde que me converti,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puedas decir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voy cada dia,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VIENS POUR QUE TU CHANTES AVEC TON AMI MIGUELITO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me confundas pero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ALLÉLUIA
</a:t>
            </a:r>
            <a:endParaRPr lang="fr-FR" dirty="0" smtClean="0"/>
          </a:p>
        </p:txBody>
      </p:sp>
      <p:sp>
        <p:nvSpPr>
          <p:cNvPr id="962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HE HE HE 
2-  MON TÉMOIGNAGE AU TEMPS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testimonio a tiempo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Coy su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LA BIBLE SOUS LE BRAS MON BEAU-PÈRE ALLAIT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ahora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Yo jamas me apartaré,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J’AI CRIÉ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a tí clame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TU M’AS GUÉRI ET DE MES CHAGRINS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invito a buscar de Cristo Y así tu tambien ; cantes conmigo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ME SENS SI HEUREUX VIENS, CHANTE CE REFRAIN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le alabes conmigo,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J’AI CRIÉ VERS DIEU,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tu tambien cantes conmigo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hey Ven para que cantes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AVEC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estoy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HE HE HEY, ALLÉLUIA  GLOIRE À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Hehey aleluya ; gloria a Dios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ME SENS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
36-  DEPUIS QUE JE ME SUIS CONVERTI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Desde que me converti,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puedas decir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voy cada dia,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VIENS POUR QUE TU CHANTES AVEC TON AMI MIGUELITO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me confundas pero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ALLÉLUIA
</a:t>
            </a:r>
            <a:endParaRPr lang="fr-FR" dirty="0" smtClean="0"/>
          </a:p>
        </p:txBody>
      </p:sp>
      <p:sp>
        <p:nvSpPr>
          <p:cNvPr id="972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HE HE HE 
2-  MON TÉMOIGNAGE AU TEMPS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testimonio a tiempo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Coy su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LA BIBLE SOUS LE BRAS MON BEAU-PÈRE ALLAIT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ahora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Yo jamas me apartaré,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J’AI CRIÉ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a tí clame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TU M’AS GUÉRI ET DE MES CHAGRINS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invito a buscar de Cristo Y así tu tambien ; cantes conmigo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ME SENS SI HEUREUX VIENS, CHANTE CE REFRAIN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le alabes conmigo,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J’AI CRIÉ VERS DIEU,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tu tambien cantes conmigo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hey Ven para que cantes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AVEC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estoy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HE HE HEY, ALLÉLUIA  GLOIRE À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Hehey aleluya ; gloria a Dios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ME SENS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
36-  DEPUIS QUE JE ME SUIS CONVERTI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Desde que me converti,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puedas decir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voy cada dia,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VIENS POUR QUE TU CHANTES AVEC TON AMI MIGUELITO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me confundas pero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ALLÉLUIA
</a:t>
            </a:r>
            <a:endParaRPr lang="fr-FR" dirty="0" smtClean="0"/>
          </a:p>
        </p:txBody>
      </p:sp>
      <p:sp>
        <p:nvSpPr>
          <p:cNvPr id="983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HE HE HE 
2-  MON TÉMOIGNAGE AU TEMPS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testimonio a tiempo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Coy su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LA BIBLE SOUS LE BRAS MON BEAU-PÈRE ALLAIT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ahora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Yo jamas me apartaré,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J’AI CRIÉ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a tí clame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TU M’AS GUÉRI ET DE MES CHAGRINS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invito a buscar de Cristo Y así tu tambien ; cantes conmigo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ME SENS SI HEUREUX VIENS, CHANTE CE REFRAIN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le alabes conmigo,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J’AI CRIÉ VERS DIEU,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tu tambien cantes conmigo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hey Ven para que cantes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AVEC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estoy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HE HE HEY, ALLÉLUIA  GLOIRE À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Hehey aleluya ; gloria a Dios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ME SENS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
36-  DEPUIS QUE JE ME SUIS CONVERTI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Desde que me converti,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puedas decir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voy cada dia,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VIENS POUR QUE TU CHANTES AVEC TON AMI MIGUELITO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me confundas pero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ALLÉLUIA
</a:t>
            </a:r>
            <a:endParaRPr lang="fr-FR" dirty="0" smtClean="0"/>
          </a:p>
        </p:txBody>
      </p:sp>
      <p:sp>
        <p:nvSpPr>
          <p:cNvPr id="993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HE HE HE 
2-  MON TÉMOIGNAGE AU TEMPS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testimonio a tiempo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Coy su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LA BIBLE SOUS LE BRAS MON BEAU-PÈRE ALLAIT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ahora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Yo jamas me apartaré,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J’AI CRIÉ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a tí clame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TU M’AS GUÉRI ET DE MES CHAGRINS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invito a buscar de Cristo Y así tu tambien ; cantes conmigo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ME SENS SI HEUREUX VIENS, CHANTE CE REFRAIN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le alabes conmigo,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J’AI CRIÉ VERS DIEU,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tu tambien cantes conmigo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hey Ven para que cantes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AVEC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estoy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HE HE HEY, ALLÉLUIA  GLOIRE À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Hehey aleluya ; gloria a Dios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ME SENS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
36-  DEPUIS QUE JE ME SUIS CONVERTI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Desde que me converti,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puedas decir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voy cada dia,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VIENS POUR QUE TU CHANTES AVEC TON AMI MIGUELITO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me confundas pero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ALLÉLUIA
</a:t>
            </a:r>
            <a:endParaRPr lang="fr-FR" dirty="0" smtClean="0"/>
          </a:p>
        </p:txBody>
      </p:sp>
      <p:sp>
        <p:nvSpPr>
          <p:cNvPr id="1003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HE HE HE 
2-  MON TÉMOIGNAGE AU TEMPS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testimonio a tiempo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Coy su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LA BIBLE SOUS LE BRAS MON BEAU-PÈRE ALLAIT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ahora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Yo jamas me apartaré,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J’AI CRIÉ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a tí clame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TU M’AS GUÉRI ET DE MES CHAGRINS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invito a buscar de Cristo Y así tu tambien ; cantes conmigo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ME SENS SI HEUREUX VIENS, CHANTE CE REFRAIN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le alabes conmigo,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J’AI CRIÉ VERS DIEU,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tu tambien cantes conmigo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hey Ven para que cantes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AVEC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estoy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HE HE HEY, ALLÉLUIA  GLOIRE À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Hehey aleluya ; gloria a Dios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ME SENS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
36-  DEPUIS QUE JE ME SUIS CONVERTI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Desde que me converti,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puedas decir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voy cada dia,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VIENS POUR QUE TU CHANTES AVEC TON AMI MIGUELITO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me confundas pero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ALLÉLUIA
</a:t>
            </a:r>
            <a:endParaRPr lang="fr-FR" dirty="0" smtClean="0"/>
          </a:p>
        </p:txBody>
      </p:sp>
      <p:sp>
        <p:nvSpPr>
          <p:cNvPr id="1013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HE HE HE 
2-  MON TÉMOIGNAGE AU TEMPS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testimonio a tiempo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Coy su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LA BIBLE SOUS LE BRAS MON BEAU-PÈRE ALLAIT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ahora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Yo jamas me apartaré,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J’AI CRIÉ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a tí clame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TU M’AS GUÉRI ET DE MES CHAGRINS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invito a buscar de Cristo Y así tu tambien ; cantes conmigo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ME SENS SI HEUREUX VIENS, CHANTE CE REFRAIN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le alabes conmigo,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J’AI CRIÉ VERS DIEU,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tu tambien cantes conmigo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hey Ven para que cantes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AVEC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estoy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HE HE HEY, ALLÉLUIA  GLOIRE À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Hehey aleluya ; gloria a Dios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ME SENS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
36-  DEPUIS QUE JE ME SUIS CONVERTI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Desde que me converti,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puedas decir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voy cada dia,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VIENS POUR QUE TU CHANTES AVEC TON AMI MIGUELITO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me confundas pero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ALLÉLUIA
</a:t>
            </a:r>
            <a:endParaRPr lang="fr-FR" dirty="0" smtClean="0"/>
          </a:p>
        </p:txBody>
      </p:sp>
      <p:sp>
        <p:nvSpPr>
          <p:cNvPr id="1024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HE HE HE 
2-  MON TÉMOIGNAGE AU TEMPS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testimonio a tiempo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Coy su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LA BIBLE SOUS LE BRAS MON BEAU-PÈRE ALLAIT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ahora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Yo jamas me apartaré,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J’AI CRIÉ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a tí clame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TU M’AS GUÉRI ET DE MES CHAGRINS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invito a buscar de Cristo Y así tu tambien ; cantes conmigo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ME SENS SI HEUREUX VIENS, CHANTE CE REFRAIN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le alabes conmigo,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J’AI CRIÉ VERS DIEU,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tu tambien cantes conmigo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hey Ven para que cantes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AVEC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estoy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HE HE HEY, ALLÉLUIA  GLOIRE À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Hehey aleluya ; gloria a Dios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ME SENS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
36-  DEPUIS QUE JE ME SUIS CONVERTI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Desde que me converti,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puedas decir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voy cada dia,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VIENS POUR QUE TU CHANTES AVEC TON AMI MIGUELITO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me confundas pero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ALLÉLUIA
</a:t>
            </a:r>
            <a:endParaRPr lang="fr-FR" dirty="0" smtClean="0"/>
          </a:p>
        </p:txBody>
      </p:sp>
      <p:sp>
        <p:nvSpPr>
          <p:cNvPr id="1034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HE HE HE 
2-  MON TÉMOIGNAGE AU TEMPS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testimonio a tiempo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Coy su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LA BIBLE SOUS LE BRAS MON BEAU-PÈRE ALLAIT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ahora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Yo jamas me apartaré,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J’AI CRIÉ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a tí clame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TU M’AS GUÉRI ET DE MES CHAGRINS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invito a buscar de Cristo Y así tu tambien ; cantes conmigo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ME SENS SI HEUREUX VIENS, CHANTE CE REFRAIN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le alabes conmigo,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J’AI CRIÉ VERS DIEU,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tu tambien cantes conmigo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hey Ven para que cantes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AVEC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estoy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HE HE HEY, ALLÉLUIA  GLOIRE À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Hehey aleluya ; gloria a Dios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ME SENS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
36-  DEPUIS QUE JE ME SUIS CONVERTI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Desde que me converti,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puedas decir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voy cada dia,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VIENS POUR QUE TU CHANTES AVEC TON AMI MIGUELITO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me confundas pero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ALLÉLUIA
</a:t>
            </a:r>
            <a:endParaRPr lang="fr-FR" dirty="0" smtClean="0"/>
          </a:p>
        </p:txBody>
      </p:sp>
      <p:sp>
        <p:nvSpPr>
          <p:cNvPr id="1044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HE HE HE 
2-  MON TÉMOIGNAGE AU TEMPS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testimonio a tiempo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Coy su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LA BIBLE SOUS LE BRAS MON BEAU-PÈRE ALLAIT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ahora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Yo jamas me apartaré,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J’AI CRIÉ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a tí clame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TU M’AS GUÉRI ET DE MES CHAGRINS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invito a buscar de Cristo Y así tu tambien ; cantes conmigo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ME SENS SI HEUREUX VIENS, CHANTE CE REFRAIN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le alabes conmigo,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J’AI CRIÉ VERS DIEU,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tu tambien cantes conmigo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hey Ven para que cantes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AVEC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estoy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HE HE HEY, ALLÉLUIA  GLOIRE À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Hehey aleluya ; gloria a Dios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ME SENS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
36-  DEPUIS QUE JE ME SUIS CONVERTI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Desde que me converti,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puedas decir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voy cada dia,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VIENS POUR QUE TU CHANTES AVEC TON AMI MIGUELITO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me confundas pero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ALLÉLUIA
</a:t>
            </a:r>
            <a:endParaRPr lang="fr-FR" dirty="0" smtClean="0"/>
          </a:p>
        </p:txBody>
      </p:sp>
      <p:sp>
        <p:nvSpPr>
          <p:cNvPr id="1054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HE HE HE 
2-  MON TÉMOIGNAGE AU TEMPS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testimonio a tiempo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Coy su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LA BIBLE SOUS LE BRAS MON BEAU-PÈRE ALLAIT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ahora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Yo jamas me apartaré,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J’AI CRIÉ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a tí clame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TU M’AS GUÉRI ET DE MES CHAGRINS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invito a buscar de Cristo Y así tu tambien ; cantes conmigo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ME SENS SI HEUREUX VIENS, CHANTE CE REFRAIN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le alabes conmigo,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J’AI CRIÉ VERS DIEU,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tu tambien cantes conmigo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hey Ven para que cantes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AVEC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estoy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HE HE HEY, ALLÉLUIA  GLOIRE À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Hehey aleluya ; gloria a Dios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ME SENS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
36-  DEPUIS QUE JE ME SUIS CONVERTI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Desde que me converti,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puedas decir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voy cada dia,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VIENS POUR QUE TU CHANTES AVEC TON AMI MIGUELITO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me confundas pero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ALLÉLUIA
</a:t>
            </a:r>
            <a:endParaRPr lang="fr-FR" dirty="0" smtClean="0"/>
          </a:p>
        </p:txBody>
      </p:sp>
      <p:sp>
        <p:nvSpPr>
          <p:cNvPr id="1065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HE HE HE 
2-  MON TÉMOIGNAGE AU TEMPS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testimonio a tiempo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Coy su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LA BIBLE SOUS LE BRAS MON BEAU-PÈRE ALLAIT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ahora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Yo jamas me apartaré,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J’AI CRIÉ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a tí clame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TU M’AS GUÉRI ET DE MES CHAGRINS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invito a buscar de Cristo Y así tu tambien ; cantes conmigo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ME SENS SI HEUREUX VIENS, CHANTE CE REFRAIN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le alabes conmigo,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J’AI CRIÉ VERS DIEU,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tu tambien cantes conmigo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hey Ven para que cantes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AVEC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estoy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HE HE HEY, ALLÉLUIA  GLOIRE À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Hehey aleluya ; gloria a Dios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ME SENS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
36-  DEPUIS QUE JE ME SUIS CONVERTI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Desde que me converti,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puedas decir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voy cada dia,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VIENS POUR QUE TU CHANTES AVEC TON AMI MIGUELITO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me confundas pero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ALLÉLUIA
</a:t>
            </a:r>
            <a:endParaRPr lang="fr-FR" dirty="0" smtClean="0"/>
          </a:p>
        </p:txBody>
      </p:sp>
      <p:sp>
        <p:nvSpPr>
          <p:cNvPr id="1075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HE HE HE 
2-  MON TÉMOIGNAGE AU TEMPS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testimonio a tiempo de merengue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Coy su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LA BIBLE SOUS LE BRAS MON BEAU-PÈRE ALLAIT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ahora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Yo jamas me apartaré,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J’AI CRIÉ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a tí clame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TU M’AS GUÉRI ET DE MES CHAGRINS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invito a buscar de Cristo Y así tu tambien ; cantes conmigo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ME SENS SI HEUREUX VIENS, CHANTE CE REFRAIN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le alabes conmigo,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J’AI CRIÉ VERS DIEU,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que tu tambien cantes conmigo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hey Ven para que cantes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AVEC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estoy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HE HE HEY, ALLÉLUIA  GLOIRE À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Hehey aleluya ; gloria a Dios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ME SENS SI HEUREUX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
36-  DEPUIS QUE JE ME SUIS CONVERTI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Desde que me converti,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puedas decir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voy cada dia, que feliz me siento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VIENS POUR QUE TU CHANTES AVEC TON AMI MIGUELITO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me confundas pero Renovado en Cristo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ALLÉLUIA
</a:t>
            </a:r>
            <a:endParaRPr lang="fr-FR" dirty="0" smtClean="0"/>
          </a:p>
        </p:txBody>
      </p:sp>
      <p:sp>
        <p:nvSpPr>
          <p:cNvPr id="1085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HE HE HE 
2-  MON TÉMOIGNAGE AU TEMPS DE MERENGUE</a:t>
            </a:r>
          </a:p>
          <a:p>
            <a:r>
              <a:rPr lang="fr-FR" smtClean="0"/>
              <a:t>Mi testimonio a tiempo de merengue</a:t>
            </a:r>
          </a:p>
          <a:p>
            <a:r>
              <a:rPr lang="fr-FR" smtClean="0"/>
              <a:t>3-  JE SUIS TON AMI MIGUELITO NE TE TROMPE PAS</a:t>
            </a:r>
          </a:p>
          <a:p>
            <a:r>
              <a:rPr lang="fr-FR" smtClean="0"/>
              <a:t>Coy su amigo miguelito no me confundas</a:t>
            </a:r>
          </a:p>
          <a:p>
            <a:r>
              <a:rPr lang="fr-FR" smtClean="0"/>
              <a:t>4-  RÉNOVÉ EN CHRIST</a:t>
            </a:r>
          </a:p>
          <a:p>
            <a:r>
              <a:rPr lang="fr-FR" smtClean="0"/>
              <a:t>Renovado en Cristo</a:t>
            </a:r>
          </a:p>
          <a:p>
            <a:endParaRPr lang="fr-FR" smtClean="0"/>
          </a:p>
          <a:p>
            <a:r>
              <a:rPr lang="fr-FR" smtClean="0"/>
              <a:t>5-  AVEC LA BIBLE SOUS LE BRAS MON BEAU-PÈRE ALLAIT</a:t>
            </a:r>
          </a:p>
          <a:p>
            <a:r>
              <a:rPr lang="fr-FR" smtClean="0"/>
              <a:t>Su biblia debajo el brazo, mi santo suegro salía</a:t>
            </a:r>
            <a:br>
              <a:rPr lang="fr-FR" smtClean="0"/>
            </a:br>
            <a:r>
              <a:rPr lang="fr-FR" smtClean="0"/>
              <a:t>6-  À L’ÉGLISE CHAQUE SOIR ET IL RENTRAIT TRÈS HEUREUX</a:t>
            </a:r>
          </a:p>
          <a:p>
            <a:r>
              <a:rPr lang="fr-FR" smtClean="0"/>
              <a:t>À la iglesia cada noche y muy contento volvia</a:t>
            </a:r>
            <a:br>
              <a:rPr lang="fr-FR" smtClean="0"/>
            </a:br>
            <a:r>
              <a:rPr lang="fr-FR" smtClean="0"/>
              <a:t>7-  CHAQUE JOUR AVEC PLUS DE JOIE MAIS JE NE COMPRENAIS PAS</a:t>
            </a:r>
          </a:p>
          <a:p>
            <a:r>
              <a:rPr lang="fr-FR" smtClean="0"/>
              <a:t>Cada día con más gozo pero yo no comprendia</a:t>
            </a:r>
            <a:br>
              <a:rPr lang="fr-FR" smtClean="0"/>
            </a:br>
            <a:r>
              <a:rPr lang="fr-FR" smtClean="0"/>
              <a:t>8-  COMMENT DANS L’ÉGLISE QUELQU’UN POUVAIT SE RÉJOUIR</a:t>
            </a:r>
          </a:p>
          <a:p>
            <a:r>
              <a:rPr lang="fr-FR" smtClean="0"/>
              <a:t>Como metido en la iglesia ninguno gozar podia</a:t>
            </a:r>
            <a:br>
              <a:rPr lang="fr-FR" smtClean="0"/>
            </a:br>
            <a:r>
              <a:rPr lang="fr-FR" smtClean="0"/>
              <a:t>9-  IL ME DISAIT NOUS NOUS RÉJOUISSONS</a:t>
            </a:r>
          </a:p>
          <a:p>
            <a:r>
              <a:rPr lang="fr-FR" smtClean="0"/>
              <a:t>Me decía nos gozamos </a:t>
            </a:r>
            <a:br>
              <a:rPr lang="fr-FR" smtClean="0"/>
            </a:br>
            <a:r>
              <a:rPr lang="fr-FR" smtClean="0"/>
              <a:t>10-  JE T’INVITE MON FILS JE L’AI ACCOMPAGNÉ À L’ÉGLISE</a:t>
            </a:r>
          </a:p>
          <a:p>
            <a:r>
              <a:rPr lang="fr-FR" smtClean="0"/>
              <a:t>hijo mío yo te invito Y lo acompañe a la iglesia</a:t>
            </a:r>
            <a:br>
              <a:rPr lang="fr-FR" smtClean="0"/>
            </a:br>
            <a:r>
              <a:rPr lang="fr-FR" smtClean="0"/>
              <a:t>11-  ET LÀ-BAS CHRIST ÉTAIT PRÊCHÉ TA PAROLE M’A TOUCHÉ</a:t>
            </a:r>
          </a:p>
          <a:p>
            <a:r>
              <a:rPr lang="fr-FR" smtClean="0"/>
              <a:t>iglesia y allí se predicaba a Cristo Tu palabra me toco</a:t>
            </a:r>
            <a:br>
              <a:rPr lang="fr-FR" smtClean="0"/>
            </a:br>
            <a:r>
              <a:rPr lang="fr-FR" smtClean="0"/>
              <a:t>12-  ET MAINTENANT JE ME SENS SI HEUREUX</a:t>
            </a:r>
          </a:p>
          <a:p>
            <a:r>
              <a:rPr lang="fr-FR" smtClean="0"/>
              <a:t>y ahora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CHRIST A ENLEVÉ DE MA VIE TOUTE TRISTESSE ET TOUS PLEURS</a:t>
            </a:r>
          </a:p>
          <a:p>
            <a:r>
              <a:rPr lang="fr-FR" smtClean="0"/>
              <a:t>Cristo saco de mi vida, toda mi tristeza y llanto</a:t>
            </a:r>
            <a:br>
              <a:rPr lang="fr-FR" smtClean="0"/>
            </a:br>
            <a:r>
              <a:rPr lang="fr-FR" smtClean="0"/>
              <a:t>14-  CAR MON DIEU A CHANGÉ TOUT MON CHAGRIN EN DANSE</a:t>
            </a:r>
          </a:p>
          <a:p>
            <a:r>
              <a:rPr lang="fr-FR" smtClean="0"/>
              <a:t>Porque mi Dios ha cambiado Todo mi lamento en baile</a:t>
            </a:r>
            <a:br>
              <a:rPr lang="fr-FR" smtClean="0"/>
            </a:br>
            <a:r>
              <a:rPr lang="fr-FR" smtClean="0"/>
              <a:t>15-  JE SUIS SI HEUREUX DEPUIS QUE JE ME SUIS CONVERTI</a:t>
            </a:r>
          </a:p>
          <a:p>
            <a:r>
              <a:rPr lang="fr-FR" smtClean="0"/>
              <a:t>Que contento estoy Desde que me converti</a:t>
            </a:r>
            <a:br>
              <a:rPr lang="fr-FR" smtClean="0"/>
            </a:br>
            <a:r>
              <a:rPr lang="fr-FR" smtClean="0"/>
              <a:t>16-  JE SUIS SI HEUREUX J’ACHÈTE MA BIBLE</a:t>
            </a:r>
          </a:p>
          <a:p>
            <a:r>
              <a:rPr lang="fr-FR" smtClean="0"/>
              <a:t>que feliz me siento Mi biblia compre,</a:t>
            </a:r>
            <a:br>
              <a:rPr lang="fr-FR" smtClean="0"/>
            </a:br>
            <a:r>
              <a:rPr lang="fr-FR" smtClean="0"/>
              <a:t>17-  JE SUIS SI HEUREUX ET DE CE LIVRE DE LA LOI</a:t>
            </a:r>
          </a:p>
          <a:p>
            <a:r>
              <a:rPr lang="fr-FR" smtClean="0"/>
              <a:t>que feliz me siento Y de ese libro de la ley</a:t>
            </a:r>
            <a:br>
              <a:rPr lang="fr-FR" smtClean="0"/>
            </a:br>
            <a:r>
              <a:rPr lang="fr-FR" smtClean="0"/>
              <a:t>18-  JE SUIS SI HEUREUX JAMAIS JE NE LE QUITTERAI</a:t>
            </a:r>
          </a:p>
          <a:p>
            <a:r>
              <a:rPr lang="fr-FR" smtClean="0"/>
              <a:t>que feliz me siento Yo jamas me apartaré, </a:t>
            </a:r>
          </a:p>
          <a:p>
            <a:r>
              <a:rPr lang="fr-FR" smtClean="0"/>
              <a:t>19-  JE SUIS SI HEUREUX </a:t>
            </a:r>
          </a:p>
          <a:p>
            <a:r>
              <a:rPr lang="fr-FR" smtClean="0"/>
              <a:t>que feliz me siento</a:t>
            </a:r>
          </a:p>
          <a:p>
            <a:endParaRPr lang="fr-FR" smtClean="0"/>
          </a:p>
          <a:p>
            <a:r>
              <a:rPr lang="fr-FR" smtClean="0"/>
              <a:t>20-  J’AI CRIÉ VERS TOI</a:t>
            </a:r>
          </a:p>
          <a:p>
            <a:r>
              <a:rPr lang="fr-FR" smtClean="0"/>
              <a:t>Porque a tí clame</a:t>
            </a:r>
          </a:p>
          <a:p>
            <a:r>
              <a:rPr lang="fr-FR" smtClean="0"/>
              <a:t>21-  ET TU M’AS GUÉRI ET DE MES CHAGRINS</a:t>
            </a:r>
          </a:p>
          <a:p>
            <a:r>
              <a:rPr lang="fr-FR" smtClean="0"/>
              <a:t>y me sanaste Y de mi tristeza </a:t>
            </a:r>
            <a:br>
              <a:rPr lang="fr-FR" smtClean="0"/>
            </a:br>
            <a:r>
              <a:rPr lang="fr-FR" smtClean="0"/>
              <a:t>22-  TU M’AS LIBÉRÉ S’IL L’A FAIT POUR MOI</a:t>
            </a:r>
          </a:p>
          <a:p>
            <a:r>
              <a:rPr lang="fr-FR" smtClean="0"/>
              <a:t>tu me liberaste Y si por mi lo hizo,</a:t>
            </a:r>
            <a:br>
              <a:rPr lang="fr-FR" smtClean="0"/>
            </a:br>
            <a:r>
              <a:rPr lang="fr-FR" smtClean="0"/>
              <a:t>23-  IL PEUT LE FAIRE POUR TOI C’EST POUR CELA</a:t>
            </a:r>
          </a:p>
          <a:p>
            <a:r>
              <a:rPr lang="fr-FR" smtClean="0"/>
              <a:t>por ti tambien lo hace Por eso </a:t>
            </a:r>
            <a:br>
              <a:rPr lang="fr-FR" smtClean="0"/>
            </a:br>
            <a:r>
              <a:rPr lang="fr-FR" smtClean="0"/>
              <a:t>24-  QUE JE T’INVITE À CHERCHER CHRIST ET SI TOI AUSSI TU CHANTES AVEC MOI</a:t>
            </a:r>
          </a:p>
          <a:p>
            <a:r>
              <a:rPr lang="fr-FR" smtClean="0"/>
              <a:t>te invito a buscar de Cristo Y así tu tambien ; cantes conmigo</a:t>
            </a:r>
          </a:p>
          <a:p>
            <a:r>
              <a:rPr lang="fr-FR" smtClean="0"/>
              <a:t>25-  JE ME SENS SI HEUREUX VIENS, CHANTE CE REFRAIN AVEC MOI</a:t>
            </a:r>
          </a:p>
          <a:p>
            <a:r>
              <a:rPr lang="fr-FR" smtClean="0"/>
              <a:t>Que feliz me siento Ven canta este coro conmigo </a:t>
            </a:r>
            <a:br>
              <a:rPr lang="fr-FR" smtClean="0"/>
            </a:br>
            <a:r>
              <a:rPr lang="fr-FR" smtClean="0"/>
              <a:t>26-  JE SUIS SI HEUREUX LÈVE TES MAINS, JE SUIS SI HEUREUX</a:t>
            </a:r>
          </a:p>
          <a:p>
            <a:r>
              <a:rPr lang="fr-FR" smtClean="0"/>
              <a:t>que feliz me siento Levanta tus manos, que feliz me siento</a:t>
            </a:r>
            <a:br>
              <a:rPr lang="fr-FR" smtClean="0"/>
            </a:br>
            <a:r>
              <a:rPr lang="fr-FR" smtClean="0"/>
              <a:t>27-  POUR QUE TU LOUES AVEC MOI JE SUIS SI HEUREUX </a:t>
            </a:r>
          </a:p>
          <a:p>
            <a:r>
              <a:rPr lang="fr-FR" smtClean="0"/>
              <a:t>Para que le alabes conmigo, que feliz me siento</a:t>
            </a:r>
          </a:p>
          <a:p>
            <a:endParaRPr lang="fr-FR" smtClean="0"/>
          </a:p>
          <a:p>
            <a:r>
              <a:rPr lang="fr-FR" smtClean="0"/>
              <a:t>28-  J’AI CRIÉ VERS DIEU, ET TU M’AS GUÉRI ET DE MES CHAGRINS, TU M’AS LIBÉRÉ</a:t>
            </a:r>
          </a:p>
          <a:p>
            <a:r>
              <a:rPr lang="fr-FR" smtClean="0"/>
              <a:t>A mi Dios clame y me sanaste Y de mi tristeza tu me liberaste</a:t>
            </a:r>
            <a:br>
              <a:rPr lang="fr-FR" smtClean="0"/>
            </a:br>
            <a:r>
              <a:rPr lang="fr-FR" smtClean="0"/>
              <a:t>29-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30-  POUR QUE TU CHANTES AVEC MOI JE ME SENS SI HEUREUX</a:t>
            </a:r>
          </a:p>
          <a:p>
            <a:r>
              <a:rPr lang="fr-FR" smtClean="0"/>
              <a:t>Para que tu tambien cantes conmigo Que feliz me siento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31-  HE HE HEY VIENS POUR QUE TU CHANTES</a:t>
            </a:r>
          </a:p>
          <a:p>
            <a:r>
              <a:rPr lang="fr-FR" smtClean="0"/>
              <a:t>He hey Ven para que cantes</a:t>
            </a:r>
          </a:p>
          <a:p>
            <a:r>
              <a:rPr lang="fr-FR" smtClean="0"/>
              <a:t>32-  AVEC TON AMI MIGUELITO NE TE TROMPE PAS</a:t>
            </a:r>
          </a:p>
          <a:p>
            <a:r>
              <a:rPr lang="fr-FR" smtClean="0"/>
              <a:t>con tu amigo Miguelito no me confundas</a:t>
            </a:r>
            <a:br>
              <a:rPr lang="fr-FR" smtClean="0"/>
            </a:br>
            <a:r>
              <a:rPr lang="fr-FR" smtClean="0"/>
              <a:t>33-  CAR JE SUIS RÉNOVÉ EN CHRIST  </a:t>
            </a:r>
          </a:p>
          <a:p>
            <a:r>
              <a:rPr lang="fr-FR" smtClean="0"/>
              <a:t>porque estoy renovado en Cristo</a:t>
            </a:r>
          </a:p>
          <a:p>
            <a:r>
              <a:rPr lang="fr-FR" smtClean="0"/>
              <a:t>34-  HE HE HEY, ALLÉLUIA  GLOIRE À DIEU </a:t>
            </a:r>
          </a:p>
          <a:p>
            <a:r>
              <a:rPr lang="fr-FR" smtClean="0"/>
              <a:t>Hehey aleluya ; gloria a Dios</a:t>
            </a:r>
          </a:p>
          <a:p>
            <a:r>
              <a:rPr lang="fr-FR" smtClean="0"/>
              <a:t>35-  JE ME SENS SI HEUREUX </a:t>
            </a:r>
          </a:p>
          <a:p>
            <a:r>
              <a:rPr lang="fr-FR" smtClean="0"/>
              <a:t>Que contento estoy
36-  DEPUIS QUE JE ME SUIS CONVERTI JE SUIS SI HEUREUX</a:t>
            </a:r>
          </a:p>
          <a:p>
            <a:r>
              <a:rPr lang="fr-FR" smtClean="0"/>
              <a:t>Desde que me converti,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37-  J’AI ACHETÉ MA BIBLE JE SUIS SI HEUREUX</a:t>
            </a:r>
          </a:p>
          <a:p>
            <a:r>
              <a:rPr lang="fr-FR" smtClean="0"/>
              <a:t>Mi biblia compre, que feliz me siento</a:t>
            </a:r>
            <a:br>
              <a:rPr lang="fr-FR" smtClean="0"/>
            </a:br>
            <a:r>
              <a:rPr lang="fr-FR" smtClean="0"/>
              <a:t>38-  ET DE CE LIVRE DE LA LOI JE SUIS SI HEUREUX</a:t>
            </a:r>
          </a:p>
          <a:p>
            <a:r>
              <a:rPr lang="fr-FR" smtClean="0"/>
              <a:t>Y de ese libro de la ley, que feliz me siento</a:t>
            </a:r>
            <a:br>
              <a:rPr lang="fr-FR" smtClean="0"/>
            </a:br>
            <a:r>
              <a:rPr lang="fr-FR" smtClean="0"/>
              <a:t>39-  JAMAIS JE NE LE QUITTERAI JE SUIS SI HEUREUX </a:t>
            </a:r>
          </a:p>
          <a:p>
            <a:r>
              <a:rPr lang="fr-FR" smtClean="0"/>
              <a:t>Yo jamas me apartare, que feliz me siento</a:t>
            </a:r>
            <a:br>
              <a:rPr lang="fr-FR" smtClean="0"/>
            </a:br>
            <a:r>
              <a:rPr lang="fr-FR" smtClean="0"/>
              <a:t>40-  J’AI CRIÉ VERS TOI, ET TU M’AS GUÉRI ET DE MES CHAGRINS, TU M’AS LIBÉRÉ</a:t>
            </a:r>
          </a:p>
          <a:p>
            <a:r>
              <a:rPr lang="fr-FR" smtClean="0"/>
              <a:t>Por que a ti clame y tu me sanaste Y de mi tristeza tu me liberaste</a:t>
            </a:r>
            <a:br>
              <a:rPr lang="fr-FR" smtClean="0"/>
            </a:br>
            <a:r>
              <a:rPr lang="fr-FR" smtClean="0"/>
              <a:t>41-  C’EST POUR CELA QUE JE T’INVITE À CHERCHER CHRIST</a:t>
            </a:r>
          </a:p>
          <a:p>
            <a:r>
              <a:rPr lang="fr-FR" smtClean="0"/>
              <a:t>Por eso te invito a buscar de Cristo</a:t>
            </a:r>
            <a:br>
              <a:rPr lang="fr-FR" smtClean="0"/>
            </a:br>
            <a:r>
              <a:rPr lang="fr-FR" smtClean="0"/>
              <a:t>42-  ET TU POURRAS DIRE JE ME SENS SI HEUREUX</a:t>
            </a:r>
          </a:p>
          <a:p>
            <a:r>
              <a:rPr lang="fr-FR" smtClean="0"/>
              <a:t>Y puedas decir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43-  JE ME SENS SI HEUREUX DEPUIS QUE JE ME SUIS CONVERTI</a:t>
            </a:r>
          </a:p>
          <a:p>
            <a:r>
              <a:rPr lang="fr-FR" smtClean="0"/>
              <a:t>Que contento estoy, Desde que me converti</a:t>
            </a:r>
            <a:br>
              <a:rPr lang="fr-FR" smtClean="0"/>
            </a:br>
            <a:r>
              <a:rPr lang="fr-FR" smtClean="0"/>
              <a:t>44-  JE SUIS SI HEUREUX JAMAIS JE NE LE QUITTERAI</a:t>
            </a:r>
          </a:p>
          <a:p>
            <a:r>
              <a:rPr lang="fr-FR" smtClean="0"/>
              <a:t>Yo jamas me apartare ; Que feliz me siento</a:t>
            </a:r>
            <a:br>
              <a:rPr lang="fr-FR" smtClean="0"/>
            </a:br>
            <a:r>
              <a:rPr lang="fr-FR" smtClean="0"/>
              <a:t>45-  JE SUIS SI HEUREUX AUSSI COMME MON BEAU-PÈRE</a:t>
            </a:r>
          </a:p>
          <a:p>
            <a:r>
              <a:rPr lang="fr-FR" smtClean="0"/>
              <a:t>Igual que mi suegro, que feliz me siento</a:t>
            </a:r>
            <a:br>
              <a:rPr lang="fr-FR" smtClean="0"/>
            </a:br>
            <a:r>
              <a:rPr lang="fr-FR" smtClean="0"/>
              <a:t>46-  JE SUIS HEUREUX JE MARCHE AVEC MA BIBLE</a:t>
            </a:r>
          </a:p>
          <a:p>
            <a:r>
              <a:rPr lang="fr-FR" smtClean="0"/>
              <a:t>Ando con mi biblia, que feliz me siento</a:t>
            </a:r>
            <a:br>
              <a:rPr lang="fr-FR" smtClean="0"/>
            </a:br>
            <a:r>
              <a:rPr lang="fr-FR" smtClean="0"/>
              <a:t>47-  JE SUIS HEUREUX JE VAIS À L’ÉGLISE, JE SUIS HEUREUX</a:t>
            </a:r>
          </a:p>
          <a:p>
            <a:r>
              <a:rPr lang="fr-FR" smtClean="0"/>
              <a:t>Camino a la iglesia, que feliz me siento</a:t>
            </a:r>
            <a:br>
              <a:rPr lang="fr-FR" smtClean="0"/>
            </a:br>
            <a:r>
              <a:rPr lang="fr-FR" smtClean="0"/>
              <a:t>48-  J’Y VAIS CHAQUE JOUR JE SUIS HEUREUX </a:t>
            </a:r>
          </a:p>
          <a:p>
            <a:r>
              <a:rPr lang="fr-FR" smtClean="0"/>
              <a:t>Yo voy cada dia, que feliz me siento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49-  HE HE HEY </a:t>
            </a:r>
          </a:p>
          <a:p>
            <a:r>
              <a:rPr lang="fr-FR" smtClean="0"/>
              <a:t>50-  VIENS POUR QUE TU CHANTES AVEC TON AMI MIGUELITO</a:t>
            </a:r>
          </a:p>
          <a:p>
            <a:r>
              <a:rPr lang="fr-FR" smtClean="0"/>
              <a:t>Yo soy tu amigo miguelito,</a:t>
            </a:r>
            <a:br>
              <a:rPr lang="fr-FR" smtClean="0"/>
            </a:br>
            <a:r>
              <a:rPr lang="fr-FR" smtClean="0"/>
              <a:t>51-  NE TE TROMPE PAS CAR JE SUIS RÉNOVÉ EN CHRIST</a:t>
            </a:r>
          </a:p>
          <a:p>
            <a:r>
              <a:rPr lang="fr-FR" smtClean="0"/>
              <a:t>no me confundas pero Renovado en Cristo</a:t>
            </a:r>
          </a:p>
          <a:p>
            <a:endParaRPr lang="fr-FR" smtClean="0"/>
          </a:p>
          <a:p>
            <a:r>
              <a:rPr lang="fr-FR" smtClean="0"/>
              <a:t>52-  ALLÉLUIA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052012-BEF7-4590-B1F1-0EC462AD8FE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D4E798-84B4-474B-8C30-38153EB4A84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D7F339-ABD2-4B7B-920A-4622A939154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88375A-F5B9-48D1-888F-F342D095F43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B9220D-B875-483F-A37F-8D15853FF2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EBA877-F0A6-4727-AC26-791CA2A5E01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04EDA4-BC13-4C2F-ABF8-5110565E986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8BB34C-E065-411A-A4A6-C3539CD243A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B76AB4-A5B5-49C2-92C1-5EE3C64232F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41192F-7CFD-4F72-8851-B7DB1BC421C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1DE05C-08F9-42C6-8FF2-2A73C9FF5BA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B39DE2-4A20-4C21-98C1-484F77428D3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HE </a:t>
            </a:r>
            <a:r>
              <a:rPr lang="en-US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HE</a:t>
            </a: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en-US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TÉMOIGNAGE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 TEMPS DE MERENGUE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TON AMI MIGUELITO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TE TROMPE PAS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RÉNOVÉ EN CHRIST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LA BIBLE SOUS LE BRAS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BEAU-PÈRE ALLAIT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L’ÉGLISE CHAQUE SOIR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IL RENTRAIT TRÈS HEUREUX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CHAQUE JOUR AVEC PLUS DE JOIE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JE NE COMPRENAIS PAS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COMMENT DANS L’ÉGLISE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QUELQU’UN POUVAIT SE RÉJOUIR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ME DISAIT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NOUS RÉJOUISSONS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T’INVITE MON FILS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L’AI ACCOMPAGNÉ À L’ÉGLISE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LÀ-BAS CHRIST ÉTAIT PRÊCHÉ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 PAROLE M’A TOUCHÉ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MAINTENANT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ME SENS SI HEUREUX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CHRIST A ENLEVÉ DE MA VIE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TOUTE TRISTESSE ET TOUS PLEURS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MON DIEU A CHANGÉ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MON CHAGRIN EN DANSE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SI HEUREUX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DEPUIS QUE JE ME SUIS CONVERTI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SI HEUREUX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J’ACHÈTE MA BIBLE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SI HEUREUX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DE CE LIVRE DE LA LOI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SI HEUREUX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JAMAIS JE NE LE QUITTERAI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SI HEUREUX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CRIÉ VERS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TU M’AS GUÉRI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DE MES CHAGRINS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M’AS LIBÉRÉ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S’IL L’A FAIT POUR MOI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PEUT LE FAIRE POUR TOI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POUR CELA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JE T’INVITE À CHERCHER CHRIST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SI TOI AUSSI TU CHANTES AVEC MOI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ME SENS SI HEUREUX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VIENS, CHANTE CE REFRAIN AVEC MOI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SI HEUREUX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LÈVE TES MAINS, JE SUIS SI HEUREUX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QUE TU LOUES AVEC MOI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SI HEUREUX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CRIÉ VERS DIEU, ET TU M’AS GUÉRI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DE MES CHAGRINS, TU M’AS LIBÉRÉ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POUR CELA QUE JE T’INVITE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CHERCHER CHRIST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QUE TU CHANTES AVEC MOI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ME SENS SI HEUREUX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HE HE HEY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VIENS POUR QUE TU CHANTES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TON AMI MIGUELITO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TE TROMPE PAS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s-E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JE SUIS RÉNOVÉ EN CHRIST </a:t>
            </a:r>
            <a:br>
              <a:rPr lang="es-E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s-E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HE </a:t>
            </a:r>
            <a:r>
              <a:rPr lang="es-ES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HE</a:t>
            </a:r>
            <a:r>
              <a:rPr lang="es-E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HEY, ALLÉLUIA</a:t>
            </a:r>
            <a:br>
              <a:rPr lang="es-E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GLOIRE À DIEU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ME SENS SI HEUREUX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DEPUIS QUE JE ME SUIS CONVERTI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SI HEUREUX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ACHETÉ MA BIBLE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SI HEUREUX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DE CE LIVRE DE LA LOI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SI HEUREUX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JAMAIS JE NE LE QUITTERAI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SI HEUREUX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CRIÉ VERS TOI, ET TU M’AS GUÉRI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DE MES CHAGRINS, TU M’AS LIBÉRÉ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POUR CELA QUE JE T’INVITE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CHERCHER CHRIST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TU POURRAS DIRE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ME SENS SI HEUREUX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ME SENS SI HEUREUX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DEPUIS QUE JE ME SUIS CONVERTI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SI HEUREUX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JAMAIS JE NE LE QUITTERAI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SI HEUREUX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AUSSI COMME MON BEAU-PÈRE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HEUREUX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MARCHE AVEC MA BIBLE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HEUREUX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VAIS À L’ÉGLISE, JE SUIS HEUREUX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J’Y VAIS CHAQUE JOUR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HEUREUX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HE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HE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HEY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VIENS POUR QUE TU CHANTES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TON AMI MIGUELITO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TE TROMPE PAS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JE SUIS RÉNOVÉ EN CHRIST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s-E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ALLÉLUIA
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1639</TotalTime>
  <Words>652</Words>
  <Application>Microsoft Office PowerPoint</Application>
  <PresentationFormat>On-screen Show (4:3)</PresentationFormat>
  <Paragraphs>7540</Paragraphs>
  <Slides>52</Slides>
  <Notes>52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52</vt:i4>
      </vt:variant>
    </vt:vector>
  </HeadingPairs>
  <TitlesOfParts>
    <vt:vector size="56" baseType="lpstr">
      <vt:lpstr>Franklin Gothic Medium</vt:lpstr>
      <vt:lpstr>Arial</vt:lpstr>
      <vt:lpstr>Calibri</vt:lpstr>
      <vt:lpstr>Default Design</vt:lpstr>
      <vt:lpstr>HE HE HE</vt:lpstr>
      <vt:lpstr>MON TÉMOIGNAGE AU TEMPS DE MERENGUE</vt:lpstr>
      <vt:lpstr>JE SUIS TON AMI MIGUELITO NE TE TROMPE PAS </vt:lpstr>
      <vt:lpstr>RÉNOVÉ EN CHRIST</vt:lpstr>
      <vt:lpstr>AVEC LA BIBLE SOUS LE BRAS MON BEAU-PÈRE ALLAIT </vt:lpstr>
      <vt:lpstr>À L’ÉGLISE CHAQUE SOIR ET IL RENTRAIT TRÈS HEUREUX </vt:lpstr>
      <vt:lpstr>CHAQUE JOUR AVEC PLUS DE JOIE MAIS JE NE COMPRENAIS PAS </vt:lpstr>
      <vt:lpstr>COMMENT DANS L’ÉGLISE QUELQU’UN POUVAIT SE RÉJOUIR </vt:lpstr>
      <vt:lpstr>IL ME DISAIT NOUS NOUS RÉJOUISSONS </vt:lpstr>
      <vt:lpstr>JE T’INVITE MON FILS JE L’AI ACCOMPAGNÉ À L’ÉGLISE </vt:lpstr>
      <vt:lpstr>ET LÀ-BAS CHRIST ÉTAIT PRÊCHÉ TA PAROLE M’A TOUCHÉ </vt:lpstr>
      <vt:lpstr>ET MAINTENANT JE ME SENS SI HEUREUX </vt:lpstr>
      <vt:lpstr>CHRIST A ENLEVÉ DE MA VIE TOUTE TRISTESSE ET TOUS PLEURS </vt:lpstr>
      <vt:lpstr>CAR MON DIEU A CHANGÉ TOUT MON CHAGRIN EN DANSE </vt:lpstr>
      <vt:lpstr>JE SUIS SI HEUREUX DEPUIS QUE JE ME SUIS CONVERTI </vt:lpstr>
      <vt:lpstr>JE SUIS SI HEUREUX J’ACHÈTE MA BIBLE </vt:lpstr>
      <vt:lpstr>JE SUIS SI HEUREUX ET DE CE LIVRE DE LA LOI </vt:lpstr>
      <vt:lpstr>JE SUIS SI HEUREUX JAMAIS JE NE LE QUITTERAI </vt:lpstr>
      <vt:lpstr>JE SUIS SI HEUREUX </vt:lpstr>
      <vt:lpstr>J’AI CRIÉ VERS TOI</vt:lpstr>
      <vt:lpstr>ET TU M’AS GUÉRI ET DE MES CHAGRINS </vt:lpstr>
      <vt:lpstr>TU M’AS LIBÉRÉ S’IL L’A FAIT POUR MOI </vt:lpstr>
      <vt:lpstr>IL PEUT LE FAIRE POUR TOI C’EST POUR CELA </vt:lpstr>
      <vt:lpstr>QUE JE T’INVITE À CHERCHER CHRIST ET SI TOI AUSSI TU CHANTES AVEC MOI </vt:lpstr>
      <vt:lpstr>JE ME SENS SI HEUREUX VIENS, CHANTE CE REFRAIN AVEC MOI </vt:lpstr>
      <vt:lpstr>JE SUIS SI HEUREUX LÈVE TES MAINS, JE SUIS SI HEUREUX </vt:lpstr>
      <vt:lpstr>POUR QUE TU LOUES AVEC MOI JE SUIS SI HEUREUX  </vt:lpstr>
      <vt:lpstr>J’AI CRIÉ VERS DIEU, ET TU M’AS GUÉRI ET DE MES CHAGRINS, TU M’AS LIBÉRÉ </vt:lpstr>
      <vt:lpstr>C’EST POUR CELA QUE JE T’INVITE À CHERCHER CHRIST </vt:lpstr>
      <vt:lpstr>POUR QUE TU CHANTES AVEC MOI JE ME SENS SI HEUREUX  </vt:lpstr>
      <vt:lpstr>HE HE HEY VIENS POUR QUE TU CHANTES </vt:lpstr>
      <vt:lpstr>AVEC TON AMI MIGUELITO NE TE TROMPE PAS </vt:lpstr>
      <vt:lpstr>CAR JE SUIS RÉNOVÉ EN CHRIST  </vt:lpstr>
      <vt:lpstr>HE HE HEY, ALLÉLUIA  GLOIRE À DIEU</vt:lpstr>
      <vt:lpstr>JE ME SENS SI HEUREUX </vt:lpstr>
      <vt:lpstr>DEPUIS QUE JE ME SUIS CONVERTI JE SUIS SI HEUREUX </vt:lpstr>
      <vt:lpstr>J’AI ACHETÉ MA BIBLE JE SUIS SI HEUREUX </vt:lpstr>
      <vt:lpstr>ET DE CE LIVRE DE LA LOI JE SUIS SI HEUREUX </vt:lpstr>
      <vt:lpstr>JAMAIS JE NE LE QUITTERAI JE SUIS SI HEUREUX  </vt:lpstr>
      <vt:lpstr>J’AI CRIÉ VERS TOI, ET TU M’AS GUÉRI ET DE MES CHAGRINS, TU M’AS LIBÉRÉ </vt:lpstr>
      <vt:lpstr>C’EST POUR CELA QUE JE T’INVITE À CHERCHER CHRIST </vt:lpstr>
      <vt:lpstr>ET TU POURRAS DIRE JE ME SENS SI HEUREUX </vt:lpstr>
      <vt:lpstr>JE ME SENS SI HEUREUX DEPUIS QUE JE ME SUIS CONVERTI </vt:lpstr>
      <vt:lpstr>JE SUIS SI HEUREUX JAMAIS JE NE LE QUITTERAI </vt:lpstr>
      <vt:lpstr>JE SUIS SI HEUREUX AUSSI COMME MON BEAU-PÈRE </vt:lpstr>
      <vt:lpstr>JE SUIS HEUREUX JE MARCHE AVEC MA BIBLE </vt:lpstr>
      <vt:lpstr>JE SUIS HEUREUX JE VAIS À L’ÉGLISE, JE SUIS HEUREUX </vt:lpstr>
      <vt:lpstr>J’Y VAIS CHAQUE JOUR JE SUIS HEUREUX  </vt:lpstr>
      <vt:lpstr>HE HE HEY</vt:lpstr>
      <vt:lpstr>VIENS POUR QUE TU CHANTES AVEC TON AMI MIGUELITO </vt:lpstr>
      <vt:lpstr>NE TE TROMPE PAS CAR JE SUIS RÉNOVÉ EN CHRIST </vt:lpstr>
      <vt:lpstr>ALLÉLUIA
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Charis</cp:lastModifiedBy>
  <cp:revision>153</cp:revision>
  <dcterms:created xsi:type="dcterms:W3CDTF">2002-08-17T10:50:50Z</dcterms:created>
  <dcterms:modified xsi:type="dcterms:W3CDTF">2014-12-28T05:48:48Z</dcterms:modified>
</cp:coreProperties>
</file>