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70" r:id="rId2"/>
    <p:sldId id="290" r:id="rId3"/>
    <p:sldId id="291" r:id="rId4"/>
    <p:sldId id="289" r:id="rId5"/>
    <p:sldId id="292" r:id="rId6"/>
    <p:sldId id="288" r:id="rId7"/>
    <p:sldId id="287" r:id="rId8"/>
    <p:sldId id="293" r:id="rId9"/>
    <p:sldId id="286" r:id="rId10"/>
    <p:sldId id="294" r:id="rId11"/>
    <p:sldId id="295" r:id="rId12"/>
    <p:sldId id="285" r:id="rId13"/>
    <p:sldId id="296" r:id="rId14"/>
    <p:sldId id="284" r:id="rId15"/>
    <p:sldId id="297" r:id="rId16"/>
    <p:sldId id="298" r:id="rId17"/>
    <p:sldId id="283" r:id="rId18"/>
    <p:sldId id="299" r:id="rId19"/>
    <p:sldId id="282" r:id="rId20"/>
    <p:sldId id="281" r:id="rId21"/>
    <p:sldId id="280" r:id="rId22"/>
    <p:sldId id="279" r:id="rId23"/>
    <p:sldId id="300" r:id="rId24"/>
    <p:sldId id="278" r:id="rId25"/>
    <p:sldId id="301" r:id="rId26"/>
    <p:sldId id="277" r:id="rId27"/>
    <p:sldId id="302" r:id="rId28"/>
    <p:sldId id="276" r:id="rId29"/>
    <p:sldId id="303" r:id="rId30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56265" autoAdjust="0"/>
  </p:normalViewPr>
  <p:slideViewPr>
    <p:cSldViewPr>
      <p:cViewPr>
        <p:scale>
          <a:sx n="44" d="100"/>
          <a:sy n="44" d="100"/>
        </p:scale>
        <p:origin x="-474" y="-3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1E9A2259-F19F-41F5-9089-92BFC2BD8F8A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3CB3EB3-78C2-477A-B182-F5B921A54943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JE SUIS TON AMI MIGUELITO NE TE TROMPE PAS 
</a:t>
            </a:r>
          </a:p>
          <a:p>
            <a:pPr>
              <a:defRPr/>
            </a:pPr>
            <a:r>
              <a:rPr lang="fr-FR" dirty="0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pPr>
              <a:defRPr/>
            </a:pPr>
            <a:r>
              <a:rPr lang="fr-FR" dirty="0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pPr>
              <a:defRPr/>
            </a:pPr>
            <a:r>
              <a:rPr lang="fr-FR" dirty="0" smtClean="0"/>
              <a:t>	9-  AVEC LES MAINS ET LES PIEDS AVEC LEUR BOUCHE 
	10-  AVEC LEURS PENSÉES, AVEC LEUR CORPS ET AVEC TOUTE LEUR ÂME 
	11-  AVEC TOUTE LEUR ÂME 
</a:t>
            </a:r>
          </a:p>
          <a:p>
            <a:pPr>
              <a:defRPr/>
            </a:pPr>
            <a:r>
              <a:rPr lang="fr-FR" dirty="0" smtClean="0"/>
              <a:t>12-  GLOIRE À DIEU JE SUIS TON AMI MIGUELITO, NE TE TROMPE PAS ! 
13-  QUEL BONHEUR ! 
</a:t>
            </a:r>
          </a:p>
          <a:p>
            <a:pPr>
              <a:defRPr/>
            </a:pPr>
            <a:r>
              <a:rPr lang="fr-FR" dirty="0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pPr>
              <a:defRPr/>
            </a:pPr>
            <a:r>
              <a:rPr lang="fr-FR" dirty="0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pPr>
              <a:defRPr/>
            </a:pPr>
            <a:r>
              <a:rPr lang="fr-FR" dirty="0" smtClean="0"/>
              <a:t>	22-  LE SEIGNEUR AIME QU’ON LE LOUE 
	23-  AUX SONS DES CHOFARS DES TAMBOURINS ET DES DANSES 
</a:t>
            </a:r>
          </a:p>
          <a:p>
            <a:pPr>
              <a:defRPr/>
            </a:pPr>
            <a:r>
              <a:rPr lang="fr-FR" dirty="0" smtClean="0"/>
              <a:t>24-  ET EN FRAPPANT DES MAINS EN FRAPPANT DES MAINS    X8
25-  C’EST SI BON ! 
</a:t>
            </a:r>
          </a:p>
          <a:p>
            <a:pPr>
              <a:defRPr/>
            </a:pPr>
            <a:r>
              <a:rPr lang="fr-FR" dirty="0" smtClean="0"/>
              <a:t>	26-  ET MAINTENANT JE VEUX QUE TOUT LE MONDE FRAPPE DES MAINS 
	27-  QUE CHACUN FRAPPE DES MAINS    X8 
</a:t>
            </a:r>
          </a:p>
          <a:p>
            <a:pPr>
              <a:defRPr/>
            </a:pPr>
            <a:r>
              <a:rPr lang="fr-FR" dirty="0" smtClean="0"/>
              <a:t>28-  ET MAINTENANT NOUS VOULONS QUE MIGUELITO DANSE 
29-  QUE MIGUELITO DANSE QUE MIGUELITO DANSE     X 16</a:t>
            </a:r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</a:t>
            </a:r>
          </a:p>
          <a:p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r>
              <a:rPr lang="fr-FR" smtClean="0"/>
              <a:t>12-  GLOIRE À DIEU JE SUIS TON AMI MIGUELITO, NE TE TROMPE PAS ! 
13-  QUEL BONHEUR ! 
</a:t>
            </a:r>
          </a:p>
          <a:p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r>
              <a:rPr lang="fr-FR" smtClean="0"/>
              <a:t>	22-  LE SEIGNEUR AIME QU’ON LE LOUE 
	23-  AUX SONS DES CHOFARS DES TAMBOURINS ET DES DANSES 
</a:t>
            </a:r>
          </a:p>
          <a:p>
            <a:r>
              <a:rPr lang="fr-FR" smtClean="0"/>
              <a:t>24-  ET EN FRAPPANT DES MAINS EN FRAPPANT DES MAINS    X8
25-  C’EST SI BON ! 
</a:t>
            </a:r>
          </a:p>
          <a:p>
            <a:r>
              <a:rPr lang="fr-FR" smtClean="0"/>
              <a:t>	26-  ET MAINTENANT JE VEUX QUE TOUT LE MONDE FRAPPE DES MAINS 
	27-  QUE CHACUN FRAPPE DES MAINS    X8 
</a:t>
            </a:r>
          </a:p>
          <a:p>
            <a:r>
              <a:rPr lang="fr-FR" smtClean="0"/>
              <a:t>28-  ET MAINTENANT NOUS VOULONS QUE MIGUELITO DANSE 
29-  QUE MIGUELITO DANSE QUE MIGUELITO DANSE     X 16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TON AMI MIGUELITO NE TE TROMPE PAS 
</a:t>
            </a:r>
          </a:p>
          <a:p>
            <a:pPr>
              <a:defRPr/>
            </a:pPr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pPr>
              <a:defRPr/>
            </a:pPr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pPr>
              <a:defRPr/>
            </a:pPr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pPr>
              <a:defRPr/>
            </a:pPr>
            <a:r>
              <a:rPr lang="fr-FR" smtClean="0"/>
              <a:t>12-  GLOIRE À DIEU JE SUIS TON AMI MIGUELITO, NE TE TROMPE PAS ! 
13-  QUEL BONHEUR ! 
</a:t>
            </a:r>
          </a:p>
          <a:p>
            <a:pPr>
              <a:defRPr/>
            </a:pPr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pPr>
              <a:defRPr/>
            </a:pPr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pPr>
              <a:defRPr/>
            </a:pPr>
            <a:r>
              <a:rPr lang="fr-FR" smtClean="0"/>
              <a:t>	22-  LE SEIGNEUR AIME QU’ON LE LOUE 
	23-  AUX SONS DES CHOFARS DES TAMBOURINS ET DES DANSES 
</a:t>
            </a:r>
          </a:p>
          <a:p>
            <a:pPr>
              <a:defRPr/>
            </a:pPr>
            <a:r>
              <a:rPr lang="fr-FR" smtClean="0"/>
              <a:t>24-  ET EN FRAPPANT DES MAINS EN FRAPPANT DES MAINS    X8
25-  C’EST SI BON ! 
</a:t>
            </a:r>
          </a:p>
          <a:p>
            <a:pPr>
              <a:defRPr/>
            </a:pPr>
            <a:r>
              <a:rPr lang="fr-FR" smtClean="0"/>
              <a:t>	26-  ET MAINTENANT JE VEUX QUE TOUT LE MONDE FRAPPE DES MAINS 
	27-  QUE CHACUN FRAPPE DES MAINS    X8 
</a:t>
            </a:r>
          </a:p>
          <a:p>
            <a:pPr>
              <a:defRPr/>
            </a:pPr>
            <a:r>
              <a:rPr lang="fr-FR" smtClean="0"/>
              <a:t>28-  ET MAINTENANT NOUS VOULONS QUE MIGUELITO DANSE 
29-  QUE MIGUELITO DANSE QUE MIGUELITO DANSE     X 16</a:t>
            </a: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</a:t>
            </a:r>
          </a:p>
          <a:p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r>
              <a:rPr lang="fr-FR" smtClean="0"/>
              <a:t>12-  GLOIRE À DIEU JE SUIS TON AMI MIGUELITO, NE TE TROMPE PAS ! 
13-  QUEL BONHEUR ! 
</a:t>
            </a:r>
          </a:p>
          <a:p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r>
              <a:rPr lang="fr-FR" smtClean="0"/>
              <a:t>	22-  LE SEIGNEUR AIME QU’ON LE LOUE 
	23-  AUX SONS DES CHOFARS DES TAMBOURINS ET DES DANSES 
</a:t>
            </a:r>
          </a:p>
          <a:p>
            <a:r>
              <a:rPr lang="fr-FR" smtClean="0"/>
              <a:t>24-  ET EN FRAPPANT DES MAINS EN FRAPPANT DES MAINS    X8
25-  C’EST SI BON ! 
</a:t>
            </a:r>
          </a:p>
          <a:p>
            <a:r>
              <a:rPr lang="fr-FR" smtClean="0"/>
              <a:t>	26-  ET MAINTENANT JE VEUX QUE TOUT LE MONDE FRAPPE DES MAINS 
	27-  QUE CHACUN FRAPPE DES MAINS    X8 
</a:t>
            </a:r>
          </a:p>
          <a:p>
            <a:r>
              <a:rPr lang="fr-FR" smtClean="0"/>
              <a:t>28-  ET MAINTENANT NOUS VOULONS QUE MIGUELITO DANSE 
29-  QUE MIGUELITO DANSE QUE MIGUELITO DANSE     X 16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TON AMI MIGUELITO NE TE TROMPE PAS 
</a:t>
            </a:r>
          </a:p>
          <a:p>
            <a:pPr>
              <a:defRPr/>
            </a:pPr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pPr>
              <a:defRPr/>
            </a:pPr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pPr>
              <a:defRPr/>
            </a:pPr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pPr>
              <a:defRPr/>
            </a:pPr>
            <a:r>
              <a:rPr lang="fr-FR" smtClean="0"/>
              <a:t>12-  GLOIRE À DIEU JE SUIS TON AMI MIGUELITO, NE TE TROMPE PAS ! 
13-  QUEL BONHEUR ! 
</a:t>
            </a:r>
          </a:p>
          <a:p>
            <a:pPr>
              <a:defRPr/>
            </a:pPr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pPr>
              <a:defRPr/>
            </a:pPr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pPr>
              <a:defRPr/>
            </a:pPr>
            <a:r>
              <a:rPr lang="fr-FR" smtClean="0"/>
              <a:t>	22-  LE SEIGNEUR AIME QU’ON LE LOUE 
	23-  AUX SONS DES CHOFARS DES TAMBOURINS ET DES DANSES 
</a:t>
            </a:r>
          </a:p>
          <a:p>
            <a:pPr>
              <a:defRPr/>
            </a:pPr>
            <a:r>
              <a:rPr lang="fr-FR" smtClean="0"/>
              <a:t>24-  ET EN FRAPPANT DES MAINS EN FRAPPANT DES MAINS    X8
25-  C’EST SI BON ! 
</a:t>
            </a:r>
          </a:p>
          <a:p>
            <a:pPr>
              <a:defRPr/>
            </a:pPr>
            <a:r>
              <a:rPr lang="fr-FR" smtClean="0"/>
              <a:t>	26-  ET MAINTENANT JE VEUX QUE TOUT LE MONDE FRAPPE DES MAINS 
	27-  QUE CHACUN FRAPPE DES MAINS    X8 
</a:t>
            </a:r>
          </a:p>
          <a:p>
            <a:pPr>
              <a:defRPr/>
            </a:pPr>
            <a:r>
              <a:rPr lang="fr-FR" smtClean="0"/>
              <a:t>28-  ET MAINTENANT NOUS VOULONS QUE MIGUELITO DANSE 
29-  QUE MIGUELITO DANSE QUE MIGUELITO DANSE     X 16</a:t>
            </a: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</a:t>
            </a:r>
          </a:p>
          <a:p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r>
              <a:rPr lang="fr-FR" smtClean="0"/>
              <a:t>12-  GLOIRE À DIEU JE SUIS TON AMI MIGUELITO, NE TE TROMPE PAS ! 
13-  QUEL BONHEUR ! 
</a:t>
            </a:r>
          </a:p>
          <a:p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r>
              <a:rPr lang="fr-FR" smtClean="0"/>
              <a:t>	22-  LE SEIGNEUR AIME QU’ON LE LOUE 
	23-  AUX SONS DES CHOFARS DES TAMBOURINS ET DES DANSES 
</a:t>
            </a:r>
          </a:p>
          <a:p>
            <a:r>
              <a:rPr lang="fr-FR" smtClean="0"/>
              <a:t>24-  ET EN FRAPPANT DES MAINS EN FRAPPANT DES MAINS    X8
25-  C’EST SI BON ! 
</a:t>
            </a:r>
          </a:p>
          <a:p>
            <a:r>
              <a:rPr lang="fr-FR" smtClean="0"/>
              <a:t>	26-  ET MAINTENANT JE VEUX QUE TOUT LE MONDE FRAPPE DES MAINS 
	27-  QUE CHACUN FRAPPE DES MAINS    X8 
</a:t>
            </a:r>
          </a:p>
          <a:p>
            <a:r>
              <a:rPr lang="fr-FR" smtClean="0"/>
              <a:t>28-  ET MAINTENANT NOUS VOULONS QUE MIGUELITO DANSE 
29-  QUE MIGUELITO DANSE QUE MIGUELITO DANSE     X 16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TON AMI MIGUELITO NE TE TROMPE PAS 
</a:t>
            </a:r>
          </a:p>
          <a:p>
            <a:pPr>
              <a:defRPr/>
            </a:pPr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pPr>
              <a:defRPr/>
            </a:pPr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pPr>
              <a:defRPr/>
            </a:pPr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pPr>
              <a:defRPr/>
            </a:pPr>
            <a:r>
              <a:rPr lang="fr-FR" smtClean="0"/>
              <a:t>12-  GLOIRE À DIEU JE SUIS TON AMI MIGUELITO, NE TE TROMPE PAS ! 
13-  QUEL BONHEUR ! 
</a:t>
            </a:r>
          </a:p>
          <a:p>
            <a:pPr>
              <a:defRPr/>
            </a:pPr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pPr>
              <a:defRPr/>
            </a:pPr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pPr>
              <a:defRPr/>
            </a:pPr>
            <a:r>
              <a:rPr lang="fr-FR" smtClean="0"/>
              <a:t>	22-  LE SEIGNEUR AIME QU’ON LE LOUE 
	23-  AUX SONS DES CHOFARS DES TAMBOURINS ET DES DANSES 
</a:t>
            </a:r>
          </a:p>
          <a:p>
            <a:pPr>
              <a:defRPr/>
            </a:pPr>
            <a:r>
              <a:rPr lang="fr-FR" smtClean="0"/>
              <a:t>24-  ET EN FRAPPANT DES MAINS EN FRAPPANT DES MAINS    X8
25-  C’EST SI BON ! 
</a:t>
            </a:r>
          </a:p>
          <a:p>
            <a:pPr>
              <a:defRPr/>
            </a:pPr>
            <a:r>
              <a:rPr lang="fr-FR" smtClean="0"/>
              <a:t>	26-  ET MAINTENANT JE VEUX QUE TOUT LE MONDE FRAPPE DES MAINS 
	27-  QUE CHACUN FRAPPE DES MAINS    X8 
</a:t>
            </a:r>
          </a:p>
          <a:p>
            <a:pPr>
              <a:defRPr/>
            </a:pPr>
            <a:r>
              <a:rPr lang="fr-FR" smtClean="0"/>
              <a:t>28-  ET MAINTENANT NOUS VOULONS QUE MIGUELITO DANSE 
29-  QUE MIGUELITO DANSE QUE MIGUELITO DANSE     X 16</a:t>
            </a: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</a:t>
            </a:r>
          </a:p>
          <a:p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r>
              <a:rPr lang="fr-FR" smtClean="0"/>
              <a:t>12-  GLOIRE À DIEU JE SUIS TON AMI MIGUELITO, NE TE TROMPE PAS ! 
13-  QUEL BONHEUR ! 
</a:t>
            </a:r>
          </a:p>
          <a:p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r>
              <a:rPr lang="fr-FR" smtClean="0"/>
              <a:t>	22-  LE SEIGNEUR AIME QU’ON LE LOUE 
	23-  AUX SONS DES CHOFARS DES TAMBOURINS ET DES DANSES 
</a:t>
            </a:r>
          </a:p>
          <a:p>
            <a:r>
              <a:rPr lang="fr-FR" smtClean="0"/>
              <a:t>24-  ET EN FRAPPANT DES MAINS EN FRAPPANT DES MAINS    X8
25-  C’EST SI BON ! 
</a:t>
            </a:r>
          </a:p>
          <a:p>
            <a:r>
              <a:rPr lang="fr-FR" smtClean="0"/>
              <a:t>	26-  ET MAINTENANT JE VEUX QUE TOUT LE MONDE FRAPPE DES MAINS 
	27-  QUE CHACUN FRAPPE DES MAINS    X8 
</a:t>
            </a:r>
          </a:p>
          <a:p>
            <a:r>
              <a:rPr lang="fr-FR" smtClean="0"/>
              <a:t>28-  ET MAINTENANT NOUS VOULONS QUE MIGUELITO DANSE 
29-  QUE MIGUELITO DANSE QUE MIGUELITO DANSE     X 16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TON AMI MIGUELITO NE TE TROMPE PAS 
</a:t>
            </a:r>
          </a:p>
          <a:p>
            <a:pPr>
              <a:defRPr/>
            </a:pPr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pPr>
              <a:defRPr/>
            </a:pPr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pPr>
              <a:defRPr/>
            </a:pPr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pPr>
              <a:defRPr/>
            </a:pPr>
            <a:r>
              <a:rPr lang="fr-FR" smtClean="0"/>
              <a:t>12-  GLOIRE À DIEU JE SUIS TON AMI MIGUELITO, NE TE TROMPE PAS ! 
13-  QUEL BONHEUR ! 
</a:t>
            </a:r>
          </a:p>
          <a:p>
            <a:pPr>
              <a:defRPr/>
            </a:pPr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pPr>
              <a:defRPr/>
            </a:pPr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pPr>
              <a:defRPr/>
            </a:pPr>
            <a:r>
              <a:rPr lang="fr-FR" smtClean="0"/>
              <a:t>	22-  LE SEIGNEUR AIME QU’ON LE LOUE 
	23-  AUX SONS DES CHOFARS DES TAMBOURINS ET DES DANSES 
</a:t>
            </a:r>
          </a:p>
          <a:p>
            <a:pPr>
              <a:defRPr/>
            </a:pPr>
            <a:r>
              <a:rPr lang="fr-FR" smtClean="0"/>
              <a:t>24-  ET EN FRAPPANT DES MAINS EN FRAPPANT DES MAINS    X8
25-  C’EST SI BON ! 
</a:t>
            </a:r>
          </a:p>
          <a:p>
            <a:pPr>
              <a:defRPr/>
            </a:pPr>
            <a:r>
              <a:rPr lang="fr-FR" smtClean="0"/>
              <a:t>	26-  ET MAINTENANT JE VEUX QUE TOUT LE MONDE FRAPPE DES MAINS 
	27-  QUE CHACUN FRAPPE DES MAINS    X8 
</a:t>
            </a:r>
          </a:p>
          <a:p>
            <a:pPr>
              <a:defRPr/>
            </a:pPr>
            <a:r>
              <a:rPr lang="fr-FR" smtClean="0"/>
              <a:t>28-  ET MAINTENANT NOUS VOULONS QUE MIGUELITO DANSE 
29-  QUE MIGUELITO DANSE QUE MIGUELITO DANSE     X 16</a:t>
            </a: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</a:t>
            </a:r>
          </a:p>
          <a:p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r>
              <a:rPr lang="fr-FR" smtClean="0"/>
              <a:t>12-  GLOIRE À DIEU JE SUIS TON AMI MIGUELITO, NE TE TROMPE PAS ! 
13-  QUEL BONHEUR ! 
</a:t>
            </a:r>
          </a:p>
          <a:p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r>
              <a:rPr lang="fr-FR" smtClean="0"/>
              <a:t>	22-  LE SEIGNEUR AIME QU’ON LE LOUE 
	23-  AUX SONS DES CHOFARS DES TAMBOURINS ET DES DANSES 
</a:t>
            </a:r>
          </a:p>
          <a:p>
            <a:r>
              <a:rPr lang="fr-FR" smtClean="0"/>
              <a:t>24-  ET EN FRAPPANT DES MAINS EN FRAPPANT DES MAINS    X8
25-  C’EST SI BON ! 
</a:t>
            </a:r>
          </a:p>
          <a:p>
            <a:r>
              <a:rPr lang="fr-FR" smtClean="0"/>
              <a:t>	26-  ET MAINTENANT JE VEUX QUE TOUT LE MONDE FRAPPE DES MAINS 
	27-  QUE CHACUN FRAPPE DES MAINS    X8 
</a:t>
            </a:r>
          </a:p>
          <a:p>
            <a:r>
              <a:rPr lang="fr-FR" smtClean="0"/>
              <a:t>28-  ET MAINTENANT NOUS VOULONS QUE MIGUELITO DANSE 
29-  QUE MIGUELITO DANSE QUE MIGUELITO DANSE     X 16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TON AMI MIGUELITO NE TE TROMPE PAS 
</a:t>
            </a:r>
          </a:p>
          <a:p>
            <a:pPr>
              <a:defRPr/>
            </a:pPr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pPr>
              <a:defRPr/>
            </a:pPr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pPr>
              <a:defRPr/>
            </a:pPr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pPr>
              <a:defRPr/>
            </a:pPr>
            <a:r>
              <a:rPr lang="fr-FR" smtClean="0"/>
              <a:t>12-  GLOIRE À DIEU JE SUIS TON AMI MIGUELITO, NE TE TROMPE PAS ! 
13-  QUEL BONHEUR ! 
</a:t>
            </a:r>
          </a:p>
          <a:p>
            <a:pPr>
              <a:defRPr/>
            </a:pPr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pPr>
              <a:defRPr/>
            </a:pPr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pPr>
              <a:defRPr/>
            </a:pPr>
            <a:r>
              <a:rPr lang="fr-FR" smtClean="0"/>
              <a:t>	22-  LE SEIGNEUR AIME QU’ON LE LOUE 
	23-  AUX SONS DES CHOFARS DES TAMBOURINS ET DES DANSES 
</a:t>
            </a:r>
          </a:p>
          <a:p>
            <a:pPr>
              <a:defRPr/>
            </a:pPr>
            <a:r>
              <a:rPr lang="fr-FR" smtClean="0"/>
              <a:t>24-  ET EN FRAPPANT DES MAINS EN FRAPPANT DES MAINS    X8
25-  C’EST SI BON ! 
</a:t>
            </a:r>
          </a:p>
          <a:p>
            <a:pPr>
              <a:defRPr/>
            </a:pPr>
            <a:r>
              <a:rPr lang="fr-FR" smtClean="0"/>
              <a:t>	26-  ET MAINTENANT JE VEUX QUE TOUT LE MONDE FRAPPE DES MAINS 
	27-  QUE CHACUN FRAPPE DES MAINS    X8 
</a:t>
            </a:r>
          </a:p>
          <a:p>
            <a:pPr>
              <a:defRPr/>
            </a:pPr>
            <a:r>
              <a:rPr lang="fr-FR" smtClean="0"/>
              <a:t>28-  ET MAINTENANT NOUS VOULONS QUE MIGUELITO DANSE 
29-  QUE MIGUELITO DANSE QUE MIGUELITO DANSE     X 16</a:t>
            </a: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</a:t>
            </a:r>
          </a:p>
          <a:p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r>
              <a:rPr lang="fr-FR" smtClean="0"/>
              <a:t>12-  GLOIRE À DIEU JE SUIS TON AMI MIGUELITO, NE TE TROMPE PAS ! 
13-  QUEL BONHEUR ! 
</a:t>
            </a:r>
          </a:p>
          <a:p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r>
              <a:rPr lang="fr-FR" smtClean="0"/>
              <a:t>	22-  LE SEIGNEUR AIME QU’ON LE LOUE 
	23-  AUX SONS DES CHOFARS DES TAMBOURINS ET DES DANSES 
</a:t>
            </a:r>
          </a:p>
          <a:p>
            <a:r>
              <a:rPr lang="fr-FR" smtClean="0"/>
              <a:t>24-  ET EN FRAPPANT DES MAINS EN FRAPPANT DES MAINS    X8
25-  C’EST SI BON ! 
</a:t>
            </a:r>
          </a:p>
          <a:p>
            <a:r>
              <a:rPr lang="fr-FR" smtClean="0"/>
              <a:t>	26-  ET MAINTENANT JE VEUX QUE TOUT LE MONDE FRAPPE DES MAINS 
	27-  QUE CHACUN FRAPPE DES MAINS    X8 
</a:t>
            </a:r>
          </a:p>
          <a:p>
            <a:r>
              <a:rPr lang="fr-FR" smtClean="0"/>
              <a:t>28-  ET MAINTENANT NOUS VOULONS QUE MIGUELITO DANSE 
29-  QUE MIGUELITO DANSE QUE MIGUELITO DANSE     X 16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TON AMI MIGUELITO NE TE TROMPE PAS 
</a:t>
            </a:r>
          </a:p>
          <a:p>
            <a:pPr>
              <a:defRPr/>
            </a:pPr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pPr>
              <a:defRPr/>
            </a:pPr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pPr>
              <a:defRPr/>
            </a:pPr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pPr>
              <a:defRPr/>
            </a:pPr>
            <a:r>
              <a:rPr lang="fr-FR" smtClean="0"/>
              <a:t>12-  GLOIRE À DIEU JE SUIS TON AMI MIGUELITO, NE TE TROMPE PAS ! 
13-  QUEL BONHEUR ! 
</a:t>
            </a:r>
          </a:p>
          <a:p>
            <a:pPr>
              <a:defRPr/>
            </a:pPr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pPr>
              <a:defRPr/>
            </a:pPr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pPr>
              <a:defRPr/>
            </a:pPr>
            <a:r>
              <a:rPr lang="fr-FR" smtClean="0"/>
              <a:t>	22-  LE SEIGNEUR AIME QU’ON LE LOUE 
	23-  AUX SONS DES CHOFARS DES TAMBOURINS ET DES DANSES 
</a:t>
            </a:r>
          </a:p>
          <a:p>
            <a:pPr>
              <a:defRPr/>
            </a:pPr>
            <a:r>
              <a:rPr lang="fr-FR" smtClean="0"/>
              <a:t>24-  ET EN FRAPPANT DES MAINS EN FRAPPANT DES MAINS    X8
25-  C’EST SI BON ! 
</a:t>
            </a:r>
          </a:p>
          <a:p>
            <a:pPr>
              <a:defRPr/>
            </a:pPr>
            <a:r>
              <a:rPr lang="fr-FR" smtClean="0"/>
              <a:t>	26-  ET MAINTENANT JE VEUX QUE TOUT LE MONDE FRAPPE DES MAINS 
	27-  QUE CHACUN FRAPPE DES MAINS    X8 
</a:t>
            </a:r>
          </a:p>
          <a:p>
            <a:pPr>
              <a:defRPr/>
            </a:pPr>
            <a:r>
              <a:rPr lang="fr-FR" smtClean="0"/>
              <a:t>28-  ET MAINTENANT NOUS VOULONS QUE MIGUELITO DANSE 
29-  QUE MIGUELITO DANSE QUE MIGUELITO DANSE     X 16</a:t>
            </a: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</a:t>
            </a:r>
          </a:p>
          <a:p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r>
              <a:rPr lang="fr-FR" smtClean="0"/>
              <a:t>12-  GLOIRE À DIEU JE SUIS TON AMI MIGUELITO, NE TE TROMPE PAS ! 
13-  QUEL BONHEUR ! 
</a:t>
            </a:r>
          </a:p>
          <a:p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r>
              <a:rPr lang="fr-FR" smtClean="0"/>
              <a:t>	22-  LE SEIGNEUR AIME QU’ON LE LOUE 
	23-  AUX SONS DES CHOFARS DES TAMBOURINS ET DES DANSES 
</a:t>
            </a:r>
          </a:p>
          <a:p>
            <a:r>
              <a:rPr lang="fr-FR" smtClean="0"/>
              <a:t>24-  ET EN FRAPPANT DES MAINS EN FRAPPANT DES MAINS    X8
25-  C’EST SI BON ! 
</a:t>
            </a:r>
          </a:p>
          <a:p>
            <a:r>
              <a:rPr lang="fr-FR" smtClean="0"/>
              <a:t>	26-  ET MAINTENANT JE VEUX QUE TOUT LE MONDE FRAPPE DES MAINS 
	27-  QUE CHACUN FRAPPE DES MAINS    X8 
</a:t>
            </a:r>
          </a:p>
          <a:p>
            <a:r>
              <a:rPr lang="fr-FR" smtClean="0"/>
              <a:t>28-  ET MAINTENANT NOUS VOULONS QUE MIGUELITO DANSE 
29-  QUE MIGUELITO DANSE QUE MIGUELITO DANSE     X 16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TON AMI MIGUELITO NE TE TROMPE PAS 
</a:t>
            </a:r>
          </a:p>
          <a:p>
            <a:pPr>
              <a:defRPr/>
            </a:pPr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pPr>
              <a:defRPr/>
            </a:pPr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pPr>
              <a:defRPr/>
            </a:pPr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pPr>
              <a:defRPr/>
            </a:pPr>
            <a:r>
              <a:rPr lang="fr-FR" smtClean="0"/>
              <a:t>12-  GLOIRE À DIEU JE SUIS TON AMI MIGUELITO, NE TE TROMPE PAS ! 
13-  QUEL BONHEUR ! 
</a:t>
            </a:r>
          </a:p>
          <a:p>
            <a:pPr>
              <a:defRPr/>
            </a:pPr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pPr>
              <a:defRPr/>
            </a:pPr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pPr>
              <a:defRPr/>
            </a:pPr>
            <a:r>
              <a:rPr lang="fr-FR" smtClean="0"/>
              <a:t>	22-  LE SEIGNEUR AIME QU’ON LE LOUE 
	23-  AUX SONS DES CHOFARS DES TAMBOURINS ET DES DANSES 
</a:t>
            </a:r>
          </a:p>
          <a:p>
            <a:pPr>
              <a:defRPr/>
            </a:pPr>
            <a:r>
              <a:rPr lang="fr-FR" smtClean="0"/>
              <a:t>24-  ET EN FRAPPANT DES MAINS EN FRAPPANT DES MAINS    X8
25-  C’EST SI BON ! 
</a:t>
            </a:r>
          </a:p>
          <a:p>
            <a:pPr>
              <a:defRPr/>
            </a:pPr>
            <a:r>
              <a:rPr lang="fr-FR" smtClean="0"/>
              <a:t>	26-  ET MAINTENANT JE VEUX QUE TOUT LE MONDE FRAPPE DES MAINS 
	27-  QUE CHACUN FRAPPE DES MAINS    X8 
</a:t>
            </a:r>
          </a:p>
          <a:p>
            <a:pPr>
              <a:defRPr/>
            </a:pPr>
            <a:r>
              <a:rPr lang="fr-FR" smtClean="0"/>
              <a:t>28-  ET MAINTENANT NOUS VOULONS QUE MIGUELITO DANSE 
29-  QUE MIGUELITO DANSE QUE MIGUELITO DANSE     X 16</a:t>
            </a: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</a:t>
            </a:r>
          </a:p>
          <a:p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r>
              <a:rPr lang="fr-FR" smtClean="0"/>
              <a:t>12-  GLOIRE À DIEU JE SUIS TON AMI MIGUELITO, NE TE TROMPE PAS ! 
13-  QUEL BONHEUR ! 
</a:t>
            </a:r>
          </a:p>
          <a:p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r>
              <a:rPr lang="fr-FR" smtClean="0"/>
              <a:t>	22-  LE SEIGNEUR AIME QU’ON LE LOUE 
	23-  AUX SONS DES CHOFARS DES TAMBOURINS ET DES DANSES 
</a:t>
            </a:r>
          </a:p>
          <a:p>
            <a:r>
              <a:rPr lang="fr-FR" smtClean="0"/>
              <a:t>24-  ET EN FRAPPANT DES MAINS EN FRAPPANT DES MAINS    X8
25-  C’EST SI BON ! 
</a:t>
            </a:r>
          </a:p>
          <a:p>
            <a:r>
              <a:rPr lang="fr-FR" smtClean="0"/>
              <a:t>	26-  ET MAINTENANT JE VEUX QUE TOUT LE MONDE FRAPPE DES MAINS 
	27-  QUE CHACUN FRAPPE DES MAINS    X8 
</a:t>
            </a:r>
          </a:p>
          <a:p>
            <a:r>
              <a:rPr lang="fr-FR" smtClean="0"/>
              <a:t>28-  ET MAINTENANT NOUS VOULONS QUE MIGUELITO DANSE 
29-  QUE MIGUELITO DANSE QUE MIGUELITO DANSE     X 16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TON AMI MIGUELITO NE TE TROMPE PAS 
</a:t>
            </a:r>
          </a:p>
          <a:p>
            <a:pPr>
              <a:defRPr/>
            </a:pPr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pPr>
              <a:defRPr/>
            </a:pPr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pPr>
              <a:defRPr/>
            </a:pPr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pPr>
              <a:defRPr/>
            </a:pPr>
            <a:r>
              <a:rPr lang="fr-FR" smtClean="0"/>
              <a:t>12-  GLOIRE À DIEU JE SUIS TON AMI MIGUELITO, NE TE TROMPE PAS ! 
13-  QUEL BONHEUR ! 
</a:t>
            </a:r>
          </a:p>
          <a:p>
            <a:pPr>
              <a:defRPr/>
            </a:pPr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pPr>
              <a:defRPr/>
            </a:pPr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pPr>
              <a:defRPr/>
            </a:pPr>
            <a:r>
              <a:rPr lang="fr-FR" smtClean="0"/>
              <a:t>	22-  LE SEIGNEUR AIME QU’ON LE LOUE 
	23-  AUX SONS DES CHOFARS DES TAMBOURINS ET DES DANSES 
</a:t>
            </a:r>
          </a:p>
          <a:p>
            <a:pPr>
              <a:defRPr/>
            </a:pPr>
            <a:r>
              <a:rPr lang="fr-FR" smtClean="0"/>
              <a:t>24-  ET EN FRAPPANT DES MAINS EN FRAPPANT DES MAINS    X8
25-  C’EST SI BON ! 
</a:t>
            </a:r>
          </a:p>
          <a:p>
            <a:pPr>
              <a:defRPr/>
            </a:pPr>
            <a:r>
              <a:rPr lang="fr-FR" smtClean="0"/>
              <a:t>	26-  ET MAINTENANT JE VEUX QUE TOUT LE MONDE FRAPPE DES MAINS 
	27-  QUE CHACUN FRAPPE DES MAINS    X8 
</a:t>
            </a:r>
          </a:p>
          <a:p>
            <a:pPr>
              <a:defRPr/>
            </a:pPr>
            <a:r>
              <a:rPr lang="fr-FR" smtClean="0"/>
              <a:t>28-  ET MAINTENANT NOUS VOULONS QUE MIGUELITO DANSE 
29-  QUE MIGUELITO DANSE QUE MIGUELITO DANSE     X 16</a:t>
            </a: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</a:t>
            </a:r>
          </a:p>
          <a:p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r>
              <a:rPr lang="fr-FR" smtClean="0"/>
              <a:t>12-  GLOIRE À DIEU JE SUIS TON AMI MIGUELITO, NE TE TROMPE PAS ! 
13-  QUEL BONHEUR ! 
</a:t>
            </a:r>
          </a:p>
          <a:p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r>
              <a:rPr lang="fr-FR" smtClean="0"/>
              <a:t>	22-  LE SEIGNEUR AIME QU’ON LE LOUE 
	23-  AUX SONS DES CHOFARS DES TAMBOURINS ET DES DANSES 
</a:t>
            </a:r>
          </a:p>
          <a:p>
            <a:r>
              <a:rPr lang="fr-FR" smtClean="0"/>
              <a:t>24-  ET EN FRAPPANT DES MAINS EN FRAPPANT DES MAINS    X8
25-  C’EST SI BON ! 
</a:t>
            </a:r>
          </a:p>
          <a:p>
            <a:r>
              <a:rPr lang="fr-FR" smtClean="0"/>
              <a:t>	26-  ET MAINTENANT JE VEUX QUE TOUT LE MONDE FRAPPE DES MAINS 
	27-  QUE CHACUN FRAPPE DES MAINS    X8 
</a:t>
            </a:r>
          </a:p>
          <a:p>
            <a:r>
              <a:rPr lang="fr-FR" smtClean="0"/>
              <a:t>28-  ET MAINTENANT NOUS VOULONS QUE MIGUELITO DANSE 
29-  QUE MIGUELITO DANSE QUE MIGUELITO DANSE     X 16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TON AMI MIGUELITO NE TE TROMPE PAS 
</a:t>
            </a:r>
          </a:p>
          <a:p>
            <a:pPr>
              <a:defRPr/>
            </a:pPr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pPr>
              <a:defRPr/>
            </a:pPr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pPr>
              <a:defRPr/>
            </a:pPr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pPr>
              <a:defRPr/>
            </a:pPr>
            <a:r>
              <a:rPr lang="fr-FR" smtClean="0"/>
              <a:t>12-  GLOIRE À DIEU JE SUIS TON AMI MIGUELITO, NE TE TROMPE PAS ! 
13-  QUEL BONHEUR ! 
</a:t>
            </a:r>
          </a:p>
          <a:p>
            <a:pPr>
              <a:defRPr/>
            </a:pPr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pPr>
              <a:defRPr/>
            </a:pPr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pPr>
              <a:defRPr/>
            </a:pPr>
            <a:r>
              <a:rPr lang="fr-FR" smtClean="0"/>
              <a:t>	22-  LE SEIGNEUR AIME QU’ON LE LOUE 
	23-  AUX SONS DES CHOFARS DES TAMBOURINS ET DES DANSES 
</a:t>
            </a:r>
          </a:p>
          <a:p>
            <a:pPr>
              <a:defRPr/>
            </a:pPr>
            <a:r>
              <a:rPr lang="fr-FR" smtClean="0"/>
              <a:t>24-  ET EN FRAPPANT DES MAINS EN FRAPPANT DES MAINS    X8
25-  C’EST SI BON ! 
</a:t>
            </a:r>
          </a:p>
          <a:p>
            <a:pPr>
              <a:defRPr/>
            </a:pPr>
            <a:r>
              <a:rPr lang="fr-FR" smtClean="0"/>
              <a:t>	26-  ET MAINTENANT JE VEUX QUE TOUT LE MONDE FRAPPE DES MAINS 
	27-  QUE CHACUN FRAPPE DES MAINS    X8 
</a:t>
            </a:r>
          </a:p>
          <a:p>
            <a:pPr>
              <a:defRPr/>
            </a:pPr>
            <a:r>
              <a:rPr lang="fr-FR" smtClean="0"/>
              <a:t>28-  ET MAINTENANT NOUS VOULONS QUE MIGUELITO DANSE 
29-  QUE MIGUELITO DANSE QUE MIGUELITO DANSE     X 16</a:t>
            </a: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</a:t>
            </a:r>
          </a:p>
          <a:p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r>
              <a:rPr lang="fr-FR" smtClean="0"/>
              <a:t>12-  GLOIRE À DIEU JE SUIS TON AMI MIGUELITO, NE TE TROMPE PAS ! 
13-  QUEL BONHEUR ! 
</a:t>
            </a:r>
          </a:p>
          <a:p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r>
              <a:rPr lang="fr-FR" smtClean="0"/>
              <a:t>	22-  LE SEIGNEUR AIME QU’ON LE LOUE 
	23-  AUX SONS DES CHOFARS DES TAMBOURINS ET DES DANSES 
</a:t>
            </a:r>
          </a:p>
          <a:p>
            <a:r>
              <a:rPr lang="fr-FR" smtClean="0"/>
              <a:t>24-  ET EN FRAPPANT DES MAINS EN FRAPPANT DES MAINS    X8
25-  C’EST SI BON ! 
</a:t>
            </a:r>
          </a:p>
          <a:p>
            <a:r>
              <a:rPr lang="fr-FR" smtClean="0"/>
              <a:t>	26-  ET MAINTENANT JE VEUX QUE TOUT LE MONDE FRAPPE DES MAINS 
	27-  QUE CHACUN FRAPPE DES MAINS    X8 
</a:t>
            </a:r>
          </a:p>
          <a:p>
            <a:r>
              <a:rPr lang="fr-FR" smtClean="0"/>
              <a:t>28-  ET MAINTENANT NOUS VOULONS QUE MIGUELITO DANSE 
29-  QUE MIGUELITO DANSE QUE MIGUELITO DANSE     X 16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TON AMI MIGUELITO NE TE TROMPE PAS 
</a:t>
            </a:r>
          </a:p>
          <a:p>
            <a:pPr>
              <a:defRPr/>
            </a:pPr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pPr>
              <a:defRPr/>
            </a:pPr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pPr>
              <a:defRPr/>
            </a:pPr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pPr>
              <a:defRPr/>
            </a:pPr>
            <a:r>
              <a:rPr lang="fr-FR" smtClean="0"/>
              <a:t>12-  GLOIRE À DIEU JE SUIS TON AMI MIGUELITO, NE TE TROMPE PAS ! 
13-  QUEL BONHEUR ! 
</a:t>
            </a:r>
          </a:p>
          <a:p>
            <a:pPr>
              <a:defRPr/>
            </a:pPr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pPr>
              <a:defRPr/>
            </a:pPr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pPr>
              <a:defRPr/>
            </a:pPr>
            <a:r>
              <a:rPr lang="fr-FR" smtClean="0"/>
              <a:t>	22-  LE SEIGNEUR AIME QU’ON LE LOUE 
	23-  AUX SONS DES CHOFARS DES TAMBOURINS ET DES DANSES 
</a:t>
            </a:r>
          </a:p>
          <a:p>
            <a:pPr>
              <a:defRPr/>
            </a:pPr>
            <a:r>
              <a:rPr lang="fr-FR" smtClean="0"/>
              <a:t>24-  ET EN FRAPPANT DES MAINS EN FRAPPANT DES MAINS    X8
25-  C’EST SI BON ! 
</a:t>
            </a:r>
          </a:p>
          <a:p>
            <a:pPr>
              <a:defRPr/>
            </a:pPr>
            <a:r>
              <a:rPr lang="fr-FR" smtClean="0"/>
              <a:t>	26-  ET MAINTENANT JE VEUX QUE TOUT LE MONDE FRAPPE DES MAINS 
	27-  QUE CHACUN FRAPPE DES MAINS    X8 
</a:t>
            </a:r>
          </a:p>
          <a:p>
            <a:pPr>
              <a:defRPr/>
            </a:pPr>
            <a:r>
              <a:rPr lang="fr-FR" smtClean="0"/>
              <a:t>28-  ET MAINTENANT NOUS VOULONS QUE MIGUELITO DANSE 
29-  QUE MIGUELITO DANSE QUE MIGUELITO DANSE     X 16</a:t>
            </a: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</a:t>
            </a:r>
          </a:p>
          <a:p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r>
              <a:rPr lang="fr-FR" smtClean="0"/>
              <a:t>12-  GLOIRE À DIEU JE SUIS TON AMI MIGUELITO, NE TE TROMPE PAS ! 
13-  QUEL BONHEUR ! 
</a:t>
            </a:r>
          </a:p>
          <a:p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r>
              <a:rPr lang="fr-FR" smtClean="0"/>
              <a:t>	22-  LE SEIGNEUR AIME QU’ON LE LOUE 
	23-  AUX SONS DES CHOFARS DES TAMBOURINS ET DES DANSES 
</a:t>
            </a:r>
          </a:p>
          <a:p>
            <a:r>
              <a:rPr lang="fr-FR" smtClean="0"/>
              <a:t>24-  ET EN FRAPPANT DES MAINS EN FRAPPANT DES MAINS    X8
25-  C’EST SI BON ! 
</a:t>
            </a:r>
          </a:p>
          <a:p>
            <a:r>
              <a:rPr lang="fr-FR" smtClean="0"/>
              <a:t>	26-  ET MAINTENANT JE VEUX QUE TOUT LE MONDE FRAPPE DES MAINS 
	27-  QUE CHACUN FRAPPE DES MAINS    X8 
</a:t>
            </a:r>
          </a:p>
          <a:p>
            <a:r>
              <a:rPr lang="fr-FR" smtClean="0"/>
              <a:t>28-  ET MAINTENANT NOUS VOULONS QUE MIGUELITO DANSE 
29-  QUE MIGUELITO DANSE QUE MIGUELITO DANSE     X 16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TON AMI MIGUELITO NE TE TROMPE PAS 
</a:t>
            </a:r>
          </a:p>
          <a:p>
            <a:pPr>
              <a:defRPr/>
            </a:pPr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pPr>
              <a:defRPr/>
            </a:pPr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pPr>
              <a:defRPr/>
            </a:pPr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pPr>
              <a:defRPr/>
            </a:pPr>
            <a:r>
              <a:rPr lang="fr-FR" smtClean="0"/>
              <a:t>12-  GLOIRE À DIEU JE SUIS TON AMI MIGUELITO, NE TE TROMPE PAS ! 
13-  QUEL BONHEUR ! 
</a:t>
            </a:r>
          </a:p>
          <a:p>
            <a:pPr>
              <a:defRPr/>
            </a:pPr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pPr>
              <a:defRPr/>
            </a:pPr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pPr>
              <a:defRPr/>
            </a:pPr>
            <a:r>
              <a:rPr lang="fr-FR" smtClean="0"/>
              <a:t>	22-  LE SEIGNEUR AIME QU’ON LE LOUE 
	23-  AUX SONS DES CHOFARS DES TAMBOURINS ET DES DANSES 
</a:t>
            </a:r>
          </a:p>
          <a:p>
            <a:pPr>
              <a:defRPr/>
            </a:pPr>
            <a:r>
              <a:rPr lang="fr-FR" smtClean="0"/>
              <a:t>24-  ET EN FRAPPANT DES MAINS EN FRAPPANT DES MAINS    X8
25-  C’EST SI BON ! 
</a:t>
            </a:r>
          </a:p>
          <a:p>
            <a:pPr>
              <a:defRPr/>
            </a:pPr>
            <a:r>
              <a:rPr lang="fr-FR" smtClean="0"/>
              <a:t>	26-  ET MAINTENANT JE VEUX QUE TOUT LE MONDE FRAPPE DES MAINS 
	27-  QUE CHACUN FRAPPE DES MAINS    X8 
</a:t>
            </a:r>
          </a:p>
          <a:p>
            <a:pPr>
              <a:defRPr/>
            </a:pPr>
            <a:r>
              <a:rPr lang="fr-FR" smtClean="0"/>
              <a:t>28-  ET MAINTENANT NOUS VOULONS QUE MIGUELITO DANSE 
29-  QUE MIGUELITO DANSE QUE MIGUELITO DANSE     X 16</a:t>
            </a: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</a:t>
            </a:r>
          </a:p>
          <a:p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r>
              <a:rPr lang="fr-FR" smtClean="0"/>
              <a:t>12-  GLOIRE À DIEU JE SUIS TON AMI MIGUELITO, NE TE TROMPE PAS ! 
13-  QUEL BONHEUR ! 
</a:t>
            </a:r>
          </a:p>
          <a:p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r>
              <a:rPr lang="fr-FR" smtClean="0"/>
              <a:t>	22-  LE SEIGNEUR AIME QU’ON LE LOUE 
	23-  AUX SONS DES CHOFARS DES TAMBOURINS ET DES DANSES 
</a:t>
            </a:r>
          </a:p>
          <a:p>
            <a:r>
              <a:rPr lang="fr-FR" smtClean="0"/>
              <a:t>24-  ET EN FRAPPANT DES MAINS EN FRAPPANT DES MAINS    X8
25-  C’EST SI BON ! 
</a:t>
            </a:r>
          </a:p>
          <a:p>
            <a:r>
              <a:rPr lang="fr-FR" smtClean="0"/>
              <a:t>	26-  ET MAINTENANT JE VEUX QUE TOUT LE MONDE FRAPPE DES MAINS 
	27-  QUE CHACUN FRAPPE DES MAINS    X8 
</a:t>
            </a:r>
          </a:p>
          <a:p>
            <a:r>
              <a:rPr lang="fr-FR" smtClean="0"/>
              <a:t>28-  ET MAINTENANT NOUS VOULONS QUE MIGUELITO DANSE 
29-  QUE MIGUELITO DANSE QUE MIGUELITO DANSE     X 16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TON AMI MIGUELITO NE TE TROMPE PAS 
</a:t>
            </a:r>
          </a:p>
          <a:p>
            <a:pPr>
              <a:defRPr/>
            </a:pPr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pPr>
              <a:defRPr/>
            </a:pPr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pPr>
              <a:defRPr/>
            </a:pPr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pPr>
              <a:defRPr/>
            </a:pPr>
            <a:r>
              <a:rPr lang="fr-FR" smtClean="0"/>
              <a:t>12-  GLOIRE À DIEU JE SUIS TON AMI MIGUELITO, NE TE TROMPE PAS ! 
13-  QUEL BONHEUR ! 
</a:t>
            </a:r>
          </a:p>
          <a:p>
            <a:pPr>
              <a:defRPr/>
            </a:pPr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pPr>
              <a:defRPr/>
            </a:pPr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pPr>
              <a:defRPr/>
            </a:pPr>
            <a:r>
              <a:rPr lang="fr-FR" smtClean="0"/>
              <a:t>	22-  LE SEIGNEUR AIME QU’ON LE LOUE 
	23-  AUX SONS DES CHOFARS DES TAMBOURINS ET DES DANSES 
</a:t>
            </a:r>
          </a:p>
          <a:p>
            <a:pPr>
              <a:defRPr/>
            </a:pPr>
            <a:r>
              <a:rPr lang="fr-FR" smtClean="0"/>
              <a:t>24-  ET EN FRAPPANT DES MAINS EN FRAPPANT DES MAINS    X8
25-  C’EST SI BON ! 
</a:t>
            </a:r>
          </a:p>
          <a:p>
            <a:pPr>
              <a:defRPr/>
            </a:pPr>
            <a:r>
              <a:rPr lang="fr-FR" smtClean="0"/>
              <a:t>	26-  ET MAINTENANT JE VEUX QUE TOUT LE MONDE FRAPPE DES MAINS 
	27-  QUE CHACUN FRAPPE DES MAINS    X8 
</a:t>
            </a:r>
          </a:p>
          <a:p>
            <a:pPr>
              <a:defRPr/>
            </a:pPr>
            <a:r>
              <a:rPr lang="fr-FR" smtClean="0"/>
              <a:t>28-  ET MAINTENANT NOUS VOULONS QUE MIGUELITO DANSE 
29-  QUE MIGUELITO DANSE QUE MIGUELITO DANSE     X 16</a:t>
            </a: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</a:t>
            </a:r>
          </a:p>
          <a:p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r>
              <a:rPr lang="fr-FR" smtClean="0"/>
              <a:t>12-  GLOIRE À DIEU JE SUIS TON AMI MIGUELITO, NE TE TROMPE PAS ! 
13-  QUEL BONHEUR ! 
</a:t>
            </a:r>
          </a:p>
          <a:p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r>
              <a:rPr lang="fr-FR" smtClean="0"/>
              <a:t>	22-  LE SEIGNEUR AIME QU’ON LE LOUE 
	23-  AUX SONS DES CHOFARS DES TAMBOURINS ET DES DANSES 
</a:t>
            </a:r>
          </a:p>
          <a:p>
            <a:r>
              <a:rPr lang="fr-FR" smtClean="0"/>
              <a:t>24-  ET EN FRAPPANT DES MAINS EN FRAPPANT DES MAINS    X8
25-  C’EST SI BON ! 
</a:t>
            </a:r>
          </a:p>
          <a:p>
            <a:r>
              <a:rPr lang="fr-FR" smtClean="0"/>
              <a:t>	26-  ET MAINTENANT JE VEUX QUE TOUT LE MONDE FRAPPE DES MAINS 
	27-  QUE CHACUN FRAPPE DES MAINS    X8 
</a:t>
            </a:r>
          </a:p>
          <a:p>
            <a:r>
              <a:rPr lang="fr-FR" smtClean="0"/>
              <a:t>28-  ET MAINTENANT NOUS VOULONS QUE MIGUELITO DANSE 
29-  QUE MIGUELITO DANSE QUE MIGUELITO DANSE     X 16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TON AMI MIGUELITO NE TE TROMPE PAS 
</a:t>
            </a:r>
          </a:p>
          <a:p>
            <a:pPr>
              <a:defRPr/>
            </a:pPr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pPr>
              <a:defRPr/>
            </a:pPr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pPr>
              <a:defRPr/>
            </a:pPr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pPr>
              <a:defRPr/>
            </a:pPr>
            <a:r>
              <a:rPr lang="fr-FR" smtClean="0"/>
              <a:t>12-  GLOIRE À DIEU JE SUIS TON AMI MIGUELITO, NE TE TROMPE PAS ! 
13-  QUEL BONHEUR ! 
</a:t>
            </a:r>
          </a:p>
          <a:p>
            <a:pPr>
              <a:defRPr/>
            </a:pPr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pPr>
              <a:defRPr/>
            </a:pPr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pPr>
              <a:defRPr/>
            </a:pPr>
            <a:r>
              <a:rPr lang="fr-FR" smtClean="0"/>
              <a:t>	22-  LE SEIGNEUR AIME QU’ON LE LOUE 
	23-  AUX SONS DES CHOFARS DES TAMBOURINS ET DES DANSES 
</a:t>
            </a:r>
          </a:p>
          <a:p>
            <a:pPr>
              <a:defRPr/>
            </a:pPr>
            <a:r>
              <a:rPr lang="fr-FR" smtClean="0"/>
              <a:t>24-  ET EN FRAPPANT DES MAINS EN FRAPPANT DES MAINS    X8
25-  C’EST SI BON ! 
</a:t>
            </a:r>
          </a:p>
          <a:p>
            <a:pPr>
              <a:defRPr/>
            </a:pPr>
            <a:r>
              <a:rPr lang="fr-FR" smtClean="0"/>
              <a:t>	26-  ET MAINTENANT JE VEUX QUE TOUT LE MONDE FRAPPE DES MAINS 
	27-  QUE CHACUN FRAPPE DES MAINS    X8 
</a:t>
            </a:r>
          </a:p>
          <a:p>
            <a:pPr>
              <a:defRPr/>
            </a:pPr>
            <a:r>
              <a:rPr lang="fr-FR" smtClean="0"/>
              <a:t>28-  ET MAINTENANT NOUS VOULONS QUE MIGUELITO DANSE 
29-  QUE MIGUELITO DANSE QUE MIGUELITO DANSE     X 16</a:t>
            </a: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</a:t>
            </a:r>
          </a:p>
          <a:p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r>
              <a:rPr lang="fr-FR" smtClean="0"/>
              <a:t>12-  GLOIRE À DIEU JE SUIS TON AMI MIGUELITO, NE TE TROMPE PAS ! 
13-  QUEL BONHEUR ! 
</a:t>
            </a:r>
          </a:p>
          <a:p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r>
              <a:rPr lang="fr-FR" smtClean="0"/>
              <a:t>	22-  LE SEIGNEUR AIME QU’ON LE LOUE 
	23-  AUX SONS DES CHOFARS DES TAMBOURINS ET DES DANSES 
</a:t>
            </a:r>
          </a:p>
          <a:p>
            <a:r>
              <a:rPr lang="fr-FR" smtClean="0"/>
              <a:t>24-  ET EN FRAPPANT DES MAINS EN FRAPPANT DES MAINS    X8
25-  C’EST SI BON ! 
</a:t>
            </a:r>
          </a:p>
          <a:p>
            <a:r>
              <a:rPr lang="fr-FR" smtClean="0"/>
              <a:t>	26-  ET MAINTENANT JE VEUX QUE TOUT LE MONDE FRAPPE DES MAINS 
	27-  QUE CHACUN FRAPPE DES MAINS    X8 
</a:t>
            </a:r>
          </a:p>
          <a:p>
            <a:r>
              <a:rPr lang="fr-FR" smtClean="0"/>
              <a:t>28-  ET MAINTENANT NOUS VOULONS QUE MIGUELITO DANSE 
29-  QUE MIGUELITO DANSE QUE MIGUELITO DANSE     X 16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TON AMI MIGUELITO NE TE TROMPE PAS 
</a:t>
            </a:r>
          </a:p>
          <a:p>
            <a:pPr>
              <a:defRPr/>
            </a:pPr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pPr>
              <a:defRPr/>
            </a:pPr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pPr>
              <a:defRPr/>
            </a:pPr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pPr>
              <a:defRPr/>
            </a:pPr>
            <a:r>
              <a:rPr lang="fr-FR" smtClean="0"/>
              <a:t>12-  GLOIRE À DIEU JE SUIS TON AMI MIGUELITO, NE TE TROMPE PAS ! 
13-  QUEL BONHEUR ! 
</a:t>
            </a:r>
          </a:p>
          <a:p>
            <a:pPr>
              <a:defRPr/>
            </a:pPr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pPr>
              <a:defRPr/>
            </a:pPr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pPr>
              <a:defRPr/>
            </a:pPr>
            <a:r>
              <a:rPr lang="fr-FR" smtClean="0"/>
              <a:t>	22-  LE SEIGNEUR AIME QU’ON LE LOUE 
	23-  AUX SONS DES CHOFARS DES TAMBOURINS ET DES DANSES 
</a:t>
            </a:r>
          </a:p>
          <a:p>
            <a:pPr>
              <a:defRPr/>
            </a:pPr>
            <a:r>
              <a:rPr lang="fr-FR" smtClean="0"/>
              <a:t>24-  ET EN FRAPPANT DES MAINS EN FRAPPANT DES MAINS    X8
25-  C’EST SI BON ! 
</a:t>
            </a:r>
          </a:p>
          <a:p>
            <a:pPr>
              <a:defRPr/>
            </a:pPr>
            <a:r>
              <a:rPr lang="fr-FR" smtClean="0"/>
              <a:t>	26-  ET MAINTENANT JE VEUX QUE TOUT LE MONDE FRAPPE DES MAINS 
	27-  QUE CHACUN FRAPPE DES MAINS    X8 
</a:t>
            </a:r>
          </a:p>
          <a:p>
            <a:pPr>
              <a:defRPr/>
            </a:pPr>
            <a:r>
              <a:rPr lang="fr-FR" smtClean="0"/>
              <a:t>28-  ET MAINTENANT NOUS VOULONS QUE MIGUELITO DANSE 
29-  QUE MIGUELITO DANSE QUE MIGUELITO DANSE     X 16</a:t>
            </a: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</a:t>
            </a:r>
          </a:p>
          <a:p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r>
              <a:rPr lang="fr-FR" smtClean="0"/>
              <a:t>12-  GLOIRE À DIEU JE SUIS TON AMI MIGUELITO, NE TE TROMPE PAS ! 
13-  QUEL BONHEUR ! 
</a:t>
            </a:r>
          </a:p>
          <a:p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r>
              <a:rPr lang="fr-FR" smtClean="0"/>
              <a:t>	22-  LE SEIGNEUR AIME QU’ON LE LOUE 
	23-  AUX SONS DES CHOFARS DES TAMBOURINS ET DES DANSES 
</a:t>
            </a:r>
          </a:p>
          <a:p>
            <a:r>
              <a:rPr lang="fr-FR" smtClean="0"/>
              <a:t>24-  ET EN FRAPPANT DES MAINS EN FRAPPANT DES MAINS    X8
25-  C’EST SI BON ! 
</a:t>
            </a:r>
          </a:p>
          <a:p>
            <a:r>
              <a:rPr lang="fr-FR" smtClean="0"/>
              <a:t>	26-  ET MAINTENANT JE VEUX QUE TOUT LE MONDE FRAPPE DES MAINS 
	27-  QUE CHACUN FRAPPE DES MAINS    X8 
</a:t>
            </a:r>
          </a:p>
          <a:p>
            <a:r>
              <a:rPr lang="fr-FR" smtClean="0"/>
              <a:t>28-  ET MAINTENANT NOUS VOULONS QUE MIGUELITO DANSE 
29-  QUE MIGUELITO DANSE QUE MIGUELITO DANSE     X 16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TON AMI MIGUELITO NE TE TROMPE PAS 
</a:t>
            </a:r>
          </a:p>
          <a:p>
            <a:pPr>
              <a:defRPr/>
            </a:pPr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pPr>
              <a:defRPr/>
            </a:pPr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pPr>
              <a:defRPr/>
            </a:pPr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pPr>
              <a:defRPr/>
            </a:pPr>
            <a:r>
              <a:rPr lang="fr-FR" smtClean="0"/>
              <a:t>12-  GLOIRE À DIEU JE SUIS TON AMI MIGUELITO, NE TE TROMPE PAS ! 
13-  QUEL BONHEUR ! 
</a:t>
            </a:r>
          </a:p>
          <a:p>
            <a:pPr>
              <a:defRPr/>
            </a:pPr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pPr>
              <a:defRPr/>
            </a:pPr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pPr>
              <a:defRPr/>
            </a:pPr>
            <a:r>
              <a:rPr lang="fr-FR" smtClean="0"/>
              <a:t>	22-  LE SEIGNEUR AIME QU’ON LE LOUE 
	23-  AUX SONS DES CHOFARS DES TAMBOURINS ET DES DANSES 
</a:t>
            </a:r>
          </a:p>
          <a:p>
            <a:pPr>
              <a:defRPr/>
            </a:pPr>
            <a:r>
              <a:rPr lang="fr-FR" smtClean="0"/>
              <a:t>24-  ET EN FRAPPANT DES MAINS EN FRAPPANT DES MAINS    X8
25-  C’EST SI BON ! 
</a:t>
            </a:r>
          </a:p>
          <a:p>
            <a:pPr>
              <a:defRPr/>
            </a:pPr>
            <a:r>
              <a:rPr lang="fr-FR" smtClean="0"/>
              <a:t>	26-  ET MAINTENANT JE VEUX QUE TOUT LE MONDE FRAPPE DES MAINS 
	27-  QUE CHACUN FRAPPE DES MAINS    X8 
</a:t>
            </a:r>
          </a:p>
          <a:p>
            <a:pPr>
              <a:defRPr/>
            </a:pPr>
            <a:r>
              <a:rPr lang="fr-FR" smtClean="0"/>
              <a:t>28-  ET MAINTENANT NOUS VOULONS QUE MIGUELITO DANSE 
29-  QUE MIGUELITO DANSE QUE MIGUELITO DANSE     X 16</a:t>
            </a: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</a:t>
            </a:r>
          </a:p>
          <a:p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r>
              <a:rPr lang="fr-FR" smtClean="0"/>
              <a:t>12-  GLOIRE À DIEU JE SUIS TON AMI MIGUELITO, NE TE TROMPE PAS ! 
13-  QUEL BONHEUR ! 
</a:t>
            </a:r>
          </a:p>
          <a:p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r>
              <a:rPr lang="fr-FR" smtClean="0"/>
              <a:t>	22-  LE SEIGNEUR AIME QU’ON LE LOUE 
	23-  AUX SONS DES CHOFARS DES TAMBOURINS ET DES DANSES 
</a:t>
            </a:r>
          </a:p>
          <a:p>
            <a:r>
              <a:rPr lang="fr-FR" smtClean="0"/>
              <a:t>24-  ET EN FRAPPANT DES MAINS EN FRAPPANT DES MAINS    X8
25-  C’EST SI BON ! 
</a:t>
            </a:r>
          </a:p>
          <a:p>
            <a:r>
              <a:rPr lang="fr-FR" smtClean="0"/>
              <a:t>	26-  ET MAINTENANT JE VEUX QUE TOUT LE MONDE FRAPPE DES MAINS 
	27-  QUE CHACUN FRAPPE DES MAINS    X8 
</a:t>
            </a:r>
          </a:p>
          <a:p>
            <a:r>
              <a:rPr lang="fr-FR" smtClean="0"/>
              <a:t>28-  ET MAINTENANT NOUS VOULONS QUE MIGUELITO DANSE 
29-  QUE MIGUELITO DANSE QUE MIGUELITO DANSE     X 16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TON AMI MIGUELITO NE TE TROMPE PAS 
</a:t>
            </a:r>
          </a:p>
          <a:p>
            <a:pPr>
              <a:defRPr/>
            </a:pPr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pPr>
              <a:defRPr/>
            </a:pPr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pPr>
              <a:defRPr/>
            </a:pPr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pPr>
              <a:defRPr/>
            </a:pPr>
            <a:r>
              <a:rPr lang="fr-FR" smtClean="0"/>
              <a:t>12-  GLOIRE À DIEU JE SUIS TON AMI MIGUELITO, NE TE TROMPE PAS ! 
13-  QUEL BONHEUR ! 
</a:t>
            </a:r>
          </a:p>
          <a:p>
            <a:pPr>
              <a:defRPr/>
            </a:pPr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pPr>
              <a:defRPr/>
            </a:pPr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pPr>
              <a:defRPr/>
            </a:pPr>
            <a:r>
              <a:rPr lang="fr-FR" smtClean="0"/>
              <a:t>	22-  LE SEIGNEUR AIME QU’ON LE LOUE 
	23-  AUX SONS DES CHOFARS DES TAMBOURINS ET DES DANSES 
</a:t>
            </a:r>
          </a:p>
          <a:p>
            <a:pPr>
              <a:defRPr/>
            </a:pPr>
            <a:r>
              <a:rPr lang="fr-FR" smtClean="0"/>
              <a:t>24-  ET EN FRAPPANT DES MAINS EN FRAPPANT DES MAINS    X8
25-  C’EST SI BON ! 
</a:t>
            </a:r>
          </a:p>
          <a:p>
            <a:pPr>
              <a:defRPr/>
            </a:pPr>
            <a:r>
              <a:rPr lang="fr-FR" smtClean="0"/>
              <a:t>	26-  ET MAINTENANT JE VEUX QUE TOUT LE MONDE FRAPPE DES MAINS 
	27-  QUE CHACUN FRAPPE DES MAINS    X8 
</a:t>
            </a:r>
          </a:p>
          <a:p>
            <a:pPr>
              <a:defRPr/>
            </a:pPr>
            <a:r>
              <a:rPr lang="fr-FR" smtClean="0"/>
              <a:t>28-  ET MAINTENANT NOUS VOULONS QUE MIGUELITO DANSE 
29-  QUE MIGUELITO DANSE QUE MIGUELITO DANSE     X 16</a:t>
            </a: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</a:t>
            </a:r>
          </a:p>
          <a:p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r>
              <a:rPr lang="fr-FR" smtClean="0"/>
              <a:t>12-  GLOIRE À DIEU JE SUIS TON AMI MIGUELITO, NE TE TROMPE PAS ! 
13-  QUEL BONHEUR ! 
</a:t>
            </a:r>
          </a:p>
          <a:p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r>
              <a:rPr lang="fr-FR" smtClean="0"/>
              <a:t>	22-  LE SEIGNEUR AIME QU’ON LE LOUE 
	23-  AUX SONS DES CHOFARS DES TAMBOURINS ET DES DANSES 
</a:t>
            </a:r>
          </a:p>
          <a:p>
            <a:r>
              <a:rPr lang="fr-FR" smtClean="0"/>
              <a:t>24-  ET EN FRAPPANT DES MAINS EN FRAPPANT DES MAINS    X8
25-  C’EST SI BON ! 
</a:t>
            </a:r>
          </a:p>
          <a:p>
            <a:r>
              <a:rPr lang="fr-FR" smtClean="0"/>
              <a:t>	26-  ET MAINTENANT JE VEUX QUE TOUT LE MONDE FRAPPE DES MAINS 
	27-  QUE CHACUN FRAPPE DES MAINS    X8 
</a:t>
            </a:r>
          </a:p>
          <a:p>
            <a:r>
              <a:rPr lang="fr-FR" smtClean="0"/>
              <a:t>28-  ET MAINTENANT NOUS VOULONS QUE MIGUELITO DANSE 
29-  QUE MIGUELITO DANSE QUE MIGUELITO DANSE     X 16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TON AMI MIGUELITO NE TE TROMPE PAS 
</a:t>
            </a:r>
          </a:p>
          <a:p>
            <a:pPr>
              <a:defRPr/>
            </a:pPr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pPr>
              <a:defRPr/>
            </a:pPr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pPr>
              <a:defRPr/>
            </a:pPr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pPr>
              <a:defRPr/>
            </a:pPr>
            <a:r>
              <a:rPr lang="fr-FR" smtClean="0"/>
              <a:t>12-  GLOIRE À DIEU JE SUIS TON AMI MIGUELITO, NE TE TROMPE PAS ! 
13-  QUEL BONHEUR ! 
</a:t>
            </a:r>
          </a:p>
          <a:p>
            <a:pPr>
              <a:defRPr/>
            </a:pPr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pPr>
              <a:defRPr/>
            </a:pPr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pPr>
              <a:defRPr/>
            </a:pPr>
            <a:r>
              <a:rPr lang="fr-FR" smtClean="0"/>
              <a:t>	22-  LE SEIGNEUR AIME QU’ON LE LOUE 
	23-  AUX SONS DES CHOFARS DES TAMBOURINS ET DES DANSES 
</a:t>
            </a:r>
          </a:p>
          <a:p>
            <a:pPr>
              <a:defRPr/>
            </a:pPr>
            <a:r>
              <a:rPr lang="fr-FR" smtClean="0"/>
              <a:t>24-  ET EN FRAPPANT DES MAINS EN FRAPPANT DES MAINS    X8
25-  C’EST SI BON ! 
</a:t>
            </a:r>
          </a:p>
          <a:p>
            <a:pPr>
              <a:defRPr/>
            </a:pPr>
            <a:r>
              <a:rPr lang="fr-FR" smtClean="0"/>
              <a:t>	26-  ET MAINTENANT JE VEUX QUE TOUT LE MONDE FRAPPE DES MAINS 
	27-  QUE CHACUN FRAPPE DES MAINS    X8 
</a:t>
            </a:r>
          </a:p>
          <a:p>
            <a:pPr>
              <a:defRPr/>
            </a:pPr>
            <a:r>
              <a:rPr lang="fr-FR" smtClean="0"/>
              <a:t>28-  ET MAINTENANT NOUS VOULONS QUE MIGUELITO DANSE 
29-  QUE MIGUELITO DANSE QUE MIGUELITO DANSE     X 16</a:t>
            </a: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</a:t>
            </a:r>
          </a:p>
          <a:p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r>
              <a:rPr lang="fr-FR" smtClean="0"/>
              <a:t>12-  GLOIRE À DIEU JE SUIS TON AMI MIGUELITO, NE TE TROMPE PAS ! 
13-  QUEL BONHEUR ! 
</a:t>
            </a:r>
          </a:p>
          <a:p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r>
              <a:rPr lang="fr-FR" smtClean="0"/>
              <a:t>	22-  LE SEIGNEUR AIME QU’ON LE LOUE 
	23-  AUX SONS DES CHOFARS DES TAMBOURINS ET DES DANSES 
</a:t>
            </a:r>
          </a:p>
          <a:p>
            <a:r>
              <a:rPr lang="fr-FR" smtClean="0"/>
              <a:t>24-  ET EN FRAPPANT DES MAINS EN FRAPPANT DES MAINS    X8
25-  C’EST SI BON ! 
</a:t>
            </a:r>
          </a:p>
          <a:p>
            <a:r>
              <a:rPr lang="fr-FR" smtClean="0"/>
              <a:t>	26-  ET MAINTENANT JE VEUX QUE TOUT LE MONDE FRAPPE DES MAINS 
	27-  QUE CHACUN FRAPPE DES MAINS    X8 
</a:t>
            </a:r>
          </a:p>
          <a:p>
            <a:r>
              <a:rPr lang="fr-FR" smtClean="0"/>
              <a:t>28-  ET MAINTENANT NOUS VOULONS QUE MIGUELITO DANSE 
29-  QUE MIGUELITO DANSE QUE MIGUELITO DANSE     X 16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TON AMI MIGUELITO NE TE TROMPE PAS 
</a:t>
            </a:r>
          </a:p>
          <a:p>
            <a:pPr>
              <a:defRPr/>
            </a:pPr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pPr>
              <a:defRPr/>
            </a:pPr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pPr>
              <a:defRPr/>
            </a:pPr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pPr>
              <a:defRPr/>
            </a:pPr>
            <a:r>
              <a:rPr lang="fr-FR" smtClean="0"/>
              <a:t>12-  GLOIRE À DIEU JE SUIS TON AMI MIGUELITO, NE TE TROMPE PAS ! 
13-  QUEL BONHEUR ! 
</a:t>
            </a:r>
          </a:p>
          <a:p>
            <a:pPr>
              <a:defRPr/>
            </a:pPr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pPr>
              <a:defRPr/>
            </a:pPr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pPr>
              <a:defRPr/>
            </a:pPr>
            <a:r>
              <a:rPr lang="fr-FR" smtClean="0"/>
              <a:t>	22-  LE SEIGNEUR AIME QU’ON LE LOUE 
	23-  AUX SONS DES CHOFARS DES TAMBOURINS ET DES DANSES 
</a:t>
            </a:r>
          </a:p>
          <a:p>
            <a:pPr>
              <a:defRPr/>
            </a:pPr>
            <a:r>
              <a:rPr lang="fr-FR" smtClean="0"/>
              <a:t>24-  ET EN FRAPPANT DES MAINS EN FRAPPANT DES MAINS    X8
25-  C’EST SI BON ! 
</a:t>
            </a:r>
          </a:p>
          <a:p>
            <a:pPr>
              <a:defRPr/>
            </a:pPr>
            <a:r>
              <a:rPr lang="fr-FR" smtClean="0"/>
              <a:t>	26-  ET MAINTENANT JE VEUX QUE TOUT LE MONDE FRAPPE DES MAINS 
	27-  QUE CHACUN FRAPPE DES MAINS    X8 
</a:t>
            </a:r>
          </a:p>
          <a:p>
            <a:pPr>
              <a:defRPr/>
            </a:pPr>
            <a:r>
              <a:rPr lang="fr-FR" smtClean="0"/>
              <a:t>28-  ET MAINTENANT NOUS VOULONS QUE MIGUELITO DANSE 
29-  QUE MIGUELITO DANSE QUE MIGUELITO DANSE     X 16</a:t>
            </a: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</a:t>
            </a:r>
          </a:p>
          <a:p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r>
              <a:rPr lang="fr-FR" smtClean="0"/>
              <a:t>12-  GLOIRE À DIEU JE SUIS TON AMI MIGUELITO, NE TE TROMPE PAS ! 
13-  QUEL BONHEUR ! 
</a:t>
            </a:r>
          </a:p>
          <a:p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r>
              <a:rPr lang="fr-FR" smtClean="0"/>
              <a:t>	22-  LE SEIGNEUR AIME QU’ON LE LOUE 
	23-  AUX SONS DES CHOFARS DES TAMBOURINS ET DES DANSES 
</a:t>
            </a:r>
          </a:p>
          <a:p>
            <a:r>
              <a:rPr lang="fr-FR" smtClean="0"/>
              <a:t>24-  ET EN FRAPPANT DES MAINS EN FRAPPANT DES MAINS    X8
25-  C’EST SI BON ! 
</a:t>
            </a:r>
          </a:p>
          <a:p>
            <a:r>
              <a:rPr lang="fr-FR" smtClean="0"/>
              <a:t>	26-  ET MAINTENANT JE VEUX QUE TOUT LE MONDE FRAPPE DES MAINS 
	27-  QUE CHACUN FRAPPE DES MAINS    X8 
</a:t>
            </a:r>
          </a:p>
          <a:p>
            <a:r>
              <a:rPr lang="fr-FR" smtClean="0"/>
              <a:t>28-  ET MAINTENANT NOUS VOULONS QUE MIGUELITO DANSE 
29-  QUE MIGUELITO DANSE QUE MIGUELITO DANSE     X 16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TON AMI MIGUELITO NE TE TROMPE PAS 
</a:t>
            </a:r>
          </a:p>
          <a:p>
            <a:pPr>
              <a:defRPr/>
            </a:pPr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pPr>
              <a:defRPr/>
            </a:pPr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pPr>
              <a:defRPr/>
            </a:pPr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pPr>
              <a:defRPr/>
            </a:pPr>
            <a:r>
              <a:rPr lang="fr-FR" smtClean="0"/>
              <a:t>12-  GLOIRE À DIEU JE SUIS TON AMI MIGUELITO, NE TE TROMPE PAS ! 
13-  QUEL BONHEUR ! 
</a:t>
            </a:r>
          </a:p>
          <a:p>
            <a:pPr>
              <a:defRPr/>
            </a:pPr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pPr>
              <a:defRPr/>
            </a:pPr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pPr>
              <a:defRPr/>
            </a:pPr>
            <a:r>
              <a:rPr lang="fr-FR" smtClean="0"/>
              <a:t>	22-  LE SEIGNEUR AIME QU’ON LE LOUE 
	23-  AUX SONS DES CHOFARS DES TAMBOURINS ET DES DANSES 
</a:t>
            </a:r>
          </a:p>
          <a:p>
            <a:pPr>
              <a:defRPr/>
            </a:pPr>
            <a:r>
              <a:rPr lang="fr-FR" smtClean="0"/>
              <a:t>24-  ET EN FRAPPANT DES MAINS EN FRAPPANT DES MAINS    X8
25-  C’EST SI BON ! 
</a:t>
            </a:r>
          </a:p>
          <a:p>
            <a:pPr>
              <a:defRPr/>
            </a:pPr>
            <a:r>
              <a:rPr lang="fr-FR" smtClean="0"/>
              <a:t>	26-  ET MAINTENANT JE VEUX QUE TOUT LE MONDE FRAPPE DES MAINS 
	27-  QUE CHACUN FRAPPE DES MAINS    X8 
</a:t>
            </a:r>
          </a:p>
          <a:p>
            <a:pPr>
              <a:defRPr/>
            </a:pPr>
            <a:r>
              <a:rPr lang="fr-FR" smtClean="0"/>
              <a:t>28-  ET MAINTENANT NOUS VOULONS QUE MIGUELITO DANSE 
29-  QUE MIGUELITO DANSE QUE MIGUELITO DANSE     X 16</a:t>
            </a: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</a:t>
            </a:r>
          </a:p>
          <a:p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r>
              <a:rPr lang="fr-FR" smtClean="0"/>
              <a:t>12-  GLOIRE À DIEU JE SUIS TON AMI MIGUELITO, NE TE TROMPE PAS ! 
13-  QUEL BONHEUR ! 
</a:t>
            </a:r>
          </a:p>
          <a:p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r>
              <a:rPr lang="fr-FR" smtClean="0"/>
              <a:t>	22-  LE SEIGNEUR AIME QU’ON LE LOUE 
	23-  AUX SONS DES CHOFARS DES TAMBOURINS ET DES DANSES 
</a:t>
            </a:r>
          </a:p>
          <a:p>
            <a:r>
              <a:rPr lang="fr-FR" smtClean="0"/>
              <a:t>24-  ET EN FRAPPANT DES MAINS EN FRAPPANT DES MAINS    X8
25-  C’EST SI BON ! 
</a:t>
            </a:r>
          </a:p>
          <a:p>
            <a:r>
              <a:rPr lang="fr-FR" smtClean="0"/>
              <a:t>	26-  ET MAINTENANT JE VEUX QUE TOUT LE MONDE FRAPPE DES MAINS 
	27-  QUE CHACUN FRAPPE DES MAINS    X8 
</a:t>
            </a:r>
          </a:p>
          <a:p>
            <a:r>
              <a:rPr lang="fr-FR" smtClean="0"/>
              <a:t>28-  ET MAINTENANT NOUS VOULONS QUE MIGUELITO DANSE 
29-  QUE MIGUELITO DANSE QUE MIGUELITO DANSE     X 16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TON AMI MIGUELITO NE TE TROMPE PAS 
</a:t>
            </a:r>
          </a:p>
          <a:p>
            <a:pPr>
              <a:defRPr/>
            </a:pPr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pPr>
              <a:defRPr/>
            </a:pPr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pPr>
              <a:defRPr/>
            </a:pPr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pPr>
              <a:defRPr/>
            </a:pPr>
            <a:r>
              <a:rPr lang="fr-FR" smtClean="0"/>
              <a:t>12-  GLOIRE À DIEU JE SUIS TON AMI MIGUELITO, NE TE TROMPE PAS ! 
13-  QUEL BONHEUR ! 
</a:t>
            </a:r>
          </a:p>
          <a:p>
            <a:pPr>
              <a:defRPr/>
            </a:pPr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pPr>
              <a:defRPr/>
            </a:pPr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pPr>
              <a:defRPr/>
            </a:pPr>
            <a:r>
              <a:rPr lang="fr-FR" smtClean="0"/>
              <a:t>	22-  LE SEIGNEUR AIME QU’ON LE LOUE 
	23-  AUX SONS DES CHOFARS DES TAMBOURINS ET DES DANSES 
</a:t>
            </a:r>
          </a:p>
          <a:p>
            <a:pPr>
              <a:defRPr/>
            </a:pPr>
            <a:r>
              <a:rPr lang="fr-FR" smtClean="0"/>
              <a:t>24-  ET EN FRAPPANT DES MAINS EN FRAPPANT DES MAINS    X8
25-  C’EST SI BON ! 
</a:t>
            </a:r>
          </a:p>
          <a:p>
            <a:pPr>
              <a:defRPr/>
            </a:pPr>
            <a:r>
              <a:rPr lang="fr-FR" smtClean="0"/>
              <a:t>	26-  ET MAINTENANT JE VEUX QUE TOUT LE MONDE FRAPPE DES MAINS 
	27-  QUE CHACUN FRAPPE DES MAINS    X8 
</a:t>
            </a:r>
          </a:p>
          <a:p>
            <a:pPr>
              <a:defRPr/>
            </a:pPr>
            <a:r>
              <a:rPr lang="fr-FR" smtClean="0"/>
              <a:t>28-  ET MAINTENANT NOUS VOULONS QUE MIGUELITO DANSE 
29-  QUE MIGUELITO DANSE QUE MIGUELITO DANSE     X 16</a:t>
            </a: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</a:t>
            </a:r>
          </a:p>
          <a:p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r>
              <a:rPr lang="fr-FR" smtClean="0"/>
              <a:t>12-  GLOIRE À DIEU JE SUIS TON AMI MIGUELITO, NE TE TROMPE PAS ! 
13-  QUEL BONHEUR ! 
</a:t>
            </a:r>
          </a:p>
          <a:p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r>
              <a:rPr lang="fr-FR" smtClean="0"/>
              <a:t>	22-  LE SEIGNEUR AIME QU’ON LE LOUE 
	23-  AUX SONS DES CHOFARS DES TAMBOURINS ET DES DANSES 
</a:t>
            </a:r>
          </a:p>
          <a:p>
            <a:r>
              <a:rPr lang="fr-FR" smtClean="0"/>
              <a:t>24-  ET EN FRAPPANT DES MAINS EN FRAPPANT DES MAINS    X8
25-  C’EST SI BON ! 
</a:t>
            </a:r>
          </a:p>
          <a:p>
            <a:r>
              <a:rPr lang="fr-FR" smtClean="0"/>
              <a:t>	26-  ET MAINTENANT JE VEUX QUE TOUT LE MONDE FRAPPE DES MAINS 
	27-  QUE CHACUN FRAPPE DES MAINS    X8 
</a:t>
            </a:r>
          </a:p>
          <a:p>
            <a:r>
              <a:rPr lang="fr-FR" smtClean="0"/>
              <a:t>28-  ET MAINTENANT NOUS VOULONS QUE MIGUELITO DANSE 
29-  QUE MIGUELITO DANSE QUE MIGUELITO DANSE     X 16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TON AMI MIGUELITO NE TE TROMPE PAS 
</a:t>
            </a:r>
          </a:p>
          <a:p>
            <a:pPr>
              <a:defRPr/>
            </a:pPr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pPr>
              <a:defRPr/>
            </a:pPr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pPr>
              <a:defRPr/>
            </a:pPr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pPr>
              <a:defRPr/>
            </a:pPr>
            <a:r>
              <a:rPr lang="fr-FR" smtClean="0"/>
              <a:t>12-  GLOIRE À DIEU JE SUIS TON AMI MIGUELITO, NE TE TROMPE PAS ! 
13-  QUEL BONHEUR ! 
</a:t>
            </a:r>
          </a:p>
          <a:p>
            <a:pPr>
              <a:defRPr/>
            </a:pPr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pPr>
              <a:defRPr/>
            </a:pPr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pPr>
              <a:defRPr/>
            </a:pPr>
            <a:r>
              <a:rPr lang="fr-FR" smtClean="0"/>
              <a:t>	22-  LE SEIGNEUR AIME QU’ON LE LOUE 
	23-  AUX SONS DES CHOFARS DES TAMBOURINS ET DES DANSES 
</a:t>
            </a:r>
          </a:p>
          <a:p>
            <a:pPr>
              <a:defRPr/>
            </a:pPr>
            <a:r>
              <a:rPr lang="fr-FR" smtClean="0"/>
              <a:t>24-  ET EN FRAPPANT DES MAINS EN FRAPPANT DES MAINS    X8
25-  C’EST SI BON ! 
</a:t>
            </a:r>
          </a:p>
          <a:p>
            <a:pPr>
              <a:defRPr/>
            </a:pPr>
            <a:r>
              <a:rPr lang="fr-FR" smtClean="0"/>
              <a:t>	26-  ET MAINTENANT JE VEUX QUE TOUT LE MONDE FRAPPE DES MAINS 
	27-  QUE CHACUN FRAPPE DES MAINS    X8 
</a:t>
            </a:r>
          </a:p>
          <a:p>
            <a:pPr>
              <a:defRPr/>
            </a:pPr>
            <a:r>
              <a:rPr lang="fr-FR" smtClean="0"/>
              <a:t>28-  ET MAINTENANT NOUS VOULONS QUE MIGUELITO DANSE 
29-  QUE MIGUELITO DANSE QUE MIGUELITO DANSE     X 16</a:t>
            </a: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</a:t>
            </a:r>
          </a:p>
          <a:p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r>
              <a:rPr lang="fr-FR" smtClean="0"/>
              <a:t>12-  GLOIRE À DIEU JE SUIS TON AMI MIGUELITO, NE TE TROMPE PAS ! 
13-  QUEL BONHEUR ! 
</a:t>
            </a:r>
          </a:p>
          <a:p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r>
              <a:rPr lang="fr-FR" smtClean="0"/>
              <a:t>	22-  LE SEIGNEUR AIME QU’ON LE LOUE 
	23-  AUX SONS DES CHOFARS DES TAMBOURINS ET DES DANSES 
</a:t>
            </a:r>
          </a:p>
          <a:p>
            <a:r>
              <a:rPr lang="fr-FR" smtClean="0"/>
              <a:t>24-  ET EN FRAPPANT DES MAINS EN FRAPPANT DES MAINS    X8
25-  C’EST SI BON ! 
</a:t>
            </a:r>
          </a:p>
          <a:p>
            <a:r>
              <a:rPr lang="fr-FR" smtClean="0"/>
              <a:t>	26-  ET MAINTENANT JE VEUX QUE TOUT LE MONDE FRAPPE DES MAINS 
	27-  QUE CHACUN FRAPPE DES MAINS    X8 
</a:t>
            </a:r>
          </a:p>
          <a:p>
            <a:r>
              <a:rPr lang="fr-FR" smtClean="0"/>
              <a:t>28-  ET MAINTENANT NOUS VOULONS QUE MIGUELITO DANSE 
29-  QUE MIGUELITO DANSE QUE MIGUELITO DANSE     X 16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TON AMI MIGUELITO NE TE TROMPE PAS 
</a:t>
            </a:r>
          </a:p>
          <a:p>
            <a:pPr>
              <a:defRPr/>
            </a:pPr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pPr>
              <a:defRPr/>
            </a:pPr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pPr>
              <a:defRPr/>
            </a:pPr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pPr>
              <a:defRPr/>
            </a:pPr>
            <a:r>
              <a:rPr lang="fr-FR" smtClean="0"/>
              <a:t>12-  GLOIRE À DIEU JE SUIS TON AMI MIGUELITO, NE TE TROMPE PAS ! 
13-  QUEL BONHEUR ! 
</a:t>
            </a:r>
          </a:p>
          <a:p>
            <a:pPr>
              <a:defRPr/>
            </a:pPr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pPr>
              <a:defRPr/>
            </a:pPr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pPr>
              <a:defRPr/>
            </a:pPr>
            <a:r>
              <a:rPr lang="fr-FR" smtClean="0"/>
              <a:t>	22-  LE SEIGNEUR AIME QU’ON LE LOUE 
	23-  AUX SONS DES CHOFARS DES TAMBOURINS ET DES DANSES 
</a:t>
            </a:r>
          </a:p>
          <a:p>
            <a:pPr>
              <a:defRPr/>
            </a:pPr>
            <a:r>
              <a:rPr lang="fr-FR" smtClean="0"/>
              <a:t>24-  ET EN FRAPPANT DES MAINS EN FRAPPANT DES MAINS    X8
25-  C’EST SI BON ! 
</a:t>
            </a:r>
          </a:p>
          <a:p>
            <a:pPr>
              <a:defRPr/>
            </a:pPr>
            <a:r>
              <a:rPr lang="fr-FR" smtClean="0"/>
              <a:t>	26-  ET MAINTENANT JE VEUX QUE TOUT LE MONDE FRAPPE DES MAINS 
	27-  QUE CHACUN FRAPPE DES MAINS    X8 
</a:t>
            </a:r>
          </a:p>
          <a:p>
            <a:pPr>
              <a:defRPr/>
            </a:pPr>
            <a:r>
              <a:rPr lang="fr-FR" smtClean="0"/>
              <a:t>28-  ET MAINTENANT NOUS VOULONS QUE MIGUELITO DANSE 
29-  QUE MIGUELITO DANSE QUE MIGUELITO DANSE     X 16</a:t>
            </a: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</a:t>
            </a:r>
          </a:p>
          <a:p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r>
              <a:rPr lang="fr-FR" smtClean="0"/>
              <a:t>12-  GLOIRE À DIEU JE SUIS TON AMI MIGUELITO, NE TE TROMPE PAS ! 
13-  QUEL BONHEUR ! 
</a:t>
            </a:r>
          </a:p>
          <a:p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r>
              <a:rPr lang="fr-FR" smtClean="0"/>
              <a:t>	22-  LE SEIGNEUR AIME QU’ON LE LOUE 
	23-  AUX SONS DES CHOFARS DES TAMBOURINS ET DES DANSES 
</a:t>
            </a:r>
          </a:p>
          <a:p>
            <a:r>
              <a:rPr lang="fr-FR" smtClean="0"/>
              <a:t>24-  ET EN FRAPPANT DES MAINS EN FRAPPANT DES MAINS    X8
25-  C’EST SI BON ! 
</a:t>
            </a:r>
          </a:p>
          <a:p>
            <a:r>
              <a:rPr lang="fr-FR" smtClean="0"/>
              <a:t>	26-  ET MAINTENANT JE VEUX QUE TOUT LE MONDE FRAPPE DES MAINS 
	27-  QUE CHACUN FRAPPE DES MAINS    X8 
</a:t>
            </a:r>
          </a:p>
          <a:p>
            <a:r>
              <a:rPr lang="fr-FR" smtClean="0"/>
              <a:t>28-  ET MAINTENANT NOUS VOULONS QUE MIGUELITO DANSE 
29-  QUE MIGUELITO DANSE QUE MIGUELITO DANSE     X 16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TON AMI MIGUELITO NE TE TROMPE PAS 
</a:t>
            </a:r>
          </a:p>
          <a:p>
            <a:pPr>
              <a:defRPr/>
            </a:pPr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pPr>
              <a:defRPr/>
            </a:pPr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pPr>
              <a:defRPr/>
            </a:pPr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pPr>
              <a:defRPr/>
            </a:pPr>
            <a:r>
              <a:rPr lang="fr-FR" smtClean="0"/>
              <a:t>12-  GLOIRE À DIEU JE SUIS TON AMI MIGUELITO, NE TE TROMPE PAS ! 
13-  QUEL BONHEUR ! 
</a:t>
            </a:r>
          </a:p>
          <a:p>
            <a:pPr>
              <a:defRPr/>
            </a:pPr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pPr>
              <a:defRPr/>
            </a:pPr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pPr>
              <a:defRPr/>
            </a:pPr>
            <a:r>
              <a:rPr lang="fr-FR" smtClean="0"/>
              <a:t>	22-  LE SEIGNEUR AIME QU’ON LE LOUE 
	23-  AUX SONS DES CHOFARS DES TAMBOURINS ET DES DANSES 
</a:t>
            </a:r>
          </a:p>
          <a:p>
            <a:pPr>
              <a:defRPr/>
            </a:pPr>
            <a:r>
              <a:rPr lang="fr-FR" smtClean="0"/>
              <a:t>24-  ET EN FRAPPANT DES MAINS EN FRAPPANT DES MAINS    X8
25-  C’EST SI BON ! 
</a:t>
            </a:r>
          </a:p>
          <a:p>
            <a:pPr>
              <a:defRPr/>
            </a:pPr>
            <a:r>
              <a:rPr lang="fr-FR" smtClean="0"/>
              <a:t>	26-  ET MAINTENANT JE VEUX QUE TOUT LE MONDE FRAPPE DES MAINS 
	27-  QUE CHACUN FRAPPE DES MAINS    X8 
</a:t>
            </a:r>
          </a:p>
          <a:p>
            <a:pPr>
              <a:defRPr/>
            </a:pPr>
            <a:r>
              <a:rPr lang="fr-FR" smtClean="0"/>
              <a:t>28-  ET MAINTENANT NOUS VOULONS QUE MIGUELITO DANSE 
29-  QUE MIGUELITO DANSE QUE MIGUELITO DANSE     X 16</a:t>
            </a: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</a:t>
            </a:r>
          </a:p>
          <a:p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r>
              <a:rPr lang="fr-FR" smtClean="0"/>
              <a:t>12-  GLOIRE À DIEU JE SUIS TON AMI MIGUELITO, NE TE TROMPE PAS ! 
13-  QUEL BONHEUR ! 
</a:t>
            </a:r>
          </a:p>
          <a:p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r>
              <a:rPr lang="fr-FR" smtClean="0"/>
              <a:t>	22-  LE SEIGNEUR AIME QU’ON LE LOUE 
	23-  AUX SONS DES CHOFARS DES TAMBOURINS ET DES DANSES 
</a:t>
            </a:r>
          </a:p>
          <a:p>
            <a:r>
              <a:rPr lang="fr-FR" smtClean="0"/>
              <a:t>24-  ET EN FRAPPANT DES MAINS EN FRAPPANT DES MAINS    X8
25-  C’EST SI BON ! 
</a:t>
            </a:r>
          </a:p>
          <a:p>
            <a:r>
              <a:rPr lang="fr-FR" smtClean="0"/>
              <a:t>	26-  ET MAINTENANT JE VEUX QUE TOUT LE MONDE FRAPPE DES MAINS 
	27-  QUE CHACUN FRAPPE DES MAINS    X8 
</a:t>
            </a:r>
          </a:p>
          <a:p>
            <a:r>
              <a:rPr lang="fr-FR" smtClean="0"/>
              <a:t>28-  ET MAINTENANT NOUS VOULONS QUE MIGUELITO DANSE 
29-  QUE MIGUELITO DANSE QUE MIGUELITO DANSE     X 16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TON AMI MIGUELITO NE TE TROMPE PAS 
</a:t>
            </a:r>
          </a:p>
          <a:p>
            <a:pPr>
              <a:defRPr/>
            </a:pPr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pPr>
              <a:defRPr/>
            </a:pPr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pPr>
              <a:defRPr/>
            </a:pPr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pPr>
              <a:defRPr/>
            </a:pPr>
            <a:r>
              <a:rPr lang="fr-FR" smtClean="0"/>
              <a:t>12-  GLOIRE À DIEU JE SUIS TON AMI MIGUELITO, NE TE TROMPE PAS ! 
13-  QUEL BONHEUR ! 
</a:t>
            </a:r>
          </a:p>
          <a:p>
            <a:pPr>
              <a:defRPr/>
            </a:pPr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pPr>
              <a:defRPr/>
            </a:pPr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pPr>
              <a:defRPr/>
            </a:pPr>
            <a:r>
              <a:rPr lang="fr-FR" smtClean="0"/>
              <a:t>	22-  LE SEIGNEUR AIME QU’ON LE LOUE 
	23-  AUX SONS DES CHOFARS DES TAMBOURINS ET DES DANSES 
</a:t>
            </a:r>
          </a:p>
          <a:p>
            <a:pPr>
              <a:defRPr/>
            </a:pPr>
            <a:r>
              <a:rPr lang="fr-FR" smtClean="0"/>
              <a:t>24-  ET EN FRAPPANT DES MAINS EN FRAPPANT DES MAINS    X8
25-  C’EST SI BON ! 
</a:t>
            </a:r>
          </a:p>
          <a:p>
            <a:pPr>
              <a:defRPr/>
            </a:pPr>
            <a:r>
              <a:rPr lang="fr-FR" smtClean="0"/>
              <a:t>	26-  ET MAINTENANT JE VEUX QUE TOUT LE MONDE FRAPPE DES MAINS 
	27-  QUE CHACUN FRAPPE DES MAINS    X8 
</a:t>
            </a:r>
          </a:p>
          <a:p>
            <a:pPr>
              <a:defRPr/>
            </a:pPr>
            <a:r>
              <a:rPr lang="fr-FR" smtClean="0"/>
              <a:t>28-  ET MAINTENANT NOUS VOULONS QUE MIGUELITO DANSE 
29-  QUE MIGUELITO DANSE QUE MIGUELITO DANSE     X 16</a:t>
            </a: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</a:t>
            </a:r>
          </a:p>
          <a:p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r>
              <a:rPr lang="fr-FR" smtClean="0"/>
              <a:t>12-  GLOIRE À DIEU JE SUIS TON AMI MIGUELITO, NE TE TROMPE PAS ! 
13-  QUEL BONHEUR ! 
</a:t>
            </a:r>
          </a:p>
          <a:p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r>
              <a:rPr lang="fr-FR" smtClean="0"/>
              <a:t>	22-  LE SEIGNEUR AIME QU’ON LE LOUE 
	23-  AUX SONS DES CHOFARS DES TAMBOURINS ET DES DANSES 
</a:t>
            </a:r>
          </a:p>
          <a:p>
            <a:r>
              <a:rPr lang="fr-FR" smtClean="0"/>
              <a:t>24-  ET EN FRAPPANT DES MAINS EN FRAPPANT DES MAINS    X8
25-  C’EST SI BON ! 
</a:t>
            </a:r>
          </a:p>
          <a:p>
            <a:r>
              <a:rPr lang="fr-FR" smtClean="0"/>
              <a:t>	26-  ET MAINTENANT JE VEUX QUE TOUT LE MONDE FRAPPE DES MAINS 
	27-  QUE CHACUN FRAPPE DES MAINS    X8 
</a:t>
            </a:r>
          </a:p>
          <a:p>
            <a:r>
              <a:rPr lang="fr-FR" smtClean="0"/>
              <a:t>28-  ET MAINTENANT NOUS VOULONS QUE MIGUELITO DANSE 
29-  QUE MIGUELITO DANSE QUE MIGUELITO DANSE     X 16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TON AMI MIGUELITO NE TE TROMPE PAS 
</a:t>
            </a:r>
          </a:p>
          <a:p>
            <a:pPr>
              <a:defRPr/>
            </a:pPr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pPr>
              <a:defRPr/>
            </a:pPr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pPr>
              <a:defRPr/>
            </a:pPr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pPr>
              <a:defRPr/>
            </a:pPr>
            <a:r>
              <a:rPr lang="fr-FR" smtClean="0"/>
              <a:t>12-  GLOIRE À DIEU JE SUIS TON AMI MIGUELITO, NE TE TROMPE PAS ! 
13-  QUEL BONHEUR ! 
</a:t>
            </a:r>
          </a:p>
          <a:p>
            <a:pPr>
              <a:defRPr/>
            </a:pPr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pPr>
              <a:defRPr/>
            </a:pPr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pPr>
              <a:defRPr/>
            </a:pPr>
            <a:r>
              <a:rPr lang="fr-FR" smtClean="0"/>
              <a:t>	22-  LE SEIGNEUR AIME QU’ON LE LOUE 
	23-  AUX SONS DES CHOFARS DES TAMBOURINS ET DES DANSES 
</a:t>
            </a:r>
          </a:p>
          <a:p>
            <a:pPr>
              <a:defRPr/>
            </a:pPr>
            <a:r>
              <a:rPr lang="fr-FR" smtClean="0"/>
              <a:t>24-  ET EN FRAPPANT DES MAINS EN FRAPPANT DES MAINS    X8
25-  C’EST SI BON ! 
</a:t>
            </a:r>
          </a:p>
          <a:p>
            <a:pPr>
              <a:defRPr/>
            </a:pPr>
            <a:r>
              <a:rPr lang="fr-FR" smtClean="0"/>
              <a:t>	26-  ET MAINTENANT JE VEUX QUE TOUT LE MONDE FRAPPE DES MAINS 
	27-  QUE CHACUN FRAPPE DES MAINS    X8 
</a:t>
            </a:r>
          </a:p>
          <a:p>
            <a:pPr>
              <a:defRPr/>
            </a:pPr>
            <a:r>
              <a:rPr lang="fr-FR" smtClean="0"/>
              <a:t>28-  ET MAINTENANT NOUS VOULONS QUE MIGUELITO DANSE 
29-  QUE MIGUELITO DANSE QUE MIGUELITO DANSE     X 16</a:t>
            </a: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</a:t>
            </a:r>
          </a:p>
          <a:p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r>
              <a:rPr lang="fr-FR" smtClean="0"/>
              <a:t>12-  GLOIRE À DIEU JE SUIS TON AMI MIGUELITO, NE TE TROMPE PAS ! 
13-  QUEL BONHEUR ! 
</a:t>
            </a:r>
          </a:p>
          <a:p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r>
              <a:rPr lang="fr-FR" smtClean="0"/>
              <a:t>	22-  LE SEIGNEUR AIME QU’ON LE LOUE 
	23-  AUX SONS DES CHOFARS DES TAMBOURINS ET DES DANSES 
</a:t>
            </a:r>
          </a:p>
          <a:p>
            <a:r>
              <a:rPr lang="fr-FR" smtClean="0"/>
              <a:t>24-  ET EN FRAPPANT DES MAINS EN FRAPPANT DES MAINS    X8
25-  C’EST SI BON ! 
</a:t>
            </a:r>
          </a:p>
          <a:p>
            <a:r>
              <a:rPr lang="fr-FR" smtClean="0"/>
              <a:t>	26-  ET MAINTENANT JE VEUX QUE TOUT LE MONDE FRAPPE DES MAINS 
	27-  QUE CHACUN FRAPPE DES MAINS    X8 
</a:t>
            </a:r>
          </a:p>
          <a:p>
            <a:r>
              <a:rPr lang="fr-FR" smtClean="0"/>
              <a:t>28-  ET MAINTENANT NOUS VOULONS QUE MIGUELITO DANSE 
29-  QUE MIGUELITO DANSE QUE MIGUELITO DANSE     X 16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TON AMI MIGUELITO NE TE TROMPE PAS 
</a:t>
            </a:r>
          </a:p>
          <a:p>
            <a:pPr>
              <a:defRPr/>
            </a:pPr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pPr>
              <a:defRPr/>
            </a:pPr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pPr>
              <a:defRPr/>
            </a:pPr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pPr>
              <a:defRPr/>
            </a:pPr>
            <a:r>
              <a:rPr lang="fr-FR" smtClean="0"/>
              <a:t>12-  GLOIRE À DIEU JE SUIS TON AMI MIGUELITO, NE TE TROMPE PAS ! 
13-  QUEL BONHEUR ! 
</a:t>
            </a:r>
          </a:p>
          <a:p>
            <a:pPr>
              <a:defRPr/>
            </a:pPr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pPr>
              <a:defRPr/>
            </a:pPr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pPr>
              <a:defRPr/>
            </a:pPr>
            <a:r>
              <a:rPr lang="fr-FR" smtClean="0"/>
              <a:t>	22-  LE SEIGNEUR AIME QU’ON LE LOUE 
	23-  AUX SONS DES CHOFARS DES TAMBOURINS ET DES DANSES 
</a:t>
            </a:r>
          </a:p>
          <a:p>
            <a:pPr>
              <a:defRPr/>
            </a:pPr>
            <a:r>
              <a:rPr lang="fr-FR" smtClean="0"/>
              <a:t>24-  ET EN FRAPPANT DES MAINS EN FRAPPANT DES MAINS    X8
25-  C’EST SI BON ! 
</a:t>
            </a:r>
          </a:p>
          <a:p>
            <a:pPr>
              <a:defRPr/>
            </a:pPr>
            <a:r>
              <a:rPr lang="fr-FR" smtClean="0"/>
              <a:t>	26-  ET MAINTENANT JE VEUX QUE TOUT LE MONDE FRAPPE DES MAINS 
	27-  QUE CHACUN FRAPPE DES MAINS    X8 
</a:t>
            </a:r>
          </a:p>
          <a:p>
            <a:pPr>
              <a:defRPr/>
            </a:pPr>
            <a:r>
              <a:rPr lang="fr-FR" smtClean="0"/>
              <a:t>28-  ET MAINTENANT NOUS VOULONS QUE MIGUELITO DANSE 
29-  QUE MIGUELITO DANSE QUE MIGUELITO DANSE     X 16</a:t>
            </a: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</a:t>
            </a:r>
          </a:p>
          <a:p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r>
              <a:rPr lang="fr-FR" smtClean="0"/>
              <a:t>12-  GLOIRE À DIEU JE SUIS TON AMI MIGUELITO, NE TE TROMPE PAS ! 
13-  QUEL BONHEUR ! 
</a:t>
            </a:r>
          </a:p>
          <a:p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r>
              <a:rPr lang="fr-FR" smtClean="0"/>
              <a:t>	22-  LE SEIGNEUR AIME QU’ON LE LOUE 
	23-  AUX SONS DES CHOFARS DES TAMBOURINS ET DES DANSES 
</a:t>
            </a:r>
          </a:p>
          <a:p>
            <a:r>
              <a:rPr lang="fr-FR" smtClean="0"/>
              <a:t>24-  ET EN FRAPPANT DES MAINS EN FRAPPANT DES MAINS    X8
25-  C’EST SI BON ! 
</a:t>
            </a:r>
          </a:p>
          <a:p>
            <a:r>
              <a:rPr lang="fr-FR" smtClean="0"/>
              <a:t>	26-  ET MAINTENANT JE VEUX QUE TOUT LE MONDE FRAPPE DES MAINS 
	27-  QUE CHACUN FRAPPE DES MAINS    X8 
</a:t>
            </a:r>
          </a:p>
          <a:p>
            <a:r>
              <a:rPr lang="fr-FR" smtClean="0"/>
              <a:t>28-  ET MAINTENANT NOUS VOULONS QUE MIGUELITO DANSE 
29-  QUE MIGUELITO DANSE QUE MIGUELITO DANSE     X 16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TON AMI MIGUELITO NE TE TROMPE PAS 
</a:t>
            </a:r>
          </a:p>
          <a:p>
            <a:pPr>
              <a:defRPr/>
            </a:pPr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pPr>
              <a:defRPr/>
            </a:pPr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pPr>
              <a:defRPr/>
            </a:pPr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pPr>
              <a:defRPr/>
            </a:pPr>
            <a:r>
              <a:rPr lang="fr-FR" smtClean="0"/>
              <a:t>12-  GLOIRE À DIEU JE SUIS TON AMI MIGUELITO, NE TE TROMPE PAS ! 
13-  QUEL BONHEUR ! 
</a:t>
            </a:r>
          </a:p>
          <a:p>
            <a:pPr>
              <a:defRPr/>
            </a:pPr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pPr>
              <a:defRPr/>
            </a:pPr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pPr>
              <a:defRPr/>
            </a:pPr>
            <a:r>
              <a:rPr lang="fr-FR" smtClean="0"/>
              <a:t>	22-  LE SEIGNEUR AIME QU’ON LE LOUE 
	23-  AUX SONS DES CHOFARS DES TAMBOURINS ET DES DANSES 
</a:t>
            </a:r>
          </a:p>
          <a:p>
            <a:pPr>
              <a:defRPr/>
            </a:pPr>
            <a:r>
              <a:rPr lang="fr-FR" smtClean="0"/>
              <a:t>24-  ET EN FRAPPANT DES MAINS EN FRAPPANT DES MAINS    X8
25-  C’EST SI BON ! 
</a:t>
            </a:r>
          </a:p>
          <a:p>
            <a:pPr>
              <a:defRPr/>
            </a:pPr>
            <a:r>
              <a:rPr lang="fr-FR" smtClean="0"/>
              <a:t>	26-  ET MAINTENANT JE VEUX QUE TOUT LE MONDE FRAPPE DES MAINS 
	27-  QUE CHACUN FRAPPE DES MAINS    X8 
</a:t>
            </a:r>
          </a:p>
          <a:p>
            <a:pPr>
              <a:defRPr/>
            </a:pPr>
            <a:r>
              <a:rPr lang="fr-FR" smtClean="0"/>
              <a:t>28-  ET MAINTENANT NOUS VOULONS QUE MIGUELITO DANSE 
29-  QUE MIGUELITO DANSE QUE MIGUELITO DANSE     X 16</a:t>
            </a: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</a:t>
            </a:r>
          </a:p>
          <a:p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r>
              <a:rPr lang="fr-FR" smtClean="0"/>
              <a:t>12-  GLOIRE À DIEU JE SUIS TON AMI MIGUELITO, NE TE TROMPE PAS ! 
13-  QUEL BONHEUR ! 
</a:t>
            </a:r>
          </a:p>
          <a:p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r>
              <a:rPr lang="fr-FR" smtClean="0"/>
              <a:t>	22-  LE SEIGNEUR AIME QU’ON LE LOUE 
	23-  AUX SONS DES CHOFARS DES TAMBOURINS ET DES DANSES 
</a:t>
            </a:r>
          </a:p>
          <a:p>
            <a:r>
              <a:rPr lang="fr-FR" smtClean="0"/>
              <a:t>24-  ET EN FRAPPANT DES MAINS EN FRAPPANT DES MAINS    X8
25-  C’EST SI BON ! 
</a:t>
            </a:r>
          </a:p>
          <a:p>
            <a:r>
              <a:rPr lang="fr-FR" smtClean="0"/>
              <a:t>	26-  ET MAINTENANT JE VEUX QUE TOUT LE MONDE FRAPPE DES MAINS 
	27-  QUE CHACUN FRAPPE DES MAINS    X8 
</a:t>
            </a:r>
          </a:p>
          <a:p>
            <a:r>
              <a:rPr lang="fr-FR" smtClean="0"/>
              <a:t>28-  ET MAINTENANT NOUS VOULONS QUE MIGUELITO DANSE 
29-  QUE MIGUELITO DANSE QUE MIGUELITO DANSE     X 16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TON AMI MIGUELITO NE TE TROMPE PAS 
</a:t>
            </a:r>
          </a:p>
          <a:p>
            <a:pPr>
              <a:defRPr/>
            </a:pPr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pPr>
              <a:defRPr/>
            </a:pPr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pPr>
              <a:defRPr/>
            </a:pPr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pPr>
              <a:defRPr/>
            </a:pPr>
            <a:r>
              <a:rPr lang="fr-FR" smtClean="0"/>
              <a:t>12-  GLOIRE À DIEU JE SUIS TON AMI MIGUELITO, NE TE TROMPE PAS ! 
13-  QUEL BONHEUR ! 
</a:t>
            </a:r>
          </a:p>
          <a:p>
            <a:pPr>
              <a:defRPr/>
            </a:pPr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pPr>
              <a:defRPr/>
            </a:pPr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pPr>
              <a:defRPr/>
            </a:pPr>
            <a:r>
              <a:rPr lang="fr-FR" smtClean="0"/>
              <a:t>	22-  LE SEIGNEUR AIME QU’ON LE LOUE 
	23-  AUX SONS DES CHOFARS DES TAMBOURINS ET DES DANSES 
</a:t>
            </a:r>
          </a:p>
          <a:p>
            <a:pPr>
              <a:defRPr/>
            </a:pPr>
            <a:r>
              <a:rPr lang="fr-FR" smtClean="0"/>
              <a:t>24-  ET EN FRAPPANT DES MAINS EN FRAPPANT DES MAINS    X8
25-  C’EST SI BON ! 
</a:t>
            </a:r>
          </a:p>
          <a:p>
            <a:pPr>
              <a:defRPr/>
            </a:pPr>
            <a:r>
              <a:rPr lang="fr-FR" smtClean="0"/>
              <a:t>	26-  ET MAINTENANT JE VEUX QUE TOUT LE MONDE FRAPPE DES MAINS 
	27-  QUE CHACUN FRAPPE DES MAINS    X8 
</a:t>
            </a:r>
          </a:p>
          <a:p>
            <a:pPr>
              <a:defRPr/>
            </a:pPr>
            <a:r>
              <a:rPr lang="fr-FR" smtClean="0"/>
              <a:t>28-  ET MAINTENANT NOUS VOULONS QUE MIGUELITO DANSE 
29-  QUE MIGUELITO DANSE QUE MIGUELITO DANSE     X 16</a:t>
            </a: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JE SUIS TON AMI MIGUELITO NE TE TROMPE PAS 
</a:t>
            </a:r>
          </a:p>
          <a:p>
            <a:r>
              <a:rPr lang="fr-FR" smtClean="0"/>
              <a:t>	2-  LÀ-BAS EN COLOMBIE EN AMÉRIQUE DU SUD 
	3-  IL Y A BEAUCOUP DE GENS QUI AIMENT LE SEIGNEUR 
	4-  AVEC TOUTE LEUR ÂME 
	5-  EN ESPRIT, EN VÉRITÉ ET AVEC LA JOIE DANS LEUR CŒUR 
</a:t>
            </a:r>
          </a:p>
          <a:p>
            <a:r>
              <a:rPr lang="fr-FR" smtClean="0"/>
              <a:t>6-  ILS LOUENT AINSI NOTRE SEIGNEUR ILS LOUENT AINSI, AVEC FERVEUR  
7-  ILS LOUENT AINSI, AVEC UNE JOIE ILS LOUENT AINSI, QUI VIENT DU CŒUR 
8-  ILS ADORENT AINSI NOTRE SEIGNEUR 
</a:t>
            </a:r>
          </a:p>
          <a:p>
            <a:r>
              <a:rPr lang="fr-FR" smtClean="0"/>
              <a:t>	9-  AVEC LES MAINS ET LES PIEDS AVEC LEUR BOUCHE 
	10-  AVEC LEURS PENSÉES, AVEC LEUR CORPS ET AVEC TOUTE LEUR ÂME 
	11-  AVEC TOUTE LEUR ÂME 
</a:t>
            </a:r>
          </a:p>
          <a:p>
            <a:r>
              <a:rPr lang="fr-FR" smtClean="0"/>
              <a:t>12-  GLOIRE À DIEU JE SUIS TON AMI MIGUELITO, NE TE TROMPE PAS ! 
13-  QUEL BONHEUR ! 
</a:t>
            </a:r>
          </a:p>
          <a:p>
            <a:r>
              <a:rPr lang="fr-FR" smtClean="0"/>
              <a:t>	14-  LÀ-BAS, DES AMIS 
	15-  M’ONT INVITÉ À UNE FÊTE SUR LA PLAGE, QUELLE SENSATION ! 
	16-  LES GENS DANSAIENT 
	17-  AUX SONS DES TAMBOURS DES TROMPETTES 
	18-  ET DES CRIS D’ADORATION 
</a:t>
            </a:r>
          </a:p>
          <a:p>
            <a:r>
              <a:rPr lang="fr-FR" smtClean="0"/>
              <a:t>19-  ILS CRIAIENT AINSI POUR LE SEIGNEUR ILS CRIAIENT AINSI, AVEC UNE JOIE  
20-  ILS CRIAIENT AINSI, QUI VIENT DU CŒUR ILS CRIAIENT AINSI POUR LE SEIGNEUR  
21-  ILS CRIAIENT AINSI, AVEC FERVEUR    
</a:t>
            </a:r>
          </a:p>
          <a:p>
            <a:r>
              <a:rPr lang="fr-FR" smtClean="0"/>
              <a:t>	22-  LE SEIGNEUR AIME QU’ON LE LOUE 
	23-  AUX SONS DES CHOFARS DES TAMBOURINS ET DES DANSES 
</a:t>
            </a:r>
          </a:p>
          <a:p>
            <a:r>
              <a:rPr lang="fr-FR" smtClean="0"/>
              <a:t>24-  ET EN FRAPPANT DES MAINS EN FRAPPANT DES MAINS    X8
25-  C’EST SI BON ! 
</a:t>
            </a:r>
          </a:p>
          <a:p>
            <a:r>
              <a:rPr lang="fr-FR" smtClean="0"/>
              <a:t>	26-  ET MAINTENANT JE VEUX QUE TOUT LE MONDE FRAPPE DES MAINS 
	27-  QUE CHACUN FRAPPE DES MAINS    X8 
</a:t>
            </a:r>
          </a:p>
          <a:p>
            <a:r>
              <a:rPr lang="fr-FR" smtClean="0"/>
              <a:t>28-  ET MAINTENANT NOUS VOULONS QUE MIGUELITO DANSE 
29-  QUE MIGUELITO DANSE QUE MIGUELITO DANSE     X 16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AFD815D-8CDC-42B5-BCC1-4131C6BA98F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B582FAC-64C9-4FE3-B2D3-A34E56D904C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AAB07A-BA3B-4E06-AC02-3616A63255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66BA98-FC0F-4529-8B8F-FBBDB905BB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5479E9-4C6E-43A1-BE78-DF4983C7923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3DA20C-8FEF-4CB4-A6A6-AB80FC94ED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F90F13-C1CF-45C6-A130-018CB79DB6B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E026D73-5384-4674-88C0-5EAFA505C56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5859AC-BD43-4AFF-8CE9-BE3BB2F9728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C8ED23-2D6D-4A3F-93CA-A95837AB4DD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7B9CDE-3B1F-4D9B-AD3C-08BA7FA5E7E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54B8D680-DE49-4969-B384-9D0B585737C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TON AMI MIGUELITO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TE TROMPE PAS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LÀ-BAS EN COLOMBIE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AMÉRIQUE DU SUD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Y A BEAUCOUP DE GENS QUI AIMENT LE 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TOUTE LEUR ÂME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ESPRIT, EN VÉRITÉ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AVEC LA JOIE DANS LEUR CŒUR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ILS LOUENT AINSI NOTRE SEIGNEUR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ILS LOUENT AINSI, AVEC FERVEUR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ILS LOUENT AINSI, AVEC UNE JOIE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ILS LOUENT AINSI, QUI VIENT DU CŒUR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ILS ADORENT AINSI NOTRE SEIGNEUR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LES MAINS ET LES PIEDS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LEUR BOUCHE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LEURS PENSÉES, AVEC LEUR CORPS ET AVEC TOUTE LEUR ÂME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TOUTE LEUR ÂME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GLOIRE À DIEU JE SUIS TON AMI MIGUELITO, NE TE TROMPE PAS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 BONHEUR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LÀ-BAS, DES AMIS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M’ONT INVITÉ À UNE FÊTE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SUR LA PLAGE, QUELLE SENSATION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LES GENS DANSAIENT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AUX SONS DES TAMBOURS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TROMPETTES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DES CRIS D’ADORATION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ILS CRIAIENT AINSI POUR LE SEIGNEUR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ILS CRIAIENT AINSI, AVEC UNE JOIE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ILS CRIAIENT AINSI, QUI VIENT DU CŒUR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ILS CRIAIENT AINSI POUR LE SEIGNEUR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ILS CRIAIENT AINSI, AVEC FERVEUR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 </a:t>
            </a:r>
          </a:p>
          <a:p>
            <a:pPr algn="ctr">
              <a:defRPr/>
            </a:pP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SEIGNEUR AIME QU’ON LE LOUE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AUX SONS DES CHOFARS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DES TAMBOURINS ET DES DANSES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EN FRAPPANT DES MAINS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FRAPPANT DES MAINS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SI BON !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MAINTENANT JE VEUX QUE TOUT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MONDE FRAPPE DES MAINS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CHACUN FRAPPE DES MAINS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ET MAINTENANT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NOUS VOULONS QUE MIGUELITO DANSE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pt-B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MIGUELITO DANSE</a:t>
            </a:r>
          </a:p>
          <a:p>
            <a:pPr algn="ctr">
              <a:defRPr/>
            </a:pPr>
            <a:r>
              <a:rPr lang="pt-B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 MIGUELITO DANSE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1391</TotalTime>
  <Words>814</Words>
  <Application>Microsoft Office PowerPoint</Application>
  <PresentationFormat>On-screen Show (4:3)</PresentationFormat>
  <Paragraphs>683</Paragraphs>
  <Slides>29</Slides>
  <Notes>29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29</vt:i4>
      </vt:variant>
    </vt:vector>
  </HeadingPairs>
  <TitlesOfParts>
    <vt:vector size="33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  <vt:lpstr>Diapositive 22</vt:lpstr>
      <vt:lpstr>Diapositive 23</vt:lpstr>
      <vt:lpstr>Diapositive 24</vt:lpstr>
      <vt:lpstr>Diapositive 25</vt:lpstr>
      <vt:lpstr>Diapositive 26</vt:lpstr>
      <vt:lpstr>Diapositive 27</vt:lpstr>
      <vt:lpstr>Diapositive 28</vt:lpstr>
      <vt:lpstr>Diapositive 29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photos</cp:lastModifiedBy>
  <cp:revision>128</cp:revision>
  <dcterms:created xsi:type="dcterms:W3CDTF">2002-08-17T10:50:50Z</dcterms:created>
  <dcterms:modified xsi:type="dcterms:W3CDTF">2014-12-28T09:10:46Z</dcterms:modified>
</cp:coreProperties>
</file>