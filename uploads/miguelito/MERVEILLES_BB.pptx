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98" r:id="rId14"/>
    <p:sldId id="283" r:id="rId15"/>
    <p:sldId id="282" r:id="rId16"/>
    <p:sldId id="299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2" r:id="rId25"/>
    <p:sldId id="293" r:id="rId26"/>
    <p:sldId id="294" r:id="rId27"/>
    <p:sldId id="295" r:id="rId28"/>
    <p:sldId id="296" r:id="rId29"/>
    <p:sldId id="297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30595" autoAdjust="0"/>
  </p:normalViewPr>
  <p:slideViewPr>
    <p:cSldViewPr>
      <p:cViewPr varScale="1">
        <p:scale>
          <a:sx n="22" d="100"/>
          <a:sy n="22" d="100"/>
        </p:scale>
        <p:origin x="-102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26F6402-981C-4DB3-8A9B-90F426245B0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F06CB70-B009-4C1E-B489-283CDAEBEA7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</a:t>
            </a:r>
            <a:r>
              <a:rPr lang="fr-FR" dirty="0" smtClean="0"/>
              <a:t> no </a:t>
            </a:r>
            <a:r>
              <a:rPr lang="fr-FR" dirty="0" err="1" smtClean="0"/>
              <a:t>soy</a:t>
            </a:r>
            <a:r>
              <a:rPr lang="fr-FR" dirty="0" smtClean="0"/>
              <a:t> </a:t>
            </a:r>
            <a:r>
              <a:rPr lang="fr-FR" dirty="0" err="1" smtClean="0"/>
              <a:t>religioso</a:t>
            </a:r>
            <a:r>
              <a:rPr lang="fr-FR" dirty="0" smtClean="0"/>
              <a:t>, no </a:t>
            </a:r>
            <a:r>
              <a:rPr lang="fr-FR" dirty="0" err="1" smtClean="0"/>
              <a:t>creo</a:t>
            </a:r>
            <a:r>
              <a:rPr lang="fr-FR" dirty="0" smtClean="0"/>
              <a:t> en la </a:t>
            </a:r>
            <a:r>
              <a:rPr lang="fr-FR" dirty="0" err="1" smtClean="0"/>
              <a:t>tradición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Hay un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poderoso</a:t>
            </a:r>
            <a:r>
              <a:rPr lang="fr-FR" dirty="0" smtClean="0"/>
              <a:t> con El </a:t>
            </a:r>
            <a:r>
              <a:rPr lang="fr-FR" dirty="0" err="1" smtClean="0"/>
              <a:t>tengo</a:t>
            </a:r>
            <a:r>
              <a:rPr lang="fr-FR" dirty="0" smtClean="0"/>
              <a:t> </a:t>
            </a:r>
            <a:r>
              <a:rPr lang="fr-FR" dirty="0" err="1" smtClean="0"/>
              <a:t>relación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DIEU A RESTAURÉ MA VIE, M'A DONNÉ UNE NOUVELLE PENSÉE 
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restauró</a:t>
            </a:r>
            <a:r>
              <a:rPr lang="fr-FR" dirty="0" smtClean="0"/>
              <a:t> mi vida. Me ha </a:t>
            </a:r>
            <a:r>
              <a:rPr lang="fr-FR" dirty="0" err="1" smtClean="0"/>
              <a:t>dado</a:t>
            </a:r>
            <a:r>
              <a:rPr lang="fr-FR" dirty="0" smtClean="0"/>
              <a:t> </a:t>
            </a:r>
            <a:r>
              <a:rPr lang="fr-FR" dirty="0" err="1" smtClean="0"/>
              <a:t>una</a:t>
            </a:r>
            <a:r>
              <a:rPr lang="fr-FR" dirty="0" smtClean="0"/>
              <a:t> mente </a:t>
            </a:r>
            <a:r>
              <a:rPr lang="fr-FR" dirty="0" err="1" smtClean="0"/>
              <a:t>nueva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IL M'A DONNÉ DE LA JOIE POUR QUE TOUT LE MONDE TÉMOIGNE 
</a:t>
            </a:r>
            <a:r>
              <a:rPr lang="fr-FR" dirty="0" err="1" smtClean="0"/>
              <a:t>Felicidad</a:t>
            </a:r>
            <a:r>
              <a:rPr lang="fr-FR" dirty="0" smtClean="0"/>
              <a:t> en mi </a:t>
            </a:r>
            <a:r>
              <a:rPr lang="fr-FR" dirty="0" err="1" smtClean="0"/>
              <a:t>pecho</a:t>
            </a:r>
            <a:r>
              <a:rPr lang="fr-FR" dirty="0" smtClean="0"/>
              <a:t> para que </a:t>
            </a:r>
            <a:r>
              <a:rPr lang="fr-FR" dirty="0" err="1" smtClean="0"/>
              <a:t>todo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</a:t>
            </a:r>
            <a:r>
              <a:rPr lang="fr-FR" dirty="0" err="1" smtClean="0"/>
              <a:t>dijera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El ha </a:t>
            </a:r>
            <a:r>
              <a:rPr lang="fr-FR" dirty="0" err="1" smtClean="0"/>
              <a:t>hecho</a:t>
            </a:r>
            <a:r>
              <a:rPr lang="fr-FR" dirty="0" smtClean="0"/>
              <a:t> en mi </a:t>
            </a:r>
            <a:r>
              <a:rPr lang="fr-FR" dirty="0" err="1" smtClean="0"/>
              <a:t>maravillas</a:t>
            </a:r>
            <a:r>
              <a:rPr lang="fr-FR" dirty="0" smtClean="0"/>
              <a:t>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si </a:t>
            </a:r>
            <a:r>
              <a:rPr lang="fr-FR" dirty="0" err="1" smtClean="0"/>
              <a:t>lo</a:t>
            </a:r>
            <a:r>
              <a:rPr lang="fr-FR" dirty="0" smtClean="0"/>
              <a:t> ha </a:t>
            </a:r>
            <a:r>
              <a:rPr lang="fr-FR" dirty="0" err="1" smtClean="0"/>
              <a:t>hecho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mí</a:t>
            </a:r>
            <a:r>
              <a:rPr lang="fr-FR" dirty="0" smtClean="0"/>
              <a:t>, </a:t>
            </a:r>
            <a:r>
              <a:rPr lang="fr-FR" dirty="0" err="1" smtClean="0"/>
              <a:t>también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hará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El </a:t>
            </a:r>
            <a:r>
              <a:rPr lang="fr-FR" dirty="0" err="1" smtClean="0"/>
              <a:t>sígue</a:t>
            </a:r>
            <a:r>
              <a:rPr lang="fr-FR" dirty="0" smtClean="0"/>
              <a:t> </a:t>
            </a:r>
            <a:r>
              <a:rPr lang="fr-FR" dirty="0" err="1" smtClean="0"/>
              <a:t>haciendo</a:t>
            </a:r>
            <a:r>
              <a:rPr lang="fr-FR" dirty="0" smtClean="0"/>
              <a:t> </a:t>
            </a:r>
            <a:r>
              <a:rPr lang="fr-FR" dirty="0" err="1" smtClean="0"/>
              <a:t>maravilla</a:t>
            </a:r>
            <a:r>
              <a:rPr lang="fr-FR" dirty="0" smtClean="0"/>
              <a:t> 
8-  IL CONTINUE À FAIRE DES MERVEILLES C'EST CE QUE FAIT LE SEIGNEUR Y El </a:t>
            </a:r>
            <a:r>
              <a:rPr lang="fr-FR" dirty="0" err="1" smtClean="0"/>
              <a:t>sígue</a:t>
            </a:r>
            <a:r>
              <a:rPr lang="fr-FR" dirty="0" smtClean="0"/>
              <a:t> </a:t>
            </a:r>
            <a:r>
              <a:rPr lang="fr-FR" dirty="0" err="1" smtClean="0"/>
              <a:t>haciendo</a:t>
            </a:r>
            <a:r>
              <a:rPr lang="fr-FR" dirty="0" smtClean="0"/>
              <a:t> </a:t>
            </a:r>
            <a:r>
              <a:rPr lang="fr-FR" dirty="0" err="1" smtClean="0"/>
              <a:t>maravilla</a:t>
            </a:r>
            <a:r>
              <a:rPr lang="fr-FR" dirty="0" smtClean="0"/>
              <a:t>  </a:t>
            </a:r>
            <a:r>
              <a:rPr lang="fr-FR" dirty="0" err="1" smtClean="0"/>
              <a:t>eso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hace</a:t>
            </a:r>
            <a:r>
              <a:rPr lang="fr-FR" dirty="0" smtClean="0"/>
              <a:t> el Señor,</a:t>
            </a:r>
            <a:br>
              <a:rPr lang="fr-FR" dirty="0" smtClean="0"/>
            </a:br>
            <a:r>
              <a:rPr lang="fr-FR" dirty="0" smtClean="0"/>
              <a:t>  9-  IL CONTINUE À FAIRE DES MERVEILLES </a:t>
            </a:r>
            <a:br>
              <a:rPr lang="fr-FR" dirty="0" smtClean="0"/>
            </a:br>
            <a:r>
              <a:rPr lang="fr-FR" dirty="0" err="1" smtClean="0"/>
              <a:t>Dios</a:t>
            </a:r>
            <a:r>
              <a:rPr lang="fr-FR" dirty="0" smtClean="0"/>
              <a:t> sigue </a:t>
            </a:r>
            <a:r>
              <a:rPr lang="fr-FR" dirty="0" err="1" smtClean="0"/>
              <a:t>haciendo</a:t>
            </a:r>
            <a:r>
              <a:rPr lang="fr-FR" dirty="0" smtClean="0"/>
              <a:t> </a:t>
            </a:r>
            <a:r>
              <a:rPr lang="fr-FR" dirty="0" err="1" smtClean="0"/>
              <a:t>maravilla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si </a:t>
            </a:r>
            <a:r>
              <a:rPr lang="fr-FR" dirty="0" err="1" smtClean="0"/>
              <a:t>lo</a:t>
            </a:r>
            <a:r>
              <a:rPr lang="fr-FR" dirty="0" smtClean="0"/>
              <a:t> ha </a:t>
            </a:r>
            <a:r>
              <a:rPr lang="fr-FR" dirty="0" err="1" smtClean="0"/>
              <a:t>hecho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mí</a:t>
            </a:r>
            <a:r>
              <a:rPr lang="fr-FR" dirty="0" smtClean="0"/>
              <a:t>, </a:t>
            </a:r>
            <a:r>
              <a:rPr lang="fr-FR" dirty="0" err="1" smtClean="0"/>
              <a:t>también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hará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porque </a:t>
            </a:r>
            <a:r>
              <a:rPr lang="fr-FR" dirty="0" err="1" smtClean="0"/>
              <a:t>él</a:t>
            </a:r>
            <a:r>
              <a:rPr lang="fr-FR" dirty="0" smtClean="0"/>
              <a:t> es el </a:t>
            </a:r>
            <a:r>
              <a:rPr lang="fr-FR" dirty="0" err="1" smtClean="0"/>
              <a:t>mismo</a:t>
            </a:r>
            <a:r>
              <a:rPr lang="fr-FR" dirty="0" smtClean="0"/>
              <a:t> de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por</a:t>
            </a:r>
            <a:r>
              <a:rPr lang="fr-FR" dirty="0" smtClean="0"/>
              <a:t> los </a:t>
            </a:r>
            <a:r>
              <a:rPr lang="fr-FR" dirty="0" err="1" smtClean="0"/>
              <a:t>siglos</a:t>
            </a:r>
            <a:r>
              <a:rPr lang="fr-FR" dirty="0" smtClean="0"/>
              <a:t> de los </a:t>
            </a:r>
            <a:r>
              <a:rPr lang="fr-FR" dirty="0" err="1" smtClean="0"/>
              <a:t>siglos</a:t>
            </a:r>
            <a:r>
              <a:rPr lang="fr-FR" dirty="0" smtClean="0"/>
              <a:t>. Y </a:t>
            </a:r>
            <a:r>
              <a:rPr lang="fr-FR" dirty="0" err="1" smtClean="0"/>
              <a:t>eso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hace</a:t>
            </a:r>
            <a:r>
              <a:rPr lang="fr-FR" dirty="0" smtClean="0"/>
              <a:t>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Me </a:t>
            </a:r>
            <a:r>
              <a:rPr lang="fr-FR" dirty="0" err="1" smtClean="0"/>
              <a:t>prosperó</a:t>
            </a:r>
            <a:r>
              <a:rPr lang="fr-FR" dirty="0" smtClean="0"/>
              <a:t>, me ha </a:t>
            </a:r>
            <a:r>
              <a:rPr lang="fr-FR" dirty="0" err="1" smtClean="0"/>
              <a:t>dado</a:t>
            </a:r>
            <a:r>
              <a:rPr lang="fr-FR" dirty="0" smtClean="0"/>
              <a:t> </a:t>
            </a:r>
            <a:r>
              <a:rPr lang="fr-FR" dirty="0" err="1" smtClean="0"/>
              <a:t>fama</a:t>
            </a:r>
            <a:r>
              <a:rPr lang="fr-FR" dirty="0" smtClean="0"/>
              <a:t> y </a:t>
            </a:r>
            <a:r>
              <a:rPr lang="fr-FR" dirty="0" err="1" smtClean="0"/>
              <a:t>fortuna</a:t>
            </a:r>
            <a:r>
              <a:rPr lang="fr-FR" dirty="0" smtClean="0"/>
              <a:t>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El me </a:t>
            </a:r>
            <a:r>
              <a:rPr lang="fr-FR" dirty="0" err="1" smtClean="0"/>
              <a:t>sacó</a:t>
            </a:r>
            <a:r>
              <a:rPr lang="fr-FR" dirty="0" smtClean="0"/>
              <a:t> de la </a:t>
            </a:r>
            <a:r>
              <a:rPr lang="fr-FR" dirty="0" err="1" smtClean="0"/>
              <a:t>misma</a:t>
            </a:r>
            <a:r>
              <a:rPr lang="fr-FR" dirty="0" smtClean="0"/>
              <a:t> </a:t>
            </a:r>
            <a:r>
              <a:rPr lang="fr-FR" dirty="0" err="1" smtClean="0"/>
              <a:t>sepultura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Dios</a:t>
            </a:r>
            <a:r>
              <a:rPr lang="fr-FR" dirty="0" smtClean="0"/>
              <a:t> me </a:t>
            </a:r>
            <a:r>
              <a:rPr lang="fr-FR" dirty="0" err="1" smtClean="0"/>
              <a:t>salv</a:t>
            </a:r>
            <a:r>
              <a:rPr lang="el-GR" dirty="0" smtClean="0"/>
              <a:t>ό </a:t>
            </a:r>
            <a:r>
              <a:rPr lang="fr-FR" dirty="0" smtClean="0"/>
              <a:t>me ha </a:t>
            </a:r>
            <a:r>
              <a:rPr lang="fr-FR" dirty="0" err="1" smtClean="0"/>
              <a:t>dado</a:t>
            </a:r>
            <a:r>
              <a:rPr lang="fr-FR" dirty="0" smtClean="0"/>
              <a:t> </a:t>
            </a:r>
            <a:r>
              <a:rPr lang="fr-FR" dirty="0" err="1" smtClean="0"/>
              <a:t>fama</a:t>
            </a:r>
            <a:r>
              <a:rPr lang="fr-FR" dirty="0" smtClean="0"/>
              <a:t> y </a:t>
            </a:r>
            <a:r>
              <a:rPr lang="fr-FR" dirty="0" err="1" smtClean="0"/>
              <a:t>fortuna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Dios</a:t>
            </a:r>
            <a:r>
              <a:rPr lang="fr-FR" dirty="0" smtClean="0"/>
              <a:t> me </a:t>
            </a:r>
            <a:r>
              <a:rPr lang="fr-FR" dirty="0" err="1" smtClean="0"/>
              <a:t>sacó</a:t>
            </a:r>
            <a:r>
              <a:rPr lang="fr-FR" dirty="0" smtClean="0"/>
              <a:t> de la </a:t>
            </a:r>
            <a:r>
              <a:rPr lang="fr-FR" dirty="0" err="1" smtClean="0"/>
              <a:t>misma</a:t>
            </a:r>
            <a:r>
              <a:rPr lang="fr-FR" dirty="0" smtClean="0"/>
              <a:t> </a:t>
            </a:r>
            <a:r>
              <a:rPr lang="fr-FR" dirty="0" err="1" smtClean="0"/>
              <a:t>sepultura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El </a:t>
            </a:r>
            <a:r>
              <a:rPr lang="fr-FR" dirty="0" err="1" smtClean="0"/>
              <a:t>sígue</a:t>
            </a:r>
            <a:r>
              <a:rPr lang="fr-FR" dirty="0" smtClean="0"/>
              <a:t> </a:t>
            </a:r>
            <a:r>
              <a:rPr lang="fr-FR" dirty="0" err="1" smtClean="0"/>
              <a:t>haciendo</a:t>
            </a:r>
            <a:r>
              <a:rPr lang="fr-FR" dirty="0" smtClean="0"/>
              <a:t> </a:t>
            </a:r>
            <a:r>
              <a:rPr lang="fr-FR" dirty="0" err="1" smtClean="0"/>
              <a:t>maravilla</a:t>
            </a:r>
            <a:r>
              <a:rPr lang="fr-FR" dirty="0" smtClean="0"/>
              <a:t>  Y </a:t>
            </a:r>
            <a:r>
              <a:rPr lang="fr-FR" dirty="0" err="1" smtClean="0"/>
              <a:t>eso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hace</a:t>
            </a:r>
            <a:r>
              <a:rPr lang="fr-FR" dirty="0" smtClean="0"/>
              <a:t>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Ahora</a:t>
            </a:r>
            <a:r>
              <a:rPr lang="fr-FR" dirty="0" smtClean="0"/>
              <a:t> en </a:t>
            </a:r>
            <a:r>
              <a:rPr lang="fr-FR" dirty="0" err="1" smtClean="0"/>
              <a:t>mí</a:t>
            </a:r>
            <a:r>
              <a:rPr lang="fr-FR" dirty="0" smtClean="0"/>
              <a:t> ya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duda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Ni </a:t>
            </a:r>
            <a:r>
              <a:rPr lang="fr-FR" dirty="0" err="1" smtClean="0"/>
              <a:t>temores</a:t>
            </a:r>
            <a:r>
              <a:rPr lang="fr-FR" dirty="0" smtClean="0"/>
              <a:t>, ni </a:t>
            </a:r>
            <a:r>
              <a:rPr lang="fr-FR" dirty="0" err="1" smtClean="0"/>
              <a:t>complejos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Mis amigos, mi </a:t>
            </a:r>
            <a:r>
              <a:rPr lang="fr-FR" dirty="0" err="1" smtClean="0"/>
              <a:t>familia</a:t>
            </a:r>
            <a:r>
              <a:rPr lang="fr-FR" dirty="0" smtClean="0"/>
              <a:t>, </a:t>
            </a:r>
            <a:r>
              <a:rPr lang="fr-FR" dirty="0" err="1" smtClean="0"/>
              <a:t>dicen</a:t>
            </a:r>
            <a:r>
              <a:rPr lang="fr-FR" dirty="0" smtClean="0"/>
              <a:t> que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r>
              <a:rPr lang="fr-FR" dirty="0" smtClean="0"/>
              <a:t> un hombre </a:t>
            </a:r>
            <a:r>
              <a:rPr lang="fr-FR" dirty="0" err="1" smtClean="0"/>
              <a:t>nuevo</a:t>
            </a:r>
            <a:r>
              <a:rPr lang="fr-FR" dirty="0" smtClean="0"/>
              <a:t>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quiere</a:t>
            </a:r>
            <a:r>
              <a:rPr lang="fr-FR" dirty="0" smtClean="0"/>
              <a:t> </a:t>
            </a:r>
            <a:r>
              <a:rPr lang="fr-FR" dirty="0" err="1" smtClean="0"/>
              <a:t>hacer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mismo</a:t>
            </a:r>
            <a:r>
              <a:rPr lang="fr-FR" dirty="0" smtClean="0"/>
              <a:t> </a:t>
            </a:r>
            <a:r>
              <a:rPr lang="fr-FR" dirty="0" err="1" smtClean="0"/>
              <a:t>contigo</a:t>
            </a:r>
            <a:r>
              <a:rPr lang="fr-FR" dirty="0" smtClean="0"/>
              <a:t> y tu </a:t>
            </a:r>
            <a:r>
              <a:rPr lang="fr-FR" dirty="0" err="1" smtClean="0"/>
              <a:t>familia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Ahora</a:t>
            </a:r>
            <a:r>
              <a:rPr lang="fr-FR" dirty="0" smtClean="0"/>
              <a:t> en </a:t>
            </a:r>
            <a:r>
              <a:rPr lang="fr-FR" dirty="0" err="1" smtClean="0"/>
              <a:t>tiempos</a:t>
            </a:r>
            <a:r>
              <a:rPr lang="fr-FR" dirty="0" smtClean="0"/>
              <a:t> </a:t>
            </a:r>
            <a:r>
              <a:rPr lang="fr-FR" dirty="0" err="1" smtClean="0"/>
              <a:t>modernos</a:t>
            </a:r>
            <a:r>
              <a:rPr lang="fr-FR" dirty="0" smtClean="0"/>
              <a:t>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Igual</a:t>
            </a:r>
            <a:r>
              <a:rPr lang="fr-FR" dirty="0" smtClean="0"/>
              <a:t> que en los </a:t>
            </a:r>
            <a:r>
              <a:rPr lang="fr-FR" dirty="0" err="1" smtClean="0"/>
              <a:t>tiempos</a:t>
            </a:r>
            <a:r>
              <a:rPr lang="fr-FR" dirty="0" smtClean="0"/>
              <a:t> de la </a:t>
            </a:r>
            <a:r>
              <a:rPr lang="fr-FR" dirty="0" err="1" smtClean="0"/>
              <a:t>Biblia</a:t>
            </a:r>
            <a:r>
              <a:rPr lang="fr-FR" dirty="0" smtClean="0"/>
              <a:t>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Porque </a:t>
            </a:r>
            <a:r>
              <a:rPr lang="fr-FR" dirty="0" err="1" smtClean="0"/>
              <a:t>Él</a:t>
            </a:r>
            <a:r>
              <a:rPr lang="fr-FR" dirty="0" smtClean="0"/>
              <a:t> es el </a:t>
            </a:r>
            <a:r>
              <a:rPr lang="fr-FR" dirty="0" err="1" smtClean="0"/>
              <a:t>mismo</a:t>
            </a:r>
            <a:r>
              <a:rPr lang="fr-FR" dirty="0" smtClean="0"/>
              <a:t> de </a:t>
            </a:r>
            <a:r>
              <a:rPr lang="fr-FR" dirty="0" err="1" smtClean="0"/>
              <a:t>ayer</a:t>
            </a:r>
            <a:r>
              <a:rPr lang="fr-FR" dirty="0" smtClean="0"/>
              <a:t>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Hoy</a:t>
            </a:r>
            <a:r>
              <a:rPr lang="fr-FR" dirty="0" smtClean="0"/>
              <a:t> y </a:t>
            </a:r>
            <a:r>
              <a:rPr lang="fr-FR" dirty="0" err="1" smtClean="0"/>
              <a:t>por</a:t>
            </a:r>
            <a:r>
              <a:rPr lang="fr-FR" dirty="0" smtClean="0"/>
              <a:t> los </a:t>
            </a:r>
            <a:r>
              <a:rPr lang="fr-FR" dirty="0" err="1" smtClean="0"/>
              <a:t>siglos</a:t>
            </a:r>
            <a:r>
              <a:rPr lang="fr-FR" dirty="0" smtClean="0"/>
              <a:t> de los </a:t>
            </a:r>
            <a:r>
              <a:rPr lang="fr-FR" dirty="0" err="1" smtClean="0"/>
              <a:t>siglos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su </a:t>
            </a:r>
            <a:r>
              <a:rPr lang="fr-FR" dirty="0" err="1" smtClean="0"/>
              <a:t>brazo</a:t>
            </a:r>
            <a:r>
              <a:rPr lang="fr-FR" dirty="0" smtClean="0"/>
              <a:t> no se ha </a:t>
            </a:r>
            <a:r>
              <a:rPr lang="fr-FR" dirty="0" err="1" smtClean="0"/>
              <a:t>cortado</a:t>
            </a:r>
            <a:r>
              <a:rPr lang="fr-FR" dirty="0" smtClean="0"/>
              <a:t>, Su </a:t>
            </a:r>
            <a:r>
              <a:rPr lang="fr-FR" dirty="0" err="1" smtClean="0"/>
              <a:t>brazo</a:t>
            </a:r>
            <a:r>
              <a:rPr lang="fr-FR" dirty="0" smtClean="0"/>
              <a:t> </a:t>
            </a:r>
            <a:r>
              <a:rPr lang="fr-FR" dirty="0" err="1" smtClean="0"/>
              <a:t>poderoso</a:t>
            </a:r>
            <a:r>
              <a:rPr lang="fr-FR" dirty="0" smtClean="0"/>
              <a:t>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esta</a:t>
            </a:r>
            <a:r>
              <a:rPr lang="fr-FR" dirty="0" smtClean="0"/>
              <a:t> </a:t>
            </a:r>
            <a:r>
              <a:rPr lang="fr-FR" dirty="0" err="1" smtClean="0"/>
              <a:t>extendido</a:t>
            </a:r>
            <a:r>
              <a:rPr lang="fr-FR" dirty="0" smtClean="0"/>
              <a:t> para </a:t>
            </a:r>
            <a:r>
              <a:rPr lang="fr-FR" dirty="0" err="1" smtClean="0"/>
              <a:t>seguir</a:t>
            </a:r>
            <a:r>
              <a:rPr lang="fr-FR" dirty="0" smtClean="0"/>
              <a:t> </a:t>
            </a:r>
            <a:r>
              <a:rPr lang="fr-FR" dirty="0" err="1" smtClean="0"/>
              <a:t>haciendo</a:t>
            </a:r>
            <a:r>
              <a:rPr lang="fr-FR" dirty="0" smtClean="0"/>
              <a:t>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Ayer</a:t>
            </a:r>
            <a:r>
              <a:rPr lang="fr-FR" dirty="0" smtClean="0"/>
              <a:t> y </a:t>
            </a:r>
            <a:r>
              <a:rPr lang="fr-FR" dirty="0" err="1" smtClean="0"/>
              <a:t>hoy</a:t>
            </a: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los </a:t>
            </a:r>
            <a:r>
              <a:rPr lang="fr-FR" dirty="0" err="1" smtClean="0"/>
              <a:t>siglos</a:t>
            </a:r>
            <a:r>
              <a:rPr lang="fr-FR" dirty="0" smtClean="0"/>
              <a:t> los </a:t>
            </a:r>
            <a:r>
              <a:rPr lang="fr-FR" dirty="0" err="1" smtClean="0"/>
              <a:t>siglos</a:t>
            </a:r>
            <a:r>
              <a:rPr lang="fr-FR" dirty="0" smtClean="0"/>
              <a:t>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nada </a:t>
            </a:r>
            <a:r>
              <a:rPr lang="fr-FR" dirty="0" err="1" smtClean="0"/>
              <a:t>cambió</a:t>
            </a:r>
            <a:r>
              <a:rPr lang="fr-FR" dirty="0" smtClean="0"/>
              <a:t>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Jesucristo</a:t>
            </a:r>
            <a:r>
              <a:rPr lang="fr-FR" dirty="0" smtClean="0"/>
              <a:t> es el </a:t>
            </a:r>
            <a:r>
              <a:rPr lang="fr-FR" dirty="0" err="1" smtClean="0"/>
              <a:t>mismo</a:t>
            </a:r>
            <a:r>
              <a:rPr lang="fr-FR" dirty="0" smtClean="0"/>
              <a:t>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NE SUIS PAS RELIGIEUX, JE NE CROIS PAS À LA TRADITION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 no soy religioso, no creo en la tradición.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Y A UN DIEU PUISSANT ET AVEC LUI J'AI UNE RELATION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Hay un Dios poderoso con El tengo relación,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DIEU A RESTAURÉ MA VIE, M'A DONNÉ UNE NOUVELLE PENSÉE 
Dios restauró mi vida. Me ha dado una mente nueva.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M'A DONNÉ DE LA JOIE POUR QUE TOUT LE MONDE TÉMOIGNE 
Felicidad en mi pecho para que todo el mundo dijera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QU'IL A FAIT EN MOI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que El ha hecho en mi maravillas 
6-  ET S'IL L'A FAIT POUR MOI IL LE FERA AUSSI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CONTINUE À FAIRE DES MERVEILLES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si lo ha hecho por mí, también lo hará por ti,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11-  CAR IL EST LE MÊME  HIER,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ayer, Hoy
12-  ET POUR LES SIÈCLES DES SIÈCLES C'EST CE QUE FAIT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por los siglos de los siglos.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IL M'A FAIT PROSPÉRER M'A DONNÉ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 prosperó, me ha dado fama y fortuna
14- 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M'A SAUVÉ, M'A DONNÉ  GLOIRE ET FORTUNE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DIEU M'A SORTI DE LA SÉPULTURE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me sacó de la misma sepultura.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IL CONTINUE À FAIRE DES MERVEILLES  C'EST CE QUE FAIT LE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El sígue haciendo maravilla  Y eso lo hace el 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MAINTENANT, EN MOI IL N’Y A PLUS DE DOUTES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mí ya no hay duda,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NI DE PEURS NI DE COMPLEXES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Ni temores, ni complejos.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MES AMIS, MA FAMILLE DISENT QUE JE SUIS UN NOUVEL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amigos, mi familia, dicen que yo soy un hombre nuevo 
21-  DIEU VEUT AGIR DE MÊME AVEC TOI ET AVEC TA FAMILLE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quiere hacer lo mismo contigo y tu familia,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AUJOURD'HUI DANS LES TEMPS MODERNES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Ahora en tiempos modernos
23-  COMME DANS LES TEMPS DE LA BIBLE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Igual que en los tiempos de la Biblia
24-  CAR IL EST LE MÊME HIER,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Porque Él es el mismo de ayer
25-  AUJOURD'HUI 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Hoy y por los siglos de los siglos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SON BRAS NE SERA PAS ENTAILLÉ SON BRAS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su brazo no se ha cortado, Su brazo poderoso 
27-  SERA TOUJOURS DRESSÉ POUR CONTINUER À AGIR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esta extendido para seguir haciendo (Coro)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HIER, AUJOURD'HUI ET POUR LES SIÈCLES DES SIÈCLES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Ayer y hoy, por los siglos los siglos
29-  RIEN N'A CHANGÉJÉSUS-CHRIST EST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nada cambió hoy Jesucristo es el mismo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SUIS PAS RELIGIEUX, JE NE CROIS PAS À LA TRADITION</a:t>
            </a:r>
          </a:p>
          <a:p>
            <a:r>
              <a:rPr lang="fr-FR" smtClean="0"/>
              <a:t>Yo no soy religioso, no creo en la tradición.</a:t>
            </a:r>
          </a:p>
          <a:p>
            <a:r>
              <a:rPr lang="fr-FR" smtClean="0"/>
              <a:t>2-  IL Y A UN DIEU PUISSANT ET AVEC LUI J'AI UNE RELATION </a:t>
            </a:r>
          </a:p>
          <a:p>
            <a:r>
              <a:rPr lang="fr-FR" smtClean="0"/>
              <a:t>Hay un Dios poderoso con El tengo relación,</a:t>
            </a:r>
          </a:p>
          <a:p>
            <a:r>
              <a:rPr lang="fr-FR" smtClean="0"/>
              <a:t>3-  DIEU A RESTAURÉ MA VIE, M'A DONNÉ UNE NOUVELLE PENSÉE 
Dios restauró mi vida. Me ha dado una mente nueva.</a:t>
            </a:r>
          </a:p>
          <a:p>
            <a:r>
              <a:rPr lang="fr-FR" smtClean="0"/>
              <a:t>4-  IL M'A DONNÉ DE LA JOIE POUR QUE TOUT LE MONDE TÉMOIGNE 
Felicidad en mi pecho para que todo el mundo dijera</a:t>
            </a:r>
          </a:p>
          <a:p>
            <a:r>
              <a:rPr lang="fr-FR" smtClean="0"/>
              <a:t>5-  QU'IL A FAIT EN MOI DES MERVEILLES </a:t>
            </a:r>
          </a:p>
          <a:p>
            <a:r>
              <a:rPr lang="fr-FR" smtClean="0"/>
              <a:t>que El ha hecho en mi maravillas 
6-  ET S'IL L'A FAIT POUR MOI IL LE FERA AUSSI POUR TOI </a:t>
            </a:r>
          </a:p>
          <a:p>
            <a:r>
              <a:rPr lang="fr-FR" smtClean="0"/>
              <a:t>y si lo ha hecho por mí, también lo hará por ti.</a:t>
            </a:r>
          </a:p>
          <a:p>
            <a:r>
              <a:rPr lang="fr-FR" smtClean="0"/>
              <a:t>7-  IL CONTINUE À FAIRE DES MERVEILLES</a:t>
            </a:r>
          </a:p>
          <a:p>
            <a:r>
              <a:rPr lang="fr-FR" smtClean="0"/>
              <a:t>El sígue haciendo maravilla 
8-  IL CONTINUE À FAIRE DES MERVEILLES C'EST CE QUE FAIT LE SEIGNEUR Y El sígue haciendo maravilla  eso lo hace el Señor,</a:t>
            </a:r>
            <a:br>
              <a:rPr lang="fr-FR" smtClean="0"/>
            </a:br>
            <a:r>
              <a:rPr lang="fr-FR" smtClean="0"/>
              <a:t>  9-  IL CONTINUE À FAIRE DES MERVEILLES </a:t>
            </a:r>
            <a:br>
              <a:rPr lang="fr-FR" smtClean="0"/>
            </a:br>
            <a:r>
              <a:rPr lang="fr-FR" smtClean="0"/>
              <a:t>Dios sigue haciendo maravilla </a:t>
            </a:r>
            <a:br>
              <a:rPr lang="fr-FR" smtClean="0"/>
            </a:br>
            <a:r>
              <a:rPr lang="fr-FR" smtClean="0"/>
              <a:t>  10-  ET S’IL L'A FAIT POUR MOI IL LE FERA POUR TOI </a:t>
            </a:r>
          </a:p>
          <a:p>
            <a:r>
              <a:rPr lang="fr-FR" smtClean="0"/>
              <a:t>Y si lo ha hecho por mí, también lo hará por ti,</a:t>
            </a:r>
          </a:p>
          <a:p>
            <a:r>
              <a:rPr lang="fr-FR" smtClean="0"/>
              <a:t> 11-  CAR IL EST LE MÊME  HIER, AUJOURD'HUI </a:t>
            </a:r>
          </a:p>
          <a:p>
            <a:r>
              <a:rPr lang="fr-FR" smtClean="0"/>
              <a:t>porque él es el mismo de ayer, Hoy
12-  ET POUR LES SIÈCLES DES SIÈCLES C'EST CE QUE FAIT LE SEIGNEUR </a:t>
            </a:r>
          </a:p>
          <a:p>
            <a:r>
              <a:rPr lang="fr-FR" smtClean="0"/>
              <a:t>y por los siglos de los siglos. Y eso lo hace el Señor</a:t>
            </a:r>
          </a:p>
          <a:p>
            <a:r>
              <a:rPr lang="fr-FR" smtClean="0"/>
              <a:t>13- IL M'A FAIT PROSPÉRER M'A DONNÉ GLOIRE ET FORTUNE</a:t>
            </a:r>
          </a:p>
          <a:p>
            <a:r>
              <a:rPr lang="fr-FR" smtClean="0"/>
              <a:t>Me prosperó, me ha dado fama y fortuna
14-  M'A SORTI DE LA SÉPULTURE</a:t>
            </a:r>
          </a:p>
          <a:p>
            <a:r>
              <a:rPr lang="fr-FR" smtClean="0"/>
              <a:t>El me sacó de la misma sepultura.</a:t>
            </a:r>
          </a:p>
          <a:p>
            <a:r>
              <a:rPr lang="fr-FR" smtClean="0"/>
              <a:t>15-  DIEU M'A SAUVÉ, M'A DONNÉ  GLOIRE ET FORTUNE</a:t>
            </a:r>
          </a:p>
          <a:p>
            <a:r>
              <a:rPr lang="fr-FR" smtClean="0"/>
              <a:t>Dios me salv</a:t>
            </a:r>
            <a:r>
              <a:rPr lang="el-GR" smtClean="0"/>
              <a:t>ό </a:t>
            </a:r>
            <a:r>
              <a:rPr lang="fr-FR" smtClean="0"/>
              <a:t>me ha dado fama y fortuna.</a:t>
            </a:r>
          </a:p>
          <a:p>
            <a:r>
              <a:rPr lang="fr-FR" smtClean="0"/>
              <a:t>16-  DIEU M'A SORTI DE LA SÉPULTURE</a:t>
            </a:r>
          </a:p>
          <a:p>
            <a:r>
              <a:rPr lang="fr-FR" smtClean="0"/>
              <a:t>Dios me sacó de la misma sepultura.</a:t>
            </a:r>
          </a:p>
          <a:p>
            <a:r>
              <a:rPr lang="fr-FR" smtClean="0"/>
              <a:t>17- IL CONTINUE À FAIRE DES MERVEILLES  C'EST CE QUE FAIT LE SEIGNEUR</a:t>
            </a:r>
          </a:p>
          <a:p>
            <a:r>
              <a:rPr lang="fr-FR" smtClean="0"/>
              <a:t>El sígue haciendo maravilla  Y eso lo hace el Señor</a:t>
            </a:r>
          </a:p>
          <a:p>
            <a:r>
              <a:rPr lang="fr-FR" smtClean="0"/>
              <a:t>18-  MAINTENANT, EN MOI IL N’Y A PLUS DE DOUTES </a:t>
            </a:r>
          </a:p>
          <a:p>
            <a:r>
              <a:rPr lang="fr-FR" smtClean="0"/>
              <a:t>Ahora en mí ya no hay duda,</a:t>
            </a:r>
          </a:p>
          <a:p>
            <a:r>
              <a:rPr lang="fr-FR" smtClean="0"/>
              <a:t>19-  NI DE PEURS NI DE COMPLEXES </a:t>
            </a:r>
          </a:p>
          <a:p>
            <a:r>
              <a:rPr lang="fr-FR" smtClean="0"/>
              <a:t>Ni temores, ni complejos.</a:t>
            </a:r>
          </a:p>
          <a:p>
            <a:r>
              <a:rPr lang="fr-FR" smtClean="0"/>
              <a:t>20-  MES AMIS, MA FAMILLE DISENT QUE JE SUIS UN NOUVEL HOMME</a:t>
            </a:r>
          </a:p>
          <a:p>
            <a:r>
              <a:rPr lang="fr-FR" smtClean="0"/>
              <a:t>Mis amigos, mi familia, dicen que yo soy un hombre nuevo 
21-  DIEU VEUT AGIR DE MÊME AVEC TOI ET AVEC TA FAMILLE </a:t>
            </a:r>
          </a:p>
          <a:p>
            <a:r>
              <a:rPr lang="fr-FR" smtClean="0"/>
              <a:t>Dios quiere hacer lo mismo contigo y tu familia,</a:t>
            </a:r>
          </a:p>
          <a:p>
            <a:r>
              <a:rPr lang="fr-FR" smtClean="0"/>
              <a:t>22-  AUJOURD'HUI DANS LES TEMPS MODERNES </a:t>
            </a:r>
          </a:p>
          <a:p>
            <a:r>
              <a:rPr lang="fr-FR" smtClean="0"/>
              <a:t>Ahora en tiempos modernos
23-  COMME DANS LES TEMPS DE LA BIBLE </a:t>
            </a:r>
          </a:p>
          <a:p>
            <a:r>
              <a:rPr lang="fr-FR" smtClean="0"/>
              <a:t>Igual que en los tiempos de la Biblia
24-  CAR IL EST LE MÊME HIER,</a:t>
            </a:r>
          </a:p>
          <a:p>
            <a:r>
              <a:rPr lang="fr-FR" smtClean="0"/>
              <a:t>Porque Él es el mismo de ayer
25-  AUJOURD'HUI  ET POUR LES SIÈCLES DES SIÈCLES </a:t>
            </a:r>
          </a:p>
          <a:p>
            <a:r>
              <a:rPr lang="fr-FR" smtClean="0"/>
              <a:t>Hoy y por los siglos de los siglos</a:t>
            </a:r>
          </a:p>
          <a:p>
            <a:r>
              <a:rPr lang="fr-FR" smtClean="0"/>
              <a:t>26-  SON BRAS NE SERA PAS ENTAILLÉ SON BRAS TOUT-PUISSANT </a:t>
            </a:r>
          </a:p>
          <a:p>
            <a:r>
              <a:rPr lang="fr-FR" smtClean="0"/>
              <a:t>Y su brazo no se ha cortado, Su brazo poderoso 
27-  SERA TOUJOURS DRESSÉ POUR CONTINUER À AGIR</a:t>
            </a:r>
          </a:p>
          <a:p>
            <a:r>
              <a:rPr lang="fr-FR" smtClean="0"/>
              <a:t>esta extendido para seguir haciendo (Coro)</a:t>
            </a:r>
          </a:p>
          <a:p>
            <a:r>
              <a:rPr lang="fr-FR" smtClean="0"/>
              <a:t>28-  HIER, AUJOURD'HUI ET POUR LES SIÈCLES DES SIÈCLES </a:t>
            </a:r>
          </a:p>
          <a:p>
            <a:r>
              <a:rPr lang="fr-FR" smtClean="0"/>
              <a:t>Ayer y hoy, por los siglos los siglos
29-  RIEN N'A CHANGÉJÉSUS-CHRIST EST LE MÊME </a:t>
            </a:r>
          </a:p>
          <a:p>
            <a:r>
              <a:rPr lang="fr-FR" smtClean="0"/>
              <a:t>nada cambió hoy Jesucristo es el mismo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F77A2-61FF-42EC-80D7-5EC138D496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E2880-136A-4B92-B235-4F9DF1225A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E8210-7F5B-44DF-ABC5-1ACCC79C6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67813-AE5F-4D1F-A999-82003B7CE4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CC435-1DC9-411A-B699-2B56B9DC0C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D2E62-6597-4A94-BB9D-C6FD6704B0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C47D3-E269-4BA4-9743-270BD1ACC0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0A6C4-1A65-4812-B988-5A3AE4EDCD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53459-7A5A-4442-A026-95ED876436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6E557-214F-472C-962C-062DEE4D74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80628-8793-4E1C-A6D4-D376DE83A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1608A8-A696-4E64-862D-8BA0E64053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PAS RELIGIEUX,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CROIS PAS À LA TRADITION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DIEU PUISSANT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AVEC LUI J'AI UNE RELATION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A RESTAURÉ MA VIE, M'A DONNÉ UNE NOUVELLE PENSÉE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M'A DONNÉ DE LA JOIE POUR QUE TOUT LE MONDE TÉMOIGNE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A FAIT EN MOI DES MERVEILLES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S'IL L'A FAIT POUR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IL LE FERA AUSSI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CONTINUE À FAIRE DES MERVEILLES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CONTINUE À FAIRE DES MERVEILLES C'EST CE QUE FAIT LE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CONTINUE À FAIRE DES MERVEILLES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S’IL L'A FAIT POUR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LE FERA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EST LE MÊME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HIER, AUJOURD'HUI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LES SIÈCLES DES SIÈCLES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C'EST CE QUE FAIT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IL M'A FAIT PROSPÉRER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M'A DONNÉ GLOIRE ET FORTUNE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M'A SORTI DE LA SÉPULTURE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M'A SAUVÉ, M'A DONNÉ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ET FORTUNE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M'A SORTI DE LA SÉPULTURE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CONTINUE À FAIRE DES MERVEILLES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CE QUE FAIT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EN 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PLUS DE DOUTES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DE PEURS NI DE COMPLEXES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AMIS, MA FAMILLE DISENT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SUIS UN NOUVEL HOMME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VEUT AGIR DE MÊME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TOI ET AVEC TA FAMILLE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TEMPS MODERNES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DANS LES TEMPS DE LA BIBLE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EST LE MÊME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HIER, AUJOURD'HUI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LES SIÈCLES DES SIÈCLES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BRAS NE SERA PAS ENTAILLÉ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BRAS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 TOUJOURS DRESSÉ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CONTINUER À AGIR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HIER, AUJOURD'HUI ET POUR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SIÈCLES DES SIÈCLES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N'A CHANGÉ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JÉSUS-CHRIST EST LE MÊME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3590</Words>
  <Application>Microsoft Office PowerPoint</Application>
  <PresentationFormat>On-screen Show (4:3)</PresentationFormat>
  <Paragraphs>2465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Franklin Gothic Medium</vt:lpstr>
      <vt:lpstr>Arial</vt:lpstr>
      <vt:lpstr>Calibri</vt:lpstr>
      <vt:lpstr>Default Design</vt:lpstr>
      <vt:lpstr>JE NE SUIS PAS RELIGIEUX,  JE NE CROIS PAS À LA TRADITION</vt:lpstr>
      <vt:lpstr>IL Y A UN DIEU PUISSANT ET AVEC LUI J'AI UNE RELATION</vt:lpstr>
      <vt:lpstr>DIEU A RESTAURÉ MA VIE, M'A DONNÉ UNE NOUVELLE PENSÉE</vt:lpstr>
      <vt:lpstr>IL M'A DONNÉ DE LA JOIE POUR QUE TOUT LE MONDE TÉMOIGNE</vt:lpstr>
      <vt:lpstr>QU'IL A FAIT EN MOI DES MERVEILLES</vt:lpstr>
      <vt:lpstr>ET S'IL L'A FAIT POUR MOI  IL LE FERA AUSSI POUR TOI</vt:lpstr>
      <vt:lpstr>IL CONTINUE À FAIRE DES MERVEILLES </vt:lpstr>
      <vt:lpstr>IL CONTINUE À FAIRE DES MERVEILLES C'EST CE QUE FAIT LE SEIGNEUR  </vt:lpstr>
      <vt:lpstr>IL CONTINUE À FAIRE DES MERVEILLES    </vt:lpstr>
      <vt:lpstr>ET S’IL L'A FAIT POUR MOI IL LE FERA POUR TOI</vt:lpstr>
      <vt:lpstr>CAR IL EST LE MÊME  HIER, AUJOURD'HUI</vt:lpstr>
      <vt:lpstr>ET POUR LES SIÈCLES DES SIÈCLES  C'EST CE QUE FAIT LE SEIGNEUR</vt:lpstr>
      <vt:lpstr>IL M'A FAIT PROSPÉRER M'A DONNÉ GLOIRE ET FORTUNE</vt:lpstr>
      <vt:lpstr>M'A SORTI DE LA SÉPULTURE</vt:lpstr>
      <vt:lpstr>DIEU M'A SAUVÉ, M'A DONNÉ  GLOIRE ET FORTUNE</vt:lpstr>
      <vt:lpstr>DIEU M'A SORTI DE LA SÉPULTURE</vt:lpstr>
      <vt:lpstr>IL CONTINUE À FAIRE DES MERVEILLES  C'EST CE QUE FAIT LE SEIGNEUR</vt:lpstr>
      <vt:lpstr>MAINTENANT, EN MOI  IL N’Y A PLUS DE DOUTES</vt:lpstr>
      <vt:lpstr>NI DE PEURS NI DE COMPLEXES</vt:lpstr>
      <vt:lpstr>MES AMIS, MA FAMILLE DISENT  QUE JE SUIS UN NOUVEL HOMME</vt:lpstr>
      <vt:lpstr>DIEU VEUT AGIR DE MÊME  AVEC TOI ET AVEC TA FAMILLE</vt:lpstr>
      <vt:lpstr>AUJOURD'HUI DANS LES TEMPS MODERNES</vt:lpstr>
      <vt:lpstr>COMME DANS LES TEMPS DE LA BIBLE</vt:lpstr>
      <vt:lpstr>CAR IL EST LE MÊME  HIER, AUJOURD'HUI</vt:lpstr>
      <vt:lpstr>AUJOURD'HUI  ET POUR LES SIÈCLES DES SIÈCLES</vt:lpstr>
      <vt:lpstr>SON BRAS NE SERA PAS ENTAILLÉ  SON BRAS TOUT-PUISSANT</vt:lpstr>
      <vt:lpstr>SERA TOUJOURS DRESSÉ  POUR CONTINUER À AGIR </vt:lpstr>
      <vt:lpstr>HIER, AUJOURD'HUI ET POUR LES SIÈCLES DES SIÈCLES</vt:lpstr>
      <vt:lpstr>RIEN N'A CHANGÉ JÉSUS-CHRIST EST LE MÊME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144</cp:revision>
  <dcterms:created xsi:type="dcterms:W3CDTF">2002-08-17T10:50:50Z</dcterms:created>
  <dcterms:modified xsi:type="dcterms:W3CDTF">2014-12-28T01:14:33Z</dcterms:modified>
</cp:coreProperties>
</file>