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67" r:id="rId3"/>
    <p:sldId id="259" r:id="rId4"/>
    <p:sldId id="272" r:id="rId5"/>
    <p:sldId id="260" r:id="rId6"/>
    <p:sldId id="261" r:id="rId7"/>
    <p:sldId id="262" r:id="rId8"/>
    <p:sldId id="268" r:id="rId9"/>
    <p:sldId id="263" r:id="rId10"/>
    <p:sldId id="270" r:id="rId11"/>
    <p:sldId id="264" r:id="rId12"/>
    <p:sldId id="265" r:id="rId13"/>
    <p:sldId id="269" r:id="rId14"/>
    <p:sldId id="266" r:id="rId15"/>
    <p:sldId id="271" r:id="rId16"/>
    <p:sldId id="273" r:id="rId17"/>
    <p:sldId id="274" r:id="rId1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3" autoAdjust="0"/>
    <p:restoredTop sz="43221" autoAdjust="0"/>
  </p:normalViewPr>
  <p:slideViewPr>
    <p:cSldViewPr>
      <p:cViewPr varScale="1">
        <p:scale>
          <a:sx n="43" d="100"/>
          <a:sy n="43" d="100"/>
        </p:scale>
        <p:origin x="28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49CB253-5374-45D2-BF41-3F4E4143CC7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7240E13-841B-45E2-99CB-7BB3AB99A7EC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EMMANUEL, NOUS T’ADORONS x2
17-  EMMANUEL, NOUS T’ADORONS CHRIST NOTRE SEIGNEUR 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EMMANUEL, NOUS T’ADORONS x2
17-  EMMANUEL, NOUS T’ADORONS CHRIST NOTRE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OH ! PEUPLE FIDÈLE JOYEUX ET TRIOMPHANT 
2-  L’UNIVERS CÉLÈBRE LE ROI DES ROIS 
3-  VENEZ, ADORONS JÉSUS L’HUMBLE FILS DU PÈRE 
4-  ENSEMBLE ADORONS JÉSUS x2 
5-  ENSEMBLE ADORONS JÉSUS CHRIST EST SEIGNEUR </a:t>
            </a:r>
          </a:p>
          <a:p>
            <a:endParaRPr lang="fr-FR" altLang="fr-FR"/>
          </a:p>
          <a:p>
            <a:r>
              <a:rPr lang="fr-FR" altLang="fr-FR"/>
              <a:t>6-  LA TERRE T’ACCLAME NOS LOUANGES MONTENT VERS TOI 
7-  JÉSUS, NOUS TE DONNONS TOUTE LA GLOIRE 
8-  PAROLE VIVANTE LUMIÈRE ÉTERNELLE 
9-  EMMANUEL, NOUS T’ADORONS  x2
10-  EMMANUEL, NOUS T’ADORONS CHRIST EST SEIGNEUR </a:t>
            </a:r>
          </a:p>
          <a:p>
            <a:endParaRPr lang="fr-FR" altLang="fr-FR"/>
          </a:p>
          <a:p>
            <a:r>
              <a:rPr lang="fr-FR" altLang="fr-FR"/>
              <a:t>11-  EN CHŒUR, LE CIEL CHANTE TOUS LES ANGES T’ADORENT 
12-  SANS FIN ILS PROCLAMENT TA SAINTETÉ 
13-  DIEU VÉRITABLE MAÎTRE INCOMPARABLE 
14-  SAINT EST NOTRE SEIGNEUR  x2
15-  JÉSUS LE SAUVEUR </a:t>
            </a:r>
          </a:p>
          <a:p>
            <a:endParaRPr lang="fr-FR" altLang="fr-FR"/>
          </a:p>
          <a:p>
            <a:r>
              <a:rPr lang="fr-FR" altLang="fr-FR"/>
              <a:t>16-  EMMANUEL, NOUS T’ADORONS x2
17-  EMMANUEL, NOUS T’ADORONS CHRIST NOTRE SEIGNEUR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A2AB77-08D6-4F0E-A5BC-BF259106CE0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E7BAFC-FEDC-4F96-85FE-38C27608B7A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1BCA82-679C-46F4-A6B1-76BDAB33625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2EA2E1-4CF4-4322-8791-C38B7075376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53EAB4-E0F6-405F-8AF5-427D90E39C4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77B247-7782-44F3-A665-3B3EC21B5D4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5BE403-F44C-4200-A8C7-5F04F2464BA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FB8366-1F2B-45C9-A513-B4CC47B3B33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FCDAC9-A9F5-4761-936D-3E04C504E58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C8596E-A250-4D99-887C-DE68DD9BDBA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CBBD1D-3D68-4040-A344-8DF3F89F845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1A42B61-AC0D-4064-8CF5-6C464C86B58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PEUPLE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FIDÈLE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JOYEUX ET TRIOMPHANT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L’UNIVERS CÉLÈBRE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ROI DES 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VENEZ, ADORONS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L’HUMBLE FILS DU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ENSEMBLE,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ADORONS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ENSEMBLE, ADORONS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EST SEIGNEUR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TERRE T’ACCLAME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LOUANGES MONTENT VERS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NOUS TE DONNONS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15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VIVANTE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LUMIÈRE ÉTERNELLE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EMMANUEL, NOUS T’ADORONS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EMMANUEL, NOUS T’ADORONS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EST SEIGNEUR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CH</a:t>
            </a: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Œ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UR, LE CIEL CHANTE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T’ADORENT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FIN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PROCLAMENT TA SAINTETÉ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VÉRITABLE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 INCOMPARABLE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 EST NOTRE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LE SAUVEUR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EMMANUEL, NOUS T’ADORONS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EMMANUEL, NOUS T’ADORONS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NOTRE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375</Words>
  <Application>Microsoft Office PowerPoint</Application>
  <PresentationFormat>On-screen Show (4:3)</PresentationFormat>
  <Paragraphs>267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51</cp:revision>
  <dcterms:created xsi:type="dcterms:W3CDTF">2002-08-17T10:50:50Z</dcterms:created>
  <dcterms:modified xsi:type="dcterms:W3CDTF">2015-12-19T18:58:52Z</dcterms:modified>
</cp:coreProperties>
</file>