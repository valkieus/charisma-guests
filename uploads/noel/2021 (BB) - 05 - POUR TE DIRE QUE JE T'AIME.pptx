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4762" autoAdjust="0"/>
  </p:normalViewPr>
  <p:slideViewPr>
    <p:cSldViewPr>
      <p:cViewPr varScale="1">
        <p:scale>
          <a:sx n="29" d="100"/>
          <a:sy n="29" d="100"/>
        </p:scale>
        <p:origin x="13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31/12/2021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3113280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3250472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334071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2588972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1027015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4229343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3629558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728556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1425857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3873472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2029512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2043108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1528773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3050230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1814044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2066929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2287178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723916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2049795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/>
              <a:t>1-  LORSQUE LA PLUIE SUR TA VIE S'ABAT  
2-  QUAND LE MONDE ENTIER  EST CONTRE TOI 
3-  SACHE QU'IL Y A UN ABRI  DANS MES BRAS 
4-  POUR TE DIRE QUE JE T'AIME </a:t>
            </a:r>
          </a:p>
          <a:p>
            <a:pPr>
              <a:defRPr/>
            </a:pPr>
            <a:r>
              <a:rPr lang="fr-FR" dirty="0"/>
              <a:t>
5-  QUAND LES OMBRES DE LA NUIT SURVIENNENT  
6-  ET QU'IL N'Y A PERSONNE  QUI TE COMPRENNE 
7-  JE FERAI TOUT  POUR APAISER TES PEINES 
8-  POUR TE DIRE QUE JE T'AIME </a:t>
            </a:r>
          </a:p>
          <a:p>
            <a:pPr>
              <a:defRPr/>
            </a:pPr>
            <a:r>
              <a:rPr lang="fr-FR" dirty="0"/>
              <a:t>
9-  JE VOUDRAIS QUE TU SACHES  OÙ QUE TU SOIS 
10-  NOUS SERONS UNIS CHAQUE JOUR UNIS D'UN LIEN QUE RIEN NE BRISERA 
11-  TA PLACE EST DANS MON CŒUR  POUR TOUJOURS </a:t>
            </a:r>
          </a:p>
          <a:p>
            <a:pPr>
              <a:defRPr/>
            </a:pPr>
            <a:r>
              <a:rPr lang="fr-FR" dirty="0"/>
              <a:t>
12-  JE SAIS, TU T'ES PRIVÉ TANT DE FOIS 
13-  TU AS COMBATTU  LES PLUS RUDES COMBATS 
14-  ET IL N'Y A RIEN QUE JE NE FERAIS PAS POUR TE DIRE QUE JE T'AIME </a:t>
            </a:r>
          </a:p>
          <a:p>
            <a:pPr>
              <a:defRPr/>
            </a:pPr>
            <a:r>
              <a:rPr lang="fr-FR" dirty="0"/>
              <a:t>
15-  LA PLUIE PEUT TOMBER  OU LES VENTS SOUFFLER 
16-  ET AU MILIEU DE LA TEMPÊTE TANT QUE TU ES AVEC MOI, JE LE SAIS 
17-  NOUS GAGNERONS  TOUTES LES CONQUÊTES </a:t>
            </a:r>
          </a:p>
          <a:p>
            <a:pPr>
              <a:defRPr/>
            </a:pPr>
            <a:r>
              <a:rPr lang="fr-FR" dirty="0"/>
              <a:t>
18-  COMMENT POURRAIS-JE  OFFRIR DE MON CŒUR 
19-  UN AMOUR QUI SOIT À TA HAUTEUR ?  
20-  MAIS POUR TOI J'ESSAYERAI  QUAND MÊME 
21-  POUR TE DIRE QUE JE T'AIME  x2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LORSQUE LA PLUIE SUR TA VIE S'ABAT  
2-  QUAND LE MONDE ENTIER  EST CONTRE TOI 
3-  SACHE QU'IL Y A UN ABRI  DANS MES BRAS 
4-  POUR TE DIRE QUE JE T'AIME </a:t>
            </a:r>
          </a:p>
          <a:p>
            <a:r>
              <a:rPr lang="fr-FR"/>
              <a:t>
5-  QUAND LES OMBRES DE LA NUIT SURVIENNENT  
6-  ET QU'IL N'Y A PERSONNE  QUI TE COMPRENNE 
7-  JE FERAI TOUT  POUR APAISER TES PEINES 
8-  POUR TE DIRE QUE JE T'AIME </a:t>
            </a:r>
          </a:p>
          <a:p>
            <a:r>
              <a:rPr lang="fr-FR"/>
              <a:t>
9-  JE VOUDRAIS QUE TU SACHES  OÙ QUE TU SOIS 
10-  NOUS SERONS UNIS CHAQUE JOUR UNIS D'UN LIEN QUE RIEN NE BRISERA 
11-  TA PLACE EST DANS MON CŒUR  POUR TOUJOURS </a:t>
            </a:r>
          </a:p>
          <a:p>
            <a:r>
              <a:rPr lang="fr-FR"/>
              <a:t>
12-  JE SAIS, TU T'ES PRIVÉ TANT DE FOIS 
13-  TU AS COMBATTU  LES PLUS RUDES COMBATS 
14-  ET IL N'Y A RIEN QUE JE NE FERAIS PAS POUR TE DIRE QUE JE T'AIME </a:t>
            </a:r>
          </a:p>
          <a:p>
            <a:r>
              <a:rPr lang="fr-FR"/>
              <a:t>
15-  LA PLUIE PEUT TOMBER  OU LES VENTS SOUFFLER 
16-  ET AU MILIEU DE LA TEMPÊTE TANT QUE TU ES AVEC MOI, JE LE SAIS 
17-  NOUS GAGNERONS  TOUTES LES CONQUÊTES </a:t>
            </a:r>
          </a:p>
          <a:p>
            <a:r>
              <a:rPr lang="fr-FR"/>
              <a:t>
18-  COMMENT POURRAIS-JE  OFFRIR DE MON CŒUR 
19-  UN AMOUR QUI SOIT À TA HAUTEUR ?  
20-  MAIS POUR TOI J'ESSAYERAI  QUAND MÊME 
21-  POUR TE DIRE QUE JE T'AIME  x2
</a:t>
            </a:r>
          </a:p>
        </p:txBody>
      </p:sp>
    </p:spTree>
    <p:extLst>
      <p:ext uri="{BB962C8B-B14F-4D97-AF65-F5344CB8AC3E}">
        <p14:creationId xmlns:p14="http://schemas.microsoft.com/office/powerpoint/2010/main" val="3684053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LORSQUE LA PLUIE SUR TA VIE S'ABAT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LE MONDE ENTIER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CONTRE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63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SACHE QU'IL Y A UN ABRI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MES BRAS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50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TE DIRE QUE JE T'AIME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8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LES OMBRES DE LA NUIT SURVIENNENT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49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QU'IL N'Y A PERSONNE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TE COMPRENNE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34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FERAI 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APAISER TES PEINES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1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TE DIRE QUE JE T'AIME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44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VOUDRAIS QUE TU SACHES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OÙ QUE TU SOIS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69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SERONS UNIS CHAQUE JOUR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UNIS D'UN LIEN QUE RIEN NE BRISERA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55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PLACE EST DANS MON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82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SAIS, TU T'ES PRIVÉ TANT DE FOIS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501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COMBATTU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PLUS RUDES COMBATS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1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IL N'Y A RIEN QUE JE NE FERAIS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TE DIRE QUE JE T'AIME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84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PLUIE PEUT TOMBER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 LES VENTS SOUFFLER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724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AU MILIEU DE LA TEMPÊTE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TANT QUE TU ES AVEC MOI, JE LE SAIS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027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GAGNERONS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TOUTES LES CONQUÊTES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337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COMMENT POURRAIS-JE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OFFRIR DE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785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AMOUR QUI SOIT À TA HAUTEUR ?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58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POUR TOI J'ESSAYERAI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MÊME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299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TE DIRE QUE JE T'AIME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32749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510</Words>
  <Application>Microsoft Office PowerPoint</Application>
  <PresentationFormat>Affichage à l'écran (4:3)</PresentationFormat>
  <Paragraphs>287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84</cp:revision>
  <dcterms:created xsi:type="dcterms:W3CDTF">2002-08-17T13:12:10Z</dcterms:created>
  <dcterms:modified xsi:type="dcterms:W3CDTF">2021-12-31T20:30:35Z</dcterms:modified>
</cp:coreProperties>
</file>