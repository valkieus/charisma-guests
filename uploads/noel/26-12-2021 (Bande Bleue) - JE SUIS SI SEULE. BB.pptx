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271" r:id="rId14"/>
    <p:sldId id="272" r:id="rId15"/>
    <p:sldId id="273" r:id="rId16"/>
    <p:sldId id="274" r:id="rId17"/>
    <p:sldId id="275" r:id="rId18"/>
    <p:sldId id="276" r:id="rId19"/>
    <p:sldId id="277" r:id="rId2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80060" autoAdjust="0"/>
  </p:normalViewPr>
  <p:slideViewPr>
    <p:cSldViewPr>
      <p:cViewPr varScale="1">
        <p:scale>
          <a:sx n="72" d="100"/>
          <a:sy n="72" d="100"/>
        </p:scale>
        <p:origin x="81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26/12/2021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dirty="0" smtClean="0"/>
              <a:t>1-  SEIGNEUR MON DIEU J’AI TROUVÉ GRÂCE À TES YEUX 
2-  POUR DONNER NAISSANCE À TON FILS MAIS AUJOURD’HUI </a:t>
            </a:r>
          </a:p>
          <a:p>
            <a:pPr>
              <a:defRPr/>
            </a:pPr>
            <a:r>
              <a:rPr lang="fr-FR" dirty="0" smtClean="0"/>
              <a:t>
3-  ABANDONNÉE SANS PLUS PERSONNE VERS QUI ALLER 
4-  MÊME MA FAMILLE M’A DÉLAISSÉE ET REJETÉE </a:t>
            </a:r>
          </a:p>
          <a:p>
            <a:pPr>
              <a:defRPr/>
            </a:pPr>
            <a:r>
              <a:rPr lang="fr-FR" dirty="0" smtClean="0"/>
              <a:t>
	5-  JE SUIS SI SEULE LE CŒUR BLESSÉ 
	6-  JE SUIS SI SEULE DÉSORMAIS </a:t>
            </a:r>
          </a:p>
          <a:p>
            <a:pPr>
              <a:defRPr/>
            </a:pPr>
            <a:r>
              <a:rPr lang="fr-FR" dirty="0" smtClean="0"/>
              <a:t>
7-  C’EST UN CADEAU SI ÉTRANGEMENT  EMBALLÉ 
8-  DIS-MOI SEIGNEUR QUI ME CROIRAIT ? JE SUIS BRISÉE </a:t>
            </a:r>
          </a:p>
          <a:p>
            <a:pPr>
              <a:defRPr/>
            </a:pPr>
            <a:r>
              <a:rPr lang="fr-FR" dirty="0" smtClean="0"/>
              <a:t>
	9-  JE SUIS SI SEULE LE CŒUR BLESSÉ 
	10-  JE SUIS SI SEULE DÉSORMAIS 
	11-  JE SUIS SI SEULE MON SEIGNEUR 
	12-  JE SUIS SI SEULE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:
13-  REJETÉE  CONDAMNÉE 
14-  POINTÉE DU DOIGT POURQUOI ? 
15-  J’AI TELLEMENT MAL </a:t>
            </a:r>
          </a:p>
          <a:p>
            <a:pPr>
              <a:defRPr/>
            </a:pPr>
            <a:r>
              <a:rPr lang="fr-FR" dirty="0" smtClean="0"/>
              <a:t>
16-  SEIGNEUR MON DIEU J’AI TROUVÉ GRÂCE À TES YEUX 
17-  POUR DONNER NAISSANCE À TON FILS MAIS AUJOURD’HUI </a:t>
            </a:r>
          </a:p>
          <a:p>
            <a:pPr>
              <a:defRPr/>
            </a:pPr>
            <a:r>
              <a:rPr lang="fr-FR" dirty="0" smtClean="0"/>
              <a:t>
	18-  JE SUIS SI SEULE LE CŒUR BLESSÉ 
	19-  JE SUIS SI SEULE DÉSORMAIS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MON DIEU J’AI TROUVÉ GRÂCE À TES YEUX 
2-  POUR DONNER NAISSANCE À TON FILS MAIS AUJOURD’HUI </a:t>
            </a:r>
          </a:p>
          <a:p>
            <a:r>
              <a:rPr lang="fr-FR" smtClean="0"/>
              <a:t>
3-  ABANDONNÉE SANS PLUS PERSONNE VERS QUI ALLER 
4-  MÊME MA FAMILLE M’A DÉLAISSÉE ET REJETÉE </a:t>
            </a:r>
          </a:p>
          <a:p>
            <a:r>
              <a:rPr lang="fr-FR" smtClean="0"/>
              <a:t>
	5-  JE SUIS SI SEULE LE CŒUR BLESSÉ 
	6-  JE SUIS SI SEULE DÉSORMAIS </a:t>
            </a:r>
          </a:p>
          <a:p>
            <a:r>
              <a:rPr lang="fr-FR" smtClean="0"/>
              <a:t>
7-  C’EST UN CADEAU SI ÉTRANGEMENT  EMBALLÉ 
8-  DIS-MOI SEIGNEUR QUI ME CROIRAIT ? JE SUIS BRISÉE </a:t>
            </a:r>
          </a:p>
          <a:p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endParaRPr lang="fr-FR" smtClean="0"/>
          </a:p>
          <a:p>
            <a:r>
              <a:rPr lang="fr-FR" smtClean="0"/>
              <a:t>Pont :
13-  REJETÉE  CONDAMNÉE 
14-  POINTÉE DU DOIGT POURQUOI ? 
15-  J’AI TELLEMENT MAL </a:t>
            </a:r>
          </a:p>
          <a:p>
            <a:r>
              <a:rPr lang="fr-FR" smtClean="0"/>
              <a:t>
16-  SEIGNEUR MON DIEU J’AI TROUVÉ GRÂCE À TES YEUX 
17-  POUR DONNER NAISSANCE À TON FILS MAIS AUJOURD’HUI </a:t>
            </a:r>
          </a:p>
          <a:p>
            <a:r>
              <a:rPr lang="fr-FR" smtClean="0"/>
              <a:t>
	18-  JE SUIS SI SEULE LE CŒUR BLESSÉ 
	19-  JE SUIS SI SEULE DÉSORMAIS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MON DIEU J’AI TROUVÉ GRÂCE À TES YEUX 
2-  POUR DONNER NAISSANCE À TON FILS MAIS AUJOURD’HUI </a:t>
            </a:r>
          </a:p>
          <a:p>
            <a:pPr>
              <a:defRPr/>
            </a:pPr>
            <a:r>
              <a:rPr lang="fr-FR" smtClean="0"/>
              <a:t>
3-  ABANDONNÉE SANS PLUS PERSONNE VERS QUI ALLER 
4-  MÊME MA FAMILLE M’A DÉLAISSÉE ET REJETÉE </a:t>
            </a:r>
          </a:p>
          <a:p>
            <a:pPr>
              <a:defRPr/>
            </a:pPr>
            <a:r>
              <a:rPr lang="fr-FR" smtClean="0"/>
              <a:t>
	5-  JE SUIS SI SEULE LE CŒUR BLESSÉ 
	6-  JE SUIS SI SEULE DÉSORMAIS </a:t>
            </a:r>
          </a:p>
          <a:p>
            <a:pPr>
              <a:defRPr/>
            </a:pPr>
            <a:r>
              <a:rPr lang="fr-FR" smtClean="0"/>
              <a:t>
7-  C’EST UN CADEAU SI ÉTRANGEMENT  EMBALLÉ 
8-  DIS-MOI SEIGNEUR QUI ME CROIRAIT ? JE SUIS BRISÉE </a:t>
            </a:r>
          </a:p>
          <a:p>
            <a:pPr>
              <a:defRPr/>
            </a:pPr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REJETÉE  CONDAMNÉE 
14-  POINTÉE DU DOIGT POURQUOI ? 
15-  J’AI TELLEMENT MAL </a:t>
            </a:r>
          </a:p>
          <a:p>
            <a:pPr>
              <a:defRPr/>
            </a:pPr>
            <a:r>
              <a:rPr lang="fr-FR" smtClean="0"/>
              <a:t>
16-  SEIGNEUR MON DIEU J’AI TROUVÉ GRÂCE À TES YEUX 
17-  POUR DONNER NAISSANCE À TON FILS MAIS AUJOURD’HUI </a:t>
            </a:r>
          </a:p>
          <a:p>
            <a:pPr>
              <a:defRPr/>
            </a:pPr>
            <a:r>
              <a:rPr lang="fr-FR" smtClean="0"/>
              <a:t>
	18-  JE SUIS SI SEULE LE CŒUR BLESSÉ 
	19-  JE SUIS SI SEULE DÉSORMAIS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MON DIEU J’AI TROUVÉ GRÂCE À TES YEUX 
2-  POUR DONNER NAISSANCE À TON FILS MAIS AUJOURD’HUI </a:t>
            </a:r>
          </a:p>
          <a:p>
            <a:r>
              <a:rPr lang="fr-FR" smtClean="0"/>
              <a:t>
3-  ABANDONNÉE SANS PLUS PERSONNE VERS QUI ALLER 
4-  MÊME MA FAMILLE M’A DÉLAISSÉE ET REJETÉE </a:t>
            </a:r>
          </a:p>
          <a:p>
            <a:r>
              <a:rPr lang="fr-FR" smtClean="0"/>
              <a:t>
	5-  JE SUIS SI SEULE LE CŒUR BLESSÉ 
	6-  JE SUIS SI SEULE DÉSORMAIS </a:t>
            </a:r>
          </a:p>
          <a:p>
            <a:r>
              <a:rPr lang="fr-FR" smtClean="0"/>
              <a:t>
7-  C’EST UN CADEAU SI ÉTRANGEMENT  EMBALLÉ 
8-  DIS-MOI SEIGNEUR QUI ME CROIRAIT ? JE SUIS BRISÉE </a:t>
            </a:r>
          </a:p>
          <a:p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endParaRPr lang="fr-FR" smtClean="0"/>
          </a:p>
          <a:p>
            <a:r>
              <a:rPr lang="fr-FR" smtClean="0"/>
              <a:t>Pont :
13-  REJETÉE  CONDAMNÉE 
14-  POINTÉE DU DOIGT POURQUOI ? 
15-  J’AI TELLEMENT MAL </a:t>
            </a:r>
          </a:p>
          <a:p>
            <a:r>
              <a:rPr lang="fr-FR" smtClean="0"/>
              <a:t>
16-  SEIGNEUR MON DIEU J’AI TROUVÉ GRÂCE À TES YEUX 
17-  POUR DONNER NAISSANCE À TON FILS MAIS AUJOURD’HUI </a:t>
            </a:r>
          </a:p>
          <a:p>
            <a:r>
              <a:rPr lang="fr-FR" smtClean="0"/>
              <a:t>
	18-  JE SUIS SI SEULE LE CŒUR BLESSÉ 
	19-  JE SUIS SI SEULE DÉSORMAIS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0061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MON DIEU J’AI TROUVÉ GRÂCE À TES YEUX 
2-  POUR DONNER NAISSANCE À TON FILS MAIS AUJOURD’HUI </a:t>
            </a:r>
          </a:p>
          <a:p>
            <a:pPr>
              <a:defRPr/>
            </a:pPr>
            <a:r>
              <a:rPr lang="fr-FR" smtClean="0"/>
              <a:t>
3-  ABANDONNÉE SANS PLUS PERSONNE VERS QUI ALLER 
4-  MÊME MA FAMILLE M’A DÉLAISSÉE ET REJETÉE </a:t>
            </a:r>
          </a:p>
          <a:p>
            <a:pPr>
              <a:defRPr/>
            </a:pPr>
            <a:r>
              <a:rPr lang="fr-FR" smtClean="0"/>
              <a:t>
	5-  JE SUIS SI SEULE LE CŒUR BLESSÉ 
	6-  JE SUIS SI SEULE DÉSORMAIS </a:t>
            </a:r>
          </a:p>
          <a:p>
            <a:pPr>
              <a:defRPr/>
            </a:pPr>
            <a:r>
              <a:rPr lang="fr-FR" smtClean="0"/>
              <a:t>
7-  C’EST UN CADEAU SI ÉTRANGEMENT  EMBALLÉ 
8-  DIS-MOI SEIGNEUR QUI ME CROIRAIT ? JE SUIS BRISÉE </a:t>
            </a:r>
          </a:p>
          <a:p>
            <a:pPr>
              <a:defRPr/>
            </a:pPr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REJETÉE  CONDAMNÉE 
14-  POINTÉE DU DOIGT POURQUOI ? 
15-  J’AI TELLEMENT MAL </a:t>
            </a:r>
          </a:p>
          <a:p>
            <a:pPr>
              <a:defRPr/>
            </a:pPr>
            <a:r>
              <a:rPr lang="fr-FR" smtClean="0"/>
              <a:t>
16-  SEIGNEUR MON DIEU J’AI TROUVÉ GRÂCE À TES YEUX 
17-  POUR DONNER NAISSANCE À TON FILS MAIS AUJOURD’HUI </a:t>
            </a:r>
          </a:p>
          <a:p>
            <a:pPr>
              <a:defRPr/>
            </a:pPr>
            <a:r>
              <a:rPr lang="fr-FR" smtClean="0"/>
              <a:t>
	18-  JE SUIS SI SEULE LE CŒUR BLESSÉ 
	19-  JE SUIS SI SEULE DÉSORMAIS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MON DIEU J’AI TROUVÉ GRÂCE À TES YEUX 
2-  POUR DONNER NAISSANCE À TON FILS MAIS AUJOURD’HUI </a:t>
            </a:r>
          </a:p>
          <a:p>
            <a:r>
              <a:rPr lang="fr-FR" smtClean="0"/>
              <a:t>
3-  ABANDONNÉE SANS PLUS PERSONNE VERS QUI ALLER 
4-  MÊME MA FAMILLE M’A DÉLAISSÉE ET REJETÉE </a:t>
            </a:r>
          </a:p>
          <a:p>
            <a:r>
              <a:rPr lang="fr-FR" smtClean="0"/>
              <a:t>
	5-  JE SUIS SI SEULE LE CŒUR BLESSÉ 
	6-  JE SUIS SI SEULE DÉSORMAIS </a:t>
            </a:r>
          </a:p>
          <a:p>
            <a:r>
              <a:rPr lang="fr-FR" smtClean="0"/>
              <a:t>
7-  C’EST UN CADEAU SI ÉTRANGEMENT  EMBALLÉ 
8-  DIS-MOI SEIGNEUR QUI ME CROIRAIT ? JE SUIS BRISÉE </a:t>
            </a:r>
          </a:p>
          <a:p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endParaRPr lang="fr-FR" smtClean="0"/>
          </a:p>
          <a:p>
            <a:r>
              <a:rPr lang="fr-FR" smtClean="0"/>
              <a:t>Pont :
13-  REJETÉE  CONDAMNÉE 
14-  POINTÉE DU DOIGT POURQUOI ? 
15-  J’AI TELLEMENT MAL </a:t>
            </a:r>
          </a:p>
          <a:p>
            <a:r>
              <a:rPr lang="fr-FR" smtClean="0"/>
              <a:t>
16-  SEIGNEUR MON DIEU J’AI TROUVÉ GRÂCE À TES YEUX 
17-  POUR DONNER NAISSANCE À TON FILS MAIS AUJOURD’HUI </a:t>
            </a:r>
          </a:p>
          <a:p>
            <a:r>
              <a:rPr lang="fr-FR" smtClean="0"/>
              <a:t>
	18-  JE SUIS SI SEULE LE CŒUR BLESSÉ 
	19-  JE SUIS SI SEULE DÉSORMAIS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9479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MON DIEU J’AI TROUVÉ GRÂCE À TES YEUX 
2-  POUR DONNER NAISSANCE À TON FILS MAIS AUJOURD’HUI </a:t>
            </a:r>
          </a:p>
          <a:p>
            <a:pPr>
              <a:defRPr/>
            </a:pPr>
            <a:r>
              <a:rPr lang="fr-FR" smtClean="0"/>
              <a:t>
3-  ABANDONNÉE SANS PLUS PERSONNE VERS QUI ALLER 
4-  MÊME MA FAMILLE M’A DÉLAISSÉE ET REJETÉE </a:t>
            </a:r>
          </a:p>
          <a:p>
            <a:pPr>
              <a:defRPr/>
            </a:pPr>
            <a:r>
              <a:rPr lang="fr-FR" smtClean="0"/>
              <a:t>
	5-  JE SUIS SI SEULE LE CŒUR BLESSÉ 
	6-  JE SUIS SI SEULE DÉSORMAIS </a:t>
            </a:r>
          </a:p>
          <a:p>
            <a:pPr>
              <a:defRPr/>
            </a:pPr>
            <a:r>
              <a:rPr lang="fr-FR" smtClean="0"/>
              <a:t>
7-  C’EST UN CADEAU SI ÉTRANGEMENT  EMBALLÉ 
8-  DIS-MOI SEIGNEUR QUI ME CROIRAIT ? JE SUIS BRISÉE </a:t>
            </a:r>
          </a:p>
          <a:p>
            <a:pPr>
              <a:defRPr/>
            </a:pPr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REJETÉE  CONDAMNÉE 
14-  POINTÉE DU DOIGT POURQUOI ? 
15-  J’AI TELLEMENT MAL </a:t>
            </a:r>
          </a:p>
          <a:p>
            <a:pPr>
              <a:defRPr/>
            </a:pPr>
            <a:r>
              <a:rPr lang="fr-FR" smtClean="0"/>
              <a:t>
16-  SEIGNEUR MON DIEU J’AI TROUVÉ GRÂCE À TES YEUX 
17-  POUR DONNER NAISSANCE À TON FILS MAIS AUJOURD’HUI </a:t>
            </a:r>
          </a:p>
          <a:p>
            <a:pPr>
              <a:defRPr/>
            </a:pPr>
            <a:r>
              <a:rPr lang="fr-FR" smtClean="0"/>
              <a:t>
	18-  JE SUIS SI SEULE LE CŒUR BLESSÉ 
	19-  JE SUIS SI SEULE DÉSORMAIS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MON DIEU J’AI TROUVÉ GRÂCE À TES YEUX 
2-  POUR DONNER NAISSANCE À TON FILS MAIS AUJOURD’HUI </a:t>
            </a:r>
          </a:p>
          <a:p>
            <a:r>
              <a:rPr lang="fr-FR" smtClean="0"/>
              <a:t>
3-  ABANDONNÉE SANS PLUS PERSONNE VERS QUI ALLER 
4-  MÊME MA FAMILLE M’A DÉLAISSÉE ET REJETÉE </a:t>
            </a:r>
          </a:p>
          <a:p>
            <a:r>
              <a:rPr lang="fr-FR" smtClean="0"/>
              <a:t>
	5-  JE SUIS SI SEULE LE CŒUR BLESSÉ 
	6-  JE SUIS SI SEULE DÉSORMAIS </a:t>
            </a:r>
          </a:p>
          <a:p>
            <a:r>
              <a:rPr lang="fr-FR" smtClean="0"/>
              <a:t>
7-  C’EST UN CADEAU SI ÉTRANGEMENT  EMBALLÉ 
8-  DIS-MOI SEIGNEUR QUI ME CROIRAIT ? JE SUIS BRISÉE </a:t>
            </a:r>
          </a:p>
          <a:p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endParaRPr lang="fr-FR" smtClean="0"/>
          </a:p>
          <a:p>
            <a:r>
              <a:rPr lang="fr-FR" smtClean="0"/>
              <a:t>Pont :
13-  REJETÉE  CONDAMNÉE 
14-  POINTÉE DU DOIGT POURQUOI ? 
15-  J’AI TELLEMENT MAL </a:t>
            </a:r>
          </a:p>
          <a:p>
            <a:r>
              <a:rPr lang="fr-FR" smtClean="0"/>
              <a:t>
16-  SEIGNEUR MON DIEU J’AI TROUVÉ GRÂCE À TES YEUX 
17-  POUR DONNER NAISSANCE À TON FILS MAIS AUJOURD’HUI </a:t>
            </a:r>
          </a:p>
          <a:p>
            <a:r>
              <a:rPr lang="fr-FR" smtClean="0"/>
              <a:t>
	18-  JE SUIS SI SEULE LE CŒUR BLESSÉ 
	19-  JE SUIS SI SEULE DÉSORMAIS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5074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MON DIEU J’AI TROUVÉ GRÂCE À TES YEUX 
2-  POUR DONNER NAISSANCE À TON FILS MAIS AUJOURD’HUI </a:t>
            </a:r>
          </a:p>
          <a:p>
            <a:pPr>
              <a:defRPr/>
            </a:pPr>
            <a:r>
              <a:rPr lang="fr-FR" smtClean="0"/>
              <a:t>
3-  ABANDONNÉE SANS PLUS PERSONNE VERS QUI ALLER 
4-  MÊME MA FAMILLE M’A DÉLAISSÉE ET REJETÉE </a:t>
            </a:r>
          </a:p>
          <a:p>
            <a:pPr>
              <a:defRPr/>
            </a:pPr>
            <a:r>
              <a:rPr lang="fr-FR" smtClean="0"/>
              <a:t>
	5-  JE SUIS SI SEULE LE CŒUR BLESSÉ 
	6-  JE SUIS SI SEULE DÉSORMAIS </a:t>
            </a:r>
          </a:p>
          <a:p>
            <a:pPr>
              <a:defRPr/>
            </a:pPr>
            <a:r>
              <a:rPr lang="fr-FR" smtClean="0"/>
              <a:t>
7-  C’EST UN CADEAU SI ÉTRANGEMENT  EMBALLÉ 
8-  DIS-MOI SEIGNEUR QUI ME CROIRAIT ? JE SUIS BRISÉE </a:t>
            </a:r>
          </a:p>
          <a:p>
            <a:pPr>
              <a:defRPr/>
            </a:pPr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REJETÉE  CONDAMNÉE 
14-  POINTÉE DU DOIGT POURQUOI ? 
15-  J’AI TELLEMENT MAL </a:t>
            </a:r>
          </a:p>
          <a:p>
            <a:pPr>
              <a:defRPr/>
            </a:pPr>
            <a:r>
              <a:rPr lang="fr-FR" smtClean="0"/>
              <a:t>
16-  SEIGNEUR MON DIEU J’AI TROUVÉ GRÂCE À TES YEUX 
17-  POUR DONNER NAISSANCE À TON FILS MAIS AUJOURD’HUI </a:t>
            </a:r>
          </a:p>
          <a:p>
            <a:pPr>
              <a:defRPr/>
            </a:pPr>
            <a:r>
              <a:rPr lang="fr-FR" smtClean="0"/>
              <a:t>
	18-  JE SUIS SI SEULE LE CŒUR BLESSÉ 
	19-  JE SUIS SI SEULE DÉSORMAIS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MON DIEU J’AI TROUVÉ GRÂCE À TES YEUX 
2-  POUR DONNER NAISSANCE À TON FILS MAIS AUJOURD’HUI </a:t>
            </a:r>
          </a:p>
          <a:p>
            <a:r>
              <a:rPr lang="fr-FR" smtClean="0"/>
              <a:t>
3-  ABANDONNÉE SANS PLUS PERSONNE VERS QUI ALLER 
4-  MÊME MA FAMILLE M’A DÉLAISSÉE ET REJETÉE </a:t>
            </a:r>
          </a:p>
          <a:p>
            <a:r>
              <a:rPr lang="fr-FR" smtClean="0"/>
              <a:t>
	5-  JE SUIS SI SEULE LE CŒUR BLESSÉ 
	6-  JE SUIS SI SEULE DÉSORMAIS </a:t>
            </a:r>
          </a:p>
          <a:p>
            <a:r>
              <a:rPr lang="fr-FR" smtClean="0"/>
              <a:t>
7-  C’EST UN CADEAU SI ÉTRANGEMENT  EMBALLÉ 
8-  DIS-MOI SEIGNEUR QUI ME CROIRAIT ? JE SUIS BRISÉE </a:t>
            </a:r>
          </a:p>
          <a:p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endParaRPr lang="fr-FR" smtClean="0"/>
          </a:p>
          <a:p>
            <a:r>
              <a:rPr lang="fr-FR" smtClean="0"/>
              <a:t>Pont :
13-  REJETÉE  CONDAMNÉE 
14-  POINTÉE DU DOIGT POURQUOI ? 
15-  J’AI TELLEMENT MAL </a:t>
            </a:r>
          </a:p>
          <a:p>
            <a:r>
              <a:rPr lang="fr-FR" smtClean="0"/>
              <a:t>
16-  SEIGNEUR MON DIEU J’AI TROUVÉ GRÂCE À TES YEUX 
17-  POUR DONNER NAISSANCE À TON FILS MAIS AUJOURD’HUI </a:t>
            </a:r>
          </a:p>
          <a:p>
            <a:r>
              <a:rPr lang="fr-FR" smtClean="0"/>
              <a:t>
	18-  JE SUIS SI SEULE LE CŒUR BLESSÉ 
	19-  JE SUIS SI SEULE DÉSORMAIS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6927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MON DIEU J’AI TROUVÉ GRÂCE À TES YEUX 
2-  POUR DONNER NAISSANCE À TON FILS MAIS AUJOURD’HUI </a:t>
            </a:r>
          </a:p>
          <a:p>
            <a:pPr>
              <a:defRPr/>
            </a:pPr>
            <a:r>
              <a:rPr lang="fr-FR" smtClean="0"/>
              <a:t>
3-  ABANDONNÉE SANS PLUS PERSONNE VERS QUI ALLER 
4-  MÊME MA FAMILLE M’A DÉLAISSÉE ET REJETÉE </a:t>
            </a:r>
          </a:p>
          <a:p>
            <a:pPr>
              <a:defRPr/>
            </a:pPr>
            <a:r>
              <a:rPr lang="fr-FR" smtClean="0"/>
              <a:t>
	5-  JE SUIS SI SEULE LE CŒUR BLESSÉ 
	6-  JE SUIS SI SEULE DÉSORMAIS </a:t>
            </a:r>
          </a:p>
          <a:p>
            <a:pPr>
              <a:defRPr/>
            </a:pPr>
            <a:r>
              <a:rPr lang="fr-FR" smtClean="0"/>
              <a:t>
7-  C’EST UN CADEAU SI ÉTRANGEMENT  EMBALLÉ 
8-  DIS-MOI SEIGNEUR QUI ME CROIRAIT ? JE SUIS BRISÉE </a:t>
            </a:r>
          </a:p>
          <a:p>
            <a:pPr>
              <a:defRPr/>
            </a:pPr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REJETÉE  CONDAMNÉE 
14-  POINTÉE DU DOIGT POURQUOI ? 
15-  J’AI TELLEMENT MAL </a:t>
            </a:r>
          </a:p>
          <a:p>
            <a:pPr>
              <a:defRPr/>
            </a:pPr>
            <a:r>
              <a:rPr lang="fr-FR" smtClean="0"/>
              <a:t>
16-  SEIGNEUR MON DIEU J’AI TROUVÉ GRÂCE À TES YEUX 
17-  POUR DONNER NAISSANCE À TON FILS MAIS AUJOURD’HUI </a:t>
            </a:r>
          </a:p>
          <a:p>
            <a:pPr>
              <a:defRPr/>
            </a:pPr>
            <a:r>
              <a:rPr lang="fr-FR" smtClean="0"/>
              <a:t>
	18-  JE SUIS SI SEULE LE CŒUR BLESSÉ 
	19-  JE SUIS SI SEULE DÉSORMAIS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MON DIEU J’AI TROUVÉ GRÂCE À TES YEUX 
2-  POUR DONNER NAISSANCE À TON FILS MAIS AUJOURD’HUI </a:t>
            </a:r>
          </a:p>
          <a:p>
            <a:r>
              <a:rPr lang="fr-FR" smtClean="0"/>
              <a:t>
3-  ABANDONNÉE SANS PLUS PERSONNE VERS QUI ALLER 
4-  MÊME MA FAMILLE M’A DÉLAISSÉE ET REJETÉE </a:t>
            </a:r>
          </a:p>
          <a:p>
            <a:r>
              <a:rPr lang="fr-FR" smtClean="0"/>
              <a:t>
	5-  JE SUIS SI SEULE LE CŒUR BLESSÉ 
	6-  JE SUIS SI SEULE DÉSORMAIS </a:t>
            </a:r>
          </a:p>
          <a:p>
            <a:r>
              <a:rPr lang="fr-FR" smtClean="0"/>
              <a:t>
7-  C’EST UN CADEAU SI ÉTRANGEMENT  EMBALLÉ 
8-  DIS-MOI SEIGNEUR QUI ME CROIRAIT ? JE SUIS BRISÉE </a:t>
            </a:r>
          </a:p>
          <a:p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endParaRPr lang="fr-FR" smtClean="0"/>
          </a:p>
          <a:p>
            <a:r>
              <a:rPr lang="fr-FR" smtClean="0"/>
              <a:t>Pont :
13-  REJETÉE  CONDAMNÉE 
14-  POINTÉE DU DOIGT POURQUOI ? 
15-  J’AI TELLEMENT MAL </a:t>
            </a:r>
          </a:p>
          <a:p>
            <a:r>
              <a:rPr lang="fr-FR" smtClean="0"/>
              <a:t>
16-  SEIGNEUR MON DIEU J’AI TROUVÉ GRÂCE À TES YEUX 
17-  POUR DONNER NAISSANCE À TON FILS MAIS AUJOURD’HUI </a:t>
            </a:r>
          </a:p>
          <a:p>
            <a:r>
              <a:rPr lang="fr-FR" smtClean="0"/>
              <a:t>
	18-  JE SUIS SI SEULE LE CŒUR BLESSÉ 
	19-  JE SUIS SI SEULE DÉSORMAIS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863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MON DIEU J’AI TROUVÉ GRÂCE À TES YEUX 
2-  POUR DONNER NAISSANCE À TON FILS MAIS AUJOURD’HUI </a:t>
            </a:r>
          </a:p>
          <a:p>
            <a:pPr>
              <a:defRPr/>
            </a:pPr>
            <a:r>
              <a:rPr lang="fr-FR" smtClean="0"/>
              <a:t>
3-  ABANDONNÉE SANS PLUS PERSONNE VERS QUI ALLER 
4-  MÊME MA FAMILLE M’A DÉLAISSÉE ET REJETÉE </a:t>
            </a:r>
          </a:p>
          <a:p>
            <a:pPr>
              <a:defRPr/>
            </a:pPr>
            <a:r>
              <a:rPr lang="fr-FR" smtClean="0"/>
              <a:t>
	5-  JE SUIS SI SEULE LE CŒUR BLESSÉ 
	6-  JE SUIS SI SEULE DÉSORMAIS </a:t>
            </a:r>
          </a:p>
          <a:p>
            <a:pPr>
              <a:defRPr/>
            </a:pPr>
            <a:r>
              <a:rPr lang="fr-FR" smtClean="0"/>
              <a:t>
7-  C’EST UN CADEAU SI ÉTRANGEMENT  EMBALLÉ 
8-  DIS-MOI SEIGNEUR QUI ME CROIRAIT ? JE SUIS BRISÉE </a:t>
            </a:r>
          </a:p>
          <a:p>
            <a:pPr>
              <a:defRPr/>
            </a:pPr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REJETÉE  CONDAMNÉE 
14-  POINTÉE DU DOIGT POURQUOI ? 
15-  J’AI TELLEMENT MAL </a:t>
            </a:r>
          </a:p>
          <a:p>
            <a:pPr>
              <a:defRPr/>
            </a:pPr>
            <a:r>
              <a:rPr lang="fr-FR" smtClean="0"/>
              <a:t>
16-  SEIGNEUR MON DIEU J’AI TROUVÉ GRÂCE À TES YEUX 
17-  POUR DONNER NAISSANCE À TON FILS MAIS AUJOURD’HUI </a:t>
            </a:r>
          </a:p>
          <a:p>
            <a:pPr>
              <a:defRPr/>
            </a:pPr>
            <a:r>
              <a:rPr lang="fr-FR" smtClean="0"/>
              <a:t>
	18-  JE SUIS SI SEULE LE CŒUR BLESSÉ 
	19-  JE SUIS SI SEULE DÉSORMAIS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MON DIEU J’AI TROUVÉ GRÂCE À TES YEUX 
2-  POUR DONNER NAISSANCE À TON FILS MAIS AUJOURD’HUI </a:t>
            </a:r>
          </a:p>
          <a:p>
            <a:r>
              <a:rPr lang="fr-FR" smtClean="0"/>
              <a:t>
3-  ABANDONNÉE SANS PLUS PERSONNE VERS QUI ALLER 
4-  MÊME MA FAMILLE M’A DÉLAISSÉE ET REJETÉE </a:t>
            </a:r>
          </a:p>
          <a:p>
            <a:r>
              <a:rPr lang="fr-FR" smtClean="0"/>
              <a:t>
	5-  JE SUIS SI SEULE LE CŒUR BLESSÉ 
	6-  JE SUIS SI SEULE DÉSORMAIS </a:t>
            </a:r>
          </a:p>
          <a:p>
            <a:r>
              <a:rPr lang="fr-FR" smtClean="0"/>
              <a:t>
7-  C’EST UN CADEAU SI ÉTRANGEMENT  EMBALLÉ 
8-  DIS-MOI SEIGNEUR QUI ME CROIRAIT ? JE SUIS BRISÉE </a:t>
            </a:r>
          </a:p>
          <a:p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endParaRPr lang="fr-FR" smtClean="0"/>
          </a:p>
          <a:p>
            <a:r>
              <a:rPr lang="fr-FR" smtClean="0"/>
              <a:t>Pont :
13-  REJETÉE  CONDAMNÉE 
14-  POINTÉE DU DOIGT POURQUOI ? 
15-  J’AI TELLEMENT MAL </a:t>
            </a:r>
          </a:p>
          <a:p>
            <a:r>
              <a:rPr lang="fr-FR" smtClean="0"/>
              <a:t>
16-  SEIGNEUR MON DIEU J’AI TROUVÉ GRÂCE À TES YEUX 
17-  POUR DONNER NAISSANCE À TON FILS MAIS AUJOURD’HUI </a:t>
            </a:r>
          </a:p>
          <a:p>
            <a:r>
              <a:rPr lang="fr-FR" smtClean="0"/>
              <a:t>
	18-  JE SUIS SI SEULE LE CŒUR BLESSÉ 
	19-  JE SUIS SI SEULE DÉSORMAIS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3808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MON DIEU J’AI TROUVÉ GRÂCE À TES YEUX 
2-  POUR DONNER NAISSANCE À TON FILS MAIS AUJOURD’HUI </a:t>
            </a:r>
          </a:p>
          <a:p>
            <a:pPr>
              <a:defRPr/>
            </a:pPr>
            <a:r>
              <a:rPr lang="fr-FR" smtClean="0"/>
              <a:t>
3-  ABANDONNÉE SANS PLUS PERSONNE VERS QUI ALLER 
4-  MÊME MA FAMILLE M’A DÉLAISSÉE ET REJETÉE </a:t>
            </a:r>
          </a:p>
          <a:p>
            <a:pPr>
              <a:defRPr/>
            </a:pPr>
            <a:r>
              <a:rPr lang="fr-FR" smtClean="0"/>
              <a:t>
	5-  JE SUIS SI SEULE LE CŒUR BLESSÉ 
	6-  JE SUIS SI SEULE DÉSORMAIS </a:t>
            </a:r>
          </a:p>
          <a:p>
            <a:pPr>
              <a:defRPr/>
            </a:pPr>
            <a:r>
              <a:rPr lang="fr-FR" smtClean="0"/>
              <a:t>
7-  C’EST UN CADEAU SI ÉTRANGEMENT  EMBALLÉ 
8-  DIS-MOI SEIGNEUR QUI ME CROIRAIT ? JE SUIS BRISÉE </a:t>
            </a:r>
          </a:p>
          <a:p>
            <a:pPr>
              <a:defRPr/>
            </a:pPr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REJETÉE  CONDAMNÉE 
14-  POINTÉE DU DOIGT POURQUOI ? 
15-  J’AI TELLEMENT MAL </a:t>
            </a:r>
          </a:p>
          <a:p>
            <a:pPr>
              <a:defRPr/>
            </a:pPr>
            <a:r>
              <a:rPr lang="fr-FR" smtClean="0"/>
              <a:t>
16-  SEIGNEUR MON DIEU J’AI TROUVÉ GRÂCE À TES YEUX 
17-  POUR DONNER NAISSANCE À TON FILS MAIS AUJOURD’HUI </a:t>
            </a:r>
          </a:p>
          <a:p>
            <a:pPr>
              <a:defRPr/>
            </a:pPr>
            <a:r>
              <a:rPr lang="fr-FR" smtClean="0"/>
              <a:t>
	18-  JE SUIS SI SEULE LE CŒUR BLESSÉ 
	19-  JE SUIS SI SEULE DÉSORMAIS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MON DIEU J’AI TROUVÉ GRÂCE À TES YEUX 
2-  POUR DONNER NAISSANCE À TON FILS MAIS AUJOURD’HUI </a:t>
            </a:r>
          </a:p>
          <a:p>
            <a:r>
              <a:rPr lang="fr-FR" smtClean="0"/>
              <a:t>
3-  ABANDONNÉE SANS PLUS PERSONNE VERS QUI ALLER 
4-  MÊME MA FAMILLE M’A DÉLAISSÉE ET REJETÉE </a:t>
            </a:r>
          </a:p>
          <a:p>
            <a:r>
              <a:rPr lang="fr-FR" smtClean="0"/>
              <a:t>
	5-  JE SUIS SI SEULE LE CŒUR BLESSÉ 
	6-  JE SUIS SI SEULE DÉSORMAIS </a:t>
            </a:r>
          </a:p>
          <a:p>
            <a:r>
              <a:rPr lang="fr-FR" smtClean="0"/>
              <a:t>
7-  C’EST UN CADEAU SI ÉTRANGEMENT  EMBALLÉ 
8-  DIS-MOI SEIGNEUR QUI ME CROIRAIT ? JE SUIS BRISÉE </a:t>
            </a:r>
          </a:p>
          <a:p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endParaRPr lang="fr-FR" smtClean="0"/>
          </a:p>
          <a:p>
            <a:r>
              <a:rPr lang="fr-FR" smtClean="0"/>
              <a:t>Pont :
13-  REJETÉE  CONDAMNÉE 
14-  POINTÉE DU DOIGT POURQUOI ? 
15-  J’AI TELLEMENT MAL </a:t>
            </a:r>
          </a:p>
          <a:p>
            <a:r>
              <a:rPr lang="fr-FR" smtClean="0"/>
              <a:t>
16-  SEIGNEUR MON DIEU J’AI TROUVÉ GRÂCE À TES YEUX 
17-  POUR DONNER NAISSANCE À TON FILS MAIS AUJOURD’HUI </a:t>
            </a:r>
          </a:p>
          <a:p>
            <a:r>
              <a:rPr lang="fr-FR" smtClean="0"/>
              <a:t>
	18-  JE SUIS SI SEULE LE CŒUR BLESSÉ 
	19-  JE SUIS SI SEULE DÉSORMAIS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4313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MON DIEU J’AI TROUVÉ GRÂCE À TES YEUX 
2-  POUR DONNER NAISSANCE À TON FILS MAIS AUJOURD’HUI </a:t>
            </a:r>
          </a:p>
          <a:p>
            <a:pPr>
              <a:defRPr/>
            </a:pPr>
            <a:r>
              <a:rPr lang="fr-FR" smtClean="0"/>
              <a:t>
3-  ABANDONNÉE SANS PLUS PERSONNE VERS QUI ALLER 
4-  MÊME MA FAMILLE M’A DÉLAISSÉE ET REJETÉE </a:t>
            </a:r>
          </a:p>
          <a:p>
            <a:pPr>
              <a:defRPr/>
            </a:pPr>
            <a:r>
              <a:rPr lang="fr-FR" smtClean="0"/>
              <a:t>
	5-  JE SUIS SI SEULE LE CŒUR BLESSÉ 
	6-  JE SUIS SI SEULE DÉSORMAIS </a:t>
            </a:r>
          </a:p>
          <a:p>
            <a:pPr>
              <a:defRPr/>
            </a:pPr>
            <a:r>
              <a:rPr lang="fr-FR" smtClean="0"/>
              <a:t>
7-  C’EST UN CADEAU SI ÉTRANGEMENT  EMBALLÉ 
8-  DIS-MOI SEIGNEUR QUI ME CROIRAIT ? JE SUIS BRISÉE </a:t>
            </a:r>
          </a:p>
          <a:p>
            <a:pPr>
              <a:defRPr/>
            </a:pPr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REJETÉE  CONDAMNÉE 
14-  POINTÉE DU DOIGT POURQUOI ? 
15-  J’AI TELLEMENT MAL </a:t>
            </a:r>
          </a:p>
          <a:p>
            <a:pPr>
              <a:defRPr/>
            </a:pPr>
            <a:r>
              <a:rPr lang="fr-FR" smtClean="0"/>
              <a:t>
16-  SEIGNEUR MON DIEU J’AI TROUVÉ GRÂCE À TES YEUX 
17-  POUR DONNER NAISSANCE À TON FILS MAIS AUJOURD’HUI </a:t>
            </a:r>
          </a:p>
          <a:p>
            <a:pPr>
              <a:defRPr/>
            </a:pPr>
            <a:r>
              <a:rPr lang="fr-FR" smtClean="0"/>
              <a:t>
	18-  JE SUIS SI SEULE LE CŒUR BLESSÉ 
	19-  JE SUIS SI SEULE DÉSORMAIS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MON DIEU J’AI TROUVÉ GRÂCE À TES YEUX 
2-  POUR DONNER NAISSANCE À TON FILS MAIS AUJOURD’HUI </a:t>
            </a:r>
          </a:p>
          <a:p>
            <a:r>
              <a:rPr lang="fr-FR" smtClean="0"/>
              <a:t>
3-  ABANDONNÉE SANS PLUS PERSONNE VERS QUI ALLER 
4-  MÊME MA FAMILLE M’A DÉLAISSÉE ET REJETÉE </a:t>
            </a:r>
          </a:p>
          <a:p>
            <a:r>
              <a:rPr lang="fr-FR" smtClean="0"/>
              <a:t>
	5-  JE SUIS SI SEULE LE CŒUR BLESSÉ 
	6-  JE SUIS SI SEULE DÉSORMAIS </a:t>
            </a:r>
          </a:p>
          <a:p>
            <a:r>
              <a:rPr lang="fr-FR" smtClean="0"/>
              <a:t>
7-  C’EST UN CADEAU SI ÉTRANGEMENT  EMBALLÉ 
8-  DIS-MOI SEIGNEUR QUI ME CROIRAIT ? JE SUIS BRISÉE </a:t>
            </a:r>
          </a:p>
          <a:p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endParaRPr lang="fr-FR" smtClean="0"/>
          </a:p>
          <a:p>
            <a:r>
              <a:rPr lang="fr-FR" smtClean="0"/>
              <a:t>Pont :
13-  REJETÉE  CONDAMNÉE 
14-  POINTÉE DU DOIGT POURQUOI ? 
15-  J’AI TELLEMENT MAL </a:t>
            </a:r>
          </a:p>
          <a:p>
            <a:r>
              <a:rPr lang="fr-FR" smtClean="0"/>
              <a:t>
16-  SEIGNEUR MON DIEU J’AI TROUVÉ GRÂCE À TES YEUX 
17-  POUR DONNER NAISSANCE À TON FILS MAIS AUJOURD’HUI </a:t>
            </a:r>
          </a:p>
          <a:p>
            <a:r>
              <a:rPr lang="fr-FR" smtClean="0"/>
              <a:t>
	18-  JE SUIS SI SEULE LE CŒUR BLESSÉ 
	19-  JE SUIS SI SEULE DÉSORMAIS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5947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MON DIEU J’AI TROUVÉ GRÂCE À TES YEUX 
2-  POUR DONNER NAISSANCE À TON FILS MAIS AUJOURD’HUI </a:t>
            </a:r>
          </a:p>
          <a:p>
            <a:pPr>
              <a:defRPr/>
            </a:pPr>
            <a:r>
              <a:rPr lang="fr-FR" smtClean="0"/>
              <a:t>
3-  ABANDONNÉE SANS PLUS PERSONNE VERS QUI ALLER 
4-  MÊME MA FAMILLE M’A DÉLAISSÉE ET REJETÉE </a:t>
            </a:r>
          </a:p>
          <a:p>
            <a:pPr>
              <a:defRPr/>
            </a:pPr>
            <a:r>
              <a:rPr lang="fr-FR" smtClean="0"/>
              <a:t>
	5-  JE SUIS SI SEULE LE CŒUR BLESSÉ 
	6-  JE SUIS SI SEULE DÉSORMAIS </a:t>
            </a:r>
          </a:p>
          <a:p>
            <a:pPr>
              <a:defRPr/>
            </a:pPr>
            <a:r>
              <a:rPr lang="fr-FR" smtClean="0"/>
              <a:t>
7-  C’EST UN CADEAU SI ÉTRANGEMENT  EMBALLÉ 
8-  DIS-MOI SEIGNEUR QUI ME CROIRAIT ? JE SUIS BRISÉE </a:t>
            </a:r>
          </a:p>
          <a:p>
            <a:pPr>
              <a:defRPr/>
            </a:pPr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REJETÉE  CONDAMNÉE 
14-  POINTÉE DU DOIGT POURQUOI ? 
15-  J’AI TELLEMENT MAL </a:t>
            </a:r>
          </a:p>
          <a:p>
            <a:pPr>
              <a:defRPr/>
            </a:pPr>
            <a:r>
              <a:rPr lang="fr-FR" smtClean="0"/>
              <a:t>
16-  SEIGNEUR MON DIEU J’AI TROUVÉ GRÂCE À TES YEUX 
17-  POUR DONNER NAISSANCE À TON FILS MAIS AUJOURD’HUI </a:t>
            </a:r>
          </a:p>
          <a:p>
            <a:pPr>
              <a:defRPr/>
            </a:pPr>
            <a:r>
              <a:rPr lang="fr-FR" smtClean="0"/>
              <a:t>
	18-  JE SUIS SI SEULE LE CŒUR BLESSÉ 
	19-  JE SUIS SI SEULE DÉSORMAIS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MON DIEU J’AI TROUVÉ GRÂCE À TES YEUX 
2-  POUR DONNER NAISSANCE À TON FILS MAIS AUJOURD’HUI </a:t>
            </a:r>
          </a:p>
          <a:p>
            <a:r>
              <a:rPr lang="fr-FR" smtClean="0"/>
              <a:t>
3-  ABANDONNÉE SANS PLUS PERSONNE VERS QUI ALLER 
4-  MÊME MA FAMILLE M’A DÉLAISSÉE ET REJETÉE </a:t>
            </a:r>
          </a:p>
          <a:p>
            <a:r>
              <a:rPr lang="fr-FR" smtClean="0"/>
              <a:t>
	5-  JE SUIS SI SEULE LE CŒUR BLESSÉ 
	6-  JE SUIS SI SEULE DÉSORMAIS </a:t>
            </a:r>
          </a:p>
          <a:p>
            <a:r>
              <a:rPr lang="fr-FR" smtClean="0"/>
              <a:t>
7-  C’EST UN CADEAU SI ÉTRANGEMENT  EMBALLÉ 
8-  DIS-MOI SEIGNEUR QUI ME CROIRAIT ? JE SUIS BRISÉE </a:t>
            </a:r>
          </a:p>
          <a:p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endParaRPr lang="fr-FR" smtClean="0"/>
          </a:p>
          <a:p>
            <a:r>
              <a:rPr lang="fr-FR" smtClean="0"/>
              <a:t>Pont :
13-  REJETÉE  CONDAMNÉE 
14-  POINTÉE DU DOIGT POURQUOI ? 
15-  J’AI TELLEMENT MAL </a:t>
            </a:r>
          </a:p>
          <a:p>
            <a:r>
              <a:rPr lang="fr-FR" smtClean="0"/>
              <a:t>
16-  SEIGNEUR MON DIEU J’AI TROUVÉ GRÂCE À TES YEUX 
17-  POUR DONNER NAISSANCE À TON FILS MAIS AUJOURD’HUI </a:t>
            </a:r>
          </a:p>
          <a:p>
            <a:r>
              <a:rPr lang="fr-FR" smtClean="0"/>
              <a:t>
	18-  JE SUIS SI SEULE LE CŒUR BLESSÉ 
	19-  JE SUIS SI SEULE DÉSORMAIS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84610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MON DIEU J’AI TROUVÉ GRÂCE À TES YEUX 
2-  POUR DONNER NAISSANCE À TON FILS MAIS AUJOURD’HUI </a:t>
            </a:r>
          </a:p>
          <a:p>
            <a:pPr>
              <a:defRPr/>
            </a:pPr>
            <a:r>
              <a:rPr lang="fr-FR" smtClean="0"/>
              <a:t>
3-  ABANDONNÉE SANS PLUS PERSONNE VERS QUI ALLER 
4-  MÊME MA FAMILLE M’A DÉLAISSÉE ET REJETÉE </a:t>
            </a:r>
          </a:p>
          <a:p>
            <a:pPr>
              <a:defRPr/>
            </a:pPr>
            <a:r>
              <a:rPr lang="fr-FR" smtClean="0"/>
              <a:t>
	5-  JE SUIS SI SEULE LE CŒUR BLESSÉ 
	6-  JE SUIS SI SEULE DÉSORMAIS </a:t>
            </a:r>
          </a:p>
          <a:p>
            <a:pPr>
              <a:defRPr/>
            </a:pPr>
            <a:r>
              <a:rPr lang="fr-FR" smtClean="0"/>
              <a:t>
7-  C’EST UN CADEAU SI ÉTRANGEMENT  EMBALLÉ 
8-  DIS-MOI SEIGNEUR QUI ME CROIRAIT ? JE SUIS BRISÉE </a:t>
            </a:r>
          </a:p>
          <a:p>
            <a:pPr>
              <a:defRPr/>
            </a:pPr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REJETÉE  CONDAMNÉE 
14-  POINTÉE DU DOIGT POURQUOI ? 
15-  J’AI TELLEMENT MAL </a:t>
            </a:r>
          </a:p>
          <a:p>
            <a:pPr>
              <a:defRPr/>
            </a:pPr>
            <a:r>
              <a:rPr lang="fr-FR" smtClean="0"/>
              <a:t>
16-  SEIGNEUR MON DIEU J’AI TROUVÉ GRÂCE À TES YEUX 
17-  POUR DONNER NAISSANCE À TON FILS MAIS AUJOURD’HUI </a:t>
            </a:r>
          </a:p>
          <a:p>
            <a:pPr>
              <a:defRPr/>
            </a:pPr>
            <a:r>
              <a:rPr lang="fr-FR" smtClean="0"/>
              <a:t>
	18-  JE SUIS SI SEULE LE CŒUR BLESSÉ 
	19-  JE SUIS SI SEULE DÉSORMAIS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MON DIEU J’AI TROUVÉ GRÂCE À TES YEUX 
2-  POUR DONNER NAISSANCE À TON FILS MAIS AUJOURD’HUI </a:t>
            </a:r>
          </a:p>
          <a:p>
            <a:r>
              <a:rPr lang="fr-FR" smtClean="0"/>
              <a:t>
3-  ABANDONNÉE SANS PLUS PERSONNE VERS QUI ALLER 
4-  MÊME MA FAMILLE M’A DÉLAISSÉE ET REJETÉE </a:t>
            </a:r>
          </a:p>
          <a:p>
            <a:r>
              <a:rPr lang="fr-FR" smtClean="0"/>
              <a:t>
	5-  JE SUIS SI SEULE LE CŒUR BLESSÉ 
	6-  JE SUIS SI SEULE DÉSORMAIS </a:t>
            </a:r>
          </a:p>
          <a:p>
            <a:r>
              <a:rPr lang="fr-FR" smtClean="0"/>
              <a:t>
7-  C’EST UN CADEAU SI ÉTRANGEMENT  EMBALLÉ 
8-  DIS-MOI SEIGNEUR QUI ME CROIRAIT ? JE SUIS BRISÉE </a:t>
            </a:r>
          </a:p>
          <a:p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endParaRPr lang="fr-FR" smtClean="0"/>
          </a:p>
          <a:p>
            <a:r>
              <a:rPr lang="fr-FR" smtClean="0"/>
              <a:t>Pont :
13-  REJETÉE  CONDAMNÉE 
14-  POINTÉE DU DOIGT POURQUOI ? 
15-  J’AI TELLEMENT MAL </a:t>
            </a:r>
          </a:p>
          <a:p>
            <a:r>
              <a:rPr lang="fr-FR" smtClean="0"/>
              <a:t>
16-  SEIGNEUR MON DIEU J’AI TROUVÉ GRÂCE À TES YEUX 
17-  POUR DONNER NAISSANCE À TON FILS MAIS AUJOURD’HUI </a:t>
            </a:r>
          </a:p>
          <a:p>
            <a:r>
              <a:rPr lang="fr-FR" smtClean="0"/>
              <a:t>
	18-  JE SUIS SI SEULE LE CŒUR BLESSÉ 
	19-  JE SUIS SI SEULE DÉSORMAIS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5301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MON DIEU J’AI TROUVÉ GRÂCE À TES YEUX 
2-  POUR DONNER NAISSANCE À TON FILS MAIS AUJOURD’HUI </a:t>
            </a:r>
          </a:p>
          <a:p>
            <a:pPr>
              <a:defRPr/>
            </a:pPr>
            <a:r>
              <a:rPr lang="fr-FR" smtClean="0"/>
              <a:t>
3-  ABANDONNÉE SANS PLUS PERSONNE VERS QUI ALLER 
4-  MÊME MA FAMILLE M’A DÉLAISSÉE ET REJETÉE </a:t>
            </a:r>
          </a:p>
          <a:p>
            <a:pPr>
              <a:defRPr/>
            </a:pPr>
            <a:r>
              <a:rPr lang="fr-FR" smtClean="0"/>
              <a:t>
	5-  JE SUIS SI SEULE LE CŒUR BLESSÉ 
	6-  JE SUIS SI SEULE DÉSORMAIS </a:t>
            </a:r>
          </a:p>
          <a:p>
            <a:pPr>
              <a:defRPr/>
            </a:pPr>
            <a:r>
              <a:rPr lang="fr-FR" smtClean="0"/>
              <a:t>
7-  C’EST UN CADEAU SI ÉTRANGEMENT  EMBALLÉ 
8-  DIS-MOI SEIGNEUR QUI ME CROIRAIT ? JE SUIS BRISÉE </a:t>
            </a:r>
          </a:p>
          <a:p>
            <a:pPr>
              <a:defRPr/>
            </a:pPr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REJETÉE  CONDAMNÉE 
14-  POINTÉE DU DOIGT POURQUOI ? 
15-  J’AI TELLEMENT MAL </a:t>
            </a:r>
          </a:p>
          <a:p>
            <a:pPr>
              <a:defRPr/>
            </a:pPr>
            <a:r>
              <a:rPr lang="fr-FR" smtClean="0"/>
              <a:t>
16-  SEIGNEUR MON DIEU J’AI TROUVÉ GRÂCE À TES YEUX 
17-  POUR DONNER NAISSANCE À TON FILS MAIS AUJOURD’HUI </a:t>
            </a:r>
          </a:p>
          <a:p>
            <a:pPr>
              <a:defRPr/>
            </a:pPr>
            <a:r>
              <a:rPr lang="fr-FR" smtClean="0"/>
              <a:t>
	18-  JE SUIS SI SEULE LE CŒUR BLESSÉ 
	19-  JE SUIS SI SEULE DÉSORMAIS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MON DIEU J’AI TROUVÉ GRÂCE À TES YEUX 
2-  POUR DONNER NAISSANCE À TON FILS MAIS AUJOURD’HUI </a:t>
            </a:r>
          </a:p>
          <a:p>
            <a:r>
              <a:rPr lang="fr-FR" smtClean="0"/>
              <a:t>
3-  ABANDONNÉE SANS PLUS PERSONNE VERS QUI ALLER 
4-  MÊME MA FAMILLE M’A DÉLAISSÉE ET REJETÉE </a:t>
            </a:r>
          </a:p>
          <a:p>
            <a:r>
              <a:rPr lang="fr-FR" smtClean="0"/>
              <a:t>
	5-  JE SUIS SI SEULE LE CŒUR BLESSÉ 
	6-  JE SUIS SI SEULE DÉSORMAIS </a:t>
            </a:r>
          </a:p>
          <a:p>
            <a:r>
              <a:rPr lang="fr-FR" smtClean="0"/>
              <a:t>
7-  C’EST UN CADEAU SI ÉTRANGEMENT  EMBALLÉ 
8-  DIS-MOI SEIGNEUR QUI ME CROIRAIT ? JE SUIS BRISÉE </a:t>
            </a:r>
          </a:p>
          <a:p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endParaRPr lang="fr-FR" smtClean="0"/>
          </a:p>
          <a:p>
            <a:r>
              <a:rPr lang="fr-FR" smtClean="0"/>
              <a:t>Pont :
13-  REJETÉE  CONDAMNÉE 
14-  POINTÉE DU DOIGT POURQUOI ? 
15-  J’AI TELLEMENT MAL </a:t>
            </a:r>
          </a:p>
          <a:p>
            <a:r>
              <a:rPr lang="fr-FR" smtClean="0"/>
              <a:t>
16-  SEIGNEUR MON DIEU J’AI TROUVÉ GRÂCE À TES YEUX 
17-  POUR DONNER NAISSANCE À TON FILS MAIS AUJOURD’HUI </a:t>
            </a:r>
          </a:p>
          <a:p>
            <a:r>
              <a:rPr lang="fr-FR" smtClean="0"/>
              <a:t>
	18-  JE SUIS SI SEULE LE CŒUR BLESSÉ 
	19-  JE SUIS SI SEULE DÉSORMAIS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47411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MON DIEU J’AI TROUVÉ GRÂCE À TES YEUX 
2-  POUR DONNER NAISSANCE À TON FILS MAIS AUJOURD’HUI </a:t>
            </a:r>
          </a:p>
          <a:p>
            <a:pPr>
              <a:defRPr/>
            </a:pPr>
            <a:r>
              <a:rPr lang="fr-FR" smtClean="0"/>
              <a:t>
3-  ABANDONNÉE SANS PLUS PERSONNE VERS QUI ALLER 
4-  MÊME MA FAMILLE M’A DÉLAISSÉE ET REJETÉE </a:t>
            </a:r>
          </a:p>
          <a:p>
            <a:pPr>
              <a:defRPr/>
            </a:pPr>
            <a:r>
              <a:rPr lang="fr-FR" smtClean="0"/>
              <a:t>
	5-  JE SUIS SI SEULE LE CŒUR BLESSÉ 
	6-  JE SUIS SI SEULE DÉSORMAIS </a:t>
            </a:r>
          </a:p>
          <a:p>
            <a:pPr>
              <a:defRPr/>
            </a:pPr>
            <a:r>
              <a:rPr lang="fr-FR" smtClean="0"/>
              <a:t>
7-  C’EST UN CADEAU SI ÉTRANGEMENT  EMBALLÉ 
8-  DIS-MOI SEIGNEUR QUI ME CROIRAIT ? JE SUIS BRISÉE </a:t>
            </a:r>
          </a:p>
          <a:p>
            <a:pPr>
              <a:defRPr/>
            </a:pPr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REJETÉE  CONDAMNÉE 
14-  POINTÉE DU DOIGT POURQUOI ? 
15-  J’AI TELLEMENT MAL </a:t>
            </a:r>
          </a:p>
          <a:p>
            <a:pPr>
              <a:defRPr/>
            </a:pPr>
            <a:r>
              <a:rPr lang="fr-FR" smtClean="0"/>
              <a:t>
16-  SEIGNEUR MON DIEU J’AI TROUVÉ GRÂCE À TES YEUX 
17-  POUR DONNER NAISSANCE À TON FILS MAIS AUJOURD’HUI </a:t>
            </a:r>
          </a:p>
          <a:p>
            <a:pPr>
              <a:defRPr/>
            </a:pPr>
            <a:r>
              <a:rPr lang="fr-FR" smtClean="0"/>
              <a:t>
	18-  JE SUIS SI SEULE LE CŒUR BLESSÉ 
	19-  JE SUIS SI SEULE DÉSORMAIS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MON DIEU J’AI TROUVÉ GRÂCE À TES YEUX 
2-  POUR DONNER NAISSANCE À TON FILS MAIS AUJOURD’HUI </a:t>
            </a:r>
          </a:p>
          <a:p>
            <a:r>
              <a:rPr lang="fr-FR" smtClean="0"/>
              <a:t>
3-  ABANDONNÉE SANS PLUS PERSONNE VERS QUI ALLER 
4-  MÊME MA FAMILLE M’A DÉLAISSÉE ET REJETÉE </a:t>
            </a:r>
          </a:p>
          <a:p>
            <a:r>
              <a:rPr lang="fr-FR" smtClean="0"/>
              <a:t>
	5-  JE SUIS SI SEULE LE CŒUR BLESSÉ 
	6-  JE SUIS SI SEULE DÉSORMAIS </a:t>
            </a:r>
          </a:p>
          <a:p>
            <a:r>
              <a:rPr lang="fr-FR" smtClean="0"/>
              <a:t>
7-  C’EST UN CADEAU SI ÉTRANGEMENT  EMBALLÉ 
8-  DIS-MOI SEIGNEUR QUI ME CROIRAIT ? JE SUIS BRISÉE </a:t>
            </a:r>
          </a:p>
          <a:p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endParaRPr lang="fr-FR" smtClean="0"/>
          </a:p>
          <a:p>
            <a:r>
              <a:rPr lang="fr-FR" smtClean="0"/>
              <a:t>Pont :
13-  REJETÉE  CONDAMNÉE 
14-  POINTÉE DU DOIGT POURQUOI ? 
15-  J’AI TELLEMENT MAL </a:t>
            </a:r>
          </a:p>
          <a:p>
            <a:r>
              <a:rPr lang="fr-FR" smtClean="0"/>
              <a:t>
16-  SEIGNEUR MON DIEU J’AI TROUVÉ GRÂCE À TES YEUX 
17-  POUR DONNER NAISSANCE À TON FILS MAIS AUJOURD’HUI </a:t>
            </a:r>
          </a:p>
          <a:p>
            <a:r>
              <a:rPr lang="fr-FR" smtClean="0"/>
              <a:t>
	18-  JE SUIS SI SEULE LE CŒUR BLESSÉ 
	19-  JE SUIS SI SEULE DÉSORMAIS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50209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MON DIEU J’AI TROUVÉ GRÂCE À TES YEUX 
2-  POUR DONNER NAISSANCE À TON FILS MAIS AUJOURD’HUI </a:t>
            </a:r>
          </a:p>
          <a:p>
            <a:pPr>
              <a:defRPr/>
            </a:pPr>
            <a:r>
              <a:rPr lang="fr-FR" smtClean="0"/>
              <a:t>
3-  ABANDONNÉE SANS PLUS PERSONNE VERS QUI ALLER 
4-  MÊME MA FAMILLE M’A DÉLAISSÉE ET REJETÉE </a:t>
            </a:r>
          </a:p>
          <a:p>
            <a:pPr>
              <a:defRPr/>
            </a:pPr>
            <a:r>
              <a:rPr lang="fr-FR" smtClean="0"/>
              <a:t>
	5-  JE SUIS SI SEULE LE CŒUR BLESSÉ 
	6-  JE SUIS SI SEULE DÉSORMAIS </a:t>
            </a:r>
          </a:p>
          <a:p>
            <a:pPr>
              <a:defRPr/>
            </a:pPr>
            <a:r>
              <a:rPr lang="fr-FR" smtClean="0"/>
              <a:t>
7-  C’EST UN CADEAU SI ÉTRANGEMENT  EMBALLÉ 
8-  DIS-MOI SEIGNEUR QUI ME CROIRAIT ? JE SUIS BRISÉE </a:t>
            </a:r>
          </a:p>
          <a:p>
            <a:pPr>
              <a:defRPr/>
            </a:pPr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REJETÉE  CONDAMNÉE 
14-  POINTÉE DU DOIGT POURQUOI ? 
15-  J’AI TELLEMENT MAL </a:t>
            </a:r>
          </a:p>
          <a:p>
            <a:pPr>
              <a:defRPr/>
            </a:pPr>
            <a:r>
              <a:rPr lang="fr-FR" smtClean="0"/>
              <a:t>
16-  SEIGNEUR MON DIEU J’AI TROUVÉ GRÂCE À TES YEUX 
17-  POUR DONNER NAISSANCE À TON FILS MAIS AUJOURD’HUI </a:t>
            </a:r>
          </a:p>
          <a:p>
            <a:pPr>
              <a:defRPr/>
            </a:pPr>
            <a:r>
              <a:rPr lang="fr-FR" smtClean="0"/>
              <a:t>
	18-  JE SUIS SI SEULE LE CŒUR BLESSÉ 
	19-  JE SUIS SI SEULE DÉSORMAIS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MON DIEU J’AI TROUVÉ GRÂCE À TES YEUX 
2-  POUR DONNER NAISSANCE À TON FILS MAIS AUJOURD’HUI </a:t>
            </a:r>
          </a:p>
          <a:p>
            <a:r>
              <a:rPr lang="fr-FR" smtClean="0"/>
              <a:t>
3-  ABANDONNÉE SANS PLUS PERSONNE VERS QUI ALLER 
4-  MÊME MA FAMILLE M’A DÉLAISSÉE ET REJETÉE </a:t>
            </a:r>
          </a:p>
          <a:p>
            <a:r>
              <a:rPr lang="fr-FR" smtClean="0"/>
              <a:t>
	5-  JE SUIS SI SEULE LE CŒUR BLESSÉ 
	6-  JE SUIS SI SEULE DÉSORMAIS </a:t>
            </a:r>
          </a:p>
          <a:p>
            <a:r>
              <a:rPr lang="fr-FR" smtClean="0"/>
              <a:t>
7-  C’EST UN CADEAU SI ÉTRANGEMENT  EMBALLÉ 
8-  DIS-MOI SEIGNEUR QUI ME CROIRAIT ? JE SUIS BRISÉE </a:t>
            </a:r>
          </a:p>
          <a:p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endParaRPr lang="fr-FR" smtClean="0"/>
          </a:p>
          <a:p>
            <a:r>
              <a:rPr lang="fr-FR" smtClean="0"/>
              <a:t>Pont :
13-  REJETÉE  CONDAMNÉE 
14-  POINTÉE DU DOIGT POURQUOI ? 
15-  J’AI TELLEMENT MAL </a:t>
            </a:r>
          </a:p>
          <a:p>
            <a:r>
              <a:rPr lang="fr-FR" smtClean="0"/>
              <a:t>
16-  SEIGNEUR MON DIEU J’AI TROUVÉ GRÂCE À TES YEUX 
17-  POUR DONNER NAISSANCE À TON FILS MAIS AUJOURD’HUI </a:t>
            </a:r>
          </a:p>
          <a:p>
            <a:r>
              <a:rPr lang="fr-FR" smtClean="0"/>
              <a:t>
	18-  JE SUIS SI SEULE LE CŒUR BLESSÉ 
	19-  JE SUIS SI SEULE DÉSORMAIS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59864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MON DIEU J’AI TROUVÉ GRÂCE À TES YEUX 
2-  POUR DONNER NAISSANCE À TON FILS MAIS AUJOURD’HUI </a:t>
            </a:r>
          </a:p>
          <a:p>
            <a:pPr>
              <a:defRPr/>
            </a:pPr>
            <a:r>
              <a:rPr lang="fr-FR" smtClean="0"/>
              <a:t>
3-  ABANDONNÉE SANS PLUS PERSONNE VERS QUI ALLER 
4-  MÊME MA FAMILLE M’A DÉLAISSÉE ET REJETÉE </a:t>
            </a:r>
          </a:p>
          <a:p>
            <a:pPr>
              <a:defRPr/>
            </a:pPr>
            <a:r>
              <a:rPr lang="fr-FR" smtClean="0"/>
              <a:t>
	5-  JE SUIS SI SEULE LE CŒUR BLESSÉ 
	6-  JE SUIS SI SEULE DÉSORMAIS </a:t>
            </a:r>
          </a:p>
          <a:p>
            <a:pPr>
              <a:defRPr/>
            </a:pPr>
            <a:r>
              <a:rPr lang="fr-FR" smtClean="0"/>
              <a:t>
7-  C’EST UN CADEAU SI ÉTRANGEMENT  EMBALLÉ 
8-  DIS-MOI SEIGNEUR QUI ME CROIRAIT ? JE SUIS BRISÉE </a:t>
            </a:r>
          </a:p>
          <a:p>
            <a:pPr>
              <a:defRPr/>
            </a:pPr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REJETÉE  CONDAMNÉE 
14-  POINTÉE DU DOIGT POURQUOI ? 
15-  J’AI TELLEMENT MAL </a:t>
            </a:r>
          </a:p>
          <a:p>
            <a:pPr>
              <a:defRPr/>
            </a:pPr>
            <a:r>
              <a:rPr lang="fr-FR" smtClean="0"/>
              <a:t>
16-  SEIGNEUR MON DIEU J’AI TROUVÉ GRÂCE À TES YEUX 
17-  POUR DONNER NAISSANCE À TON FILS MAIS AUJOURD’HUI </a:t>
            </a:r>
          </a:p>
          <a:p>
            <a:pPr>
              <a:defRPr/>
            </a:pPr>
            <a:r>
              <a:rPr lang="fr-FR" smtClean="0"/>
              <a:t>
	18-  JE SUIS SI SEULE LE CŒUR BLESSÉ 
	19-  JE SUIS SI SEULE DÉSORMAIS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MON DIEU J’AI TROUVÉ GRÂCE À TES YEUX 
2-  POUR DONNER NAISSANCE À TON FILS MAIS AUJOURD’HUI </a:t>
            </a:r>
          </a:p>
          <a:p>
            <a:r>
              <a:rPr lang="fr-FR" smtClean="0"/>
              <a:t>
3-  ABANDONNÉE SANS PLUS PERSONNE VERS QUI ALLER 
4-  MÊME MA FAMILLE M’A DÉLAISSÉE ET REJETÉE </a:t>
            </a:r>
          </a:p>
          <a:p>
            <a:r>
              <a:rPr lang="fr-FR" smtClean="0"/>
              <a:t>
	5-  JE SUIS SI SEULE LE CŒUR BLESSÉ 
	6-  JE SUIS SI SEULE DÉSORMAIS </a:t>
            </a:r>
          </a:p>
          <a:p>
            <a:r>
              <a:rPr lang="fr-FR" smtClean="0"/>
              <a:t>
7-  C’EST UN CADEAU SI ÉTRANGEMENT  EMBALLÉ 
8-  DIS-MOI SEIGNEUR QUI ME CROIRAIT ? JE SUIS BRISÉE </a:t>
            </a:r>
          </a:p>
          <a:p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endParaRPr lang="fr-FR" smtClean="0"/>
          </a:p>
          <a:p>
            <a:r>
              <a:rPr lang="fr-FR" smtClean="0"/>
              <a:t>Pont :
13-  REJETÉE  CONDAMNÉE 
14-  POINTÉE DU DOIGT POURQUOI ? 
15-  J’AI TELLEMENT MAL </a:t>
            </a:r>
          </a:p>
          <a:p>
            <a:r>
              <a:rPr lang="fr-FR" smtClean="0"/>
              <a:t>
16-  SEIGNEUR MON DIEU J’AI TROUVÉ GRÂCE À TES YEUX 
17-  POUR DONNER NAISSANCE À TON FILS MAIS AUJOURD’HUI </a:t>
            </a:r>
          </a:p>
          <a:p>
            <a:r>
              <a:rPr lang="fr-FR" smtClean="0"/>
              <a:t>
	18-  JE SUIS SI SEULE LE CŒUR BLESSÉ 
	19-  JE SUIS SI SEULE DÉSORMAIS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41283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MON DIEU J’AI TROUVÉ GRÂCE À TES YEUX 
2-  POUR DONNER NAISSANCE À TON FILS MAIS AUJOURD’HUI </a:t>
            </a:r>
          </a:p>
          <a:p>
            <a:pPr>
              <a:defRPr/>
            </a:pPr>
            <a:r>
              <a:rPr lang="fr-FR" smtClean="0"/>
              <a:t>
3-  ABANDONNÉE SANS PLUS PERSONNE VERS QUI ALLER 
4-  MÊME MA FAMILLE M’A DÉLAISSÉE ET REJETÉE </a:t>
            </a:r>
          </a:p>
          <a:p>
            <a:pPr>
              <a:defRPr/>
            </a:pPr>
            <a:r>
              <a:rPr lang="fr-FR" smtClean="0"/>
              <a:t>
	5-  JE SUIS SI SEULE LE CŒUR BLESSÉ 
	6-  JE SUIS SI SEULE DÉSORMAIS </a:t>
            </a:r>
          </a:p>
          <a:p>
            <a:pPr>
              <a:defRPr/>
            </a:pPr>
            <a:r>
              <a:rPr lang="fr-FR" smtClean="0"/>
              <a:t>
7-  C’EST UN CADEAU SI ÉTRANGEMENT  EMBALLÉ 
8-  DIS-MOI SEIGNEUR QUI ME CROIRAIT ? JE SUIS BRISÉE </a:t>
            </a:r>
          </a:p>
          <a:p>
            <a:pPr>
              <a:defRPr/>
            </a:pPr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REJETÉE  CONDAMNÉE 
14-  POINTÉE DU DOIGT POURQUOI ? 
15-  J’AI TELLEMENT MAL </a:t>
            </a:r>
          </a:p>
          <a:p>
            <a:pPr>
              <a:defRPr/>
            </a:pPr>
            <a:r>
              <a:rPr lang="fr-FR" smtClean="0"/>
              <a:t>
16-  SEIGNEUR MON DIEU J’AI TROUVÉ GRÂCE À TES YEUX 
17-  POUR DONNER NAISSANCE À TON FILS MAIS AUJOURD’HUI </a:t>
            </a:r>
          </a:p>
          <a:p>
            <a:pPr>
              <a:defRPr/>
            </a:pPr>
            <a:r>
              <a:rPr lang="fr-FR" smtClean="0"/>
              <a:t>
	18-  JE SUIS SI SEULE LE CŒUR BLESSÉ 
	19-  JE SUIS SI SEULE DÉSORMAIS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MON DIEU J’AI TROUVÉ GRÂCE À TES YEUX 
2-  POUR DONNER NAISSANCE À TON FILS MAIS AUJOURD’HUI </a:t>
            </a:r>
          </a:p>
          <a:p>
            <a:r>
              <a:rPr lang="fr-FR" smtClean="0"/>
              <a:t>
3-  ABANDONNÉE SANS PLUS PERSONNE VERS QUI ALLER 
4-  MÊME MA FAMILLE M’A DÉLAISSÉE ET REJETÉE </a:t>
            </a:r>
          </a:p>
          <a:p>
            <a:r>
              <a:rPr lang="fr-FR" smtClean="0"/>
              <a:t>
	5-  JE SUIS SI SEULE LE CŒUR BLESSÉ 
	6-  JE SUIS SI SEULE DÉSORMAIS </a:t>
            </a:r>
          </a:p>
          <a:p>
            <a:r>
              <a:rPr lang="fr-FR" smtClean="0"/>
              <a:t>
7-  C’EST UN CADEAU SI ÉTRANGEMENT  EMBALLÉ 
8-  DIS-MOI SEIGNEUR QUI ME CROIRAIT ? JE SUIS BRISÉE </a:t>
            </a:r>
          </a:p>
          <a:p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endParaRPr lang="fr-FR" smtClean="0"/>
          </a:p>
          <a:p>
            <a:r>
              <a:rPr lang="fr-FR" smtClean="0"/>
              <a:t>Pont :
13-  REJETÉE  CONDAMNÉE 
14-  POINTÉE DU DOIGT POURQUOI ? 
15-  J’AI TELLEMENT MAL </a:t>
            </a:r>
          </a:p>
          <a:p>
            <a:r>
              <a:rPr lang="fr-FR" smtClean="0"/>
              <a:t>
16-  SEIGNEUR MON DIEU J’AI TROUVÉ GRÂCE À TES YEUX 
17-  POUR DONNER NAISSANCE À TON FILS MAIS AUJOURD’HUI </a:t>
            </a:r>
          </a:p>
          <a:p>
            <a:r>
              <a:rPr lang="fr-FR" smtClean="0"/>
              <a:t>
	18-  JE SUIS SI SEULE LE CŒUR BLESSÉ 
	19-  JE SUIS SI SEULE DÉSORMAIS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65181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MON DIEU J’AI TROUVÉ GRÂCE À TES YEUX 
2-  POUR DONNER NAISSANCE À TON FILS MAIS AUJOURD’HUI </a:t>
            </a:r>
          </a:p>
          <a:p>
            <a:pPr>
              <a:defRPr/>
            </a:pPr>
            <a:r>
              <a:rPr lang="fr-FR" smtClean="0"/>
              <a:t>
3-  ABANDONNÉE SANS PLUS PERSONNE VERS QUI ALLER 
4-  MÊME MA FAMILLE M’A DÉLAISSÉE ET REJETÉE </a:t>
            </a:r>
          </a:p>
          <a:p>
            <a:pPr>
              <a:defRPr/>
            </a:pPr>
            <a:r>
              <a:rPr lang="fr-FR" smtClean="0"/>
              <a:t>
	5-  JE SUIS SI SEULE LE CŒUR BLESSÉ 
	6-  JE SUIS SI SEULE DÉSORMAIS </a:t>
            </a:r>
          </a:p>
          <a:p>
            <a:pPr>
              <a:defRPr/>
            </a:pPr>
            <a:r>
              <a:rPr lang="fr-FR" smtClean="0"/>
              <a:t>
7-  C’EST UN CADEAU SI ÉTRANGEMENT  EMBALLÉ 
8-  DIS-MOI SEIGNEUR QUI ME CROIRAIT ? JE SUIS BRISÉE </a:t>
            </a:r>
          </a:p>
          <a:p>
            <a:pPr>
              <a:defRPr/>
            </a:pPr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REJETÉE  CONDAMNÉE 
14-  POINTÉE DU DOIGT POURQUOI ? 
15-  J’AI TELLEMENT MAL </a:t>
            </a:r>
          </a:p>
          <a:p>
            <a:pPr>
              <a:defRPr/>
            </a:pPr>
            <a:r>
              <a:rPr lang="fr-FR" smtClean="0"/>
              <a:t>
16-  SEIGNEUR MON DIEU J’AI TROUVÉ GRÂCE À TES YEUX 
17-  POUR DONNER NAISSANCE À TON FILS MAIS AUJOURD’HUI </a:t>
            </a:r>
          </a:p>
          <a:p>
            <a:pPr>
              <a:defRPr/>
            </a:pPr>
            <a:r>
              <a:rPr lang="fr-FR" smtClean="0"/>
              <a:t>
	18-  JE SUIS SI SEULE LE CŒUR BLESSÉ 
	19-  JE SUIS SI SEULE DÉSORMAIS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MON DIEU J’AI TROUVÉ GRÂCE À TES YEUX 
2-  POUR DONNER NAISSANCE À TON FILS MAIS AUJOURD’HUI </a:t>
            </a:r>
          </a:p>
          <a:p>
            <a:r>
              <a:rPr lang="fr-FR" smtClean="0"/>
              <a:t>
3-  ABANDONNÉE SANS PLUS PERSONNE VERS QUI ALLER 
4-  MÊME MA FAMILLE M’A DÉLAISSÉE ET REJETÉE </a:t>
            </a:r>
          </a:p>
          <a:p>
            <a:r>
              <a:rPr lang="fr-FR" smtClean="0"/>
              <a:t>
	5-  JE SUIS SI SEULE LE CŒUR BLESSÉ 
	6-  JE SUIS SI SEULE DÉSORMAIS </a:t>
            </a:r>
          </a:p>
          <a:p>
            <a:r>
              <a:rPr lang="fr-FR" smtClean="0"/>
              <a:t>
7-  C’EST UN CADEAU SI ÉTRANGEMENT  EMBALLÉ 
8-  DIS-MOI SEIGNEUR QUI ME CROIRAIT ? JE SUIS BRISÉE </a:t>
            </a:r>
          </a:p>
          <a:p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endParaRPr lang="fr-FR" smtClean="0"/>
          </a:p>
          <a:p>
            <a:r>
              <a:rPr lang="fr-FR" smtClean="0"/>
              <a:t>Pont :
13-  REJETÉE  CONDAMNÉE 
14-  POINTÉE DU DOIGT POURQUOI ? 
15-  J’AI TELLEMENT MAL </a:t>
            </a:r>
          </a:p>
          <a:p>
            <a:r>
              <a:rPr lang="fr-FR" smtClean="0"/>
              <a:t>
16-  SEIGNEUR MON DIEU J’AI TROUVÉ GRÂCE À TES YEUX 
17-  POUR DONNER NAISSANCE À TON FILS MAIS AUJOURD’HUI </a:t>
            </a:r>
          </a:p>
          <a:p>
            <a:r>
              <a:rPr lang="fr-FR" smtClean="0"/>
              <a:t>
	18-  JE SUIS SI SEULE LE CŒUR BLESSÉ 
	19-  JE SUIS SI SEULE DÉSORMAIS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29100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MON DIEU J’AI TROUVÉ GRÂCE À TES YEUX 
2-  POUR DONNER NAISSANCE À TON FILS MAIS AUJOURD’HUI </a:t>
            </a:r>
          </a:p>
          <a:p>
            <a:pPr>
              <a:defRPr/>
            </a:pPr>
            <a:r>
              <a:rPr lang="fr-FR" smtClean="0"/>
              <a:t>
3-  ABANDONNÉE SANS PLUS PERSONNE VERS QUI ALLER 
4-  MÊME MA FAMILLE M’A DÉLAISSÉE ET REJETÉE </a:t>
            </a:r>
          </a:p>
          <a:p>
            <a:pPr>
              <a:defRPr/>
            </a:pPr>
            <a:r>
              <a:rPr lang="fr-FR" smtClean="0"/>
              <a:t>
	5-  JE SUIS SI SEULE LE CŒUR BLESSÉ 
	6-  JE SUIS SI SEULE DÉSORMAIS </a:t>
            </a:r>
          </a:p>
          <a:p>
            <a:pPr>
              <a:defRPr/>
            </a:pPr>
            <a:r>
              <a:rPr lang="fr-FR" smtClean="0"/>
              <a:t>
7-  C’EST UN CADEAU SI ÉTRANGEMENT  EMBALLÉ 
8-  DIS-MOI SEIGNEUR QUI ME CROIRAIT ? JE SUIS BRISÉE </a:t>
            </a:r>
          </a:p>
          <a:p>
            <a:pPr>
              <a:defRPr/>
            </a:pPr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REJETÉE  CONDAMNÉE 
14-  POINTÉE DU DOIGT POURQUOI ? 
15-  J’AI TELLEMENT MAL </a:t>
            </a:r>
          </a:p>
          <a:p>
            <a:pPr>
              <a:defRPr/>
            </a:pPr>
            <a:r>
              <a:rPr lang="fr-FR" smtClean="0"/>
              <a:t>
16-  SEIGNEUR MON DIEU J’AI TROUVÉ GRÂCE À TES YEUX 
17-  POUR DONNER NAISSANCE À TON FILS MAIS AUJOURD’HUI </a:t>
            </a:r>
          </a:p>
          <a:p>
            <a:pPr>
              <a:defRPr/>
            </a:pPr>
            <a:r>
              <a:rPr lang="fr-FR" smtClean="0"/>
              <a:t>
	18-  JE SUIS SI SEULE LE CŒUR BLESSÉ 
	19-  JE SUIS SI SEULE DÉSORMAIS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MON DIEU J’AI TROUVÉ GRÂCE À TES YEUX 
2-  POUR DONNER NAISSANCE À TON FILS MAIS AUJOURD’HUI </a:t>
            </a:r>
          </a:p>
          <a:p>
            <a:r>
              <a:rPr lang="fr-FR" smtClean="0"/>
              <a:t>
3-  ABANDONNÉE SANS PLUS PERSONNE VERS QUI ALLER 
4-  MÊME MA FAMILLE M’A DÉLAISSÉE ET REJETÉE </a:t>
            </a:r>
          </a:p>
          <a:p>
            <a:r>
              <a:rPr lang="fr-FR" smtClean="0"/>
              <a:t>
	5-  JE SUIS SI SEULE LE CŒUR BLESSÉ 
	6-  JE SUIS SI SEULE DÉSORMAIS </a:t>
            </a:r>
          </a:p>
          <a:p>
            <a:r>
              <a:rPr lang="fr-FR" smtClean="0"/>
              <a:t>
7-  C’EST UN CADEAU SI ÉTRANGEMENT  EMBALLÉ 
8-  DIS-MOI SEIGNEUR QUI ME CROIRAIT ? JE SUIS BRISÉE </a:t>
            </a:r>
          </a:p>
          <a:p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endParaRPr lang="fr-FR" smtClean="0"/>
          </a:p>
          <a:p>
            <a:r>
              <a:rPr lang="fr-FR" smtClean="0"/>
              <a:t>Pont :
13-  REJETÉE  CONDAMNÉE 
14-  POINTÉE DU DOIGT POURQUOI ? 
15-  J’AI TELLEMENT MAL </a:t>
            </a:r>
          </a:p>
          <a:p>
            <a:r>
              <a:rPr lang="fr-FR" smtClean="0"/>
              <a:t>
16-  SEIGNEUR MON DIEU J’AI TROUVÉ GRÂCE À TES YEUX 
17-  POUR DONNER NAISSANCE À TON FILS MAIS AUJOURD’HUI </a:t>
            </a:r>
          </a:p>
          <a:p>
            <a:r>
              <a:rPr lang="fr-FR" smtClean="0"/>
              <a:t>
	18-  JE SUIS SI SEULE LE CŒUR BLESSÉ 
	19-  JE SUIS SI SEULE DÉSORMAIS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1101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 smtClean="0"/>
              <a:t>1-  SEIGNEUR MON DIEU J’AI TROUVÉ GRÂCE À TES YEUX 
2-  POUR DONNER NAISSANCE À TON FILS MAIS AUJOURD’HUI </a:t>
            </a:r>
          </a:p>
          <a:p>
            <a:pPr>
              <a:defRPr/>
            </a:pPr>
            <a:r>
              <a:rPr lang="fr-FR" smtClean="0"/>
              <a:t>
3-  ABANDONNÉE SANS PLUS PERSONNE VERS QUI ALLER 
4-  MÊME MA FAMILLE M’A DÉLAISSÉE ET REJETÉE </a:t>
            </a:r>
          </a:p>
          <a:p>
            <a:pPr>
              <a:defRPr/>
            </a:pPr>
            <a:r>
              <a:rPr lang="fr-FR" smtClean="0"/>
              <a:t>
	5-  JE SUIS SI SEULE LE CŒUR BLESSÉ 
	6-  JE SUIS SI SEULE DÉSORMAIS </a:t>
            </a:r>
          </a:p>
          <a:p>
            <a:pPr>
              <a:defRPr/>
            </a:pPr>
            <a:r>
              <a:rPr lang="fr-FR" smtClean="0"/>
              <a:t>
7-  C’EST UN CADEAU SI ÉTRANGEMENT  EMBALLÉ 
8-  DIS-MOI SEIGNEUR QUI ME CROIRAIT ? JE SUIS BRISÉE </a:t>
            </a:r>
          </a:p>
          <a:p>
            <a:pPr>
              <a:defRPr/>
            </a:pPr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13-  REJETÉE  CONDAMNÉE 
14-  POINTÉE DU DOIGT POURQUOI ? 
15-  J’AI TELLEMENT MAL </a:t>
            </a:r>
          </a:p>
          <a:p>
            <a:pPr>
              <a:defRPr/>
            </a:pPr>
            <a:r>
              <a:rPr lang="fr-FR" smtClean="0"/>
              <a:t>
16-  SEIGNEUR MON DIEU J’AI TROUVÉ GRÂCE À TES YEUX 
17-  POUR DONNER NAISSANCE À TON FILS MAIS AUJOURD’HUI </a:t>
            </a:r>
          </a:p>
          <a:p>
            <a:pPr>
              <a:defRPr/>
            </a:pPr>
            <a:r>
              <a:rPr lang="fr-FR" smtClean="0"/>
              <a:t>
	18-  JE SUIS SI SEULE LE CŒUR BLESSÉ 
	19-  JE SUIS SI SEULE DÉSORMAIS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MON DIEU J’AI TROUVÉ GRÂCE À TES YEUX 
2-  POUR DONNER NAISSANCE À TON FILS MAIS AUJOURD’HUI </a:t>
            </a:r>
          </a:p>
          <a:p>
            <a:r>
              <a:rPr lang="fr-FR" smtClean="0"/>
              <a:t>
3-  ABANDONNÉE SANS PLUS PERSONNE VERS QUI ALLER 
4-  MÊME MA FAMILLE M’A DÉLAISSÉE ET REJETÉE </a:t>
            </a:r>
          </a:p>
          <a:p>
            <a:r>
              <a:rPr lang="fr-FR" smtClean="0"/>
              <a:t>
	5-  JE SUIS SI SEULE LE CŒUR BLESSÉ 
	6-  JE SUIS SI SEULE DÉSORMAIS </a:t>
            </a:r>
          </a:p>
          <a:p>
            <a:r>
              <a:rPr lang="fr-FR" smtClean="0"/>
              <a:t>
7-  C’EST UN CADEAU SI ÉTRANGEMENT  EMBALLÉ 
8-  DIS-MOI SEIGNEUR QUI ME CROIRAIT ? JE SUIS BRISÉE </a:t>
            </a:r>
          </a:p>
          <a:p>
            <a:r>
              <a:rPr lang="fr-FR" smtClean="0"/>
              <a:t>
	9-  JE SUIS SI SEULE LE CŒUR BLESSÉ 
	10-  JE SUIS SI SEULE DÉSORMAIS 
	11-  JE SUIS SI SEULE MON SEIGNEUR 
	12-  JE SUIS SI SEULE </a:t>
            </a:r>
          </a:p>
          <a:p>
            <a:endParaRPr lang="fr-FR" smtClean="0"/>
          </a:p>
          <a:p>
            <a:r>
              <a:rPr lang="fr-FR" smtClean="0"/>
              <a:t>Pont :
13-  REJETÉE  CONDAMNÉE 
14-  POINTÉE DU DOIGT POURQUOI ? 
15-  J’AI TELLEMENT MAL </a:t>
            </a:r>
          </a:p>
          <a:p>
            <a:r>
              <a:rPr lang="fr-FR" smtClean="0"/>
              <a:t>
16-  SEIGNEUR MON DIEU J’AI TROUVÉ GRÂCE À TES YEUX 
17-  POUR DONNER NAISSANCE À TON FILS MAIS AUJOURD’HUI </a:t>
            </a:r>
          </a:p>
          <a:p>
            <a:r>
              <a:rPr lang="fr-FR" smtClean="0"/>
              <a:t>
	18-  JE SUIS SI SEULE LE CŒUR BLESSÉ 
	19-  JE SUIS SI SEULE DÉSORMAIS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7857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SEIGNEUR MON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TROUVÉ GRÂCE À TES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YEUX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DONNER NAISSANCE À TON FILS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AUJOURD’HUI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612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ABANDONNÉE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SANS PLUS PERSONNE VERS QUI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ALLER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656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MÊME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 FAMILLE M’A DÉLAISSÉE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REJETÉE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895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SUIS SI SEULE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CŒUR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BLESSÉ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590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SUIS SI SEULE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DÉSORMAIS</a:t>
            </a:r>
          </a:p>
        </p:txBody>
      </p:sp>
    </p:spTree>
    <p:extLst>
      <p:ext uri="{BB962C8B-B14F-4D97-AF65-F5344CB8AC3E}">
        <p14:creationId xmlns:p14="http://schemas.microsoft.com/office/powerpoint/2010/main" val="3796753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UN CADEAU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SI ÉTRANGEMENT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EMBALLÉ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520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DIS-MOI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SEIGNEUR QUI ME CROIRAIT ?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SUIS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BRISÉE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605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SUIS SI SEULE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CŒUR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BLESSÉ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080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SUIS SI SEULE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DÉSORMAIS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973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SUIS SI SEULE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458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SUIS SI SEULE</a:t>
            </a:r>
          </a:p>
        </p:txBody>
      </p:sp>
    </p:spTree>
    <p:extLst>
      <p:ext uri="{BB962C8B-B14F-4D97-AF65-F5344CB8AC3E}">
        <p14:creationId xmlns:p14="http://schemas.microsoft.com/office/powerpoint/2010/main" val="2569776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REJETÉE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CONDAMNÉE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230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POINTÉE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DU DOIGT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POURQUOI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004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TELLEMENT MAL</a:t>
            </a:r>
          </a:p>
        </p:txBody>
      </p:sp>
    </p:spTree>
    <p:extLst>
      <p:ext uri="{BB962C8B-B14F-4D97-AF65-F5344CB8AC3E}">
        <p14:creationId xmlns:p14="http://schemas.microsoft.com/office/powerpoint/2010/main" val="2400763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SEIGNEUR MON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TROUVÉ GRÂCE À TES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YEUX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419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DONNER NAISSANCE À TON FILS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AUJOURD’HUI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63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SUIS SI SEULE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CŒUR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BLESSÉ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147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SUIS SI SEULE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DÉSORMAIS</a:t>
            </a:r>
          </a:p>
        </p:txBody>
      </p:sp>
    </p:spTree>
    <p:extLst>
      <p:ext uri="{BB962C8B-B14F-4D97-AF65-F5344CB8AC3E}">
        <p14:creationId xmlns:p14="http://schemas.microsoft.com/office/powerpoint/2010/main" val="345161686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499</Words>
  <Application>Microsoft Office PowerPoint</Application>
  <PresentationFormat>Affichage à l'écran (4:3)</PresentationFormat>
  <Paragraphs>378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87</cp:revision>
  <dcterms:created xsi:type="dcterms:W3CDTF">2002-08-17T13:12:10Z</dcterms:created>
  <dcterms:modified xsi:type="dcterms:W3CDTF">2021-12-26T08:37:49Z</dcterms:modified>
</cp:coreProperties>
</file>