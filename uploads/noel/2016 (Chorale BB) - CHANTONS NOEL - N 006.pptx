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74" r:id="rId4"/>
    <p:sldId id="260" r:id="rId5"/>
    <p:sldId id="261" r:id="rId6"/>
    <p:sldId id="262" r:id="rId7"/>
    <p:sldId id="275" r:id="rId8"/>
    <p:sldId id="263" r:id="rId9"/>
    <p:sldId id="264" r:id="rId10"/>
    <p:sldId id="289" r:id="rId11"/>
    <p:sldId id="269" r:id="rId12"/>
    <p:sldId id="277" r:id="rId13"/>
    <p:sldId id="281" r:id="rId14"/>
    <p:sldId id="280" r:id="rId15"/>
    <p:sldId id="284" r:id="rId16"/>
    <p:sldId id="298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2593" autoAdjust="0"/>
    <p:restoredTop sz="90929"/>
  </p:normalViewPr>
  <p:slideViewPr>
    <p:cSldViewPr>
      <p:cViewPr>
        <p:scale>
          <a:sx n="33" d="100"/>
          <a:sy n="33" d="100"/>
        </p:scale>
        <p:origin x="-386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43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9EF8AD-BF16-4D87-BA9D-F987715AFDD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en-US" smtClean="0"/>
              <a:t>1-  AUJOURD’HUI, LE ROI DES CIEUX QUE LES ANGES CÉLÈBRENT</a:t>
            </a:r>
          </a:p>
          <a:p>
            <a:pPr eaLnBrk="1" hangingPunct="1"/>
            <a:r>
              <a:rPr lang="fr-FR" altLang="en-US" smtClean="0"/>
              <a:t>2-  EST VENU PARMI NOUS CHANTONS NOËL</a:t>
            </a:r>
          </a:p>
          <a:p>
            <a:pPr eaLnBrk="1" hangingPunct="1"/>
            <a:r>
              <a:rPr lang="fr-FR" altLang="en-US" smtClean="0"/>
              <a:t>3-  JÉSUS, ROI DE LA TERRE NOUS VOULONS T’ADORER</a:t>
            </a:r>
          </a:p>
          <a:p>
            <a:pPr eaLnBrk="1" hangingPunct="1"/>
            <a:r>
              <a:rPr lang="fr-FR" altLang="en-US" smtClean="0"/>
              <a:t>4-  CAR TON NOM EST SI DOUX CHANTONS NOËL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	5-  NOËL, NOËL, NOËL, NOËL AUJOURD’HUI EST NÉ LE ROI D’ISRAËL      x2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6-  PAR CE CIEL ÉTOILÉ SONT VENUS L’ADORER</a:t>
            </a:r>
          </a:p>
          <a:p>
            <a:pPr eaLnBrk="1" hangingPunct="1"/>
            <a:r>
              <a:rPr lang="fr-FR" altLang="en-US" smtClean="0"/>
              <a:t>7-  TROIS HOMMES SAGES VENANT DE LOINTAINS PAYS</a:t>
            </a:r>
          </a:p>
          <a:p>
            <a:pPr eaLnBrk="1" hangingPunct="1"/>
            <a:r>
              <a:rPr lang="fr-FR" altLang="en-US" smtClean="0"/>
              <a:t>8-  JÉSUS, PRINCE DE LA PAIX TON AMOUR EST PARFAIT</a:t>
            </a:r>
          </a:p>
          <a:p>
            <a:pPr eaLnBrk="1" hangingPunct="1"/>
            <a:r>
              <a:rPr lang="fr-FR" altLang="en-US" smtClean="0"/>
              <a:t>9-  ET TON NOM EST SI DOUX CHANTONS NOËL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	10-  NOËL, NOËL, NOËL, NOËL AUJOURD’HUI EST NÉ LE ROI D’ISRAËL     x2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		***** Penser a couper *****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Pont :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11-  DOUCE NUIT, SAINTE NUIT NOËL, NOËL</a:t>
            </a:r>
          </a:p>
          <a:p>
            <a:pPr eaLnBrk="1" hangingPunct="1"/>
            <a:r>
              <a:rPr lang="fr-FR" altLang="en-US" smtClean="0"/>
              <a:t>12-  LE SAUVEUR EST NÉ C’EST UNE JOIE IMMENSE, NOËL, NOËL</a:t>
            </a:r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13-  CHANTE NOËL, CHANTE NOËLNOËL, NOËL     x4</a:t>
            </a:r>
          </a:p>
          <a:p>
            <a:pPr eaLnBrk="1" hangingPunct="1"/>
            <a:endParaRPr lang="fr-FR" altLang="en-US" smtClean="0"/>
          </a:p>
          <a:p>
            <a:pPr eaLnBrk="1" hangingPunct="1"/>
            <a:endParaRPr lang="fr-FR" altLang="en-US" smtClean="0"/>
          </a:p>
          <a:p>
            <a:pPr eaLnBrk="1" hangingPunct="1"/>
            <a:r>
              <a:rPr lang="fr-FR" altLang="en-US" smtClean="0"/>
              <a:t>14-  LE ROI EST DESCENDU DU CIEL CHA LA LA LA LA LA… DANSE</a:t>
            </a:r>
          </a:p>
          <a:p>
            <a:pPr eaLnBrk="1" hangingPunct="1"/>
            <a:r>
              <a:rPr lang="fr-FR" altLang="en-US" smtClean="0"/>
              <a:t>15-  LE ROI EST DESCENDU DU CIEL CHA LA LA LA LA LA… DANSE</a:t>
            </a:r>
          </a:p>
          <a:p>
            <a:pPr eaLnBrk="1" hangingPunct="1"/>
            <a:r>
              <a:rPr lang="fr-FR" altLang="en-US" smtClean="0"/>
              <a:t>16-  LE ROI EST DESCENDU DU CIEL CHA LA LA LA LA LA… CHANTE</a:t>
            </a:r>
          </a:p>
          <a:p>
            <a:pPr eaLnBrk="1" hangingPunct="1"/>
            <a:endParaRPr lang="fr-FR" altLang="en-US" smtClean="0"/>
          </a:p>
          <a:p>
            <a:pPr eaLnBrk="1" hangingPunct="1"/>
            <a:endParaRPr lang="fr-FR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smtClean="0"/>
              <a:t>4-  CAR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smtClean="0"/>
              <a:t>9-  ET TON NOM EST SI DOUX CHANTONS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	***** Penser a couper *****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Pont :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14-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15-  LE ROI EST DESCENDU DU CIEL CHA LA LA LA LA LA… DANSE</a:t>
            </a:r>
          </a:p>
          <a:p>
            <a:pPr eaLnBrk="1" hangingPunct="1">
              <a:defRPr/>
            </a:pPr>
            <a:r>
              <a:rPr lang="fr-FR" smtClean="0"/>
              <a:t>16-  LE ROI EST DESCENDU DU CIEL CHA LA LA LA LA LA… CHANTE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dirty="0" smtClean="0"/>
              <a:t>1-  AUJOURD’HUI, LE ROI DES CIEUX QUE LES ANGES CÉLÈBRENT</a:t>
            </a:r>
          </a:p>
          <a:p>
            <a:pPr eaLnBrk="1" hangingPunct="1">
              <a:defRPr/>
            </a:pPr>
            <a:r>
              <a:rPr lang="fr-FR" dirty="0" smtClean="0"/>
              <a:t>2-  EST VENU PARMI NOUS CHANTONS NOËL</a:t>
            </a:r>
          </a:p>
          <a:p>
            <a:pPr eaLnBrk="1" hangingPunct="1">
              <a:defRPr/>
            </a:pPr>
            <a:r>
              <a:rPr lang="fr-FR" dirty="0" smtClean="0"/>
              <a:t>3-  JÉSUS, ROI DE LA TERRE NOUS VOULONS T’ADORER</a:t>
            </a:r>
          </a:p>
          <a:p>
            <a:pPr eaLnBrk="1" hangingPunct="1">
              <a:defRPr/>
            </a:pPr>
            <a:r>
              <a:rPr lang="fr-FR" dirty="0" smtClean="0"/>
              <a:t>4-  CAR TON NOM EST SI DOUX CHANTONS NOËL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5-  NOËL, NOËL, NOËL, NOËL AUJOURD’HUI EST NÉ LE ROI D’ISRAËL      x2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6-  PAR CE CIEL ÉTOILÉ SONT VENUS L’ADORER</a:t>
            </a:r>
          </a:p>
          <a:p>
            <a:pPr eaLnBrk="1" hangingPunct="1">
              <a:defRPr/>
            </a:pPr>
            <a:r>
              <a:rPr lang="fr-FR" dirty="0" smtClean="0"/>
              <a:t>7-  TROIS HOMMES SAGES VENANT DE LOINTAINS PAYS</a:t>
            </a:r>
          </a:p>
          <a:p>
            <a:pPr eaLnBrk="1" hangingPunct="1">
              <a:defRPr/>
            </a:pPr>
            <a:r>
              <a:rPr lang="fr-FR" dirty="0" smtClean="0"/>
              <a:t>8-  JÉSUS, PRINCE DE LA PAIX TON AMOUR EST PARFAIT</a:t>
            </a:r>
          </a:p>
          <a:p>
            <a:pPr eaLnBrk="1" hangingPunct="1">
              <a:defRPr/>
            </a:pPr>
            <a:r>
              <a:rPr lang="fr-FR" dirty="0" smtClean="0"/>
              <a:t>9-  ET TON NOM EST SI DOUX CHANTONS NOËL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10-  NOËL, NOËL, NOËL, NOËL AUJOURD’HUI EST NÉ LE ROI D’ISRAËL     x2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	***** Penser a couper *****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Pont :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11-  DOUCE NUIT, SAINTE NUIT NOËL, NOËL</a:t>
            </a:r>
          </a:p>
          <a:p>
            <a:pPr eaLnBrk="1" hangingPunct="1">
              <a:defRPr/>
            </a:pPr>
            <a:r>
              <a:rPr lang="fr-FR" dirty="0" smtClean="0"/>
              <a:t>12-  LE SAUVEUR EST NÉ C’EST UNE JOIE IMMENSE, NOËL, NOËL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13-  CHANTE NOËL, CHANTE NOËLNOËL, NOËL     x4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14-  LE ROI EST DESCENDU DU CIEL CHA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… DANSE</a:t>
            </a:r>
          </a:p>
          <a:p>
            <a:pPr eaLnBrk="1" hangingPunct="1">
              <a:defRPr/>
            </a:pPr>
            <a:r>
              <a:rPr lang="fr-FR" dirty="0" smtClean="0"/>
              <a:t>15-  LE ROI EST DESCENDU DU CIEL CHA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… DANSE</a:t>
            </a:r>
          </a:p>
          <a:p>
            <a:pPr eaLnBrk="1" hangingPunct="1">
              <a:defRPr/>
            </a:pPr>
            <a:r>
              <a:rPr lang="fr-FR" dirty="0" smtClean="0"/>
              <a:t>16-  LE ROI EST DESCENDU DU CIEL CHA LA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 </a:t>
            </a:r>
            <a:r>
              <a:rPr lang="fr-FR" dirty="0" err="1" smtClean="0"/>
              <a:t>LA</a:t>
            </a:r>
            <a:r>
              <a:rPr lang="fr-FR" dirty="0" smtClean="0"/>
              <a:t>… CHANTE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en-US" smtClean="0"/>
              <a:t>1-  AUJOURD’HUI, LE ROI DES CIEUX QUE LES ANGES CÉLÈBRENT</a:t>
            </a:r>
          </a:p>
          <a:p>
            <a:r>
              <a:rPr lang="fr-FR" altLang="en-US" smtClean="0"/>
              <a:t>2-  EST VENU PARMI NOUS CHANTONS NOËL</a:t>
            </a:r>
          </a:p>
          <a:p>
            <a:r>
              <a:rPr lang="fr-FR" altLang="en-US" smtClean="0"/>
              <a:t>3-  JÉSUS, ROI DE LA TERRE NOUS VOULONS T’ADORER</a:t>
            </a:r>
          </a:p>
          <a:p>
            <a:r>
              <a:rPr lang="fr-FR" altLang="en-US" smtClean="0"/>
              <a:t>4-  CAR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5-  NOËL, NOËL, NOËL, NOËL AUJOURD’HUI EST NÉ LE ROI D’ISRAËL      x2</a:t>
            </a:r>
          </a:p>
          <a:p>
            <a:endParaRPr lang="fr-FR" altLang="en-US" smtClean="0"/>
          </a:p>
          <a:p>
            <a:r>
              <a:rPr lang="fr-FR" altLang="en-US" smtClean="0"/>
              <a:t>6-  PAR CE CIEL ÉTOILÉ SONT VENUS L’ADORER</a:t>
            </a:r>
          </a:p>
          <a:p>
            <a:r>
              <a:rPr lang="fr-FR" altLang="en-US" smtClean="0"/>
              <a:t>7-  TROIS HOMMES SAGES VENANT DE LOINTAINS PAYS</a:t>
            </a:r>
          </a:p>
          <a:p>
            <a:r>
              <a:rPr lang="fr-FR" altLang="en-US" smtClean="0"/>
              <a:t>8-  JÉSUS, PRINCE DE LA PAIX TON AMOUR EST PARFAIT</a:t>
            </a:r>
          </a:p>
          <a:p>
            <a:r>
              <a:rPr lang="fr-FR" altLang="en-US" smtClean="0"/>
              <a:t>9-  ET TON NOM EST SI DOUX CHANTONS NOËL</a:t>
            </a:r>
          </a:p>
          <a:p>
            <a:endParaRPr lang="fr-FR" altLang="en-US" smtClean="0"/>
          </a:p>
          <a:p>
            <a:r>
              <a:rPr lang="fr-FR" altLang="en-US" smtClean="0"/>
              <a:t>	10-  NOËL, NOËL, NOËL, NOËL AUJOURD’HUI EST NÉ LE ROI D’ISRAËL     x2</a:t>
            </a:r>
          </a:p>
          <a:p>
            <a:endParaRPr lang="fr-FR" altLang="en-US" smtClean="0"/>
          </a:p>
          <a:p>
            <a:r>
              <a:rPr lang="fr-FR" altLang="en-US" smtClean="0"/>
              <a:t>		***** Penser a couper *****</a:t>
            </a:r>
          </a:p>
          <a:p>
            <a:endParaRPr lang="fr-FR" altLang="en-US" smtClean="0"/>
          </a:p>
          <a:p>
            <a:r>
              <a:rPr lang="fr-FR" altLang="en-US" smtClean="0"/>
              <a:t>Pont :</a:t>
            </a:r>
          </a:p>
          <a:p>
            <a:endParaRPr lang="fr-FR" altLang="en-US" smtClean="0"/>
          </a:p>
          <a:p>
            <a:r>
              <a:rPr lang="fr-FR" altLang="en-US" smtClean="0"/>
              <a:t>11-  DOUCE NUIT, SAINTE NUIT NOËL, NOËL</a:t>
            </a:r>
          </a:p>
          <a:p>
            <a:r>
              <a:rPr lang="fr-FR" altLang="en-US" smtClean="0"/>
              <a:t>12-  LE SAUVEUR EST NÉ C’EST UNE JOIE IMMENSE, NOËL, NOËL</a:t>
            </a:r>
          </a:p>
          <a:p>
            <a:endParaRPr lang="fr-FR" altLang="en-US" smtClean="0"/>
          </a:p>
          <a:p>
            <a:r>
              <a:rPr lang="fr-FR" altLang="en-US" smtClean="0"/>
              <a:t>13-  CHANTE NOËL, CHANTE NOËLNOËL, NOËL     x4</a:t>
            </a:r>
          </a:p>
          <a:p>
            <a:endParaRPr lang="fr-FR" altLang="en-US" smtClean="0"/>
          </a:p>
          <a:p>
            <a:endParaRPr lang="fr-FR" altLang="en-US" smtClean="0"/>
          </a:p>
          <a:p>
            <a:r>
              <a:rPr lang="fr-FR" altLang="en-US" smtClean="0"/>
              <a:t>14-  LE ROI EST DESCENDU DU CIEL CHA LA LA LA LA LA… DANSE</a:t>
            </a:r>
          </a:p>
          <a:p>
            <a:r>
              <a:rPr lang="fr-FR" altLang="en-US" smtClean="0"/>
              <a:t>15-  LE ROI EST DESCENDU DU CIEL CHA LA LA LA LA LA… DANSE</a:t>
            </a:r>
          </a:p>
          <a:p>
            <a:r>
              <a:rPr lang="fr-FR" altLang="en-US" smtClean="0"/>
              <a:t>16-  LE ROI EST DESCENDU DU CIEL CHA LA LA LA LA LA… CHANTE</a:t>
            </a:r>
          </a:p>
          <a:p>
            <a:endParaRPr lang="fr-FR" altLang="en-US" smtClean="0"/>
          </a:p>
          <a:p>
            <a:endParaRPr lang="fr-F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7D773-EF89-4ABF-A1D0-0BB5633D8B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4337B-31E1-4850-8D01-EAC9E07913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BCAB5-4F86-4117-8704-B03CEBFAFB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18DD6-9542-4070-AFF1-B3071F6B00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9EE9D-2B7C-4B01-9621-93B9C2D5DB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90D11-3698-4465-9AFF-16F8F64846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2749F-6782-4330-9893-373381A7CE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204A4-F81C-4BD9-AA55-E352063636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20AFF-32DB-4852-84C2-B4F8A41E63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5CC02-4C69-4434-8733-65BFDAC774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14511-0C1E-4F8F-A123-A1566FB366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44BE141-1B7D-4090-A009-F55D2FA1BC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AUJOURD’HUI, LE ROI DES CIEUX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ANGES CÉLÈBRENT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VENU PARMI NOUS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ROI DE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VOULONS T’ADORER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TON NOM EST SI DOUX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NOËL, NOËL, NOËL, NOËL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AUJOURD’HUI EST NÉ LE ROI D’ISRAËL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CE CIEL ÉTOILÉ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VENUS L’ADORER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TROIS HOMMES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SAGES VENANT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LOINTAINS PAYS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PRINCE DE LA PAIX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EST PARFAIT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TON NOM EST SI DOUX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NOËL, NOËL, NOËL, NOËL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AUJOURD’HUI EST NÉ LE ROI D’ISRAËL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NUIT, SAINTE NUIT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NOËL,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38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SAUVEUR EST NÉ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38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UNE JOIE IMMENSE, NOËL,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NOËL, CHANTE NOËL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NOËL,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 ROI EST DESCENDU DU CIEL</a:t>
            </a:r>
            <a:endParaRPr lang="es-ES_tradnl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ES_tradnl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CHA LA LA LA LA LA… DANSE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 ROI EST DESCENDU DU CIEL</a:t>
            </a:r>
            <a:endParaRPr lang="es-ES_tradnl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ES_tradnl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CHA LA LA LA LA LA… DANSE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 ROI EST DESCENDU DU CIEL</a:t>
            </a:r>
            <a:endParaRPr lang="es-ES_tradnl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s-ES_tradnl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CHA LA LA LA LA LA… CHANTE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1345</Words>
  <Application>Microsoft PowerPoint</Application>
  <PresentationFormat>On-screen Show (4:3)</PresentationFormat>
  <Paragraphs>896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Franklin Gothic Medium</vt:lpstr>
      <vt:lpstr>Arial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56</cp:revision>
  <dcterms:created xsi:type="dcterms:W3CDTF">2002-08-17T10:50:50Z</dcterms:created>
  <dcterms:modified xsi:type="dcterms:W3CDTF">2016-12-23T11:37:50Z</dcterms:modified>
</cp:coreProperties>
</file>