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57" r:id="rId4"/>
    <p:sldId id="268" r:id="rId5"/>
    <p:sldId id="258" r:id="rId6"/>
    <p:sldId id="274" r:id="rId7"/>
    <p:sldId id="259" r:id="rId8"/>
    <p:sldId id="269" r:id="rId9"/>
    <p:sldId id="275" r:id="rId10"/>
    <p:sldId id="260" r:id="rId11"/>
    <p:sldId id="266" r:id="rId12"/>
    <p:sldId id="276" r:id="rId13"/>
    <p:sldId id="261" r:id="rId14"/>
    <p:sldId id="270" r:id="rId15"/>
    <p:sldId id="262" r:id="rId16"/>
    <p:sldId id="277" r:id="rId17"/>
    <p:sldId id="271" r:id="rId18"/>
    <p:sldId id="263" r:id="rId19"/>
    <p:sldId id="272" r:id="rId20"/>
    <p:sldId id="265" r:id="rId21"/>
    <p:sldId id="27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13" autoAdjust="0"/>
    <p:restoredTop sz="57527" autoAdjust="0"/>
  </p:normalViewPr>
  <p:slideViewPr>
    <p:cSldViewPr>
      <p:cViewPr varScale="1">
        <p:scale>
          <a:sx n="69" d="100"/>
          <a:sy n="69" d="100"/>
        </p:scale>
        <p:origin x="24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9B758A6-B593-4490-B6C0-D73829787600}" type="datetimeFigureOut">
              <a:rPr lang="fr-FR"/>
              <a:pPr>
                <a:defRPr/>
              </a:pPr>
              <a:t>25/12/2020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8B83DD4-3E49-4FC3-8106-78B5B1BFF45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9D743-83C7-403F-93FB-7C2A308D8F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7216E-3B6C-40F6-BD5A-F91B9141FBA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FE4A6-1966-43E6-A125-58AD83E328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58516-094A-42F9-B51B-5CE5F1FA4B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501F2-40F1-4D07-8E8D-32B7A3DF2A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83BC7-36AF-4DA9-B64F-A6A20F418B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81D40-FD01-4A74-A00E-C447F85B9E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1A6A9-5143-49B3-B4EC-20F715EFBD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E4B4A-6444-46E6-9BB3-EF623517056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F8C3C-3914-46C7-9390-8A14C39E4C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F5B5F-1F5E-44A7-8BE9-0822B28D08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07FEBF8D-4381-4C76-851B-272962A845F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NOËL, Ô DOUCE NUIT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L’ÉTOILE EST LÀ QUI NOUS CONDUIT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ALLONS DONC TOUS AVEC LES 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APPORTER À JÉSUS NOS HOMMAGES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CAR L’ENFANT NOUS EST NÉ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FILS NOUS EST DONNÉ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NOËL, Ô QUEL BEAU JOUR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JÉSUS EST NÉ ! QUEL GRAND AMOUR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C’EST POUR NOUS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QU’IL VIENT SUR LA TERRE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QU’IL PREND SUR LUI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NOTRE MISÈRE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UN SAUVEUR NOUS EST NÉ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FILS NOUS EST DONNÉ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NOËL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Ô D’UN SEUL CŒUR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JOIGNONS NOS VOIX AU DIVIN CHŒUR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PROCLAME AU CIEL LES LOUANGES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DE CELUI QU’ANNONCENT LES ANGES</a:t>
            </a:r>
            <a:endParaRPr lang="en-GB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OUI, L’ENFANT NOUS EST NÉ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FILS NOUS EST DONNÉ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6658</Words>
  <Application>Microsoft Office PowerPoint</Application>
  <PresentationFormat>Affichage à l'écran (4:3)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Lucida Handwriting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82</cp:revision>
  <dcterms:created xsi:type="dcterms:W3CDTF">2002-08-17T11:03:14Z</dcterms:created>
  <dcterms:modified xsi:type="dcterms:W3CDTF">2020-12-25T18:02:06Z</dcterms:modified>
</cp:coreProperties>
</file>