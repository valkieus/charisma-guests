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64" r:id="rId3"/>
    <p:sldId id="263" r:id="rId4"/>
    <p:sldId id="265" r:id="rId5"/>
    <p:sldId id="271" r:id="rId6"/>
    <p:sldId id="266" r:id="rId7"/>
    <p:sldId id="267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 varScale="1">
        <p:scale>
          <a:sx n="72" d="100"/>
          <a:sy n="72" d="100"/>
        </p:scale>
        <p:origin x="42" y="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734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1"/>
            <a:ext cx="9144000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ÉTIONS ENFANTS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ET REGARDIONS LE CIEL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EN RÊVANT DE MERVEILLES, INNOCEMMENT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SANS JAMAIS RÉALISER QU’UN ENFANT NÉ UNE SAINTE NUIT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A OFFERT LE DON DE LA VIE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DES CLOUS ET DU BOIS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 SA MORT À LA CROIX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CE MONDE PERDU, IL A TOUT DONNÉ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NOUS MONTRER COMMENT AIMER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8393113" y="64055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774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PUIS LES ANNÉES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 NOUS ONT APPRIS À DONNER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 TOUT CŒUR, AVEC FOI ET SANS DÉTOUR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CAR UN JOUR SI TÉNÉBREUX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 UN HOMME A RENONCÉ À TOUT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JUSTE PAR AMOUR, PAR AMOUR</a:t>
            </a:r>
          </a:p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DES CLOUS ET DU BOIS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 SA MORT À LA CROIX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CE MONDE PERDU, IL A TOUT DONNÉ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NOUS MONTRER COMMENT AIMER</a:t>
            </a:r>
          </a:p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8393113" y="64055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774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40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ET J’AI TROUVÉ MA RAISON D’EXISTER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 LUI DONNER TOUT MON CŒUR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 SANS RIEN RETENIR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EN CE QUE JE FAIS ET TOUT CE QUE JE DIS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JE DONNERAI TOUTE MA VIE POUR LUI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LUI</a:t>
            </a: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DES CLOUS ET DU BOIS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DE SA MORT À LA CROIX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CE MONDE PERDU, IL A TOUT DONNÉ</a:t>
            </a: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POUR NOUS MONTRER  COMMENT AIMER</a:t>
            </a: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 dirty="0">
                <a:solidFill>
                  <a:schemeClr val="bg1"/>
                </a:solidFill>
                <a:latin typeface="Arial Black" pitchFamily="34" charset="0"/>
              </a:rPr>
              <a:t>IL EST LA RAISON D’AIMER</a:t>
            </a:r>
          </a:p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8393113" y="64055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774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SAIS TU, NOUS SOMMES LA RAISON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 EST VENU PAYER NOTRE RANÇON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 EST VENU SAUVER PAR SA MORT À LA CROIX, IL EST VENU RACHETER,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CE MONDE IL A TOUT DONNÉ,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NOUS MONTRER COMMENT AIMER</a:t>
            </a: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8393113" y="64055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AS LITTLE CHILDREN WE WOULD DREAM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OF CHRISTMAS MORN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OF ALL THE GIFTS AND TOYS WE KNEW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WE'D FIND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BUT WE NEVER REALIZED A BABY BORN ONE BLESSED NIGHT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GAVE US THE GREATEST GIFT OF OUR LIVES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8393113" y="64055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98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WE WERE THE REASON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THAT HE GAVE HIS LIFE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WE WERE THE REASON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THAT HE SUFFERED AND DIED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TO A WORLD THAT WAS LOST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HE GAVE ALL HE COULD GIVE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TO SHOW US THE REASON TO LIVE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AS THE YEARS WENT BY WE LEARNED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MORE ABOUT GIFTS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THE GIVING OF OURSELVES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AND WHAT THAT MEANS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ON A DARK AND CLOUDY DAY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A MAN HUNG CRYING IN THE RAIN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ALL BECAUSE OF LOVE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ALL BECAUSE OF LOVE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OH AND WE WERE THE REASON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THAT HE GAVE HIS LIFE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WE WERE THE REASON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THAT HE SUFFERED AND DIED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TO A WORLD THAT WAS LOST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HE GAVE ALL HE COULD GIVE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TO SHOW US THE REASON TO LIVE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I'VE FINALLY FOUND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THE REASON FOR LIVING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IT'S IN GIVING EVERY PART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OF MY HEART TO HIM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IN ALL THAT I DO, EVERY WORD THAT I SAY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I'LL BE GIVING MY ALL JUST FOR HIM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FOR HIM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AND WE ARE THE REASON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THAT HE GAVE HIS LIFE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WE ARE THE REASON 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THAT HE SUFFERED AND DIED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TO A WORLD THAT WAS LOST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 HE GAVE ALL HE COULD GIVE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TO SHOW US THE REASON TO LIVE</a:t>
            </a:r>
            <a:br>
              <a:rPr lang="en-US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itchFamily="34" charset="0"/>
              </a:rPr>
              <a:t>HE IS OUR REASON TO LIVE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518</Words>
  <Application>Microsoft Office PowerPoint</Application>
  <PresentationFormat>Affichage à l'écran (4:3)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 Black</vt:lpstr>
      <vt:lpstr>Arial Narrow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96</cp:revision>
  <dcterms:created xsi:type="dcterms:W3CDTF">2002-08-17T12:16:38Z</dcterms:created>
  <dcterms:modified xsi:type="dcterms:W3CDTF">2021-12-12T14:05:57Z</dcterms:modified>
</cp:coreProperties>
</file>