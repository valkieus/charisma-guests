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57" r:id="rId3"/>
    <p:sldId id="259" r:id="rId4"/>
    <p:sldId id="260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2397" autoAdjust="0"/>
    <p:restoredTop sz="90929"/>
  </p:normalViewPr>
  <p:slideViewPr>
    <p:cSldViewPr>
      <p:cViewPr varScale="1">
        <p:scale>
          <a:sx n="44" d="100"/>
          <a:sy n="44" d="100"/>
        </p:scale>
        <p:origin x="-90" y="-4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976184C-4C40-49B9-99B3-F9BA56D6172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A570875-8097-44CB-85AF-1AD6EACEE325}" type="slidenum">
              <a:rPr lang="fr-FR" sz="1200"/>
              <a:pPr algn="r"/>
              <a:t>1</a:t>
            </a:fld>
            <a:endParaRPr lang="fr-FR" sz="120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074068-CE9F-49A9-B6C3-680D8B9B67EB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EBC639D-EC89-4815-97D3-B3C47AC9001D}" type="slidenum">
              <a:rPr lang="fr-FR" sz="1200"/>
              <a:pPr algn="r"/>
              <a:t>3</a:t>
            </a:fld>
            <a:endParaRPr lang="fr-FR" sz="120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E24472D-12C2-4265-AE01-A986252EBB25}" type="slidenum">
              <a:rPr lang="fr-FR" sz="1200"/>
              <a:pPr algn="r"/>
              <a:t>4</a:t>
            </a:fld>
            <a:endParaRPr lang="fr-FR" sz="120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EA8B63-C600-4903-84A0-61D49B12A1B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8F0547-0F26-474E-A0FC-E61B4AC9AE8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C8A584-9DF3-471C-BBED-6BAB171C8A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E28020-6E27-4BD9-AD48-16F1048369D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E172F2-6FD5-4582-8569-ED46D64364E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5E815A-7674-4199-9814-E140A7182BC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04C2CF-0B3C-4EDA-B3E7-B690AEC9874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172805-0DE0-4EAF-995C-65E8486C9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388251-9434-4C23-835E-4C3D0EAA2C4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89A9A6-52B6-4F8A-B2C2-83CDE07B83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FBAB46-A7AE-4FF4-B3F7-0002D12D85D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ECD01BE-C062-4DE1-ACF8-CC45D4ECDC9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-1588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VOICI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LE PLUS BEAU MOMENT DE L’ANNÉE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LES ENFANTS SONT EN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JOIE</a:t>
            </a: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ET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TOUT AUTOUR DE SOI </a:t>
            </a:r>
            <a:endParaRPr lang="fr-FR" sz="28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S’ÉCRIE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« JOYEUX NOËL ! »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OUI, C’EST LE PLUS BEAU MOMENT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DE L’ANNÉE</a:t>
            </a:r>
          </a:p>
          <a:p>
            <a:pPr algn="ctr">
              <a:lnSpc>
                <a:spcPct val="110000"/>
              </a:lnSpc>
            </a:pPr>
            <a:endParaRPr lang="fr-FR" sz="2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C’EST LA PLUS HEUREUSE </a:t>
            </a:r>
            <a:endParaRPr lang="fr-FR" sz="28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DE TOUTES LES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SAISONS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LES VŒUX DE FIN D’ANNÉE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CES MOMENTS PARTAGÉS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PRÈS DE TOUS CEUX QU’ON AIME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C’EST LA PLUS HEUREUSE DE TOUTES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LES SAISONS</a:t>
            </a: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-46038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AUTOUR DE SON AMOUR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NOUS </a:t>
            </a:r>
            <a:r>
              <a:rPr lang="fr-FR" sz="2800" dirty="0" smtClean="0">
                <a:solidFill>
                  <a:schemeClr val="bg1"/>
                </a:solidFill>
                <a:latin typeface="Arial Black" pitchFamily="34" charset="0"/>
              </a:rPr>
              <a:t>CÉLÉBRONS CE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JOUR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SA VENUE SUR LA TERRE PARMI NOUS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SI CE JOUR EST SI BEAU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C’EST PARCE QU’IL NOUS RAPPELLE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QU’IL EST LE PLUS BEAU DES CADEAUX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2540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VOICI LE PLUS BEAU MOMENT DE L’ANNÉE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NATURE ENNEIGÉE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SAPINS ÉCLAIRÉS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TOUT CHANTE « JOYEUX NOËL ! »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OUI, C’EST LE PLUS BEAU MOMENT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 L’ANNÉE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AUTOUR DE TON AMOUR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CÉLÉBRONS CE JOUR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TA VENUE SUR LA TERRE PARMI NOUS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SI CE JOUR EST SI BEAU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PARCE QU’IL NOUS RAPPELLE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TU ES LE PLUS BEAU DES CADEAUX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-26988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C’EST LA PLUS BELLE </a:t>
            </a:r>
            <a:endParaRPr lang="fr-FR" sz="2800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smtClean="0">
                <a:solidFill>
                  <a:schemeClr val="bg1"/>
                </a:solidFill>
                <a:latin typeface="Arial Black" pitchFamily="34" charset="0"/>
              </a:rPr>
              <a:t>DE TOUTES LES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SAISONS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LES VŒUX DE FIN D’ANNÉE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CES MOMENTS PARTAGÉS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PRÈS DE TOUS CEUX QU’ON AIME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OUI, C’EST LE PLUS BEAU MOMENT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LE PLUS MERVEILLEUX MOMENT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LE PLUS HEUREUX DES MOMENTS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DE L’ANNÉE !</a:t>
            </a: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JÉSUS EST NÉ…</a:t>
            </a: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1647</TotalTime>
  <Words>207</Words>
  <Application>Microsoft Office PowerPoint</Application>
  <PresentationFormat>Affichage à l'écran (4:3)</PresentationFormat>
  <Paragraphs>56</Paragraphs>
  <Slides>4</Slides>
  <Notes>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94</cp:revision>
  <dcterms:created xsi:type="dcterms:W3CDTF">2002-08-17T09:53:17Z</dcterms:created>
  <dcterms:modified xsi:type="dcterms:W3CDTF">2021-12-07T20:02:12Z</dcterms:modified>
</cp:coreProperties>
</file>