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00" autoAdjust="0"/>
    <p:restoredTop sz="46328" autoAdjust="0"/>
  </p:normalViewPr>
  <p:slideViewPr>
    <p:cSldViewPr>
      <p:cViewPr varScale="1">
        <p:scale>
          <a:sx n="46" d="100"/>
          <a:sy n="46" d="100"/>
        </p:scale>
        <p:origin x="119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7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12" charset="-128"/>
              </a:defRPr>
            </a:lvl1pPr>
          </a:lstStyle>
          <a:p>
            <a:pPr>
              <a:defRPr/>
            </a:pPr>
            <a:fld id="{E7D895CE-B9C1-4EC0-B333-D73EF332CADD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12" charset="-128"/>
              </a:defRPr>
            </a:lvl1pPr>
          </a:lstStyle>
          <a:p>
            <a:pPr>
              <a:defRPr/>
            </a:pPr>
            <a:fld id="{F5800E27-2BD7-4446-98E1-B4DBAF8FC61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2-  MARCHERAIT SUR LES EAUX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4-  SERAIT LE DON DU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5-  SAVAIS-TU QUE TON CHER ENFANT ALLAIT TE DÉLIVRER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6-  CETTE VIE QUE TU AS PORTÉE ÉTAIT VENUE TE RACHETER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8-  GUÉRIRAIT UN NON VOYANT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10-  CALMERAIT DES VENTS VIOLENTS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11-  SAVAIS-TU QUE TON CHER ENFANT A PARCOURU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12-  EN EMBRASSANT CE TENDRE BÉBÉ TU EMBRASSAIS LA FACE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13-  LES AVEUGLES VERRONT LES SOURDS ENTENDRONT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14-  LES MORTS VIVRONT À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15-  LES BOITEUX MARCHERONT LES MUETS PARLERONT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16-  LES LOUANGES DE L’AGNEAU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17-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18-  EST SEIGNEUR DE TOUTE CRÉATION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19-  MARIE,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20-  REGNERAIT SUR LES NATIONS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21-  SAVAIS-TU QUE TON CHER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22-  EST LE SAINT 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23-  CE NOUVEAU NÉ ENDORMI EST LE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>
                <a:ea typeface="ＭＳ Ｐゴシック" charset="-128"/>
              </a:rPr>
              <a:t>1-  MARIE, SAVAIS-TU QUE TON CHER ENFANT</a:t>
            </a:r>
          </a:p>
          <a:p>
            <a:r>
              <a:rPr lang="fr-FR">
                <a:ea typeface="ＭＳ Ｐゴシック" charset="-128"/>
              </a:rPr>
              <a:t>2-  MARCHERAIT SUR LES EAUX</a:t>
            </a:r>
          </a:p>
          <a:p>
            <a:r>
              <a:rPr lang="fr-FR">
                <a:ea typeface="ＭＳ Ｐゴシック" charset="-128"/>
              </a:rPr>
              <a:t>3-  MARIE, SAVAIS-TU QUE TON CHER ENFANT</a:t>
            </a:r>
          </a:p>
          <a:p>
            <a:r>
              <a:rPr lang="fr-FR">
                <a:ea typeface="ＭＳ Ｐゴシック" charset="-128"/>
              </a:rPr>
              <a:t>4-  SERAIT LE DON DU TRÈS HAUT</a:t>
            </a:r>
          </a:p>
          <a:p>
            <a:r>
              <a:rPr lang="fr-FR">
                <a:ea typeface="ＭＳ Ｐゴシック" charset="-128"/>
              </a:rPr>
              <a:t>5-  SAVAIS-TU QUE TON CHER ENFANT ALLAIT TE DÉLIVRER</a:t>
            </a:r>
          </a:p>
          <a:p>
            <a:r>
              <a:rPr lang="fr-FR">
                <a:ea typeface="ＭＳ Ｐゴシック" charset="-128"/>
              </a:rPr>
              <a:t>6-  CETTE VIE QUE TU AS PORTÉE ÉTAIT VENUE TE RACHETER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7-  MARIE, SAVAIS-TU QUE TON CHER ENFANT</a:t>
            </a:r>
          </a:p>
          <a:p>
            <a:r>
              <a:rPr lang="fr-FR">
                <a:ea typeface="ＭＳ Ｐゴシック" charset="-128"/>
              </a:rPr>
              <a:t>8-  GUÉRIRAIT UN NON VOYANT</a:t>
            </a:r>
          </a:p>
          <a:p>
            <a:r>
              <a:rPr lang="fr-FR">
                <a:ea typeface="ＭＳ Ｐゴシック" charset="-128"/>
              </a:rPr>
              <a:t>9-  MARIE, SAVAIS-TU QUE TON CHER ENFANT</a:t>
            </a:r>
          </a:p>
          <a:p>
            <a:r>
              <a:rPr lang="fr-FR">
                <a:ea typeface="ＭＳ Ｐゴシック" charset="-128"/>
              </a:rPr>
              <a:t>10-  CALMERAIT DES VENTS VIOLENTS</a:t>
            </a:r>
          </a:p>
          <a:p>
            <a:r>
              <a:rPr lang="fr-FR">
                <a:ea typeface="ＭＳ Ｐゴシック" charset="-128"/>
              </a:rPr>
              <a:t>11-  SAVAIS-TU QUE TON CHER ENFANT A PARCOURU LES CIEUX</a:t>
            </a:r>
          </a:p>
          <a:p>
            <a:r>
              <a:rPr lang="fr-FR">
                <a:ea typeface="ＭＳ Ｐゴシック" charset="-128"/>
              </a:rPr>
              <a:t>12-  EN EMBRASSANT CE TENDRE BÉBÉ TU EMBRASSAIS LA FACE DE DIEU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Pont :</a:t>
            </a:r>
          </a:p>
          <a:p>
            <a:r>
              <a:rPr lang="fr-FR">
                <a:ea typeface="ＭＳ Ｐゴシック" charset="-128"/>
              </a:rPr>
              <a:t>13-  LES AVEUGLES VERRONT LES SOURDS ENTENDRONT</a:t>
            </a:r>
          </a:p>
          <a:p>
            <a:r>
              <a:rPr lang="fr-FR">
                <a:ea typeface="ＭＳ Ｐゴシック" charset="-128"/>
              </a:rPr>
              <a:t>14-  LES MORTS VIVRONT À NOUVEAU</a:t>
            </a:r>
          </a:p>
          <a:p>
            <a:r>
              <a:rPr lang="fr-FR">
                <a:ea typeface="ＭＳ Ｐゴシック" charset="-128"/>
              </a:rPr>
              <a:t>15-  LES BOITEUX MARCHERONT LES MUETS PARLERONT</a:t>
            </a:r>
          </a:p>
          <a:p>
            <a:r>
              <a:rPr lang="fr-FR">
                <a:ea typeface="ＭＳ Ｐゴシック" charset="-128"/>
              </a:rPr>
              <a:t>16-  LES LOUANGES DE L’AGNEAU</a:t>
            </a:r>
          </a:p>
          <a:p>
            <a:endParaRPr lang="fr-FR">
              <a:ea typeface="ＭＳ Ｐゴシック" charset="-128"/>
            </a:endParaRPr>
          </a:p>
          <a:p>
            <a:r>
              <a:rPr lang="fr-FR">
                <a:ea typeface="ＭＳ Ｐゴシック" charset="-128"/>
              </a:rPr>
              <a:t>17-  MARIE, SAVAIS-TU QUE TON CHER ENFANT</a:t>
            </a:r>
          </a:p>
          <a:p>
            <a:r>
              <a:rPr lang="fr-FR">
                <a:ea typeface="ＭＳ Ｐゴシック" charset="-128"/>
              </a:rPr>
              <a:t>18-  EST SEIGNEUR DE TOUTE CRÉATION</a:t>
            </a:r>
          </a:p>
          <a:p>
            <a:r>
              <a:rPr lang="fr-FR">
                <a:ea typeface="ＭＳ Ｐゴシック" charset="-128"/>
              </a:rPr>
              <a:t>19-  MARIE, SAVAIS-TU QUE TON CHER ENFANT</a:t>
            </a:r>
          </a:p>
          <a:p>
            <a:r>
              <a:rPr lang="fr-FR">
                <a:ea typeface="ＭＳ Ｐゴシック" charset="-128"/>
              </a:rPr>
              <a:t>20-  REGNERAIT SUR LES NATIONS</a:t>
            </a:r>
          </a:p>
          <a:p>
            <a:r>
              <a:rPr lang="fr-FR">
                <a:ea typeface="ＭＳ Ｐゴシック" charset="-128"/>
              </a:rPr>
              <a:t>21-  SAVAIS-TU QUE TON CHER ENFANT</a:t>
            </a:r>
          </a:p>
          <a:p>
            <a:r>
              <a:rPr lang="fr-FR">
                <a:ea typeface="ＭＳ Ｐゴシック" charset="-128"/>
              </a:rPr>
              <a:t>22-  EST LE SAINT AGNEAU DE DIEU</a:t>
            </a:r>
          </a:p>
          <a:p>
            <a:r>
              <a:rPr lang="fr-FR">
                <a:ea typeface="ＭＳ Ｐゴシック" charset="-128"/>
              </a:rPr>
              <a:t>23-  CE NOUVEAU NÉ ENDORMI EST LE GRAND JE SUIS</a:t>
            </a:r>
          </a:p>
          <a:p>
            <a:endParaRPr lang="fr-FR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41DF2-F549-489A-89A9-713D0620F75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2FDD3-AB1D-4EA6-A726-929DCF745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0DD8E-77F4-4B1B-B2DF-0642454E480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0FAC8-FD3B-47F0-B3E1-7F327B321D8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CC176-BF06-4E18-B9CF-AF17C386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62115A-93C5-4B47-801F-2A77234F665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23C70-3EC5-4C41-99F6-E3182ECAA5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21E7D-AF75-4264-93AC-95D92D7B4AB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7459F8-2D78-4D47-A054-4DDF1358D0F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859733-6400-45BC-B352-8AE9DAF79C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E45094-43C7-44CE-A135-8A2E5312D4B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112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112" charset="-128"/>
              </a:defRPr>
            </a:lvl1pPr>
          </a:lstStyle>
          <a:p>
            <a:pPr>
              <a:defRPr/>
            </a:pPr>
            <a:fld id="{4F57ECAA-A1EE-478C-98B4-2BDF8BB9D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MARIE, SAVAIS-TU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QUE TON CHER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MARCHERAIT SUR LES EAUX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MARIE, SAVAIS-TU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QUE TON CHER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SERAIT LE DON DU TRÈS HAUT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SAVAIS-TU QUE TON CHER ENFANT ALLAIT TE DÉLIVRER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CETTE VIE QUE TU AS PORTÉE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ÉTAIT VENUE TE RACHETER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MARIE, SAVAIS-TU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QUE TON CHER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GUÉRIRAIT UN NON VOYANT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MARIE, SAVAIS-TU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QUE TON CHER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CALMERAIT DES VENTS VIOLENTS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SAVAIS-TU QUE TON CHER ENFANT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A PARCOURU LES CIEUX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EN EMBRASSANT CE TENDRE BÉBÉ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TU EMBRASSAIS LA FACE DE DIEU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LES AVEUGLES VERRONT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LES SOURDS ENTENDRONT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LES MORTS VIVRONT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À NOUVEAU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638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LES BOITEUX MARCHERONT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LES MUETS PARLERONT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741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LES LOUANGES DE L’AGNEAU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843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MARIE, SAVAIS-TU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QUE TON CHER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946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EST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DE TOUTE CRÉATION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48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MARIE, SAVAIS-TU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QUE TON CHER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150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REGNERAIT SUR LES NATIONS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253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SAVAIS-TU QUE TON CHER ENFANT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355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EST LE SAINT AGNEAU DE DIEU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458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CE NOUVEAU NÉ ENDORMI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  <a:ea typeface="ＭＳ Ｐゴシック" pitchFamily="-112" charset="-128"/>
              </a:rPr>
              <a:t>EST LE GRAND JE SUIS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  <a:ea typeface="ＭＳ Ｐゴシック" pitchFamily="-112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8120</Words>
  <Application>Microsoft Office PowerPoint</Application>
  <PresentationFormat>Affichage à l'écran (4:3)</PresentationFormat>
  <Paragraphs>1265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ＭＳ Ｐゴシック</vt:lpstr>
      <vt:lpstr>Calibri</vt:lpstr>
      <vt:lpstr>Franklin Gothic Medium</vt:lpstr>
      <vt:lpstr>Default Design</vt:lpstr>
      <vt:lpstr>MARIE, SAVAIS-TU QUE TON CHER ENFANT</vt:lpstr>
      <vt:lpstr>MARCHERAIT SUR LES EAUX </vt:lpstr>
      <vt:lpstr>MARIE, SAVAIS-TU QUE TON CHER ENFANT</vt:lpstr>
      <vt:lpstr>SERAIT LE DON DU TRÈS HAUT</vt:lpstr>
      <vt:lpstr>SAVAIS-TU QUE TON CHER ENFANT ALLAIT TE DÉLIVRER</vt:lpstr>
      <vt:lpstr>CETTE VIE QUE TU AS PORTÉE ÉTAIT VENUE TE RACHETER</vt:lpstr>
      <vt:lpstr>MARIE, SAVAIS-TU QUE TON CHER ENFANT</vt:lpstr>
      <vt:lpstr>GUÉRIRAIT UN NON VOYANT</vt:lpstr>
      <vt:lpstr>MARIE, SAVAIS-TU QUE TON CHER ENFANT</vt:lpstr>
      <vt:lpstr>CALMERAIT DES VENTS VIOLENTS</vt:lpstr>
      <vt:lpstr>SAVAIS-TU QUE TON CHER ENFANT A PARCOURU LES CIEUX</vt:lpstr>
      <vt:lpstr>EN EMBRASSANT CE TENDRE BÉBÉ TU EMBRASSAIS LA FACE DE DIEU</vt:lpstr>
      <vt:lpstr>LES AVEUGLES VERRONT LES SOURDS ENTENDRONT</vt:lpstr>
      <vt:lpstr>LES MORTS VIVRONT À NOUVEAU</vt:lpstr>
      <vt:lpstr>LES BOITEUX MARCHERONT LES MUETS PARLERONT</vt:lpstr>
      <vt:lpstr>LES LOUANGES DE L’AGNEAU</vt:lpstr>
      <vt:lpstr>MARIE, SAVAIS-TU QUE TON CHER ENFANT</vt:lpstr>
      <vt:lpstr>EST SEIGNEUR DE TOUTE CRÉATION</vt:lpstr>
      <vt:lpstr>MARIE, SAVAIS-TU QUE TON CHER ENFANT</vt:lpstr>
      <vt:lpstr>REGNERAIT SUR LES NATIONS</vt:lpstr>
      <vt:lpstr>SAVAIS-TU QUE TON CHER ENFANT</vt:lpstr>
      <vt:lpstr>EST LE SAINT AGNEAU DE DIEU</vt:lpstr>
      <vt:lpstr>CE NOUVEAU NÉ ENDORMI EST LE GRAND JE SUIS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80</cp:revision>
  <dcterms:created xsi:type="dcterms:W3CDTF">2009-12-13T14:25:05Z</dcterms:created>
  <dcterms:modified xsi:type="dcterms:W3CDTF">2021-12-19T14:57:49Z</dcterms:modified>
</cp:coreProperties>
</file>