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8" r:id="rId2"/>
    <p:sldId id="310" r:id="rId3"/>
    <p:sldId id="308" r:id="rId4"/>
    <p:sldId id="299" r:id="rId5"/>
    <p:sldId id="309" r:id="rId6"/>
    <p:sldId id="300" r:id="rId7"/>
    <p:sldId id="301" r:id="rId8"/>
    <p:sldId id="316" r:id="rId9"/>
    <p:sldId id="302" r:id="rId10"/>
    <p:sldId id="303" r:id="rId11"/>
    <p:sldId id="311" r:id="rId12"/>
    <p:sldId id="304" r:id="rId13"/>
    <p:sldId id="312" r:id="rId14"/>
    <p:sldId id="305" r:id="rId15"/>
    <p:sldId id="314" r:id="rId16"/>
    <p:sldId id="313" r:id="rId17"/>
    <p:sldId id="306" r:id="rId18"/>
    <p:sldId id="307" r:id="rId19"/>
    <p:sldId id="315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7491" autoAdjust="0"/>
  </p:normalViewPr>
  <p:slideViewPr>
    <p:cSldViewPr>
      <p:cViewPr varScale="1">
        <p:scale>
          <a:sx n="57" d="100"/>
          <a:sy n="57" d="100"/>
        </p:scale>
        <p:origin x="27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F0E8AE05-1A1D-4460-A911-365B54771BE8}" type="datetimeFigureOut">
              <a:rPr lang="fr-FR"/>
              <a:pPr>
                <a:defRPr/>
              </a:pPr>
              <a:t>25/12/2020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BE2344C-D81F-4C26-B176-F9ADF89FCB6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JE VOUS SOUHAITE  
19-  UN BEAU NOËL BLANC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OH ! QUAND J’ENTENDS CHANTER 
2-  NOËL 
3-  JE ME SOUVIENS MES JOIES D’ANTAN  
4-  LE SAPIN SCINTILLANT 
5-  LA NEIGE D’ARGENT NOËL 
6-  QUEL BEAU RÊVE BLANC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14-  OH ! QUAND J’ENTENDS CHANTER 
15-  NOËL 
16-  JE ME SOUVIENS MES JOIES D’ANTAN 
17-  LES CADEAUX ET CES JOYEUX CHANTS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18-  JE VOUS SOUHAITE  
19-  UN BEAU NOËL BLANC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! QUAND J’ENTENDS CHANTER 
2-  NOËL 
3-  JE ME SOUVIENS MES JOIES D’ANTAN  
4-  LE SAPIN SCINTILLANT 
5-  LA NEIGE D’ARGENT NOËL 
6-  QUEL BEAU RÊVE BLANC 
</a:t>
            </a:r>
          </a:p>
          <a:p>
            <a:r>
              <a:rPr lang="fr-FR"/>
              <a:t>7-  OH ! QUAND J’ENTENDS SONNER 
8-  AU CIEL 
9-  L’HEURE DE CE SI MERVEILLEUX TEMPS 
10-  OÙ RAISONNENT 
11-  LES RIRES DES ENFANTS 
12-  ET JE PRIE 
13-  POUR D’AUTRES NOËL BLANCS 
</a:t>
            </a:r>
          </a:p>
          <a:p>
            <a:r>
              <a:rPr lang="fr-FR"/>
              <a:t>14-  OH ! QUAND J’ENTENDS CHANTER 
15-  NOËL 
16-  JE ME SOUVIENS MES JOIES D’ANTAN 
17-  LES CADEAUX ET CES JOYEUX CHANTS 
</a:t>
            </a:r>
          </a:p>
          <a:p>
            <a:r>
              <a:rPr lang="fr-FR"/>
              <a:t>18-  JE VOUS SOUHAITE  
19-  UN BEAU NOËL BLANC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A87B9-20AE-4DF5-8745-1095F957DDF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FAF83-E8C5-4D07-A351-58E096755F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AA9BF-741E-4C3C-A3DD-23F971E9C1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B372B-EAAB-4FEA-A6A5-4341E482C0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D9A9E-9259-4897-B168-DEDB149611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89DEF-90D9-42E2-989A-932711041B1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BF3A5-BFD6-4BB3-BC0F-EDFDACA4CFF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F93EC-037F-4476-9FC3-2B99AE7E81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3E557-BF57-4E53-A7B1-6E0BCE7A4F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C49E9-1800-4BAA-BF65-3314EC9B0F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C906F-5DF0-40F3-B443-44E49CDCED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30D78F1E-46A4-45BD-9F06-B78B1401FE5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OH ! QUAND J’ENTENDS CHANTER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JE ME SOUVIENS MES JOIES D’ANTAN</a:t>
            </a:r>
          </a:p>
          <a:p>
            <a:pPr algn="ctr">
              <a:lnSpc>
                <a:spcPct val="90000"/>
              </a:lnSpc>
              <a:defRPr/>
            </a:pPr>
            <a:endParaRPr lang="fr-FR" sz="32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SAPIN SCINTILLANT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 NEIGE D’ARGENT NOËL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QUEL BEAU RÊVE BLANC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OH ! QUAND J’ENTENDS SONNER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AU CIEL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L’HEURE DE CE SI MERVEILLEUX TEMPS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OÙ RÉSONNENT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RIRES DES ENFANTS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ET JE PRIE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POUR D’AUTRES NOËL BLANCS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OH ! QUAND J’ENTENDS CHANTER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JE ME SOUVIENS MES JOIES D’ANTAN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CADEAUX ET CES JOYEUX CHANTS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JE VOUS SOUHAITE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UN BEAU NOËL BLANC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4330</Words>
  <Application>Microsoft Office PowerPoint</Application>
  <PresentationFormat>Affichage à l'écran (4:3)</PresentationFormat>
  <Paragraphs>171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Lucida Handwriting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70</cp:revision>
  <dcterms:created xsi:type="dcterms:W3CDTF">2002-08-17T10:50:50Z</dcterms:created>
  <dcterms:modified xsi:type="dcterms:W3CDTF">2020-12-25T18:00:32Z</dcterms:modified>
</cp:coreProperties>
</file>