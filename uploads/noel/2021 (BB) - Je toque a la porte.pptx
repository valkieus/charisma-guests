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34762" autoAdjust="0"/>
  </p:normalViewPr>
  <p:slideViewPr>
    <p:cSldViewPr>
      <p:cViewPr varScale="1">
        <p:scale>
          <a:sx n="31" d="100"/>
          <a:sy n="31" d="100"/>
        </p:scale>
        <p:origin x="201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dirty="0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dirty="0" smtClean="0"/>
              <a:t>
	Refrain:</a:t>
            </a:r>
          </a:p>
          <a:p>
            <a:pPr>
              <a:defRPr/>
            </a:pPr>
            <a:r>
              <a:rPr lang="fr-FR" dirty="0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dirty="0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 </a:t>
            </a:r>
          </a:p>
          <a:p>
            <a:pPr>
              <a:defRPr/>
            </a:pPr>
            <a:r>
              <a:rPr lang="fr-FR" dirty="0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5613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4453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5453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1571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2018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5760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1695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65796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50031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70404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012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53296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25017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81693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94756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93717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97923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6542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pPr>
              <a:defRPr/>
            </a:pPr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MAMAN JE SUIS FATIGUÉ  D'ÊTRE PAR ICI 
2-  ÇA FAIT TELLEMENT MAL QUE PARFOIS JE CRIE 
3-  MAMAN, NE PLEURE PAS  JE SAIS OÙ TOQUER 
4-  JE TOQUE, TOQUE, TOQUE  POUR POUVOIR ENTRER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TOQUE, TOQUE, TOQUE  À LA PORTE DU CIEL 
	6-  JE TOQUE, TOQUE, TOQUE  POUR POUVOIR ENTRER 
	7-  JE TOQUE, TOQUE, TOQUE  À LA PORTE DU CIEL 
	8-  JE PRIE QUE JÉSUS ME LAISSE Y ENTRER </a:t>
            </a:r>
          </a:p>
          <a:p>
            <a:r>
              <a:rPr lang="fr-FR" smtClean="0"/>
              <a:t>
9-  MAMAN JE SAIS TU ES DÉJÀ PARTIE 
10-  PARFOIS JE VOUDRAIS  QUE TU SOIS ENCORE ICI 
11-  MAMAN UN JOUR  JE VAIS TE RENCONTRER 
12-  JE TOQUE, TOQUE, TOQUE  POUR POUVOIR ENTRER 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
13-  MAMAN IL Y A DES GENS  QUI VEULENT FERMER LES PORTES 
14-  ILS VEULENT VIVRE DANS L'OBSCURITÉ 
15-  JE CHERCHE UN ENDROIT  OÙ IL Y A DE LA LUMIÈRE 
16-  MAMAN, NE PLEURE PAS  JE SAIS OÙ TOQUER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17-  MAMAN JE RE-GAR-DE  PAR LA FENÊTRE 
18-  JE CHERCHE DANS LE CIEL  UNE PORTE OUVERTE 
19-  MAMAN, NE PLEURE PAS  JE SAIS OÙ TOQUER 
20-  JE TOQUE, TOQUE, TOQUE POUR POUVOIR ENTRER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4652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MAMAN JE SUIS FATIGUÉ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D'ÊTRE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ICI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ÇA FAIT TELLEMENT MAL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PARFOIS JE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CRIE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859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MAMAN, NE PLEURE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 OÙ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TOQUER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747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TOQUE, TOQUE, TOQUE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POUVOIR ENTRER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174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TOQUE, TOQUE, TOQUE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LA PORTE DU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CIEL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276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TOQUE, TOQUE, TOQUE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POUVOIR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ENTRER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001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TOQUE, TOQUE, TOQUE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LA PORTE DU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CIEL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364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PRIE QUE JÉSUS ME LAISSE Y ENTRER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119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MAMAN JE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ES DÉJÀ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PARTIE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335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PARFOIS JE VOUDRAIS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TU SOIS ENCORE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ICI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02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MAMAN UN JOUR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VAIS TE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RENCONTRER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223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TOQUE, TOQUE, TOQUE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POUVOIR ENTRER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233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MAMAN IL Y A DES GENS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VEULENT FERMER LES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PORTES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135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ILS VEULENT VIVRE DANS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L'OBSCURITÉ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483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CHERCHE UN ENDROIT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OÙ IL Y A DE LA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LUMIÈRE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405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MAMAN, NE PLEURE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 OÙ TOQUER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437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MAMAN JE RE-GAR-DE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FENÊTRE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116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CHERCHE DANS LE CIEL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UNE PORTE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OUVERTE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698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MAMAN, NE PLEURE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 OÙ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TOQUER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663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TOQUE, TOQUE, TOQUE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POUVOIR ENTRER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26424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491</Words>
  <Application>Microsoft Office PowerPoint</Application>
  <PresentationFormat>Affichage à l'écran (4:3)</PresentationFormat>
  <Paragraphs>518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86</cp:revision>
  <dcterms:created xsi:type="dcterms:W3CDTF">2002-08-17T13:12:10Z</dcterms:created>
  <dcterms:modified xsi:type="dcterms:W3CDTF">2021-12-24T18:31:04Z</dcterms:modified>
</cp:coreProperties>
</file>