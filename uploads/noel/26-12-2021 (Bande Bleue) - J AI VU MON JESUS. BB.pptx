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6" r:id="rId15"/>
    <p:sldId id="277" r:id="rId16"/>
    <p:sldId id="278" r:id="rId17"/>
    <p:sldId id="280" r:id="rId18"/>
    <p:sldId id="281" r:id="rId19"/>
    <p:sldId id="282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0764" autoAdjust="0"/>
    <p:restoredTop sz="26826" autoAdjust="0"/>
  </p:normalViewPr>
  <p:slideViewPr>
    <p:cSldViewPr>
      <p:cViewPr varScale="1">
        <p:scale>
          <a:sx n="17" d="100"/>
          <a:sy n="17" d="100"/>
        </p:scale>
        <p:origin x="88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78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7809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65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772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422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4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652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903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673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123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918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862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dirty="0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dirty="0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dirty="0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dirty="0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dirty="0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dirty="0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471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892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512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7467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430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J'ÉTAIS PRISONNIER DE LA NUIT  SANS ESPOIR ET SANS VIE  
2-  ET MES YEUX PLONGÉS DANS LES TÉNÈBRES </a:t>
            </a:r>
          </a:p>
          <a:p>
            <a:pPr>
              <a:defRPr/>
            </a:pPr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pPr>
              <a:defRPr/>
            </a:pPr>
            <a:r>
              <a:rPr lang="fr-FR" smtClean="0"/>
              <a:t>
6-  CERTAINS DISENT QU’IL PEUT FAIRE  DES MIRACLES, DES EXPLOITS  
7-  JE L'AI CRU ET MAINTENANT JE VOIS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8-  J'AI VU MON JÉSUS IL M’A GUÉRI CROIS-MOI 
	9-  J'AI VU MON JÉSUS IL VIT MON PRÉCIEUX ROI </a:t>
            </a:r>
          </a:p>
          <a:p>
            <a:pPr>
              <a:defRPr/>
            </a:pPr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pPr>
              <a:defRPr/>
            </a:pPr>
            <a:r>
              <a:rPr lang="fr-FR" smtClean="0"/>
              <a:t>
14-  CERTAINS DISENT QU'IL N'EST QU'UN HOMME  
15-  LE FILS D’UN CHARPENTIER  MAIS MOI JE SAIS QU'IL M'A SAUVÉ </a:t>
            </a:r>
          </a:p>
          <a:p>
            <a:pPr>
              <a:defRPr/>
            </a:pPr>
            <a:r>
              <a:rPr lang="fr-FR" smtClean="0"/>
              <a:t>
16-  IL A BRISÉ LES CHAÎNES DE MA CÉCITÉ OUI, J’AI VU SON AMOUR ME TOUCHER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pPr>
              <a:defRPr/>
            </a:pPr>
            <a:r>
              <a:rPr lang="fr-FR" smtClean="0"/>
              <a:t>
19-  J'AI VU MON JÉSUS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J'ÉTAIS PRISONNIER DE LA NUIT  SANS ESPOIR ET SANS VIE  
2-  ET MES YEUX PLONGÉS DANS LES TÉNÈBRES </a:t>
            </a:r>
          </a:p>
          <a:p>
            <a:r>
              <a:rPr lang="fr-FR" smtClean="0"/>
              <a:t>
3-  MAIS UN JOUR J'ENTENDIS  LA FOULE LE POURSUIVRE   
4-  ET SOUDAIN REVINT EN MOI L’ESPOIR PLUS LES CRIS S'APPROCHAIENT  
5-  PLUS MA FOI GRANDISSAIT L'AVEUGLE PEUT-IL VOIR À NOUVEAU ?  </a:t>
            </a:r>
          </a:p>
          <a:p>
            <a:r>
              <a:rPr lang="fr-FR" smtClean="0"/>
              <a:t>
6-  CERTAINS DISENT QU’IL PEUT FAIRE  DES MIRACLES, DES EXPLOITS  
7-  JE L'AI CRU ET MAINTENANT JE VOIS </a:t>
            </a:r>
          </a:p>
          <a:p>
            <a:endParaRPr lang="fr-FR" smtClean="0"/>
          </a:p>
          <a:p>
            <a:r>
              <a:rPr lang="fr-FR" smtClean="0"/>
              <a:t>	Refrain :
	8-  J'AI VU MON JÉSUS IL M’A GUÉRI CROIS-MOI 
	9-  J'AI VU MON JÉSUS IL VIT MON PRÉCIEUX ROI </a:t>
            </a:r>
          </a:p>
          <a:p>
            <a:r>
              <a:rPr lang="fr-FR" smtClean="0"/>
              <a:t>
	10-  ET JE SAIS QUE LUI AUSSI M'A VU 
	11-  C'EST LE PLUS BEL INSTANT  QUE J'AI VÉCU 
	12-  TOUTE MA VIE D'AVANT NE COMPTE PLUS À PRÉSENT 
	13-  J'AI VU MON JÉSUS ET JE SUIS CHANGÉ À TOUT JAMAIS </a:t>
            </a:r>
          </a:p>
          <a:p>
            <a:r>
              <a:rPr lang="fr-FR" smtClean="0"/>
              <a:t>
14-  CERTAINS DISENT QU'IL N'EST QU'UN HOMME  
15-  LE FILS D’UN CHARPENTIER  MAIS MOI JE SAIS QU'IL M'A SAUVÉ </a:t>
            </a:r>
          </a:p>
          <a:p>
            <a:r>
              <a:rPr lang="fr-FR" smtClean="0"/>
              <a:t>
16-  IL A BRISÉ LES CHAÎNES DE MA CÉCITÉ OUI, J’AI VU SON AMOUR ME TOUCHER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17-  ET OUI TOUTE MA VIE D'AVANT NE COMPTE PLUS À PRÉSENT 
18-  J'AI VU MON JÉSUS ET JE SUIS CHANGÉ À TOUT JAMAIS </a:t>
            </a:r>
          </a:p>
          <a:p>
            <a:r>
              <a:rPr lang="fr-FR" smtClean="0"/>
              <a:t>
19-  J'AI VU MON JÉSUS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993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J'ÉTAIS PRISONNIER DE LA NUIT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ESPOIR ET SANS VIE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PLONGÉS DANS LES TÉNÈBRES</a:t>
            </a:r>
          </a:p>
        </p:txBody>
      </p:sp>
    </p:spTree>
    <p:extLst>
      <p:ext uri="{BB962C8B-B14F-4D97-AF65-F5344CB8AC3E}">
        <p14:creationId xmlns:p14="http://schemas.microsoft.com/office/powerpoint/2010/main" val="184107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UN JOUR J'ENTENDIS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FOULE LE POURSUIVRE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9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SOUDAIN REVINT EN MOI L’ESPOIR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LES CRIS S'APPROCHAIENT </a:t>
            </a:r>
          </a:p>
        </p:txBody>
      </p:sp>
    </p:spTree>
    <p:extLst>
      <p:ext uri="{BB962C8B-B14F-4D97-AF65-F5344CB8AC3E}">
        <p14:creationId xmlns:p14="http://schemas.microsoft.com/office/powerpoint/2010/main" val="97432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FOI GRANDISSAIT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L'AVEUGLE PEUT-IL VOIR À NOUVEAU ? </a:t>
            </a:r>
          </a:p>
        </p:txBody>
      </p:sp>
    </p:spTree>
    <p:extLst>
      <p:ext uri="{BB962C8B-B14F-4D97-AF65-F5344CB8AC3E}">
        <p14:creationId xmlns:p14="http://schemas.microsoft.com/office/powerpoint/2010/main" val="336669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CERTAINS DISENT QU’IL PEUT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MIRACLES, DES EXPLOITS </a:t>
            </a:r>
          </a:p>
        </p:txBody>
      </p:sp>
    </p:spTree>
    <p:extLst>
      <p:ext uri="{BB962C8B-B14F-4D97-AF65-F5344CB8AC3E}">
        <p14:creationId xmlns:p14="http://schemas.microsoft.com/office/powerpoint/2010/main" val="203361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L'AI CRU ET MAINTENANT JE VOIS</a:t>
            </a:r>
          </a:p>
        </p:txBody>
      </p:sp>
    </p:spTree>
    <p:extLst>
      <p:ext uri="{BB962C8B-B14F-4D97-AF65-F5344CB8AC3E}">
        <p14:creationId xmlns:p14="http://schemas.microsoft.com/office/powerpoint/2010/main" val="384599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VU MON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M’A GUÉRI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CROIS-MOI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8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 MON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 MON PRÉCIEUX ROI</a:t>
            </a:r>
          </a:p>
        </p:txBody>
      </p:sp>
    </p:spTree>
    <p:extLst>
      <p:ext uri="{BB962C8B-B14F-4D97-AF65-F5344CB8AC3E}">
        <p14:creationId xmlns:p14="http://schemas.microsoft.com/office/powerpoint/2010/main" val="1819070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SAIS QUE LUI AUSSI M'A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PLUS BEL INSTANT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VÉCU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494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VIE D'AVANT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COMPTE PLUS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PRÉSENT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74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 MON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SUIS CHANGÉ À TOUT JAMAIS</a:t>
            </a:r>
          </a:p>
        </p:txBody>
      </p:sp>
    </p:spTree>
    <p:extLst>
      <p:ext uri="{BB962C8B-B14F-4D97-AF65-F5344CB8AC3E}">
        <p14:creationId xmlns:p14="http://schemas.microsoft.com/office/powerpoint/2010/main" val="555191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CERTAINS DISENT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QU'IL N'EST QU'UN HOMME </a:t>
            </a:r>
          </a:p>
        </p:txBody>
      </p:sp>
    </p:spTree>
    <p:extLst>
      <p:ext uri="{BB962C8B-B14F-4D97-AF65-F5344CB8AC3E}">
        <p14:creationId xmlns:p14="http://schemas.microsoft.com/office/powerpoint/2010/main" val="123297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FILS D’UN CHARPENTIER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MOI JE SAIS QU'IL M'A SAUVÉ</a:t>
            </a:r>
          </a:p>
        </p:txBody>
      </p:sp>
    </p:spTree>
    <p:extLst>
      <p:ext uri="{BB962C8B-B14F-4D97-AF65-F5344CB8AC3E}">
        <p14:creationId xmlns:p14="http://schemas.microsoft.com/office/powerpoint/2010/main" val="305754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A BRISÉ LES CHAÎNES DE MA CÉCITÉ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J’AI VU SON AMOUR ME TOUCHER</a:t>
            </a:r>
          </a:p>
        </p:txBody>
      </p:sp>
    </p:spTree>
    <p:extLst>
      <p:ext uri="{BB962C8B-B14F-4D97-AF65-F5344CB8AC3E}">
        <p14:creationId xmlns:p14="http://schemas.microsoft.com/office/powerpoint/2010/main" val="79958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OUI TOUTE MA VIE D'AVANT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COMPTE PLUS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PRÉSENT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63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 MON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SUIS CHANGÉ À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8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 MON JÉSUS</a:t>
            </a:r>
          </a:p>
        </p:txBody>
      </p:sp>
    </p:spTree>
    <p:extLst>
      <p:ext uri="{BB962C8B-B14F-4D97-AF65-F5344CB8AC3E}">
        <p14:creationId xmlns:p14="http://schemas.microsoft.com/office/powerpoint/2010/main" val="34674378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588</Words>
  <Application>Microsoft Office PowerPoint</Application>
  <PresentationFormat>Affichage à l'écran (4:3)</PresentationFormat>
  <Paragraphs>492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84</cp:revision>
  <dcterms:created xsi:type="dcterms:W3CDTF">2002-08-17T13:12:10Z</dcterms:created>
  <dcterms:modified xsi:type="dcterms:W3CDTF">2021-12-26T02:11:03Z</dcterms:modified>
</cp:coreProperties>
</file>