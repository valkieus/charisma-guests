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2" r:id="rId5"/>
    <p:sldId id="278" r:id="rId6"/>
    <p:sldId id="273" r:id="rId7"/>
    <p:sldId id="274" r:id="rId8"/>
    <p:sldId id="275" r:id="rId9"/>
    <p:sldId id="276" r:id="rId10"/>
    <p:sldId id="277" r:id="rId11"/>
    <p:sldId id="279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4" autoAdjust="0"/>
    <p:restoredTop sz="52427" autoAdjust="0"/>
  </p:normalViewPr>
  <p:slideViewPr>
    <p:cSldViewPr>
      <p:cViewPr varScale="1">
        <p:scale>
          <a:sx n="47" d="100"/>
          <a:sy n="47" d="100"/>
        </p:scale>
        <p:origin x="18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720B6E7-F006-4BB2-BAA6-334884842F69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9E30381-0892-4E15-97F5-B3F49711382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JAMAIS DANS MA VIE JE N’AI VÉCU DES MOMENTS SI BEAUX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2-  JE N’AVAIS JAMAIS PENSÉ QU’UN JOUR JE SERAIS SI HEUREUX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3-  TOUT CE QUE J’AI VÉCU JE NE POURRAI JAMAIS L’OUBLIER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4-  CES MOMENTS DANS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5-  QUE JE VEUX POUR TOUJOURS FAIRE DURER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6-  TU ES DEVENU MON AMI JE ME SUIS HABITUÉ À TA PRÉSENCE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NOUS AVONS PARTAGÉ DES MOMENTS DE BONHEUR SI INTENSES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  <a:p>
            <a:pPr eaLnBrk="1" hangingPunct="1">
              <a:spcBef>
                <a:spcPct val="0"/>
              </a:spcBef>
            </a:pPr>
            <a:r>
              <a:rPr lang="fr-FR"/>
              <a:t>8-  JE SAIS CE QUE L’AMOUR EST CAPABLE DE ME DONNER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9-  JE SAIS, JE L’AI VÉCU ET J’APPRENDS À T’AIMER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10-  QUE JE PLEURE OU QUE JE RIE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11-  L’IMPORTANT C’EST QUE TU ES DANS MA VIE ( x3 à la fin )</a:t>
            </a:r>
          </a:p>
          <a:p>
            <a:pPr eaLnBrk="1" hangingPunct="1">
              <a:spcBef>
                <a:spcPct val="0"/>
              </a:spcBef>
            </a:pPr>
            <a:endParaRPr lang="fr-FR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JAMAIS DANS MA VIE JE N’AI VÉCU DES MOMENTS SI BEAUX</a:t>
            </a:r>
          </a:p>
          <a:p>
            <a:r>
              <a:rPr lang="fr-FR"/>
              <a:t>2-  JE N’AVAIS JAMAIS PENSÉ QU’UN JOUR JE SERAIS SI HEUREUX</a:t>
            </a:r>
          </a:p>
          <a:p>
            <a:endParaRPr lang="fr-FR"/>
          </a:p>
          <a:p>
            <a:r>
              <a:rPr lang="fr-FR"/>
              <a:t>3-  TOUT CE QUE J’AI VÉCU JE NE POURRAI JAMAIS L’OUBLIER</a:t>
            </a:r>
          </a:p>
          <a:p>
            <a:r>
              <a:rPr lang="fr-FR"/>
              <a:t>4-  CES MOMENTS DANS TA PRÉSENCE</a:t>
            </a:r>
          </a:p>
          <a:p>
            <a:r>
              <a:rPr lang="fr-FR"/>
              <a:t>5-  QUE JE VEUX POUR TOUJOURS FAIRE DURER</a:t>
            </a:r>
          </a:p>
          <a:p>
            <a:endParaRPr lang="fr-FR"/>
          </a:p>
          <a:p>
            <a:r>
              <a:rPr lang="fr-FR"/>
              <a:t>6-  TU ES DEVENU MON AMI JE ME SUIS HABITUÉ À TA PRÉSENCE</a:t>
            </a:r>
          </a:p>
          <a:p>
            <a:r>
              <a:rPr lang="fr-FR"/>
              <a:t>7-  NOUS AVONS PARTAGÉ DES MOMENTS DE BONHEUR SI INTENSES</a:t>
            </a:r>
          </a:p>
          <a:p>
            <a:endParaRPr lang="fr-FR"/>
          </a:p>
          <a:p>
            <a:r>
              <a:rPr lang="fr-FR"/>
              <a:t>8-  JE SAIS CE QUE L’AMOUR EST CAPABLE DE ME DONNER</a:t>
            </a:r>
          </a:p>
          <a:p>
            <a:r>
              <a:rPr lang="fr-FR"/>
              <a:t>9-  JE SAIS, JE L’AI VÉCU ET J’APPRENDS À T’AIMER</a:t>
            </a:r>
          </a:p>
          <a:p>
            <a:r>
              <a:rPr lang="fr-FR"/>
              <a:t>10-  QUE JE PLEURE OU QUE JE RIE </a:t>
            </a:r>
          </a:p>
          <a:p>
            <a:r>
              <a:rPr lang="fr-FR"/>
              <a:t>11-  L’IMPORTANT C’EST QUE TU ES DANS MA VIE ( x3 à la fin )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650A4-20B9-4A4D-A2FB-B036B81019E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FE9A7-1167-49CE-B424-1BB66743BC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D5271-23B3-4277-9BB0-A043D71CA8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9E8DD-FC06-49BE-A95E-86022236EDA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12A02C-5604-4D2E-8B1C-904EFA843A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1DFE8-50DB-4209-89D1-7E3E03E68C8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BD3E9-1DA2-4672-8023-3E1BB1CF19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470819-C020-45B9-B606-A509224CD86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06D12-B038-4471-9A67-896308BE3AA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3705E-DA58-46EF-8C8B-36FBA93B82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4836A-980D-4EE8-A274-9823821F61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DAFF53F-9216-4D11-80A3-C6766946093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JAMAIS DANS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N’AI VÉCU DES MOMENTS SI BEAUX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N’AVAIS JAMAIS PENSÉ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QU’UN JOUR JE SERAIS SI HEUREUX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 QUE J’AI VÉCU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POURRAI JAMAIS L’OUBLIER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MOMENTS DANS TA PRÉSENCE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JE VEUX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FAIRE DURER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DEVENU MON AMI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ME SUIS HABITUÉ À TA PRÉSENCE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AVONS PARTAGÉ DES MOMENTS DE BONHEUR SI INTENSES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 CE QUE L’AMOUR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CAPABLE DE ME DONNER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SAIS, JE L’AI VÉCU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J’APPRENDS À T’AIMER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JE PLEURE OU QUE JE RIE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L’IMPORTANT C’EST 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SOIS DANS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2651</Words>
  <Application>Microsoft Office PowerPoint</Application>
  <PresentationFormat>Affichage à l'écran (4:3)</PresentationFormat>
  <Paragraphs>327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43</cp:revision>
  <dcterms:created xsi:type="dcterms:W3CDTF">2002-08-17T11:44:51Z</dcterms:created>
  <dcterms:modified xsi:type="dcterms:W3CDTF">2021-12-24T20:10:58Z</dcterms:modified>
</cp:coreProperties>
</file>