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3" r:id="rId3"/>
    <p:sldId id="264" r:id="rId4"/>
    <p:sldId id="265" r:id="rId5"/>
    <p:sldId id="267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878" autoAdjust="0"/>
    <p:restoredTop sz="90929"/>
  </p:normalViewPr>
  <p:slideViewPr>
    <p:cSldViewPr>
      <p:cViewPr varScale="1">
        <p:scale>
          <a:sx n="47" d="100"/>
          <a:sy n="47" d="100"/>
        </p:scale>
        <p:origin x="-96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94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COUPLET 1 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À TRAVERS MONTS ET VALLÉES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ELLE CONDUIT LEURS PAS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UNE ÉTOILE RAYONNANT D’ÉCLAT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TROIS HOMMES SE SONT RÉJOUIS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D’UNE JOIE SANS ÉGAL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D’ADMIRER UNE SI BELLE 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REFRAIN 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ILS SONT REMPLIS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TANT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ILS SONT REMPLIS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OH OUI, REMPLIS D’UNE ABONDANTE JOIE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X2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94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COUPLET 2 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BEAUCOUP VOIENT L’ÉTOILE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MAIS NE LA SUIVENT PAS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ILS N’ONT FAIT D’ELLE AUCUN CAS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CES HOMMES SAGES ONT GARDÉ LA FOI DANS LEUR CŒUR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QU’ELLE LES CONDUIRAIT ENFIN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AU SAUVEUR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REFRAIN :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ILS SONT REMPLIS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TANT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ILS SONT REMPLIS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OH OUI, REMPLIS D’UNE ABONDANTE JOIE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X2 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94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ILS SONT REMPLIS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TANT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ILS VOIENT L’ÉTOILE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ILS SONT REMPLIS 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OH OUI, REMPLIS D’UNE ABONDANTE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DE JOIE</a:t>
            </a:r>
            <a:br>
              <a:rPr lang="fr-FR" sz="2800" dirty="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OUI REMPLIS D’UNE ABONDANTE JOIE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19</Words>
  <Application>Microsoft Office PowerPoint</Application>
  <PresentationFormat>Affichage à l'écran (4:3)</PresentationFormat>
  <Paragraphs>27</Paragraphs>
  <Slides>5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98</cp:revision>
  <dcterms:created xsi:type="dcterms:W3CDTF">2002-08-17T12:16:38Z</dcterms:created>
  <dcterms:modified xsi:type="dcterms:W3CDTF">2021-12-14T21:45:59Z</dcterms:modified>
</cp:coreProperties>
</file>