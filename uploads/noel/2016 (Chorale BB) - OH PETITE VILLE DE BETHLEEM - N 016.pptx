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9" r:id="rId2"/>
    <p:sldId id="280" r:id="rId3"/>
    <p:sldId id="281" r:id="rId4"/>
    <p:sldId id="282" r:id="rId5"/>
    <p:sldId id="288" r:id="rId6"/>
    <p:sldId id="289" r:id="rId7"/>
    <p:sldId id="290" r:id="rId8"/>
    <p:sldId id="291" r:id="rId9"/>
    <p:sldId id="292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1388" autoAdjust="0"/>
  </p:normalViewPr>
  <p:slideViewPr>
    <p:cSldViewPr>
      <p:cViewPr>
        <p:scale>
          <a:sx n="39" d="100"/>
          <a:sy n="39" d="100"/>
        </p:scale>
        <p:origin x="-380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FAB184E-A4AE-460C-9507-68E7FAF0C51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C70F80C-AAA7-4BE4-A2A1-A33DDD52F21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LE PRINCE DE PAIX  RÈGNE EN MOI 
</a:t>
            </a: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PRINCE DE PAIX  RÈGNE EN MOI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PETITE VILLE DE BETHLÉEM DE TOI EST VENUE LA VIE 
2-  EN CETTE NUIT BRILLENT LES ÉTOILES L’ÉLOGE EST POUR LE ROI 
3-  DANS LES RUES DE TA VILLE LA LUMIÈRE ÉTERNELLE 
4-  L’ESPOIR, L’ATTENTE DE TANT D’ANNÉES EN TOI, SE SONT TROUVÉS </a:t>
            </a:r>
          </a:p>
          <a:p>
            <a:endParaRPr lang="fr-FR" altLang="fr-FR" smtClean="0"/>
          </a:p>
          <a:p>
            <a:r>
              <a:rPr lang="fr-FR" altLang="fr-FR" smtClean="0"/>
              <a:t>5-  CE SAINT ENFANT DE BETHLÉEM EST PARMI NOUS CE JOUR 
6-  PAR SA NAISSANCE, DANS NOS CŒURS IL VIT EN NOUS TOUJOURS 
7-  ENTENDONS TOUS LES ANGES CHANTER NOËL AU CIEL 
8-  OH VIENS À NOUS, DEMEURE EN NOUS SEIGNEUR EMMANUEL </a:t>
            </a:r>
          </a:p>
          <a:p>
            <a:endParaRPr lang="fr-FR" altLang="fr-FR" smtClean="0"/>
          </a:p>
          <a:p>
            <a:r>
              <a:rPr lang="fr-FR" altLang="fr-FR" smtClean="0"/>
              <a:t>9-  LE PRINCE DE PAIX  RÈGNE EN MOI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61C24-762B-49C9-95AB-BFDB7FDDFB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88D59-0D5F-4365-BAB6-AA1941D9C2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702FB-1589-48E6-8996-36F37D96D0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89EB3-8B27-4058-9114-0CD198D105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2069D-4B7E-4BF1-B891-4013C221A2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0C287-550D-4DCA-81AF-3C2AF2BDA2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93B4C-5F8A-44A5-B5F8-6EF0703E32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7183C-59F4-4BFE-B8A5-EA6DBF9978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FDCCE-A31A-4EFF-899B-BB80E1DD27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5D021-533C-46B3-8FD8-101A5672F6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C690A-6E46-431E-863A-11615BACCF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D6B3C8-54A9-4933-B117-2CD3A11AF9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PETITE VILLE DE BETHLÉEM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TOI EST VENUE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CETTE NUIT BRILLENT LES ÉTOILES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L’ÉLOGE EST POUR LE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RUES DE TA VILLE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LUMIÈRE ÉTERNELLE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L’ESPOIR, L’ATTENTE DE TANT D’ANNÉES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SE SONT TROUVÉS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SAINT ENFANT DE BETHLÉEM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PARMI NOUS CE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SA NAISSANCE, DANS NOS CŒURS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VIT EN NOUS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ENTENDONS TOUS LES ANGES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CHANTER NOËL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VIENS À NOUS, DEMEURE EN NOUS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EMMANUEL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PRINCE DE PAIX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RÈGNE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306</Words>
  <Application>Microsoft Office PowerPoint</Application>
  <PresentationFormat>On-screen Show (4:3)</PresentationFormat>
  <Paragraphs>108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154</cp:revision>
  <dcterms:created xsi:type="dcterms:W3CDTF">2002-08-17T10:50:50Z</dcterms:created>
  <dcterms:modified xsi:type="dcterms:W3CDTF">2016-12-23T14:08:54Z</dcterms:modified>
</cp:coreProperties>
</file>