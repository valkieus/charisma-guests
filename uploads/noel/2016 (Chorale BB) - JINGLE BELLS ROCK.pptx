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9" r:id="rId2"/>
    <p:sldId id="280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4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48" autoAdjust="0"/>
    <p:restoredTop sz="50850" autoAdjust="0"/>
  </p:normalViewPr>
  <p:slideViewPr>
    <p:cSldViewPr>
      <p:cViewPr>
        <p:scale>
          <a:sx n="50" d="100"/>
          <a:sy n="50" d="100"/>
        </p:scale>
        <p:origin x="-96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DC7C96E-3C56-4972-9651-30622D909E5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EACACE0-D3EA-45ED-9C5E-C8B6934CE4E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endParaRPr lang="fr-FR" altLang="fr-FR" smtClean="0"/>
          </a:p>
          <a:p>
            <a:r>
              <a:rPr lang="fr-FR" alt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endParaRPr lang="fr-FR" altLang="fr-FR" smtClean="0"/>
          </a:p>
          <a:p>
            <a:r>
              <a:rPr lang="fr-FR" alt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endParaRPr lang="fr-FR" altLang="fr-FR" smtClean="0"/>
          </a:p>
          <a:p>
            <a:r>
              <a:rPr lang="fr-FR" alt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endParaRPr lang="fr-FR" altLang="fr-FR" smtClean="0"/>
          </a:p>
          <a:p>
            <a:r>
              <a:rPr lang="fr-FR" alt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endParaRPr lang="fr-FR" altLang="fr-FR" smtClean="0"/>
          </a:p>
          <a:p>
            <a:r>
              <a:rPr lang="fr-FR" alt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endParaRPr lang="fr-FR" altLang="fr-FR" smtClean="0"/>
          </a:p>
          <a:p>
            <a:r>
              <a:rPr lang="fr-FR" alt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endParaRPr lang="fr-FR" altLang="fr-FR" smtClean="0"/>
          </a:p>
          <a:p>
            <a:r>
              <a:rPr lang="fr-FR" alt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endParaRPr lang="fr-FR" altLang="fr-FR" smtClean="0"/>
          </a:p>
          <a:p>
            <a:r>
              <a:rPr lang="fr-FR" alt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endParaRPr lang="fr-FR" altLang="fr-FR" smtClean="0"/>
          </a:p>
          <a:p>
            <a:r>
              <a:rPr lang="fr-FR" alt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endParaRPr lang="fr-FR" altLang="fr-FR" smtClean="0"/>
          </a:p>
          <a:p>
            <a:r>
              <a:rPr lang="fr-FR" alt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endParaRPr lang="fr-FR" altLang="fr-FR" smtClean="0"/>
          </a:p>
          <a:p>
            <a:r>
              <a:rPr lang="fr-FR" alt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endParaRPr lang="fr-FR" altLang="fr-FR" smtClean="0"/>
          </a:p>
          <a:p>
            <a:r>
              <a:rPr lang="fr-FR" alt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endParaRPr lang="fr-FR" altLang="fr-FR" smtClean="0"/>
          </a:p>
          <a:p>
            <a:r>
              <a:rPr lang="fr-FR" alt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endParaRPr lang="fr-FR" altLang="fr-FR" smtClean="0"/>
          </a:p>
          <a:p>
            <a:r>
              <a:rPr lang="fr-FR" alt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endParaRPr lang="fr-FR" altLang="fr-FR" smtClean="0"/>
          </a:p>
          <a:p>
            <a:r>
              <a:rPr lang="fr-FR" alt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endParaRPr lang="fr-FR" altLang="fr-FR" smtClean="0"/>
          </a:p>
          <a:p>
            <a:r>
              <a:rPr lang="fr-FR" alt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endParaRPr lang="fr-FR" altLang="fr-FR" smtClean="0"/>
          </a:p>
          <a:p>
            <a:r>
              <a:rPr lang="fr-FR" alt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endParaRPr lang="fr-FR" altLang="fr-FR" smtClean="0"/>
          </a:p>
          <a:p>
            <a:r>
              <a:rPr lang="fr-FR" alt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endParaRPr lang="fr-FR" altLang="fr-FR" smtClean="0"/>
          </a:p>
          <a:p>
            <a:r>
              <a:rPr lang="fr-FR" alt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endParaRPr lang="fr-FR" altLang="fr-FR" smtClean="0"/>
          </a:p>
          <a:p>
            <a:r>
              <a:rPr lang="fr-FR" alt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endParaRPr lang="fr-FR" altLang="fr-FR" smtClean="0"/>
          </a:p>
          <a:p>
            <a:r>
              <a:rPr lang="fr-FR" alt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endParaRPr lang="fr-FR" altLang="fr-FR" smtClean="0"/>
          </a:p>
          <a:p>
            <a:r>
              <a:rPr lang="fr-FR" alt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endParaRPr lang="fr-FR" altLang="fr-FR" smtClean="0"/>
          </a:p>
          <a:p>
            <a:r>
              <a:rPr lang="fr-FR" alt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endParaRPr lang="fr-FR" altLang="fr-FR" smtClean="0"/>
          </a:p>
          <a:p>
            <a:r>
              <a:rPr lang="fr-FR" alt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endParaRPr lang="fr-FR" altLang="fr-FR" smtClean="0"/>
          </a:p>
          <a:p>
            <a:r>
              <a:rPr lang="fr-FR" alt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endParaRPr lang="fr-FR" altLang="fr-FR" smtClean="0"/>
          </a:p>
          <a:p>
            <a:r>
              <a:rPr lang="fr-FR" alt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C’EST NOËL C’EST NOËL  LE TEMPS DE NOËL  
2-  NOËL QUI CHANTE ET NOËL QUI DANSE 
3-  LES CLOCHES QUI SONNENT  DE JOIE ET DE GAIETÉ 
4-  OUI NOËL A COMMENCÉ </a:t>
            </a:r>
          </a:p>
          <a:p>
            <a:endParaRPr lang="fr-FR" altLang="fr-FR" smtClean="0"/>
          </a:p>
          <a:p>
            <a:r>
              <a:rPr lang="fr-FR" altLang="fr-FR" smtClean="0"/>
              <a:t>5-  C’EST NOËL C’EST NOËL  LE TEMPS DE NOËL  
6-  LES CLOCHES QUI SONNENT  LES GUIRLANDES SONT BELLES 
7-  DANSANT ET CHANTANT  SUR TOUS CES BEAUX AIRS 
8-  PAR UN TEMPS D’HIVERS </a:t>
            </a:r>
          </a:p>
          <a:p>
            <a:endParaRPr lang="fr-FR" altLang="fr-FR" smtClean="0"/>
          </a:p>
          <a:p>
            <a:r>
              <a:rPr lang="fr-FR" altLang="fr-FR" smtClean="0"/>
              <a:t>9-  OUI C’EST LE TEMPS,  LE BON MOMENT 
10-  POUR RIRE ET CÉLÉBRER C’EST LA SAISON, UNE BONNE RAISON 
11-  POUR ALLER DANS LA NEIGE  ET S'AMUSER 
12-  ALLONS-Y C'EST NOËL SOUS TON BONNET 
13-  RETROUVE TES JOIES D'ENFANT ADMIRER LA NEIGE TOMBÉE DU CIEL 
14-  C’EST MERVEILLEUX NOËL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0119C8-88A5-432A-9499-76B6892600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EBB533-1B91-4DF6-A129-5B3F5A3F66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E58BEA-22C8-453A-8B30-DB4E55A002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254657-F6CD-4364-B935-68186AC4AC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0449FF-C19A-431E-8CCF-C33EDB13FC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C1A403-D59B-40C1-9B26-53013E47FC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A3D875-821D-4DB3-88D0-CF24C600902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1022EB-A269-45E9-8E8A-F5C48B6637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167885-B68F-4200-9A19-CFD0BBBC99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2486FD-2A33-461E-8E05-5CCAF06714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43FD6D-6D08-4D5A-BFC2-57EBE3E9B8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53C02BC-A366-4ECB-BEC9-B3C144375F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NOËL,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NOËL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TEMPS DE NOËL</a:t>
            </a:r>
          </a:p>
          <a:p>
            <a:pPr algn="ctr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NOËL QUI CHANTE ET NOËL QUI DANSE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CLOCHES QUI SONNENT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JOIE ET DE GAIETÉ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NOËL A COMMENCÉ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NOËL, C’EST NOËL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LE TEMPS DE NOËL</a:t>
            </a:r>
          </a:p>
          <a:p>
            <a:pPr algn="ctr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CLOCHES QUI SONNENT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LES GUIRLANDES SONT BELLES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DANSANT ET CHANTANT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TOUS CES BEAUX AIRS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UN TEMPS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D’HIVER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C’EST LE TEMPS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BON MOMENT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RIRE ET CÉLÉBRER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LA SAISON, UNE BONNE RAISON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ALLER DANS LA NEIGE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ET S'AMUSER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ALLONS-Y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NOËL SOUS TON BONNET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RETROUVE TES JOIES D'ENFANT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ADMIRER LA NEIGE TOMBÉE DU CIEL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MERVEILLEUX NOËL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1621</TotalTime>
  <Words>358</Words>
  <Application>Microsoft Office PowerPoint</Application>
  <PresentationFormat>On-screen Show (4:3)</PresentationFormat>
  <Paragraphs>164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158</cp:revision>
  <dcterms:created xsi:type="dcterms:W3CDTF">2002-08-17T10:50:50Z</dcterms:created>
  <dcterms:modified xsi:type="dcterms:W3CDTF">2016-12-25T11:08:24Z</dcterms:modified>
</cp:coreProperties>
</file>