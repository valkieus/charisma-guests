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1" r:id="rId2"/>
    <p:sldId id="276" r:id="rId3"/>
    <p:sldId id="277" r:id="rId4"/>
    <p:sldId id="259" r:id="rId5"/>
    <p:sldId id="266" r:id="rId6"/>
    <p:sldId id="278" r:id="rId7"/>
    <p:sldId id="260" r:id="rId8"/>
    <p:sldId id="279" r:id="rId9"/>
    <p:sldId id="267" r:id="rId10"/>
    <p:sldId id="280" r:id="rId11"/>
    <p:sldId id="261" r:id="rId12"/>
    <p:sldId id="281" r:id="rId13"/>
    <p:sldId id="262" r:id="rId14"/>
    <p:sldId id="282" r:id="rId15"/>
    <p:sldId id="263" r:id="rId16"/>
    <p:sldId id="283" r:id="rId17"/>
    <p:sldId id="268" r:id="rId18"/>
    <p:sldId id="284" r:id="rId19"/>
    <p:sldId id="264" r:id="rId20"/>
    <p:sldId id="285" r:id="rId21"/>
    <p:sldId id="269" r:id="rId22"/>
    <p:sldId id="286" r:id="rId23"/>
    <p:sldId id="265" r:id="rId24"/>
    <p:sldId id="287" r:id="rId25"/>
    <p:sldId id="270" r:id="rId26"/>
    <p:sldId id="288" r:id="rId27"/>
    <p:sldId id="273" r:id="rId28"/>
    <p:sldId id="289" r:id="rId29"/>
    <p:sldId id="274" r:id="rId30"/>
    <p:sldId id="290" r:id="rId31"/>
    <p:sldId id="291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71" autoAdjust="0"/>
    <p:restoredTop sz="34179" autoAdjust="0"/>
  </p:normalViewPr>
  <p:slideViewPr>
    <p:cSldViewPr>
      <p:cViewPr varScale="1">
        <p:scale>
          <a:sx n="30" d="100"/>
          <a:sy n="30" d="100"/>
        </p:scale>
        <p:origin x="15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B1E83FB-9D95-4376-9D9B-977D5D64D4B1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23E3BE0-B17C-4335-8BF5-A2C2F711959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29-  Ô DOUCE NUIT  
	30-  Ô QUELLE GRÂCE, JÉSUS EST NÉ  x2      </a:t>
            </a:r>
            <a:r>
              <a:rPr lang="fr-FR" dirty="0" err="1"/>
              <a:t>x2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31 - JÉSUS EST NÉ 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29-  Ô DOUCE NUIT  
	30-  Ô QUELLE GRÂCE, JÉSUS EST NÉ  x2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31 - JÉSUS EST NÉ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11-  LES ANGES LOUENT 
	12-  JÉSUS,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13-  Ô DOUCE NUIT  
	14-  Ô QUELLE GRÂCE, JÉSUS EST NÉ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27-  LES ANGES  LOUENT 
	28-  JÉSUS L’EMMANUEL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29-  Ô DOUCE NUIT  
	30-  Ô QUELLE GRÂCE, JÉSUS EST NÉ  x2      </a:t>
            </a:r>
            <a:r>
              <a:rPr lang="fr-FR" dirty="0" err="1"/>
              <a:t>x2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31 - JÉSUS EST NÉ 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Ô DOUCE NUIT, LE CIEL ÉTOILÉ 
2-  ILLUMINANT NOS CŒURS DE SON ÉCLAT 
3-  DE SON AMOUR 
4-  IL REMPLIT LA TERRE 
5-  UN CHANT D’AMOUR 
6-  NOUS COMBLE DE JOIE 
7-  NOUS ADORONS 
8-  LE PRINCE DE LA PAIX 
9-  TOUT L’UNIVERS 
10-  S’INCLINE DEVANT LUI 
</a:t>
            </a:r>
          </a:p>
          <a:p>
            <a:r>
              <a:rPr lang="fr-FR"/>
              <a:t>	11-  LES ANGES LOUENT 
	12-  JÉSUS, L’EMMANUEL </a:t>
            </a:r>
          </a:p>
          <a:p>
            <a:r>
              <a:rPr lang="fr-FR"/>
              <a:t>
	13-  Ô DOUCE NUIT  
	14-  Ô QUELLE GRÂCE, JÉSUS EST NÉ      x2</a:t>
            </a:r>
          </a:p>
          <a:p>
            <a:r>
              <a:rPr lang="fr-FR"/>
              <a:t>
15-  AIMER SON FRÈRE 
16-  PLUS QUE SOI-MÊME 
17-  SON ÉVANGILE 
18-  OUI N’EST QUE DON DE SOI 
19-  C’EST PAR L’AMOUR 
20-  QUE LES CHAÎNES SONT BRISÉES 
21-  ET EN SON NOM 
22-  LES CAPTIFS LIBÉRÉS 
23-  DES HYMNES DE JOIE 
24-  RETENTISSENT DANS NOS CŒURS 
25-  NOUS ÉLEVONS 
26-  LE SAUVEUR DU MONDE 
</a:t>
            </a:r>
          </a:p>
          <a:p>
            <a:r>
              <a:rPr lang="fr-FR"/>
              <a:t>	27-  LES ANGES  LOUENT 
	28-  JÉSUS L’EMMANUEL </a:t>
            </a:r>
          </a:p>
          <a:p>
            <a:r>
              <a:rPr lang="fr-FR"/>
              <a:t>
	29-  Ô DOUCE NUIT  
	30-  Ô QUELLE GRÂCE, JÉSUS EST NÉ  x2      x2</a:t>
            </a:r>
          </a:p>
          <a:p>
            <a:r>
              <a:rPr lang="fr-FR"/>
              <a:t>	31 - JÉSUS EST NÉ 
</a:t>
            </a:r>
          </a:p>
        </p:txBody>
      </p:sp>
    </p:spTree>
    <p:extLst>
      <p:ext uri="{BB962C8B-B14F-4D97-AF65-F5344CB8AC3E}">
        <p14:creationId xmlns:p14="http://schemas.microsoft.com/office/powerpoint/2010/main" val="385838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CAD9B-DB47-4DF8-96D2-5A021C47195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988AE-9C5D-47EB-AE99-D3D7A55CBD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863B2-B7C5-4480-8B87-79C9738B80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4EB5D-FBFC-4552-8EC5-3ABE1B42EC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045E0-B5FE-4C79-921D-F30BA6A04FE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59A4E-C57F-4FCF-8A21-B933D11DA0E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2197A-B2CF-4081-AA2A-24F71B29AE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E0C95-2049-4FD5-883A-6C310FE321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EF7D7-4C56-462F-933B-1163D22C42A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D2C2A-DC83-450B-9B43-A067CDC9FE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5E666-AB8E-41BD-B70B-6E020614F5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7C6A3F-9CDE-442E-9C1A-2C03F097272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Ô DOUCE NUIT, LE CIEL ÉTOILÉ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ILLUMINANT NOS CŒURS DE SON ÉCLAT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IL REMPLIT LA TERRE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UN CHANT D’AMOUR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NOUS COMBLE DE JOIE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NOUS ADORONS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 PRINCE DE LA PAIX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TOUT L’UNIVERS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S’INCLINE DEVANT LUI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LES ANGES LOUENT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JÉSUS, L’EMMANUEL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Ô DOUCE NUIT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Ô QUELLE GRÂCE, JÉSUS EST 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AIMER SON FRÈRE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BIEN PLUS QUE SOI-MÊME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SON ÉVANGILE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 N’EST QUE DON DE SOI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C’EST PAR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QUE LES CHAÎNES SONT BRISÉES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EN SON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LES CAPTIFS LIBÉRÉS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DES HYMNES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RETENTISSENT DANS NOS CŒURS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NOUS ÉLEVONS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SAUVEUR DU MONDE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LES ANGES LOUENT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L’EMMANUEL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Ô DOUCE NUIT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Ô QUELLE GRÂCE, JÉSUS EST 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EST 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20358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613</Words>
  <Application>Microsoft Office PowerPoint</Application>
  <PresentationFormat>Affichage à l'écran (4:3)</PresentationFormat>
  <Paragraphs>465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4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74</cp:revision>
  <dcterms:created xsi:type="dcterms:W3CDTF">2002-08-17T10:50:50Z</dcterms:created>
  <dcterms:modified xsi:type="dcterms:W3CDTF">2021-12-24T19:36:43Z</dcterms:modified>
</cp:coreProperties>
</file>