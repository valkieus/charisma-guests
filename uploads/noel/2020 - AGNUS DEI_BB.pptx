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0" r:id="rId2"/>
    <p:sldId id="283" r:id="rId3"/>
    <p:sldId id="271" r:id="rId4"/>
    <p:sldId id="272" r:id="rId5"/>
    <p:sldId id="284" r:id="rId6"/>
    <p:sldId id="273" r:id="rId7"/>
    <p:sldId id="285" r:id="rId8"/>
    <p:sldId id="274" r:id="rId9"/>
    <p:sldId id="286" r:id="rId10"/>
    <p:sldId id="275" r:id="rId11"/>
    <p:sldId id="287" r:id="rId12"/>
    <p:sldId id="276" r:id="rId13"/>
    <p:sldId id="288" r:id="rId14"/>
    <p:sldId id="277" r:id="rId15"/>
    <p:sldId id="289" r:id="rId16"/>
    <p:sldId id="278" r:id="rId17"/>
    <p:sldId id="290" r:id="rId18"/>
    <p:sldId id="279" r:id="rId19"/>
    <p:sldId id="291" r:id="rId20"/>
    <p:sldId id="280" r:id="rId21"/>
    <p:sldId id="294" r:id="rId22"/>
    <p:sldId id="292" r:id="rId23"/>
    <p:sldId id="281" r:id="rId24"/>
    <p:sldId id="293" r:id="rId25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954" autoAdjust="0"/>
    <p:restoredTop sz="76779" autoAdjust="0"/>
  </p:normalViewPr>
  <p:slideViewPr>
    <p:cSldViewPr>
      <p:cViewPr varScale="1">
        <p:scale>
          <a:sx n="55" d="100"/>
          <a:sy n="55" d="100"/>
        </p:scale>
        <p:origin x="1956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67A60-B3F4-4EE2-AD08-C1E888F02291}" type="datetimeFigureOut">
              <a:rPr lang="fr-FR" smtClean="0"/>
              <a:pPr/>
              <a:t>25/12/2020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37D69E-96AD-4AF9-B966-A6DB492EB318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Lucida Handwriting" panose="03010101010101010101" pitchFamily="66" charset="0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1-  AGNUS DEI 
2-  QUI TOLLIS PECCATA MUNDI 
3-  MISERERE NOBIS x2
</a:t>
            </a:r>
          </a:p>
          <a:p>
            <a:r>
              <a:rPr lang="fr-FR" dirty="0"/>
              <a:t>4-  AGNUS DEI 
5-  QUI TOLLIS PECCATA MUNDI 
6-  AGNUS DEI  x2
7-  QUI DONA NOBIS PACEM 
</a:t>
            </a:r>
          </a:p>
          <a:p>
            <a:r>
              <a:rPr lang="fr-FR" dirty="0"/>
              <a:t>8-  AGNEAU DE DIEU 
9-  QUI ÔTE LES PÉCHÉS DU MONDE 
10-  FAIS-NOUS GRÂCE, Ô SEIGNEUR 
11-  DANS TA MISÉRICORDE 
</a:t>
            </a:r>
          </a:p>
          <a:p>
            <a:r>
              <a:rPr lang="fr-FR" dirty="0"/>
              <a:t>12-  AGNEAU DE DIEU 
13-  VIENS ET ÔTE LES PÉCHÉS DU MONDE 
14-  AGNEAU, AGNEAU DE DIEU 
15-  ACCORDE-NOUS LA PAIX 
</a:t>
            </a:r>
          </a:p>
          <a:p>
            <a:r>
              <a:rPr lang="fr-FR" dirty="0"/>
              <a:t>16-  OH, PRÉCIEUX AGNEAU DE DIEU 
17-  ÉCOUTE NOTRE VOIX 
18-  CAR PRÉCIEUX AGNEAU DE DIEU 
19-  NOTRE ESPÉRANCE EST EN TOI 
</a:t>
            </a:r>
          </a:p>
          <a:p>
            <a:r>
              <a:rPr lang="fr-FR" dirty="0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1-  AGNUS DEI 
2-  QUI TOLLIS PECCATA MUNDI 
3-  MISERERE NOBIS x2
</a:t>
            </a:r>
          </a:p>
          <a:p>
            <a:r>
              <a:rPr lang="fr-FR" dirty="0"/>
              <a:t>4-  AGNUS DEI 
5-  QUI TOLLIS PECCATA MUNDI 
6-  AGNUS DEI  x2
7-  QUI DONA NOBIS PACEM 
</a:t>
            </a:r>
          </a:p>
          <a:p>
            <a:r>
              <a:rPr lang="fr-FR" dirty="0"/>
              <a:t>8-  AGNEAU DE DIEU 
9-  QUI ÔTE LES PÉCHÉS DU MONDE 
10-  FAIS-NOUS GRÂCE, Ô SEIGNEUR 
11-  DANS TA MISÉRICORDE 
</a:t>
            </a:r>
          </a:p>
          <a:p>
            <a:r>
              <a:rPr lang="fr-FR" dirty="0"/>
              <a:t>12-  AGNEAU DE DIEU 
13-  VIENS ET ÔTE LES PÉCHÉS DU MONDE 
14-  AGNEAU, AGNEAU DE DIEU 
15-  ACCORDE-NOUS LA PAIX 
</a:t>
            </a:r>
          </a:p>
          <a:p>
            <a:r>
              <a:rPr lang="fr-FR" dirty="0"/>
              <a:t>16-  OH, PRÉCIEUX AGNEAU DE DIEU 
17-  ÉCOUTE NOTRE VOIX 
18-  CAR PRÉCIEUX AGNEAU DE DIEU 
19-  NOTRE ESPÉRANCE EST EN TOI 
</a:t>
            </a:r>
          </a:p>
          <a:p>
            <a:r>
              <a:rPr lang="fr-FR" dirty="0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1-  AGNUS DEI 
2-  QUI TOLLIS PECCATA MUNDI 
3-  MISERERE NOBIS x2
</a:t>
            </a:r>
          </a:p>
          <a:p>
            <a:r>
              <a:rPr lang="fr-FR" dirty="0"/>
              <a:t>4-  AGNUS DEI 
5-  QUI TOLLIS PECCATA MUNDI 
6-  AGNUS DEI  x2
7-  QUI DONA NOBIS PACEM 
</a:t>
            </a:r>
          </a:p>
          <a:p>
            <a:r>
              <a:rPr lang="fr-FR" dirty="0"/>
              <a:t>8-  AGNEAU DE DIEU 
9-  QUI ÔTE LES PÉCHÉS DU MONDE 
10-  FAIS-NOUS GRÂCE, Ô SEIGNEUR 
11-  DANS TA MISÉRICORDE 
</a:t>
            </a:r>
          </a:p>
          <a:p>
            <a:r>
              <a:rPr lang="fr-FR" dirty="0"/>
              <a:t>12-  AGNEAU DE DIEU 
13-  VIENS ET ÔTE LES PÉCHÉS DU MONDE 
14-  AGNEAU, AGNEAU DE DIEU 
15-  ACCORDE-NOUS LA PAIX 
</a:t>
            </a:r>
          </a:p>
          <a:p>
            <a:r>
              <a:rPr lang="fr-FR" dirty="0"/>
              <a:t>16-  OH, PRÉCIEUX AGNEAU DE DIEU 
17-  ÉCOUTE NOTRE VOIX 
18-  CAR PRÉCIEUX AGNEAU DE DIEU 
19-  NOTRE ESPÉRANCE EST EN TOI 
</a:t>
            </a:r>
          </a:p>
          <a:p>
            <a:r>
              <a:rPr lang="fr-FR" dirty="0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1-  AGNUS DEI 
2-  QUI TOLLIS PECCATA MUNDI 
3-  MISERERE NOBIS x2
</a:t>
            </a:r>
          </a:p>
          <a:p>
            <a:r>
              <a:rPr lang="fr-FR" dirty="0"/>
              <a:t>4-  AGNUS DEI 
5-  QUI TOLLIS PECCATA MUNDI 
6-  AGNUS DEI  x2
7-  QUI DONA NOBIS PACEM 
</a:t>
            </a:r>
          </a:p>
          <a:p>
            <a:r>
              <a:rPr lang="fr-FR" dirty="0"/>
              <a:t>8-  AGNEAU DE DIEU 
9-  QUI ÔTE LES PÉCHÉS DU MONDE 
10-  FAIS-NOUS GRÂCE, Ô SEIGNEUR 
11-  DANS TA MISÉRICORDE 
</a:t>
            </a:r>
          </a:p>
          <a:p>
            <a:r>
              <a:rPr lang="fr-FR" dirty="0"/>
              <a:t>12-  AGNEAU DE DIEU 
13-  VIENS ET ÔTE LES PÉCHÉS DU MONDE 
14-  AGNEAU, AGNEAU DE DIEU 
15-  ACCORDE-NOUS LA PAIX 
</a:t>
            </a:r>
          </a:p>
          <a:p>
            <a:r>
              <a:rPr lang="fr-FR" dirty="0"/>
              <a:t>16-  OH, PRÉCIEUX AGNEAU DE DIEU 
17-  ÉCOUTE NOTRE VOIX 
18-  CAR PRÉCIEUX AGNEAU DE DIEU 
19-  NOTRE ESPÉRANCE EST EN TOI 
</a:t>
            </a:r>
          </a:p>
          <a:p>
            <a:r>
              <a:rPr lang="fr-FR" dirty="0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1-  AGNUS DEI 
2-  QUI TOLLIS PECCATA MUNDI 
3-  MISERERE NOBIS x2
</a:t>
            </a:r>
          </a:p>
          <a:p>
            <a:r>
              <a:rPr lang="fr-FR" dirty="0"/>
              <a:t>4-  AGNUS DEI 
5-  QUI TOLLIS PECCATA MUNDI 
6-  AGNUS DEI  x2
7-  QUI DONA NOBIS PACEM 
</a:t>
            </a:r>
          </a:p>
          <a:p>
            <a:r>
              <a:rPr lang="fr-FR" dirty="0"/>
              <a:t>8-  AGNEAU DE DIEU 
9-  QUI ÔTE LES PÉCHÉS DU MONDE 
10-  FAIS-NOUS GRÂCE, Ô SEIGNEUR 
11-  DANS TA MISÉRICORDE 
</a:t>
            </a:r>
          </a:p>
          <a:p>
            <a:r>
              <a:rPr lang="fr-FR" dirty="0"/>
              <a:t>12-  AGNEAU DE DIEU 
13-  VIENS ET ÔTE LES PÉCHÉS DU MONDE 
14-  AGNEAU, AGNEAU DE DIEU 
15-  ACCORDE-NOUS LA PAIX 
</a:t>
            </a:r>
          </a:p>
          <a:p>
            <a:r>
              <a:rPr lang="fr-FR" dirty="0"/>
              <a:t>16-  OH, PRÉCIEUX AGNEAU DE DIEU 
17-  ÉCOUTE NOTRE VOIX 
18-  CAR PRÉCIEUX AGNEAU DE DIEU 
19-  NOTRE ESPÉRANCE EST EN TOI 
</a:t>
            </a:r>
          </a:p>
          <a:p>
            <a:r>
              <a:rPr lang="fr-FR" dirty="0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  <a:endParaRPr lang="fr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r-FR" dirty="0"/>
              <a:t>1-  AGNUS DEI 
2-  QUI TOLLIS PECCATA MUNDI 
3-  MISERERE NOBIS x2
</a:t>
            </a:r>
          </a:p>
          <a:p>
            <a:r>
              <a:rPr lang="fr-FR" dirty="0"/>
              <a:t>4-  AGNUS DEI 
5-  QUI TOLLIS PECCATA MUNDI 
6-  AGNUS DEI  x2
7-  QUI DONA NOBIS PACEM 
</a:t>
            </a:r>
          </a:p>
          <a:p>
            <a:r>
              <a:rPr lang="fr-FR" dirty="0"/>
              <a:t>8-  AGNEAU DE DIEU 
9-  QUI ÔTE LES PÉCHÉS DU MONDE 
10-  FAIS-NOUS GRÂCE, Ô SEIGNEUR 
11-  DANS TA MISÉRICORDE 
</a:t>
            </a:r>
          </a:p>
          <a:p>
            <a:r>
              <a:rPr lang="fr-FR" dirty="0"/>
              <a:t>12-  AGNEAU DE DIEU 
13-  VIENS ET ÔTE LES PÉCHÉS DU MONDE 
14-  AGNEAU, AGNEAU DE DIEU 
15-  ACCORDE-NOUS LA PAIX 
</a:t>
            </a:r>
          </a:p>
          <a:p>
            <a:r>
              <a:rPr lang="fr-FR" dirty="0"/>
              <a:t>16-  OH, PRÉCIEUX AGNEAU DE DIEU 
17-  ÉCOUTE NOTRE VOIX 
18-  CAR PRÉCIEUX AGNEAU DE DIEU 
19-  NOTRE ESPÉRANCE EST EN TOI 
</a:t>
            </a:r>
          </a:p>
          <a:p>
            <a:r>
              <a:rPr lang="fr-FR" dirty="0"/>
              <a:t>20-  AGNUS DEI 
21-  QUI TOLLIS PECCATA MUNDI 
22-  AGNUS DEI  x2
23-  QUI DONA NOBIS PACEM 
24-  ACCORDE-NOUS LA PAIX 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fr-FR"/>
              <a:t>1-  AGNUS DEI 
2-  QUI TOLLIS PECCATA MUNDI 
3-  MISERERE NOBIS x2
</a:t>
            </a:r>
          </a:p>
          <a:p>
            <a:r>
              <a:rPr lang="fr-FR"/>
              <a:t>4-  AGNUS DEI 
5-  QUI TOLLIS PECCATA MUNDI 
6-  AGNUS DEI  x2
7-  QUI DONA NOBIS PACEM 
</a:t>
            </a:r>
          </a:p>
          <a:p>
            <a:r>
              <a:rPr lang="fr-FR"/>
              <a:t>8-  AGNEAU DE DIEU 
9-  QUI ÔTE LES PÉCHÉS DU MONDE 
10-  FAIS-NOUS GRÂCE, Ô SEIGNEUR 
11-  DANS TA MISÉRICORDE 
</a:t>
            </a:r>
          </a:p>
          <a:p>
            <a:r>
              <a:rPr lang="fr-FR"/>
              <a:t>12-  AGNEAU DE DIEU 
13-  VIENS ET ÔTE LES PÉCHÉS DU MONDE 
14-  AGNEAU, AGNEAU DE DIEU 
15-  ACCORDE-NOUS LA PAIX 
</a:t>
            </a:r>
          </a:p>
          <a:p>
            <a:r>
              <a:rPr lang="fr-FR"/>
              <a:t>16-  OH, PRÉCIEUX AGNEAU DE DIEU 
17-  ÉCOUTE NOTRE VOIX 
18-  CAR PRÉCIEUX AGNEAU DE DIEU 
19-  NOTRE ESPÉRANCE EST EN TOI 
</a:t>
            </a:r>
          </a:p>
          <a:p>
            <a:r>
              <a:rPr lang="fr-FR"/>
              <a:t>20-  AGNUS DEI 
21-  QUI TOLLIS PECCATA MUNDI 
22-  AGNUS DEI  x2
23-  QUI DONA NOBIS PACEM 
24-  ACCORDE-NOUS LA PAIX 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F15D18-B2F6-4AF1-A66C-FAF51CCEF6C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E3BD61-40B3-4322-876C-CF74E745BCC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07ADED-03DF-46A1-AA9A-D0849D4C5BC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9D2B37-082F-4B14-8A7E-9F4B69D5769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D03D1-3412-4C73-977B-77841B1C0DC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9E9449-F71C-47F5-A268-1FBB29A1E41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5C3D4-6200-4AFD-826D-96939599BE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55B1B-88E4-4EE1-94FA-9E053738E89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AC399E-70E6-4B09-A954-5236D714A772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8BC0EF-83C0-4682-A271-C38FE11E8C07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19F850-7113-44BC-9E08-9B3C41D411B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726DC69E-5300-41CE-89C9-D6015570A39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AGNUS DEI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QUI TOLLIS PECCATA MUNDI</a:t>
            </a:r>
            <a:endParaRPr lang="fr-FR" sz="32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Lucida Handwriting" panose="03010101010101010101" pitchFamily="66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54356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MISERERE NOBIS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AGNUS DEI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QUI TOLLIS PECCATA MUNDI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AGNUS DEI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QUI DONA NOBIS PACEM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AGNEAU DE DIEU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QUI ÔTE LES PÉCHÉS DU MONDE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FAIS-NOUS GRÂCE, Ô SEIGNEUR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DANS TA MISÉRICORDE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AGNEAU DE DIEU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VIENS ET ÔTE LES PÉCHÉS DU MONDE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AGNEAU, AGNEAU DE DIEU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ACCORDE-NOUS LA PAIX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OH, PRÉCIEUX AGNEAU DE DIEU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ÉCOUTE NOTRE VOIX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CAR PRÉCIEUX AGNEAU DE DIEU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NOTRE ESPÉRANCE EST EN TOI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AGNUS DEI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QUI TOLLIS PECCATA MUNDI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it-IT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AGNUS DEI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QUI DONA NOBIS PACEM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635000"/>
            <a:ext cx="9144000" cy="114300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eaLnBrk="1" hangingPunct="1">
              <a:lnSpc>
                <a:spcPct val="90000"/>
              </a:lnSpc>
              <a:defRPr/>
            </a:pPr>
            <a:r>
              <a:rPr lang="fr-FR" sz="32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Lucida Handwriting" panose="03010101010101010101" pitchFamily="66" charset="0"/>
              </a:rPr>
              <a:t>ACCORDE-NOUS LA PAIX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6809</Words>
  <Application>Microsoft Office PowerPoint</Application>
  <PresentationFormat>Affichage à l'écran (4:3)</PresentationFormat>
  <Paragraphs>312</Paragraphs>
  <Slides>24</Slides>
  <Notes>24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27" baseType="lpstr">
      <vt:lpstr>Franklin Gothic Medium</vt:lpstr>
      <vt:lpstr>Lucida Handwriting</vt:lpstr>
      <vt:lpstr>Default Design</vt:lpstr>
      <vt:lpstr>AGNUS DEI</vt:lpstr>
      <vt:lpstr>QUI TOLLIS PECCATA MUNDI</vt:lpstr>
      <vt:lpstr>MISERERE NOBIS</vt:lpstr>
      <vt:lpstr>AGNUS DEI</vt:lpstr>
      <vt:lpstr>QUI TOLLIS PECCATA MUNDI</vt:lpstr>
      <vt:lpstr>AGNUS DEI</vt:lpstr>
      <vt:lpstr>QUI DONA NOBIS PACEM</vt:lpstr>
      <vt:lpstr>AGNEAU DE DIEU</vt:lpstr>
      <vt:lpstr>QUI ÔTE LES PÉCHÉS DU MONDE</vt:lpstr>
      <vt:lpstr>FAIS-NOUS GRÂCE, Ô SEIGNEUR</vt:lpstr>
      <vt:lpstr>DANS TA MISÉRICORDE</vt:lpstr>
      <vt:lpstr>AGNEAU DE DIEU</vt:lpstr>
      <vt:lpstr>VIENS ET ÔTE LES PÉCHÉS DU MONDE</vt:lpstr>
      <vt:lpstr>AGNEAU, AGNEAU DE DIEU</vt:lpstr>
      <vt:lpstr>ACCORDE-NOUS LA PAIX</vt:lpstr>
      <vt:lpstr>OH, PRÉCIEUX AGNEAU DE DIEU</vt:lpstr>
      <vt:lpstr>ÉCOUTE NOTRE VOIX</vt:lpstr>
      <vt:lpstr>CAR PRÉCIEUX AGNEAU DE DIEU</vt:lpstr>
      <vt:lpstr>NOTRE ESPÉRANCE EST EN TOI</vt:lpstr>
      <vt:lpstr>AGNUS DEI</vt:lpstr>
      <vt:lpstr>QUI TOLLIS PECCATA MUNDI</vt:lpstr>
      <vt:lpstr>AGNUS DEI</vt:lpstr>
      <vt:lpstr>QUI DONA NOBIS PACEM</vt:lpstr>
      <vt:lpstr>ACCORDE-NOUS LA PAIX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2020-12-25T17:54:47Z</dcterms:modified>
</cp:coreProperties>
</file>