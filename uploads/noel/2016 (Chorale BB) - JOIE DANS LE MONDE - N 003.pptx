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64" r:id="rId2"/>
    <p:sldId id="265" r:id="rId3"/>
    <p:sldId id="288" r:id="rId4"/>
    <p:sldId id="266" r:id="rId5"/>
    <p:sldId id="271" r:id="rId6"/>
    <p:sldId id="267" r:id="rId7"/>
    <p:sldId id="268" r:id="rId8"/>
    <p:sldId id="273" r:id="rId9"/>
    <p:sldId id="269" r:id="rId10"/>
    <p:sldId id="270" r:id="rId11"/>
    <p:sldId id="274" r:id="rId12"/>
    <p:sldId id="275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10" autoAdjust="0"/>
    <p:restoredTop sz="52222" autoAdjust="0"/>
  </p:normalViewPr>
  <p:slideViewPr>
    <p:cSldViewPr>
      <p:cViewPr varScale="1">
        <p:scale>
          <a:sx n="44" d="100"/>
          <a:sy n="44" d="100"/>
        </p:scale>
        <p:origin x="-840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3D59C45-E4BD-415C-95DF-11F60E3F982E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A928A700-60F3-4340-A2D7-4413391847F0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en-US" smtClean="0"/>
              <a:t>1-  JOIE DANS LE MONDE LE SEIGNEUR VIENT 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2-  LA TERRE REÇOIT LE ROI 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3- QUE TOUS LES CŒURS LE LOUENT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4-  LE CIEL, LA NATURE CHANTENT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5-  LE CIEL, OUI LE CIEL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6-  JOIE SUR LA TERRE LE SAUVEUR RÈGNE 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9-  QUI FONT UN BRUIT JOYEUX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10-  QUI FONT,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11-  JOIE DANS LE MONDE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12-  LE SEIGNEUR NOTRE SAUVEUR VIENT ! LA TERRE REÇOIT LE ROI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13-  QUE TOUS LES CŒURS LE LOUENT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14-  LE CIEL, LA NATURE CHANTENT  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15-  LE CIEL OUI LE CIEL,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16-  JOIE SUR LA TERRE LE SAUVEUR RÈGNE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19-  QUI FONT UN BRUIT JOYEUX QUI FONT UN BRUIT JOYEUX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20-  QUI FONT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21- 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22-  LE SEIGNEUR NOTRE SAUVEUR VIENT 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23- JOIE DANS LE MONDE !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JOIE DANS LE MONDE LE SEIGNEUR VIENT !</a:t>
            </a:r>
          </a:p>
          <a:p>
            <a:r>
              <a:rPr lang="fr-FR" altLang="en-US" smtClean="0"/>
              <a:t>2-  LA TERRE REÇOIT LE ROI </a:t>
            </a:r>
          </a:p>
          <a:p>
            <a:r>
              <a:rPr lang="fr-FR" altLang="en-US" smtClean="0"/>
              <a:t>3- QUE TOUS LES CŒURS LE LOUENT     X2</a:t>
            </a:r>
          </a:p>
          <a:p>
            <a:r>
              <a:rPr lang="fr-FR" altLang="en-US" smtClean="0"/>
              <a:t>4-  LE CIEL, LA NATURE CHANTENT        X2</a:t>
            </a:r>
          </a:p>
          <a:p>
            <a:r>
              <a:rPr lang="fr-FR" altLang="en-US" smtClean="0"/>
              <a:t>5-  LE CIEL, OUI LE CIEL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6-  JOIE SUR LA TERRE LE SAUVEUR RÈGNE !</a:t>
            </a:r>
          </a:p>
          <a:p>
            <a:r>
              <a:rPr lang="fr-FR" altLang="en-US" smtClean="0"/>
              <a:t>	7-  LES HOMMES ENTONNENT LEURS CHANTS</a:t>
            </a:r>
          </a:p>
          <a:p>
            <a:r>
              <a:rPr lang="fr-FR" altLang="en-US" smtClean="0"/>
              <a:t>	8-  LES RIVIÈRES ET LES CHAMPS LES COLLINES ET LES PLAINES</a:t>
            </a:r>
          </a:p>
          <a:p>
            <a:r>
              <a:rPr lang="fr-FR" altLang="en-US" smtClean="0"/>
              <a:t>	</a:t>
            </a:r>
          </a:p>
          <a:p>
            <a:r>
              <a:rPr lang="fr-FR" altLang="en-US" smtClean="0"/>
              <a:t>	9-  QUI FONT UN BRUIT JOYEUX     X2</a:t>
            </a:r>
          </a:p>
          <a:p>
            <a:r>
              <a:rPr lang="fr-FR" altLang="en-US" smtClean="0"/>
              <a:t>	10-  QUI FONT,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11-  JOIE DANS LE MONDE JOIE DANS LE MONDE</a:t>
            </a:r>
          </a:p>
          <a:p>
            <a:r>
              <a:rPr lang="fr-FR" altLang="en-US" smtClean="0"/>
              <a:t>12-  LE SEIGNEUR NOTRE SAUVEUR VIENT ! LA TERRE REÇOIT LE ROI</a:t>
            </a:r>
          </a:p>
          <a:p>
            <a:r>
              <a:rPr lang="fr-FR" altLang="en-US" smtClean="0"/>
              <a:t>13-  QUE TOUS LES CŒURS LE LOUENT      X2</a:t>
            </a:r>
          </a:p>
          <a:p>
            <a:r>
              <a:rPr lang="fr-FR" altLang="en-US" smtClean="0"/>
              <a:t>14-  LE CIEL, LA NATURE CHANTENT          X2</a:t>
            </a:r>
          </a:p>
          <a:p>
            <a:r>
              <a:rPr lang="fr-FR" altLang="en-US" smtClean="0"/>
              <a:t>15-  LE CIEL OUI LE CIEL,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16-  JOIE SUR LA TERRE LE SAUVEUR RÈGNE</a:t>
            </a:r>
          </a:p>
          <a:p>
            <a:r>
              <a:rPr lang="fr-FR" altLang="en-US" smtClean="0"/>
              <a:t>	17-  LES HOMMES ENTONNENT LEURS CHANTS</a:t>
            </a:r>
          </a:p>
          <a:p>
            <a:r>
              <a:rPr lang="fr-FR" altLang="en-US" smtClean="0"/>
              <a:t>	18-  LES RIVIÈRES ET LES CHAMPS LES COLLINES ET LES PLAINES</a:t>
            </a:r>
          </a:p>
          <a:p>
            <a:r>
              <a:rPr lang="fr-FR" altLang="en-US" smtClean="0"/>
              <a:t>	19-  QUI FONT UN BRUIT JOYEUX QUI FONT UN BRUIT JOYEUX</a:t>
            </a:r>
          </a:p>
          <a:p>
            <a:r>
              <a:rPr lang="fr-FR" altLang="en-US" smtClean="0"/>
              <a:t>	20-  QUI FONT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21-  JOIE DANS LE MONDE</a:t>
            </a:r>
          </a:p>
          <a:p>
            <a:r>
              <a:rPr lang="fr-FR" altLang="en-US" smtClean="0"/>
              <a:t>22-  LE SEIGNEUR NOTRE SAUVEUR VIENT </a:t>
            </a:r>
          </a:p>
          <a:p>
            <a:r>
              <a:rPr lang="fr-FR" altLang="en-US" smtClean="0"/>
              <a:t>23- JOIE DANS LE MONDE !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en-US" smtClean="0"/>
              <a:t>1-  JOIE DANS LE MONDE LE SEIGNEUR VIENT 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2-  LA TERRE REÇOIT LE ROI 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3- QUE TOUS LES CŒURS LE LOUENT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4-  LE CIEL, LA NATURE CHANTENT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5-  LE CIEL, OUI LE CIEL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6-  JOIE SUR LA TERRE LE SAUVEUR RÈGNE 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9-  QUI FONT UN BRUIT JOYEUX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10-  QUI FONT,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11-  JOIE DANS LE MONDE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12-  LE SEIGNEUR NOTRE SAUVEUR VIENT ! LA TERRE REÇOIT LE ROI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13-  QUE TOUS LES CŒURS LE LOUENT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14-  LE CIEL, LA NATURE CHANTENT  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15-  LE CIEL OUI LE CIEL,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16-  JOIE SUR LA TERRE LE SAUVEUR RÈGNE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19-  QUI FONT UN BRUIT JOYEUX QUI FONT UN BRUIT JOYEUX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20-  QUI FONT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21- 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22-  LE SEIGNEUR NOTRE SAUVEUR VIENT 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23- JOIE DANS LE MONDE !</a:t>
            </a:r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JOIE DANS LE MONDE LE SEIGNEUR VIENT !</a:t>
            </a:r>
          </a:p>
          <a:p>
            <a:r>
              <a:rPr lang="fr-FR" altLang="en-US" smtClean="0"/>
              <a:t>2-  LA TERRE REÇOIT LE ROI </a:t>
            </a:r>
          </a:p>
          <a:p>
            <a:r>
              <a:rPr lang="fr-FR" altLang="en-US" smtClean="0"/>
              <a:t>3- QUE TOUS LES CŒURS LE LOUENT     X2</a:t>
            </a:r>
          </a:p>
          <a:p>
            <a:r>
              <a:rPr lang="fr-FR" altLang="en-US" smtClean="0"/>
              <a:t>4-  LE CIEL, LA NATURE CHANTENT        X2</a:t>
            </a:r>
          </a:p>
          <a:p>
            <a:r>
              <a:rPr lang="fr-FR" altLang="en-US" smtClean="0"/>
              <a:t>5-  LE CIEL, OUI LE CIEL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6-  JOIE SUR LA TERRE LE SAUVEUR RÈGNE !</a:t>
            </a:r>
          </a:p>
          <a:p>
            <a:r>
              <a:rPr lang="fr-FR" altLang="en-US" smtClean="0"/>
              <a:t>	7-  LES HOMMES ENTONNENT LEURS CHANTS</a:t>
            </a:r>
          </a:p>
          <a:p>
            <a:r>
              <a:rPr lang="fr-FR" altLang="en-US" smtClean="0"/>
              <a:t>	8-  LES RIVIÈRES ET LES CHAMPS LES COLLINES ET LES PLAINES</a:t>
            </a:r>
          </a:p>
          <a:p>
            <a:r>
              <a:rPr lang="fr-FR" altLang="en-US" smtClean="0"/>
              <a:t>	</a:t>
            </a:r>
          </a:p>
          <a:p>
            <a:r>
              <a:rPr lang="fr-FR" altLang="en-US" smtClean="0"/>
              <a:t>	9-  QUI FONT UN BRUIT JOYEUX     X2</a:t>
            </a:r>
          </a:p>
          <a:p>
            <a:r>
              <a:rPr lang="fr-FR" altLang="en-US" smtClean="0"/>
              <a:t>	10-  QUI FONT,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11-  JOIE DANS LE MONDE JOIE DANS LE MONDE</a:t>
            </a:r>
          </a:p>
          <a:p>
            <a:r>
              <a:rPr lang="fr-FR" altLang="en-US" smtClean="0"/>
              <a:t>12-  LE SEIGNEUR NOTRE SAUVEUR VIENT ! LA TERRE REÇOIT LE ROI</a:t>
            </a:r>
          </a:p>
          <a:p>
            <a:r>
              <a:rPr lang="fr-FR" altLang="en-US" smtClean="0"/>
              <a:t>13-  QUE TOUS LES CŒURS LE LOUENT      X2</a:t>
            </a:r>
          </a:p>
          <a:p>
            <a:r>
              <a:rPr lang="fr-FR" altLang="en-US" smtClean="0"/>
              <a:t>14-  LE CIEL, LA NATURE CHANTENT          X2</a:t>
            </a:r>
          </a:p>
          <a:p>
            <a:r>
              <a:rPr lang="fr-FR" altLang="en-US" smtClean="0"/>
              <a:t>15-  LE CIEL OUI LE CIEL,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16-  JOIE SUR LA TERRE LE SAUVEUR RÈGNE</a:t>
            </a:r>
          </a:p>
          <a:p>
            <a:r>
              <a:rPr lang="fr-FR" altLang="en-US" smtClean="0"/>
              <a:t>	17-  LES HOMMES ENTONNENT LEURS CHANTS</a:t>
            </a:r>
          </a:p>
          <a:p>
            <a:r>
              <a:rPr lang="fr-FR" altLang="en-US" smtClean="0"/>
              <a:t>	18-  LES RIVIÈRES ET LES CHAMPS LES COLLINES ET LES PLAINES</a:t>
            </a:r>
          </a:p>
          <a:p>
            <a:r>
              <a:rPr lang="fr-FR" altLang="en-US" smtClean="0"/>
              <a:t>	19-  QUI FONT UN BRUIT JOYEUX QUI FONT UN BRUIT JOYEUX</a:t>
            </a:r>
          </a:p>
          <a:p>
            <a:r>
              <a:rPr lang="fr-FR" altLang="en-US" smtClean="0"/>
              <a:t>	20-  QUI FONT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21-  JOIE DANS LE MONDE</a:t>
            </a:r>
          </a:p>
          <a:p>
            <a:r>
              <a:rPr lang="fr-FR" altLang="en-US" smtClean="0"/>
              <a:t>22-  LE SEIGNEUR NOTRE SAUVEUR VIENT </a:t>
            </a:r>
          </a:p>
          <a:p>
            <a:r>
              <a:rPr lang="fr-FR" altLang="en-US" smtClean="0"/>
              <a:t>23- JOIE DANS LE MONDE !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en-US" smtClean="0"/>
              <a:t>1-  JOIE DANS LE MONDE LE SEIGNEUR VIENT 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2-  LA TERRE REÇOIT LE ROI 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3- QUE TOUS LES CŒURS LE LOUENT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4-  LE CIEL, LA NATURE CHANTENT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5-  LE CIEL, OUI LE CIEL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6-  JOIE SUR LA TERRE LE SAUVEUR RÈGNE 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9-  QUI FONT UN BRUIT JOYEUX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10-  QUI FONT,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11-  JOIE DANS LE MONDE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12-  LE SEIGNEUR NOTRE SAUVEUR VIENT ! LA TERRE REÇOIT LE ROI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13-  QUE TOUS LES CŒURS LE LOUENT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14-  LE CIEL, LA NATURE CHANTENT  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15-  LE CIEL OUI LE CIEL,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16-  JOIE SUR LA TERRE LE SAUVEUR RÈGNE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19-  QUI FONT UN BRUIT JOYEUX QUI FONT UN BRUIT JOYEUX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20-  QUI FONT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21- 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22-  LE SEIGNEUR NOTRE SAUVEUR VIENT 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23- JOIE DANS LE MONDE !</a:t>
            </a:r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JOIE DANS LE MONDE LE SEIGNEUR VIENT !</a:t>
            </a:r>
          </a:p>
          <a:p>
            <a:r>
              <a:rPr lang="fr-FR" altLang="en-US" smtClean="0"/>
              <a:t>2-  LA TERRE REÇOIT LE ROI </a:t>
            </a:r>
          </a:p>
          <a:p>
            <a:r>
              <a:rPr lang="fr-FR" altLang="en-US" smtClean="0"/>
              <a:t>3- QUE TOUS LES CŒURS LE LOUENT     X2</a:t>
            </a:r>
          </a:p>
          <a:p>
            <a:r>
              <a:rPr lang="fr-FR" altLang="en-US" smtClean="0"/>
              <a:t>4-  LE CIEL, LA NATURE CHANTENT        X2</a:t>
            </a:r>
          </a:p>
          <a:p>
            <a:r>
              <a:rPr lang="fr-FR" altLang="en-US" smtClean="0"/>
              <a:t>5-  LE CIEL, OUI LE CIEL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6-  JOIE SUR LA TERRE LE SAUVEUR RÈGNE !</a:t>
            </a:r>
          </a:p>
          <a:p>
            <a:r>
              <a:rPr lang="fr-FR" altLang="en-US" smtClean="0"/>
              <a:t>	7-  LES HOMMES ENTONNENT LEURS CHANTS</a:t>
            </a:r>
          </a:p>
          <a:p>
            <a:r>
              <a:rPr lang="fr-FR" altLang="en-US" smtClean="0"/>
              <a:t>	8-  LES RIVIÈRES ET LES CHAMPS LES COLLINES ET LES PLAINES</a:t>
            </a:r>
          </a:p>
          <a:p>
            <a:r>
              <a:rPr lang="fr-FR" altLang="en-US" smtClean="0"/>
              <a:t>	</a:t>
            </a:r>
          </a:p>
          <a:p>
            <a:r>
              <a:rPr lang="fr-FR" altLang="en-US" smtClean="0"/>
              <a:t>	9-  QUI FONT UN BRUIT JOYEUX     X2</a:t>
            </a:r>
          </a:p>
          <a:p>
            <a:r>
              <a:rPr lang="fr-FR" altLang="en-US" smtClean="0"/>
              <a:t>	10-  QUI FONT,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11-  JOIE DANS LE MONDE JOIE DANS LE MONDE</a:t>
            </a:r>
          </a:p>
          <a:p>
            <a:r>
              <a:rPr lang="fr-FR" altLang="en-US" smtClean="0"/>
              <a:t>12-  LE SEIGNEUR NOTRE SAUVEUR VIENT ! LA TERRE REÇOIT LE ROI</a:t>
            </a:r>
          </a:p>
          <a:p>
            <a:r>
              <a:rPr lang="fr-FR" altLang="en-US" smtClean="0"/>
              <a:t>13-  QUE TOUS LES CŒURS LE LOUENT      X2</a:t>
            </a:r>
          </a:p>
          <a:p>
            <a:r>
              <a:rPr lang="fr-FR" altLang="en-US" smtClean="0"/>
              <a:t>14-  LE CIEL, LA NATURE CHANTENT          X2</a:t>
            </a:r>
          </a:p>
          <a:p>
            <a:r>
              <a:rPr lang="fr-FR" altLang="en-US" smtClean="0"/>
              <a:t>15-  LE CIEL OUI LE CIEL,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16-  JOIE SUR LA TERRE LE SAUVEUR RÈGNE</a:t>
            </a:r>
          </a:p>
          <a:p>
            <a:r>
              <a:rPr lang="fr-FR" altLang="en-US" smtClean="0"/>
              <a:t>	17-  LES HOMMES ENTONNENT LEURS CHANTS</a:t>
            </a:r>
          </a:p>
          <a:p>
            <a:r>
              <a:rPr lang="fr-FR" altLang="en-US" smtClean="0"/>
              <a:t>	18-  LES RIVIÈRES ET LES CHAMPS LES COLLINES ET LES PLAINES</a:t>
            </a:r>
          </a:p>
          <a:p>
            <a:r>
              <a:rPr lang="fr-FR" altLang="en-US" smtClean="0"/>
              <a:t>	19-  QUI FONT UN BRUIT JOYEUX QUI FONT UN BRUIT JOYEUX</a:t>
            </a:r>
          </a:p>
          <a:p>
            <a:r>
              <a:rPr lang="fr-FR" altLang="en-US" smtClean="0"/>
              <a:t>	20-  QUI FONT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21-  JOIE DANS LE MONDE</a:t>
            </a:r>
          </a:p>
          <a:p>
            <a:r>
              <a:rPr lang="fr-FR" altLang="en-US" smtClean="0"/>
              <a:t>22-  LE SEIGNEUR NOTRE SAUVEUR VIENT </a:t>
            </a:r>
          </a:p>
          <a:p>
            <a:r>
              <a:rPr lang="fr-FR" altLang="en-US" smtClean="0"/>
              <a:t>23- JOIE DANS LE MONDE !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en-US" smtClean="0"/>
              <a:t>1-  JOIE DANS LE MONDE LE SEIGNEUR VIENT 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2-  LA TERRE REÇOIT LE ROI 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3- QUE TOUS LES CŒURS LE LOUENT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4-  LE CIEL, LA NATURE CHANTENT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5-  LE CIEL, OUI LE CIEL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6-  JOIE SUR LA TERRE LE SAUVEUR RÈGNE 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9-  QUI FONT UN BRUIT JOYEUX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10-  QUI FONT,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11-  JOIE DANS LE MONDE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12-  LE SEIGNEUR NOTRE SAUVEUR VIENT ! LA TERRE REÇOIT LE ROI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13-  QUE TOUS LES CŒURS LE LOUENT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14-  LE CIEL, LA NATURE CHANTENT  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15-  LE CIEL OUI LE CIEL,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16-  JOIE SUR LA TERRE LE SAUVEUR RÈGNE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19-  QUI FONT UN BRUIT JOYEUX QUI FONT UN BRUIT JOYEUX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20-  QUI FONT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21- 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22-  LE SEIGNEUR NOTRE SAUVEUR VIENT 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23- JOIE DANS LE MONDE !</a:t>
            </a:r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JOIE DANS LE MONDE LE SEIGNEUR VIENT !</a:t>
            </a:r>
          </a:p>
          <a:p>
            <a:r>
              <a:rPr lang="fr-FR" altLang="en-US" smtClean="0"/>
              <a:t>2-  LA TERRE REÇOIT LE ROI </a:t>
            </a:r>
          </a:p>
          <a:p>
            <a:r>
              <a:rPr lang="fr-FR" altLang="en-US" smtClean="0"/>
              <a:t>3- QUE TOUS LES CŒURS LE LOUENT     X2</a:t>
            </a:r>
          </a:p>
          <a:p>
            <a:r>
              <a:rPr lang="fr-FR" altLang="en-US" smtClean="0"/>
              <a:t>4-  LE CIEL, LA NATURE CHANTENT        X2</a:t>
            </a:r>
          </a:p>
          <a:p>
            <a:r>
              <a:rPr lang="fr-FR" altLang="en-US" smtClean="0"/>
              <a:t>5-  LE CIEL, OUI LE CIEL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6-  JOIE SUR LA TERRE LE SAUVEUR RÈGNE !</a:t>
            </a:r>
          </a:p>
          <a:p>
            <a:r>
              <a:rPr lang="fr-FR" altLang="en-US" smtClean="0"/>
              <a:t>	7-  LES HOMMES ENTONNENT LEURS CHANTS</a:t>
            </a:r>
          </a:p>
          <a:p>
            <a:r>
              <a:rPr lang="fr-FR" altLang="en-US" smtClean="0"/>
              <a:t>	8-  LES RIVIÈRES ET LES CHAMPS LES COLLINES ET LES PLAINES</a:t>
            </a:r>
          </a:p>
          <a:p>
            <a:r>
              <a:rPr lang="fr-FR" altLang="en-US" smtClean="0"/>
              <a:t>	</a:t>
            </a:r>
          </a:p>
          <a:p>
            <a:r>
              <a:rPr lang="fr-FR" altLang="en-US" smtClean="0"/>
              <a:t>	9-  QUI FONT UN BRUIT JOYEUX     X2</a:t>
            </a:r>
          </a:p>
          <a:p>
            <a:r>
              <a:rPr lang="fr-FR" altLang="en-US" smtClean="0"/>
              <a:t>	10-  QUI FONT,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11-  JOIE DANS LE MONDE JOIE DANS LE MONDE</a:t>
            </a:r>
          </a:p>
          <a:p>
            <a:r>
              <a:rPr lang="fr-FR" altLang="en-US" smtClean="0"/>
              <a:t>12-  LE SEIGNEUR NOTRE SAUVEUR VIENT ! LA TERRE REÇOIT LE ROI</a:t>
            </a:r>
          </a:p>
          <a:p>
            <a:r>
              <a:rPr lang="fr-FR" altLang="en-US" smtClean="0"/>
              <a:t>13-  QUE TOUS LES CŒURS LE LOUENT      X2</a:t>
            </a:r>
          </a:p>
          <a:p>
            <a:r>
              <a:rPr lang="fr-FR" altLang="en-US" smtClean="0"/>
              <a:t>14-  LE CIEL, LA NATURE CHANTENT          X2</a:t>
            </a:r>
          </a:p>
          <a:p>
            <a:r>
              <a:rPr lang="fr-FR" altLang="en-US" smtClean="0"/>
              <a:t>15-  LE CIEL OUI LE CIEL,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16-  JOIE SUR LA TERRE LE SAUVEUR RÈGNE</a:t>
            </a:r>
          </a:p>
          <a:p>
            <a:r>
              <a:rPr lang="fr-FR" altLang="en-US" smtClean="0"/>
              <a:t>	17-  LES HOMMES ENTONNENT LEURS CHANTS</a:t>
            </a:r>
          </a:p>
          <a:p>
            <a:r>
              <a:rPr lang="fr-FR" altLang="en-US" smtClean="0"/>
              <a:t>	18-  LES RIVIÈRES ET LES CHAMPS LES COLLINES ET LES PLAINES</a:t>
            </a:r>
          </a:p>
          <a:p>
            <a:r>
              <a:rPr lang="fr-FR" altLang="en-US" smtClean="0"/>
              <a:t>	19-  QUI FONT UN BRUIT JOYEUX QUI FONT UN BRUIT JOYEUX</a:t>
            </a:r>
          </a:p>
          <a:p>
            <a:r>
              <a:rPr lang="fr-FR" altLang="en-US" smtClean="0"/>
              <a:t>	20-  QUI FONT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21-  JOIE DANS LE MONDE</a:t>
            </a:r>
          </a:p>
          <a:p>
            <a:r>
              <a:rPr lang="fr-FR" altLang="en-US" smtClean="0"/>
              <a:t>22-  LE SEIGNEUR NOTRE SAUVEUR VIENT </a:t>
            </a:r>
          </a:p>
          <a:p>
            <a:r>
              <a:rPr lang="fr-FR" altLang="en-US" smtClean="0"/>
              <a:t>23- JOIE DANS LE MONDE !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en-US" smtClean="0"/>
              <a:t>1-  JOIE DANS LE MONDE LE SEIGNEUR VIENT 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2-  LA TERRE REÇOIT LE ROI 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3- QUE TOUS LES CŒURS LE LOUENT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4-  LE CIEL, LA NATURE CHANTENT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5-  LE CIEL, OUI LE CIEL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6-  JOIE SUR LA TERRE LE SAUVEUR RÈGNE 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9-  QUI FONT UN BRUIT JOYEUX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10-  QUI FONT,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11-  JOIE DANS LE MONDE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12-  LE SEIGNEUR NOTRE SAUVEUR VIENT ! LA TERRE REÇOIT LE ROI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13-  QUE TOUS LES CŒURS LE LOUENT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14-  LE CIEL, LA NATURE CHANTENT  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15-  LE CIEL OUI LE CIEL,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16-  JOIE SUR LA TERRE LE SAUVEUR RÈGNE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19-  QUI FONT UN BRUIT JOYEUX QUI FONT UN BRUIT JOYEUX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20-  QUI FONT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21- 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22-  LE SEIGNEUR NOTRE SAUVEUR VIENT 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23- JOIE DANS LE MONDE !</a:t>
            </a:r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JOIE DANS LE MONDE LE SEIGNEUR VIENT !</a:t>
            </a:r>
          </a:p>
          <a:p>
            <a:r>
              <a:rPr lang="fr-FR" altLang="en-US" smtClean="0"/>
              <a:t>2-  LA TERRE REÇOIT LE ROI </a:t>
            </a:r>
          </a:p>
          <a:p>
            <a:r>
              <a:rPr lang="fr-FR" altLang="en-US" smtClean="0"/>
              <a:t>3- QUE TOUS LES CŒURS LE LOUENT     X2</a:t>
            </a:r>
          </a:p>
          <a:p>
            <a:r>
              <a:rPr lang="fr-FR" altLang="en-US" smtClean="0"/>
              <a:t>4-  LE CIEL, LA NATURE CHANTENT        X2</a:t>
            </a:r>
          </a:p>
          <a:p>
            <a:r>
              <a:rPr lang="fr-FR" altLang="en-US" smtClean="0"/>
              <a:t>5-  LE CIEL, OUI LE CIEL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6-  JOIE SUR LA TERRE LE SAUVEUR RÈGNE !</a:t>
            </a:r>
          </a:p>
          <a:p>
            <a:r>
              <a:rPr lang="fr-FR" altLang="en-US" smtClean="0"/>
              <a:t>	7-  LES HOMMES ENTONNENT LEURS CHANTS</a:t>
            </a:r>
          </a:p>
          <a:p>
            <a:r>
              <a:rPr lang="fr-FR" altLang="en-US" smtClean="0"/>
              <a:t>	8-  LES RIVIÈRES ET LES CHAMPS LES COLLINES ET LES PLAINES</a:t>
            </a:r>
          </a:p>
          <a:p>
            <a:r>
              <a:rPr lang="fr-FR" altLang="en-US" smtClean="0"/>
              <a:t>	</a:t>
            </a:r>
          </a:p>
          <a:p>
            <a:r>
              <a:rPr lang="fr-FR" altLang="en-US" smtClean="0"/>
              <a:t>	9-  QUI FONT UN BRUIT JOYEUX     X2</a:t>
            </a:r>
          </a:p>
          <a:p>
            <a:r>
              <a:rPr lang="fr-FR" altLang="en-US" smtClean="0"/>
              <a:t>	10-  QUI FONT,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11-  JOIE DANS LE MONDE JOIE DANS LE MONDE</a:t>
            </a:r>
          </a:p>
          <a:p>
            <a:r>
              <a:rPr lang="fr-FR" altLang="en-US" smtClean="0"/>
              <a:t>12-  LE SEIGNEUR NOTRE SAUVEUR VIENT ! LA TERRE REÇOIT LE ROI</a:t>
            </a:r>
          </a:p>
          <a:p>
            <a:r>
              <a:rPr lang="fr-FR" altLang="en-US" smtClean="0"/>
              <a:t>13-  QUE TOUS LES CŒURS LE LOUENT      X2</a:t>
            </a:r>
          </a:p>
          <a:p>
            <a:r>
              <a:rPr lang="fr-FR" altLang="en-US" smtClean="0"/>
              <a:t>14-  LE CIEL, LA NATURE CHANTENT          X2</a:t>
            </a:r>
          </a:p>
          <a:p>
            <a:r>
              <a:rPr lang="fr-FR" altLang="en-US" smtClean="0"/>
              <a:t>15-  LE CIEL OUI LE CIEL,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16-  JOIE SUR LA TERRE LE SAUVEUR RÈGNE</a:t>
            </a:r>
          </a:p>
          <a:p>
            <a:r>
              <a:rPr lang="fr-FR" altLang="en-US" smtClean="0"/>
              <a:t>	17-  LES HOMMES ENTONNENT LEURS CHANTS</a:t>
            </a:r>
          </a:p>
          <a:p>
            <a:r>
              <a:rPr lang="fr-FR" altLang="en-US" smtClean="0"/>
              <a:t>	18-  LES RIVIÈRES ET LES CHAMPS LES COLLINES ET LES PLAINES</a:t>
            </a:r>
          </a:p>
          <a:p>
            <a:r>
              <a:rPr lang="fr-FR" altLang="en-US" smtClean="0"/>
              <a:t>	19-  QUI FONT UN BRUIT JOYEUX QUI FONT UN BRUIT JOYEUX</a:t>
            </a:r>
          </a:p>
          <a:p>
            <a:r>
              <a:rPr lang="fr-FR" altLang="en-US" smtClean="0"/>
              <a:t>	20-  QUI FONT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21-  JOIE DANS LE MONDE</a:t>
            </a:r>
          </a:p>
          <a:p>
            <a:r>
              <a:rPr lang="fr-FR" altLang="en-US" smtClean="0"/>
              <a:t>22-  LE SEIGNEUR NOTRE SAUVEUR VIENT </a:t>
            </a:r>
          </a:p>
          <a:p>
            <a:r>
              <a:rPr lang="fr-FR" altLang="en-US" smtClean="0"/>
              <a:t>23- JOIE DANS LE MONDE !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en-US" smtClean="0"/>
              <a:t>1-  JOIE DANS LE MONDE LE SEIGNEUR VIENT 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2-  LA TERRE REÇOIT LE ROI 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3- QUE TOUS LES CŒURS LE LOUENT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4-  LE CIEL, LA NATURE CHANTENT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5-  LE CIEL, OUI LE CIEL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6-  JOIE SUR LA TERRE LE SAUVEUR RÈGNE 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9-  QUI FONT UN BRUIT JOYEUX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10-  QUI FONT,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11-  JOIE DANS LE MONDE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12-  LE SEIGNEUR NOTRE SAUVEUR VIENT ! LA TERRE REÇOIT LE ROI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13-  QUE TOUS LES CŒURS LE LOUENT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14-  LE CIEL, LA NATURE CHANTENT  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15-  LE CIEL OUI LE CIEL,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16-  JOIE SUR LA TERRE LE SAUVEUR RÈGNE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19-  QUI FONT UN BRUIT JOYEUX QUI FONT UN BRUIT JOYEUX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20-  QUI FONT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21- 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22-  LE SEIGNEUR NOTRE SAUVEUR VIENT 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23- JOIE DANS LE MONDE !</a:t>
            </a:r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JOIE DANS LE MONDE LE SEIGNEUR VIENT !</a:t>
            </a:r>
          </a:p>
          <a:p>
            <a:r>
              <a:rPr lang="fr-FR" altLang="en-US" smtClean="0"/>
              <a:t>2-  LA TERRE REÇOIT LE ROI </a:t>
            </a:r>
          </a:p>
          <a:p>
            <a:r>
              <a:rPr lang="fr-FR" altLang="en-US" smtClean="0"/>
              <a:t>3- QUE TOUS LES CŒURS LE LOUENT     X2</a:t>
            </a:r>
          </a:p>
          <a:p>
            <a:r>
              <a:rPr lang="fr-FR" altLang="en-US" smtClean="0"/>
              <a:t>4-  LE CIEL, LA NATURE CHANTENT        X2</a:t>
            </a:r>
          </a:p>
          <a:p>
            <a:r>
              <a:rPr lang="fr-FR" altLang="en-US" smtClean="0"/>
              <a:t>5-  LE CIEL, OUI LE CIEL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6-  JOIE SUR LA TERRE LE SAUVEUR RÈGNE !</a:t>
            </a:r>
          </a:p>
          <a:p>
            <a:r>
              <a:rPr lang="fr-FR" altLang="en-US" smtClean="0"/>
              <a:t>	7-  LES HOMMES ENTONNENT LEURS CHANTS</a:t>
            </a:r>
          </a:p>
          <a:p>
            <a:r>
              <a:rPr lang="fr-FR" altLang="en-US" smtClean="0"/>
              <a:t>	8-  LES RIVIÈRES ET LES CHAMPS LES COLLINES ET LES PLAINES</a:t>
            </a:r>
          </a:p>
          <a:p>
            <a:r>
              <a:rPr lang="fr-FR" altLang="en-US" smtClean="0"/>
              <a:t>	</a:t>
            </a:r>
          </a:p>
          <a:p>
            <a:r>
              <a:rPr lang="fr-FR" altLang="en-US" smtClean="0"/>
              <a:t>	9-  QUI FONT UN BRUIT JOYEUX     X2</a:t>
            </a:r>
          </a:p>
          <a:p>
            <a:r>
              <a:rPr lang="fr-FR" altLang="en-US" smtClean="0"/>
              <a:t>	10-  QUI FONT,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11-  JOIE DANS LE MONDE JOIE DANS LE MONDE</a:t>
            </a:r>
          </a:p>
          <a:p>
            <a:r>
              <a:rPr lang="fr-FR" altLang="en-US" smtClean="0"/>
              <a:t>12-  LE SEIGNEUR NOTRE SAUVEUR VIENT ! LA TERRE REÇOIT LE ROI</a:t>
            </a:r>
          </a:p>
          <a:p>
            <a:r>
              <a:rPr lang="fr-FR" altLang="en-US" smtClean="0"/>
              <a:t>13-  QUE TOUS LES CŒURS LE LOUENT      X2</a:t>
            </a:r>
          </a:p>
          <a:p>
            <a:r>
              <a:rPr lang="fr-FR" altLang="en-US" smtClean="0"/>
              <a:t>14-  LE CIEL, LA NATURE CHANTENT          X2</a:t>
            </a:r>
          </a:p>
          <a:p>
            <a:r>
              <a:rPr lang="fr-FR" altLang="en-US" smtClean="0"/>
              <a:t>15-  LE CIEL OUI LE CIEL,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16-  JOIE SUR LA TERRE LE SAUVEUR RÈGNE</a:t>
            </a:r>
          </a:p>
          <a:p>
            <a:r>
              <a:rPr lang="fr-FR" altLang="en-US" smtClean="0"/>
              <a:t>	17-  LES HOMMES ENTONNENT LEURS CHANTS</a:t>
            </a:r>
          </a:p>
          <a:p>
            <a:r>
              <a:rPr lang="fr-FR" altLang="en-US" smtClean="0"/>
              <a:t>	18-  LES RIVIÈRES ET LES CHAMPS LES COLLINES ET LES PLAINES</a:t>
            </a:r>
          </a:p>
          <a:p>
            <a:r>
              <a:rPr lang="fr-FR" altLang="en-US" smtClean="0"/>
              <a:t>	19-  QUI FONT UN BRUIT JOYEUX QUI FONT UN BRUIT JOYEUX</a:t>
            </a:r>
          </a:p>
          <a:p>
            <a:r>
              <a:rPr lang="fr-FR" altLang="en-US" smtClean="0"/>
              <a:t>	20-  QUI FONT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21-  JOIE DANS LE MONDE</a:t>
            </a:r>
          </a:p>
          <a:p>
            <a:r>
              <a:rPr lang="fr-FR" altLang="en-US" smtClean="0"/>
              <a:t>22-  LE SEIGNEUR NOTRE SAUVEUR VIENT </a:t>
            </a:r>
          </a:p>
          <a:p>
            <a:r>
              <a:rPr lang="fr-FR" altLang="en-US" smtClean="0"/>
              <a:t>23- JOIE DANS LE MONDE !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en-US" smtClean="0"/>
              <a:t>1-  JOIE DANS LE MONDE LE SEIGNEUR VIENT 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2-  LA TERRE REÇOIT LE ROI 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3- QUE TOUS LES CŒURS LE LOUENT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4-  LE CIEL, LA NATURE CHANTENT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5-  LE CIEL, OUI LE CIEL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6-  JOIE SUR LA TERRE LE SAUVEUR RÈGNE 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9-  QUI FONT UN BRUIT JOYEUX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10-  QUI FONT,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11-  JOIE DANS LE MONDE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12-  LE SEIGNEUR NOTRE SAUVEUR VIENT ! LA TERRE REÇOIT LE ROI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13-  QUE TOUS LES CŒURS LE LOUENT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14-  LE CIEL, LA NATURE CHANTENT  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15-  LE CIEL OUI LE CIEL,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16-  JOIE SUR LA TERRE LE SAUVEUR RÈGNE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19-  QUI FONT UN BRUIT JOYEUX QUI FONT UN BRUIT JOYEUX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20-  QUI FONT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21- 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22-  LE SEIGNEUR NOTRE SAUVEUR VIENT 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23- JOIE DANS LE MONDE !</a:t>
            </a:r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JOIE DANS LE MONDE LE SEIGNEUR VIENT !</a:t>
            </a:r>
          </a:p>
          <a:p>
            <a:r>
              <a:rPr lang="fr-FR" altLang="en-US" smtClean="0"/>
              <a:t>2-  LA TERRE REÇOIT LE ROI </a:t>
            </a:r>
          </a:p>
          <a:p>
            <a:r>
              <a:rPr lang="fr-FR" altLang="en-US" smtClean="0"/>
              <a:t>3- QUE TOUS LES CŒURS LE LOUENT     X2</a:t>
            </a:r>
          </a:p>
          <a:p>
            <a:r>
              <a:rPr lang="fr-FR" altLang="en-US" smtClean="0"/>
              <a:t>4-  LE CIEL, LA NATURE CHANTENT        X2</a:t>
            </a:r>
          </a:p>
          <a:p>
            <a:r>
              <a:rPr lang="fr-FR" altLang="en-US" smtClean="0"/>
              <a:t>5-  LE CIEL, OUI LE CIEL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6-  JOIE SUR LA TERRE LE SAUVEUR RÈGNE !</a:t>
            </a:r>
          </a:p>
          <a:p>
            <a:r>
              <a:rPr lang="fr-FR" altLang="en-US" smtClean="0"/>
              <a:t>	7-  LES HOMMES ENTONNENT LEURS CHANTS</a:t>
            </a:r>
          </a:p>
          <a:p>
            <a:r>
              <a:rPr lang="fr-FR" altLang="en-US" smtClean="0"/>
              <a:t>	8-  LES RIVIÈRES ET LES CHAMPS LES COLLINES ET LES PLAINES</a:t>
            </a:r>
          </a:p>
          <a:p>
            <a:r>
              <a:rPr lang="fr-FR" altLang="en-US" smtClean="0"/>
              <a:t>	</a:t>
            </a:r>
          </a:p>
          <a:p>
            <a:r>
              <a:rPr lang="fr-FR" altLang="en-US" smtClean="0"/>
              <a:t>	9-  QUI FONT UN BRUIT JOYEUX     X2</a:t>
            </a:r>
          </a:p>
          <a:p>
            <a:r>
              <a:rPr lang="fr-FR" altLang="en-US" smtClean="0"/>
              <a:t>	10-  QUI FONT,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11-  JOIE DANS LE MONDE JOIE DANS LE MONDE</a:t>
            </a:r>
          </a:p>
          <a:p>
            <a:r>
              <a:rPr lang="fr-FR" altLang="en-US" smtClean="0"/>
              <a:t>12-  LE SEIGNEUR NOTRE SAUVEUR VIENT ! LA TERRE REÇOIT LE ROI</a:t>
            </a:r>
          </a:p>
          <a:p>
            <a:r>
              <a:rPr lang="fr-FR" altLang="en-US" smtClean="0"/>
              <a:t>13-  QUE TOUS LES CŒURS LE LOUENT      X2</a:t>
            </a:r>
          </a:p>
          <a:p>
            <a:r>
              <a:rPr lang="fr-FR" altLang="en-US" smtClean="0"/>
              <a:t>14-  LE CIEL, LA NATURE CHANTENT          X2</a:t>
            </a:r>
          </a:p>
          <a:p>
            <a:r>
              <a:rPr lang="fr-FR" altLang="en-US" smtClean="0"/>
              <a:t>15-  LE CIEL OUI LE CIEL,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16-  JOIE SUR LA TERRE LE SAUVEUR RÈGNE</a:t>
            </a:r>
          </a:p>
          <a:p>
            <a:r>
              <a:rPr lang="fr-FR" altLang="en-US" smtClean="0"/>
              <a:t>	17-  LES HOMMES ENTONNENT LEURS CHANTS</a:t>
            </a:r>
          </a:p>
          <a:p>
            <a:r>
              <a:rPr lang="fr-FR" altLang="en-US" smtClean="0"/>
              <a:t>	18-  LES RIVIÈRES ET LES CHAMPS LES COLLINES ET LES PLAINES</a:t>
            </a:r>
          </a:p>
          <a:p>
            <a:r>
              <a:rPr lang="fr-FR" altLang="en-US" smtClean="0"/>
              <a:t>	19-  QUI FONT UN BRUIT JOYEUX QUI FONT UN BRUIT JOYEUX</a:t>
            </a:r>
          </a:p>
          <a:p>
            <a:r>
              <a:rPr lang="fr-FR" altLang="en-US" smtClean="0"/>
              <a:t>	20-  QUI FONT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21-  JOIE DANS LE MONDE</a:t>
            </a:r>
          </a:p>
          <a:p>
            <a:r>
              <a:rPr lang="fr-FR" altLang="en-US" smtClean="0"/>
              <a:t>22-  LE SEIGNEUR NOTRE SAUVEUR VIENT </a:t>
            </a:r>
          </a:p>
          <a:p>
            <a:r>
              <a:rPr lang="fr-FR" altLang="en-US" smtClean="0"/>
              <a:t>23- JOIE DANS LE MONDE !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en-US" smtClean="0"/>
              <a:t>1-  JOIE DANS LE MONDE LE SEIGNEUR VIENT 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2-  LA TERRE REÇOIT LE ROI 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3- QUE TOUS LES CŒURS LE LOUENT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4-  LE CIEL, LA NATURE CHANTENT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5-  LE CIEL, OUI LE CIEL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6-  JOIE SUR LA TERRE LE SAUVEUR RÈGNE 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9-  QUI FONT UN BRUIT JOYEUX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10-  QUI FONT,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11-  JOIE DANS LE MONDE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12-  LE SEIGNEUR NOTRE SAUVEUR VIENT ! LA TERRE REÇOIT LE ROI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13-  QUE TOUS LES CŒURS LE LOUENT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14-  LE CIEL, LA NATURE CHANTENT  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15-  LE CIEL OUI LE CIEL,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16-  JOIE SUR LA TERRE LE SAUVEUR RÈGNE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19-  QUI FONT UN BRUIT JOYEUX QUI FONT UN BRUIT JOYEUX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20-  QUI FONT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21- 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22-  LE SEIGNEUR NOTRE SAUVEUR VIENT 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23- JOIE DANS LE MONDE !</a:t>
            </a:r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JOIE DANS LE MONDE LE SEIGNEUR VIENT !</a:t>
            </a:r>
          </a:p>
          <a:p>
            <a:r>
              <a:rPr lang="fr-FR" altLang="en-US" smtClean="0"/>
              <a:t>2-  LA TERRE REÇOIT LE ROI </a:t>
            </a:r>
          </a:p>
          <a:p>
            <a:r>
              <a:rPr lang="fr-FR" altLang="en-US" smtClean="0"/>
              <a:t>3- QUE TOUS LES CŒURS LE LOUENT     X2</a:t>
            </a:r>
          </a:p>
          <a:p>
            <a:r>
              <a:rPr lang="fr-FR" altLang="en-US" smtClean="0"/>
              <a:t>4-  LE CIEL, LA NATURE CHANTENT        X2</a:t>
            </a:r>
          </a:p>
          <a:p>
            <a:r>
              <a:rPr lang="fr-FR" altLang="en-US" smtClean="0"/>
              <a:t>5-  LE CIEL, OUI LE CIEL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6-  JOIE SUR LA TERRE LE SAUVEUR RÈGNE !</a:t>
            </a:r>
          </a:p>
          <a:p>
            <a:r>
              <a:rPr lang="fr-FR" altLang="en-US" smtClean="0"/>
              <a:t>	7-  LES HOMMES ENTONNENT LEURS CHANTS</a:t>
            </a:r>
          </a:p>
          <a:p>
            <a:r>
              <a:rPr lang="fr-FR" altLang="en-US" smtClean="0"/>
              <a:t>	8-  LES RIVIÈRES ET LES CHAMPS LES COLLINES ET LES PLAINES</a:t>
            </a:r>
          </a:p>
          <a:p>
            <a:r>
              <a:rPr lang="fr-FR" altLang="en-US" smtClean="0"/>
              <a:t>	</a:t>
            </a:r>
          </a:p>
          <a:p>
            <a:r>
              <a:rPr lang="fr-FR" altLang="en-US" smtClean="0"/>
              <a:t>	9-  QUI FONT UN BRUIT JOYEUX     X2</a:t>
            </a:r>
          </a:p>
          <a:p>
            <a:r>
              <a:rPr lang="fr-FR" altLang="en-US" smtClean="0"/>
              <a:t>	10-  QUI FONT,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11-  JOIE DANS LE MONDE JOIE DANS LE MONDE</a:t>
            </a:r>
          </a:p>
          <a:p>
            <a:r>
              <a:rPr lang="fr-FR" altLang="en-US" smtClean="0"/>
              <a:t>12-  LE SEIGNEUR NOTRE SAUVEUR VIENT ! LA TERRE REÇOIT LE ROI</a:t>
            </a:r>
          </a:p>
          <a:p>
            <a:r>
              <a:rPr lang="fr-FR" altLang="en-US" smtClean="0"/>
              <a:t>13-  QUE TOUS LES CŒURS LE LOUENT      X2</a:t>
            </a:r>
          </a:p>
          <a:p>
            <a:r>
              <a:rPr lang="fr-FR" altLang="en-US" smtClean="0"/>
              <a:t>14-  LE CIEL, LA NATURE CHANTENT          X2</a:t>
            </a:r>
          </a:p>
          <a:p>
            <a:r>
              <a:rPr lang="fr-FR" altLang="en-US" smtClean="0"/>
              <a:t>15-  LE CIEL OUI LE CIEL,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16-  JOIE SUR LA TERRE LE SAUVEUR RÈGNE</a:t>
            </a:r>
          </a:p>
          <a:p>
            <a:r>
              <a:rPr lang="fr-FR" altLang="en-US" smtClean="0"/>
              <a:t>	17-  LES HOMMES ENTONNENT LEURS CHANTS</a:t>
            </a:r>
          </a:p>
          <a:p>
            <a:r>
              <a:rPr lang="fr-FR" altLang="en-US" smtClean="0"/>
              <a:t>	18-  LES RIVIÈRES ET LES CHAMPS LES COLLINES ET LES PLAINES</a:t>
            </a:r>
          </a:p>
          <a:p>
            <a:r>
              <a:rPr lang="fr-FR" altLang="en-US" smtClean="0"/>
              <a:t>	19-  QUI FONT UN BRUIT JOYEUX QUI FONT UN BRUIT JOYEUX</a:t>
            </a:r>
          </a:p>
          <a:p>
            <a:r>
              <a:rPr lang="fr-FR" altLang="en-US" smtClean="0"/>
              <a:t>	20-  QUI FONT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21-  JOIE DANS LE MONDE</a:t>
            </a:r>
          </a:p>
          <a:p>
            <a:r>
              <a:rPr lang="fr-FR" altLang="en-US" smtClean="0"/>
              <a:t>22-  LE SEIGNEUR NOTRE SAUVEUR VIENT </a:t>
            </a:r>
          </a:p>
          <a:p>
            <a:r>
              <a:rPr lang="fr-FR" altLang="en-US" smtClean="0"/>
              <a:t>23- JOIE DANS LE MONDE !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en-US" smtClean="0"/>
              <a:t>1-  JOIE DANS LE MONDE LE SEIGNEUR VIENT 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2-  LA TERRE REÇOIT LE ROI 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3- QUE TOUS LES CŒURS LE LOUENT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4-  LE CIEL, LA NATURE CHANTENT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5-  LE CIEL, OUI LE CIEL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6-  JOIE SUR LA TERRE LE SAUVEUR RÈGNE 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9-  QUI FONT UN BRUIT JOYEUX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10-  QUI FONT,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11-  JOIE DANS LE MONDE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12-  LE SEIGNEUR NOTRE SAUVEUR VIENT ! LA TERRE REÇOIT LE ROI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13-  QUE TOUS LES CŒURS LE LOUENT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14-  LE CIEL, LA NATURE CHANTENT  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15-  LE CIEL OUI LE CIEL,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16-  JOIE SUR LA TERRE LE SAUVEUR RÈGNE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19-  QUI FONT UN BRUIT JOYEUX QUI FONT UN BRUIT JOYEUX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20-  QUI FONT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21- 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22-  LE SEIGNEUR NOTRE SAUVEUR VIENT 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23- JOIE DANS LE MONDE !</a:t>
            </a:r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JOIE DANS LE MONDE LE SEIGNEUR VIENT !</a:t>
            </a:r>
          </a:p>
          <a:p>
            <a:r>
              <a:rPr lang="fr-FR" altLang="en-US" smtClean="0"/>
              <a:t>2-  LA TERRE REÇOIT LE ROI </a:t>
            </a:r>
          </a:p>
          <a:p>
            <a:r>
              <a:rPr lang="fr-FR" altLang="en-US" smtClean="0"/>
              <a:t>3- QUE TOUS LES CŒURS LE LOUENT     X2</a:t>
            </a:r>
          </a:p>
          <a:p>
            <a:r>
              <a:rPr lang="fr-FR" altLang="en-US" smtClean="0"/>
              <a:t>4-  LE CIEL, LA NATURE CHANTENT        X2</a:t>
            </a:r>
          </a:p>
          <a:p>
            <a:r>
              <a:rPr lang="fr-FR" altLang="en-US" smtClean="0"/>
              <a:t>5-  LE CIEL, OUI LE CIEL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6-  JOIE SUR LA TERRE LE SAUVEUR RÈGNE !</a:t>
            </a:r>
          </a:p>
          <a:p>
            <a:r>
              <a:rPr lang="fr-FR" altLang="en-US" smtClean="0"/>
              <a:t>	7-  LES HOMMES ENTONNENT LEURS CHANTS</a:t>
            </a:r>
          </a:p>
          <a:p>
            <a:r>
              <a:rPr lang="fr-FR" altLang="en-US" smtClean="0"/>
              <a:t>	8-  LES RIVIÈRES ET LES CHAMPS LES COLLINES ET LES PLAINES</a:t>
            </a:r>
          </a:p>
          <a:p>
            <a:r>
              <a:rPr lang="fr-FR" altLang="en-US" smtClean="0"/>
              <a:t>	</a:t>
            </a:r>
          </a:p>
          <a:p>
            <a:r>
              <a:rPr lang="fr-FR" altLang="en-US" smtClean="0"/>
              <a:t>	9-  QUI FONT UN BRUIT JOYEUX     X2</a:t>
            </a:r>
          </a:p>
          <a:p>
            <a:r>
              <a:rPr lang="fr-FR" altLang="en-US" smtClean="0"/>
              <a:t>	10-  QUI FONT,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11-  JOIE DANS LE MONDE JOIE DANS LE MONDE</a:t>
            </a:r>
          </a:p>
          <a:p>
            <a:r>
              <a:rPr lang="fr-FR" altLang="en-US" smtClean="0"/>
              <a:t>12-  LE SEIGNEUR NOTRE SAUVEUR VIENT ! LA TERRE REÇOIT LE ROI</a:t>
            </a:r>
          </a:p>
          <a:p>
            <a:r>
              <a:rPr lang="fr-FR" altLang="en-US" smtClean="0"/>
              <a:t>13-  QUE TOUS LES CŒURS LE LOUENT      X2</a:t>
            </a:r>
          </a:p>
          <a:p>
            <a:r>
              <a:rPr lang="fr-FR" altLang="en-US" smtClean="0"/>
              <a:t>14-  LE CIEL, LA NATURE CHANTENT          X2</a:t>
            </a:r>
          </a:p>
          <a:p>
            <a:r>
              <a:rPr lang="fr-FR" altLang="en-US" smtClean="0"/>
              <a:t>15-  LE CIEL OUI LE CIEL,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16-  JOIE SUR LA TERRE LE SAUVEUR RÈGNE</a:t>
            </a:r>
          </a:p>
          <a:p>
            <a:r>
              <a:rPr lang="fr-FR" altLang="en-US" smtClean="0"/>
              <a:t>	17-  LES HOMMES ENTONNENT LEURS CHANTS</a:t>
            </a:r>
          </a:p>
          <a:p>
            <a:r>
              <a:rPr lang="fr-FR" altLang="en-US" smtClean="0"/>
              <a:t>	18-  LES RIVIÈRES ET LES CHAMPS LES COLLINES ET LES PLAINES</a:t>
            </a:r>
          </a:p>
          <a:p>
            <a:r>
              <a:rPr lang="fr-FR" altLang="en-US" smtClean="0"/>
              <a:t>	19-  QUI FONT UN BRUIT JOYEUX QUI FONT UN BRUIT JOYEUX</a:t>
            </a:r>
          </a:p>
          <a:p>
            <a:r>
              <a:rPr lang="fr-FR" altLang="en-US" smtClean="0"/>
              <a:t>	20-  QUI FONT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21-  JOIE DANS LE MONDE</a:t>
            </a:r>
          </a:p>
          <a:p>
            <a:r>
              <a:rPr lang="fr-FR" altLang="en-US" smtClean="0"/>
              <a:t>22-  LE SEIGNEUR NOTRE SAUVEUR VIENT </a:t>
            </a:r>
          </a:p>
          <a:p>
            <a:r>
              <a:rPr lang="fr-FR" altLang="en-US" smtClean="0"/>
              <a:t>23- JOIE DANS LE MONDE !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en-US" smtClean="0"/>
              <a:t>1-  JOIE DANS LE MONDE LE SEIGNEUR VIENT 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2-  LA TERRE REÇOIT LE ROI 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3- QUE TOUS LES CŒURS LE LOUENT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4-  LE CIEL, LA NATURE CHANTENT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5-  LE CIEL, OUI LE CIEL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6-  JOIE SUR LA TERRE LE SAUVEUR RÈGNE 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9-  QUI FONT UN BRUIT JOYEUX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10-  QUI FONT,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11-  JOIE DANS LE MONDE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12-  LE SEIGNEUR NOTRE SAUVEUR VIENT ! LA TERRE REÇOIT LE ROI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13-  QUE TOUS LES CŒURS LE LOUENT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14-  LE CIEL, LA NATURE CHANTENT  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15-  LE CIEL OUI LE CIEL,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16-  JOIE SUR LA TERRE LE SAUVEUR RÈGNE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19-  QUI FONT UN BRUIT JOYEUX QUI FONT UN BRUIT JOYEUX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20-  QUI FONT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21- 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22-  LE SEIGNEUR NOTRE SAUVEUR VIENT 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23- JOIE DANS LE MONDE !</a:t>
            </a:r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JOIE DANS LE MONDE LE SEIGNEUR VIENT !</a:t>
            </a:r>
          </a:p>
          <a:p>
            <a:r>
              <a:rPr lang="fr-FR" altLang="en-US" smtClean="0"/>
              <a:t>2-  LA TERRE REÇOIT LE ROI </a:t>
            </a:r>
          </a:p>
          <a:p>
            <a:r>
              <a:rPr lang="fr-FR" altLang="en-US" smtClean="0"/>
              <a:t>3- QUE TOUS LES CŒURS LE LOUENT     X2</a:t>
            </a:r>
          </a:p>
          <a:p>
            <a:r>
              <a:rPr lang="fr-FR" altLang="en-US" smtClean="0"/>
              <a:t>4-  LE CIEL, LA NATURE CHANTENT        X2</a:t>
            </a:r>
          </a:p>
          <a:p>
            <a:r>
              <a:rPr lang="fr-FR" altLang="en-US" smtClean="0"/>
              <a:t>5-  LE CIEL, OUI LE CIEL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6-  JOIE SUR LA TERRE LE SAUVEUR RÈGNE !</a:t>
            </a:r>
          </a:p>
          <a:p>
            <a:r>
              <a:rPr lang="fr-FR" altLang="en-US" smtClean="0"/>
              <a:t>	7-  LES HOMMES ENTONNENT LEURS CHANTS</a:t>
            </a:r>
          </a:p>
          <a:p>
            <a:r>
              <a:rPr lang="fr-FR" altLang="en-US" smtClean="0"/>
              <a:t>	8-  LES RIVIÈRES ET LES CHAMPS LES COLLINES ET LES PLAINES</a:t>
            </a:r>
          </a:p>
          <a:p>
            <a:r>
              <a:rPr lang="fr-FR" altLang="en-US" smtClean="0"/>
              <a:t>	</a:t>
            </a:r>
          </a:p>
          <a:p>
            <a:r>
              <a:rPr lang="fr-FR" altLang="en-US" smtClean="0"/>
              <a:t>	9-  QUI FONT UN BRUIT JOYEUX     X2</a:t>
            </a:r>
          </a:p>
          <a:p>
            <a:r>
              <a:rPr lang="fr-FR" altLang="en-US" smtClean="0"/>
              <a:t>	10-  QUI FONT,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11-  JOIE DANS LE MONDE JOIE DANS LE MONDE</a:t>
            </a:r>
          </a:p>
          <a:p>
            <a:r>
              <a:rPr lang="fr-FR" altLang="en-US" smtClean="0"/>
              <a:t>12-  LE SEIGNEUR NOTRE SAUVEUR VIENT ! LA TERRE REÇOIT LE ROI</a:t>
            </a:r>
          </a:p>
          <a:p>
            <a:r>
              <a:rPr lang="fr-FR" altLang="en-US" smtClean="0"/>
              <a:t>13-  QUE TOUS LES CŒURS LE LOUENT      X2</a:t>
            </a:r>
          </a:p>
          <a:p>
            <a:r>
              <a:rPr lang="fr-FR" altLang="en-US" smtClean="0"/>
              <a:t>14-  LE CIEL, LA NATURE CHANTENT          X2</a:t>
            </a:r>
          </a:p>
          <a:p>
            <a:r>
              <a:rPr lang="fr-FR" altLang="en-US" smtClean="0"/>
              <a:t>15-  LE CIEL OUI LE CIEL,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16-  JOIE SUR LA TERRE LE SAUVEUR RÈGNE</a:t>
            </a:r>
          </a:p>
          <a:p>
            <a:r>
              <a:rPr lang="fr-FR" altLang="en-US" smtClean="0"/>
              <a:t>	17-  LES HOMMES ENTONNENT LEURS CHANTS</a:t>
            </a:r>
          </a:p>
          <a:p>
            <a:r>
              <a:rPr lang="fr-FR" altLang="en-US" smtClean="0"/>
              <a:t>	18-  LES RIVIÈRES ET LES CHAMPS LES COLLINES ET LES PLAINES</a:t>
            </a:r>
          </a:p>
          <a:p>
            <a:r>
              <a:rPr lang="fr-FR" altLang="en-US" smtClean="0"/>
              <a:t>	19-  QUI FONT UN BRUIT JOYEUX QUI FONT UN BRUIT JOYEUX</a:t>
            </a:r>
          </a:p>
          <a:p>
            <a:r>
              <a:rPr lang="fr-FR" altLang="en-US" smtClean="0"/>
              <a:t>	20-  QUI FONT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21-  JOIE DANS LE MONDE</a:t>
            </a:r>
          </a:p>
          <a:p>
            <a:r>
              <a:rPr lang="fr-FR" altLang="en-US" smtClean="0"/>
              <a:t>22-  LE SEIGNEUR NOTRE SAUVEUR VIENT </a:t>
            </a:r>
          </a:p>
          <a:p>
            <a:r>
              <a:rPr lang="fr-FR" altLang="en-US" smtClean="0"/>
              <a:t>23- JOIE DANS LE MONDE !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en-US" smtClean="0"/>
              <a:t>1-  JOIE DANS LE MONDE LE SEIGNEUR VIENT 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2-  LA TERRE REÇOIT LE ROI 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3- QUE TOUS LES CŒURS LE LOUENT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4-  LE CIEL, LA NATURE CHANTENT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5-  LE CIEL, OUI LE CIEL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6-  JOIE SUR LA TERRE LE SAUVEUR RÈGNE 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9-  QUI FONT UN BRUIT JOYEUX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10-  QUI FONT,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11-  JOIE DANS LE MONDE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12-  LE SEIGNEUR NOTRE SAUVEUR VIENT ! LA TERRE REÇOIT LE ROI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13-  QUE TOUS LES CŒURS LE LOUENT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14-  LE CIEL, LA NATURE CHANTENT  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15-  LE CIEL OUI LE CIEL,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16-  JOIE SUR LA TERRE LE SAUVEUR RÈGNE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19-  QUI FONT UN BRUIT JOYEUX QUI FONT UN BRUIT JOYEUX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20-  QUI FONT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21- 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22-  LE SEIGNEUR NOTRE SAUVEUR VIENT 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23- JOIE DANS LE MONDE !</a:t>
            </a:r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JOIE DANS LE MONDE LE SEIGNEUR VIENT !</a:t>
            </a:r>
          </a:p>
          <a:p>
            <a:r>
              <a:rPr lang="fr-FR" altLang="en-US" smtClean="0"/>
              <a:t>2-  LA TERRE REÇOIT LE ROI </a:t>
            </a:r>
          </a:p>
          <a:p>
            <a:r>
              <a:rPr lang="fr-FR" altLang="en-US" smtClean="0"/>
              <a:t>3- QUE TOUS LES CŒURS LE LOUENT     X2</a:t>
            </a:r>
          </a:p>
          <a:p>
            <a:r>
              <a:rPr lang="fr-FR" altLang="en-US" smtClean="0"/>
              <a:t>4-  LE CIEL, LA NATURE CHANTENT        X2</a:t>
            </a:r>
          </a:p>
          <a:p>
            <a:r>
              <a:rPr lang="fr-FR" altLang="en-US" smtClean="0"/>
              <a:t>5-  LE CIEL, OUI LE CIEL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6-  JOIE SUR LA TERRE LE SAUVEUR RÈGNE !</a:t>
            </a:r>
          </a:p>
          <a:p>
            <a:r>
              <a:rPr lang="fr-FR" altLang="en-US" smtClean="0"/>
              <a:t>	7-  LES HOMMES ENTONNENT LEURS CHANTS</a:t>
            </a:r>
          </a:p>
          <a:p>
            <a:r>
              <a:rPr lang="fr-FR" altLang="en-US" smtClean="0"/>
              <a:t>	8-  LES RIVIÈRES ET LES CHAMPS LES COLLINES ET LES PLAINES</a:t>
            </a:r>
          </a:p>
          <a:p>
            <a:r>
              <a:rPr lang="fr-FR" altLang="en-US" smtClean="0"/>
              <a:t>	</a:t>
            </a:r>
          </a:p>
          <a:p>
            <a:r>
              <a:rPr lang="fr-FR" altLang="en-US" smtClean="0"/>
              <a:t>	9-  QUI FONT UN BRUIT JOYEUX     X2</a:t>
            </a:r>
          </a:p>
          <a:p>
            <a:r>
              <a:rPr lang="fr-FR" altLang="en-US" smtClean="0"/>
              <a:t>	10-  QUI FONT,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11-  JOIE DANS LE MONDE JOIE DANS LE MONDE</a:t>
            </a:r>
          </a:p>
          <a:p>
            <a:r>
              <a:rPr lang="fr-FR" altLang="en-US" smtClean="0"/>
              <a:t>12-  LE SEIGNEUR NOTRE SAUVEUR VIENT ! LA TERRE REÇOIT LE ROI</a:t>
            </a:r>
          </a:p>
          <a:p>
            <a:r>
              <a:rPr lang="fr-FR" altLang="en-US" smtClean="0"/>
              <a:t>13-  QUE TOUS LES CŒURS LE LOUENT      X2</a:t>
            </a:r>
          </a:p>
          <a:p>
            <a:r>
              <a:rPr lang="fr-FR" altLang="en-US" smtClean="0"/>
              <a:t>14-  LE CIEL, LA NATURE CHANTENT          X2</a:t>
            </a:r>
          </a:p>
          <a:p>
            <a:r>
              <a:rPr lang="fr-FR" altLang="en-US" smtClean="0"/>
              <a:t>15-  LE CIEL OUI LE CIEL,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16-  JOIE SUR LA TERRE LE SAUVEUR RÈGNE</a:t>
            </a:r>
          </a:p>
          <a:p>
            <a:r>
              <a:rPr lang="fr-FR" altLang="en-US" smtClean="0"/>
              <a:t>	17-  LES HOMMES ENTONNENT LEURS CHANTS</a:t>
            </a:r>
          </a:p>
          <a:p>
            <a:r>
              <a:rPr lang="fr-FR" altLang="en-US" smtClean="0"/>
              <a:t>	18-  LES RIVIÈRES ET LES CHAMPS LES COLLINES ET LES PLAINES</a:t>
            </a:r>
          </a:p>
          <a:p>
            <a:r>
              <a:rPr lang="fr-FR" altLang="en-US" smtClean="0"/>
              <a:t>	19-  QUI FONT UN BRUIT JOYEUX QUI FONT UN BRUIT JOYEUX</a:t>
            </a:r>
          </a:p>
          <a:p>
            <a:r>
              <a:rPr lang="fr-FR" altLang="en-US" smtClean="0"/>
              <a:t>	20-  QUI FONT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21-  JOIE DANS LE MONDE</a:t>
            </a:r>
          </a:p>
          <a:p>
            <a:r>
              <a:rPr lang="fr-FR" altLang="en-US" smtClean="0"/>
              <a:t>22-  LE SEIGNEUR NOTRE SAUVEUR VIENT </a:t>
            </a:r>
          </a:p>
          <a:p>
            <a:r>
              <a:rPr lang="fr-FR" altLang="en-US" smtClean="0"/>
              <a:t>23- JOIE DANS LE MONDE !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en-US" smtClean="0"/>
              <a:t>1-  JOIE DANS LE MONDE LE SEIGNEUR VIENT 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2-  LA TERRE REÇOIT LE ROI 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3- QUE TOUS LES CŒURS LE LOUENT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4-  LE CIEL, LA NATURE CHANTENT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5-  LE CIEL, OUI LE CIEL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6-  JOIE SUR LA TERRE LE SAUVEUR RÈGNE 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9-  QUI FONT UN BRUIT JOYEUX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10-  QUI FONT,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11-  JOIE DANS LE MONDE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12-  LE SEIGNEUR NOTRE SAUVEUR VIENT ! LA TERRE REÇOIT LE ROI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13-  QUE TOUS LES CŒURS LE LOUENT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14-  LE CIEL, LA NATURE CHANTENT  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15-  LE CIEL OUI LE CIEL,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16-  JOIE SUR LA TERRE LE SAUVEUR RÈGNE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19-  QUI FONT UN BRUIT JOYEUX QUI FONT UN BRUIT JOYEUX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20-  QUI FONT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21- 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22-  LE SEIGNEUR NOTRE SAUVEUR VIENT 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23- JOIE DANS LE MONDE !</a:t>
            </a:r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JOIE DANS LE MONDE LE SEIGNEUR VIENT !</a:t>
            </a:r>
          </a:p>
          <a:p>
            <a:r>
              <a:rPr lang="fr-FR" altLang="en-US" smtClean="0"/>
              <a:t>2-  LA TERRE REÇOIT LE ROI </a:t>
            </a:r>
          </a:p>
          <a:p>
            <a:r>
              <a:rPr lang="fr-FR" altLang="en-US" smtClean="0"/>
              <a:t>3- QUE TOUS LES CŒURS LE LOUENT     X2</a:t>
            </a:r>
          </a:p>
          <a:p>
            <a:r>
              <a:rPr lang="fr-FR" altLang="en-US" smtClean="0"/>
              <a:t>4-  LE CIEL, LA NATURE CHANTENT        X2</a:t>
            </a:r>
          </a:p>
          <a:p>
            <a:r>
              <a:rPr lang="fr-FR" altLang="en-US" smtClean="0"/>
              <a:t>5-  LE CIEL, OUI LE CIEL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6-  JOIE SUR LA TERRE LE SAUVEUR RÈGNE !</a:t>
            </a:r>
          </a:p>
          <a:p>
            <a:r>
              <a:rPr lang="fr-FR" altLang="en-US" smtClean="0"/>
              <a:t>	7-  LES HOMMES ENTONNENT LEURS CHANTS</a:t>
            </a:r>
          </a:p>
          <a:p>
            <a:r>
              <a:rPr lang="fr-FR" altLang="en-US" smtClean="0"/>
              <a:t>	8-  LES RIVIÈRES ET LES CHAMPS LES COLLINES ET LES PLAINES</a:t>
            </a:r>
          </a:p>
          <a:p>
            <a:r>
              <a:rPr lang="fr-FR" altLang="en-US" smtClean="0"/>
              <a:t>	</a:t>
            </a:r>
          </a:p>
          <a:p>
            <a:r>
              <a:rPr lang="fr-FR" altLang="en-US" smtClean="0"/>
              <a:t>	9-  QUI FONT UN BRUIT JOYEUX     X2</a:t>
            </a:r>
          </a:p>
          <a:p>
            <a:r>
              <a:rPr lang="fr-FR" altLang="en-US" smtClean="0"/>
              <a:t>	10-  QUI FONT,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11-  JOIE DANS LE MONDE JOIE DANS LE MONDE</a:t>
            </a:r>
          </a:p>
          <a:p>
            <a:r>
              <a:rPr lang="fr-FR" altLang="en-US" smtClean="0"/>
              <a:t>12-  LE SEIGNEUR NOTRE SAUVEUR VIENT ! LA TERRE REÇOIT LE ROI</a:t>
            </a:r>
          </a:p>
          <a:p>
            <a:r>
              <a:rPr lang="fr-FR" altLang="en-US" smtClean="0"/>
              <a:t>13-  QUE TOUS LES CŒURS LE LOUENT      X2</a:t>
            </a:r>
          </a:p>
          <a:p>
            <a:r>
              <a:rPr lang="fr-FR" altLang="en-US" smtClean="0"/>
              <a:t>14-  LE CIEL, LA NATURE CHANTENT          X2</a:t>
            </a:r>
          </a:p>
          <a:p>
            <a:r>
              <a:rPr lang="fr-FR" altLang="en-US" smtClean="0"/>
              <a:t>15-  LE CIEL OUI LE CIEL,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16-  JOIE SUR LA TERRE LE SAUVEUR RÈGNE</a:t>
            </a:r>
          </a:p>
          <a:p>
            <a:r>
              <a:rPr lang="fr-FR" altLang="en-US" smtClean="0"/>
              <a:t>	17-  LES HOMMES ENTONNENT LEURS CHANTS</a:t>
            </a:r>
          </a:p>
          <a:p>
            <a:r>
              <a:rPr lang="fr-FR" altLang="en-US" smtClean="0"/>
              <a:t>	18-  LES RIVIÈRES ET LES CHAMPS LES COLLINES ET LES PLAINES</a:t>
            </a:r>
          </a:p>
          <a:p>
            <a:r>
              <a:rPr lang="fr-FR" altLang="en-US" smtClean="0"/>
              <a:t>	19-  QUI FONT UN BRUIT JOYEUX QUI FONT UN BRUIT JOYEUX</a:t>
            </a:r>
          </a:p>
          <a:p>
            <a:r>
              <a:rPr lang="fr-FR" altLang="en-US" smtClean="0"/>
              <a:t>	20-  QUI FONT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21-  JOIE DANS LE MONDE</a:t>
            </a:r>
          </a:p>
          <a:p>
            <a:r>
              <a:rPr lang="fr-FR" altLang="en-US" smtClean="0"/>
              <a:t>22-  LE SEIGNEUR NOTRE SAUVEUR VIENT </a:t>
            </a:r>
          </a:p>
          <a:p>
            <a:r>
              <a:rPr lang="fr-FR" altLang="en-US" smtClean="0"/>
              <a:t>23- JOIE DANS LE MONDE !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en-US" smtClean="0"/>
              <a:t>1-  JOIE DANS LE MONDE LE SEIGNEUR VIENT 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2-  LA TERRE REÇOIT LE ROI 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3- QUE TOUS LES CŒURS LE LOUENT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4-  LE CIEL, LA NATURE CHANTENT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5-  LE CIEL, OUI LE CIEL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6-  JOIE SUR LA TERRE LE SAUVEUR RÈGNE 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9-  QUI FONT UN BRUIT JOYEUX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10-  QUI FONT,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11-  JOIE DANS LE MONDE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12-  LE SEIGNEUR NOTRE SAUVEUR VIENT ! LA TERRE REÇOIT LE ROI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13-  QUE TOUS LES CŒURS LE LOUENT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14-  LE CIEL, LA NATURE CHANTENT  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15-  LE CIEL OUI LE CIEL,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16-  JOIE SUR LA TERRE LE SAUVEUR RÈGNE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19-  QUI FONT UN BRUIT JOYEUX QUI FONT UN BRUIT JOYEUX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20-  QUI FONT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21- 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22-  LE SEIGNEUR NOTRE SAUVEUR VIENT 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23- JOIE DANS LE MONDE !</a:t>
            </a:r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JOIE DANS LE MONDE LE SEIGNEUR VIENT !</a:t>
            </a:r>
          </a:p>
          <a:p>
            <a:r>
              <a:rPr lang="fr-FR" altLang="en-US" smtClean="0"/>
              <a:t>2-  LA TERRE REÇOIT LE ROI </a:t>
            </a:r>
          </a:p>
          <a:p>
            <a:r>
              <a:rPr lang="fr-FR" altLang="en-US" smtClean="0"/>
              <a:t>3- QUE TOUS LES CŒURS LE LOUENT     X2</a:t>
            </a:r>
          </a:p>
          <a:p>
            <a:r>
              <a:rPr lang="fr-FR" altLang="en-US" smtClean="0"/>
              <a:t>4-  LE CIEL, LA NATURE CHANTENT        X2</a:t>
            </a:r>
          </a:p>
          <a:p>
            <a:r>
              <a:rPr lang="fr-FR" altLang="en-US" smtClean="0"/>
              <a:t>5-  LE CIEL, OUI LE CIEL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6-  JOIE SUR LA TERRE LE SAUVEUR RÈGNE !</a:t>
            </a:r>
          </a:p>
          <a:p>
            <a:r>
              <a:rPr lang="fr-FR" altLang="en-US" smtClean="0"/>
              <a:t>	7-  LES HOMMES ENTONNENT LEURS CHANTS</a:t>
            </a:r>
          </a:p>
          <a:p>
            <a:r>
              <a:rPr lang="fr-FR" altLang="en-US" smtClean="0"/>
              <a:t>	8-  LES RIVIÈRES ET LES CHAMPS LES COLLINES ET LES PLAINES</a:t>
            </a:r>
          </a:p>
          <a:p>
            <a:r>
              <a:rPr lang="fr-FR" altLang="en-US" smtClean="0"/>
              <a:t>	</a:t>
            </a:r>
          </a:p>
          <a:p>
            <a:r>
              <a:rPr lang="fr-FR" altLang="en-US" smtClean="0"/>
              <a:t>	9-  QUI FONT UN BRUIT JOYEUX     X2</a:t>
            </a:r>
          </a:p>
          <a:p>
            <a:r>
              <a:rPr lang="fr-FR" altLang="en-US" smtClean="0"/>
              <a:t>	10-  QUI FONT,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11-  JOIE DANS LE MONDE JOIE DANS LE MONDE</a:t>
            </a:r>
          </a:p>
          <a:p>
            <a:r>
              <a:rPr lang="fr-FR" altLang="en-US" smtClean="0"/>
              <a:t>12-  LE SEIGNEUR NOTRE SAUVEUR VIENT ! LA TERRE REÇOIT LE ROI</a:t>
            </a:r>
          </a:p>
          <a:p>
            <a:r>
              <a:rPr lang="fr-FR" altLang="en-US" smtClean="0"/>
              <a:t>13-  QUE TOUS LES CŒURS LE LOUENT      X2</a:t>
            </a:r>
          </a:p>
          <a:p>
            <a:r>
              <a:rPr lang="fr-FR" altLang="en-US" smtClean="0"/>
              <a:t>14-  LE CIEL, LA NATURE CHANTENT          X2</a:t>
            </a:r>
          </a:p>
          <a:p>
            <a:r>
              <a:rPr lang="fr-FR" altLang="en-US" smtClean="0"/>
              <a:t>15-  LE CIEL OUI LE CIEL,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16-  JOIE SUR LA TERRE LE SAUVEUR RÈGNE</a:t>
            </a:r>
          </a:p>
          <a:p>
            <a:r>
              <a:rPr lang="fr-FR" altLang="en-US" smtClean="0"/>
              <a:t>	17-  LES HOMMES ENTONNENT LEURS CHANTS</a:t>
            </a:r>
          </a:p>
          <a:p>
            <a:r>
              <a:rPr lang="fr-FR" altLang="en-US" smtClean="0"/>
              <a:t>	18-  LES RIVIÈRES ET LES CHAMPS LES COLLINES ET LES PLAINES</a:t>
            </a:r>
          </a:p>
          <a:p>
            <a:r>
              <a:rPr lang="fr-FR" altLang="en-US" smtClean="0"/>
              <a:t>	19-  QUI FONT UN BRUIT JOYEUX QUI FONT UN BRUIT JOYEUX</a:t>
            </a:r>
          </a:p>
          <a:p>
            <a:r>
              <a:rPr lang="fr-FR" altLang="en-US" smtClean="0"/>
              <a:t>	20-  QUI FONT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21-  JOIE DANS LE MONDE</a:t>
            </a:r>
          </a:p>
          <a:p>
            <a:r>
              <a:rPr lang="fr-FR" altLang="en-US" smtClean="0"/>
              <a:t>22-  LE SEIGNEUR NOTRE SAUVEUR VIENT </a:t>
            </a:r>
          </a:p>
          <a:p>
            <a:r>
              <a:rPr lang="fr-FR" altLang="en-US" smtClean="0"/>
              <a:t>23- JOIE DANS LE MONDE !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en-US" smtClean="0"/>
              <a:t>1-  JOIE DANS LE MONDE LE SEIGNEUR VIENT 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2-  LA TERRE REÇOIT LE ROI 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3- QUE TOUS LES CŒURS LE LOUENT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4-  LE CIEL, LA NATURE CHANTENT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5-  LE CIEL, OUI LE CIEL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6-  JOIE SUR LA TERRE LE SAUVEUR RÈGNE 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9-  QUI FONT UN BRUIT JOYEUX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10-  QUI FONT,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11-  JOIE DANS LE MONDE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12-  LE SEIGNEUR NOTRE SAUVEUR VIENT ! LA TERRE REÇOIT LE ROI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13-  QUE TOUS LES CŒURS LE LOUENT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14-  LE CIEL, LA NATURE CHANTENT  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15-  LE CIEL OUI LE CIEL,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16-  JOIE SUR LA TERRE LE SAUVEUR RÈGNE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19-  QUI FONT UN BRUIT JOYEUX QUI FONT UN BRUIT JOYEUX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20-  QUI FONT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21- 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22-  LE SEIGNEUR NOTRE SAUVEUR VIENT 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23- JOIE DANS LE MONDE !</a:t>
            </a:r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JOIE DANS LE MONDE LE SEIGNEUR VIENT !</a:t>
            </a:r>
          </a:p>
          <a:p>
            <a:r>
              <a:rPr lang="fr-FR" altLang="en-US" smtClean="0"/>
              <a:t>2-  LA TERRE REÇOIT LE ROI </a:t>
            </a:r>
          </a:p>
          <a:p>
            <a:r>
              <a:rPr lang="fr-FR" altLang="en-US" smtClean="0"/>
              <a:t>3- QUE TOUS LES CŒURS LE LOUENT     X2</a:t>
            </a:r>
          </a:p>
          <a:p>
            <a:r>
              <a:rPr lang="fr-FR" altLang="en-US" smtClean="0"/>
              <a:t>4-  LE CIEL, LA NATURE CHANTENT        X2</a:t>
            </a:r>
          </a:p>
          <a:p>
            <a:r>
              <a:rPr lang="fr-FR" altLang="en-US" smtClean="0"/>
              <a:t>5-  LE CIEL, OUI LE CIEL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6-  JOIE SUR LA TERRE LE SAUVEUR RÈGNE !</a:t>
            </a:r>
          </a:p>
          <a:p>
            <a:r>
              <a:rPr lang="fr-FR" altLang="en-US" smtClean="0"/>
              <a:t>	7-  LES HOMMES ENTONNENT LEURS CHANTS</a:t>
            </a:r>
          </a:p>
          <a:p>
            <a:r>
              <a:rPr lang="fr-FR" altLang="en-US" smtClean="0"/>
              <a:t>	8-  LES RIVIÈRES ET LES CHAMPS LES COLLINES ET LES PLAINES</a:t>
            </a:r>
          </a:p>
          <a:p>
            <a:r>
              <a:rPr lang="fr-FR" altLang="en-US" smtClean="0"/>
              <a:t>	</a:t>
            </a:r>
          </a:p>
          <a:p>
            <a:r>
              <a:rPr lang="fr-FR" altLang="en-US" smtClean="0"/>
              <a:t>	9-  QUI FONT UN BRUIT JOYEUX     X2</a:t>
            </a:r>
          </a:p>
          <a:p>
            <a:r>
              <a:rPr lang="fr-FR" altLang="en-US" smtClean="0"/>
              <a:t>	10-  QUI FONT,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11-  JOIE DANS LE MONDE JOIE DANS LE MONDE</a:t>
            </a:r>
          </a:p>
          <a:p>
            <a:r>
              <a:rPr lang="fr-FR" altLang="en-US" smtClean="0"/>
              <a:t>12-  LE SEIGNEUR NOTRE SAUVEUR VIENT ! LA TERRE REÇOIT LE ROI</a:t>
            </a:r>
          </a:p>
          <a:p>
            <a:r>
              <a:rPr lang="fr-FR" altLang="en-US" smtClean="0"/>
              <a:t>13-  QUE TOUS LES CŒURS LE LOUENT      X2</a:t>
            </a:r>
          </a:p>
          <a:p>
            <a:r>
              <a:rPr lang="fr-FR" altLang="en-US" smtClean="0"/>
              <a:t>14-  LE CIEL, LA NATURE CHANTENT          X2</a:t>
            </a:r>
          </a:p>
          <a:p>
            <a:r>
              <a:rPr lang="fr-FR" altLang="en-US" smtClean="0"/>
              <a:t>15-  LE CIEL OUI LE CIEL,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16-  JOIE SUR LA TERRE LE SAUVEUR RÈGNE</a:t>
            </a:r>
          </a:p>
          <a:p>
            <a:r>
              <a:rPr lang="fr-FR" altLang="en-US" smtClean="0"/>
              <a:t>	17-  LES HOMMES ENTONNENT LEURS CHANTS</a:t>
            </a:r>
          </a:p>
          <a:p>
            <a:r>
              <a:rPr lang="fr-FR" altLang="en-US" smtClean="0"/>
              <a:t>	18-  LES RIVIÈRES ET LES CHAMPS LES COLLINES ET LES PLAINES</a:t>
            </a:r>
          </a:p>
          <a:p>
            <a:r>
              <a:rPr lang="fr-FR" altLang="en-US" smtClean="0"/>
              <a:t>	19-  QUI FONT UN BRUIT JOYEUX QUI FONT UN BRUIT JOYEUX</a:t>
            </a:r>
          </a:p>
          <a:p>
            <a:r>
              <a:rPr lang="fr-FR" altLang="en-US" smtClean="0"/>
              <a:t>	20-  QUI FONT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21-  JOIE DANS LE MONDE</a:t>
            </a:r>
          </a:p>
          <a:p>
            <a:r>
              <a:rPr lang="fr-FR" altLang="en-US" smtClean="0"/>
              <a:t>22-  LE SEIGNEUR NOTRE SAUVEUR VIENT </a:t>
            </a:r>
          </a:p>
          <a:p>
            <a:r>
              <a:rPr lang="fr-FR" altLang="en-US" smtClean="0"/>
              <a:t>23- JOIE DANS LE MONDE !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en-US" smtClean="0"/>
              <a:t>1-  JOIE DANS LE MONDE LE SEIGNEUR VIENT 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2-  LA TERRE REÇOIT LE ROI 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3- QUE TOUS LES CŒURS LE LOUENT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4-  LE CIEL, LA NATURE CHANTENT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5-  LE CIEL, OUI LE CIEL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6-  JOIE SUR LA TERRE LE SAUVEUR RÈGNE 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9-  QUI FONT UN BRUIT JOYEUX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10-  QUI FONT,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11-  JOIE DANS LE MONDE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12-  LE SEIGNEUR NOTRE SAUVEUR VIENT ! LA TERRE REÇOIT LE ROI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13-  QUE TOUS LES CŒURS LE LOUENT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14-  LE CIEL, LA NATURE CHANTENT  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15-  LE CIEL OUI LE CIEL,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16-  JOIE SUR LA TERRE LE SAUVEUR RÈGNE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19-  QUI FONT UN BRUIT JOYEUX QUI FONT UN BRUIT JOYEUX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20-  QUI FONT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21- 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22-  LE SEIGNEUR NOTRE SAUVEUR VIENT 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23- JOIE DANS LE MONDE !</a:t>
            </a:r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JOIE DANS LE MONDE LE SEIGNEUR VIENT !</a:t>
            </a:r>
          </a:p>
          <a:p>
            <a:r>
              <a:rPr lang="fr-FR" altLang="en-US" smtClean="0"/>
              <a:t>2-  LA TERRE REÇOIT LE ROI </a:t>
            </a:r>
          </a:p>
          <a:p>
            <a:r>
              <a:rPr lang="fr-FR" altLang="en-US" smtClean="0"/>
              <a:t>3- QUE TOUS LES CŒURS LE LOUENT     X2</a:t>
            </a:r>
          </a:p>
          <a:p>
            <a:r>
              <a:rPr lang="fr-FR" altLang="en-US" smtClean="0"/>
              <a:t>4-  LE CIEL, LA NATURE CHANTENT        X2</a:t>
            </a:r>
          </a:p>
          <a:p>
            <a:r>
              <a:rPr lang="fr-FR" altLang="en-US" smtClean="0"/>
              <a:t>5-  LE CIEL, OUI LE CIEL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6-  JOIE SUR LA TERRE LE SAUVEUR RÈGNE !</a:t>
            </a:r>
          </a:p>
          <a:p>
            <a:r>
              <a:rPr lang="fr-FR" altLang="en-US" smtClean="0"/>
              <a:t>	7-  LES HOMMES ENTONNENT LEURS CHANTS</a:t>
            </a:r>
          </a:p>
          <a:p>
            <a:r>
              <a:rPr lang="fr-FR" altLang="en-US" smtClean="0"/>
              <a:t>	8-  LES RIVIÈRES ET LES CHAMPS LES COLLINES ET LES PLAINES</a:t>
            </a:r>
          </a:p>
          <a:p>
            <a:r>
              <a:rPr lang="fr-FR" altLang="en-US" smtClean="0"/>
              <a:t>	</a:t>
            </a:r>
          </a:p>
          <a:p>
            <a:r>
              <a:rPr lang="fr-FR" altLang="en-US" smtClean="0"/>
              <a:t>	9-  QUI FONT UN BRUIT JOYEUX     X2</a:t>
            </a:r>
          </a:p>
          <a:p>
            <a:r>
              <a:rPr lang="fr-FR" altLang="en-US" smtClean="0"/>
              <a:t>	10-  QUI FONT,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11-  JOIE DANS LE MONDE JOIE DANS LE MONDE</a:t>
            </a:r>
          </a:p>
          <a:p>
            <a:r>
              <a:rPr lang="fr-FR" altLang="en-US" smtClean="0"/>
              <a:t>12-  LE SEIGNEUR NOTRE SAUVEUR VIENT ! LA TERRE REÇOIT LE ROI</a:t>
            </a:r>
          </a:p>
          <a:p>
            <a:r>
              <a:rPr lang="fr-FR" altLang="en-US" smtClean="0"/>
              <a:t>13-  QUE TOUS LES CŒURS LE LOUENT      X2</a:t>
            </a:r>
          </a:p>
          <a:p>
            <a:r>
              <a:rPr lang="fr-FR" altLang="en-US" smtClean="0"/>
              <a:t>14-  LE CIEL, LA NATURE CHANTENT          X2</a:t>
            </a:r>
          </a:p>
          <a:p>
            <a:r>
              <a:rPr lang="fr-FR" altLang="en-US" smtClean="0"/>
              <a:t>15-  LE CIEL OUI LE CIEL,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16-  JOIE SUR LA TERRE LE SAUVEUR RÈGNE</a:t>
            </a:r>
          </a:p>
          <a:p>
            <a:r>
              <a:rPr lang="fr-FR" altLang="en-US" smtClean="0"/>
              <a:t>	17-  LES HOMMES ENTONNENT LEURS CHANTS</a:t>
            </a:r>
          </a:p>
          <a:p>
            <a:r>
              <a:rPr lang="fr-FR" altLang="en-US" smtClean="0"/>
              <a:t>	18-  LES RIVIÈRES ET LES CHAMPS LES COLLINES ET LES PLAINES</a:t>
            </a:r>
          </a:p>
          <a:p>
            <a:r>
              <a:rPr lang="fr-FR" altLang="en-US" smtClean="0"/>
              <a:t>	19-  QUI FONT UN BRUIT JOYEUX QUI FONT UN BRUIT JOYEUX</a:t>
            </a:r>
          </a:p>
          <a:p>
            <a:r>
              <a:rPr lang="fr-FR" altLang="en-US" smtClean="0"/>
              <a:t>	20-  QUI FONT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21-  JOIE DANS LE MONDE</a:t>
            </a:r>
          </a:p>
          <a:p>
            <a:r>
              <a:rPr lang="fr-FR" altLang="en-US" smtClean="0"/>
              <a:t>22-  LE SEIGNEUR NOTRE SAUVEUR VIENT </a:t>
            </a:r>
          </a:p>
          <a:p>
            <a:r>
              <a:rPr lang="fr-FR" altLang="en-US" smtClean="0"/>
              <a:t>23- JOIE DANS LE MONDE !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en-US" smtClean="0"/>
              <a:t>1-  JOIE DANS LE MONDE LE SEIGNEUR VIENT 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2-  LA TERRE REÇOIT LE ROI 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3- QUE TOUS LES CŒURS LE LOUENT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4-  LE CIEL, LA NATURE CHANTENT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5-  LE CIEL, OUI LE CIEL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6-  JOIE SUR LA TERRE LE SAUVEUR RÈGNE 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9-  QUI FONT UN BRUIT JOYEUX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10-  QUI FONT,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11-  JOIE DANS LE MONDE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12-  LE SEIGNEUR NOTRE SAUVEUR VIENT ! LA TERRE REÇOIT LE ROI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13-  QUE TOUS LES CŒURS LE LOUENT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14-  LE CIEL, LA NATURE CHANTENT  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15-  LE CIEL OUI LE CIEL,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16-  JOIE SUR LA TERRE LE SAUVEUR RÈGNE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19-  QUI FONT UN BRUIT JOYEUX QUI FONT UN BRUIT JOYEUX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20-  QUI FONT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21- 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22-  LE SEIGNEUR NOTRE SAUVEUR VIENT 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23- JOIE DANS LE MONDE !</a:t>
            </a:r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JOIE DANS LE MONDE LE SEIGNEUR VIENT !</a:t>
            </a:r>
          </a:p>
          <a:p>
            <a:r>
              <a:rPr lang="fr-FR" altLang="en-US" smtClean="0"/>
              <a:t>2-  LA TERRE REÇOIT LE ROI </a:t>
            </a:r>
          </a:p>
          <a:p>
            <a:r>
              <a:rPr lang="fr-FR" altLang="en-US" smtClean="0"/>
              <a:t>3- QUE TOUS LES CŒURS LE LOUENT     X2</a:t>
            </a:r>
          </a:p>
          <a:p>
            <a:r>
              <a:rPr lang="fr-FR" altLang="en-US" smtClean="0"/>
              <a:t>4-  LE CIEL, LA NATURE CHANTENT        X2</a:t>
            </a:r>
          </a:p>
          <a:p>
            <a:r>
              <a:rPr lang="fr-FR" altLang="en-US" smtClean="0"/>
              <a:t>5-  LE CIEL, OUI LE CIEL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6-  JOIE SUR LA TERRE LE SAUVEUR RÈGNE !</a:t>
            </a:r>
          </a:p>
          <a:p>
            <a:r>
              <a:rPr lang="fr-FR" altLang="en-US" smtClean="0"/>
              <a:t>	7-  LES HOMMES ENTONNENT LEURS CHANTS</a:t>
            </a:r>
          </a:p>
          <a:p>
            <a:r>
              <a:rPr lang="fr-FR" altLang="en-US" smtClean="0"/>
              <a:t>	8-  LES RIVIÈRES ET LES CHAMPS LES COLLINES ET LES PLAINES</a:t>
            </a:r>
          </a:p>
          <a:p>
            <a:r>
              <a:rPr lang="fr-FR" altLang="en-US" smtClean="0"/>
              <a:t>	</a:t>
            </a:r>
          </a:p>
          <a:p>
            <a:r>
              <a:rPr lang="fr-FR" altLang="en-US" smtClean="0"/>
              <a:t>	9-  QUI FONT UN BRUIT JOYEUX     X2</a:t>
            </a:r>
          </a:p>
          <a:p>
            <a:r>
              <a:rPr lang="fr-FR" altLang="en-US" smtClean="0"/>
              <a:t>	10-  QUI FONT,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11-  JOIE DANS LE MONDE JOIE DANS LE MONDE</a:t>
            </a:r>
          </a:p>
          <a:p>
            <a:r>
              <a:rPr lang="fr-FR" altLang="en-US" smtClean="0"/>
              <a:t>12-  LE SEIGNEUR NOTRE SAUVEUR VIENT ! LA TERRE REÇOIT LE ROI</a:t>
            </a:r>
          </a:p>
          <a:p>
            <a:r>
              <a:rPr lang="fr-FR" altLang="en-US" smtClean="0"/>
              <a:t>13-  QUE TOUS LES CŒURS LE LOUENT      X2</a:t>
            </a:r>
          </a:p>
          <a:p>
            <a:r>
              <a:rPr lang="fr-FR" altLang="en-US" smtClean="0"/>
              <a:t>14-  LE CIEL, LA NATURE CHANTENT          X2</a:t>
            </a:r>
          </a:p>
          <a:p>
            <a:r>
              <a:rPr lang="fr-FR" altLang="en-US" smtClean="0"/>
              <a:t>15-  LE CIEL OUI LE CIEL,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16-  JOIE SUR LA TERRE LE SAUVEUR RÈGNE</a:t>
            </a:r>
          </a:p>
          <a:p>
            <a:r>
              <a:rPr lang="fr-FR" altLang="en-US" smtClean="0"/>
              <a:t>	17-  LES HOMMES ENTONNENT LEURS CHANTS</a:t>
            </a:r>
          </a:p>
          <a:p>
            <a:r>
              <a:rPr lang="fr-FR" altLang="en-US" smtClean="0"/>
              <a:t>	18-  LES RIVIÈRES ET LES CHAMPS LES COLLINES ET LES PLAINES</a:t>
            </a:r>
          </a:p>
          <a:p>
            <a:r>
              <a:rPr lang="fr-FR" altLang="en-US" smtClean="0"/>
              <a:t>	19-  QUI FONT UN BRUIT JOYEUX QUI FONT UN BRUIT JOYEUX</a:t>
            </a:r>
          </a:p>
          <a:p>
            <a:r>
              <a:rPr lang="fr-FR" altLang="en-US" smtClean="0"/>
              <a:t>	20-  QUI FONT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21-  JOIE DANS LE MONDE</a:t>
            </a:r>
          </a:p>
          <a:p>
            <a:r>
              <a:rPr lang="fr-FR" altLang="en-US" smtClean="0"/>
              <a:t>22-  LE SEIGNEUR NOTRE SAUVEUR VIENT </a:t>
            </a:r>
          </a:p>
          <a:p>
            <a:r>
              <a:rPr lang="fr-FR" altLang="en-US" smtClean="0"/>
              <a:t>23- JOIE DANS LE MONDE !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en-US" smtClean="0"/>
              <a:t>1-  JOIE DANS LE MONDE LE SEIGNEUR VIENT 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2-  LA TERRE REÇOIT LE ROI 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3- QUE TOUS LES CŒURS LE LOUENT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4-  LE CIEL, LA NATURE CHANTENT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5-  LE CIEL, OUI LE CIEL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6-  JOIE SUR LA TERRE LE SAUVEUR RÈGNE 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9-  QUI FONT UN BRUIT JOYEUX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10-  QUI FONT,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11-  JOIE DANS LE MONDE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12-  LE SEIGNEUR NOTRE SAUVEUR VIENT ! LA TERRE REÇOIT LE ROI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13-  QUE TOUS LES CŒURS LE LOUENT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14-  LE CIEL, LA NATURE CHANTENT  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15-  LE CIEL OUI LE CIEL,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16-  JOIE SUR LA TERRE LE SAUVEUR RÈGNE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19-  QUI FONT UN BRUIT JOYEUX QUI FONT UN BRUIT JOYEUX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20-  QUI FONT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21- 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22-  LE SEIGNEUR NOTRE SAUVEUR VIENT 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23- JOIE DANS LE MONDE !</a:t>
            </a:r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JOIE DANS LE MONDE LE SEIGNEUR VIENT !</a:t>
            </a:r>
          </a:p>
          <a:p>
            <a:r>
              <a:rPr lang="fr-FR" altLang="en-US" smtClean="0"/>
              <a:t>2-  LA TERRE REÇOIT LE ROI </a:t>
            </a:r>
          </a:p>
          <a:p>
            <a:r>
              <a:rPr lang="fr-FR" altLang="en-US" smtClean="0"/>
              <a:t>3- QUE TOUS LES CŒURS LE LOUENT     X2</a:t>
            </a:r>
          </a:p>
          <a:p>
            <a:r>
              <a:rPr lang="fr-FR" altLang="en-US" smtClean="0"/>
              <a:t>4-  LE CIEL, LA NATURE CHANTENT        X2</a:t>
            </a:r>
          </a:p>
          <a:p>
            <a:r>
              <a:rPr lang="fr-FR" altLang="en-US" smtClean="0"/>
              <a:t>5-  LE CIEL, OUI LE CIEL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6-  JOIE SUR LA TERRE LE SAUVEUR RÈGNE !</a:t>
            </a:r>
          </a:p>
          <a:p>
            <a:r>
              <a:rPr lang="fr-FR" altLang="en-US" smtClean="0"/>
              <a:t>	7-  LES HOMMES ENTONNENT LEURS CHANTS</a:t>
            </a:r>
          </a:p>
          <a:p>
            <a:r>
              <a:rPr lang="fr-FR" altLang="en-US" smtClean="0"/>
              <a:t>	8-  LES RIVIÈRES ET LES CHAMPS LES COLLINES ET LES PLAINES</a:t>
            </a:r>
          </a:p>
          <a:p>
            <a:r>
              <a:rPr lang="fr-FR" altLang="en-US" smtClean="0"/>
              <a:t>	</a:t>
            </a:r>
          </a:p>
          <a:p>
            <a:r>
              <a:rPr lang="fr-FR" altLang="en-US" smtClean="0"/>
              <a:t>	9-  QUI FONT UN BRUIT JOYEUX     X2</a:t>
            </a:r>
          </a:p>
          <a:p>
            <a:r>
              <a:rPr lang="fr-FR" altLang="en-US" smtClean="0"/>
              <a:t>	10-  QUI FONT,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11-  JOIE DANS LE MONDE JOIE DANS LE MONDE</a:t>
            </a:r>
          </a:p>
          <a:p>
            <a:r>
              <a:rPr lang="fr-FR" altLang="en-US" smtClean="0"/>
              <a:t>12-  LE SEIGNEUR NOTRE SAUVEUR VIENT ! LA TERRE REÇOIT LE ROI</a:t>
            </a:r>
          </a:p>
          <a:p>
            <a:r>
              <a:rPr lang="fr-FR" altLang="en-US" smtClean="0"/>
              <a:t>13-  QUE TOUS LES CŒURS LE LOUENT      X2</a:t>
            </a:r>
          </a:p>
          <a:p>
            <a:r>
              <a:rPr lang="fr-FR" altLang="en-US" smtClean="0"/>
              <a:t>14-  LE CIEL, LA NATURE CHANTENT          X2</a:t>
            </a:r>
          </a:p>
          <a:p>
            <a:r>
              <a:rPr lang="fr-FR" altLang="en-US" smtClean="0"/>
              <a:t>15-  LE CIEL OUI LE CIEL,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16-  JOIE SUR LA TERRE LE SAUVEUR RÈGNE</a:t>
            </a:r>
          </a:p>
          <a:p>
            <a:r>
              <a:rPr lang="fr-FR" altLang="en-US" smtClean="0"/>
              <a:t>	17-  LES HOMMES ENTONNENT LEURS CHANTS</a:t>
            </a:r>
          </a:p>
          <a:p>
            <a:r>
              <a:rPr lang="fr-FR" altLang="en-US" smtClean="0"/>
              <a:t>	18-  LES RIVIÈRES ET LES CHAMPS LES COLLINES ET LES PLAINES</a:t>
            </a:r>
          </a:p>
          <a:p>
            <a:r>
              <a:rPr lang="fr-FR" altLang="en-US" smtClean="0"/>
              <a:t>	19-  QUI FONT UN BRUIT JOYEUX QUI FONT UN BRUIT JOYEUX</a:t>
            </a:r>
          </a:p>
          <a:p>
            <a:r>
              <a:rPr lang="fr-FR" altLang="en-US" smtClean="0"/>
              <a:t>	20-  QUI FONT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21-  JOIE DANS LE MONDE</a:t>
            </a:r>
          </a:p>
          <a:p>
            <a:r>
              <a:rPr lang="fr-FR" altLang="en-US" smtClean="0"/>
              <a:t>22-  LE SEIGNEUR NOTRE SAUVEUR VIENT </a:t>
            </a:r>
          </a:p>
          <a:p>
            <a:r>
              <a:rPr lang="fr-FR" altLang="en-US" smtClean="0"/>
              <a:t>23- JOIE DANS LE MONDE !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en-US" smtClean="0"/>
              <a:t>1-  JOIE DANS LE MONDE LE SEIGNEUR VIENT 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2-  LA TERRE REÇOIT LE ROI 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3- QUE TOUS LES CŒURS LE LOUENT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4-  LE CIEL, LA NATURE CHANTENT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5-  LE CIEL, OUI LE CIEL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6-  JOIE SUR LA TERRE LE SAUVEUR RÈGNE 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9-  QUI FONT UN BRUIT JOYEUX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10-  QUI FONT,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11-  JOIE DANS LE MONDE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12-  LE SEIGNEUR NOTRE SAUVEUR VIENT ! LA TERRE REÇOIT LE ROI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13-  QUE TOUS LES CŒURS LE LOUENT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14-  LE CIEL, LA NATURE CHANTENT  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15-  LE CIEL OUI LE CIEL,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16-  JOIE SUR LA TERRE LE SAUVEUR RÈGNE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19-  QUI FONT UN BRUIT JOYEUX QUI FONT UN BRUIT JOYEUX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20-  QUI FONT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21- 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22-  LE SEIGNEUR NOTRE SAUVEUR VIENT 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23- JOIE DANS LE MONDE !</a:t>
            </a:r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JOIE DANS LE MONDE LE SEIGNEUR VIENT !</a:t>
            </a:r>
          </a:p>
          <a:p>
            <a:r>
              <a:rPr lang="fr-FR" altLang="en-US" smtClean="0"/>
              <a:t>2-  LA TERRE REÇOIT LE ROI </a:t>
            </a:r>
          </a:p>
          <a:p>
            <a:r>
              <a:rPr lang="fr-FR" altLang="en-US" smtClean="0"/>
              <a:t>3- QUE TOUS LES CŒURS LE LOUENT     X2</a:t>
            </a:r>
          </a:p>
          <a:p>
            <a:r>
              <a:rPr lang="fr-FR" altLang="en-US" smtClean="0"/>
              <a:t>4-  LE CIEL, LA NATURE CHANTENT        X2</a:t>
            </a:r>
          </a:p>
          <a:p>
            <a:r>
              <a:rPr lang="fr-FR" altLang="en-US" smtClean="0"/>
              <a:t>5-  LE CIEL, OUI LE CIEL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6-  JOIE SUR LA TERRE LE SAUVEUR RÈGNE !</a:t>
            </a:r>
          </a:p>
          <a:p>
            <a:r>
              <a:rPr lang="fr-FR" altLang="en-US" smtClean="0"/>
              <a:t>	7-  LES HOMMES ENTONNENT LEURS CHANTS</a:t>
            </a:r>
          </a:p>
          <a:p>
            <a:r>
              <a:rPr lang="fr-FR" altLang="en-US" smtClean="0"/>
              <a:t>	8-  LES RIVIÈRES ET LES CHAMPS LES COLLINES ET LES PLAINES</a:t>
            </a:r>
          </a:p>
          <a:p>
            <a:r>
              <a:rPr lang="fr-FR" altLang="en-US" smtClean="0"/>
              <a:t>	</a:t>
            </a:r>
          </a:p>
          <a:p>
            <a:r>
              <a:rPr lang="fr-FR" altLang="en-US" smtClean="0"/>
              <a:t>	9-  QUI FONT UN BRUIT JOYEUX     X2</a:t>
            </a:r>
          </a:p>
          <a:p>
            <a:r>
              <a:rPr lang="fr-FR" altLang="en-US" smtClean="0"/>
              <a:t>	10-  QUI FONT,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11-  JOIE DANS LE MONDE JOIE DANS LE MONDE</a:t>
            </a:r>
          </a:p>
          <a:p>
            <a:r>
              <a:rPr lang="fr-FR" altLang="en-US" smtClean="0"/>
              <a:t>12-  LE SEIGNEUR NOTRE SAUVEUR VIENT ! LA TERRE REÇOIT LE ROI</a:t>
            </a:r>
          </a:p>
          <a:p>
            <a:r>
              <a:rPr lang="fr-FR" altLang="en-US" smtClean="0"/>
              <a:t>13-  QUE TOUS LES CŒURS LE LOUENT      X2</a:t>
            </a:r>
          </a:p>
          <a:p>
            <a:r>
              <a:rPr lang="fr-FR" altLang="en-US" smtClean="0"/>
              <a:t>14-  LE CIEL, LA NATURE CHANTENT          X2</a:t>
            </a:r>
          </a:p>
          <a:p>
            <a:r>
              <a:rPr lang="fr-FR" altLang="en-US" smtClean="0"/>
              <a:t>15-  LE CIEL OUI LE CIEL,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16-  JOIE SUR LA TERRE LE SAUVEUR RÈGNE</a:t>
            </a:r>
          </a:p>
          <a:p>
            <a:r>
              <a:rPr lang="fr-FR" altLang="en-US" smtClean="0"/>
              <a:t>	17-  LES HOMMES ENTONNENT LEURS CHANTS</a:t>
            </a:r>
          </a:p>
          <a:p>
            <a:r>
              <a:rPr lang="fr-FR" altLang="en-US" smtClean="0"/>
              <a:t>	18-  LES RIVIÈRES ET LES CHAMPS LES COLLINES ET LES PLAINES</a:t>
            </a:r>
          </a:p>
          <a:p>
            <a:r>
              <a:rPr lang="fr-FR" altLang="en-US" smtClean="0"/>
              <a:t>	19-  QUI FONT UN BRUIT JOYEUX QUI FONT UN BRUIT JOYEUX</a:t>
            </a:r>
          </a:p>
          <a:p>
            <a:r>
              <a:rPr lang="fr-FR" altLang="en-US" smtClean="0"/>
              <a:t>	20-  QUI FONT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21-  JOIE DANS LE MONDE</a:t>
            </a:r>
          </a:p>
          <a:p>
            <a:r>
              <a:rPr lang="fr-FR" altLang="en-US" smtClean="0"/>
              <a:t>22-  LE SEIGNEUR NOTRE SAUVEUR VIENT </a:t>
            </a:r>
          </a:p>
          <a:p>
            <a:r>
              <a:rPr lang="fr-FR" altLang="en-US" smtClean="0"/>
              <a:t>23- JOIE DANS LE MONDE !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en-US" smtClean="0"/>
              <a:t>1-  JOIE DANS LE MONDE LE SEIGNEUR VIENT 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2-  LA TERRE REÇOIT LE ROI 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3- QUE TOUS LES CŒURS LE LOUENT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4-  LE CIEL, LA NATURE CHANTENT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5-  LE CIEL, OUI LE CIEL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6-  JOIE SUR LA TERRE LE SAUVEUR RÈGNE 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9-  QUI FONT UN BRUIT JOYEUX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10-  QUI FONT,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11-  JOIE DANS LE MONDE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12-  LE SEIGNEUR NOTRE SAUVEUR VIENT ! LA TERRE REÇOIT LE ROI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13-  QUE TOUS LES CŒURS LE LOUENT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14-  LE CIEL, LA NATURE CHANTENT  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15-  LE CIEL OUI LE CIEL,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16-  JOIE SUR LA TERRE LE SAUVEUR RÈGNE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19-  QUI FONT UN BRUIT JOYEUX QUI FONT UN BRUIT JOYEUX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20-  QUI FONT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21- 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22-  LE SEIGNEUR NOTRE SAUVEUR VIENT 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23- JOIE DANS LE MONDE !</a:t>
            </a:r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JOIE DANS LE MONDE LE SEIGNEUR VIENT !</a:t>
            </a:r>
          </a:p>
          <a:p>
            <a:r>
              <a:rPr lang="fr-FR" altLang="en-US" smtClean="0"/>
              <a:t>2-  LA TERRE REÇOIT LE ROI </a:t>
            </a:r>
          </a:p>
          <a:p>
            <a:r>
              <a:rPr lang="fr-FR" altLang="en-US" smtClean="0"/>
              <a:t>3- QUE TOUS LES CŒURS LE LOUENT     X2</a:t>
            </a:r>
          </a:p>
          <a:p>
            <a:r>
              <a:rPr lang="fr-FR" altLang="en-US" smtClean="0"/>
              <a:t>4-  LE CIEL, LA NATURE CHANTENT        X2</a:t>
            </a:r>
          </a:p>
          <a:p>
            <a:r>
              <a:rPr lang="fr-FR" altLang="en-US" smtClean="0"/>
              <a:t>5-  LE CIEL, OUI LE CIEL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6-  JOIE SUR LA TERRE LE SAUVEUR RÈGNE !</a:t>
            </a:r>
          </a:p>
          <a:p>
            <a:r>
              <a:rPr lang="fr-FR" altLang="en-US" smtClean="0"/>
              <a:t>	7-  LES HOMMES ENTONNENT LEURS CHANTS</a:t>
            </a:r>
          </a:p>
          <a:p>
            <a:r>
              <a:rPr lang="fr-FR" altLang="en-US" smtClean="0"/>
              <a:t>	8-  LES RIVIÈRES ET LES CHAMPS LES COLLINES ET LES PLAINES</a:t>
            </a:r>
          </a:p>
          <a:p>
            <a:r>
              <a:rPr lang="fr-FR" altLang="en-US" smtClean="0"/>
              <a:t>	</a:t>
            </a:r>
          </a:p>
          <a:p>
            <a:r>
              <a:rPr lang="fr-FR" altLang="en-US" smtClean="0"/>
              <a:t>	9-  QUI FONT UN BRUIT JOYEUX     X2</a:t>
            </a:r>
          </a:p>
          <a:p>
            <a:r>
              <a:rPr lang="fr-FR" altLang="en-US" smtClean="0"/>
              <a:t>	10-  QUI FONT,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11-  JOIE DANS LE MONDE JOIE DANS LE MONDE</a:t>
            </a:r>
          </a:p>
          <a:p>
            <a:r>
              <a:rPr lang="fr-FR" altLang="en-US" smtClean="0"/>
              <a:t>12-  LE SEIGNEUR NOTRE SAUVEUR VIENT ! LA TERRE REÇOIT LE ROI</a:t>
            </a:r>
          </a:p>
          <a:p>
            <a:r>
              <a:rPr lang="fr-FR" altLang="en-US" smtClean="0"/>
              <a:t>13-  QUE TOUS LES CŒURS LE LOUENT      X2</a:t>
            </a:r>
          </a:p>
          <a:p>
            <a:r>
              <a:rPr lang="fr-FR" altLang="en-US" smtClean="0"/>
              <a:t>14-  LE CIEL, LA NATURE CHANTENT          X2</a:t>
            </a:r>
          </a:p>
          <a:p>
            <a:r>
              <a:rPr lang="fr-FR" altLang="en-US" smtClean="0"/>
              <a:t>15-  LE CIEL OUI LE CIEL,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16-  JOIE SUR LA TERRE LE SAUVEUR RÈGNE</a:t>
            </a:r>
          </a:p>
          <a:p>
            <a:r>
              <a:rPr lang="fr-FR" altLang="en-US" smtClean="0"/>
              <a:t>	17-  LES HOMMES ENTONNENT LEURS CHANTS</a:t>
            </a:r>
          </a:p>
          <a:p>
            <a:r>
              <a:rPr lang="fr-FR" altLang="en-US" smtClean="0"/>
              <a:t>	18-  LES RIVIÈRES ET LES CHAMPS LES COLLINES ET LES PLAINES</a:t>
            </a:r>
          </a:p>
          <a:p>
            <a:r>
              <a:rPr lang="fr-FR" altLang="en-US" smtClean="0"/>
              <a:t>	19-  QUI FONT UN BRUIT JOYEUX QUI FONT UN BRUIT JOYEUX</a:t>
            </a:r>
          </a:p>
          <a:p>
            <a:r>
              <a:rPr lang="fr-FR" altLang="en-US" smtClean="0"/>
              <a:t>	20-  QUI FONT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21-  JOIE DANS LE MONDE</a:t>
            </a:r>
          </a:p>
          <a:p>
            <a:r>
              <a:rPr lang="fr-FR" altLang="en-US" smtClean="0"/>
              <a:t>22-  LE SEIGNEUR NOTRE SAUVEUR VIENT </a:t>
            </a:r>
          </a:p>
          <a:p>
            <a:r>
              <a:rPr lang="fr-FR" altLang="en-US" smtClean="0"/>
              <a:t>23- JOIE DANS LE MONDE !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en-US" smtClean="0"/>
              <a:t>1-  JOIE DANS LE MONDE LE SEIGNEUR VIENT 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2-  LA TERRE REÇOIT LE ROI 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3- QUE TOUS LES CŒURS LE LOUENT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4-  LE CIEL, LA NATURE CHANTENT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5-  LE CIEL, OUI LE CIEL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6-  JOIE SUR LA TERRE LE SAUVEUR RÈGNE 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9-  QUI FONT UN BRUIT JOYEUX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10-  QUI FONT,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11-  JOIE DANS LE MONDE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12-  LE SEIGNEUR NOTRE SAUVEUR VIENT ! LA TERRE REÇOIT LE ROI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13-  QUE TOUS LES CŒURS LE LOUENT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14-  LE CIEL, LA NATURE CHANTENT  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15-  LE CIEL OUI LE CIEL,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16-  JOIE SUR LA TERRE LE SAUVEUR RÈGNE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19-  QUI FONT UN BRUIT JOYEUX QUI FONT UN BRUIT JOYEUX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20-  QUI FONT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21- 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22-  LE SEIGNEUR NOTRE SAUVEUR VIENT 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23- JOIE DANS LE MONDE !</a:t>
            </a:r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JOIE DANS LE MONDE LE SEIGNEUR VIENT !</a:t>
            </a:r>
          </a:p>
          <a:p>
            <a:r>
              <a:rPr lang="fr-FR" altLang="en-US" smtClean="0"/>
              <a:t>2-  LA TERRE REÇOIT LE ROI </a:t>
            </a:r>
          </a:p>
          <a:p>
            <a:r>
              <a:rPr lang="fr-FR" altLang="en-US" smtClean="0"/>
              <a:t>3- QUE TOUS LES CŒURS LE LOUENT     X2</a:t>
            </a:r>
          </a:p>
          <a:p>
            <a:r>
              <a:rPr lang="fr-FR" altLang="en-US" smtClean="0"/>
              <a:t>4-  LE CIEL, LA NATURE CHANTENT        X2</a:t>
            </a:r>
          </a:p>
          <a:p>
            <a:r>
              <a:rPr lang="fr-FR" altLang="en-US" smtClean="0"/>
              <a:t>5-  LE CIEL, OUI LE CIEL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6-  JOIE SUR LA TERRE LE SAUVEUR RÈGNE !</a:t>
            </a:r>
          </a:p>
          <a:p>
            <a:r>
              <a:rPr lang="fr-FR" altLang="en-US" smtClean="0"/>
              <a:t>	7-  LES HOMMES ENTONNENT LEURS CHANTS</a:t>
            </a:r>
          </a:p>
          <a:p>
            <a:r>
              <a:rPr lang="fr-FR" altLang="en-US" smtClean="0"/>
              <a:t>	8-  LES RIVIÈRES ET LES CHAMPS LES COLLINES ET LES PLAINES</a:t>
            </a:r>
          </a:p>
          <a:p>
            <a:r>
              <a:rPr lang="fr-FR" altLang="en-US" smtClean="0"/>
              <a:t>	</a:t>
            </a:r>
          </a:p>
          <a:p>
            <a:r>
              <a:rPr lang="fr-FR" altLang="en-US" smtClean="0"/>
              <a:t>	9-  QUI FONT UN BRUIT JOYEUX     X2</a:t>
            </a:r>
          </a:p>
          <a:p>
            <a:r>
              <a:rPr lang="fr-FR" altLang="en-US" smtClean="0"/>
              <a:t>	10-  QUI FONT,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11-  JOIE DANS LE MONDE JOIE DANS LE MONDE</a:t>
            </a:r>
          </a:p>
          <a:p>
            <a:r>
              <a:rPr lang="fr-FR" altLang="en-US" smtClean="0"/>
              <a:t>12-  LE SEIGNEUR NOTRE SAUVEUR VIENT ! LA TERRE REÇOIT LE ROI</a:t>
            </a:r>
          </a:p>
          <a:p>
            <a:r>
              <a:rPr lang="fr-FR" altLang="en-US" smtClean="0"/>
              <a:t>13-  QUE TOUS LES CŒURS LE LOUENT      X2</a:t>
            </a:r>
          </a:p>
          <a:p>
            <a:r>
              <a:rPr lang="fr-FR" altLang="en-US" smtClean="0"/>
              <a:t>14-  LE CIEL, LA NATURE CHANTENT          X2</a:t>
            </a:r>
          </a:p>
          <a:p>
            <a:r>
              <a:rPr lang="fr-FR" altLang="en-US" smtClean="0"/>
              <a:t>15-  LE CIEL OUI LE CIEL,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16-  JOIE SUR LA TERRE LE SAUVEUR RÈGNE</a:t>
            </a:r>
          </a:p>
          <a:p>
            <a:r>
              <a:rPr lang="fr-FR" altLang="en-US" smtClean="0"/>
              <a:t>	17-  LES HOMMES ENTONNENT LEURS CHANTS</a:t>
            </a:r>
          </a:p>
          <a:p>
            <a:r>
              <a:rPr lang="fr-FR" altLang="en-US" smtClean="0"/>
              <a:t>	18-  LES RIVIÈRES ET LES CHAMPS LES COLLINES ET LES PLAINES</a:t>
            </a:r>
          </a:p>
          <a:p>
            <a:r>
              <a:rPr lang="fr-FR" altLang="en-US" smtClean="0"/>
              <a:t>	19-  QUI FONT UN BRUIT JOYEUX QUI FONT UN BRUIT JOYEUX</a:t>
            </a:r>
          </a:p>
          <a:p>
            <a:r>
              <a:rPr lang="fr-FR" altLang="en-US" smtClean="0"/>
              <a:t>	20-  QUI FONT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21-  JOIE DANS LE MONDE</a:t>
            </a:r>
          </a:p>
          <a:p>
            <a:r>
              <a:rPr lang="fr-FR" altLang="en-US" smtClean="0"/>
              <a:t>22-  LE SEIGNEUR NOTRE SAUVEUR VIENT </a:t>
            </a:r>
          </a:p>
          <a:p>
            <a:r>
              <a:rPr lang="fr-FR" altLang="en-US" smtClean="0"/>
              <a:t>23- JOIE DANS LE MONDE !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en-US" smtClean="0"/>
              <a:t>1-  JOIE DANS LE MONDE LE SEIGNEUR VIENT 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2-  LA TERRE REÇOIT LE ROI 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3- QUE TOUS LES CŒURS LE LOUENT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4-  LE CIEL, LA NATURE CHANTENT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5-  LE CIEL, OUI LE CIEL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6-  JOIE SUR LA TERRE LE SAUVEUR RÈGNE 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9-  QUI FONT UN BRUIT JOYEUX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10-  QUI FONT,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11-  JOIE DANS LE MONDE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12-  LE SEIGNEUR NOTRE SAUVEUR VIENT ! LA TERRE REÇOIT LE ROI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13-  QUE TOUS LES CŒURS LE LOUENT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14-  LE CIEL, LA NATURE CHANTENT  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15-  LE CIEL OUI LE CIEL,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16-  JOIE SUR LA TERRE LE SAUVEUR RÈGNE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19-  QUI FONT UN BRUIT JOYEUX QUI FONT UN BRUIT JOYEUX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20-  QUI FONT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21- 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22-  LE SEIGNEUR NOTRE SAUVEUR VIENT 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23- JOIE DANS LE MONDE !</a:t>
            </a:r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JOIE DANS LE MONDE LE SEIGNEUR VIENT !</a:t>
            </a:r>
          </a:p>
          <a:p>
            <a:r>
              <a:rPr lang="fr-FR" altLang="en-US" smtClean="0"/>
              <a:t>2-  LA TERRE REÇOIT LE ROI </a:t>
            </a:r>
          </a:p>
          <a:p>
            <a:r>
              <a:rPr lang="fr-FR" altLang="en-US" smtClean="0"/>
              <a:t>3- QUE TOUS LES CŒURS LE LOUENT     X2</a:t>
            </a:r>
          </a:p>
          <a:p>
            <a:r>
              <a:rPr lang="fr-FR" altLang="en-US" smtClean="0"/>
              <a:t>4-  LE CIEL, LA NATURE CHANTENT        X2</a:t>
            </a:r>
          </a:p>
          <a:p>
            <a:r>
              <a:rPr lang="fr-FR" altLang="en-US" smtClean="0"/>
              <a:t>5-  LE CIEL, OUI LE CIEL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6-  JOIE SUR LA TERRE LE SAUVEUR RÈGNE !</a:t>
            </a:r>
          </a:p>
          <a:p>
            <a:r>
              <a:rPr lang="fr-FR" altLang="en-US" smtClean="0"/>
              <a:t>	7-  LES HOMMES ENTONNENT LEURS CHANTS</a:t>
            </a:r>
          </a:p>
          <a:p>
            <a:r>
              <a:rPr lang="fr-FR" altLang="en-US" smtClean="0"/>
              <a:t>	8-  LES RIVIÈRES ET LES CHAMPS LES COLLINES ET LES PLAINES</a:t>
            </a:r>
          </a:p>
          <a:p>
            <a:r>
              <a:rPr lang="fr-FR" altLang="en-US" smtClean="0"/>
              <a:t>	</a:t>
            </a:r>
          </a:p>
          <a:p>
            <a:r>
              <a:rPr lang="fr-FR" altLang="en-US" smtClean="0"/>
              <a:t>	9-  QUI FONT UN BRUIT JOYEUX     X2</a:t>
            </a:r>
          </a:p>
          <a:p>
            <a:r>
              <a:rPr lang="fr-FR" altLang="en-US" smtClean="0"/>
              <a:t>	10-  QUI FONT,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11-  JOIE DANS LE MONDE JOIE DANS LE MONDE</a:t>
            </a:r>
          </a:p>
          <a:p>
            <a:r>
              <a:rPr lang="fr-FR" altLang="en-US" smtClean="0"/>
              <a:t>12-  LE SEIGNEUR NOTRE SAUVEUR VIENT ! LA TERRE REÇOIT LE ROI</a:t>
            </a:r>
          </a:p>
          <a:p>
            <a:r>
              <a:rPr lang="fr-FR" altLang="en-US" smtClean="0"/>
              <a:t>13-  QUE TOUS LES CŒURS LE LOUENT      X2</a:t>
            </a:r>
          </a:p>
          <a:p>
            <a:r>
              <a:rPr lang="fr-FR" altLang="en-US" smtClean="0"/>
              <a:t>14-  LE CIEL, LA NATURE CHANTENT          X2</a:t>
            </a:r>
          </a:p>
          <a:p>
            <a:r>
              <a:rPr lang="fr-FR" altLang="en-US" smtClean="0"/>
              <a:t>15-  LE CIEL OUI LE CIEL,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16-  JOIE SUR LA TERRE LE SAUVEUR RÈGNE</a:t>
            </a:r>
          </a:p>
          <a:p>
            <a:r>
              <a:rPr lang="fr-FR" altLang="en-US" smtClean="0"/>
              <a:t>	17-  LES HOMMES ENTONNENT LEURS CHANTS</a:t>
            </a:r>
          </a:p>
          <a:p>
            <a:r>
              <a:rPr lang="fr-FR" altLang="en-US" smtClean="0"/>
              <a:t>	18-  LES RIVIÈRES ET LES CHAMPS LES COLLINES ET LES PLAINES</a:t>
            </a:r>
          </a:p>
          <a:p>
            <a:r>
              <a:rPr lang="fr-FR" altLang="en-US" smtClean="0"/>
              <a:t>	19-  QUI FONT UN BRUIT JOYEUX QUI FONT UN BRUIT JOYEUX</a:t>
            </a:r>
          </a:p>
          <a:p>
            <a:r>
              <a:rPr lang="fr-FR" altLang="en-US" smtClean="0"/>
              <a:t>	20-  QUI FONT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21-  JOIE DANS LE MONDE</a:t>
            </a:r>
          </a:p>
          <a:p>
            <a:r>
              <a:rPr lang="fr-FR" altLang="en-US" smtClean="0"/>
              <a:t>22-  LE SEIGNEUR NOTRE SAUVEUR VIENT </a:t>
            </a:r>
          </a:p>
          <a:p>
            <a:r>
              <a:rPr lang="fr-FR" altLang="en-US" smtClean="0"/>
              <a:t>23- JOIE DANS LE MONDE !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813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en-US" smtClean="0"/>
              <a:t>1-  JOIE DANS LE MONDE LE SEIGNEUR VIENT 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2-  LA TERRE REÇOIT LE ROI 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3- QUE TOUS LES CŒURS LE LOUENT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4-  LE CIEL, LA NATURE CHANTENT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5-  LE CIEL, OUI LE CIEL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6-  JOIE SUR LA TERRE LE SAUVEUR RÈGNE 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9-  QUI FONT UN BRUIT JOYEUX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10-  QUI FONT,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11-  JOIE DANS LE MONDE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12-  LE SEIGNEUR NOTRE SAUVEUR VIENT ! LA TERRE REÇOIT LE ROI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13-  QUE TOUS LES CŒURS LE LOUENT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14-  LE CIEL, LA NATURE CHANTENT  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15-  LE CIEL OUI LE CIEL,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16-  JOIE SUR LA TERRE LE SAUVEUR RÈGNE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19-  QUI FONT UN BRUIT JOYEUX QUI FONT UN BRUIT JOYEUX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20-  QUI FONT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21- 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22-  LE SEIGNEUR NOTRE SAUVEUR VIENT 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23- JOIE DANS LE MONDE !</a:t>
            </a:r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JOIE DANS LE MONDE LE SEIGNEUR VIENT !</a:t>
            </a:r>
          </a:p>
          <a:p>
            <a:r>
              <a:rPr lang="fr-FR" altLang="en-US" smtClean="0"/>
              <a:t>2-  LA TERRE REÇOIT LE ROI </a:t>
            </a:r>
          </a:p>
          <a:p>
            <a:r>
              <a:rPr lang="fr-FR" altLang="en-US" smtClean="0"/>
              <a:t>3- QUE TOUS LES CŒURS LE LOUENT     X2</a:t>
            </a:r>
          </a:p>
          <a:p>
            <a:r>
              <a:rPr lang="fr-FR" altLang="en-US" smtClean="0"/>
              <a:t>4-  LE CIEL, LA NATURE CHANTENT        X2</a:t>
            </a:r>
          </a:p>
          <a:p>
            <a:r>
              <a:rPr lang="fr-FR" altLang="en-US" smtClean="0"/>
              <a:t>5-  LE CIEL, OUI LE CIEL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6-  JOIE SUR LA TERRE LE SAUVEUR RÈGNE !</a:t>
            </a:r>
          </a:p>
          <a:p>
            <a:r>
              <a:rPr lang="fr-FR" altLang="en-US" smtClean="0"/>
              <a:t>	7-  LES HOMMES ENTONNENT LEURS CHANTS</a:t>
            </a:r>
          </a:p>
          <a:p>
            <a:r>
              <a:rPr lang="fr-FR" altLang="en-US" smtClean="0"/>
              <a:t>	8-  LES RIVIÈRES ET LES CHAMPS LES COLLINES ET LES PLAINES</a:t>
            </a:r>
          </a:p>
          <a:p>
            <a:r>
              <a:rPr lang="fr-FR" altLang="en-US" smtClean="0"/>
              <a:t>	</a:t>
            </a:r>
          </a:p>
          <a:p>
            <a:r>
              <a:rPr lang="fr-FR" altLang="en-US" smtClean="0"/>
              <a:t>	9-  QUI FONT UN BRUIT JOYEUX     X2</a:t>
            </a:r>
          </a:p>
          <a:p>
            <a:r>
              <a:rPr lang="fr-FR" altLang="en-US" smtClean="0"/>
              <a:t>	10-  QUI FONT,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11-  JOIE DANS LE MONDE JOIE DANS LE MONDE</a:t>
            </a:r>
          </a:p>
          <a:p>
            <a:r>
              <a:rPr lang="fr-FR" altLang="en-US" smtClean="0"/>
              <a:t>12-  LE SEIGNEUR NOTRE SAUVEUR VIENT ! LA TERRE REÇOIT LE ROI</a:t>
            </a:r>
          </a:p>
          <a:p>
            <a:r>
              <a:rPr lang="fr-FR" altLang="en-US" smtClean="0"/>
              <a:t>13-  QUE TOUS LES CŒURS LE LOUENT      X2</a:t>
            </a:r>
          </a:p>
          <a:p>
            <a:r>
              <a:rPr lang="fr-FR" altLang="en-US" smtClean="0"/>
              <a:t>14-  LE CIEL, LA NATURE CHANTENT          X2</a:t>
            </a:r>
          </a:p>
          <a:p>
            <a:r>
              <a:rPr lang="fr-FR" altLang="en-US" smtClean="0"/>
              <a:t>15-  LE CIEL OUI LE CIEL,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16-  JOIE SUR LA TERRE LE SAUVEUR RÈGNE</a:t>
            </a:r>
          </a:p>
          <a:p>
            <a:r>
              <a:rPr lang="fr-FR" altLang="en-US" smtClean="0"/>
              <a:t>	17-  LES HOMMES ENTONNENT LEURS CHANTS</a:t>
            </a:r>
          </a:p>
          <a:p>
            <a:r>
              <a:rPr lang="fr-FR" altLang="en-US" smtClean="0"/>
              <a:t>	18-  LES RIVIÈRES ET LES CHAMPS LES COLLINES ET LES PLAINES</a:t>
            </a:r>
          </a:p>
          <a:p>
            <a:r>
              <a:rPr lang="fr-FR" altLang="en-US" smtClean="0"/>
              <a:t>	19-  QUI FONT UN BRUIT JOYEUX QUI FONT UN BRUIT JOYEUX</a:t>
            </a:r>
          </a:p>
          <a:p>
            <a:r>
              <a:rPr lang="fr-FR" altLang="en-US" smtClean="0"/>
              <a:t>	20-  QUI FONT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21-  JOIE DANS LE MONDE</a:t>
            </a:r>
          </a:p>
          <a:p>
            <a:r>
              <a:rPr lang="fr-FR" altLang="en-US" smtClean="0"/>
              <a:t>22-  LE SEIGNEUR NOTRE SAUVEUR VIENT </a:t>
            </a:r>
          </a:p>
          <a:p>
            <a:r>
              <a:rPr lang="fr-FR" altLang="en-US" smtClean="0"/>
              <a:t>23- JOIE DANS LE MONDE !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en-US" smtClean="0"/>
              <a:t>1-  JOIE DANS LE MONDE LE SEIGNEUR VIENT 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2-  LA TERRE REÇOIT LE ROI 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3- QUE TOUS LES CŒURS LE LOUENT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4-  LE CIEL, LA NATURE CHANTENT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5-  LE CIEL, OUI LE CIEL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6-  JOIE SUR LA TERRE LE SAUVEUR RÈGNE !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9-  QUI FONT UN BRUIT JOYEUX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10-  QUI FONT,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11-  JOIE DANS LE MONDE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12-  LE SEIGNEUR NOTRE SAUVEUR VIENT ! LA TERRE REÇOIT LE ROI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13-  QUE TOUS LES CŒURS LE LOUENT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14-  LE CIEL, LA NATURE CHANTENT          X2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15-  LE CIEL OUI LE CIEL, LA NATURE CHANTENT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16-  JOIE SUR LA TERRE LE SAUVEUR RÈGNE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17-  LES HOMMES ENTONNENT LEURS CHANTS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18-  LES RIVIÈRES ET LES CHAMPS LES COLLINES ET LES PLAINES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19-  QUI FONT UN BRUIT JOYEUX QUI FONT UN BRUIT JOYEUX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	20-  QUI FONT OUI ILS FONT UN BRUIT JOYEUX</a:t>
            </a:r>
          </a:p>
          <a:p>
            <a:pPr eaLnBrk="1" hangingPunct="1">
              <a:spcBef>
                <a:spcPct val="0"/>
              </a:spcBef>
            </a:pPr>
            <a:endParaRPr lang="fr-FR" altLang="en-US" smtClean="0"/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21-  JOIE DANS LE MONDE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22-  LE SEIGNEUR NOTRE SAUVEUR VIENT </a:t>
            </a:r>
          </a:p>
          <a:p>
            <a:pPr eaLnBrk="1" hangingPunct="1">
              <a:spcBef>
                <a:spcPct val="0"/>
              </a:spcBef>
            </a:pPr>
            <a:r>
              <a:rPr lang="fr-FR" altLang="en-US" smtClean="0"/>
              <a:t>23- JOIE DANS LE MONDE !</a:t>
            </a:r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en-US" smtClean="0"/>
              <a:t>1-  JOIE DANS LE MONDE LE SEIGNEUR VIENT !</a:t>
            </a:r>
          </a:p>
          <a:p>
            <a:r>
              <a:rPr lang="fr-FR" altLang="en-US" smtClean="0"/>
              <a:t>2-  LA TERRE REÇOIT LE ROI </a:t>
            </a:r>
          </a:p>
          <a:p>
            <a:r>
              <a:rPr lang="fr-FR" altLang="en-US" smtClean="0"/>
              <a:t>3- QUE TOUS LES CŒURS LE LOUENT     X2</a:t>
            </a:r>
          </a:p>
          <a:p>
            <a:r>
              <a:rPr lang="fr-FR" altLang="en-US" smtClean="0"/>
              <a:t>4-  LE CIEL, LA NATURE CHANTENT        X2</a:t>
            </a:r>
          </a:p>
          <a:p>
            <a:r>
              <a:rPr lang="fr-FR" altLang="en-US" smtClean="0"/>
              <a:t>5-  LE CIEL, OUI LE CIEL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6-  JOIE SUR LA TERRE LE SAUVEUR RÈGNE !</a:t>
            </a:r>
          </a:p>
          <a:p>
            <a:r>
              <a:rPr lang="fr-FR" altLang="en-US" smtClean="0"/>
              <a:t>	7-  LES HOMMES ENTONNENT LEURS CHANTS</a:t>
            </a:r>
          </a:p>
          <a:p>
            <a:r>
              <a:rPr lang="fr-FR" altLang="en-US" smtClean="0"/>
              <a:t>	8-  LES RIVIÈRES ET LES CHAMPS LES COLLINES ET LES PLAINES</a:t>
            </a:r>
          </a:p>
          <a:p>
            <a:r>
              <a:rPr lang="fr-FR" altLang="en-US" smtClean="0"/>
              <a:t>	</a:t>
            </a:r>
          </a:p>
          <a:p>
            <a:r>
              <a:rPr lang="fr-FR" altLang="en-US" smtClean="0"/>
              <a:t>	9-  QUI FONT UN BRUIT JOYEUX     X2</a:t>
            </a:r>
          </a:p>
          <a:p>
            <a:r>
              <a:rPr lang="fr-FR" altLang="en-US" smtClean="0"/>
              <a:t>	10-  QUI FONT,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11-  JOIE DANS LE MONDE JOIE DANS LE MONDE</a:t>
            </a:r>
          </a:p>
          <a:p>
            <a:r>
              <a:rPr lang="fr-FR" altLang="en-US" smtClean="0"/>
              <a:t>12-  LE SEIGNEUR NOTRE SAUVEUR VIENT ! LA TERRE REÇOIT LE ROI</a:t>
            </a:r>
          </a:p>
          <a:p>
            <a:r>
              <a:rPr lang="fr-FR" altLang="en-US" smtClean="0"/>
              <a:t>13-  QUE TOUS LES CŒURS LE LOUENT      X2</a:t>
            </a:r>
          </a:p>
          <a:p>
            <a:r>
              <a:rPr lang="fr-FR" altLang="en-US" smtClean="0"/>
              <a:t>14-  LE CIEL, LA NATURE CHANTENT          X2</a:t>
            </a:r>
          </a:p>
          <a:p>
            <a:r>
              <a:rPr lang="fr-FR" altLang="en-US" smtClean="0"/>
              <a:t>15-  LE CIEL OUI LE CIEL, LA NATURE CHANTENT</a:t>
            </a:r>
          </a:p>
          <a:p>
            <a:endParaRPr lang="fr-FR" altLang="en-US" smtClean="0"/>
          </a:p>
          <a:p>
            <a:r>
              <a:rPr lang="fr-FR" altLang="en-US" smtClean="0"/>
              <a:t>	16-  JOIE SUR LA TERRE LE SAUVEUR RÈGNE</a:t>
            </a:r>
          </a:p>
          <a:p>
            <a:r>
              <a:rPr lang="fr-FR" altLang="en-US" smtClean="0"/>
              <a:t>	17-  LES HOMMES ENTONNENT LEURS CHANTS</a:t>
            </a:r>
          </a:p>
          <a:p>
            <a:r>
              <a:rPr lang="fr-FR" altLang="en-US" smtClean="0"/>
              <a:t>	18-  LES RIVIÈRES ET LES CHAMPS LES COLLINES ET LES PLAINES</a:t>
            </a:r>
          </a:p>
          <a:p>
            <a:r>
              <a:rPr lang="fr-FR" altLang="en-US" smtClean="0"/>
              <a:t>	19-  QUI FONT UN BRUIT JOYEUX QUI FONT UN BRUIT JOYEUX</a:t>
            </a:r>
          </a:p>
          <a:p>
            <a:r>
              <a:rPr lang="fr-FR" altLang="en-US" smtClean="0"/>
              <a:t>	20-  QUI FONT OUI ILS FONT UN BRUIT JOYEUX</a:t>
            </a:r>
          </a:p>
          <a:p>
            <a:endParaRPr lang="fr-FR" altLang="en-US" smtClean="0"/>
          </a:p>
          <a:p>
            <a:r>
              <a:rPr lang="fr-FR" altLang="en-US" smtClean="0"/>
              <a:t>21-  JOIE DANS LE MONDE</a:t>
            </a:r>
          </a:p>
          <a:p>
            <a:r>
              <a:rPr lang="fr-FR" altLang="en-US" smtClean="0"/>
              <a:t>22-  LE SEIGNEUR NOTRE SAUVEUR VIENT </a:t>
            </a:r>
          </a:p>
          <a:p>
            <a:r>
              <a:rPr lang="fr-FR" altLang="en-US" smtClean="0"/>
              <a:t>23- JOIE DANS LE MONDE !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EC2025-B9B4-44A7-95B2-4F0CE89B692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AEF200-7370-4F2E-BFCD-1F1B54A2AA4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FD6FA8-C151-4396-A491-357E67138BC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C56B4A-2832-4E78-B3B3-D0BAE1500B5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05C020-BB36-4653-BDC0-7D61B1FFB07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865EF7-814F-4999-A0D1-34AEA260EA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D3E517-0095-4702-AC9E-B4541A7836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0758EC-82CA-4606-A5FC-EE6DC5887B7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0A0EC0-5569-4B5F-B69F-404E26A0DA6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08BE09-7C31-4FC8-A307-FB539A39524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F51D0E-1BA0-4D38-AC7B-01A8A8B07D2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Master text styles</a:t>
            </a:r>
          </a:p>
          <a:p>
            <a:pPr lvl="1"/>
            <a:r>
              <a:rPr lang="en-GB" altLang="en-US" smtClean="0"/>
              <a:t>Second level</a:t>
            </a:r>
          </a:p>
          <a:p>
            <a:pPr lvl="2"/>
            <a:r>
              <a:rPr lang="en-GB" altLang="en-US" smtClean="0"/>
              <a:t>Third level</a:t>
            </a:r>
          </a:p>
          <a:p>
            <a:pPr lvl="3"/>
            <a:r>
              <a:rPr lang="en-GB" altLang="en-US" smtClean="0"/>
              <a:t>Fourth level</a:t>
            </a:r>
          </a:p>
          <a:p>
            <a:pPr lvl="4"/>
            <a:r>
              <a:rPr lang="en-GB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8FF8987-2BFC-4D66-A8BD-E5D2FF0960E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JOIE DANS LE MONDE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SEIGNEUR VIENT !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LA TERRE REÇOIT LE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ROI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QUE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TOUS LES CŒURS LE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cs typeface="Times New Roman" pitchFamily="18" charset="0"/>
              </a:rPr>
              <a:t>LOUENT 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CIEL, LA NATURE CHANTENT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103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CIEL, OUI LE CIEL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NATURE CHANTENT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JOIE SUR LA TERRE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SAUVEUR RÈGNE !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HOMMES ENTONNENT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LEURS CHANTS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RIVIÈRES ET LES CHAMPS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COLLINES ET LES PLAINES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FONT UN BRUIT JOYEUX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FONT, OUI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ILS FONT UN BRUIT JOYEUX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JOIE DANS LE MONDE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JOIE DANS LE MONDE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SEIGNEUR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VIENT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!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TERRE REÇOIT LE ROI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TOUS LES CŒURS LE LOUENT</a:t>
            </a:r>
            <a:endParaRPr lang="en-GB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CIEL, LA NATURE CHANTENT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CIEL OUI LE CIEL, LA NATURE CHANTENT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JOIE SUR LA TERRE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SAUVEUR RÈGNE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HOMMES ENTONNENT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LEURS CHANTS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RIVIÈRES ET LES CHAMPS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COLLINES ET LES PLAINES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FONT UN BRUIT JOYEUX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FONT UN BRUIT JOYEUX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FONT OUI ILS FONT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BRUIT JOYEUX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JOIE DANS LE MONDE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SEIGNEUR NOTRE SAUVEUR VIENT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JOIE DANS LE MONDE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853</TotalTime>
  <Words>529</Words>
  <Application>Microsoft Office PowerPoint</Application>
  <PresentationFormat>On-screen Show (4:3)</PresentationFormat>
  <Paragraphs>1324</Paragraphs>
  <Slides>23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7" baseType="lpstr">
      <vt:lpstr>Times New Roman</vt:lpstr>
      <vt:lpstr>Arial</vt:lpstr>
      <vt:lpstr>Calibri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Montet Alex (EXT)</cp:lastModifiedBy>
  <cp:revision>52</cp:revision>
  <dcterms:created xsi:type="dcterms:W3CDTF">2002-08-17T11:00:44Z</dcterms:created>
  <dcterms:modified xsi:type="dcterms:W3CDTF">2016-12-23T13:39:18Z</dcterms:modified>
</cp:coreProperties>
</file>