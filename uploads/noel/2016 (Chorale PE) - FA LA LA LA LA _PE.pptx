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1" r:id="rId2"/>
    <p:sldId id="262" r:id="rId3"/>
    <p:sldId id="263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16" autoAdjust="0"/>
    <p:restoredTop sz="80688" autoAdjust="0"/>
  </p:normalViewPr>
  <p:slideViewPr>
    <p:cSldViewPr>
      <p:cViewPr>
        <p:scale>
          <a:sx n="50" d="100"/>
          <a:sy n="50" d="100"/>
        </p:scale>
        <p:origin x="210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95F39A1F-6A0B-4497-944E-D011C63242E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fr-FR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fr-FR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endParaRPr lang="fr-FR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FDECC-42E3-4F76-AA54-5E4ED1559A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25534-E1BF-4492-ADCD-9D45BB499A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3C7F43-F4D5-461F-810B-B7C3F25EFE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2E1893-9525-416F-8B56-B906E4E818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5DB7B8-261A-49D3-BA7A-EB502A3D31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3FB5E-EAFF-411F-B726-4A5B308217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719A0C-F567-4609-A702-8CD8BC06E6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DB441-15F9-4272-B0DC-B988520ACF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3A3E8-81C5-4F4B-9AE9-77900E9067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C2A3A7-FE93-4843-A503-616EF429EE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E0D8AA-481A-4D33-A952-0FD5045218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B4C53D35-E14B-46D5-9828-8D2D4D13F6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QUE L'ON CHANTE, QU'ON S'APPRÊTE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SONNEZ PIPEAUX ET MUSETTES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CAR C'EST LA JOIE QU'ON APPORTE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OUVREZ DONC GRAND VOS PORTES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14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DANS LES VILLES ET LES VILLAGES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RÉPANDONS NOTRE MESSAGE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PROCLAMONS LA JOIE PROFONDE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QUE DIEU A DONNÉE AU MONDE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VOICI LES CLOCHES QUI SONNENT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QUE LE NOUVEL AN NOUS DONNE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UN CŒUR REMPLI DE TENDRESSE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C'EST LA PLUS BELLE RICHESSE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 LA LA LA LA LA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C’EST LA PLUS BELLE RICHESSE</a:t>
            </a:r>
          </a:p>
          <a:p>
            <a:pPr algn="ctr">
              <a:lnSpc>
                <a:spcPct val="110000"/>
              </a:lnSpc>
            </a:pPr>
            <a:r>
              <a:rPr lang="fr-FR" sz="10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</a:t>
            </a:r>
            <a:endParaRPr lang="fr-FR" sz="15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  <a:ea typeface="ＭＳ Ｐゴシック" pitchFamily="34" charset="-128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QUE L’ON CHANTE, QU’ON S’APPRÊTE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  <a:ea typeface="ＭＳ Ｐゴシック" pitchFamily="34" charset="-128"/>
              </a:rPr>
              <a:t>FA LA LA LA LA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175</Words>
  <Application>Microsoft Office PowerPoint</Application>
  <PresentationFormat>On-screen Show (4:3)</PresentationFormat>
  <Paragraphs>44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Times New Roman</vt:lpstr>
      <vt:lpstr>Arial</vt:lpstr>
      <vt:lpstr>Arial Black</vt:lpstr>
      <vt:lpstr>ＭＳ Ｐゴシック</vt:lpstr>
      <vt:lpstr>Default Design</vt:lpstr>
      <vt:lpstr>Diapositive 1</vt:lpstr>
      <vt:lpstr>Diapositive 2</vt:lpstr>
      <vt:lpstr>Diapositive 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48</cp:revision>
  <dcterms:created xsi:type="dcterms:W3CDTF">2002-08-17T11:42:58Z</dcterms:created>
  <dcterms:modified xsi:type="dcterms:W3CDTF">2016-12-17T16:34:26Z</dcterms:modified>
</cp:coreProperties>
</file>