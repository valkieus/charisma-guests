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26826" autoAdjust="0"/>
  </p:normalViewPr>
  <p:slideViewPr>
    <p:cSldViewPr>
      <p:cViewPr varScale="1">
        <p:scale>
          <a:sx n="17" d="100"/>
          <a:sy n="17" d="100"/>
        </p:scale>
        <p:origin x="9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26/12/2021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926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66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52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114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911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36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822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693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6262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5425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0081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smtClean="0"/>
              <a:t>
11-  OUI J'AI RÊVÉ D'UNE AUTRE VIE </a:t>
            </a:r>
          </a:p>
          <a:p>
            <a:pPr>
              <a:defRPr/>
            </a:pPr>
            <a:r>
              <a:rPr lang="fr-FR" smtClean="0"/>
              <a:t>
12-  DANS SON ROYAUME INFINI INFINI </a:t>
            </a:r>
          </a:p>
          <a:p>
            <a:pPr>
              <a:defRPr/>
            </a:pPr>
            <a:r>
              <a:rPr lang="fr-FR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250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dirty="0" smtClean="0"/>
              <a:t>1-  J'AI FAIT UN RÊVE DE GRANDE PAIX OÙ CHACUN SERAIT LIBRE D'ESPÉRER  
2-  OÙ L'AMOUR NE MOURRAIT JAMAIS CAR NOTRE DIEU NOUS A PARDONNÉ </a:t>
            </a:r>
          </a:p>
          <a:p>
            <a:pPr>
              <a:defRPr/>
            </a:pPr>
            <a:r>
              <a:rPr lang="fr-FR" dirty="0" smtClean="0"/>
              <a:t>
3-  ET DANS CE RÊVE QUE J'AI FAIT AUCUNE PEUR NE PEUT SUBSISTER 
4-  PLUS RIEN NE RESTAIT À PAYER 
5-  CAR LE SANG ÉTAIT BIEN PLUS QU'ASSEZ </a:t>
            </a:r>
          </a:p>
          <a:p>
            <a:pPr>
              <a:defRPr/>
            </a:pPr>
            <a:r>
              <a:rPr lang="fr-FR" dirty="0" smtClean="0"/>
              <a:t>
6-  MAIS LES TÉNÈBRES ICI BAS VIENNENT POUR VOLER LA LUMIÈRE   
7-  ET ÉTOUFFER NOTRE FOI MAIS FERME EN LUI JE ME TIENDRAI  </a:t>
            </a:r>
          </a:p>
          <a:p>
            <a:pPr>
              <a:defRPr/>
            </a:pPr>
            <a:r>
              <a:rPr lang="fr-FR" dirty="0" smtClean="0"/>
              <a:t>
8-  J'AI RÊVÉ QU'IL VENAIT À MOI ET DE SA MAIN, IL M'A RELEVÉ  
9-  C'EST BIEN PLUS QU'UN RÊVE JE LE CROIS
10-  CAR JE RESSENS ENCORE SON TOUCHER </a:t>
            </a:r>
          </a:p>
          <a:p>
            <a:pPr>
              <a:defRPr/>
            </a:pPr>
            <a:r>
              <a:rPr lang="fr-FR" dirty="0" smtClean="0"/>
              <a:t>
11-  OUI J'AI RÊVÉ D'UNE AUTRE VIE </a:t>
            </a:r>
          </a:p>
          <a:p>
            <a:pPr>
              <a:defRPr/>
            </a:pPr>
            <a:r>
              <a:rPr lang="fr-FR" dirty="0" smtClean="0"/>
              <a:t>
12-  DANS SON ROYAUME INFINI </a:t>
            </a:r>
            <a:r>
              <a:rPr lang="fr-FR" dirty="0" err="1" smtClean="0"/>
              <a:t>INFINI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
13-  MAIS JE NE RÊVE PLUS AUJOURD'HUI  
14-  PARCE QUE CE RÊVE JE LE VIS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FAIT UN RÊVE DE GRANDE PAIX OÙ CHACUN SERAIT LIBRE D'ESPÉRER  
2-  OÙ L'AMOUR NE MOURRAIT JAMAIS CAR NOTRE DIEU NOUS A PARDONNÉ </a:t>
            </a:r>
          </a:p>
          <a:p>
            <a:r>
              <a:rPr lang="fr-FR" smtClean="0"/>
              <a:t>
3-  ET DANS CE RÊVE QUE J'AI FAIT AUCUNE PEUR NE PEUT SUBSISTER 
4-  PLUS RIEN NE RESTAIT À PAYER 
5-  CAR LE SANG ÉTAIT BIEN PLUS QU'ASSEZ </a:t>
            </a:r>
          </a:p>
          <a:p>
            <a:r>
              <a:rPr lang="fr-FR" smtClean="0"/>
              <a:t>
6-  MAIS LES TÉNÈBRES ICI BAS VIENNENT POUR VOLER LA LUMIÈRE   
7-  ET ÉTOUFFER NOTRE FOI MAIS FERME EN LUI JE ME TIENDRAI  </a:t>
            </a:r>
          </a:p>
          <a:p>
            <a:r>
              <a:rPr lang="fr-FR" smtClean="0"/>
              <a:t>
8-  J'AI RÊVÉ QU'IL VENAIT À MOI ET DE SA MAIN, IL M'A RELEVÉ  
9-  C'EST BIEN PLUS QU'UN RÊVE JE LE CROIS
10-  CAR JE RESSENS ENCORE SON TOUCHER </a:t>
            </a:r>
          </a:p>
          <a:p>
            <a:r>
              <a:rPr lang="fr-FR" smtClean="0"/>
              <a:t>
11-  OUI J'AI RÊVÉ D'UNE AUTRE VIE </a:t>
            </a:r>
          </a:p>
          <a:p>
            <a:r>
              <a:rPr lang="fr-FR" smtClean="0"/>
              <a:t>
12-  DANS SON ROYAUME INFINI INFINI </a:t>
            </a:r>
          </a:p>
          <a:p>
            <a:r>
              <a:rPr lang="fr-FR" smtClean="0"/>
              <a:t>
13-  MAIS JE NE RÊVE PLUS AUJOURD'HUI  
14-  PARCE QUE CE RÊVE JE LE VIS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274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FAIT UN RÊVE DE GRANDE PAIX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CHACUN SERAIT LIBRE D'ESPÉRER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L'AMOUR NE MOURRAIT JAMAIS 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NOTRE DIEU NOUS A PARDONNÉ</a:t>
            </a:r>
          </a:p>
        </p:txBody>
      </p:sp>
    </p:spTree>
    <p:extLst>
      <p:ext uri="{BB962C8B-B14F-4D97-AF65-F5344CB8AC3E}">
        <p14:creationId xmlns:p14="http://schemas.microsoft.com/office/powerpoint/2010/main" val="1911784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DANS CE RÊVE QUE J'AI FAIT 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AUCUNE PEUR NE PEUT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SUBSISTER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597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RESTAIT 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PAYER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458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SANG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ÉTAIT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BIEN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QU'ASSEZ</a:t>
            </a:r>
          </a:p>
        </p:txBody>
      </p:sp>
    </p:spTree>
    <p:extLst>
      <p:ext uri="{BB962C8B-B14F-4D97-AF65-F5344CB8AC3E}">
        <p14:creationId xmlns:p14="http://schemas.microsoft.com/office/powerpoint/2010/main" val="140232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LES TÉNÈBRES ICI BAS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VIENNENT POUR VOLER LA LUMIÈRE  </a:t>
            </a:r>
          </a:p>
        </p:txBody>
      </p:sp>
    </p:spTree>
    <p:extLst>
      <p:ext uri="{BB962C8B-B14F-4D97-AF65-F5344CB8AC3E}">
        <p14:creationId xmlns:p14="http://schemas.microsoft.com/office/powerpoint/2010/main" val="1494166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ÉTOUFFER NOTRE FOI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FERME EN LUI JE ME TIENDRAI </a:t>
            </a:r>
          </a:p>
        </p:txBody>
      </p:sp>
    </p:spTree>
    <p:extLst>
      <p:ext uri="{BB962C8B-B14F-4D97-AF65-F5344CB8AC3E}">
        <p14:creationId xmlns:p14="http://schemas.microsoft.com/office/powerpoint/2010/main" val="3090291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RÊVÉ QU'IL VENAIT À MOI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DE SA MAIN, IL M'A RELEVÉ </a:t>
            </a:r>
          </a:p>
        </p:txBody>
      </p:sp>
    </p:spTree>
    <p:extLst>
      <p:ext uri="{BB962C8B-B14F-4D97-AF65-F5344CB8AC3E}">
        <p14:creationId xmlns:p14="http://schemas.microsoft.com/office/powerpoint/2010/main" val="27094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BIEN PLUS QU'UN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RÊVE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CROIS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355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RESSENS ENCORE SON TOUCHER</a:t>
            </a:r>
          </a:p>
        </p:txBody>
      </p:sp>
    </p:spTree>
    <p:extLst>
      <p:ext uri="{BB962C8B-B14F-4D97-AF65-F5344CB8AC3E}">
        <p14:creationId xmlns:p14="http://schemas.microsoft.com/office/powerpoint/2010/main" val="395211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J'AI RÊVÉ D'UNE AUTRE VIE</a:t>
            </a:r>
          </a:p>
        </p:txBody>
      </p:sp>
    </p:spTree>
    <p:extLst>
      <p:ext uri="{BB962C8B-B14F-4D97-AF65-F5344CB8AC3E}">
        <p14:creationId xmlns:p14="http://schemas.microsoft.com/office/powerpoint/2010/main" val="1230159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SON ROYAUME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INFINI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INFINI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33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JE NE RÊVE PLUS AUJOURD'HUI </a:t>
            </a:r>
          </a:p>
        </p:txBody>
      </p:sp>
    </p:spTree>
    <p:extLst>
      <p:ext uri="{BB962C8B-B14F-4D97-AF65-F5344CB8AC3E}">
        <p14:creationId xmlns:p14="http://schemas.microsoft.com/office/powerpoint/2010/main" val="2098705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CE RÊVE 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LE VIS </a:t>
            </a:r>
          </a:p>
        </p:txBody>
      </p:sp>
    </p:spTree>
    <p:extLst>
      <p:ext uri="{BB962C8B-B14F-4D97-AF65-F5344CB8AC3E}">
        <p14:creationId xmlns:p14="http://schemas.microsoft.com/office/powerpoint/2010/main" val="75923869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446</Words>
  <Application>Microsoft Office PowerPoint</Application>
  <PresentationFormat>Affichage à l'écran (4:3)</PresentationFormat>
  <Paragraphs>213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83</cp:revision>
  <dcterms:created xsi:type="dcterms:W3CDTF">2002-08-17T13:12:10Z</dcterms:created>
  <dcterms:modified xsi:type="dcterms:W3CDTF">2021-12-26T01:57:55Z</dcterms:modified>
</cp:coreProperties>
</file>