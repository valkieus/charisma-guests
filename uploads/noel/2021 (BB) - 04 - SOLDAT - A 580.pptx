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9" r:id="rId23"/>
    <p:sldId id="290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6" autoAdjust="0"/>
    <p:restoredTop sz="36385" autoAdjust="0"/>
  </p:normalViewPr>
  <p:slideViewPr>
    <p:cSldViewPr>
      <p:cViewPr varScale="1">
        <p:scale>
          <a:sx n="30" d="100"/>
          <a:sy n="30" d="100"/>
        </p:scale>
        <p:origin x="138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21DF320-23B9-438D-994F-3826512410B5}" type="datetimeFigureOut">
              <a:rPr lang="fr-FR"/>
              <a:pPr>
                <a:defRPr/>
              </a:pPr>
              <a:t>31/12/2021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8E344CB-2427-484E-B56D-9941DE51586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22-  PUISSANT GUERRIER NE L’OUBLIE PAS 
23-  TU ES MON ENFANT 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22-  PUISSANT GUERRIER NE L’OUBLIE PAS 
23-  TU ES MON ENFANT 
</a:t>
            </a: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22-  PUISSANT GUERRIER NE L’OUBLIE PAS 
23-  TU ES MON ENFANT 
</a:t>
            </a:r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22-  PUISSANT GUERRIER NE L’OUBLIE PAS 
23-  TU ES MON ENFANT 
</a:t>
            </a:r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  <a:endParaRPr lang="fr-FR" dirty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  <a:endParaRPr lang="fr-FR" dirty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22-  PUISSANT GUERRIER NE L’OUBLIE PAS 
23-  TU ES MON ENFANT 
</a:t>
            </a:r>
            <a:endParaRPr lang="fr-FR" dirty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SOLDAT DEVANT LA LIGNE TU TE TIENS 
2-  DANS L’INCONFORT TOUT LE LONG DU CHEMIN 
3-  ET TON ARMURE SI BRILLANTE, ÉTINCELANTE 
4-  PAR TOI, SALIE AU COMBAT DANS LES BATAILLES PRÉCÉDENTES </a:t>
            </a:r>
          </a:p>
          <a:p>
            <a:r>
              <a:rPr lang="fr-FR"/>
              <a:t>
5-  SOLDAT GARDE TES YEUX FIXÉS DEVANT TOI 
6-  AIDE LE BLESSÉ MÊME SI TU DOIS Y LAISSER TA VIE 
7-  GARDE TON ARMURE, TON ESPRIT AU PLUS FORT DE LA BATAILLE 
8-  FORTIFIE TA CONVICTION PAR TA FOI ATTEINS LA CIBLE </a:t>
            </a:r>
          </a:p>
          <a:p>
            <a:endParaRPr lang="fr-FR"/>
          </a:p>
          <a:p>
            <a:r>
              <a:rPr lang="fr-FR"/>
              <a:t>	Refrain :
	9-  MÊME SI TOUT SEMBLE TERMINÉ  SI TU ES TOMBÉ 
	10-  SACHE QUE JE SUIS FIER DE TOI JE SAIS QUE TU AS TOUT DONNÉ 
	11-  ALORS PRENDS MA PAIX TOUJOURS JE TE GARDERAI 
	12-  TU ES UN PUISSANT GUERRIER NE L’OUBLIE PAS, NE L’OUBLIE PAS 
	13-  TU ES MON ENFANT </a:t>
            </a:r>
          </a:p>
          <a:p>
            <a:r>
              <a:rPr lang="fr-FR"/>
              <a:t>
14-  SOLDAT DEVANT LA LIGNE TU TE TIENS 
15-  DANS L’INCONFORT TOUT LE LONG DU CHEMIN 
16-  JE SUIS AVEC TOI PEU IMPORTE LES ÉPREUVES 
17-  JE SERAI LÀ AVEC TOI, JUSQU’À LA FIN </a:t>
            </a:r>
          </a:p>
          <a:p>
            <a:r>
              <a:rPr lang="fr-FR"/>
              <a:t>
18-  SOLDAT QUE TA LUMIÈRE BRILLE TOUJOURS 
19-  NE L’ÉTEINS JAMAIS SOIS EMBRASÉ CHAQUE JOUR 
20-  ET PAR DESSUS TOUT SOLDAT NE PERDS JAMAIS DU TERRAIN 
21-  CAR PAR MON BRAS TOUT-PUISSANT JE ME TIENDRAI À TES CÔTÉS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22-  PUISSANT GUERRIER NE L’OUBLIE PAS 
23-  TU ES MON ENFANT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4E32B8-682A-4665-8EBF-E1C07A1AFCE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937F2-718E-49B8-8749-D63AD70E4F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1D12B-91E2-46E4-9411-44F4642E97C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3E0ED-133B-40DC-AAF9-78CEA1858F2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D39DD8-B010-4A1F-91AE-F4BE32F308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59BCA5-CCC0-488D-A1BD-6978511BC01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D4035-EE2E-42BB-B6D5-BED76769755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7D2A87-6F5C-4B84-B6EA-200B9BF291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301ED-9AAA-4BA4-9179-2C4F4975E97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7E936-CFF9-4BEB-8180-844534B7A5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1D0F9-1B71-41EA-90AA-35D9A0753E3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27D1F69-9664-4193-8A19-2F011548DE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SOLDAT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LA LIGNE TU TE TIENS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L’INCONFORT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LE LONG DU CHEMIN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TON ARMURE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BRILLANTE, ÉTINCELANTE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TOI, SALIE AU COMBAT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BATAILLES PRÉCÉDENTES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SOLDAT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GARDE TES YEUX FIXÉS DEVANT TOI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AIDE LE BLESSÉ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TU DOIS Y LAISSER TA VIE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GARDE TON ARMURE, TON 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PLUS FORT DE LA BATAILLE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FORTIFIE TA CONVICTION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TA FOI ATTEINS LA CIBLE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TOUT SEMBLE TERMINÉ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ES TOMBÉ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SACHE QUE JE SUIS FIER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TU AS TOUT DONNÉ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PRENDS MA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TOUJOURS JE TE GARDERAI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UN PUISSANT GUERRIER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L’OUBLIE PAS, NE L’OUBLIE PAS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ENFANT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SOLDAT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LA LIGNE TU TE TIENS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L’INCONFORT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LE LONG DU CHEMIN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AVEC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 IMPORTE LES ÉPREUVES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SERAI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TOI, JUSQU’À LA FIN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SOLDAT QUE TA LUMIÈRE BRILLE TOUJOURS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L’ÉTEINS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EMBRASÉ CHAQUE JOUR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PAR DESSUS TOUT SOLDAT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PERDS JAMAIS DU TERRAIN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PAR MON BRAS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TIENDRAI À TES CÔTÉS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PUISSANT GUERRIER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L’OUBLIE PAS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ENFANT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559</Words>
  <Application>Microsoft Office PowerPoint</Application>
  <PresentationFormat>Affichage à l'écran (4:3)</PresentationFormat>
  <Paragraphs>457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6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62</cp:revision>
  <dcterms:created xsi:type="dcterms:W3CDTF">2002-08-17T10:50:50Z</dcterms:created>
  <dcterms:modified xsi:type="dcterms:W3CDTF">2021-12-31T20:58:54Z</dcterms:modified>
</cp:coreProperties>
</file>