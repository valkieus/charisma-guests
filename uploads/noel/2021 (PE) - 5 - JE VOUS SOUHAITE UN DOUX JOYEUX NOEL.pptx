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2" r:id="rId2"/>
    <p:sldId id="274" r:id="rId3"/>
    <p:sldId id="271" r:id="rId4"/>
    <p:sldId id="270" r:id="rId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99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7358" autoAdjust="0"/>
    <p:restoredTop sz="90945"/>
  </p:normalViewPr>
  <p:slideViewPr>
    <p:cSldViewPr>
      <p:cViewPr varScale="1">
        <p:scale>
          <a:sx n="35" d="100"/>
          <a:sy n="35" d="100"/>
        </p:scale>
        <p:origin x="-72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3ACD0F-97F5-4B7B-A7D0-C4C8FF6916E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20017B-2545-47FA-A932-3F42A867D261}" type="slidenum">
              <a:rPr lang="fr-FR" altLang="fr-FR" smtClean="0"/>
              <a:pPr/>
              <a:t>1</a:t>
            </a:fld>
            <a:endParaRPr lang="fr-FR" altLang="fr-F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20017B-2545-47FA-A932-3F42A867D261}" type="slidenum">
              <a:rPr lang="fr-FR" altLang="fr-FR" smtClean="0"/>
              <a:pPr/>
              <a:t>2</a:t>
            </a:fld>
            <a:endParaRPr lang="fr-FR" altLang="fr-F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20017B-2545-47FA-A932-3F42A867D261}" type="slidenum">
              <a:rPr lang="fr-FR" altLang="fr-FR" smtClean="0"/>
              <a:pPr/>
              <a:t>3</a:t>
            </a:fld>
            <a:endParaRPr lang="fr-FR" altLang="fr-F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20017B-2545-47FA-A932-3F42A867D261}" type="slidenum">
              <a:rPr lang="fr-FR" altLang="fr-FR" smtClean="0"/>
              <a:pPr/>
              <a:t>4</a:t>
            </a:fld>
            <a:endParaRPr lang="fr-FR" altLang="fr-F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1F0EB-1EE6-4514-B55B-FA083059C50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66B72-86B4-445B-8EC0-6D97AD6072B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C975B-6590-40E9-8EAF-FCBD8C60BD3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6AD7-6C15-499A-84E1-E3C27EBEE9F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3DCBB-2517-459A-AFCE-48D4E1D04CF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FC71F-7583-4FD0-9C75-D5538DA1098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6916-EF37-4A71-8408-8E62BCA9146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DA74F-DDE9-4027-846B-3A4AA001479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E85C2-CBD6-484F-B997-FE4CE455C0B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E9C594-450C-4D2C-8DB5-B709796730E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05642-48FA-4CE7-B46F-71B15EB9E87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text styles</a:t>
            </a:r>
          </a:p>
          <a:p>
            <a:pPr lvl="1"/>
            <a:r>
              <a:rPr lang="en-GB" altLang="fr-FR"/>
              <a:t>Second level</a:t>
            </a:r>
          </a:p>
          <a:p>
            <a:pPr lvl="2"/>
            <a:r>
              <a:rPr lang="en-GB" altLang="fr-FR"/>
              <a:t>Third level</a:t>
            </a:r>
          </a:p>
          <a:p>
            <a:pPr lvl="3"/>
            <a:r>
              <a:rPr lang="en-GB" altLang="fr-FR"/>
              <a:t>Fourth level</a:t>
            </a:r>
          </a:p>
          <a:p>
            <a:pPr lvl="4"/>
            <a:r>
              <a:rPr lang="en-GB" altLang="fr-F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6950A69-ACF7-41D6-8DB9-88261C5A7A3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JE </a:t>
            </a: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VOUS </a:t>
            </a: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SOUHAITE UN DOUX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ET JOYEUX NOËL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LE CŒUR PLEIN DE PAIX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AUJOURD’HUI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NOS PROBLÈMES SE SONT ENVOLÉS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JE </a:t>
            </a: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VOUS </a:t>
            </a: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SOUHAITE UN DOUX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ET JOYEUX NOËL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REMPLI DE GAITÉ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AUJOURD’HUI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NOS PROBLÈMES SONT SI ÉLOIGNÉS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NOUS VOICI LÀ COMME AUTREFOIS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JOYEUX JOURS DORÉS, D’ANTAN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CES AMIS QUI SONT PRÈS DE NOUS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ILS NOUS REJOINDRONT ENCORE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CES </a:t>
            </a: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ANNÉES NE POURRONT NOUS </a:t>
            </a: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SÉPARER</a:t>
            </a: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SI DIEU LE PERMET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NOUS POSERONS L’ÉTOILE </a:t>
            </a:r>
            <a:endParaRPr lang="fr-FR" alt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SUR </a:t>
            </a: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LE HAUT </a:t>
            </a: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DU SAPIN</a:t>
            </a: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JE </a:t>
            </a:r>
            <a:r>
              <a:rPr lang="fr-FR" altLang="fr-FR" sz="2800" dirty="0" smtClean="0">
                <a:solidFill>
                  <a:schemeClr val="bg1"/>
                </a:solidFill>
                <a:latin typeface="Arial Black" pitchFamily="34" charset="0"/>
              </a:rPr>
              <a:t>VOUS </a:t>
            </a: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SOUHAITE </a:t>
            </a:r>
            <a:endParaRPr lang="fr-FR" alt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 smtClean="0">
                <a:solidFill>
                  <a:schemeClr val="bg1"/>
                </a:solidFill>
                <a:latin typeface="Arial Black" pitchFamily="34" charset="0"/>
              </a:rPr>
              <a:t>UN DOUX ET </a:t>
            </a:r>
            <a:r>
              <a:rPr lang="fr-FR" altLang="fr-FR" sz="2800" dirty="0">
                <a:solidFill>
                  <a:schemeClr val="bg1"/>
                </a:solidFill>
                <a:latin typeface="Arial Black" pitchFamily="34" charset="0"/>
              </a:rPr>
              <a:t>JOYEUX NOËL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HAVE YOURSELF A MERRY LITTLE CHRISTMAS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LET YOUR HEART BE LIGHT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FROM NOW ON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OUR TROUBLES WILL BE OUT OF SIGHT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000" dirty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HAVE YOURSELF A MERRY LITTLE CHRISTMAS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MAKE THE YULE-TIDE GAY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FROM NOW ON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OUR TROUBLES WILL BE MILES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HERE WE ARE AS IN OLDEN DAYS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HAPPY GOLDEN DAYS OF YORE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FAITHFUL FRIENDS WHO ARE DEAR TO US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GATHER NEAR TO US ONCE MORE</a:t>
            </a:r>
          </a:p>
          <a:p>
            <a:pPr algn="ctr" eaLnBrk="1" hangingPunct="1">
              <a:lnSpc>
                <a:spcPct val="110000"/>
              </a:lnSpc>
            </a:pPr>
            <a:endParaRPr lang="en-US" alt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THROUGH THE YEARS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WE ALL WILL BE TOGETHER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IF THE FATES ALLOW 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HANG A SHINING STAR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UPON THE HIGHEST BOUGH</a:t>
            </a:r>
          </a:p>
          <a:p>
            <a:pPr algn="ctr" eaLnBrk="1" hangingPunct="1">
              <a:lnSpc>
                <a:spcPct val="110000"/>
              </a:lnSpc>
            </a:pPr>
            <a:endParaRPr lang="en-US" alt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en-US" altLang="fr-FR" sz="2800" dirty="0">
                <a:solidFill>
                  <a:schemeClr val="bg1"/>
                </a:solidFill>
                <a:latin typeface="Arial Black" pitchFamily="34" charset="0"/>
              </a:rPr>
              <a:t>AND HAVE YOURSELF A MERRY LITTLE CHRISTMAS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181</Words>
  <Application>Microsoft Macintosh PowerPoint</Application>
  <PresentationFormat>Affichage à l'écran (4:3)</PresentationFormat>
  <Paragraphs>52</Paragraphs>
  <Slides>4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111</cp:revision>
  <dcterms:created xsi:type="dcterms:W3CDTF">2002-08-17T12:16:38Z</dcterms:created>
  <dcterms:modified xsi:type="dcterms:W3CDTF">2021-12-11T00:35:18Z</dcterms:modified>
</cp:coreProperties>
</file>