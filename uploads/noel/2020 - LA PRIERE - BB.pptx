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07" r:id="rId2"/>
    <p:sldId id="330" r:id="rId3"/>
    <p:sldId id="308" r:id="rId4"/>
    <p:sldId id="331" r:id="rId5"/>
    <p:sldId id="309" r:id="rId6"/>
    <p:sldId id="333" r:id="rId7"/>
    <p:sldId id="310" r:id="rId8"/>
    <p:sldId id="339" r:id="rId9"/>
    <p:sldId id="311" r:id="rId10"/>
    <p:sldId id="312" r:id="rId11"/>
    <p:sldId id="332" r:id="rId12"/>
    <p:sldId id="313" r:id="rId13"/>
    <p:sldId id="334" r:id="rId14"/>
    <p:sldId id="314" r:id="rId15"/>
    <p:sldId id="340" r:id="rId16"/>
    <p:sldId id="315" r:id="rId17"/>
    <p:sldId id="341" r:id="rId18"/>
    <p:sldId id="316" r:id="rId19"/>
    <p:sldId id="335" r:id="rId20"/>
    <p:sldId id="342" r:id="rId21"/>
    <p:sldId id="336" r:id="rId22"/>
    <p:sldId id="343" r:id="rId23"/>
    <p:sldId id="337" r:id="rId24"/>
    <p:sldId id="344" r:id="rId25"/>
    <p:sldId id="338" r:id="rId26"/>
    <p:sldId id="345" r:id="rId27"/>
    <p:sldId id="317" r:id="rId28"/>
    <p:sldId id="346" r:id="rId29"/>
    <p:sldId id="318" r:id="rId30"/>
    <p:sldId id="347" r:id="rId31"/>
    <p:sldId id="320" r:id="rId32"/>
    <p:sldId id="348" r:id="rId33"/>
    <p:sldId id="321" r:id="rId34"/>
    <p:sldId id="349" r:id="rId35"/>
    <p:sldId id="322" r:id="rId3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5735" autoAdjust="0"/>
  </p:normalViewPr>
  <p:slideViewPr>
    <p:cSldViewPr>
      <p:cViewPr varScale="1">
        <p:scale>
          <a:sx n="66" d="100"/>
          <a:sy n="66" d="100"/>
        </p:scale>
        <p:origin x="290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-105" charset="0"/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-105" charset="0"/>
                <a:ea typeface="ＭＳ Ｐゴシック" pitchFamily="-105" charset="-128"/>
              </a:defRPr>
            </a:lvl1pPr>
          </a:lstStyle>
          <a:p>
            <a:pPr>
              <a:defRPr/>
            </a:pPr>
            <a:fld id="{6A1A18E3-9418-41F4-8A29-03062D6809CB}" type="datetimeFigureOut">
              <a:rPr lang="fr-FR"/>
              <a:pPr>
                <a:defRPr/>
              </a:pPr>
              <a:t>25/12/2020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-105" charset="0"/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-105" charset="0"/>
                <a:ea typeface="ＭＳ Ｐゴシック" pitchFamily="-105" charset="-128"/>
              </a:defRPr>
            </a:lvl1pPr>
          </a:lstStyle>
          <a:p>
            <a:pPr>
              <a:defRPr/>
            </a:pPr>
            <a:fld id="{8D19D549-7212-4ED6-8230-19826BB9912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Handwriting" panose="03010101010101010101" pitchFamily="66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 dirty="0"/>
            </a:br>
            <a:r>
              <a:rPr lang="fr-FR" dirty="0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10-  JE PRIE QUE TA LUMIÈRE</a:t>
            </a:r>
            <a:br>
              <a:rPr lang="fr-FR" dirty="0"/>
            </a:br>
            <a:r>
              <a:rPr lang="fr-FR" dirty="0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 dirty="0"/>
          </a:p>
          <a:p>
            <a:pPr eaLnBrk="1" hangingPunct="1">
              <a:spcBef>
                <a:spcPct val="0"/>
              </a:spcBef>
            </a:pPr>
            <a:r>
              <a:rPr lang="fr-FR" dirty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31-  C’EST NOTRE PRIÈRE</a:t>
            </a:r>
            <a:br>
              <a:rPr lang="fr-FR" dirty="0"/>
            </a:br>
            <a:r>
              <a:rPr lang="fr-FR" dirty="0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 dirty="0"/>
          </a:p>
          <a:p>
            <a:pPr eaLnBrk="1" hangingPunct="1">
              <a:spcBef>
                <a:spcPct val="0"/>
              </a:spcBef>
            </a:pPr>
            <a:r>
              <a:rPr lang="fr-FR" dirty="0"/>
              <a:t>33-  CONDUIS-NOUS VERS TOI
34-  MONTRE-NOUS TA VOIE 
35-  QUE LA FOI NOUS GARDE EN TOI       x2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 dirty="0"/>
            </a:br>
            <a:r>
              <a:rPr lang="fr-FR" dirty="0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10-  JE PRIE QUE TA LUMIÈRE</a:t>
            </a:r>
            <a:br>
              <a:rPr lang="fr-FR" dirty="0"/>
            </a:br>
            <a:r>
              <a:rPr lang="fr-FR" dirty="0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 dirty="0"/>
          </a:p>
          <a:p>
            <a:pPr eaLnBrk="1" hangingPunct="1">
              <a:spcBef>
                <a:spcPct val="0"/>
              </a:spcBef>
            </a:pPr>
            <a:r>
              <a:rPr lang="fr-FR" dirty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31-  C’EST NOTRE PRIÈRE</a:t>
            </a:r>
            <a:br>
              <a:rPr lang="fr-FR" dirty="0"/>
            </a:br>
            <a:r>
              <a:rPr lang="fr-FR" dirty="0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 dirty="0"/>
          </a:p>
          <a:p>
            <a:pPr eaLnBrk="1" hangingPunct="1">
              <a:spcBef>
                <a:spcPct val="0"/>
              </a:spcBef>
            </a:pPr>
            <a:r>
              <a:rPr lang="fr-FR" dirty="0"/>
              <a:t>33-  CONDUIS-NOUS VERS TOI
34-  MONTRE-NOUS TA VOIE 
35-  QUE LA FOI NOUS GARDE EN TOI       x2
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/>
            </a:br>
            <a:r>
              <a:rPr lang="fr-FR"/>
              <a:t> 
7-  MONTRE-NOUS LA VOIE
8-  CONDUIS TOUS NOS PAS  
9-  OÙ NOUS SERONS PRÈS DE TOI 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JE PRIE QUE TA LUMIÈRE</a:t>
            </a:r>
            <a:br>
              <a:rPr lang="fr-FR"/>
            </a:br>
            <a:r>
              <a:rPr lang="fr-FR"/>
              <a:t>11-  DEMEURE DANS NOS CŒURS 
12-  QUAND VIENDRONT LES TÉNÈBRES 
13-  RÉVÈLE-TOI, SEIGNEUR 
14-  TELLE EST LA PRIÈRE 
15-  D’UN CŒUR QUI ESPÈRE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16-  CONDUIS-MOI VERS TOI 
17-  MONTRE-MOI TA VOIE 
18-  QUE LA FOI NOUS GARDE EN TOI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27-  NOUS PRIONS QUE TON CŒUR 
28-  SOIT TOURNÉ VERS NOS VIES 
29-  ENSEIGNE-NOUS, SEIGNEUR 
30-  TON AMOUR INFINI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31-  C’EST NOTRE PRIÈRE</a:t>
            </a:r>
            <a:br>
              <a:rPr lang="fr-FR"/>
            </a:br>
            <a:r>
              <a:rPr lang="fr-FR"/>
              <a:t>32-  VERS TOI, NOTRE PÈRE 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33-  CONDUIS-NOUS VERS TOI
34-  MONTRE-NOUS TA VOIE 
35-  QUE LA FOI NOUS GARDE EN TOI       x2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latin typeface="Franklin Gothic Medium" pitchFamily="34" charset="0"/>
                <a:ea typeface="ＭＳ Ｐゴシック" charset="-128"/>
              </a:rPr>
              <a:t>1-  JE PRIE QUE TA SAGESSE 
2-  NOUS GUIDE ET NOUS ÉCLAIRE 
3-  QU’ELLE SOIT NOTRE RICHESSE
4-  QUAND NOUS NE SAURONS QUOI FAIRE 
5-  TELLE EST MA PRIÈRE 
6-  VERS TOI, NOTRE PÈRE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 
7-  MONTRE-NOUS LA VOIE
8-  CONDUIS TOUS NOS PAS  
9-  OÙ NOUS SERONS PRÈS DE TOI 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10-  JE PRIE QUE TA LUMIÈRE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11-  DEMEURE DANS NOS CŒURS 
12-  QUAND VIENDRONT LES TÉNÈBRES 
13-  RÉVÈLE-TOI, SEIGNEUR 
14-  TELLE EST LA PRIÈRE 
15-  D’UN CŒUR QUI ESPÈRE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16-  CONDUIS-MOI VERS TOI 
17-  MONTRE-MOI TA VOIE 
18-  QUE LA FOI NOUS GARDE EN TOI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Pont :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19-  DANS TON ROYAUME 
20-  DE PAIX ET D’AMOUR PARFAIT  
21-  LE MONDE VERRA 
22-  QUE TOI SEUL ES LE DIEU VRAI 
23-  QUE TU ES VENU RACHETER  
24-  ET SAUVER
25-  TRACER UN CHEMIN VERS  
26-  TON ETERNITÉ 
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27-  NOUS PRIONS QUE TON CŒUR 
28-  SOIT TOURNÉ VERS NOS VIES 
29-  ENSEIGNE-NOUS, SEIGNEUR 
30-  TON AMOUR INFINI </a:t>
            </a: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31-  C’EST NOTRE PRIÈRE</a:t>
            </a:r>
            <a:br>
              <a:rPr lang="fr-FR">
                <a:latin typeface="Franklin Gothic Medium" pitchFamily="34" charset="0"/>
                <a:ea typeface="ＭＳ Ｐゴシック" charset="-128"/>
              </a:rPr>
            </a:br>
            <a:r>
              <a:rPr lang="fr-FR">
                <a:latin typeface="Franklin Gothic Medium" pitchFamily="34" charset="0"/>
                <a:ea typeface="ＭＳ Ｐゴシック" charset="-128"/>
              </a:rPr>
              <a:t>32-  VERS TOI, NOTRE PÈRE </a:t>
            </a:r>
          </a:p>
          <a:p>
            <a:endParaRPr lang="fr-FR">
              <a:latin typeface="Franklin Gothic Medium" pitchFamily="34" charset="0"/>
              <a:ea typeface="ＭＳ Ｐゴシック" charset="-128"/>
            </a:endParaRPr>
          </a:p>
          <a:p>
            <a:r>
              <a:rPr lang="fr-FR">
                <a:latin typeface="Franklin Gothic Medium" pitchFamily="34" charset="0"/>
                <a:ea typeface="ＭＳ Ｐゴシック" charset="-128"/>
              </a:rPr>
              <a:t>33-  CONDUIS-NOUS VERS TOI
34-  MONTRE-NOUS TA VOIE 
35-  QUE LA FOI NOUS GARDE EN TOI       x2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05D18-ADA0-47A9-A80E-78A2B91AC3E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896BE-D6F2-4353-9D02-5228EC80D6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B1E13-1DF6-4BDF-B9C9-41385ADDDBD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49B53B-2532-472D-B2C1-3FEF30C6E65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82248-9D0A-45B9-8BB9-1A1B5C2D72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9E6DAA-41C3-4E03-900A-CC12EA77161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57302-D7ED-4D23-8FCB-DF69497FEE1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C14AC-7749-4D0B-BFE0-5D0CBCDF5C6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C2C6D1-BDF5-4F5A-BE82-4B0B49B5E8C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C578D2-FBC2-41B3-9569-929E4C40DED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609BB-78A6-4AF5-80B4-92A42948359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charset="0"/>
                <a:ea typeface="ＭＳ Ｐゴシック" charset="-128"/>
              </a:defRPr>
            </a:lvl1pPr>
          </a:lstStyle>
          <a:p>
            <a:pPr>
              <a:defRPr/>
            </a:pPr>
            <a:fld id="{86AC4CA7-647F-42EE-8339-18A0DB406B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JE PRIE QUE TA SAGESSE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MS PGothic" pitchFamily="34" charset="-128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NOUS GUIDE ET NOUS ÉCLAIRE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5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QU’ELLE SOIT NOTRE RICHESSE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</a:b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5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QUAND NOUS NE SAURONS QUOI FAIRE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099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TELLE EST MA PRIÈRE 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</a:b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099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VERS TOI, NOTRE PÈRE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</a:b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MONTRE-NOUS LA VOIE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</a:b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CONDUIS TOUS NOS PAS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OÙ NOUS SERONS PRÈS DE TOI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JE PRIE QUE TA LUMIÈRE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</a:b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DEMEURE DANS NOS CŒURS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5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QUAND VIENDRONT LES TÉNÈBRES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5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RÉVÈLE-TOI, SEIGNEUR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19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TELLE EST LA PRIÈRE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19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D’UN CŒUR QUI ESPÈRE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3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CONDUIS-MOI VERS TOI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3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MONTRE-MOI TA VOIE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QUE LA FOI NOUS GARDE EN TOI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DANS TON ROYAUME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DE PAIX ET D’AMOUR PARFAIT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LE MONDE VERRA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QUE TOI SEUL ES LE DIEU VRAI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MS PGothic" pitchFamily="34" charset="-128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QUE TU ES VENU RACHETER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MS PGothic" pitchFamily="34" charset="-128"/>
              </a:rPr>
            </a:b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MS PGothic" pitchFamily="34" charset="-128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ET SAUVER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MS PGothic" pitchFamily="34" charset="-128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TRACER UN CHEMIN VERS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TON ETERNITÉ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NOUS PRIONS QUE TON CŒUR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SOIT TOURNÉ VERS NOS VIES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5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ENSEIGNE-NOUS, SEIGNEUR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5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TON AMOUR INFINI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3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C’EST NOTRE PRIÈRE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MS PGothic" pitchFamily="34" charset="-128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3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VERS TOI, NOTRE PÈRE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CONDUIS-NOUS VERS TOI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MS PGothic" pitchFamily="34" charset="-128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MS PGothic" pitchFamily="34" charset="-128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MONTRE-NOUS TA VOIE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  <a:ea typeface="MS PGothic" pitchFamily="34" charset="-128"/>
              </a:rPr>
              <a:t>QUE LA FOI NOUS GARDE EN TOI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15489</Words>
  <Application>Microsoft Office PowerPoint</Application>
  <PresentationFormat>Affichage à l'écran (4:3)</PresentationFormat>
  <Paragraphs>735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8" baseType="lpstr">
      <vt:lpstr>Franklin Gothic Medium</vt:lpstr>
      <vt:lpstr>Lucida Handwriting</vt:lpstr>
      <vt:lpstr>Default Design</vt:lpstr>
      <vt:lpstr>JE PRIE QUE TA SAGESSE </vt:lpstr>
      <vt:lpstr>NOUS GUIDE ET NOUS ÉCLAIRE</vt:lpstr>
      <vt:lpstr>QU’ELLE SOIT NOTRE RICHESSE </vt:lpstr>
      <vt:lpstr>QUAND NOUS NE SAURONS QUOI FAIRE</vt:lpstr>
      <vt:lpstr>TELLE EST MA PRIÈRE  </vt:lpstr>
      <vt:lpstr>VERS TOI, NOTRE PÈRE </vt:lpstr>
      <vt:lpstr>MONTRE-NOUS LA VOIE </vt:lpstr>
      <vt:lpstr>CONDUIS TOUS NOS PAS </vt:lpstr>
      <vt:lpstr>OÙ NOUS SERONS PRÈS DE TOI </vt:lpstr>
      <vt:lpstr>JE PRIE QUE TA LUMIÈRE </vt:lpstr>
      <vt:lpstr>DEMEURE DANS NOS CŒURS</vt:lpstr>
      <vt:lpstr>QUAND VIENDRONT LES TÉNÈBRES</vt:lpstr>
      <vt:lpstr>RÉVÈLE-TOI, SEIGNEUR</vt:lpstr>
      <vt:lpstr>TELLE EST LA PRIÈRE</vt:lpstr>
      <vt:lpstr>D’UN CŒUR QUI ESPÈRE</vt:lpstr>
      <vt:lpstr>CONDUIS-MOI VERS TOI</vt:lpstr>
      <vt:lpstr>MONTRE-MOI TA VOIE</vt:lpstr>
      <vt:lpstr>QUE LA FOI NOUS GARDE EN TOI</vt:lpstr>
      <vt:lpstr>DANS TON ROYAUME</vt:lpstr>
      <vt:lpstr>DE PAIX ET D’AMOUR PARFAIT </vt:lpstr>
      <vt:lpstr>LE MONDE VERRA </vt:lpstr>
      <vt:lpstr>QUE TOI SEUL ES LE DIEU VRAI  </vt:lpstr>
      <vt:lpstr>QUE TU ES VENU RACHETER   </vt:lpstr>
      <vt:lpstr>ET SAUVER </vt:lpstr>
      <vt:lpstr>TRACER UN CHEMIN VERS </vt:lpstr>
      <vt:lpstr>TON ETERNITÉ</vt:lpstr>
      <vt:lpstr>NOUS PRIONS QUE TON CŒUR</vt:lpstr>
      <vt:lpstr>SOIT TOURNÉ VERS NOS VIES</vt:lpstr>
      <vt:lpstr>ENSEIGNE-NOUS, SEIGNEUR</vt:lpstr>
      <vt:lpstr>TON AMOUR INFINI</vt:lpstr>
      <vt:lpstr>C’EST NOTRE PRIÈRE </vt:lpstr>
      <vt:lpstr>VERS TOI, NOTRE PÈRE</vt:lpstr>
      <vt:lpstr>CONDUIS-NOUS VERS TOI </vt:lpstr>
      <vt:lpstr>MONTRE-NOUS TA VOIE</vt:lpstr>
      <vt:lpstr>QUE LA FOI NOUS GARDE EN TOI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98</cp:revision>
  <dcterms:created xsi:type="dcterms:W3CDTF">2011-01-30T10:04:33Z</dcterms:created>
  <dcterms:modified xsi:type="dcterms:W3CDTF">2020-12-25T17:59:12Z</dcterms:modified>
</cp:coreProperties>
</file>