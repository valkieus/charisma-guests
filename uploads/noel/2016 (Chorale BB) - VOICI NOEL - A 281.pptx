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5" r:id="rId11"/>
    <p:sldId id="267" r:id="rId12"/>
    <p:sldId id="268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13" autoAdjust="0"/>
    <p:restoredTop sz="64755" autoAdjust="0"/>
  </p:normalViewPr>
  <p:slideViewPr>
    <p:cSldViewPr>
      <p:cViewPr>
        <p:scale>
          <a:sx n="63" d="100"/>
          <a:sy n="63" d="100"/>
        </p:scale>
        <p:origin x="-3024" y="-4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266C4AAA-8B42-4D49-BD47-9E8DBA7C23DB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A913BB5-E8E9-4287-B40D-6273CF4AB6E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CAR L’ENFANT NOUS EST NÉ 
12-  JÉSUS, NOTRE SAUVEUR LE FILS DE DIEU EST NÉ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VOICI NOËL, Ô DOUCE NUIT ! L’ÉTOILE EST LÀ, QUI NOUS CONDUIT 
2-  ALLONS DONC TOUS AVEC LES MAGES APPORTER À JÉSUS NOS HOMMAGES 
3-  CAR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4-  VOICI NOËL, Ô QUEL BEAU JOUR ! JÉSUS EST NÉ ! QUEL GRAND AMOUR ! 
5-  C’EST POUR NOUS  QU’IL VIENT SUR LA TERRE 
6-  QU’IL PREND SUR LUI  NOTRE MISÈRE 
7-  UN SAUVEUR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8-  VOICI NOËL, Ô D’UN SEUL CŒUR JOIGNONS NOS VOIX AU DIVIN CHŒUR 
9-  QUI PROCLAME AU CIEL LES LOUANGES DE CELUI QU’ANNONCENT LES ANGES 
10- OUI, L’ENFANT NOUS EST NÉ LE FILS NOUS EST DONNÉ ! </a:t>
            </a:r>
          </a:p>
          <a:p>
            <a:endParaRPr lang="fr-FR" altLang="en-US" smtClean="0"/>
          </a:p>
          <a:p>
            <a:r>
              <a:rPr lang="fr-FR" altLang="en-US" smtClean="0"/>
              <a:t>11-  CAR L’ENFANT NOUS EST NÉ 
12-  JÉSUS, NOTRE SAUVEUR LE FILS DE DIEU EST NÉ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5ABB7-3955-498C-BCC9-05EAFD40E5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A481C-0BBB-4D60-80D6-BD8A40CF4C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E4CAF-DB44-43DC-9333-C6A4DD961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49D84-1812-4B9E-843F-E825566954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091CE-DE4F-4FA1-9966-EB2FF4105F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FB877-A88B-4961-8581-E5A28A14FE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842D0-CA15-4F80-88D3-5DD388C80B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1D2C6-B5A6-4362-B2A8-D25C2478DB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B8126-AA13-467B-A46F-A3D21D00C9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B99DF-732B-431D-B95F-705E802DBF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702E-3139-4FA4-AC36-ACB1E2643E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A4EC85B8-7DFE-49C8-9903-8D5D2EBD27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NOËL, Ô DOUCE NUIT !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L’ÉTOILE EST LÀ, QUI NOUS CONDUIT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ALLONS DONC </a:t>
            </a: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</a:t>
            </a: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LES MAGES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APPORTER À JÉSUS NOS HOMMAGES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L’ENFANT NOUS EST NÉ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FILS NOUS EST DONNÉ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NOËL, Ô QUEL BEAU JOUR !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 EST NÉ ! QUEL GRAND AMOUR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POUR NOUS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QU’IL VIENT SUR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QU’IL PREND SUR LUI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NOTRE MISÈRE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SAUVEUR NOUS EST NÉ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FILS NOUS EST DONNÉ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NOËL, Ô D’UN SEUL CŒUR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JOIGNONS NOS VOIX AU DIVIN CHŒUR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PROCLAME AU CIEL LES LOUANGES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CELUI QU’ANNONCENT LES 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OUI, L’ENFANT NOUS EST NÉ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FILS NOUS EST DONNÉ !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L’ENFANT NOUS 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JÉSUS, NOTRE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FILS DE DIEU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488</Words>
  <Application>Microsoft PowerPoint</Application>
  <PresentationFormat>On-screen Show (4:3)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51</cp:revision>
  <dcterms:created xsi:type="dcterms:W3CDTF">2002-08-17T11:03:14Z</dcterms:created>
  <dcterms:modified xsi:type="dcterms:W3CDTF">2016-12-23T14:26:29Z</dcterms:modified>
</cp:coreProperties>
</file>