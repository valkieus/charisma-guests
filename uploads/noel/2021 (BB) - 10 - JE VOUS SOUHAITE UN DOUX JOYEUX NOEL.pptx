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71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72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32512" autoAdjust="0"/>
  </p:normalViewPr>
  <p:slideViewPr>
    <p:cSldViewPr>
      <p:cViewPr varScale="1">
        <p:scale>
          <a:sx n="29" d="100"/>
          <a:sy n="29" d="100"/>
        </p:scale>
        <p:origin x="207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24/12/2021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pPr>
              <a:defRPr/>
            </a:pPr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pPr>
              <a:defRPr/>
            </a:pPr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pPr>
              <a:defRPr/>
            </a:pPr>
            <a:r>
              <a:rPr lang="fr-FR"/>
              <a:t>
11-  JE VOUS SOUHAITE  UN DOUX ET JOYEUX NOËL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r>
              <a:rPr lang="fr-FR"/>
              <a:t>
11-  JE VOUS SOUHAITE  UN DOUX ET JOYEUX NOËL 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pPr>
              <a:defRPr/>
            </a:pPr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pPr>
              <a:defRPr/>
            </a:pPr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pPr>
              <a:defRPr/>
            </a:pPr>
            <a:r>
              <a:rPr lang="fr-FR"/>
              <a:t>
11-  JE VOUS SOUHAITE  UN DOUX ET JOYEUX NOËL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r>
              <a:rPr lang="fr-FR"/>
              <a:t>
11-  JE VOUS SOUHAITE  UN DOUX ET JOYEUX NOËL  
</a:t>
            </a:r>
          </a:p>
        </p:txBody>
      </p:sp>
    </p:spTree>
    <p:extLst>
      <p:ext uri="{BB962C8B-B14F-4D97-AF65-F5344CB8AC3E}">
        <p14:creationId xmlns:p14="http://schemas.microsoft.com/office/powerpoint/2010/main" val="1530565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pPr>
              <a:defRPr/>
            </a:pPr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pPr>
              <a:defRPr/>
            </a:pPr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pPr>
              <a:defRPr/>
            </a:pPr>
            <a:r>
              <a:rPr lang="fr-FR"/>
              <a:t>
11-  JE VOUS SOUHAITE  UN DOUX ET JOYEUX NOËL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r>
              <a:rPr lang="fr-FR"/>
              <a:t>
11-  JE VOUS SOUHAITE  UN DOUX ET JOYEUX NOËL  
</a:t>
            </a:r>
          </a:p>
        </p:txBody>
      </p:sp>
    </p:spTree>
    <p:extLst>
      <p:ext uri="{BB962C8B-B14F-4D97-AF65-F5344CB8AC3E}">
        <p14:creationId xmlns:p14="http://schemas.microsoft.com/office/powerpoint/2010/main" val="3749890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pPr>
              <a:defRPr/>
            </a:pPr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pPr>
              <a:defRPr/>
            </a:pPr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pPr>
              <a:defRPr/>
            </a:pPr>
            <a:r>
              <a:rPr lang="fr-FR"/>
              <a:t>
11-  JE VOUS SOUHAITE  UN DOUX ET JOYEUX NOËL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r>
              <a:rPr lang="fr-FR"/>
              <a:t>
11-  JE VOUS SOUHAITE  UN DOUX ET JOYEUX NOËL  
</a:t>
            </a:r>
          </a:p>
        </p:txBody>
      </p:sp>
    </p:spTree>
    <p:extLst>
      <p:ext uri="{BB962C8B-B14F-4D97-AF65-F5344CB8AC3E}">
        <p14:creationId xmlns:p14="http://schemas.microsoft.com/office/powerpoint/2010/main" val="12819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pPr>
              <a:defRPr/>
            </a:pPr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pPr>
              <a:defRPr/>
            </a:pPr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pPr>
              <a:defRPr/>
            </a:pPr>
            <a:r>
              <a:rPr lang="fr-FR"/>
              <a:t>
11-  JE VOUS SOUHAITE  UN DOUX ET JOYEUX NOËL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r>
              <a:rPr lang="fr-FR"/>
              <a:t>
11-  JE VOUS SOUHAITE  UN DOUX ET JOYEUX NOËL  
</a:t>
            </a:r>
          </a:p>
        </p:txBody>
      </p:sp>
    </p:spTree>
    <p:extLst>
      <p:ext uri="{BB962C8B-B14F-4D97-AF65-F5344CB8AC3E}">
        <p14:creationId xmlns:p14="http://schemas.microsoft.com/office/powerpoint/2010/main" val="1456963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pPr>
              <a:defRPr/>
            </a:pPr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pPr>
              <a:defRPr/>
            </a:pPr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pPr>
              <a:defRPr/>
            </a:pPr>
            <a:r>
              <a:rPr lang="fr-FR"/>
              <a:t>
11-  JE VOUS SOUHAITE  UN DOUX ET JOYEUX NOËL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r>
              <a:rPr lang="fr-FR"/>
              <a:t>
11-  JE VOUS SOUHAITE  UN DOUX ET JOYEUX NOËL  
</a:t>
            </a:r>
          </a:p>
        </p:txBody>
      </p:sp>
    </p:spTree>
    <p:extLst>
      <p:ext uri="{BB962C8B-B14F-4D97-AF65-F5344CB8AC3E}">
        <p14:creationId xmlns:p14="http://schemas.microsoft.com/office/powerpoint/2010/main" val="2761201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pPr>
              <a:defRPr/>
            </a:pPr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pPr>
              <a:defRPr/>
            </a:pPr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pPr>
              <a:defRPr/>
            </a:pPr>
            <a:r>
              <a:rPr lang="fr-FR"/>
              <a:t>
11-  JE VOUS SOUHAITE  UN DOUX ET JOYEUX NOËL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r>
              <a:rPr lang="fr-FR"/>
              <a:t>
11-  JE VOUS SOUHAITE  UN DOUX ET JOYEUX NOËL  
</a:t>
            </a:r>
          </a:p>
        </p:txBody>
      </p:sp>
    </p:spTree>
    <p:extLst>
      <p:ext uri="{BB962C8B-B14F-4D97-AF65-F5344CB8AC3E}">
        <p14:creationId xmlns:p14="http://schemas.microsoft.com/office/powerpoint/2010/main" val="287332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pPr>
              <a:defRPr/>
            </a:pPr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pPr>
              <a:defRPr/>
            </a:pPr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pPr>
              <a:defRPr/>
            </a:pPr>
            <a:r>
              <a:rPr lang="fr-FR"/>
              <a:t>
11-  JE VOUS SOUHAITE  UN DOUX ET JOYEUX NOËL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r>
              <a:rPr lang="fr-FR"/>
              <a:t>
11-  JE VOUS SOUHAITE  UN DOUX ET JOYEUX NOËL  
</a:t>
            </a:r>
          </a:p>
        </p:txBody>
      </p:sp>
    </p:spTree>
    <p:extLst>
      <p:ext uri="{BB962C8B-B14F-4D97-AF65-F5344CB8AC3E}">
        <p14:creationId xmlns:p14="http://schemas.microsoft.com/office/powerpoint/2010/main" val="4123596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pPr>
              <a:defRPr/>
            </a:pPr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pPr>
              <a:defRPr/>
            </a:pPr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pPr>
              <a:defRPr/>
            </a:pPr>
            <a:r>
              <a:rPr lang="fr-FR"/>
              <a:t>
11-  JE VOUS SOUHAITE  UN DOUX ET JOYEUX NOËL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r>
              <a:rPr lang="fr-FR"/>
              <a:t>
11-  JE VOUS SOUHAITE  UN DOUX ET JOYEUX NOËL  
</a:t>
            </a:r>
          </a:p>
        </p:txBody>
      </p:sp>
    </p:spTree>
    <p:extLst>
      <p:ext uri="{BB962C8B-B14F-4D97-AF65-F5344CB8AC3E}">
        <p14:creationId xmlns:p14="http://schemas.microsoft.com/office/powerpoint/2010/main" val="3020572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pPr>
              <a:defRPr/>
            </a:pPr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pPr>
              <a:defRPr/>
            </a:pPr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pPr>
              <a:defRPr/>
            </a:pPr>
            <a:r>
              <a:rPr lang="fr-FR"/>
              <a:t>
11-  JE VOUS SOUHAITE  UN DOUX ET JOYEUX NOËL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r>
              <a:rPr lang="fr-FR"/>
              <a:t>
11-  JE VOUS SOUHAITE  UN DOUX ET JOYEUX NOËL  
</a:t>
            </a:r>
          </a:p>
        </p:txBody>
      </p:sp>
    </p:spTree>
    <p:extLst>
      <p:ext uri="{BB962C8B-B14F-4D97-AF65-F5344CB8AC3E}">
        <p14:creationId xmlns:p14="http://schemas.microsoft.com/office/powerpoint/2010/main" val="2876521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/>
              <a:t>1-  JE VOUS SOUHAITE UN DOUX ET JOYEUX NOËL   
2-  LE CŒUR PLEIN DE PAIX 
3-  AUJOURD’HUI  NOS PROBLÈMES SE SONT ENVOLÉS  
4-  JE VOUS SOUHAITE UN DOUX ET JOYEUX NOËL  
</a:t>
            </a:r>
          </a:p>
          <a:p>
            <a:pPr>
              <a:defRPr/>
            </a:pPr>
            <a:r>
              <a:rPr lang="fr-FR" dirty="0"/>
              <a:t>5-  REMPLI DE GAITÉ  
6-  AUJOURD’HUI  NOS PROBLÈMES SONT SI ÉLOIGNÉS 
7-  NOUS VOICI LÀ COMME AUTREFOIS  JOYEUX JOURS DORÉS, D’ANTAN 
</a:t>
            </a:r>
          </a:p>
          <a:p>
            <a:pPr>
              <a:defRPr/>
            </a:pPr>
            <a:r>
              <a:rPr lang="fr-FR" dirty="0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pPr>
              <a:defRPr/>
            </a:pPr>
            <a:r>
              <a:rPr lang="fr-FR" dirty="0"/>
              <a:t>
11-  JE VOUS SOUHAITE  UN DOUX ET JOYEUX NOËL 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VOUS SOUHAITE UN DOUX ET JOYEUX NOËL   
2-  LE CŒUR PLEIN DE PAIX 
3-  AUJOURD’HUI  NOS PROBLÈMES SE SONT ENVOLÉS  
4-  JE VOUS SOUHAITE UN DOUX ET JOYEUX NOËL  
</a:t>
            </a:r>
          </a:p>
          <a:p>
            <a:r>
              <a:rPr lang="fr-FR"/>
              <a:t>5-  REMPLI DE GAITÉ  
6-  AUJOURD’HUI  NOS PROBLÈMES SONT SI ÉLOIGNÉS 
7-  NOUS VOICI LÀ COMME AUTREFOIS  JOYEUX JOURS DORÉS, D’ANTAN 
</a:t>
            </a:r>
          </a:p>
          <a:p>
            <a:r>
              <a:rPr lang="fr-FR"/>
              <a:t>8-  CES AMIS QUI SONT PRÈS DE NOUS  ILS NOUS REJOINDRONT ENCORE 
9-  CES ANNÉES NE POURRONT  NOUS SÉPARER SI DIEU LE PERMET   
10-  NOUS POSERONS L’ÉTOILE  SUR LE HAUT DU SAPIN </a:t>
            </a:r>
          </a:p>
          <a:p>
            <a:r>
              <a:rPr lang="fr-FR"/>
              <a:t>
11-  JE VOUS SOUHAITE  UN DOUX ET JOYEUX NOËL  
</a:t>
            </a:r>
          </a:p>
        </p:txBody>
      </p:sp>
    </p:spTree>
    <p:extLst>
      <p:ext uri="{BB962C8B-B14F-4D97-AF65-F5344CB8AC3E}">
        <p14:creationId xmlns:p14="http://schemas.microsoft.com/office/powerpoint/2010/main" val="83637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VOUS SOUHAITE UN DOUX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JOYEUX NOËL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CŒUR PLEIN DE PAIX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35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AUJOURD’HUI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NOS PROBLÈMES SE SONT ENVOLÉS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13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VOUS SOUHAITE UN DOUX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JOYEUX NOËL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005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REMPLI DE GAITÉ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65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AUJOURD’HUI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NOS PROBLÈMES SONT SI ÉLOIGNÉS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45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VOICI LÀ COMME AUTREFOIS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JOYEUX JOURS DORÉS, D’ANTAN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66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CES AMIS QUI SONT PRÈS DE NOUS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ILS NOUS REJOINDRONT ENCORE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50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CES ANNÉES NE POURRONT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SÉPARER SI DIEU LE PERMET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24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POSERONS L’ÉTOILE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SUR LE HAUT DU SAPIN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04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VOUS SOUHAITE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DOUX ET JOYEUX NOËL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21759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281</Words>
  <Application>Microsoft Office PowerPoint</Application>
  <PresentationFormat>Affichage à l'écran (4:3)</PresentationFormat>
  <Paragraphs>108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94</cp:revision>
  <dcterms:created xsi:type="dcterms:W3CDTF">2002-08-17T13:12:10Z</dcterms:created>
  <dcterms:modified xsi:type="dcterms:W3CDTF">2021-12-24T19:37:14Z</dcterms:modified>
</cp:coreProperties>
</file>