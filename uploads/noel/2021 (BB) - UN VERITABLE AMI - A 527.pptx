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8" r:id="rId2"/>
    <p:sldId id="296" r:id="rId3"/>
    <p:sldId id="297" r:id="rId4"/>
    <p:sldId id="298" r:id="rId5"/>
    <p:sldId id="299" r:id="rId6"/>
    <p:sldId id="300" r:id="rId7"/>
    <p:sldId id="301" r:id="rId8"/>
    <p:sldId id="302" r:id="rId9"/>
    <p:sldId id="303" r:id="rId10"/>
    <p:sldId id="304" r:id="rId11"/>
    <p:sldId id="306" r:id="rId12"/>
    <p:sldId id="305" r:id="rId13"/>
    <p:sldId id="259" r:id="rId14"/>
    <p:sldId id="307" r:id="rId15"/>
    <p:sldId id="308" r:id="rId16"/>
    <p:sldId id="309" r:id="rId17"/>
    <p:sldId id="310" r:id="rId18"/>
    <p:sldId id="311" r:id="rId19"/>
    <p:sldId id="312" r:id="rId20"/>
    <p:sldId id="313" r:id="rId21"/>
    <p:sldId id="314" r:id="rId2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93" autoAdjust="0"/>
    <p:restoredTop sz="64158" autoAdjust="0"/>
  </p:normalViewPr>
  <p:slideViewPr>
    <p:cSldViewPr>
      <p:cViewPr varScale="1">
        <p:scale>
          <a:sx n="64" d="100"/>
          <a:sy n="64" d="100"/>
        </p:scale>
        <p:origin x="47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96E5286-8AB4-4538-8841-04899ABB1B20}" type="datetimeFigureOut">
              <a:rPr lang="fr-FR"/>
              <a:pPr>
                <a:defRPr/>
              </a:pPr>
              <a:t>19/12/2021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D5EBCDF-0A62-4E66-9012-5D06E7546CA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MON FRÈRE PROCHE DE MOI, UN VÉRITABLE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AU LONG DE CE LONG CHEMIN TU AS ÉTÉ DANS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ET BIEN QUE TU SOIS SI GRAND TU N’ES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QUI A SU PARTAGER SON AMITIÉ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SAIS QUE LES CHOSES N’ONT TOUJOURS PAS ÉTÉ SI FACILES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MAIS TU ÉTAIS TOUJOURS LÀ DANS LES TEMPS DIFFICILES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TON CŒUR, CE N’EST RIEN D’AUTRE QU’UNE GRANDE PORTE OUVERTE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DANS CERTAINS MOMENTS DIFFICILES QUE TOUS ONT DANS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RECHERCHONS TOUJOURS QUELQU’UN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QUI NOUS MONTRE LA SORTIE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TOUTES LES PAROLES DE FORCE QUE TU AS SU M’APPORTER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M’ONT PROUVÉES FOIS APRÈS FOIS QUE T’ÉTAIS DE MON CÔTÉ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TU ES MON FRÈRE, PROCHE DE MOI EN TOUS LES MOMENTS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TES SOURIRES, TES LARMES TES JOIES DE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ME DIS DES VÉRITÉS AVEC DES PHRASES OUVERTES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18-  JE N’AI PAS BESOIN DE TE DIRE TOUT CE QUE JE VIENS DE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19-  MAIS C’EST TELLEMENT BON DE SAVOIR QUE TU ES TOUJOURS MON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20-  JE N’AI PAS BESOIN DE TE DIRE TOUT CE QUE TU M’AS TRANSMIS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21-  MAIS C’EST TELLEMENT BON DE VIVRE À CÔTÉ D’UN GRAND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MON FRÈRE PROCHE DE MOI, UN VÉRITABLE AMI</a:t>
            </a:r>
          </a:p>
          <a:p>
            <a:r>
              <a:rPr lang="fr-FR" smtClean="0"/>
              <a:t>2-  TOUT AU LONG DE CE LONG CHEMIN TU AS ÉTÉ DANS MA VIE</a:t>
            </a:r>
          </a:p>
          <a:p>
            <a:r>
              <a:rPr lang="fr-FR" smtClean="0"/>
              <a:t>3-  ET BIEN QUE TU SOIS SI GRAND TU N’ES QU’UN ENFANT</a:t>
            </a:r>
          </a:p>
          <a:p>
            <a:r>
              <a:rPr lang="fr-FR" smtClean="0"/>
              <a:t>4-  QUI A SU PARTAGER SON AMITIÉ À CHAQUE INSTANT</a:t>
            </a:r>
          </a:p>
          <a:p>
            <a:endParaRPr lang="fr-FR" smtClean="0"/>
          </a:p>
          <a:p>
            <a:r>
              <a:rPr lang="fr-FR" smtClean="0"/>
              <a:t>5-  JE SAIS QUE LES CHOSES N’ONT TOUJOURS PAS ÉTÉ SI FACILES</a:t>
            </a:r>
          </a:p>
          <a:p>
            <a:r>
              <a:rPr lang="fr-FR" smtClean="0"/>
              <a:t>6-  MAIS TU ÉTAIS TOUJOURS LÀ DANS LES TEMPS DIFFICILES</a:t>
            </a:r>
          </a:p>
          <a:p>
            <a:r>
              <a:rPr lang="fr-FR" smtClean="0"/>
              <a:t>7-  ET TON CŒUR, CE N’EST RIEN D’AUTRE QU’UNE GRANDE PORTE OUVERTE</a:t>
            </a:r>
          </a:p>
          <a:p>
            <a:r>
              <a:rPr lang="fr-FR" smtClean="0"/>
              <a:t>8-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9-  DANS CERTAINS MOMENTS DIFFICILES QUE TOUS ONT DANS LA VIE</a:t>
            </a:r>
          </a:p>
          <a:p>
            <a:r>
              <a:rPr lang="fr-FR" smtClean="0"/>
              <a:t>10-  NOUS RECHERCHONS TOUJOURS QUELQU’UN</a:t>
            </a:r>
          </a:p>
          <a:p>
            <a:r>
              <a:rPr lang="fr-FR" smtClean="0"/>
              <a:t>11-  QUI NOUS MONTRE LA SORTIE</a:t>
            </a:r>
          </a:p>
          <a:p>
            <a:r>
              <a:rPr lang="fr-FR" smtClean="0"/>
              <a:t>12-  TOUTES LES PAROLES DE FORCE QUE TU AS SU M’APPORTER</a:t>
            </a:r>
          </a:p>
          <a:p>
            <a:r>
              <a:rPr lang="fr-FR" smtClean="0"/>
              <a:t>13-  M’ONT PROUVÉES FOIS APRÈS FOIS QUE T’ÉTAIS DE MON CÔTÉ</a:t>
            </a:r>
          </a:p>
          <a:p>
            <a:endParaRPr lang="fr-FR" smtClean="0"/>
          </a:p>
          <a:p>
            <a:r>
              <a:rPr lang="fr-FR" smtClean="0"/>
              <a:t>14-  TU ES MON FRÈRE, PROCHE DE MOI EN TOUS LES MOMENTS</a:t>
            </a:r>
          </a:p>
          <a:p>
            <a:r>
              <a:rPr lang="fr-FR" smtClean="0"/>
              <a:t>15-  TES SOURIRES, TES LARMES TES JOIES DE CHAQUE INSTANT</a:t>
            </a:r>
          </a:p>
          <a:p>
            <a:r>
              <a:rPr lang="fr-FR" smtClean="0"/>
              <a:t>16-  TU ME DIS DES VÉRITÉS AVEC DES PHRASES OUVERTES</a:t>
            </a:r>
          </a:p>
          <a:p>
            <a:r>
              <a:rPr lang="fr-FR" smtClean="0"/>
              <a:t>17-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     	18-  JE N’AI PAS BESOIN DE TE DIRE TOUT CE QUE JE VIENS DE DIRE</a:t>
            </a:r>
          </a:p>
          <a:p>
            <a:r>
              <a:rPr lang="fr-FR" smtClean="0"/>
              <a:t>     	19-  MAIS C’EST TELLEMENT BON DE SAVOIR QUE TU ES TOUJOURS MON AMI</a:t>
            </a:r>
          </a:p>
          <a:p>
            <a:endParaRPr lang="fr-FR" smtClean="0"/>
          </a:p>
          <a:p>
            <a:r>
              <a:rPr lang="fr-FR" smtClean="0"/>
              <a:t>     	20-  JE N’AI PAS BESOIN DE TE DIRE TOUT CE QUE TU M’AS TRANSMIS</a:t>
            </a:r>
          </a:p>
          <a:p>
            <a:r>
              <a:rPr lang="fr-FR" smtClean="0"/>
              <a:t>     	21-  MAIS C’EST TELLEMENT BON DE VIVRE À CÔTÉ D’UN GRAND AMI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MON FRÈRE PROCHE DE MOI, UN VÉRITABLE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AU LONG DE CE LONG CHEMIN TU AS ÉTÉ DANS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ET BIEN QUE TU SOIS SI GRAND TU N’ES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QUI A SU PARTAGER SON AMITIÉ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SAIS QUE LES CHOSES N’ONT TOUJOURS PAS ÉTÉ SI FACILES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MAIS TU ÉTAIS TOUJOURS LÀ DANS LES TEMPS DIFFICILES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TON CŒUR, CE N’EST RIEN D’AUTRE QU’UNE GRANDE PORTE OUVERTE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DANS CERTAINS MOMENTS DIFFICILES QUE TOUS ONT DANS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RECHERCHONS TOUJOURS QUELQU’UN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QUI NOUS MONTRE LA SORTIE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TOUTES LES PAROLES DE FORCE QUE TU AS SU M’APPORTER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M’ONT PROUVÉES FOIS APRÈS FOIS QUE T’ÉTAIS DE MON CÔTÉ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TU ES MON FRÈRE, PROCHE DE MOI EN TOUS LES MOMENTS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TES SOURIRES, TES LARMES TES JOIES DE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ME DIS DES VÉRITÉS AVEC DES PHRASES OUVERTES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18-  JE N’AI PAS BESOIN DE TE DIRE TOUT CE QUE JE VIENS DE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19-  MAIS C’EST TELLEMENT BON DE SAVOIR QUE TU ES TOUJOURS MON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20-  JE N’AI PAS BESOIN DE TE DIRE TOUT CE QUE TU M’AS TRANSMIS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21-  MAIS C’EST TELLEMENT BON DE VIVRE À CÔTÉ D’UN GRAND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MON FRÈRE PROCHE DE MOI, UN VÉRITABLE AMI</a:t>
            </a:r>
          </a:p>
          <a:p>
            <a:r>
              <a:rPr lang="fr-FR" smtClean="0"/>
              <a:t>2-  TOUT AU LONG DE CE LONG CHEMIN TU AS ÉTÉ DANS MA VIE</a:t>
            </a:r>
          </a:p>
          <a:p>
            <a:r>
              <a:rPr lang="fr-FR" smtClean="0"/>
              <a:t>3-  ET BIEN QUE TU SOIS SI GRAND TU N’ES QU’UN ENFANT</a:t>
            </a:r>
          </a:p>
          <a:p>
            <a:r>
              <a:rPr lang="fr-FR" smtClean="0"/>
              <a:t>4-  QUI A SU PARTAGER SON AMITIÉ À CHAQUE INSTANT</a:t>
            </a:r>
          </a:p>
          <a:p>
            <a:endParaRPr lang="fr-FR" smtClean="0"/>
          </a:p>
          <a:p>
            <a:r>
              <a:rPr lang="fr-FR" smtClean="0"/>
              <a:t>5-  JE SAIS QUE LES CHOSES N’ONT TOUJOURS PAS ÉTÉ SI FACILES</a:t>
            </a:r>
          </a:p>
          <a:p>
            <a:r>
              <a:rPr lang="fr-FR" smtClean="0"/>
              <a:t>6-  MAIS TU ÉTAIS TOUJOURS LÀ DANS LES TEMPS DIFFICILES</a:t>
            </a:r>
          </a:p>
          <a:p>
            <a:r>
              <a:rPr lang="fr-FR" smtClean="0"/>
              <a:t>7-  ET TON CŒUR, CE N’EST RIEN D’AUTRE QU’UNE GRANDE PORTE OUVERTE</a:t>
            </a:r>
          </a:p>
          <a:p>
            <a:r>
              <a:rPr lang="fr-FR" smtClean="0"/>
              <a:t>8-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9-  DANS CERTAINS MOMENTS DIFFICILES QUE TOUS ONT DANS LA VIE</a:t>
            </a:r>
          </a:p>
          <a:p>
            <a:r>
              <a:rPr lang="fr-FR" smtClean="0"/>
              <a:t>10-  NOUS RECHERCHONS TOUJOURS QUELQU’UN</a:t>
            </a:r>
          </a:p>
          <a:p>
            <a:r>
              <a:rPr lang="fr-FR" smtClean="0"/>
              <a:t>11-  QUI NOUS MONTRE LA SORTIE</a:t>
            </a:r>
          </a:p>
          <a:p>
            <a:r>
              <a:rPr lang="fr-FR" smtClean="0"/>
              <a:t>12-  TOUTES LES PAROLES DE FORCE QUE TU AS SU M’APPORTER</a:t>
            </a:r>
          </a:p>
          <a:p>
            <a:r>
              <a:rPr lang="fr-FR" smtClean="0"/>
              <a:t>13-  M’ONT PROUVÉES FOIS APRÈS FOIS QUE T’ÉTAIS DE MON CÔTÉ</a:t>
            </a:r>
          </a:p>
          <a:p>
            <a:endParaRPr lang="fr-FR" smtClean="0"/>
          </a:p>
          <a:p>
            <a:r>
              <a:rPr lang="fr-FR" smtClean="0"/>
              <a:t>14-  TU ES MON FRÈRE, PROCHE DE MOI EN TOUS LES MOMENTS</a:t>
            </a:r>
          </a:p>
          <a:p>
            <a:r>
              <a:rPr lang="fr-FR" smtClean="0"/>
              <a:t>15-  TES SOURIRES, TES LARMES TES JOIES DE CHAQUE INSTANT</a:t>
            </a:r>
          </a:p>
          <a:p>
            <a:r>
              <a:rPr lang="fr-FR" smtClean="0"/>
              <a:t>16-  TU ME DIS DES VÉRITÉS AVEC DES PHRASES OUVERTES</a:t>
            </a:r>
          </a:p>
          <a:p>
            <a:r>
              <a:rPr lang="fr-FR" smtClean="0"/>
              <a:t>17-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     	18-  JE N’AI PAS BESOIN DE TE DIRE TOUT CE QUE JE VIENS DE DIRE</a:t>
            </a:r>
          </a:p>
          <a:p>
            <a:r>
              <a:rPr lang="fr-FR" smtClean="0"/>
              <a:t>     	19-  MAIS C’EST TELLEMENT BON DE SAVOIR QUE TU ES TOUJOURS MON AMI</a:t>
            </a:r>
          </a:p>
          <a:p>
            <a:endParaRPr lang="fr-FR" smtClean="0"/>
          </a:p>
          <a:p>
            <a:r>
              <a:rPr lang="fr-FR" smtClean="0"/>
              <a:t>     	20-  JE N’AI PAS BESOIN DE TE DIRE TOUT CE QUE TU M’AS TRANSMIS</a:t>
            </a:r>
          </a:p>
          <a:p>
            <a:r>
              <a:rPr lang="fr-FR" smtClean="0"/>
              <a:t>     	21-  MAIS C’EST TELLEMENT BON DE VIVRE À CÔTÉ D’UN GRAND AMI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MON FRÈRE PROCHE DE MOI, UN VÉRITABLE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AU LONG DE CE LONG CHEMIN TU AS ÉTÉ DANS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ET BIEN QUE TU SOIS SI GRAND TU N’ES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QUI A SU PARTAGER SON AMITIÉ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SAIS QUE LES CHOSES N’ONT TOUJOURS PAS ÉTÉ SI FACILES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MAIS TU ÉTAIS TOUJOURS LÀ DANS LES TEMPS DIFFICILES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TON CŒUR, CE N’EST RIEN D’AUTRE QU’UNE GRANDE PORTE OUVERTE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DANS CERTAINS MOMENTS DIFFICILES QUE TOUS ONT DANS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RECHERCHONS TOUJOURS QUELQU’UN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QUI NOUS MONTRE LA SORTIE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TOUTES LES PAROLES DE FORCE QUE TU AS SU M’APPORTER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M’ONT PROUVÉES FOIS APRÈS FOIS QUE T’ÉTAIS DE MON CÔTÉ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TU ES MON FRÈRE, PROCHE DE MOI EN TOUS LES MOMENTS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TES SOURIRES, TES LARMES TES JOIES DE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ME DIS DES VÉRITÉS AVEC DES PHRASES OUVERTES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18-  JE N’AI PAS BESOIN DE TE DIRE TOUT CE QUE JE VIENS DE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19-  MAIS C’EST TELLEMENT BON DE SAVOIR QUE TU ES TOUJOURS MON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20-  JE N’AI PAS BESOIN DE TE DIRE TOUT CE QUE TU M’AS TRANSMIS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21-  MAIS C’EST TELLEMENT BON DE VIVRE À CÔTÉ D’UN GRAND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MON FRÈRE PROCHE DE MOI, UN VÉRITABLE AMI</a:t>
            </a:r>
          </a:p>
          <a:p>
            <a:r>
              <a:rPr lang="fr-FR" smtClean="0"/>
              <a:t>2-  TOUT AU LONG DE CE LONG CHEMIN TU AS ÉTÉ DANS MA VIE</a:t>
            </a:r>
          </a:p>
          <a:p>
            <a:r>
              <a:rPr lang="fr-FR" smtClean="0"/>
              <a:t>3-  ET BIEN QUE TU SOIS SI GRAND TU N’ES QU’UN ENFANT</a:t>
            </a:r>
          </a:p>
          <a:p>
            <a:r>
              <a:rPr lang="fr-FR" smtClean="0"/>
              <a:t>4-  QUI A SU PARTAGER SON AMITIÉ À CHAQUE INSTANT</a:t>
            </a:r>
          </a:p>
          <a:p>
            <a:endParaRPr lang="fr-FR" smtClean="0"/>
          </a:p>
          <a:p>
            <a:r>
              <a:rPr lang="fr-FR" smtClean="0"/>
              <a:t>5-  JE SAIS QUE LES CHOSES N’ONT TOUJOURS PAS ÉTÉ SI FACILES</a:t>
            </a:r>
          </a:p>
          <a:p>
            <a:r>
              <a:rPr lang="fr-FR" smtClean="0"/>
              <a:t>6-  MAIS TU ÉTAIS TOUJOURS LÀ DANS LES TEMPS DIFFICILES</a:t>
            </a:r>
          </a:p>
          <a:p>
            <a:r>
              <a:rPr lang="fr-FR" smtClean="0"/>
              <a:t>7-  ET TON CŒUR, CE N’EST RIEN D’AUTRE QU’UNE GRANDE PORTE OUVERTE</a:t>
            </a:r>
          </a:p>
          <a:p>
            <a:r>
              <a:rPr lang="fr-FR" smtClean="0"/>
              <a:t>8-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9-  DANS CERTAINS MOMENTS DIFFICILES QUE TOUS ONT DANS LA VIE</a:t>
            </a:r>
          </a:p>
          <a:p>
            <a:r>
              <a:rPr lang="fr-FR" smtClean="0"/>
              <a:t>10-  NOUS RECHERCHONS TOUJOURS QUELQU’UN</a:t>
            </a:r>
          </a:p>
          <a:p>
            <a:r>
              <a:rPr lang="fr-FR" smtClean="0"/>
              <a:t>11-  QUI NOUS MONTRE LA SORTIE</a:t>
            </a:r>
          </a:p>
          <a:p>
            <a:r>
              <a:rPr lang="fr-FR" smtClean="0"/>
              <a:t>12-  TOUTES LES PAROLES DE FORCE QUE TU AS SU M’APPORTER</a:t>
            </a:r>
          </a:p>
          <a:p>
            <a:r>
              <a:rPr lang="fr-FR" smtClean="0"/>
              <a:t>13-  M’ONT PROUVÉES FOIS APRÈS FOIS QUE T’ÉTAIS DE MON CÔTÉ</a:t>
            </a:r>
          </a:p>
          <a:p>
            <a:endParaRPr lang="fr-FR" smtClean="0"/>
          </a:p>
          <a:p>
            <a:r>
              <a:rPr lang="fr-FR" smtClean="0"/>
              <a:t>14-  TU ES MON FRÈRE, PROCHE DE MOI EN TOUS LES MOMENTS</a:t>
            </a:r>
          </a:p>
          <a:p>
            <a:r>
              <a:rPr lang="fr-FR" smtClean="0"/>
              <a:t>15-  TES SOURIRES, TES LARMES TES JOIES DE CHAQUE INSTANT</a:t>
            </a:r>
          </a:p>
          <a:p>
            <a:r>
              <a:rPr lang="fr-FR" smtClean="0"/>
              <a:t>16-  TU ME DIS DES VÉRITÉS AVEC DES PHRASES OUVERTES</a:t>
            </a:r>
          </a:p>
          <a:p>
            <a:r>
              <a:rPr lang="fr-FR" smtClean="0"/>
              <a:t>17-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     	18-  JE N’AI PAS BESOIN DE TE DIRE TOUT CE QUE JE VIENS DE DIRE</a:t>
            </a:r>
          </a:p>
          <a:p>
            <a:r>
              <a:rPr lang="fr-FR" smtClean="0"/>
              <a:t>     	19-  MAIS C’EST TELLEMENT BON DE SAVOIR QUE TU ES TOUJOURS MON AMI</a:t>
            </a:r>
          </a:p>
          <a:p>
            <a:endParaRPr lang="fr-FR" smtClean="0"/>
          </a:p>
          <a:p>
            <a:r>
              <a:rPr lang="fr-FR" smtClean="0"/>
              <a:t>     	20-  JE N’AI PAS BESOIN DE TE DIRE TOUT CE QUE TU M’AS TRANSMIS</a:t>
            </a:r>
          </a:p>
          <a:p>
            <a:r>
              <a:rPr lang="fr-FR" smtClean="0"/>
              <a:t>     	21-  MAIS C’EST TELLEMENT BON DE VIVRE À CÔTÉ D’UN GRAND AMI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MON FRÈRE PROCHE DE MOI, UN VÉRITABLE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AU LONG DE CE LONG CHEMIN TU AS ÉTÉ DANS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ET BIEN QUE TU SOIS SI GRAND TU N’ES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QUI A SU PARTAGER SON AMITIÉ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SAIS QUE LES CHOSES N’ONT TOUJOURS PAS ÉTÉ SI FACILES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MAIS TU ÉTAIS TOUJOURS LÀ DANS LES TEMPS DIFFICILES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TON CŒUR, CE N’EST RIEN D’AUTRE QU’UNE GRANDE PORTE OUVERTE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DANS CERTAINS MOMENTS DIFFICILES QUE TOUS ONT DANS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RECHERCHONS TOUJOURS QUELQU’UN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QUI NOUS MONTRE LA SORTIE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TOUTES LES PAROLES DE FORCE QUE TU AS SU M’APPORTER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M’ONT PROUVÉES FOIS APRÈS FOIS QUE T’ÉTAIS DE MON CÔTÉ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TU ES MON FRÈRE, PROCHE DE MOI EN TOUS LES MOMENTS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TES SOURIRES, TES LARMES TES JOIES DE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ME DIS DES VÉRITÉS AVEC DES PHRASES OUVERTES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18-  JE N’AI PAS BESOIN DE TE DIRE TOUT CE QUE JE VIENS DE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19-  MAIS C’EST TELLEMENT BON DE SAVOIR QUE TU ES TOUJOURS MON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20-  JE N’AI PAS BESOIN DE TE DIRE TOUT CE QUE TU M’AS TRANSMIS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21-  MAIS C’EST TELLEMENT BON DE VIVRE À CÔTÉ D’UN GRAND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MON FRÈRE PROCHE DE MOI, UN VÉRITABLE AMI</a:t>
            </a:r>
          </a:p>
          <a:p>
            <a:r>
              <a:rPr lang="fr-FR" smtClean="0"/>
              <a:t>2-  TOUT AU LONG DE CE LONG CHEMIN TU AS ÉTÉ DANS MA VIE</a:t>
            </a:r>
          </a:p>
          <a:p>
            <a:r>
              <a:rPr lang="fr-FR" smtClean="0"/>
              <a:t>3-  ET BIEN QUE TU SOIS SI GRAND TU N’ES QU’UN ENFANT</a:t>
            </a:r>
          </a:p>
          <a:p>
            <a:r>
              <a:rPr lang="fr-FR" smtClean="0"/>
              <a:t>4-  QUI A SU PARTAGER SON AMITIÉ À CHAQUE INSTANT</a:t>
            </a:r>
          </a:p>
          <a:p>
            <a:endParaRPr lang="fr-FR" smtClean="0"/>
          </a:p>
          <a:p>
            <a:r>
              <a:rPr lang="fr-FR" smtClean="0"/>
              <a:t>5-  JE SAIS QUE LES CHOSES N’ONT TOUJOURS PAS ÉTÉ SI FACILES</a:t>
            </a:r>
          </a:p>
          <a:p>
            <a:r>
              <a:rPr lang="fr-FR" smtClean="0"/>
              <a:t>6-  MAIS TU ÉTAIS TOUJOURS LÀ DANS LES TEMPS DIFFICILES</a:t>
            </a:r>
          </a:p>
          <a:p>
            <a:r>
              <a:rPr lang="fr-FR" smtClean="0"/>
              <a:t>7-  ET TON CŒUR, CE N’EST RIEN D’AUTRE QU’UNE GRANDE PORTE OUVERTE</a:t>
            </a:r>
          </a:p>
          <a:p>
            <a:r>
              <a:rPr lang="fr-FR" smtClean="0"/>
              <a:t>8-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9-  DANS CERTAINS MOMENTS DIFFICILES QUE TOUS ONT DANS LA VIE</a:t>
            </a:r>
          </a:p>
          <a:p>
            <a:r>
              <a:rPr lang="fr-FR" smtClean="0"/>
              <a:t>10-  NOUS RECHERCHONS TOUJOURS QUELQU’UN</a:t>
            </a:r>
          </a:p>
          <a:p>
            <a:r>
              <a:rPr lang="fr-FR" smtClean="0"/>
              <a:t>11-  QUI NOUS MONTRE LA SORTIE</a:t>
            </a:r>
          </a:p>
          <a:p>
            <a:r>
              <a:rPr lang="fr-FR" smtClean="0"/>
              <a:t>12-  TOUTES LES PAROLES DE FORCE QUE TU AS SU M’APPORTER</a:t>
            </a:r>
          </a:p>
          <a:p>
            <a:r>
              <a:rPr lang="fr-FR" smtClean="0"/>
              <a:t>13-  M’ONT PROUVÉES FOIS APRÈS FOIS QUE T’ÉTAIS DE MON CÔTÉ</a:t>
            </a:r>
          </a:p>
          <a:p>
            <a:endParaRPr lang="fr-FR" smtClean="0"/>
          </a:p>
          <a:p>
            <a:r>
              <a:rPr lang="fr-FR" smtClean="0"/>
              <a:t>14-  TU ES MON FRÈRE, PROCHE DE MOI EN TOUS LES MOMENTS</a:t>
            </a:r>
          </a:p>
          <a:p>
            <a:r>
              <a:rPr lang="fr-FR" smtClean="0"/>
              <a:t>15-  TES SOURIRES, TES LARMES TES JOIES DE CHAQUE INSTANT</a:t>
            </a:r>
          </a:p>
          <a:p>
            <a:r>
              <a:rPr lang="fr-FR" smtClean="0"/>
              <a:t>16-  TU ME DIS DES VÉRITÉS AVEC DES PHRASES OUVERTES</a:t>
            </a:r>
          </a:p>
          <a:p>
            <a:r>
              <a:rPr lang="fr-FR" smtClean="0"/>
              <a:t>17-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     	18-  JE N’AI PAS BESOIN DE TE DIRE TOUT CE QUE JE VIENS DE DIRE</a:t>
            </a:r>
          </a:p>
          <a:p>
            <a:r>
              <a:rPr lang="fr-FR" smtClean="0"/>
              <a:t>     	19-  MAIS C’EST TELLEMENT BON DE SAVOIR QUE TU ES TOUJOURS MON AMI</a:t>
            </a:r>
          </a:p>
          <a:p>
            <a:endParaRPr lang="fr-FR" smtClean="0"/>
          </a:p>
          <a:p>
            <a:r>
              <a:rPr lang="fr-FR" smtClean="0"/>
              <a:t>     	20-  JE N’AI PAS BESOIN DE TE DIRE TOUT CE QUE TU M’AS TRANSMIS</a:t>
            </a:r>
          </a:p>
          <a:p>
            <a:r>
              <a:rPr lang="fr-FR" smtClean="0"/>
              <a:t>     	21-  MAIS C’EST TELLEMENT BON DE VIVRE À CÔTÉ D’UN GRAND AMI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MON FRÈRE PROCHE DE MOI, UN VÉRITABLE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AU LONG DE CE LONG CHEMIN TU AS ÉTÉ DANS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ET BIEN QUE TU SOIS SI GRAND TU N’ES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QUI A SU PARTAGER SON AMITIÉ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SAIS QUE LES CHOSES N’ONT TOUJOURS PAS ÉTÉ SI FACILES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MAIS TU ÉTAIS TOUJOURS LÀ DANS LES TEMPS DIFFICILES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TON CŒUR, CE N’EST RIEN D’AUTRE QU’UNE GRANDE PORTE OUVERTE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DANS CERTAINS MOMENTS DIFFICILES QUE TOUS ONT DANS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RECHERCHONS TOUJOURS QUELQU’UN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QUI NOUS MONTRE LA SORTIE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TOUTES LES PAROLES DE FORCE QUE TU AS SU M’APPORTER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M’ONT PROUVÉES FOIS APRÈS FOIS QUE T’ÉTAIS DE MON CÔTÉ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TU ES MON FRÈRE, PROCHE DE MOI EN TOUS LES MOMENTS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TES SOURIRES, TES LARMES TES JOIES DE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ME DIS DES VÉRITÉS AVEC DES PHRASES OUVERTES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18-  JE N’AI PAS BESOIN DE TE DIRE TOUT CE QUE JE VIENS DE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19-  MAIS C’EST TELLEMENT BON DE SAVOIR QUE TU ES TOUJOURS MON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20-  JE N’AI PAS BESOIN DE TE DIRE TOUT CE QUE TU M’AS TRANSMIS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21-  MAIS C’EST TELLEMENT BON DE VIVRE À CÔTÉ D’UN GRAND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MON FRÈRE PROCHE DE MOI, UN VÉRITABLE AMI</a:t>
            </a:r>
          </a:p>
          <a:p>
            <a:r>
              <a:rPr lang="fr-FR" smtClean="0"/>
              <a:t>2-  TOUT AU LONG DE CE LONG CHEMIN TU AS ÉTÉ DANS MA VIE</a:t>
            </a:r>
          </a:p>
          <a:p>
            <a:r>
              <a:rPr lang="fr-FR" smtClean="0"/>
              <a:t>3-  ET BIEN QUE TU SOIS SI GRAND TU N’ES QU’UN ENFANT</a:t>
            </a:r>
          </a:p>
          <a:p>
            <a:r>
              <a:rPr lang="fr-FR" smtClean="0"/>
              <a:t>4-  QUI A SU PARTAGER SON AMITIÉ À CHAQUE INSTANT</a:t>
            </a:r>
          </a:p>
          <a:p>
            <a:endParaRPr lang="fr-FR" smtClean="0"/>
          </a:p>
          <a:p>
            <a:r>
              <a:rPr lang="fr-FR" smtClean="0"/>
              <a:t>5-  JE SAIS QUE LES CHOSES N’ONT TOUJOURS PAS ÉTÉ SI FACILES</a:t>
            </a:r>
          </a:p>
          <a:p>
            <a:r>
              <a:rPr lang="fr-FR" smtClean="0"/>
              <a:t>6-  MAIS TU ÉTAIS TOUJOURS LÀ DANS LES TEMPS DIFFICILES</a:t>
            </a:r>
          </a:p>
          <a:p>
            <a:r>
              <a:rPr lang="fr-FR" smtClean="0"/>
              <a:t>7-  ET TON CŒUR, CE N’EST RIEN D’AUTRE QU’UNE GRANDE PORTE OUVERTE</a:t>
            </a:r>
          </a:p>
          <a:p>
            <a:r>
              <a:rPr lang="fr-FR" smtClean="0"/>
              <a:t>8-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9-  DANS CERTAINS MOMENTS DIFFICILES QUE TOUS ONT DANS LA VIE</a:t>
            </a:r>
          </a:p>
          <a:p>
            <a:r>
              <a:rPr lang="fr-FR" smtClean="0"/>
              <a:t>10-  NOUS RECHERCHONS TOUJOURS QUELQU’UN</a:t>
            </a:r>
          </a:p>
          <a:p>
            <a:r>
              <a:rPr lang="fr-FR" smtClean="0"/>
              <a:t>11-  QUI NOUS MONTRE LA SORTIE</a:t>
            </a:r>
          </a:p>
          <a:p>
            <a:r>
              <a:rPr lang="fr-FR" smtClean="0"/>
              <a:t>12-  TOUTES LES PAROLES DE FORCE QUE TU AS SU M’APPORTER</a:t>
            </a:r>
          </a:p>
          <a:p>
            <a:r>
              <a:rPr lang="fr-FR" smtClean="0"/>
              <a:t>13-  M’ONT PROUVÉES FOIS APRÈS FOIS QUE T’ÉTAIS DE MON CÔTÉ</a:t>
            </a:r>
          </a:p>
          <a:p>
            <a:endParaRPr lang="fr-FR" smtClean="0"/>
          </a:p>
          <a:p>
            <a:r>
              <a:rPr lang="fr-FR" smtClean="0"/>
              <a:t>14-  TU ES MON FRÈRE, PROCHE DE MOI EN TOUS LES MOMENTS</a:t>
            </a:r>
          </a:p>
          <a:p>
            <a:r>
              <a:rPr lang="fr-FR" smtClean="0"/>
              <a:t>15-  TES SOURIRES, TES LARMES TES JOIES DE CHAQUE INSTANT</a:t>
            </a:r>
          </a:p>
          <a:p>
            <a:r>
              <a:rPr lang="fr-FR" smtClean="0"/>
              <a:t>16-  TU ME DIS DES VÉRITÉS AVEC DES PHRASES OUVERTES</a:t>
            </a:r>
          </a:p>
          <a:p>
            <a:r>
              <a:rPr lang="fr-FR" smtClean="0"/>
              <a:t>17-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     	18-  JE N’AI PAS BESOIN DE TE DIRE TOUT CE QUE JE VIENS DE DIRE</a:t>
            </a:r>
          </a:p>
          <a:p>
            <a:r>
              <a:rPr lang="fr-FR" smtClean="0"/>
              <a:t>     	19-  MAIS C’EST TELLEMENT BON DE SAVOIR QUE TU ES TOUJOURS MON AMI</a:t>
            </a:r>
          </a:p>
          <a:p>
            <a:endParaRPr lang="fr-FR" smtClean="0"/>
          </a:p>
          <a:p>
            <a:r>
              <a:rPr lang="fr-FR" smtClean="0"/>
              <a:t>     	20-  JE N’AI PAS BESOIN DE TE DIRE TOUT CE QUE TU M’AS TRANSMIS</a:t>
            </a:r>
          </a:p>
          <a:p>
            <a:r>
              <a:rPr lang="fr-FR" smtClean="0"/>
              <a:t>     	21-  MAIS C’EST TELLEMENT BON DE VIVRE À CÔTÉ D’UN GRAND AMI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MON FRÈRE PROCHE DE MOI, UN VÉRITABLE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AU LONG DE CE LONG CHEMIN TU AS ÉTÉ DANS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ET BIEN QUE TU SOIS SI GRAND TU N’ES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QUI A SU PARTAGER SON AMITIÉ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SAIS QUE LES CHOSES N’ONT TOUJOURS PAS ÉTÉ SI FACILES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MAIS TU ÉTAIS TOUJOURS LÀ DANS LES TEMPS DIFFICILES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TON CŒUR, CE N’EST RIEN D’AUTRE QU’UNE GRANDE PORTE OUVERTE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DANS CERTAINS MOMENTS DIFFICILES QUE TOUS ONT DANS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RECHERCHONS TOUJOURS QUELQU’UN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QUI NOUS MONTRE LA SORTIE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TOUTES LES PAROLES DE FORCE QUE TU AS SU M’APPORTER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M’ONT PROUVÉES FOIS APRÈS FOIS QUE T’ÉTAIS DE MON CÔTÉ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TU ES MON FRÈRE, PROCHE DE MOI EN TOUS LES MOMENTS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TES SOURIRES, TES LARMES TES JOIES DE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ME DIS DES VÉRITÉS AVEC DES PHRASES OUVERTES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18-  JE N’AI PAS BESOIN DE TE DIRE TOUT CE QUE JE VIENS DE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19-  MAIS C’EST TELLEMENT BON DE SAVOIR QUE TU ES TOUJOURS MON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20-  JE N’AI PAS BESOIN DE TE DIRE TOUT CE QUE TU M’AS TRANSMIS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21-  MAIS C’EST TELLEMENT BON DE VIVRE À CÔTÉ D’UN GRAND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MON FRÈRE PROCHE DE MOI, UN VÉRITABLE AMI</a:t>
            </a:r>
          </a:p>
          <a:p>
            <a:r>
              <a:rPr lang="fr-FR" smtClean="0"/>
              <a:t>2-  TOUT AU LONG DE CE LONG CHEMIN TU AS ÉTÉ DANS MA VIE</a:t>
            </a:r>
          </a:p>
          <a:p>
            <a:r>
              <a:rPr lang="fr-FR" smtClean="0"/>
              <a:t>3-  ET BIEN QUE TU SOIS SI GRAND TU N’ES QU’UN ENFANT</a:t>
            </a:r>
          </a:p>
          <a:p>
            <a:r>
              <a:rPr lang="fr-FR" smtClean="0"/>
              <a:t>4-  QUI A SU PARTAGER SON AMITIÉ À CHAQUE INSTANT</a:t>
            </a:r>
          </a:p>
          <a:p>
            <a:endParaRPr lang="fr-FR" smtClean="0"/>
          </a:p>
          <a:p>
            <a:r>
              <a:rPr lang="fr-FR" smtClean="0"/>
              <a:t>5-  JE SAIS QUE LES CHOSES N’ONT TOUJOURS PAS ÉTÉ SI FACILES</a:t>
            </a:r>
          </a:p>
          <a:p>
            <a:r>
              <a:rPr lang="fr-FR" smtClean="0"/>
              <a:t>6-  MAIS TU ÉTAIS TOUJOURS LÀ DANS LES TEMPS DIFFICILES</a:t>
            </a:r>
          </a:p>
          <a:p>
            <a:r>
              <a:rPr lang="fr-FR" smtClean="0"/>
              <a:t>7-  ET TON CŒUR, CE N’EST RIEN D’AUTRE QU’UNE GRANDE PORTE OUVERTE</a:t>
            </a:r>
          </a:p>
          <a:p>
            <a:r>
              <a:rPr lang="fr-FR" smtClean="0"/>
              <a:t>8-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9-  DANS CERTAINS MOMENTS DIFFICILES QUE TOUS ONT DANS LA VIE</a:t>
            </a:r>
          </a:p>
          <a:p>
            <a:r>
              <a:rPr lang="fr-FR" smtClean="0"/>
              <a:t>10-  NOUS RECHERCHONS TOUJOURS QUELQU’UN</a:t>
            </a:r>
          </a:p>
          <a:p>
            <a:r>
              <a:rPr lang="fr-FR" smtClean="0"/>
              <a:t>11-  QUI NOUS MONTRE LA SORTIE</a:t>
            </a:r>
          </a:p>
          <a:p>
            <a:r>
              <a:rPr lang="fr-FR" smtClean="0"/>
              <a:t>12-  TOUTES LES PAROLES DE FORCE QUE TU AS SU M’APPORTER</a:t>
            </a:r>
          </a:p>
          <a:p>
            <a:r>
              <a:rPr lang="fr-FR" smtClean="0"/>
              <a:t>13-  M’ONT PROUVÉES FOIS APRÈS FOIS QUE T’ÉTAIS DE MON CÔTÉ</a:t>
            </a:r>
          </a:p>
          <a:p>
            <a:endParaRPr lang="fr-FR" smtClean="0"/>
          </a:p>
          <a:p>
            <a:r>
              <a:rPr lang="fr-FR" smtClean="0"/>
              <a:t>14-  TU ES MON FRÈRE, PROCHE DE MOI EN TOUS LES MOMENTS</a:t>
            </a:r>
          </a:p>
          <a:p>
            <a:r>
              <a:rPr lang="fr-FR" smtClean="0"/>
              <a:t>15-  TES SOURIRES, TES LARMES TES JOIES DE CHAQUE INSTANT</a:t>
            </a:r>
          </a:p>
          <a:p>
            <a:r>
              <a:rPr lang="fr-FR" smtClean="0"/>
              <a:t>16-  TU ME DIS DES VÉRITÉS AVEC DES PHRASES OUVERTES</a:t>
            </a:r>
          </a:p>
          <a:p>
            <a:r>
              <a:rPr lang="fr-FR" smtClean="0"/>
              <a:t>17-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     	18-  JE N’AI PAS BESOIN DE TE DIRE TOUT CE QUE JE VIENS DE DIRE</a:t>
            </a:r>
          </a:p>
          <a:p>
            <a:r>
              <a:rPr lang="fr-FR" smtClean="0"/>
              <a:t>     	19-  MAIS C’EST TELLEMENT BON DE SAVOIR QUE TU ES TOUJOURS MON AMI</a:t>
            </a:r>
          </a:p>
          <a:p>
            <a:endParaRPr lang="fr-FR" smtClean="0"/>
          </a:p>
          <a:p>
            <a:r>
              <a:rPr lang="fr-FR" smtClean="0"/>
              <a:t>     	20-  JE N’AI PAS BESOIN DE TE DIRE TOUT CE QUE TU M’AS TRANSMIS</a:t>
            </a:r>
          </a:p>
          <a:p>
            <a:r>
              <a:rPr lang="fr-FR" smtClean="0"/>
              <a:t>     	21-  MAIS C’EST TELLEMENT BON DE VIVRE À CÔTÉ D’UN GRAND AMI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MON FRÈRE PROCHE DE MOI, UN VÉRITABLE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AU LONG DE CE LONG CHEMIN TU AS ÉTÉ DANS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ET BIEN QUE TU SOIS SI GRAND TU N’ES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QUI A SU PARTAGER SON AMITIÉ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SAIS QUE LES CHOSES N’ONT TOUJOURS PAS ÉTÉ SI FACILES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MAIS TU ÉTAIS TOUJOURS LÀ DANS LES TEMPS DIFFICILES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TON CŒUR, CE N’EST RIEN D’AUTRE QU’UNE GRANDE PORTE OUVERTE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DANS CERTAINS MOMENTS DIFFICILES QUE TOUS ONT DANS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RECHERCHONS TOUJOURS QUELQU’UN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QUI NOUS MONTRE LA SORTIE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TOUTES LES PAROLES DE FORCE QUE TU AS SU M’APPORTER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M’ONT PROUVÉES FOIS APRÈS FOIS QUE T’ÉTAIS DE MON CÔTÉ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TU ES MON FRÈRE, PROCHE DE MOI EN TOUS LES MOMENTS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TES SOURIRES, TES LARMES TES JOIES DE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ME DIS DES VÉRITÉS AVEC DES PHRASES OUVERTES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18-  JE N’AI PAS BESOIN DE TE DIRE TOUT CE QUE JE VIENS DE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19-  MAIS C’EST TELLEMENT BON DE SAVOIR QUE TU ES TOUJOURS MON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20-  JE N’AI PAS BESOIN DE TE DIRE TOUT CE QUE TU M’AS TRANSMIS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21-  MAIS C’EST TELLEMENT BON DE VIVRE À CÔTÉ D’UN GRAND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MON FRÈRE PROCHE DE MOI, UN VÉRITABLE AMI</a:t>
            </a:r>
          </a:p>
          <a:p>
            <a:r>
              <a:rPr lang="fr-FR" smtClean="0"/>
              <a:t>2-  TOUT AU LONG DE CE LONG CHEMIN TU AS ÉTÉ DANS MA VIE</a:t>
            </a:r>
          </a:p>
          <a:p>
            <a:r>
              <a:rPr lang="fr-FR" smtClean="0"/>
              <a:t>3-  ET BIEN QUE TU SOIS SI GRAND TU N’ES QU’UN ENFANT</a:t>
            </a:r>
          </a:p>
          <a:p>
            <a:r>
              <a:rPr lang="fr-FR" smtClean="0"/>
              <a:t>4-  QUI A SU PARTAGER SON AMITIÉ À CHAQUE INSTANT</a:t>
            </a:r>
          </a:p>
          <a:p>
            <a:endParaRPr lang="fr-FR" smtClean="0"/>
          </a:p>
          <a:p>
            <a:r>
              <a:rPr lang="fr-FR" smtClean="0"/>
              <a:t>5-  JE SAIS QUE LES CHOSES N’ONT TOUJOURS PAS ÉTÉ SI FACILES</a:t>
            </a:r>
          </a:p>
          <a:p>
            <a:r>
              <a:rPr lang="fr-FR" smtClean="0"/>
              <a:t>6-  MAIS TU ÉTAIS TOUJOURS LÀ DANS LES TEMPS DIFFICILES</a:t>
            </a:r>
          </a:p>
          <a:p>
            <a:r>
              <a:rPr lang="fr-FR" smtClean="0"/>
              <a:t>7-  ET TON CŒUR, CE N’EST RIEN D’AUTRE QU’UNE GRANDE PORTE OUVERTE</a:t>
            </a:r>
          </a:p>
          <a:p>
            <a:r>
              <a:rPr lang="fr-FR" smtClean="0"/>
              <a:t>8-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9-  DANS CERTAINS MOMENTS DIFFICILES QUE TOUS ONT DANS LA VIE</a:t>
            </a:r>
          </a:p>
          <a:p>
            <a:r>
              <a:rPr lang="fr-FR" smtClean="0"/>
              <a:t>10-  NOUS RECHERCHONS TOUJOURS QUELQU’UN</a:t>
            </a:r>
          </a:p>
          <a:p>
            <a:r>
              <a:rPr lang="fr-FR" smtClean="0"/>
              <a:t>11-  QUI NOUS MONTRE LA SORTIE</a:t>
            </a:r>
          </a:p>
          <a:p>
            <a:r>
              <a:rPr lang="fr-FR" smtClean="0"/>
              <a:t>12-  TOUTES LES PAROLES DE FORCE QUE TU AS SU M’APPORTER</a:t>
            </a:r>
          </a:p>
          <a:p>
            <a:r>
              <a:rPr lang="fr-FR" smtClean="0"/>
              <a:t>13-  M’ONT PROUVÉES FOIS APRÈS FOIS QUE T’ÉTAIS DE MON CÔTÉ</a:t>
            </a:r>
          </a:p>
          <a:p>
            <a:endParaRPr lang="fr-FR" smtClean="0"/>
          </a:p>
          <a:p>
            <a:r>
              <a:rPr lang="fr-FR" smtClean="0"/>
              <a:t>14-  TU ES MON FRÈRE, PROCHE DE MOI EN TOUS LES MOMENTS</a:t>
            </a:r>
          </a:p>
          <a:p>
            <a:r>
              <a:rPr lang="fr-FR" smtClean="0"/>
              <a:t>15-  TES SOURIRES, TES LARMES TES JOIES DE CHAQUE INSTANT</a:t>
            </a:r>
          </a:p>
          <a:p>
            <a:r>
              <a:rPr lang="fr-FR" smtClean="0"/>
              <a:t>16-  TU ME DIS DES VÉRITÉS AVEC DES PHRASES OUVERTES</a:t>
            </a:r>
          </a:p>
          <a:p>
            <a:r>
              <a:rPr lang="fr-FR" smtClean="0"/>
              <a:t>17-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     	18-  JE N’AI PAS BESOIN DE TE DIRE TOUT CE QUE JE VIENS DE DIRE</a:t>
            </a:r>
          </a:p>
          <a:p>
            <a:r>
              <a:rPr lang="fr-FR" smtClean="0"/>
              <a:t>     	19-  MAIS C’EST TELLEMENT BON DE SAVOIR QUE TU ES TOUJOURS MON AMI</a:t>
            </a:r>
          </a:p>
          <a:p>
            <a:endParaRPr lang="fr-FR" smtClean="0"/>
          </a:p>
          <a:p>
            <a:r>
              <a:rPr lang="fr-FR" smtClean="0"/>
              <a:t>     	20-  JE N’AI PAS BESOIN DE TE DIRE TOUT CE QUE TU M’AS TRANSMIS</a:t>
            </a:r>
          </a:p>
          <a:p>
            <a:r>
              <a:rPr lang="fr-FR" smtClean="0"/>
              <a:t>     	21-  MAIS C’EST TELLEMENT BON DE VIVRE À CÔTÉ D’UN GRAND AMI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MON FRÈRE PROCHE DE MOI, UN VÉRITABLE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AU LONG DE CE LONG CHEMIN TU AS ÉTÉ DANS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ET BIEN QUE TU SOIS SI GRAND TU N’ES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QUI A SU PARTAGER SON AMITIÉ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SAIS QUE LES CHOSES N’ONT TOUJOURS PAS ÉTÉ SI FACILES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MAIS TU ÉTAIS TOUJOURS LÀ DANS LES TEMPS DIFFICILES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TON CŒUR, CE N’EST RIEN D’AUTRE QU’UNE GRANDE PORTE OUVERTE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DANS CERTAINS MOMENTS DIFFICILES QUE TOUS ONT DANS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RECHERCHONS TOUJOURS QUELQU’UN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QUI NOUS MONTRE LA SORTIE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TOUTES LES PAROLES DE FORCE QUE TU AS SU M’APPORTER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M’ONT PROUVÉES FOIS APRÈS FOIS QUE T’ÉTAIS DE MON CÔTÉ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TU ES MON FRÈRE, PROCHE DE MOI EN TOUS LES MOMENTS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TES SOURIRES, TES LARMES TES JOIES DE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ME DIS DES VÉRITÉS AVEC DES PHRASES OUVERTES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18-  JE N’AI PAS BESOIN DE TE DIRE TOUT CE QUE JE VIENS DE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19-  MAIS C’EST TELLEMENT BON DE SAVOIR QUE TU ES TOUJOURS MON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20-  JE N’AI PAS BESOIN DE TE DIRE TOUT CE QUE TU M’AS TRANSMIS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21-  MAIS C’EST TELLEMENT BON DE VIVRE À CÔTÉ D’UN GRAND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MON FRÈRE PROCHE DE MOI, UN VÉRITABLE AMI</a:t>
            </a:r>
          </a:p>
          <a:p>
            <a:r>
              <a:rPr lang="fr-FR" smtClean="0"/>
              <a:t>2-  TOUT AU LONG DE CE LONG CHEMIN TU AS ÉTÉ DANS MA VIE</a:t>
            </a:r>
          </a:p>
          <a:p>
            <a:r>
              <a:rPr lang="fr-FR" smtClean="0"/>
              <a:t>3-  ET BIEN QUE TU SOIS SI GRAND TU N’ES QU’UN ENFANT</a:t>
            </a:r>
          </a:p>
          <a:p>
            <a:r>
              <a:rPr lang="fr-FR" smtClean="0"/>
              <a:t>4-  QUI A SU PARTAGER SON AMITIÉ À CHAQUE INSTANT</a:t>
            </a:r>
          </a:p>
          <a:p>
            <a:endParaRPr lang="fr-FR" smtClean="0"/>
          </a:p>
          <a:p>
            <a:r>
              <a:rPr lang="fr-FR" smtClean="0"/>
              <a:t>5-  JE SAIS QUE LES CHOSES N’ONT TOUJOURS PAS ÉTÉ SI FACILES</a:t>
            </a:r>
          </a:p>
          <a:p>
            <a:r>
              <a:rPr lang="fr-FR" smtClean="0"/>
              <a:t>6-  MAIS TU ÉTAIS TOUJOURS LÀ DANS LES TEMPS DIFFICILES</a:t>
            </a:r>
          </a:p>
          <a:p>
            <a:r>
              <a:rPr lang="fr-FR" smtClean="0"/>
              <a:t>7-  ET TON CŒUR, CE N’EST RIEN D’AUTRE QU’UNE GRANDE PORTE OUVERTE</a:t>
            </a:r>
          </a:p>
          <a:p>
            <a:r>
              <a:rPr lang="fr-FR" smtClean="0"/>
              <a:t>8-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9-  DANS CERTAINS MOMENTS DIFFICILES QUE TOUS ONT DANS LA VIE</a:t>
            </a:r>
          </a:p>
          <a:p>
            <a:r>
              <a:rPr lang="fr-FR" smtClean="0"/>
              <a:t>10-  NOUS RECHERCHONS TOUJOURS QUELQU’UN</a:t>
            </a:r>
          </a:p>
          <a:p>
            <a:r>
              <a:rPr lang="fr-FR" smtClean="0"/>
              <a:t>11-  QUI NOUS MONTRE LA SORTIE</a:t>
            </a:r>
          </a:p>
          <a:p>
            <a:r>
              <a:rPr lang="fr-FR" smtClean="0"/>
              <a:t>12-  TOUTES LES PAROLES DE FORCE QUE TU AS SU M’APPORTER</a:t>
            </a:r>
          </a:p>
          <a:p>
            <a:r>
              <a:rPr lang="fr-FR" smtClean="0"/>
              <a:t>13-  M’ONT PROUVÉES FOIS APRÈS FOIS QUE T’ÉTAIS DE MON CÔTÉ</a:t>
            </a:r>
          </a:p>
          <a:p>
            <a:endParaRPr lang="fr-FR" smtClean="0"/>
          </a:p>
          <a:p>
            <a:r>
              <a:rPr lang="fr-FR" smtClean="0"/>
              <a:t>14-  TU ES MON FRÈRE, PROCHE DE MOI EN TOUS LES MOMENTS</a:t>
            </a:r>
          </a:p>
          <a:p>
            <a:r>
              <a:rPr lang="fr-FR" smtClean="0"/>
              <a:t>15-  TES SOURIRES, TES LARMES TES JOIES DE CHAQUE INSTANT</a:t>
            </a:r>
          </a:p>
          <a:p>
            <a:r>
              <a:rPr lang="fr-FR" smtClean="0"/>
              <a:t>16-  TU ME DIS DES VÉRITÉS AVEC DES PHRASES OUVERTES</a:t>
            </a:r>
          </a:p>
          <a:p>
            <a:r>
              <a:rPr lang="fr-FR" smtClean="0"/>
              <a:t>17-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     	18-  JE N’AI PAS BESOIN DE TE DIRE TOUT CE QUE JE VIENS DE DIRE</a:t>
            </a:r>
          </a:p>
          <a:p>
            <a:r>
              <a:rPr lang="fr-FR" smtClean="0"/>
              <a:t>     	19-  MAIS C’EST TELLEMENT BON DE SAVOIR QUE TU ES TOUJOURS MON AMI</a:t>
            </a:r>
          </a:p>
          <a:p>
            <a:endParaRPr lang="fr-FR" smtClean="0"/>
          </a:p>
          <a:p>
            <a:r>
              <a:rPr lang="fr-FR" smtClean="0"/>
              <a:t>     	20-  JE N’AI PAS BESOIN DE TE DIRE TOUT CE QUE TU M’AS TRANSMIS</a:t>
            </a:r>
          </a:p>
          <a:p>
            <a:r>
              <a:rPr lang="fr-FR" smtClean="0"/>
              <a:t>     	21-  MAIS C’EST TELLEMENT BON DE VIVRE À CÔTÉ D’UN GRAND AMI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MON FRÈRE PROCHE DE MOI, UN VÉRITABLE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AU LONG DE CE LONG CHEMIN TU AS ÉTÉ DANS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ET BIEN QUE TU SOIS SI GRAND TU N’ES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QUI A SU PARTAGER SON AMITIÉ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SAIS QUE LES CHOSES N’ONT TOUJOURS PAS ÉTÉ SI FACILES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MAIS TU ÉTAIS TOUJOURS LÀ DANS LES TEMPS DIFFICILES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TON CŒUR, CE N’EST RIEN D’AUTRE QU’UNE GRANDE PORTE OUVERTE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DANS CERTAINS MOMENTS DIFFICILES QUE TOUS ONT DANS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RECHERCHONS TOUJOURS QUELQU’UN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QUI NOUS MONTRE LA SORTIE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TOUTES LES PAROLES DE FORCE QUE TU AS SU M’APPORTER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M’ONT PROUVÉES FOIS APRÈS FOIS QUE T’ÉTAIS DE MON CÔTÉ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TU ES MON FRÈRE, PROCHE DE MOI EN TOUS LES MOMENTS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TES SOURIRES, TES LARMES TES JOIES DE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ME DIS DES VÉRITÉS AVEC DES PHRASES OUVERTES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18-  JE N’AI PAS BESOIN DE TE DIRE TOUT CE QUE JE VIENS DE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19-  MAIS C’EST TELLEMENT BON DE SAVOIR QUE TU ES TOUJOURS MON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20-  JE N’AI PAS BESOIN DE TE DIRE TOUT CE QUE TU M’AS TRANSMIS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21-  MAIS C’EST TELLEMENT BON DE VIVRE À CÔTÉ D’UN GRAND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MON FRÈRE PROCHE DE MOI, UN VÉRITABLE AMI</a:t>
            </a:r>
          </a:p>
          <a:p>
            <a:r>
              <a:rPr lang="fr-FR" smtClean="0"/>
              <a:t>2-  TOUT AU LONG DE CE LONG CHEMIN TU AS ÉTÉ DANS MA VIE</a:t>
            </a:r>
          </a:p>
          <a:p>
            <a:r>
              <a:rPr lang="fr-FR" smtClean="0"/>
              <a:t>3-  ET BIEN QUE TU SOIS SI GRAND TU N’ES QU’UN ENFANT</a:t>
            </a:r>
          </a:p>
          <a:p>
            <a:r>
              <a:rPr lang="fr-FR" smtClean="0"/>
              <a:t>4-  QUI A SU PARTAGER SON AMITIÉ À CHAQUE INSTANT</a:t>
            </a:r>
          </a:p>
          <a:p>
            <a:endParaRPr lang="fr-FR" smtClean="0"/>
          </a:p>
          <a:p>
            <a:r>
              <a:rPr lang="fr-FR" smtClean="0"/>
              <a:t>5-  JE SAIS QUE LES CHOSES N’ONT TOUJOURS PAS ÉTÉ SI FACILES</a:t>
            </a:r>
          </a:p>
          <a:p>
            <a:r>
              <a:rPr lang="fr-FR" smtClean="0"/>
              <a:t>6-  MAIS TU ÉTAIS TOUJOURS LÀ DANS LES TEMPS DIFFICILES</a:t>
            </a:r>
          </a:p>
          <a:p>
            <a:r>
              <a:rPr lang="fr-FR" smtClean="0"/>
              <a:t>7-  ET TON CŒUR, CE N’EST RIEN D’AUTRE QU’UNE GRANDE PORTE OUVERTE</a:t>
            </a:r>
          </a:p>
          <a:p>
            <a:r>
              <a:rPr lang="fr-FR" smtClean="0"/>
              <a:t>8-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9-  DANS CERTAINS MOMENTS DIFFICILES QUE TOUS ONT DANS LA VIE</a:t>
            </a:r>
          </a:p>
          <a:p>
            <a:r>
              <a:rPr lang="fr-FR" smtClean="0"/>
              <a:t>10-  NOUS RECHERCHONS TOUJOURS QUELQU’UN</a:t>
            </a:r>
          </a:p>
          <a:p>
            <a:r>
              <a:rPr lang="fr-FR" smtClean="0"/>
              <a:t>11-  QUI NOUS MONTRE LA SORTIE</a:t>
            </a:r>
          </a:p>
          <a:p>
            <a:r>
              <a:rPr lang="fr-FR" smtClean="0"/>
              <a:t>12-  TOUTES LES PAROLES DE FORCE QUE TU AS SU M’APPORTER</a:t>
            </a:r>
          </a:p>
          <a:p>
            <a:r>
              <a:rPr lang="fr-FR" smtClean="0"/>
              <a:t>13-  M’ONT PROUVÉES FOIS APRÈS FOIS QUE T’ÉTAIS DE MON CÔTÉ</a:t>
            </a:r>
          </a:p>
          <a:p>
            <a:endParaRPr lang="fr-FR" smtClean="0"/>
          </a:p>
          <a:p>
            <a:r>
              <a:rPr lang="fr-FR" smtClean="0"/>
              <a:t>14-  TU ES MON FRÈRE, PROCHE DE MOI EN TOUS LES MOMENTS</a:t>
            </a:r>
          </a:p>
          <a:p>
            <a:r>
              <a:rPr lang="fr-FR" smtClean="0"/>
              <a:t>15-  TES SOURIRES, TES LARMES TES JOIES DE CHAQUE INSTANT</a:t>
            </a:r>
          </a:p>
          <a:p>
            <a:r>
              <a:rPr lang="fr-FR" smtClean="0"/>
              <a:t>16-  TU ME DIS DES VÉRITÉS AVEC DES PHRASES OUVERTES</a:t>
            </a:r>
          </a:p>
          <a:p>
            <a:r>
              <a:rPr lang="fr-FR" smtClean="0"/>
              <a:t>17-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     	18-  JE N’AI PAS BESOIN DE TE DIRE TOUT CE QUE JE VIENS DE DIRE</a:t>
            </a:r>
          </a:p>
          <a:p>
            <a:r>
              <a:rPr lang="fr-FR" smtClean="0"/>
              <a:t>     	19-  MAIS C’EST TELLEMENT BON DE SAVOIR QUE TU ES TOUJOURS MON AMI</a:t>
            </a:r>
          </a:p>
          <a:p>
            <a:endParaRPr lang="fr-FR" smtClean="0"/>
          </a:p>
          <a:p>
            <a:r>
              <a:rPr lang="fr-FR" smtClean="0"/>
              <a:t>     	20-  JE N’AI PAS BESOIN DE TE DIRE TOUT CE QUE TU M’AS TRANSMIS</a:t>
            </a:r>
          </a:p>
          <a:p>
            <a:r>
              <a:rPr lang="fr-FR" smtClean="0"/>
              <a:t>     	21-  MAIS C’EST TELLEMENT BON DE VIVRE À CÔTÉ D’UN GRAND AMI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MON FRÈRE PROCHE DE MOI, UN VÉRITABLE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AU LONG DE CE LONG CHEMIN TU AS ÉTÉ DANS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ET BIEN QUE TU SOIS SI GRAND TU N’ES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QUI A SU PARTAGER SON AMITIÉ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SAIS QUE LES CHOSES N’ONT TOUJOURS PAS ÉTÉ SI FACILES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MAIS TU ÉTAIS TOUJOURS LÀ DANS LES TEMPS DIFFICILES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TON CŒUR, CE N’EST RIEN D’AUTRE QU’UNE GRANDE PORTE OUVERTE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DANS CERTAINS MOMENTS DIFFICILES QUE TOUS ONT DANS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RECHERCHONS TOUJOURS QUELQU’UN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QUI NOUS MONTRE LA SORTIE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TOUTES LES PAROLES DE FORCE QUE TU AS SU M’APPORTER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M’ONT PROUVÉES FOIS APRÈS FOIS QUE T’ÉTAIS DE MON CÔTÉ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TU ES MON FRÈRE, PROCHE DE MOI EN TOUS LES MOMENTS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TES SOURIRES, TES LARMES TES JOIES DE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ME DIS DES VÉRITÉS AVEC DES PHRASES OUVERTES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18-  JE N’AI PAS BESOIN DE TE DIRE TOUT CE QUE JE VIENS DE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19-  MAIS C’EST TELLEMENT BON DE SAVOIR QUE TU ES TOUJOURS MON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20-  JE N’AI PAS BESOIN DE TE DIRE TOUT CE QUE TU M’AS TRANSMIS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21-  MAIS C’EST TELLEMENT BON DE VIVRE À CÔTÉ D’UN GRAND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MON FRÈRE PROCHE DE MOI, UN VÉRITABLE AMI</a:t>
            </a:r>
          </a:p>
          <a:p>
            <a:r>
              <a:rPr lang="fr-FR" smtClean="0"/>
              <a:t>2-  TOUT AU LONG DE CE LONG CHEMIN TU AS ÉTÉ DANS MA VIE</a:t>
            </a:r>
          </a:p>
          <a:p>
            <a:r>
              <a:rPr lang="fr-FR" smtClean="0"/>
              <a:t>3-  ET BIEN QUE TU SOIS SI GRAND TU N’ES QU’UN ENFANT</a:t>
            </a:r>
          </a:p>
          <a:p>
            <a:r>
              <a:rPr lang="fr-FR" smtClean="0"/>
              <a:t>4-  QUI A SU PARTAGER SON AMITIÉ À CHAQUE INSTANT</a:t>
            </a:r>
          </a:p>
          <a:p>
            <a:endParaRPr lang="fr-FR" smtClean="0"/>
          </a:p>
          <a:p>
            <a:r>
              <a:rPr lang="fr-FR" smtClean="0"/>
              <a:t>5-  JE SAIS QUE LES CHOSES N’ONT TOUJOURS PAS ÉTÉ SI FACILES</a:t>
            </a:r>
          </a:p>
          <a:p>
            <a:r>
              <a:rPr lang="fr-FR" smtClean="0"/>
              <a:t>6-  MAIS TU ÉTAIS TOUJOURS LÀ DANS LES TEMPS DIFFICILES</a:t>
            </a:r>
          </a:p>
          <a:p>
            <a:r>
              <a:rPr lang="fr-FR" smtClean="0"/>
              <a:t>7-  ET TON CŒUR, CE N’EST RIEN D’AUTRE QU’UNE GRANDE PORTE OUVERTE</a:t>
            </a:r>
          </a:p>
          <a:p>
            <a:r>
              <a:rPr lang="fr-FR" smtClean="0"/>
              <a:t>8-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9-  DANS CERTAINS MOMENTS DIFFICILES QUE TOUS ONT DANS LA VIE</a:t>
            </a:r>
          </a:p>
          <a:p>
            <a:r>
              <a:rPr lang="fr-FR" smtClean="0"/>
              <a:t>10-  NOUS RECHERCHONS TOUJOURS QUELQU’UN</a:t>
            </a:r>
          </a:p>
          <a:p>
            <a:r>
              <a:rPr lang="fr-FR" smtClean="0"/>
              <a:t>11-  QUI NOUS MONTRE LA SORTIE</a:t>
            </a:r>
          </a:p>
          <a:p>
            <a:r>
              <a:rPr lang="fr-FR" smtClean="0"/>
              <a:t>12-  TOUTES LES PAROLES DE FORCE QUE TU AS SU M’APPORTER</a:t>
            </a:r>
          </a:p>
          <a:p>
            <a:r>
              <a:rPr lang="fr-FR" smtClean="0"/>
              <a:t>13-  M’ONT PROUVÉES FOIS APRÈS FOIS QUE T’ÉTAIS DE MON CÔTÉ</a:t>
            </a:r>
          </a:p>
          <a:p>
            <a:endParaRPr lang="fr-FR" smtClean="0"/>
          </a:p>
          <a:p>
            <a:r>
              <a:rPr lang="fr-FR" smtClean="0"/>
              <a:t>14-  TU ES MON FRÈRE, PROCHE DE MOI EN TOUS LES MOMENTS</a:t>
            </a:r>
          </a:p>
          <a:p>
            <a:r>
              <a:rPr lang="fr-FR" smtClean="0"/>
              <a:t>15-  TES SOURIRES, TES LARMES TES JOIES DE CHAQUE INSTANT</a:t>
            </a:r>
          </a:p>
          <a:p>
            <a:r>
              <a:rPr lang="fr-FR" smtClean="0"/>
              <a:t>16-  TU ME DIS DES VÉRITÉS AVEC DES PHRASES OUVERTES</a:t>
            </a:r>
          </a:p>
          <a:p>
            <a:r>
              <a:rPr lang="fr-FR" smtClean="0"/>
              <a:t>17-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     	18-  JE N’AI PAS BESOIN DE TE DIRE TOUT CE QUE JE VIENS DE DIRE</a:t>
            </a:r>
          </a:p>
          <a:p>
            <a:r>
              <a:rPr lang="fr-FR" smtClean="0"/>
              <a:t>     	19-  MAIS C’EST TELLEMENT BON DE SAVOIR QUE TU ES TOUJOURS MON AMI</a:t>
            </a:r>
          </a:p>
          <a:p>
            <a:endParaRPr lang="fr-FR" smtClean="0"/>
          </a:p>
          <a:p>
            <a:r>
              <a:rPr lang="fr-FR" smtClean="0"/>
              <a:t>     	20-  JE N’AI PAS BESOIN DE TE DIRE TOUT CE QUE TU M’AS TRANSMIS</a:t>
            </a:r>
          </a:p>
          <a:p>
            <a:r>
              <a:rPr lang="fr-FR" smtClean="0"/>
              <a:t>     	21-  MAIS C’EST TELLEMENT BON DE VIVRE À CÔTÉ D’UN GRAND AMI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MON FRÈRE PROCHE DE MOI, UN VÉRITABLE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AU LONG DE CE LONG CHEMIN TU AS ÉTÉ DANS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ET BIEN QUE TU SOIS SI GRAND TU N’ES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QUI A SU PARTAGER SON AMITIÉ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SAIS QUE LES CHOSES N’ONT TOUJOURS PAS ÉTÉ SI FACILES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MAIS TU ÉTAIS TOUJOURS LÀ DANS LES TEMPS DIFFICILES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TON CŒUR, CE N’EST RIEN D’AUTRE QU’UNE GRANDE PORTE OUVERTE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DANS CERTAINS MOMENTS DIFFICILES QUE TOUS ONT DANS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RECHERCHONS TOUJOURS QUELQU’UN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QUI NOUS MONTRE LA SORTIE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TOUTES LES PAROLES DE FORCE QUE TU AS SU M’APPORTER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M’ONT PROUVÉES FOIS APRÈS FOIS QUE T’ÉTAIS DE MON CÔTÉ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TU ES MON FRÈRE, PROCHE DE MOI EN TOUS LES MOMENTS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TES SOURIRES, TES LARMES TES JOIES DE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ME DIS DES VÉRITÉS AVEC DES PHRASES OUVERTES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18-  JE N’AI PAS BESOIN DE TE DIRE TOUT CE QUE JE VIENS DE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19-  MAIS C’EST TELLEMENT BON DE SAVOIR QUE TU ES TOUJOURS MON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20-  JE N’AI PAS BESOIN DE TE DIRE TOUT CE QUE TU M’AS TRANSMIS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21-  MAIS C’EST TELLEMENT BON DE VIVRE À CÔTÉ D’UN GRAND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MON FRÈRE PROCHE DE MOI, UN VÉRITABLE AMI</a:t>
            </a:r>
          </a:p>
          <a:p>
            <a:r>
              <a:rPr lang="fr-FR" smtClean="0"/>
              <a:t>2-  TOUT AU LONG DE CE LONG CHEMIN TU AS ÉTÉ DANS MA VIE</a:t>
            </a:r>
          </a:p>
          <a:p>
            <a:r>
              <a:rPr lang="fr-FR" smtClean="0"/>
              <a:t>3-  ET BIEN QUE TU SOIS SI GRAND TU N’ES QU’UN ENFANT</a:t>
            </a:r>
          </a:p>
          <a:p>
            <a:r>
              <a:rPr lang="fr-FR" smtClean="0"/>
              <a:t>4-  QUI A SU PARTAGER SON AMITIÉ À CHAQUE INSTANT</a:t>
            </a:r>
          </a:p>
          <a:p>
            <a:endParaRPr lang="fr-FR" smtClean="0"/>
          </a:p>
          <a:p>
            <a:r>
              <a:rPr lang="fr-FR" smtClean="0"/>
              <a:t>5-  JE SAIS QUE LES CHOSES N’ONT TOUJOURS PAS ÉTÉ SI FACILES</a:t>
            </a:r>
          </a:p>
          <a:p>
            <a:r>
              <a:rPr lang="fr-FR" smtClean="0"/>
              <a:t>6-  MAIS TU ÉTAIS TOUJOURS LÀ DANS LES TEMPS DIFFICILES</a:t>
            </a:r>
          </a:p>
          <a:p>
            <a:r>
              <a:rPr lang="fr-FR" smtClean="0"/>
              <a:t>7-  ET TON CŒUR, CE N’EST RIEN D’AUTRE QU’UNE GRANDE PORTE OUVERTE</a:t>
            </a:r>
          </a:p>
          <a:p>
            <a:r>
              <a:rPr lang="fr-FR" smtClean="0"/>
              <a:t>8-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9-  DANS CERTAINS MOMENTS DIFFICILES QUE TOUS ONT DANS LA VIE</a:t>
            </a:r>
          </a:p>
          <a:p>
            <a:r>
              <a:rPr lang="fr-FR" smtClean="0"/>
              <a:t>10-  NOUS RECHERCHONS TOUJOURS QUELQU’UN</a:t>
            </a:r>
          </a:p>
          <a:p>
            <a:r>
              <a:rPr lang="fr-FR" smtClean="0"/>
              <a:t>11-  QUI NOUS MONTRE LA SORTIE</a:t>
            </a:r>
          </a:p>
          <a:p>
            <a:r>
              <a:rPr lang="fr-FR" smtClean="0"/>
              <a:t>12-  TOUTES LES PAROLES DE FORCE QUE TU AS SU M’APPORTER</a:t>
            </a:r>
          </a:p>
          <a:p>
            <a:r>
              <a:rPr lang="fr-FR" smtClean="0"/>
              <a:t>13-  M’ONT PROUVÉES FOIS APRÈS FOIS QUE T’ÉTAIS DE MON CÔTÉ</a:t>
            </a:r>
          </a:p>
          <a:p>
            <a:endParaRPr lang="fr-FR" smtClean="0"/>
          </a:p>
          <a:p>
            <a:r>
              <a:rPr lang="fr-FR" smtClean="0"/>
              <a:t>14-  TU ES MON FRÈRE, PROCHE DE MOI EN TOUS LES MOMENTS</a:t>
            </a:r>
          </a:p>
          <a:p>
            <a:r>
              <a:rPr lang="fr-FR" smtClean="0"/>
              <a:t>15-  TES SOURIRES, TES LARMES TES JOIES DE CHAQUE INSTANT</a:t>
            </a:r>
          </a:p>
          <a:p>
            <a:r>
              <a:rPr lang="fr-FR" smtClean="0"/>
              <a:t>16-  TU ME DIS DES VÉRITÉS AVEC DES PHRASES OUVERTES</a:t>
            </a:r>
          </a:p>
          <a:p>
            <a:r>
              <a:rPr lang="fr-FR" smtClean="0"/>
              <a:t>17-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     	18-  JE N’AI PAS BESOIN DE TE DIRE TOUT CE QUE JE VIENS DE DIRE</a:t>
            </a:r>
          </a:p>
          <a:p>
            <a:r>
              <a:rPr lang="fr-FR" smtClean="0"/>
              <a:t>     	19-  MAIS C’EST TELLEMENT BON DE SAVOIR QUE TU ES TOUJOURS MON AMI</a:t>
            </a:r>
          </a:p>
          <a:p>
            <a:endParaRPr lang="fr-FR" smtClean="0"/>
          </a:p>
          <a:p>
            <a:r>
              <a:rPr lang="fr-FR" smtClean="0"/>
              <a:t>     	20-  JE N’AI PAS BESOIN DE TE DIRE TOUT CE QUE TU M’AS TRANSMIS</a:t>
            </a:r>
          </a:p>
          <a:p>
            <a:r>
              <a:rPr lang="fr-FR" smtClean="0"/>
              <a:t>     	21-  MAIS C’EST TELLEMENT BON DE VIVRE À CÔTÉ D’UN GRAND AMI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MON FRÈRE PROCHE DE MOI, UN VÉRITABLE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AU LONG DE CE LONG CHEMIN TU AS ÉTÉ DANS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ET BIEN QUE TU SOIS SI GRAND TU N’ES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QUI A SU PARTAGER SON AMITIÉ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SAIS QUE LES CHOSES N’ONT TOUJOURS PAS ÉTÉ SI FACILES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MAIS TU ÉTAIS TOUJOURS LÀ DANS LES TEMPS DIFFICILES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TON CŒUR, CE N’EST RIEN D’AUTRE QU’UNE GRANDE PORTE OUVERTE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DANS CERTAINS MOMENTS DIFFICILES QUE TOUS ONT DANS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RECHERCHONS TOUJOURS QUELQU’UN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QUI NOUS MONTRE LA SORTIE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TOUTES LES PAROLES DE FORCE QUE TU AS SU M’APPORTER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M’ONT PROUVÉES FOIS APRÈS FOIS QUE T’ÉTAIS DE MON CÔTÉ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TU ES MON FRÈRE, PROCHE DE MOI EN TOUS LES MOMENTS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TES SOURIRES, TES LARMES TES JOIES DE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ME DIS DES VÉRITÉS AVEC DES PHRASES OUVERTES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18-  JE N’AI PAS BESOIN DE TE DIRE TOUT CE QUE JE VIENS DE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19-  MAIS C’EST TELLEMENT BON DE SAVOIR QUE TU ES TOUJOURS MON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20-  JE N’AI PAS BESOIN DE TE DIRE TOUT CE QUE TU M’AS TRANSMIS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21-  MAIS C’EST TELLEMENT BON DE VIVRE À CÔTÉ D’UN GRAND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MON FRÈRE PROCHE DE MOI, UN VÉRITABLE AMI</a:t>
            </a:r>
          </a:p>
          <a:p>
            <a:r>
              <a:rPr lang="fr-FR" smtClean="0"/>
              <a:t>2-  TOUT AU LONG DE CE LONG CHEMIN TU AS ÉTÉ DANS MA VIE</a:t>
            </a:r>
          </a:p>
          <a:p>
            <a:r>
              <a:rPr lang="fr-FR" smtClean="0"/>
              <a:t>3-  ET BIEN QUE TU SOIS SI GRAND TU N’ES QU’UN ENFANT</a:t>
            </a:r>
          </a:p>
          <a:p>
            <a:r>
              <a:rPr lang="fr-FR" smtClean="0"/>
              <a:t>4-  QUI A SU PARTAGER SON AMITIÉ À CHAQUE INSTANT</a:t>
            </a:r>
          </a:p>
          <a:p>
            <a:endParaRPr lang="fr-FR" smtClean="0"/>
          </a:p>
          <a:p>
            <a:r>
              <a:rPr lang="fr-FR" smtClean="0"/>
              <a:t>5-  JE SAIS QUE LES CHOSES N’ONT TOUJOURS PAS ÉTÉ SI FACILES</a:t>
            </a:r>
          </a:p>
          <a:p>
            <a:r>
              <a:rPr lang="fr-FR" smtClean="0"/>
              <a:t>6-  MAIS TU ÉTAIS TOUJOURS LÀ DANS LES TEMPS DIFFICILES</a:t>
            </a:r>
          </a:p>
          <a:p>
            <a:r>
              <a:rPr lang="fr-FR" smtClean="0"/>
              <a:t>7-  ET TON CŒUR, CE N’EST RIEN D’AUTRE QU’UNE GRANDE PORTE OUVERTE</a:t>
            </a:r>
          </a:p>
          <a:p>
            <a:r>
              <a:rPr lang="fr-FR" smtClean="0"/>
              <a:t>8-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9-  DANS CERTAINS MOMENTS DIFFICILES QUE TOUS ONT DANS LA VIE</a:t>
            </a:r>
          </a:p>
          <a:p>
            <a:r>
              <a:rPr lang="fr-FR" smtClean="0"/>
              <a:t>10-  NOUS RECHERCHONS TOUJOURS QUELQU’UN</a:t>
            </a:r>
          </a:p>
          <a:p>
            <a:r>
              <a:rPr lang="fr-FR" smtClean="0"/>
              <a:t>11-  QUI NOUS MONTRE LA SORTIE</a:t>
            </a:r>
          </a:p>
          <a:p>
            <a:r>
              <a:rPr lang="fr-FR" smtClean="0"/>
              <a:t>12-  TOUTES LES PAROLES DE FORCE QUE TU AS SU M’APPORTER</a:t>
            </a:r>
          </a:p>
          <a:p>
            <a:r>
              <a:rPr lang="fr-FR" smtClean="0"/>
              <a:t>13-  M’ONT PROUVÉES FOIS APRÈS FOIS QUE T’ÉTAIS DE MON CÔTÉ</a:t>
            </a:r>
          </a:p>
          <a:p>
            <a:endParaRPr lang="fr-FR" smtClean="0"/>
          </a:p>
          <a:p>
            <a:r>
              <a:rPr lang="fr-FR" smtClean="0"/>
              <a:t>14-  TU ES MON FRÈRE, PROCHE DE MOI EN TOUS LES MOMENTS</a:t>
            </a:r>
          </a:p>
          <a:p>
            <a:r>
              <a:rPr lang="fr-FR" smtClean="0"/>
              <a:t>15-  TES SOURIRES, TES LARMES TES JOIES DE CHAQUE INSTANT</a:t>
            </a:r>
          </a:p>
          <a:p>
            <a:r>
              <a:rPr lang="fr-FR" smtClean="0"/>
              <a:t>16-  TU ME DIS DES VÉRITÉS AVEC DES PHRASES OUVERTES</a:t>
            </a:r>
          </a:p>
          <a:p>
            <a:r>
              <a:rPr lang="fr-FR" smtClean="0"/>
              <a:t>17-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     	18-  JE N’AI PAS BESOIN DE TE DIRE TOUT CE QUE JE VIENS DE DIRE</a:t>
            </a:r>
          </a:p>
          <a:p>
            <a:r>
              <a:rPr lang="fr-FR" smtClean="0"/>
              <a:t>     	19-  MAIS C’EST TELLEMENT BON DE SAVOIR QUE TU ES TOUJOURS MON AMI</a:t>
            </a:r>
          </a:p>
          <a:p>
            <a:endParaRPr lang="fr-FR" smtClean="0"/>
          </a:p>
          <a:p>
            <a:r>
              <a:rPr lang="fr-FR" smtClean="0"/>
              <a:t>     	20-  JE N’AI PAS BESOIN DE TE DIRE TOUT CE QUE TU M’AS TRANSMIS</a:t>
            </a:r>
          </a:p>
          <a:p>
            <a:r>
              <a:rPr lang="fr-FR" smtClean="0"/>
              <a:t>     	21-  MAIS C’EST TELLEMENT BON DE VIVRE À CÔTÉ D’UN GRAND AMI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MON FRÈRE PROCHE DE MOI, UN VÉRITABLE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AU LONG DE CE LONG CHEMIN TU AS ÉTÉ DANS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ET BIEN QUE TU SOIS SI GRAND TU N’ES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QUI A SU PARTAGER SON AMITIÉ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SAIS QUE LES CHOSES N’ONT TOUJOURS PAS ÉTÉ SI FACILES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MAIS TU ÉTAIS TOUJOURS LÀ DANS LES TEMPS DIFFICILES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TON CŒUR, CE N’EST RIEN D’AUTRE QU’UNE GRANDE PORTE OUVERTE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DANS CERTAINS MOMENTS DIFFICILES QUE TOUS ONT DANS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RECHERCHONS TOUJOURS QUELQU’UN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QUI NOUS MONTRE LA SORTIE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TOUTES LES PAROLES DE FORCE QUE TU AS SU M’APPORTER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M’ONT PROUVÉES FOIS APRÈS FOIS QUE T’ÉTAIS DE MON CÔTÉ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TU ES MON FRÈRE, PROCHE DE MOI EN TOUS LES MOMENTS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TES SOURIRES, TES LARMES TES JOIES DE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ME DIS DES VÉRITÉS AVEC DES PHRASES OUVERTES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18-  JE N’AI PAS BESOIN DE TE DIRE TOUT CE QUE JE VIENS DE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19-  MAIS C’EST TELLEMENT BON DE SAVOIR QUE TU ES TOUJOURS MON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20-  JE N’AI PAS BESOIN DE TE DIRE TOUT CE QUE TU M’AS TRANSMIS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21-  MAIS C’EST TELLEMENT BON DE VIVRE À CÔTÉ D’UN GRAND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MON FRÈRE PROCHE DE MOI, UN VÉRITABLE AMI</a:t>
            </a:r>
          </a:p>
          <a:p>
            <a:r>
              <a:rPr lang="fr-FR" smtClean="0"/>
              <a:t>2-  TOUT AU LONG DE CE LONG CHEMIN TU AS ÉTÉ DANS MA VIE</a:t>
            </a:r>
          </a:p>
          <a:p>
            <a:r>
              <a:rPr lang="fr-FR" smtClean="0"/>
              <a:t>3-  ET BIEN QUE TU SOIS SI GRAND TU N’ES QU’UN ENFANT</a:t>
            </a:r>
          </a:p>
          <a:p>
            <a:r>
              <a:rPr lang="fr-FR" smtClean="0"/>
              <a:t>4-  QUI A SU PARTAGER SON AMITIÉ À CHAQUE INSTANT</a:t>
            </a:r>
          </a:p>
          <a:p>
            <a:endParaRPr lang="fr-FR" smtClean="0"/>
          </a:p>
          <a:p>
            <a:r>
              <a:rPr lang="fr-FR" smtClean="0"/>
              <a:t>5-  JE SAIS QUE LES CHOSES N’ONT TOUJOURS PAS ÉTÉ SI FACILES</a:t>
            </a:r>
          </a:p>
          <a:p>
            <a:r>
              <a:rPr lang="fr-FR" smtClean="0"/>
              <a:t>6-  MAIS TU ÉTAIS TOUJOURS LÀ DANS LES TEMPS DIFFICILES</a:t>
            </a:r>
          </a:p>
          <a:p>
            <a:r>
              <a:rPr lang="fr-FR" smtClean="0"/>
              <a:t>7-  ET TON CŒUR, CE N’EST RIEN D’AUTRE QU’UNE GRANDE PORTE OUVERTE</a:t>
            </a:r>
          </a:p>
          <a:p>
            <a:r>
              <a:rPr lang="fr-FR" smtClean="0"/>
              <a:t>8-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9-  DANS CERTAINS MOMENTS DIFFICILES QUE TOUS ONT DANS LA VIE</a:t>
            </a:r>
          </a:p>
          <a:p>
            <a:r>
              <a:rPr lang="fr-FR" smtClean="0"/>
              <a:t>10-  NOUS RECHERCHONS TOUJOURS QUELQU’UN</a:t>
            </a:r>
          </a:p>
          <a:p>
            <a:r>
              <a:rPr lang="fr-FR" smtClean="0"/>
              <a:t>11-  QUI NOUS MONTRE LA SORTIE</a:t>
            </a:r>
          </a:p>
          <a:p>
            <a:r>
              <a:rPr lang="fr-FR" smtClean="0"/>
              <a:t>12-  TOUTES LES PAROLES DE FORCE QUE TU AS SU M’APPORTER</a:t>
            </a:r>
          </a:p>
          <a:p>
            <a:r>
              <a:rPr lang="fr-FR" smtClean="0"/>
              <a:t>13-  M’ONT PROUVÉES FOIS APRÈS FOIS QUE T’ÉTAIS DE MON CÔTÉ</a:t>
            </a:r>
          </a:p>
          <a:p>
            <a:endParaRPr lang="fr-FR" smtClean="0"/>
          </a:p>
          <a:p>
            <a:r>
              <a:rPr lang="fr-FR" smtClean="0"/>
              <a:t>14-  TU ES MON FRÈRE, PROCHE DE MOI EN TOUS LES MOMENTS</a:t>
            </a:r>
          </a:p>
          <a:p>
            <a:r>
              <a:rPr lang="fr-FR" smtClean="0"/>
              <a:t>15-  TES SOURIRES, TES LARMES TES JOIES DE CHAQUE INSTANT</a:t>
            </a:r>
          </a:p>
          <a:p>
            <a:r>
              <a:rPr lang="fr-FR" smtClean="0"/>
              <a:t>16-  TU ME DIS DES VÉRITÉS AVEC DES PHRASES OUVERTES</a:t>
            </a:r>
          </a:p>
          <a:p>
            <a:r>
              <a:rPr lang="fr-FR" smtClean="0"/>
              <a:t>17-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     	18-  JE N’AI PAS BESOIN DE TE DIRE TOUT CE QUE JE VIENS DE DIRE</a:t>
            </a:r>
          </a:p>
          <a:p>
            <a:r>
              <a:rPr lang="fr-FR" smtClean="0"/>
              <a:t>     	19-  MAIS C’EST TELLEMENT BON DE SAVOIR QUE TU ES TOUJOURS MON AMI</a:t>
            </a:r>
          </a:p>
          <a:p>
            <a:endParaRPr lang="fr-FR" smtClean="0"/>
          </a:p>
          <a:p>
            <a:r>
              <a:rPr lang="fr-FR" smtClean="0"/>
              <a:t>     	20-  JE N’AI PAS BESOIN DE TE DIRE TOUT CE QUE TU M’AS TRANSMIS</a:t>
            </a:r>
          </a:p>
          <a:p>
            <a:r>
              <a:rPr lang="fr-FR" smtClean="0"/>
              <a:t>     	21-  MAIS C’EST TELLEMENT BON DE VIVRE À CÔTÉ D’UN GRAND AMI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MON FRÈRE PROCHE DE MOI, UN VÉRITABLE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AU LONG DE CE LONG CHEMIN TU AS ÉTÉ DANS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ET BIEN QUE TU SOIS SI GRAND TU N’ES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QUI A SU PARTAGER SON AMITIÉ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SAIS QUE LES CHOSES N’ONT TOUJOURS PAS ÉTÉ SI FACILES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MAIS TU ÉTAIS TOUJOURS LÀ DANS LES TEMPS DIFFICILES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TON CŒUR, CE N’EST RIEN D’AUTRE QU’UNE GRANDE PORTE OUVERTE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DANS CERTAINS MOMENTS DIFFICILES QUE TOUS ONT DANS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RECHERCHONS TOUJOURS QUELQU’UN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QUI NOUS MONTRE LA SORTIE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TOUTES LES PAROLES DE FORCE QUE TU AS SU M’APPORTER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M’ONT PROUVÉES FOIS APRÈS FOIS QUE T’ÉTAIS DE MON CÔTÉ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TU ES MON FRÈRE, PROCHE DE MOI EN TOUS LES MOMENTS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TES SOURIRES, TES LARMES TES JOIES DE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ME DIS DES VÉRITÉS AVEC DES PHRASES OUVERTES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18-  JE N’AI PAS BESOIN DE TE DIRE TOUT CE QUE JE VIENS DE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19-  MAIS C’EST TELLEMENT BON DE SAVOIR QUE TU ES TOUJOURS MON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20-  JE N’AI PAS BESOIN DE TE DIRE TOUT CE QUE TU M’AS TRANSMIS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21-  MAIS C’EST TELLEMENT BON DE VIVRE À CÔTÉ D’UN GRAND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MON FRÈRE PROCHE DE MOI, UN VÉRITABLE AMI</a:t>
            </a:r>
          </a:p>
          <a:p>
            <a:r>
              <a:rPr lang="fr-FR" smtClean="0"/>
              <a:t>2-  TOUT AU LONG DE CE LONG CHEMIN TU AS ÉTÉ DANS MA VIE</a:t>
            </a:r>
          </a:p>
          <a:p>
            <a:r>
              <a:rPr lang="fr-FR" smtClean="0"/>
              <a:t>3-  ET BIEN QUE TU SOIS SI GRAND TU N’ES QU’UN ENFANT</a:t>
            </a:r>
          </a:p>
          <a:p>
            <a:r>
              <a:rPr lang="fr-FR" smtClean="0"/>
              <a:t>4-  QUI A SU PARTAGER SON AMITIÉ À CHAQUE INSTANT</a:t>
            </a:r>
          </a:p>
          <a:p>
            <a:endParaRPr lang="fr-FR" smtClean="0"/>
          </a:p>
          <a:p>
            <a:r>
              <a:rPr lang="fr-FR" smtClean="0"/>
              <a:t>5-  JE SAIS QUE LES CHOSES N’ONT TOUJOURS PAS ÉTÉ SI FACILES</a:t>
            </a:r>
          </a:p>
          <a:p>
            <a:r>
              <a:rPr lang="fr-FR" smtClean="0"/>
              <a:t>6-  MAIS TU ÉTAIS TOUJOURS LÀ DANS LES TEMPS DIFFICILES</a:t>
            </a:r>
          </a:p>
          <a:p>
            <a:r>
              <a:rPr lang="fr-FR" smtClean="0"/>
              <a:t>7-  ET TON CŒUR, CE N’EST RIEN D’AUTRE QU’UNE GRANDE PORTE OUVERTE</a:t>
            </a:r>
          </a:p>
          <a:p>
            <a:r>
              <a:rPr lang="fr-FR" smtClean="0"/>
              <a:t>8-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9-  DANS CERTAINS MOMENTS DIFFICILES QUE TOUS ONT DANS LA VIE</a:t>
            </a:r>
          </a:p>
          <a:p>
            <a:r>
              <a:rPr lang="fr-FR" smtClean="0"/>
              <a:t>10-  NOUS RECHERCHONS TOUJOURS QUELQU’UN</a:t>
            </a:r>
          </a:p>
          <a:p>
            <a:r>
              <a:rPr lang="fr-FR" smtClean="0"/>
              <a:t>11-  QUI NOUS MONTRE LA SORTIE</a:t>
            </a:r>
          </a:p>
          <a:p>
            <a:r>
              <a:rPr lang="fr-FR" smtClean="0"/>
              <a:t>12-  TOUTES LES PAROLES DE FORCE QUE TU AS SU M’APPORTER</a:t>
            </a:r>
          </a:p>
          <a:p>
            <a:r>
              <a:rPr lang="fr-FR" smtClean="0"/>
              <a:t>13-  M’ONT PROUVÉES FOIS APRÈS FOIS QUE T’ÉTAIS DE MON CÔTÉ</a:t>
            </a:r>
          </a:p>
          <a:p>
            <a:endParaRPr lang="fr-FR" smtClean="0"/>
          </a:p>
          <a:p>
            <a:r>
              <a:rPr lang="fr-FR" smtClean="0"/>
              <a:t>14-  TU ES MON FRÈRE, PROCHE DE MOI EN TOUS LES MOMENTS</a:t>
            </a:r>
          </a:p>
          <a:p>
            <a:r>
              <a:rPr lang="fr-FR" smtClean="0"/>
              <a:t>15-  TES SOURIRES, TES LARMES TES JOIES DE CHAQUE INSTANT</a:t>
            </a:r>
          </a:p>
          <a:p>
            <a:r>
              <a:rPr lang="fr-FR" smtClean="0"/>
              <a:t>16-  TU ME DIS DES VÉRITÉS AVEC DES PHRASES OUVERTES</a:t>
            </a:r>
          </a:p>
          <a:p>
            <a:r>
              <a:rPr lang="fr-FR" smtClean="0"/>
              <a:t>17-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     	18-  JE N’AI PAS BESOIN DE TE DIRE TOUT CE QUE JE VIENS DE DIRE</a:t>
            </a:r>
          </a:p>
          <a:p>
            <a:r>
              <a:rPr lang="fr-FR" smtClean="0"/>
              <a:t>     	19-  MAIS C’EST TELLEMENT BON DE SAVOIR QUE TU ES TOUJOURS MON AMI</a:t>
            </a:r>
          </a:p>
          <a:p>
            <a:endParaRPr lang="fr-FR" smtClean="0"/>
          </a:p>
          <a:p>
            <a:r>
              <a:rPr lang="fr-FR" smtClean="0"/>
              <a:t>     	20-  JE N’AI PAS BESOIN DE TE DIRE TOUT CE QUE TU M’AS TRANSMIS</a:t>
            </a:r>
          </a:p>
          <a:p>
            <a:r>
              <a:rPr lang="fr-FR" smtClean="0"/>
              <a:t>     	21-  MAIS C’EST TELLEMENT BON DE VIVRE À CÔTÉ D’UN GRAND AMI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MON FRÈRE PROCHE DE MOI, UN VÉRITABLE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AU LONG DE CE LONG CHEMIN TU AS ÉTÉ DANS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ET BIEN QUE TU SOIS SI GRAND TU N’ES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QUI A SU PARTAGER SON AMITIÉ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SAIS QUE LES CHOSES N’ONT TOUJOURS PAS ÉTÉ SI FACILES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MAIS TU ÉTAIS TOUJOURS LÀ DANS LES TEMPS DIFFICILES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TON CŒUR, CE N’EST RIEN D’AUTRE QU’UNE GRANDE PORTE OUVERTE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DANS CERTAINS MOMENTS DIFFICILES QUE TOUS ONT DANS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RECHERCHONS TOUJOURS QUELQU’UN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QUI NOUS MONTRE LA SORTIE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TOUTES LES PAROLES DE FORCE QUE TU AS SU M’APPORTER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M’ONT PROUVÉES FOIS APRÈS FOIS QUE T’ÉTAIS DE MON CÔTÉ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TU ES MON FRÈRE, PROCHE DE MOI EN TOUS LES MOMENTS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TES SOURIRES, TES LARMES TES JOIES DE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ME DIS DES VÉRITÉS AVEC DES PHRASES OUVERTES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18-  JE N’AI PAS BESOIN DE TE DIRE TOUT CE QUE JE VIENS DE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19-  MAIS C’EST TELLEMENT BON DE SAVOIR QUE TU ES TOUJOURS MON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20-  JE N’AI PAS BESOIN DE TE DIRE TOUT CE QUE TU M’AS TRANSMIS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21-  MAIS C’EST TELLEMENT BON DE VIVRE À CÔTÉ D’UN GRAND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MON FRÈRE PROCHE DE MOI, UN VÉRITABLE AMI</a:t>
            </a:r>
          </a:p>
          <a:p>
            <a:r>
              <a:rPr lang="fr-FR" smtClean="0"/>
              <a:t>2-  TOUT AU LONG DE CE LONG CHEMIN TU AS ÉTÉ DANS MA VIE</a:t>
            </a:r>
          </a:p>
          <a:p>
            <a:r>
              <a:rPr lang="fr-FR" smtClean="0"/>
              <a:t>3-  ET BIEN QUE TU SOIS SI GRAND TU N’ES QU’UN ENFANT</a:t>
            </a:r>
          </a:p>
          <a:p>
            <a:r>
              <a:rPr lang="fr-FR" smtClean="0"/>
              <a:t>4-  QUI A SU PARTAGER SON AMITIÉ À CHAQUE INSTANT</a:t>
            </a:r>
          </a:p>
          <a:p>
            <a:endParaRPr lang="fr-FR" smtClean="0"/>
          </a:p>
          <a:p>
            <a:r>
              <a:rPr lang="fr-FR" smtClean="0"/>
              <a:t>5-  JE SAIS QUE LES CHOSES N’ONT TOUJOURS PAS ÉTÉ SI FACILES</a:t>
            </a:r>
          </a:p>
          <a:p>
            <a:r>
              <a:rPr lang="fr-FR" smtClean="0"/>
              <a:t>6-  MAIS TU ÉTAIS TOUJOURS LÀ DANS LES TEMPS DIFFICILES</a:t>
            </a:r>
          </a:p>
          <a:p>
            <a:r>
              <a:rPr lang="fr-FR" smtClean="0"/>
              <a:t>7-  ET TON CŒUR, CE N’EST RIEN D’AUTRE QU’UNE GRANDE PORTE OUVERTE</a:t>
            </a:r>
          </a:p>
          <a:p>
            <a:r>
              <a:rPr lang="fr-FR" smtClean="0"/>
              <a:t>8-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9-  DANS CERTAINS MOMENTS DIFFICILES QUE TOUS ONT DANS LA VIE</a:t>
            </a:r>
          </a:p>
          <a:p>
            <a:r>
              <a:rPr lang="fr-FR" smtClean="0"/>
              <a:t>10-  NOUS RECHERCHONS TOUJOURS QUELQU’UN</a:t>
            </a:r>
          </a:p>
          <a:p>
            <a:r>
              <a:rPr lang="fr-FR" smtClean="0"/>
              <a:t>11-  QUI NOUS MONTRE LA SORTIE</a:t>
            </a:r>
          </a:p>
          <a:p>
            <a:r>
              <a:rPr lang="fr-FR" smtClean="0"/>
              <a:t>12-  TOUTES LES PAROLES DE FORCE QUE TU AS SU M’APPORTER</a:t>
            </a:r>
          </a:p>
          <a:p>
            <a:r>
              <a:rPr lang="fr-FR" smtClean="0"/>
              <a:t>13-  M’ONT PROUVÉES FOIS APRÈS FOIS QUE T’ÉTAIS DE MON CÔTÉ</a:t>
            </a:r>
          </a:p>
          <a:p>
            <a:endParaRPr lang="fr-FR" smtClean="0"/>
          </a:p>
          <a:p>
            <a:r>
              <a:rPr lang="fr-FR" smtClean="0"/>
              <a:t>14-  TU ES MON FRÈRE, PROCHE DE MOI EN TOUS LES MOMENTS</a:t>
            </a:r>
          </a:p>
          <a:p>
            <a:r>
              <a:rPr lang="fr-FR" smtClean="0"/>
              <a:t>15-  TES SOURIRES, TES LARMES TES JOIES DE CHAQUE INSTANT</a:t>
            </a:r>
          </a:p>
          <a:p>
            <a:r>
              <a:rPr lang="fr-FR" smtClean="0"/>
              <a:t>16-  TU ME DIS DES VÉRITÉS AVEC DES PHRASES OUVERTES</a:t>
            </a:r>
          </a:p>
          <a:p>
            <a:r>
              <a:rPr lang="fr-FR" smtClean="0"/>
              <a:t>17-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     	18-  JE N’AI PAS BESOIN DE TE DIRE TOUT CE QUE JE VIENS DE DIRE</a:t>
            </a:r>
          </a:p>
          <a:p>
            <a:r>
              <a:rPr lang="fr-FR" smtClean="0"/>
              <a:t>     	19-  MAIS C’EST TELLEMENT BON DE SAVOIR QUE TU ES TOUJOURS MON AMI</a:t>
            </a:r>
          </a:p>
          <a:p>
            <a:endParaRPr lang="fr-FR" smtClean="0"/>
          </a:p>
          <a:p>
            <a:r>
              <a:rPr lang="fr-FR" smtClean="0"/>
              <a:t>     	20-  JE N’AI PAS BESOIN DE TE DIRE TOUT CE QUE TU M’AS TRANSMIS</a:t>
            </a:r>
          </a:p>
          <a:p>
            <a:r>
              <a:rPr lang="fr-FR" smtClean="0"/>
              <a:t>     	21-  MAIS C’EST TELLEMENT BON DE VIVRE À CÔTÉ D’UN GRAND AMI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MON FRÈRE PROCHE DE MOI, UN VÉRITABLE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AU LONG DE CE LONG CHEMIN TU AS ÉTÉ DANS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ET BIEN QUE TU SOIS SI GRAND TU N’ES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QUI A SU PARTAGER SON AMITIÉ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SAIS QUE LES CHOSES N’ONT TOUJOURS PAS ÉTÉ SI FACILES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MAIS TU ÉTAIS TOUJOURS LÀ DANS LES TEMPS DIFFICILES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TON CŒUR, CE N’EST RIEN D’AUTRE QU’UNE GRANDE PORTE OUVERTE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DANS CERTAINS MOMENTS DIFFICILES QUE TOUS ONT DANS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RECHERCHONS TOUJOURS QUELQU’UN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QUI NOUS MONTRE LA SORTIE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TOUTES LES PAROLES DE FORCE QUE TU AS SU M’APPORTER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M’ONT PROUVÉES FOIS APRÈS FOIS QUE T’ÉTAIS DE MON CÔTÉ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TU ES MON FRÈRE, PROCHE DE MOI EN TOUS LES MOMENTS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TES SOURIRES, TES LARMES TES JOIES DE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ME DIS DES VÉRITÉS AVEC DES PHRASES OUVERTES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18-  JE N’AI PAS BESOIN DE TE DIRE TOUT CE QUE JE VIENS DE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19-  MAIS C’EST TELLEMENT BON DE SAVOIR QUE TU ES TOUJOURS MON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20-  JE N’AI PAS BESOIN DE TE DIRE TOUT CE QUE TU M’AS TRANSMIS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21-  MAIS C’EST TELLEMENT BON DE VIVRE À CÔTÉ D’UN GRAND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MON FRÈRE PROCHE DE MOI, UN VÉRITABLE AMI</a:t>
            </a:r>
          </a:p>
          <a:p>
            <a:r>
              <a:rPr lang="fr-FR" smtClean="0"/>
              <a:t>2-  TOUT AU LONG DE CE LONG CHEMIN TU AS ÉTÉ DANS MA VIE</a:t>
            </a:r>
          </a:p>
          <a:p>
            <a:r>
              <a:rPr lang="fr-FR" smtClean="0"/>
              <a:t>3-  ET BIEN QUE TU SOIS SI GRAND TU N’ES QU’UN ENFANT</a:t>
            </a:r>
          </a:p>
          <a:p>
            <a:r>
              <a:rPr lang="fr-FR" smtClean="0"/>
              <a:t>4-  QUI A SU PARTAGER SON AMITIÉ À CHAQUE INSTANT</a:t>
            </a:r>
          </a:p>
          <a:p>
            <a:endParaRPr lang="fr-FR" smtClean="0"/>
          </a:p>
          <a:p>
            <a:r>
              <a:rPr lang="fr-FR" smtClean="0"/>
              <a:t>5-  JE SAIS QUE LES CHOSES N’ONT TOUJOURS PAS ÉTÉ SI FACILES</a:t>
            </a:r>
          </a:p>
          <a:p>
            <a:r>
              <a:rPr lang="fr-FR" smtClean="0"/>
              <a:t>6-  MAIS TU ÉTAIS TOUJOURS LÀ DANS LES TEMPS DIFFICILES</a:t>
            </a:r>
          </a:p>
          <a:p>
            <a:r>
              <a:rPr lang="fr-FR" smtClean="0"/>
              <a:t>7-  ET TON CŒUR, CE N’EST RIEN D’AUTRE QU’UNE GRANDE PORTE OUVERTE</a:t>
            </a:r>
          </a:p>
          <a:p>
            <a:r>
              <a:rPr lang="fr-FR" smtClean="0"/>
              <a:t>8-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9-  DANS CERTAINS MOMENTS DIFFICILES QUE TOUS ONT DANS LA VIE</a:t>
            </a:r>
          </a:p>
          <a:p>
            <a:r>
              <a:rPr lang="fr-FR" smtClean="0"/>
              <a:t>10-  NOUS RECHERCHONS TOUJOURS QUELQU’UN</a:t>
            </a:r>
          </a:p>
          <a:p>
            <a:r>
              <a:rPr lang="fr-FR" smtClean="0"/>
              <a:t>11-  QUI NOUS MONTRE LA SORTIE</a:t>
            </a:r>
          </a:p>
          <a:p>
            <a:r>
              <a:rPr lang="fr-FR" smtClean="0"/>
              <a:t>12-  TOUTES LES PAROLES DE FORCE QUE TU AS SU M’APPORTER</a:t>
            </a:r>
          </a:p>
          <a:p>
            <a:r>
              <a:rPr lang="fr-FR" smtClean="0"/>
              <a:t>13-  M’ONT PROUVÉES FOIS APRÈS FOIS QUE T’ÉTAIS DE MON CÔTÉ</a:t>
            </a:r>
          </a:p>
          <a:p>
            <a:endParaRPr lang="fr-FR" smtClean="0"/>
          </a:p>
          <a:p>
            <a:r>
              <a:rPr lang="fr-FR" smtClean="0"/>
              <a:t>14-  TU ES MON FRÈRE, PROCHE DE MOI EN TOUS LES MOMENTS</a:t>
            </a:r>
          </a:p>
          <a:p>
            <a:r>
              <a:rPr lang="fr-FR" smtClean="0"/>
              <a:t>15-  TES SOURIRES, TES LARMES TES JOIES DE CHAQUE INSTANT</a:t>
            </a:r>
          </a:p>
          <a:p>
            <a:r>
              <a:rPr lang="fr-FR" smtClean="0"/>
              <a:t>16-  TU ME DIS DES VÉRITÉS AVEC DES PHRASES OUVERTES</a:t>
            </a:r>
          </a:p>
          <a:p>
            <a:r>
              <a:rPr lang="fr-FR" smtClean="0"/>
              <a:t>17-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     	18-  JE N’AI PAS BESOIN DE TE DIRE TOUT CE QUE JE VIENS DE DIRE</a:t>
            </a:r>
          </a:p>
          <a:p>
            <a:r>
              <a:rPr lang="fr-FR" smtClean="0"/>
              <a:t>     	19-  MAIS C’EST TELLEMENT BON DE SAVOIR QUE TU ES TOUJOURS MON AMI</a:t>
            </a:r>
          </a:p>
          <a:p>
            <a:endParaRPr lang="fr-FR" smtClean="0"/>
          </a:p>
          <a:p>
            <a:r>
              <a:rPr lang="fr-FR" smtClean="0"/>
              <a:t>     	20-  JE N’AI PAS BESOIN DE TE DIRE TOUT CE QUE TU M’AS TRANSMIS</a:t>
            </a:r>
          </a:p>
          <a:p>
            <a:r>
              <a:rPr lang="fr-FR" smtClean="0"/>
              <a:t>     	21-  MAIS C’EST TELLEMENT BON DE VIVRE À CÔTÉ D’UN GRAND AMI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MON FRÈRE PROCHE DE MOI, UN VÉRITABLE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AU LONG DE CE LONG CHEMIN TU AS ÉTÉ DANS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ET BIEN QUE TU SOIS SI GRAND TU N’ES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QUI A SU PARTAGER SON AMITIÉ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SAIS QUE LES CHOSES N’ONT TOUJOURS PAS ÉTÉ SI FACILES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MAIS TU ÉTAIS TOUJOURS LÀ DANS LES TEMPS DIFFICILES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TON CŒUR, CE N’EST RIEN D’AUTRE QU’UNE GRANDE PORTE OUVERTE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DANS CERTAINS MOMENTS DIFFICILES QUE TOUS ONT DANS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RECHERCHONS TOUJOURS QUELQU’UN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QUI NOUS MONTRE LA SORTIE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TOUTES LES PAROLES DE FORCE QUE TU AS SU M’APPORTER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M’ONT PROUVÉES FOIS APRÈS FOIS QUE T’ÉTAIS DE MON CÔTÉ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TU ES MON FRÈRE, PROCHE DE MOI EN TOUS LES MOMENTS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TES SOURIRES, TES LARMES TES JOIES DE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ME DIS DES VÉRITÉS AVEC DES PHRASES OUVERTES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18-  JE N’AI PAS BESOIN DE TE DIRE TOUT CE QUE JE VIENS DE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19-  MAIS C’EST TELLEMENT BON DE SAVOIR QUE TU ES TOUJOURS MON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20-  JE N’AI PAS BESOIN DE TE DIRE TOUT CE QUE TU M’AS TRANSMIS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21-  MAIS C’EST TELLEMENT BON DE VIVRE À CÔTÉ D’UN GRAND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MON FRÈRE PROCHE DE MOI, UN VÉRITABLE AMI</a:t>
            </a:r>
          </a:p>
          <a:p>
            <a:r>
              <a:rPr lang="fr-FR" smtClean="0"/>
              <a:t>2-  TOUT AU LONG DE CE LONG CHEMIN TU AS ÉTÉ DANS MA VIE</a:t>
            </a:r>
          </a:p>
          <a:p>
            <a:r>
              <a:rPr lang="fr-FR" smtClean="0"/>
              <a:t>3-  ET BIEN QUE TU SOIS SI GRAND TU N’ES QU’UN ENFANT</a:t>
            </a:r>
          </a:p>
          <a:p>
            <a:r>
              <a:rPr lang="fr-FR" smtClean="0"/>
              <a:t>4-  QUI A SU PARTAGER SON AMITIÉ À CHAQUE INSTANT</a:t>
            </a:r>
          </a:p>
          <a:p>
            <a:endParaRPr lang="fr-FR" smtClean="0"/>
          </a:p>
          <a:p>
            <a:r>
              <a:rPr lang="fr-FR" smtClean="0"/>
              <a:t>5-  JE SAIS QUE LES CHOSES N’ONT TOUJOURS PAS ÉTÉ SI FACILES</a:t>
            </a:r>
          </a:p>
          <a:p>
            <a:r>
              <a:rPr lang="fr-FR" smtClean="0"/>
              <a:t>6-  MAIS TU ÉTAIS TOUJOURS LÀ DANS LES TEMPS DIFFICILES</a:t>
            </a:r>
          </a:p>
          <a:p>
            <a:r>
              <a:rPr lang="fr-FR" smtClean="0"/>
              <a:t>7-  ET TON CŒUR, CE N’EST RIEN D’AUTRE QU’UNE GRANDE PORTE OUVERTE</a:t>
            </a:r>
          </a:p>
          <a:p>
            <a:r>
              <a:rPr lang="fr-FR" smtClean="0"/>
              <a:t>8-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9-  DANS CERTAINS MOMENTS DIFFICILES QUE TOUS ONT DANS LA VIE</a:t>
            </a:r>
          </a:p>
          <a:p>
            <a:r>
              <a:rPr lang="fr-FR" smtClean="0"/>
              <a:t>10-  NOUS RECHERCHONS TOUJOURS QUELQU’UN</a:t>
            </a:r>
          </a:p>
          <a:p>
            <a:r>
              <a:rPr lang="fr-FR" smtClean="0"/>
              <a:t>11-  QUI NOUS MONTRE LA SORTIE</a:t>
            </a:r>
          </a:p>
          <a:p>
            <a:r>
              <a:rPr lang="fr-FR" smtClean="0"/>
              <a:t>12-  TOUTES LES PAROLES DE FORCE QUE TU AS SU M’APPORTER</a:t>
            </a:r>
          </a:p>
          <a:p>
            <a:r>
              <a:rPr lang="fr-FR" smtClean="0"/>
              <a:t>13-  M’ONT PROUVÉES FOIS APRÈS FOIS QUE T’ÉTAIS DE MON CÔTÉ</a:t>
            </a:r>
          </a:p>
          <a:p>
            <a:endParaRPr lang="fr-FR" smtClean="0"/>
          </a:p>
          <a:p>
            <a:r>
              <a:rPr lang="fr-FR" smtClean="0"/>
              <a:t>14-  TU ES MON FRÈRE, PROCHE DE MOI EN TOUS LES MOMENTS</a:t>
            </a:r>
          </a:p>
          <a:p>
            <a:r>
              <a:rPr lang="fr-FR" smtClean="0"/>
              <a:t>15-  TES SOURIRES, TES LARMES TES JOIES DE CHAQUE INSTANT</a:t>
            </a:r>
          </a:p>
          <a:p>
            <a:r>
              <a:rPr lang="fr-FR" smtClean="0"/>
              <a:t>16-  TU ME DIS DES VÉRITÉS AVEC DES PHRASES OUVERTES</a:t>
            </a:r>
          </a:p>
          <a:p>
            <a:r>
              <a:rPr lang="fr-FR" smtClean="0"/>
              <a:t>17-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     	18-  JE N’AI PAS BESOIN DE TE DIRE TOUT CE QUE JE VIENS DE DIRE</a:t>
            </a:r>
          </a:p>
          <a:p>
            <a:r>
              <a:rPr lang="fr-FR" smtClean="0"/>
              <a:t>     	19-  MAIS C’EST TELLEMENT BON DE SAVOIR QUE TU ES TOUJOURS MON AMI</a:t>
            </a:r>
          </a:p>
          <a:p>
            <a:endParaRPr lang="fr-FR" smtClean="0"/>
          </a:p>
          <a:p>
            <a:r>
              <a:rPr lang="fr-FR" smtClean="0"/>
              <a:t>     	20-  JE N’AI PAS BESOIN DE TE DIRE TOUT CE QUE TU M’AS TRANSMIS</a:t>
            </a:r>
          </a:p>
          <a:p>
            <a:r>
              <a:rPr lang="fr-FR" smtClean="0"/>
              <a:t>     	21-  MAIS C’EST TELLEMENT BON DE VIVRE À CÔTÉ D’UN GRAND AMI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MON FRÈRE PROCHE DE MOI, UN VÉRITABLE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AU LONG DE CE LONG CHEMIN TU AS ÉTÉ DANS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ET BIEN QUE TU SOIS SI GRAND TU N’ES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QUI A SU PARTAGER SON AMITIÉ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SAIS QUE LES CHOSES N’ONT TOUJOURS PAS ÉTÉ SI FACILES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MAIS TU ÉTAIS TOUJOURS LÀ DANS LES TEMPS DIFFICILES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TON CŒUR, CE N’EST RIEN D’AUTRE QU’UNE GRANDE PORTE OUVERTE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DANS CERTAINS MOMENTS DIFFICILES QUE TOUS ONT DANS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RECHERCHONS TOUJOURS QUELQU’UN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QUI NOUS MONTRE LA SORTIE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TOUTES LES PAROLES DE FORCE QUE TU AS SU M’APPORTER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M’ONT PROUVÉES FOIS APRÈS FOIS QUE T’ÉTAIS DE MON CÔTÉ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TU ES MON FRÈRE, PROCHE DE MOI EN TOUS LES MOMENTS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TES SOURIRES, TES LARMES TES JOIES DE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ME DIS DES VÉRITÉS AVEC DES PHRASES OUVERTES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18-  JE N’AI PAS BESOIN DE TE DIRE TOUT CE QUE JE VIENS DE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19-  MAIS C’EST TELLEMENT BON DE SAVOIR QUE TU ES TOUJOURS MON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20-  JE N’AI PAS BESOIN DE TE DIRE TOUT CE QUE TU M’AS TRANSMIS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21-  MAIS C’EST TELLEMENT BON DE VIVRE À CÔTÉ D’UN GRAND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MON FRÈRE PROCHE DE MOI, UN VÉRITABLE AMI</a:t>
            </a:r>
          </a:p>
          <a:p>
            <a:r>
              <a:rPr lang="fr-FR" smtClean="0"/>
              <a:t>2-  TOUT AU LONG DE CE LONG CHEMIN TU AS ÉTÉ DANS MA VIE</a:t>
            </a:r>
          </a:p>
          <a:p>
            <a:r>
              <a:rPr lang="fr-FR" smtClean="0"/>
              <a:t>3-  ET BIEN QUE TU SOIS SI GRAND TU N’ES QU’UN ENFANT</a:t>
            </a:r>
          </a:p>
          <a:p>
            <a:r>
              <a:rPr lang="fr-FR" smtClean="0"/>
              <a:t>4-  QUI A SU PARTAGER SON AMITIÉ À CHAQUE INSTANT</a:t>
            </a:r>
          </a:p>
          <a:p>
            <a:endParaRPr lang="fr-FR" smtClean="0"/>
          </a:p>
          <a:p>
            <a:r>
              <a:rPr lang="fr-FR" smtClean="0"/>
              <a:t>5-  JE SAIS QUE LES CHOSES N’ONT TOUJOURS PAS ÉTÉ SI FACILES</a:t>
            </a:r>
          </a:p>
          <a:p>
            <a:r>
              <a:rPr lang="fr-FR" smtClean="0"/>
              <a:t>6-  MAIS TU ÉTAIS TOUJOURS LÀ DANS LES TEMPS DIFFICILES</a:t>
            </a:r>
          </a:p>
          <a:p>
            <a:r>
              <a:rPr lang="fr-FR" smtClean="0"/>
              <a:t>7-  ET TON CŒUR, CE N’EST RIEN D’AUTRE QU’UNE GRANDE PORTE OUVERTE</a:t>
            </a:r>
          </a:p>
          <a:p>
            <a:r>
              <a:rPr lang="fr-FR" smtClean="0"/>
              <a:t>8-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9-  DANS CERTAINS MOMENTS DIFFICILES QUE TOUS ONT DANS LA VIE</a:t>
            </a:r>
          </a:p>
          <a:p>
            <a:r>
              <a:rPr lang="fr-FR" smtClean="0"/>
              <a:t>10-  NOUS RECHERCHONS TOUJOURS QUELQU’UN</a:t>
            </a:r>
          </a:p>
          <a:p>
            <a:r>
              <a:rPr lang="fr-FR" smtClean="0"/>
              <a:t>11-  QUI NOUS MONTRE LA SORTIE</a:t>
            </a:r>
          </a:p>
          <a:p>
            <a:r>
              <a:rPr lang="fr-FR" smtClean="0"/>
              <a:t>12-  TOUTES LES PAROLES DE FORCE QUE TU AS SU M’APPORTER</a:t>
            </a:r>
          </a:p>
          <a:p>
            <a:r>
              <a:rPr lang="fr-FR" smtClean="0"/>
              <a:t>13-  M’ONT PROUVÉES FOIS APRÈS FOIS QUE T’ÉTAIS DE MON CÔTÉ</a:t>
            </a:r>
          </a:p>
          <a:p>
            <a:endParaRPr lang="fr-FR" smtClean="0"/>
          </a:p>
          <a:p>
            <a:r>
              <a:rPr lang="fr-FR" smtClean="0"/>
              <a:t>14-  TU ES MON FRÈRE, PROCHE DE MOI EN TOUS LES MOMENTS</a:t>
            </a:r>
          </a:p>
          <a:p>
            <a:r>
              <a:rPr lang="fr-FR" smtClean="0"/>
              <a:t>15-  TES SOURIRES, TES LARMES TES JOIES DE CHAQUE INSTANT</a:t>
            </a:r>
          </a:p>
          <a:p>
            <a:r>
              <a:rPr lang="fr-FR" smtClean="0"/>
              <a:t>16-  TU ME DIS DES VÉRITÉS AVEC DES PHRASES OUVERTES</a:t>
            </a:r>
          </a:p>
          <a:p>
            <a:r>
              <a:rPr lang="fr-FR" smtClean="0"/>
              <a:t>17-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     	18-  JE N’AI PAS BESOIN DE TE DIRE TOUT CE QUE JE VIENS DE DIRE</a:t>
            </a:r>
          </a:p>
          <a:p>
            <a:r>
              <a:rPr lang="fr-FR" smtClean="0"/>
              <a:t>     	19-  MAIS C’EST TELLEMENT BON DE SAVOIR QUE TU ES TOUJOURS MON AMI</a:t>
            </a:r>
          </a:p>
          <a:p>
            <a:endParaRPr lang="fr-FR" smtClean="0"/>
          </a:p>
          <a:p>
            <a:r>
              <a:rPr lang="fr-FR" smtClean="0"/>
              <a:t>     	20-  JE N’AI PAS BESOIN DE TE DIRE TOUT CE QUE TU M’AS TRANSMIS</a:t>
            </a:r>
          </a:p>
          <a:p>
            <a:r>
              <a:rPr lang="fr-FR" smtClean="0"/>
              <a:t>     	21-  MAIS C’EST TELLEMENT BON DE VIVRE À CÔTÉ D’UN GRAND AMI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MON FRÈRE PROCHE DE MOI, UN VÉRITABLE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AU LONG DE CE LONG CHEMIN TU AS ÉTÉ DANS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ET BIEN QUE TU SOIS SI GRAND TU N’ES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QUI A SU PARTAGER SON AMITIÉ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SAIS QUE LES CHOSES N’ONT TOUJOURS PAS ÉTÉ SI FACILES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MAIS TU ÉTAIS TOUJOURS LÀ DANS LES TEMPS DIFFICILES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TON CŒUR, CE N’EST RIEN D’AUTRE QU’UNE GRANDE PORTE OUVERTE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DANS CERTAINS MOMENTS DIFFICILES QUE TOUS ONT DANS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RECHERCHONS TOUJOURS QUELQU’UN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QUI NOUS MONTRE LA SORTIE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TOUTES LES PAROLES DE FORCE QUE TU AS SU M’APPORTER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M’ONT PROUVÉES FOIS APRÈS FOIS QUE T’ÉTAIS DE MON CÔTÉ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TU ES MON FRÈRE, PROCHE DE MOI EN TOUS LES MOMENTS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TES SOURIRES, TES LARMES TES JOIES DE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ME DIS DES VÉRITÉS AVEC DES PHRASES OUVERTES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18-  JE N’AI PAS BESOIN DE TE DIRE TOUT CE QUE JE VIENS DE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19-  MAIS C’EST TELLEMENT BON DE SAVOIR QUE TU ES TOUJOURS MON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20-  JE N’AI PAS BESOIN DE TE DIRE TOUT CE QUE TU M’AS TRANSMIS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21-  MAIS C’EST TELLEMENT BON DE VIVRE À CÔTÉ D’UN GRAND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MON FRÈRE PROCHE DE MOI, UN VÉRITABLE AMI</a:t>
            </a:r>
          </a:p>
          <a:p>
            <a:r>
              <a:rPr lang="fr-FR" smtClean="0"/>
              <a:t>2-  TOUT AU LONG DE CE LONG CHEMIN TU AS ÉTÉ DANS MA VIE</a:t>
            </a:r>
          </a:p>
          <a:p>
            <a:r>
              <a:rPr lang="fr-FR" smtClean="0"/>
              <a:t>3-  ET BIEN QUE TU SOIS SI GRAND TU N’ES QU’UN ENFANT</a:t>
            </a:r>
          </a:p>
          <a:p>
            <a:r>
              <a:rPr lang="fr-FR" smtClean="0"/>
              <a:t>4-  QUI A SU PARTAGER SON AMITIÉ À CHAQUE INSTANT</a:t>
            </a:r>
          </a:p>
          <a:p>
            <a:endParaRPr lang="fr-FR" smtClean="0"/>
          </a:p>
          <a:p>
            <a:r>
              <a:rPr lang="fr-FR" smtClean="0"/>
              <a:t>5-  JE SAIS QUE LES CHOSES N’ONT TOUJOURS PAS ÉTÉ SI FACILES</a:t>
            </a:r>
          </a:p>
          <a:p>
            <a:r>
              <a:rPr lang="fr-FR" smtClean="0"/>
              <a:t>6-  MAIS TU ÉTAIS TOUJOURS LÀ DANS LES TEMPS DIFFICILES</a:t>
            </a:r>
          </a:p>
          <a:p>
            <a:r>
              <a:rPr lang="fr-FR" smtClean="0"/>
              <a:t>7-  ET TON CŒUR, CE N’EST RIEN D’AUTRE QU’UNE GRANDE PORTE OUVERTE</a:t>
            </a:r>
          </a:p>
          <a:p>
            <a:r>
              <a:rPr lang="fr-FR" smtClean="0"/>
              <a:t>8-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9-  DANS CERTAINS MOMENTS DIFFICILES QUE TOUS ONT DANS LA VIE</a:t>
            </a:r>
          </a:p>
          <a:p>
            <a:r>
              <a:rPr lang="fr-FR" smtClean="0"/>
              <a:t>10-  NOUS RECHERCHONS TOUJOURS QUELQU’UN</a:t>
            </a:r>
          </a:p>
          <a:p>
            <a:r>
              <a:rPr lang="fr-FR" smtClean="0"/>
              <a:t>11-  QUI NOUS MONTRE LA SORTIE</a:t>
            </a:r>
          </a:p>
          <a:p>
            <a:r>
              <a:rPr lang="fr-FR" smtClean="0"/>
              <a:t>12-  TOUTES LES PAROLES DE FORCE QUE TU AS SU M’APPORTER</a:t>
            </a:r>
          </a:p>
          <a:p>
            <a:r>
              <a:rPr lang="fr-FR" smtClean="0"/>
              <a:t>13-  M’ONT PROUVÉES FOIS APRÈS FOIS QUE T’ÉTAIS DE MON CÔTÉ</a:t>
            </a:r>
          </a:p>
          <a:p>
            <a:endParaRPr lang="fr-FR" smtClean="0"/>
          </a:p>
          <a:p>
            <a:r>
              <a:rPr lang="fr-FR" smtClean="0"/>
              <a:t>14-  TU ES MON FRÈRE, PROCHE DE MOI EN TOUS LES MOMENTS</a:t>
            </a:r>
          </a:p>
          <a:p>
            <a:r>
              <a:rPr lang="fr-FR" smtClean="0"/>
              <a:t>15-  TES SOURIRES, TES LARMES TES JOIES DE CHAQUE INSTANT</a:t>
            </a:r>
          </a:p>
          <a:p>
            <a:r>
              <a:rPr lang="fr-FR" smtClean="0"/>
              <a:t>16-  TU ME DIS DES VÉRITÉS AVEC DES PHRASES OUVERTES</a:t>
            </a:r>
          </a:p>
          <a:p>
            <a:r>
              <a:rPr lang="fr-FR" smtClean="0"/>
              <a:t>17-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     	18-  JE N’AI PAS BESOIN DE TE DIRE TOUT CE QUE JE VIENS DE DIRE</a:t>
            </a:r>
          </a:p>
          <a:p>
            <a:r>
              <a:rPr lang="fr-FR" smtClean="0"/>
              <a:t>     	19-  MAIS C’EST TELLEMENT BON DE SAVOIR QUE TU ES TOUJOURS MON AMI</a:t>
            </a:r>
          </a:p>
          <a:p>
            <a:endParaRPr lang="fr-FR" smtClean="0"/>
          </a:p>
          <a:p>
            <a:r>
              <a:rPr lang="fr-FR" smtClean="0"/>
              <a:t>     	20-  JE N’AI PAS BESOIN DE TE DIRE TOUT CE QUE TU M’AS TRANSMIS</a:t>
            </a:r>
          </a:p>
          <a:p>
            <a:r>
              <a:rPr lang="fr-FR" smtClean="0"/>
              <a:t>     	21-  MAIS C’EST TELLEMENT BON DE VIVRE À CÔTÉ D’UN GRAND AMI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MON FRÈRE PROCHE DE MOI, UN VÉRITABLE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AU LONG DE CE LONG CHEMIN TU AS ÉTÉ DANS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ET BIEN QUE TU SOIS SI GRAND TU N’ES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QUI A SU PARTAGER SON AMITIÉ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SAIS QUE LES CHOSES N’ONT TOUJOURS PAS ÉTÉ SI FACILES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MAIS TU ÉTAIS TOUJOURS LÀ DANS LES TEMPS DIFFICILES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TON CŒUR, CE N’EST RIEN D’AUTRE QU’UNE GRANDE PORTE OUVERTE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DANS CERTAINS MOMENTS DIFFICILES QUE TOUS ONT DANS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RECHERCHONS TOUJOURS QUELQU’UN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QUI NOUS MONTRE LA SORTIE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TOUTES LES PAROLES DE FORCE QUE TU AS SU M’APPORTER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M’ONT PROUVÉES FOIS APRÈS FOIS QUE T’ÉTAIS DE MON CÔTÉ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TU ES MON FRÈRE, PROCHE DE MOI EN TOUS LES MOMENTS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TES SOURIRES, TES LARMES TES JOIES DE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ME DIS DES VÉRITÉS AVEC DES PHRASES OUVERTES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18-  JE N’AI PAS BESOIN DE TE DIRE TOUT CE QUE JE VIENS DE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19-  MAIS C’EST TELLEMENT BON DE SAVOIR QUE TU ES TOUJOURS MON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20-  JE N’AI PAS BESOIN DE TE DIRE TOUT CE QUE TU M’AS TRANSMIS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21-  MAIS C’EST TELLEMENT BON DE VIVRE À CÔTÉ D’UN GRAND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MON FRÈRE PROCHE DE MOI, UN VÉRITABLE AMI</a:t>
            </a:r>
          </a:p>
          <a:p>
            <a:r>
              <a:rPr lang="fr-FR" smtClean="0"/>
              <a:t>2-  TOUT AU LONG DE CE LONG CHEMIN TU AS ÉTÉ DANS MA VIE</a:t>
            </a:r>
          </a:p>
          <a:p>
            <a:r>
              <a:rPr lang="fr-FR" smtClean="0"/>
              <a:t>3-  ET BIEN QUE TU SOIS SI GRAND TU N’ES QU’UN ENFANT</a:t>
            </a:r>
          </a:p>
          <a:p>
            <a:r>
              <a:rPr lang="fr-FR" smtClean="0"/>
              <a:t>4-  QUI A SU PARTAGER SON AMITIÉ À CHAQUE INSTANT</a:t>
            </a:r>
          </a:p>
          <a:p>
            <a:endParaRPr lang="fr-FR" smtClean="0"/>
          </a:p>
          <a:p>
            <a:r>
              <a:rPr lang="fr-FR" smtClean="0"/>
              <a:t>5-  JE SAIS QUE LES CHOSES N’ONT TOUJOURS PAS ÉTÉ SI FACILES</a:t>
            </a:r>
          </a:p>
          <a:p>
            <a:r>
              <a:rPr lang="fr-FR" smtClean="0"/>
              <a:t>6-  MAIS TU ÉTAIS TOUJOURS LÀ DANS LES TEMPS DIFFICILES</a:t>
            </a:r>
          </a:p>
          <a:p>
            <a:r>
              <a:rPr lang="fr-FR" smtClean="0"/>
              <a:t>7-  ET TON CŒUR, CE N’EST RIEN D’AUTRE QU’UNE GRANDE PORTE OUVERTE</a:t>
            </a:r>
          </a:p>
          <a:p>
            <a:r>
              <a:rPr lang="fr-FR" smtClean="0"/>
              <a:t>8-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9-  DANS CERTAINS MOMENTS DIFFICILES QUE TOUS ONT DANS LA VIE</a:t>
            </a:r>
          </a:p>
          <a:p>
            <a:r>
              <a:rPr lang="fr-FR" smtClean="0"/>
              <a:t>10-  NOUS RECHERCHONS TOUJOURS QUELQU’UN</a:t>
            </a:r>
          </a:p>
          <a:p>
            <a:r>
              <a:rPr lang="fr-FR" smtClean="0"/>
              <a:t>11-  QUI NOUS MONTRE LA SORTIE</a:t>
            </a:r>
          </a:p>
          <a:p>
            <a:r>
              <a:rPr lang="fr-FR" smtClean="0"/>
              <a:t>12-  TOUTES LES PAROLES DE FORCE QUE TU AS SU M’APPORTER</a:t>
            </a:r>
          </a:p>
          <a:p>
            <a:r>
              <a:rPr lang="fr-FR" smtClean="0"/>
              <a:t>13-  M’ONT PROUVÉES FOIS APRÈS FOIS QUE T’ÉTAIS DE MON CÔTÉ</a:t>
            </a:r>
          </a:p>
          <a:p>
            <a:endParaRPr lang="fr-FR" smtClean="0"/>
          </a:p>
          <a:p>
            <a:r>
              <a:rPr lang="fr-FR" smtClean="0"/>
              <a:t>14-  TU ES MON FRÈRE, PROCHE DE MOI EN TOUS LES MOMENTS</a:t>
            </a:r>
          </a:p>
          <a:p>
            <a:r>
              <a:rPr lang="fr-FR" smtClean="0"/>
              <a:t>15-  TES SOURIRES, TES LARMES TES JOIES DE CHAQUE INSTANT</a:t>
            </a:r>
          </a:p>
          <a:p>
            <a:r>
              <a:rPr lang="fr-FR" smtClean="0"/>
              <a:t>16-  TU ME DIS DES VÉRITÉS AVEC DES PHRASES OUVERTES</a:t>
            </a:r>
          </a:p>
          <a:p>
            <a:r>
              <a:rPr lang="fr-FR" smtClean="0"/>
              <a:t>17-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     	18-  JE N’AI PAS BESOIN DE TE DIRE TOUT CE QUE JE VIENS DE DIRE</a:t>
            </a:r>
          </a:p>
          <a:p>
            <a:r>
              <a:rPr lang="fr-FR" smtClean="0"/>
              <a:t>     	19-  MAIS C’EST TELLEMENT BON DE SAVOIR QUE TU ES TOUJOURS MON AMI</a:t>
            </a:r>
          </a:p>
          <a:p>
            <a:endParaRPr lang="fr-FR" smtClean="0"/>
          </a:p>
          <a:p>
            <a:r>
              <a:rPr lang="fr-FR" smtClean="0"/>
              <a:t>     	20-  JE N’AI PAS BESOIN DE TE DIRE TOUT CE QUE TU M’AS TRANSMIS</a:t>
            </a:r>
          </a:p>
          <a:p>
            <a:r>
              <a:rPr lang="fr-FR" smtClean="0"/>
              <a:t>     	21-  MAIS C’EST TELLEMENT BON DE VIVRE À CÔTÉ D’UN GRAND AMI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MON FRÈRE PROCHE DE MOI, UN VÉRITABLE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AU LONG DE CE LONG CHEMIN TU AS ÉTÉ DANS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ET BIEN QUE TU SOIS SI GRAND TU N’ES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QUI A SU PARTAGER SON AMITIÉ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SAIS QUE LES CHOSES N’ONT TOUJOURS PAS ÉTÉ SI FACILES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MAIS TU ÉTAIS TOUJOURS LÀ DANS LES TEMPS DIFFICILES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TON CŒUR, CE N’EST RIEN D’AUTRE QU’UNE GRANDE PORTE OUVERTE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DANS CERTAINS MOMENTS DIFFICILES QUE TOUS ONT DANS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RECHERCHONS TOUJOURS QUELQU’UN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QUI NOUS MONTRE LA SORTIE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TOUTES LES PAROLES DE FORCE QUE TU AS SU M’APPORTER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M’ONT PROUVÉES FOIS APRÈS FOIS QUE T’ÉTAIS DE MON CÔTÉ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TU ES MON FRÈRE, PROCHE DE MOI EN TOUS LES MOMENTS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TES SOURIRES, TES LARMES TES JOIES DE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ME DIS DES VÉRITÉS AVEC DES PHRASES OUVERTES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LA PLUS GRANDE RICHESSE QUE DIEU M’AIT OFFERTE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18-  JE N’AI PAS BESOIN DE TE DIRE TOUT CE QUE JE VIENS DE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19-  MAIS C’EST TELLEMENT BON DE SAVOIR QUE TU ES TOUJOURS MON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20-  JE N’AI PAS BESOIN DE TE DIRE TOUT CE QUE TU M’AS TRANSMIS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21-  MAIS C’EST TELLEMENT BON DE VIVRE À CÔTÉ D’UN GRAND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MON FRÈRE PROCHE DE MOI, UN VÉRITABLE AMI</a:t>
            </a:r>
          </a:p>
          <a:p>
            <a:r>
              <a:rPr lang="fr-FR" smtClean="0"/>
              <a:t>2-  TOUT AU LONG DE CE LONG CHEMIN TU AS ÉTÉ DANS MA VIE</a:t>
            </a:r>
          </a:p>
          <a:p>
            <a:r>
              <a:rPr lang="fr-FR" smtClean="0"/>
              <a:t>3-  ET BIEN QUE TU SOIS SI GRAND TU N’ES QU’UN ENFANT</a:t>
            </a:r>
          </a:p>
          <a:p>
            <a:r>
              <a:rPr lang="fr-FR" smtClean="0"/>
              <a:t>4-  QUI A SU PARTAGER SON AMITIÉ À CHAQUE INSTANT</a:t>
            </a:r>
          </a:p>
          <a:p>
            <a:endParaRPr lang="fr-FR" smtClean="0"/>
          </a:p>
          <a:p>
            <a:r>
              <a:rPr lang="fr-FR" smtClean="0"/>
              <a:t>5-  JE SAIS QUE LES CHOSES N’ONT TOUJOURS PAS ÉTÉ SI FACILES</a:t>
            </a:r>
          </a:p>
          <a:p>
            <a:r>
              <a:rPr lang="fr-FR" smtClean="0"/>
              <a:t>6-  MAIS TU ÉTAIS TOUJOURS LÀ DANS LES TEMPS DIFFICILES</a:t>
            </a:r>
          </a:p>
          <a:p>
            <a:r>
              <a:rPr lang="fr-FR" smtClean="0"/>
              <a:t>7-  ET TON CŒUR, CE N’EST RIEN D’AUTRE QU’UNE GRANDE PORTE OUVERTE</a:t>
            </a:r>
          </a:p>
          <a:p>
            <a:r>
              <a:rPr lang="fr-FR" smtClean="0"/>
              <a:t>8-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9-  DANS CERTAINS MOMENTS DIFFICILES QUE TOUS ONT DANS LA VIE</a:t>
            </a:r>
          </a:p>
          <a:p>
            <a:r>
              <a:rPr lang="fr-FR" smtClean="0"/>
              <a:t>10-  NOUS RECHERCHONS TOUJOURS QUELQU’UN</a:t>
            </a:r>
          </a:p>
          <a:p>
            <a:r>
              <a:rPr lang="fr-FR" smtClean="0"/>
              <a:t>11-  QUI NOUS MONTRE LA SORTIE</a:t>
            </a:r>
          </a:p>
          <a:p>
            <a:r>
              <a:rPr lang="fr-FR" smtClean="0"/>
              <a:t>12-  TOUTES LES PAROLES DE FORCE QUE TU AS SU M’APPORTER</a:t>
            </a:r>
          </a:p>
          <a:p>
            <a:r>
              <a:rPr lang="fr-FR" smtClean="0"/>
              <a:t>13-  M’ONT PROUVÉES FOIS APRÈS FOIS QUE T’ÉTAIS DE MON CÔTÉ</a:t>
            </a:r>
          </a:p>
          <a:p>
            <a:endParaRPr lang="fr-FR" smtClean="0"/>
          </a:p>
          <a:p>
            <a:r>
              <a:rPr lang="fr-FR" smtClean="0"/>
              <a:t>14-  TU ES MON FRÈRE, PROCHE DE MOI EN TOUS LES MOMENTS</a:t>
            </a:r>
          </a:p>
          <a:p>
            <a:r>
              <a:rPr lang="fr-FR" smtClean="0"/>
              <a:t>15-  TES SOURIRES, TES LARMES TES JOIES DE CHAQUE INSTANT</a:t>
            </a:r>
          </a:p>
          <a:p>
            <a:r>
              <a:rPr lang="fr-FR" smtClean="0"/>
              <a:t>16-  TU ME DIS DES VÉRITÉS AVEC DES PHRASES OUVERTES</a:t>
            </a:r>
          </a:p>
          <a:p>
            <a:r>
              <a:rPr lang="fr-FR" smtClean="0"/>
              <a:t>17-  TU ES LA PLUS GRANDE RICHESSE QUE DIEU M’AIT OFFERTE</a:t>
            </a:r>
          </a:p>
          <a:p>
            <a:endParaRPr lang="fr-FR" smtClean="0"/>
          </a:p>
          <a:p>
            <a:r>
              <a:rPr lang="fr-FR" smtClean="0"/>
              <a:t>     	18-  JE N’AI PAS BESOIN DE TE DIRE TOUT CE QUE JE VIENS DE DIRE</a:t>
            </a:r>
          </a:p>
          <a:p>
            <a:r>
              <a:rPr lang="fr-FR" smtClean="0"/>
              <a:t>     	19-  MAIS C’EST TELLEMENT BON DE SAVOIR QUE TU ES TOUJOURS MON AMI</a:t>
            </a:r>
          </a:p>
          <a:p>
            <a:endParaRPr lang="fr-FR" smtClean="0"/>
          </a:p>
          <a:p>
            <a:r>
              <a:rPr lang="fr-FR" smtClean="0"/>
              <a:t>     	20-  JE N’AI PAS BESOIN DE TE DIRE TOUT CE QUE TU M’AS TRANSMIS</a:t>
            </a:r>
          </a:p>
          <a:p>
            <a:r>
              <a:rPr lang="fr-FR" smtClean="0"/>
              <a:t>     	21-  MAIS C’EST TELLEMENT BON DE VIVRE À CÔTÉ D’UN GRAND AMI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78DA3B-68E0-4DAE-8CCD-B054B24B605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AEC357-16AF-463A-AB7C-C3D958DDFF0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B59DA6-F1D2-4698-8C1C-80A59C0E688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967EFF-6A96-465B-8B08-1F90CDD92A0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5FC86B-3165-4549-8448-5A6D31678DF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DF0685-58DD-4A1C-A432-1FC9E712FC1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D05136-8C3A-4DE0-B264-BEF51D0F77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CA0155-CC7F-4A95-9FCA-06CF6AB346D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B56930-9F06-4EC0-A683-BB1DC3B585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E53088-9AA7-4CF1-B0D1-E66F4E61796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976B1E-5FE8-48B9-AC7A-B459254B982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5872CD3-F95C-4D50-A23B-12352C67F05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MON FRÈRE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PROCHE DE MOI, UN VÉRITABLE AMI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AU LONG DE CE LONG CHEMIN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AS ÉTÉ DANS MA VIE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BIEN QUE TU SOIS SI GRAND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N’ES QU’UN ENFANT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A SU PARTAGER SON AMITIÉ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CHAQUE INSTANT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SAIS QUE LES CHOSES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N’ONT TOUJOURS PAS ÉTÉ SI FACILES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TU ÉTAIS TOUJOURS LÀ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LES TEMPS DIFFICILES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TON CŒUR, CE N’EST RIEN D’AUTRE QU’UNE GRANDE PORTE OUVERTE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LA PLUS GRANDE RICHESSE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DIEU M’AIT OFFERTE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CERTAINS MOMENTS DIFFICILES QUE TOUS ONT DANS LA VIE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RECHERCHONS TOUJOURS QUELQU’UN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NOUS MONTRE LA SORTIE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TOUTES LES PAROLES DE FORCE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TU AS SU M’APPORTER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M’ONT PROUVÉES FOIS APRÈS FOIS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T’ÉTAIS DE MON CÔTÉ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MON FRÈRE, PROCHE DE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TOUS LES MOMENTS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TES SOURIRES, TES LARMES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TES JOIES DE CHAQUE INSTANT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ME DIS DES VÉRITÉS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DES PHRASES OUVERTES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LA PLUS GRANDE RICHESSE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DIEU M’AIT OFFERTE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N’AI PAS BESOIN DE TE DIRE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CE QUE JE VIENS DE DIRE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C’EST TELLEMENT BON DE SAVOIR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TU ES TOUJOURS MON AMI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N’AI PAS BESOIN DE TE DIRE	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CE QUE TU M’AS TRANSMIS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C’EST TELLEMENT BON DE VIVRE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CÔTÉ D’UN GRAND AMI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10507</Words>
  <Application>Microsoft Office PowerPoint</Application>
  <PresentationFormat>Affichage à l'écran (4:3)</PresentationFormat>
  <Paragraphs>1130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4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48</cp:revision>
  <dcterms:created xsi:type="dcterms:W3CDTF">2002-08-17T10:50:50Z</dcterms:created>
  <dcterms:modified xsi:type="dcterms:W3CDTF">2021-12-19T15:54:04Z</dcterms:modified>
</cp:coreProperties>
</file>