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3" r:id="rId2"/>
    <p:sldId id="264" r:id="rId3"/>
    <p:sldId id="265" r:id="rId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8" autoAdjust="0"/>
    <p:restoredTop sz="90929"/>
  </p:normalViewPr>
  <p:slideViewPr>
    <p:cSldViewPr>
      <p:cViewPr varScale="1">
        <p:scale>
          <a:sx n="72" d="100"/>
          <a:sy n="72" d="100"/>
        </p:scale>
        <p:origin x="66" y="7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D680DCE-4E0A-4055-A69F-3DE91C7E595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227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8EC2D2-FCBB-490D-8B65-E650121B0AF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358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7DA99F-AF71-4B2D-A005-58D0B406D5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E7F276-9666-48D6-9B31-5096837A8F5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632A8-80C4-416C-B09C-F9AD99E34F5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45815-CC87-4441-A294-26C03F9A947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07A5E3-2A92-4D00-8A0B-D146FE17825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E109E-EC74-4F12-B1A0-1D600432E46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2BE83-07DC-486A-B28B-FD731EB2A9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48989-49AF-405D-B976-071BB8EADFC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F5DCD8-9188-4ED9-AF81-7D1A44AB09D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B7A4D-5578-463E-81B3-083F4FCF1E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9CD50-19F3-41B8-964A-070E2CB682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8497426-8CEB-413D-95E9-C61D36AD0BE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LORSQUE LA PLUIE SUR TA VIE S'ABAT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LE MONDE ENTIER EST CONTRE TOI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SACHE QU'IL Y A UN ABRI DANS MES BRAS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TE DIRE QUE JE T'AIME</a:t>
            </a: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QUAND LES OMBRES DE LA NUIT SURVIENNENT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QU'IL N'Y A PERSONNE QUI TE COMPRENNE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FERAI TOUT POUR APAISER TES PEINES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TE DIRE QUE JE T'AIME</a:t>
            </a:r>
          </a:p>
          <a:p>
            <a:pPr algn="ctr">
              <a:lnSpc>
                <a:spcPct val="110000"/>
              </a:lnSpc>
            </a:pPr>
            <a:endParaRPr lang="fr-FR" sz="10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25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VOUDRAIS QUE TU SACHES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 OÙ QUE TU SOIS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NOUS SERONS UNIS CHAQUE JOUR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UNIS D'UN LIEN QUE RIEN NE BRISERA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TA PLACE EST DANS MON CŒUR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TOUJOURS</a:t>
            </a:r>
          </a:p>
          <a:p>
            <a:pPr algn="ctr">
              <a:lnSpc>
                <a:spcPct val="110000"/>
              </a:lnSpc>
            </a:pPr>
            <a:endParaRPr lang="en-US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JE SAIS, TU T'ES PRIVÉ TANT DE FOIS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TU AS COMBATTU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PLUS RUDES COMBATS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IL N'Y A RIEN QUE JE NE FERAIS PAS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TE DIRE QUE JE T'AIME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1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LA PLUIE PEUT TOMBER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OU LES VENTS SOUFFLER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ET AU MILIEU DE LA TEMPÊTE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TANT QUE TU ES AVEC MOI, JE LE SAIS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NOUS 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GAGNERONS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TOUTES </a:t>
            </a: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LES CONQUÊTES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COMMENT POURRAIS-JE 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OFFRIR DE MON CŒUR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UN AMOUR QUI SOIT À TA HAUTEUR ?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MAIS POUR TOI J'ESSAYERAI QUAND MÊME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TE DIRE QUE JE T'AIME</a:t>
            </a:r>
          </a:p>
          <a:p>
            <a:pPr algn="ctr">
              <a:lnSpc>
                <a:spcPct val="110000"/>
              </a:lnSpc>
            </a:pPr>
            <a:r>
              <a:rPr lang="fr-FR" sz="2800" dirty="0">
                <a:solidFill>
                  <a:schemeClr val="bg1"/>
                </a:solidFill>
                <a:latin typeface="Arial Black" pitchFamily="34" charset="0"/>
              </a:rPr>
              <a:t>POUR TE DIRE QUE JE T'AIME</a:t>
            </a:r>
          </a:p>
          <a:p>
            <a:pPr algn="ctr">
              <a:lnSpc>
                <a:spcPct val="110000"/>
              </a:lnSpc>
            </a:pPr>
            <a:endParaRPr lang="fr-FR" sz="2800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4528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183</Words>
  <Application>Microsoft Office PowerPoint</Application>
  <PresentationFormat>Affichage à l'écran (4:3)</PresentationFormat>
  <Paragraphs>37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 Black</vt:lpstr>
      <vt:lpstr>Arial Narrow</vt:lpstr>
      <vt:lpstr>Times New Roman</vt:lpstr>
      <vt:lpstr>Default Design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2002-08-17T12:16:38Z</dcterms:created>
  <dcterms:modified xsi:type="dcterms:W3CDTF">2021-12-12T13:43:13Z</dcterms:modified>
</cp:coreProperties>
</file>