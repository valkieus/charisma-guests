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4" r:id="rId3"/>
    <p:sldId id="264" r:id="rId4"/>
    <p:sldId id="287" r:id="rId5"/>
    <p:sldId id="285" r:id="rId6"/>
    <p:sldId id="281" r:id="rId7"/>
    <p:sldId id="286" r:id="rId8"/>
    <p:sldId id="288" r:id="rId9"/>
    <p:sldId id="289" r:id="rId10"/>
    <p:sldId id="290" r:id="rId11"/>
    <p:sldId id="282" r:id="rId12"/>
    <p:sldId id="283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91" autoAdjust="0"/>
    <p:restoredTop sz="90170" autoAdjust="0"/>
  </p:normalViewPr>
  <p:slideViewPr>
    <p:cSldViewPr>
      <p:cViewPr>
        <p:scale>
          <a:sx n="66" d="100"/>
          <a:sy n="66" d="100"/>
        </p:scale>
        <p:origin x="-7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151E1AC-414D-4EA9-BD10-5E2F7A805F5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1B89AB7-A269-464E-8C15-29B8B018734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LE PROMETTAIENT LES PROPHÈTES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ATTENDIONS CET HEUREUX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Ô JÉSUS ! Ô ROI TOUT-PUISSANT TU ES VENU POUR NOUS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Ô JÉSUS ! Ô ROI TOUT-PUISSANT RÈGNE SUR NOUS ENTIÈREMENT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IL EST NÉ LE DIVIN ENFANT</a:t>
            </a:r>
          </a:p>
          <a:p>
            <a:r>
              <a:rPr lang="fr-FR" smtClean="0"/>
              <a:t>	2-  JOUEZ HAUTBOIS RÉSONNEZ MUSETTES !</a:t>
            </a:r>
          </a:p>
          <a:p>
            <a:r>
              <a:rPr lang="fr-FR" smtClean="0"/>
              <a:t>	3-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4-  DEPUIS PLUS DE QUATRE MILLE ANS</a:t>
            </a:r>
          </a:p>
          <a:p>
            <a:r>
              <a:rPr lang="fr-FR" smtClean="0"/>
              <a:t>5-  NOUS LE PROMETTAIENT LES PROPHÈTES</a:t>
            </a:r>
          </a:p>
          <a:p>
            <a:r>
              <a:rPr lang="fr-FR" smtClean="0"/>
              <a:t>6-  DEPUIS PLUS DE QUATRE MILLE ANS</a:t>
            </a:r>
          </a:p>
          <a:p>
            <a:r>
              <a:rPr lang="fr-FR" smtClean="0"/>
              <a:t>7-  NOUS ATTENDIONS CET HEUREUX TEMPS</a:t>
            </a:r>
          </a:p>
          <a:p>
            <a:endParaRPr lang="fr-FR" smtClean="0"/>
          </a:p>
          <a:p>
            <a:r>
              <a:rPr lang="fr-FR" smtClean="0"/>
              <a:t>	8-  IL EST NÉ LE DIVIN ENFANT</a:t>
            </a:r>
          </a:p>
          <a:p>
            <a:r>
              <a:rPr lang="fr-FR" smtClean="0"/>
              <a:t>	9-  JOUEZ HAUTBOIS RÉSONNEZ MUSETTES !</a:t>
            </a:r>
          </a:p>
          <a:p>
            <a:r>
              <a:rPr lang="fr-FR" smtClean="0"/>
              <a:t>	10-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11-  Ô JÉSUS ! Ô ROI TOUT-PUISSANT TU ES VENU POUR NOUS SAUVER </a:t>
            </a:r>
          </a:p>
          <a:p>
            <a:r>
              <a:rPr lang="fr-FR" smtClean="0"/>
              <a:t>12-  Ô JÉSUS ! Ô ROI TOUT-PUISSANT RÈGNE SUR NOUS ENTIÈREMENT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LE PROMETTAIENT LES PROPHÈTES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ATTENDIONS CET HEUREUX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Ô JÉSUS ! Ô ROI TOUT-PUISSANT TU ES VENU POUR NOUS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Ô JÉSUS ! Ô ROI TOUT-PUISSANT RÈGNE SUR NOUS ENTIÈREMENT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IL EST NÉ LE DIVIN ENFANT</a:t>
            </a:r>
          </a:p>
          <a:p>
            <a:r>
              <a:rPr lang="fr-FR" smtClean="0"/>
              <a:t>	2-  JOUEZ HAUTBOIS RÉSONNEZ MUSETTES !</a:t>
            </a:r>
          </a:p>
          <a:p>
            <a:r>
              <a:rPr lang="fr-FR" smtClean="0"/>
              <a:t>	3-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4-  DEPUIS PLUS DE QUATRE MILLE ANS</a:t>
            </a:r>
          </a:p>
          <a:p>
            <a:r>
              <a:rPr lang="fr-FR" smtClean="0"/>
              <a:t>5-  NOUS LE PROMETTAIENT LES PROPHÈTES</a:t>
            </a:r>
          </a:p>
          <a:p>
            <a:r>
              <a:rPr lang="fr-FR" smtClean="0"/>
              <a:t>6-  DEPUIS PLUS DE QUATRE MILLE ANS</a:t>
            </a:r>
          </a:p>
          <a:p>
            <a:r>
              <a:rPr lang="fr-FR" smtClean="0"/>
              <a:t>7-  NOUS ATTENDIONS CET HEUREUX TEMPS</a:t>
            </a:r>
          </a:p>
          <a:p>
            <a:endParaRPr lang="fr-FR" smtClean="0"/>
          </a:p>
          <a:p>
            <a:r>
              <a:rPr lang="fr-FR" smtClean="0"/>
              <a:t>	8-  IL EST NÉ LE DIVIN ENFANT</a:t>
            </a:r>
          </a:p>
          <a:p>
            <a:r>
              <a:rPr lang="fr-FR" smtClean="0"/>
              <a:t>	9-  JOUEZ HAUTBOIS RÉSONNEZ MUSETTES !</a:t>
            </a:r>
          </a:p>
          <a:p>
            <a:r>
              <a:rPr lang="fr-FR" smtClean="0"/>
              <a:t>	10-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11-  Ô JÉSUS ! Ô ROI TOUT-PUISSANT TU ES VENU POUR NOUS SAUVER </a:t>
            </a:r>
          </a:p>
          <a:p>
            <a:r>
              <a:rPr lang="fr-FR" smtClean="0"/>
              <a:t>12-  Ô JÉSUS ! Ô ROI TOUT-PUISSANT RÈGNE SUR NOUS ENTIÈREMENT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LE PROMETTAIENT LES PROPHÈTES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ATTENDIONS CET HEUREUX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Ô JÉSUS ! Ô ROI TOUT-PUISSANT TU ES VENU POUR NOUS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Ô JÉSUS ! Ô ROI TOUT-PUISSANT RÈGNE SUR NOUS ENTIÈREMENT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IL EST NÉ LE DIVIN ENFANT</a:t>
            </a:r>
          </a:p>
          <a:p>
            <a:r>
              <a:rPr lang="fr-FR" smtClean="0"/>
              <a:t>	2-  JOUEZ HAUTBOIS RÉSONNEZ MUSETTES !</a:t>
            </a:r>
          </a:p>
          <a:p>
            <a:r>
              <a:rPr lang="fr-FR" smtClean="0"/>
              <a:t>	3-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4-  DEPUIS PLUS DE QUATRE MILLE ANS</a:t>
            </a:r>
          </a:p>
          <a:p>
            <a:r>
              <a:rPr lang="fr-FR" smtClean="0"/>
              <a:t>5-  NOUS LE PROMETTAIENT LES PROPHÈTES</a:t>
            </a:r>
          </a:p>
          <a:p>
            <a:r>
              <a:rPr lang="fr-FR" smtClean="0"/>
              <a:t>6-  DEPUIS PLUS DE QUATRE MILLE ANS</a:t>
            </a:r>
          </a:p>
          <a:p>
            <a:r>
              <a:rPr lang="fr-FR" smtClean="0"/>
              <a:t>7-  NOUS ATTENDIONS CET HEUREUX TEMPS</a:t>
            </a:r>
          </a:p>
          <a:p>
            <a:endParaRPr lang="fr-FR" smtClean="0"/>
          </a:p>
          <a:p>
            <a:r>
              <a:rPr lang="fr-FR" smtClean="0"/>
              <a:t>	8-  IL EST NÉ LE DIVIN ENFANT</a:t>
            </a:r>
          </a:p>
          <a:p>
            <a:r>
              <a:rPr lang="fr-FR" smtClean="0"/>
              <a:t>	9-  JOUEZ HAUTBOIS RÉSONNEZ MUSETTES !</a:t>
            </a:r>
          </a:p>
          <a:p>
            <a:r>
              <a:rPr lang="fr-FR" smtClean="0"/>
              <a:t>	10-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11-  Ô JÉSUS ! Ô ROI TOUT-PUISSANT TU ES VENU POUR NOUS SAUVER </a:t>
            </a:r>
          </a:p>
          <a:p>
            <a:r>
              <a:rPr lang="fr-FR" smtClean="0"/>
              <a:t>12-  Ô JÉSUS ! Ô ROI TOUT-PUISSANT RÈGNE SUR NOUS ENTIÈREMENT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LE PROMETTAIENT LES PROPHÈTES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ATTENDIONS CET HEUREUX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Ô JÉSUS ! Ô ROI TOUT-PUISSANT TU ES VENU POUR NOUS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Ô JÉSUS ! Ô ROI TOUT-PUISSANT RÈGNE SUR NOUS ENTIÈREMENT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IL EST NÉ LE DIVIN ENFANT</a:t>
            </a:r>
          </a:p>
          <a:p>
            <a:r>
              <a:rPr lang="fr-FR" smtClean="0"/>
              <a:t>	2-  JOUEZ HAUTBOIS RÉSONNEZ MUSETTES !</a:t>
            </a:r>
          </a:p>
          <a:p>
            <a:r>
              <a:rPr lang="fr-FR" smtClean="0"/>
              <a:t>	3-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4-  DEPUIS PLUS DE QUATRE MILLE ANS</a:t>
            </a:r>
          </a:p>
          <a:p>
            <a:r>
              <a:rPr lang="fr-FR" smtClean="0"/>
              <a:t>5-  NOUS LE PROMETTAIENT LES PROPHÈTES</a:t>
            </a:r>
          </a:p>
          <a:p>
            <a:r>
              <a:rPr lang="fr-FR" smtClean="0"/>
              <a:t>6-  DEPUIS PLUS DE QUATRE MILLE ANS</a:t>
            </a:r>
          </a:p>
          <a:p>
            <a:r>
              <a:rPr lang="fr-FR" smtClean="0"/>
              <a:t>7-  NOUS ATTENDIONS CET HEUREUX TEMPS</a:t>
            </a:r>
          </a:p>
          <a:p>
            <a:endParaRPr lang="fr-FR" smtClean="0"/>
          </a:p>
          <a:p>
            <a:r>
              <a:rPr lang="fr-FR" smtClean="0"/>
              <a:t>	8-  IL EST NÉ LE DIVIN ENFANT</a:t>
            </a:r>
          </a:p>
          <a:p>
            <a:r>
              <a:rPr lang="fr-FR" smtClean="0"/>
              <a:t>	9-  JOUEZ HAUTBOIS RÉSONNEZ MUSETTES !</a:t>
            </a:r>
          </a:p>
          <a:p>
            <a:r>
              <a:rPr lang="fr-FR" smtClean="0"/>
              <a:t>	10-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11-  Ô JÉSUS ! Ô ROI TOUT-PUISSANT TU ES VENU POUR NOUS SAUVER </a:t>
            </a:r>
          </a:p>
          <a:p>
            <a:r>
              <a:rPr lang="fr-FR" smtClean="0"/>
              <a:t>12-  Ô JÉSUS ! Ô ROI TOUT-PUISSANT RÈGNE SUR NOUS ENTIÈREMENT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LE PROMETTAIENT LES PROPHÈTES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ATTENDIONS CET HEUREUX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Ô JÉSUS ! Ô ROI TOUT-PUISSANT TU ES VENU POUR NOUS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Ô JÉSUS ! Ô ROI TOUT-PUISSANT RÈGNE SUR NOUS ENTIÈREMENT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IL EST NÉ LE DIVIN ENFANT</a:t>
            </a:r>
          </a:p>
          <a:p>
            <a:r>
              <a:rPr lang="fr-FR" smtClean="0"/>
              <a:t>	2-  JOUEZ HAUTBOIS RÉSONNEZ MUSETTES !</a:t>
            </a:r>
          </a:p>
          <a:p>
            <a:r>
              <a:rPr lang="fr-FR" smtClean="0"/>
              <a:t>	3-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4-  DEPUIS PLUS DE QUATRE MILLE ANS</a:t>
            </a:r>
          </a:p>
          <a:p>
            <a:r>
              <a:rPr lang="fr-FR" smtClean="0"/>
              <a:t>5-  NOUS LE PROMETTAIENT LES PROPHÈTES</a:t>
            </a:r>
          </a:p>
          <a:p>
            <a:r>
              <a:rPr lang="fr-FR" smtClean="0"/>
              <a:t>6-  DEPUIS PLUS DE QUATRE MILLE ANS</a:t>
            </a:r>
          </a:p>
          <a:p>
            <a:r>
              <a:rPr lang="fr-FR" smtClean="0"/>
              <a:t>7-  NOUS ATTENDIONS CET HEUREUX TEMPS</a:t>
            </a:r>
          </a:p>
          <a:p>
            <a:endParaRPr lang="fr-FR" smtClean="0"/>
          </a:p>
          <a:p>
            <a:r>
              <a:rPr lang="fr-FR" smtClean="0"/>
              <a:t>	8-  IL EST NÉ LE DIVIN ENFANT</a:t>
            </a:r>
          </a:p>
          <a:p>
            <a:r>
              <a:rPr lang="fr-FR" smtClean="0"/>
              <a:t>	9-  JOUEZ HAUTBOIS RÉSONNEZ MUSETTES !</a:t>
            </a:r>
          </a:p>
          <a:p>
            <a:r>
              <a:rPr lang="fr-FR" smtClean="0"/>
              <a:t>	10-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11-  Ô JÉSUS ! Ô ROI TOUT-PUISSANT TU ES VENU POUR NOUS SAUVER </a:t>
            </a:r>
          </a:p>
          <a:p>
            <a:r>
              <a:rPr lang="fr-FR" smtClean="0"/>
              <a:t>12-  Ô JÉSUS ! Ô ROI TOUT-PUISSANT RÈGNE SUR NOUS ENTIÈREMENT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LE PROMETTAIENT LES PROPHÈTES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ATTENDIONS CET HEUREUX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Ô JÉSUS ! Ô ROI TOUT-PUISSANT TU ES VENU POUR NOUS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Ô JÉSUS ! Ô ROI TOUT-PUISSANT RÈGNE SUR NOUS ENTIÈREMENT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IL EST NÉ LE DIVIN ENFANT</a:t>
            </a:r>
          </a:p>
          <a:p>
            <a:r>
              <a:rPr lang="fr-FR" smtClean="0"/>
              <a:t>	2-  JOUEZ HAUTBOIS RÉSONNEZ MUSETTES !</a:t>
            </a:r>
          </a:p>
          <a:p>
            <a:r>
              <a:rPr lang="fr-FR" smtClean="0"/>
              <a:t>	3-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4-  DEPUIS PLUS DE QUATRE MILLE ANS</a:t>
            </a:r>
          </a:p>
          <a:p>
            <a:r>
              <a:rPr lang="fr-FR" smtClean="0"/>
              <a:t>5-  NOUS LE PROMETTAIENT LES PROPHÈTES</a:t>
            </a:r>
          </a:p>
          <a:p>
            <a:r>
              <a:rPr lang="fr-FR" smtClean="0"/>
              <a:t>6-  DEPUIS PLUS DE QUATRE MILLE ANS</a:t>
            </a:r>
          </a:p>
          <a:p>
            <a:r>
              <a:rPr lang="fr-FR" smtClean="0"/>
              <a:t>7-  NOUS ATTENDIONS CET HEUREUX TEMPS</a:t>
            </a:r>
          </a:p>
          <a:p>
            <a:endParaRPr lang="fr-FR" smtClean="0"/>
          </a:p>
          <a:p>
            <a:r>
              <a:rPr lang="fr-FR" smtClean="0"/>
              <a:t>	8-  IL EST NÉ LE DIVIN ENFANT</a:t>
            </a:r>
          </a:p>
          <a:p>
            <a:r>
              <a:rPr lang="fr-FR" smtClean="0"/>
              <a:t>	9-  JOUEZ HAUTBOIS RÉSONNEZ MUSETTES !</a:t>
            </a:r>
          </a:p>
          <a:p>
            <a:r>
              <a:rPr lang="fr-FR" smtClean="0"/>
              <a:t>	10-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11-  Ô JÉSUS ! Ô ROI TOUT-PUISSANT TU ES VENU POUR NOUS SAUVER </a:t>
            </a:r>
          </a:p>
          <a:p>
            <a:r>
              <a:rPr lang="fr-FR" smtClean="0"/>
              <a:t>12-  Ô JÉSUS ! Ô ROI TOUT-PUISSANT RÈGNE SUR NOUS ENTIÈREMENT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LE PROMETTAIENT LES PROPHÈTES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ATTENDIONS CET HEUREUX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Ô JÉSUS ! Ô ROI TOUT-PUISSANT TU ES VENU POUR NOUS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Ô JÉSUS ! Ô ROI TOUT-PUISSANT RÈGNE SUR NOUS ENTIÈREMENT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IL EST NÉ LE DIVIN ENFANT</a:t>
            </a:r>
          </a:p>
          <a:p>
            <a:r>
              <a:rPr lang="fr-FR" smtClean="0"/>
              <a:t>	2-  JOUEZ HAUTBOIS RÉSONNEZ MUSETTES !</a:t>
            </a:r>
          </a:p>
          <a:p>
            <a:r>
              <a:rPr lang="fr-FR" smtClean="0"/>
              <a:t>	3-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4-  DEPUIS PLUS DE QUATRE MILLE ANS</a:t>
            </a:r>
          </a:p>
          <a:p>
            <a:r>
              <a:rPr lang="fr-FR" smtClean="0"/>
              <a:t>5-  NOUS LE PROMETTAIENT LES PROPHÈTES</a:t>
            </a:r>
          </a:p>
          <a:p>
            <a:r>
              <a:rPr lang="fr-FR" smtClean="0"/>
              <a:t>6-  DEPUIS PLUS DE QUATRE MILLE ANS</a:t>
            </a:r>
          </a:p>
          <a:p>
            <a:r>
              <a:rPr lang="fr-FR" smtClean="0"/>
              <a:t>7-  NOUS ATTENDIONS CET HEUREUX TEMPS</a:t>
            </a:r>
          </a:p>
          <a:p>
            <a:endParaRPr lang="fr-FR" smtClean="0"/>
          </a:p>
          <a:p>
            <a:r>
              <a:rPr lang="fr-FR" smtClean="0"/>
              <a:t>	8-  IL EST NÉ LE DIVIN ENFANT</a:t>
            </a:r>
          </a:p>
          <a:p>
            <a:r>
              <a:rPr lang="fr-FR" smtClean="0"/>
              <a:t>	9-  JOUEZ HAUTBOIS RÉSONNEZ MUSETTES !</a:t>
            </a:r>
          </a:p>
          <a:p>
            <a:r>
              <a:rPr lang="fr-FR" smtClean="0"/>
              <a:t>	10-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11-  Ô JÉSUS ! Ô ROI TOUT-PUISSANT TU ES VENU POUR NOUS SAUVER </a:t>
            </a:r>
          </a:p>
          <a:p>
            <a:r>
              <a:rPr lang="fr-FR" smtClean="0"/>
              <a:t>12-  Ô JÉSUS ! Ô ROI TOUT-PUISSANT RÈGNE SUR NOUS ENTIÈREMENT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LE PROMETTAIENT LES PROPHÈTES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ATTENDIONS CET HEUREUX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Ô JÉSUS ! Ô ROI TOUT-PUISSANT TU ES VENU POUR NOUS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Ô JÉSUS ! Ô ROI TOUT-PUISSANT RÈGNE SUR NOUS ENTIÈREMENT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IL EST NÉ LE DIVIN ENFANT</a:t>
            </a:r>
          </a:p>
          <a:p>
            <a:r>
              <a:rPr lang="fr-FR" smtClean="0"/>
              <a:t>	2-  JOUEZ HAUTBOIS RÉSONNEZ MUSETTES !</a:t>
            </a:r>
          </a:p>
          <a:p>
            <a:r>
              <a:rPr lang="fr-FR" smtClean="0"/>
              <a:t>	3-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4-  DEPUIS PLUS DE QUATRE MILLE ANS</a:t>
            </a:r>
          </a:p>
          <a:p>
            <a:r>
              <a:rPr lang="fr-FR" smtClean="0"/>
              <a:t>5-  NOUS LE PROMETTAIENT LES PROPHÈTES</a:t>
            </a:r>
          </a:p>
          <a:p>
            <a:r>
              <a:rPr lang="fr-FR" smtClean="0"/>
              <a:t>6-  DEPUIS PLUS DE QUATRE MILLE ANS</a:t>
            </a:r>
          </a:p>
          <a:p>
            <a:r>
              <a:rPr lang="fr-FR" smtClean="0"/>
              <a:t>7-  NOUS ATTENDIONS CET HEUREUX TEMPS</a:t>
            </a:r>
          </a:p>
          <a:p>
            <a:endParaRPr lang="fr-FR" smtClean="0"/>
          </a:p>
          <a:p>
            <a:r>
              <a:rPr lang="fr-FR" smtClean="0"/>
              <a:t>	8-  IL EST NÉ LE DIVIN ENFANT</a:t>
            </a:r>
          </a:p>
          <a:p>
            <a:r>
              <a:rPr lang="fr-FR" smtClean="0"/>
              <a:t>	9-  JOUEZ HAUTBOIS RÉSONNEZ MUSETTES !</a:t>
            </a:r>
          </a:p>
          <a:p>
            <a:r>
              <a:rPr lang="fr-FR" smtClean="0"/>
              <a:t>	10-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11-  Ô JÉSUS ! Ô ROI TOUT-PUISSANT TU ES VENU POUR NOUS SAUVER </a:t>
            </a:r>
          </a:p>
          <a:p>
            <a:r>
              <a:rPr lang="fr-FR" smtClean="0"/>
              <a:t>12-  Ô JÉSUS ! Ô ROI TOUT-PUISSANT RÈGNE SUR NOUS ENTIÈREMENT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LE PROMETTAIENT LES PROPHÈTES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ATTENDIONS CET HEUREUX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Ô JÉSUS ! Ô ROI TOUT-PUISSANT TU ES VENU POUR NOUS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Ô JÉSUS ! Ô ROI TOUT-PUISSANT RÈGNE SUR NOUS ENTIÈREMENT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IL EST NÉ LE DIVIN ENFANT</a:t>
            </a:r>
          </a:p>
          <a:p>
            <a:r>
              <a:rPr lang="fr-FR" smtClean="0"/>
              <a:t>	2-  JOUEZ HAUTBOIS RÉSONNEZ MUSETTES !</a:t>
            </a:r>
          </a:p>
          <a:p>
            <a:r>
              <a:rPr lang="fr-FR" smtClean="0"/>
              <a:t>	3-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4-  DEPUIS PLUS DE QUATRE MILLE ANS</a:t>
            </a:r>
          </a:p>
          <a:p>
            <a:r>
              <a:rPr lang="fr-FR" smtClean="0"/>
              <a:t>5-  NOUS LE PROMETTAIENT LES PROPHÈTES</a:t>
            </a:r>
          </a:p>
          <a:p>
            <a:r>
              <a:rPr lang="fr-FR" smtClean="0"/>
              <a:t>6-  DEPUIS PLUS DE QUATRE MILLE ANS</a:t>
            </a:r>
          </a:p>
          <a:p>
            <a:r>
              <a:rPr lang="fr-FR" smtClean="0"/>
              <a:t>7-  NOUS ATTENDIONS CET HEUREUX TEMPS</a:t>
            </a:r>
          </a:p>
          <a:p>
            <a:endParaRPr lang="fr-FR" smtClean="0"/>
          </a:p>
          <a:p>
            <a:r>
              <a:rPr lang="fr-FR" smtClean="0"/>
              <a:t>	8-  IL EST NÉ LE DIVIN ENFANT</a:t>
            </a:r>
          </a:p>
          <a:p>
            <a:r>
              <a:rPr lang="fr-FR" smtClean="0"/>
              <a:t>	9-  JOUEZ HAUTBOIS RÉSONNEZ MUSETTES !</a:t>
            </a:r>
          </a:p>
          <a:p>
            <a:r>
              <a:rPr lang="fr-FR" smtClean="0"/>
              <a:t>	10-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11-  Ô JÉSUS ! Ô ROI TOUT-PUISSANT TU ES VENU POUR NOUS SAUVER </a:t>
            </a:r>
          </a:p>
          <a:p>
            <a:r>
              <a:rPr lang="fr-FR" smtClean="0"/>
              <a:t>12-  Ô JÉSUS ! Ô ROI TOUT-PUISSANT RÈGNE SUR NOUS ENTIÈREMENT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LE PROMETTAIENT LES PROPHÈTES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ATTENDIONS CET HEUREUX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Ô JÉSUS ! Ô ROI TOUT-PUISSANT TU ES VENU POUR NOUS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Ô JÉSUS ! Ô ROI TOUT-PUISSANT RÈGNE SUR NOUS ENTIÈREMENT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IL EST NÉ LE DIVIN ENFANT</a:t>
            </a:r>
          </a:p>
          <a:p>
            <a:r>
              <a:rPr lang="fr-FR" smtClean="0"/>
              <a:t>	2-  JOUEZ HAUTBOIS RÉSONNEZ MUSETTES !</a:t>
            </a:r>
          </a:p>
          <a:p>
            <a:r>
              <a:rPr lang="fr-FR" smtClean="0"/>
              <a:t>	3-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4-  DEPUIS PLUS DE QUATRE MILLE ANS</a:t>
            </a:r>
          </a:p>
          <a:p>
            <a:r>
              <a:rPr lang="fr-FR" smtClean="0"/>
              <a:t>5-  NOUS LE PROMETTAIENT LES PROPHÈTES</a:t>
            </a:r>
          </a:p>
          <a:p>
            <a:r>
              <a:rPr lang="fr-FR" smtClean="0"/>
              <a:t>6-  DEPUIS PLUS DE QUATRE MILLE ANS</a:t>
            </a:r>
          </a:p>
          <a:p>
            <a:r>
              <a:rPr lang="fr-FR" smtClean="0"/>
              <a:t>7-  NOUS ATTENDIONS CET HEUREUX TEMPS</a:t>
            </a:r>
          </a:p>
          <a:p>
            <a:endParaRPr lang="fr-FR" smtClean="0"/>
          </a:p>
          <a:p>
            <a:r>
              <a:rPr lang="fr-FR" smtClean="0"/>
              <a:t>	8-  IL EST NÉ LE DIVIN ENFANT</a:t>
            </a:r>
          </a:p>
          <a:p>
            <a:r>
              <a:rPr lang="fr-FR" smtClean="0"/>
              <a:t>	9-  JOUEZ HAUTBOIS RÉSONNEZ MUSETTES !</a:t>
            </a:r>
          </a:p>
          <a:p>
            <a:r>
              <a:rPr lang="fr-FR" smtClean="0"/>
              <a:t>	10-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11-  Ô JÉSUS ! Ô ROI TOUT-PUISSANT TU ES VENU POUR NOUS SAUVER </a:t>
            </a:r>
          </a:p>
          <a:p>
            <a:r>
              <a:rPr lang="fr-FR" smtClean="0"/>
              <a:t>12-  Ô JÉSUS ! Ô ROI TOUT-PUISSANT RÈGNE SUR NOUS ENTIÈREMENT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LE PROMETTAIENT LES PROPHÈTES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ATTENDIONS CET HEUREUX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Ô JÉSUS ! Ô ROI TOUT-PUISSANT TU ES VENU POUR NOUS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Ô JÉSUS ! Ô ROI TOUT-PUISSANT RÈGNE SUR NOUS ENTIÈREMENT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IL EST NÉ LE DIVIN ENFANT</a:t>
            </a:r>
          </a:p>
          <a:p>
            <a:r>
              <a:rPr lang="fr-FR" smtClean="0"/>
              <a:t>	2-  JOUEZ HAUTBOIS RÉSONNEZ MUSETTES !</a:t>
            </a:r>
          </a:p>
          <a:p>
            <a:r>
              <a:rPr lang="fr-FR" smtClean="0"/>
              <a:t>	3-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4-  DEPUIS PLUS DE QUATRE MILLE ANS</a:t>
            </a:r>
          </a:p>
          <a:p>
            <a:r>
              <a:rPr lang="fr-FR" smtClean="0"/>
              <a:t>5-  NOUS LE PROMETTAIENT LES PROPHÈTES</a:t>
            </a:r>
          </a:p>
          <a:p>
            <a:r>
              <a:rPr lang="fr-FR" smtClean="0"/>
              <a:t>6-  DEPUIS PLUS DE QUATRE MILLE ANS</a:t>
            </a:r>
          </a:p>
          <a:p>
            <a:r>
              <a:rPr lang="fr-FR" smtClean="0"/>
              <a:t>7-  NOUS ATTENDIONS CET HEUREUX TEMPS</a:t>
            </a:r>
          </a:p>
          <a:p>
            <a:endParaRPr lang="fr-FR" smtClean="0"/>
          </a:p>
          <a:p>
            <a:r>
              <a:rPr lang="fr-FR" smtClean="0"/>
              <a:t>	8-  IL EST NÉ LE DIVIN ENFANT</a:t>
            </a:r>
          </a:p>
          <a:p>
            <a:r>
              <a:rPr lang="fr-FR" smtClean="0"/>
              <a:t>	9-  JOUEZ HAUTBOIS RÉSONNEZ MUSETTES !</a:t>
            </a:r>
          </a:p>
          <a:p>
            <a:r>
              <a:rPr lang="fr-FR" smtClean="0"/>
              <a:t>	10-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11-  Ô JÉSUS ! Ô ROI TOUT-PUISSANT TU ES VENU POUR NOUS SAUVER </a:t>
            </a:r>
          </a:p>
          <a:p>
            <a:r>
              <a:rPr lang="fr-FR" smtClean="0"/>
              <a:t>12-  Ô JÉSUS ! Ô ROI TOUT-PUISSANT RÈGNE SUR NOUS ENTIÈREMENT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LE PROMETTAIENT LES PROPHÈTES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DEPUIS PLUS DE QUATRE MILLE 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ATTENDIONS CET HEUREUX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EST NÉ LE DIVIN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JOUEZ HAUTBOIS RÉSONNEZ MUSETTES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NÉ LE DIVIN ENFANT CHANTONS TOUS SON AVÈNEMENT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Ô JÉSUS ! Ô ROI TOUT-PUISSANT TU ES VENU POUR NOUS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Ô JÉSUS ! Ô ROI TOUT-PUISSANT RÈGNE SUR NOUS ENTIÈREMENT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IL EST NÉ LE DIVIN ENFANT</a:t>
            </a:r>
          </a:p>
          <a:p>
            <a:r>
              <a:rPr lang="fr-FR" smtClean="0"/>
              <a:t>	2-  JOUEZ HAUTBOIS RÉSONNEZ MUSETTES !</a:t>
            </a:r>
          </a:p>
          <a:p>
            <a:r>
              <a:rPr lang="fr-FR" smtClean="0"/>
              <a:t>	3-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4-  DEPUIS PLUS DE QUATRE MILLE ANS</a:t>
            </a:r>
          </a:p>
          <a:p>
            <a:r>
              <a:rPr lang="fr-FR" smtClean="0"/>
              <a:t>5-  NOUS LE PROMETTAIENT LES PROPHÈTES</a:t>
            </a:r>
          </a:p>
          <a:p>
            <a:r>
              <a:rPr lang="fr-FR" smtClean="0"/>
              <a:t>6-  DEPUIS PLUS DE QUATRE MILLE ANS</a:t>
            </a:r>
          </a:p>
          <a:p>
            <a:r>
              <a:rPr lang="fr-FR" smtClean="0"/>
              <a:t>7-  NOUS ATTENDIONS CET HEUREUX TEMPS</a:t>
            </a:r>
          </a:p>
          <a:p>
            <a:endParaRPr lang="fr-FR" smtClean="0"/>
          </a:p>
          <a:p>
            <a:r>
              <a:rPr lang="fr-FR" smtClean="0"/>
              <a:t>	8-  IL EST NÉ LE DIVIN ENFANT</a:t>
            </a:r>
          </a:p>
          <a:p>
            <a:r>
              <a:rPr lang="fr-FR" smtClean="0"/>
              <a:t>	9-  JOUEZ HAUTBOIS RÉSONNEZ MUSETTES !</a:t>
            </a:r>
          </a:p>
          <a:p>
            <a:r>
              <a:rPr lang="fr-FR" smtClean="0"/>
              <a:t>	10-  IL EST NÉ LE DIVIN ENFANT CHANTONS TOUS SON AVÈNEMENT !</a:t>
            </a:r>
          </a:p>
          <a:p>
            <a:endParaRPr lang="fr-FR" smtClean="0"/>
          </a:p>
          <a:p>
            <a:r>
              <a:rPr lang="fr-FR" smtClean="0"/>
              <a:t>11-  Ô JÉSUS ! Ô ROI TOUT-PUISSANT TU ES VENU POUR NOUS SAUVER </a:t>
            </a:r>
          </a:p>
          <a:p>
            <a:r>
              <a:rPr lang="fr-FR" smtClean="0"/>
              <a:t>12-  Ô JÉSUS ! Ô ROI TOUT-PUISSANT RÈGNE SUR NOUS ENTIÈREMENT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24BAA-7E90-4495-BFC3-32CF689CB9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F949B-FED5-435A-8CB6-303B82299C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0DA734-FFDA-4E6C-A9DD-46944B987A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8C9CA-E73A-4973-997B-9625858242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43DD18-9CAB-4AF1-B958-42A6CFDC83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00BC46-3AF7-4F15-81C1-501A27A773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3B3CE-339A-4BA7-AC77-BEB0B8B307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EB3F12-4612-4513-8668-2D7716D2C9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15E6E1-5885-4660-B292-51D5CF27A1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1BE0B4-0EDD-4908-8BB0-001FFECE18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C4FABD-BE67-49CB-BB9E-20652F34D9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6F78DD1-D5C7-4038-8D79-1B348F740D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EST NÉ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DIVIN ENFANT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JOUEZ HAUTBOIS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RÉSONNEZ MUSETTES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EST NÉ LE DIVIN ENFANT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CHANTONS TOUS SON AVÈNEMENT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DEPUIS PLUS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QUATRE MILLE ANS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LE PROMETTAIENT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 PROPHÈTES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DEPUIS PLUS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QUATRE MILLE ANS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ATTENDIONS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CET HEUREUX TEMPS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EST NÉ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DIVIN ENFANT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JOUEZ HAUTBOIS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RÉSONNEZ MUSETTES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EST NÉ LE DIVIN ENFANT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CHANTONS TOUS SON AVÈNEMENT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Ô JÉSUS ! Ô ROI TOUT-PUISSANT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VENU POUR NOUS SAUVER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Ô JÉSUS ! Ô ROI TOUT-PUISSANT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RÈGNE SUR NOUS ENTIÈREMENT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89</Words>
  <Application>Microsoft PowerPoint</Application>
  <PresentationFormat>On-screen Show (4:3)</PresentationFormat>
  <Paragraphs>384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Brandon</cp:lastModifiedBy>
  <cp:revision>30</cp:revision>
  <dcterms:created xsi:type="dcterms:W3CDTF">2002-08-17T11:00:44Z</dcterms:created>
  <dcterms:modified xsi:type="dcterms:W3CDTF">2014-08-23T20:23:24Z</dcterms:modified>
</cp:coreProperties>
</file>