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1" r:id="rId2"/>
    <p:sldId id="259" r:id="rId3"/>
    <p:sldId id="263" r:id="rId4"/>
    <p:sldId id="266" r:id="rId5"/>
    <p:sldId id="265" r:id="rId6"/>
    <p:sldId id="267" r:id="rId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B2B2B2"/>
    <a:srgbClr val="DDDDDD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45213" autoAdjust="0"/>
    <p:restoredTop sz="90945" autoAdjust="0"/>
  </p:normalViewPr>
  <p:slideViewPr>
    <p:cSldViewPr>
      <p:cViewPr varScale="1">
        <p:scale>
          <a:sx n="29" d="100"/>
          <a:sy n="29" d="100"/>
        </p:scale>
        <p:origin x="-102" y="-8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6197C5B-1F58-4EE1-8526-C0B77DA43EF6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6EF5EF7-7BB3-4831-91B0-7BBD143F762E}" type="slidenum">
              <a:rPr lang="fr-FR" smtClean="0"/>
              <a:pPr/>
              <a:t>1</a:t>
            </a:fld>
            <a:endParaRPr lang="fr-FR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87F99C1-EA85-436D-8040-8F6E0140214F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2AB4467-9184-446E-B002-89B98B0EA78B}" type="slidenum">
              <a:rPr lang="fr-FR" smtClean="0"/>
              <a:pPr/>
              <a:t>3</a:t>
            </a:fld>
            <a:endParaRPr lang="fr-FR"/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B028709-8065-434F-AE70-C21E60245F64}" type="slidenum">
              <a:rPr lang="fr-FR" smtClean="0"/>
              <a:pPr/>
              <a:t>4</a:t>
            </a:fld>
            <a:endParaRPr lang="fr-FR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0222FD2-2D92-4992-8270-E0145F3C5870}" type="slidenum">
              <a:rPr lang="fr-FR" smtClean="0"/>
              <a:pPr/>
              <a:t>5</a:t>
            </a:fld>
            <a:endParaRPr lang="fr-FR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9D50738-F841-4AC9-8AC3-1ED33AB787C2}" type="slidenum">
              <a:rPr lang="fr-FR" smtClean="0"/>
              <a:pPr/>
              <a:t>6</a:t>
            </a:fld>
            <a:endParaRPr lang="fr-FR"/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562A61-F60E-42F0-9E1D-540BE36921F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3FBB81-AD01-4CA6-B934-D011788286C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FB4D2C-BDCB-49C2-AE88-42D17D882C9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A5BF73-7BAA-4E93-AADB-57EE95E9B5E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0B0FAB-F2EE-4458-8382-2B4F9CFF15D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33687C-6DFF-4555-A0AC-24CA9802F39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668C49-FE40-4564-975E-AB889715B30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B61088-3C70-4CCA-B334-258CC5E50EA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3AF622-131F-46DF-BBAD-8A5C5D51C39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CEEF63-9695-4E7D-B853-E9CE9432C6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78F19C-48C3-462B-9D3E-C538934BBF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41D106AB-D167-4E74-8434-4D684EADD77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fr-FR" sz="28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  <a:defRPr/>
            </a:pPr>
            <a:endParaRPr lang="fr-FR" sz="28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  <a:defRPr/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TE SOUVIENS-TU DE MOI </a:t>
            </a:r>
          </a:p>
          <a:p>
            <a:pPr algn="ctr">
              <a:lnSpc>
                <a:spcPct val="110000"/>
              </a:lnSpc>
              <a:defRPr/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ASSIS TOUT PRÈS DE TOI</a:t>
            </a:r>
          </a:p>
          <a:p>
            <a:pPr algn="ctr">
              <a:lnSpc>
                <a:spcPct val="110000"/>
              </a:lnSpc>
              <a:defRPr/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JE T’ÉCRIVAIS </a:t>
            </a:r>
          </a:p>
          <a:p>
            <a:pPr algn="ctr">
              <a:lnSpc>
                <a:spcPct val="110000"/>
              </a:lnSpc>
              <a:defRPr/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TOUS MES RÊVES D’ENFANT</a:t>
            </a:r>
          </a:p>
          <a:p>
            <a:pPr algn="ctr">
              <a:lnSpc>
                <a:spcPct val="110000"/>
              </a:lnSpc>
              <a:defRPr/>
            </a:pPr>
            <a:endParaRPr lang="fr-FR" sz="105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  <a:defRPr/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J’AI </a:t>
            </a: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GRANDI, </a:t>
            </a: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ET À PRÉSENT </a:t>
            </a:r>
          </a:p>
          <a:p>
            <a:pPr algn="ctr">
              <a:lnSpc>
                <a:spcPct val="110000"/>
              </a:lnSpc>
              <a:defRPr/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TU M’AIMES COMME AVANT</a:t>
            </a:r>
          </a:p>
          <a:p>
            <a:pPr algn="ctr">
              <a:lnSpc>
                <a:spcPct val="110000"/>
              </a:lnSpc>
              <a:defRPr/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MALGRÉ LE TEMPS </a:t>
            </a:r>
          </a:p>
          <a:p>
            <a:pPr algn="ctr">
              <a:lnSpc>
                <a:spcPct val="110000"/>
              </a:lnSpc>
              <a:defRPr/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JE RÊVE TOUJOURS AUTANT</a:t>
            </a:r>
          </a:p>
          <a:p>
            <a:pPr algn="ctr">
              <a:lnSpc>
                <a:spcPct val="110000"/>
              </a:lnSpc>
              <a:defRPr/>
            </a:pPr>
            <a:endParaRPr lang="fr-FR" sz="20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  <a:defRPr/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VOICI </a:t>
            </a: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PÈRE ÉTERNEL </a:t>
            </a:r>
          </a:p>
          <a:p>
            <a:pPr algn="ctr">
              <a:lnSpc>
                <a:spcPct val="110000"/>
              </a:lnSpc>
              <a:defRPr/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J’AI FAIT MA LISTE DE NOËL</a:t>
            </a:r>
          </a:p>
          <a:p>
            <a:pPr algn="ctr">
              <a:lnSpc>
                <a:spcPct val="110000"/>
              </a:lnSpc>
              <a:defRPr/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NON POUR MOI-MÊME </a:t>
            </a:r>
          </a:p>
          <a:p>
            <a:pPr algn="ctr">
              <a:lnSpc>
                <a:spcPct val="110000"/>
              </a:lnSpc>
              <a:defRPr/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MAIS POUR CE MONDE EN PEINE</a:t>
            </a:r>
          </a:p>
          <a:p>
            <a:pPr algn="ctr">
              <a:lnSpc>
                <a:spcPct val="110000"/>
              </a:lnSpc>
              <a:defRPr/>
            </a:pPr>
            <a:endParaRPr lang="fr-FR" sz="28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  <a:defRPr/>
            </a:pPr>
            <a:endParaRPr lang="fr-FR" sz="2800" dirty="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28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QU’IL N’Y AIT 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PLUS DE VIES BRISÉES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QUE LES GUERRES 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NE COMMENCENT JAMAIS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QUE LES CŒURS 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NE SOIENT PLUS BLESSÉS</a:t>
            </a:r>
          </a:p>
          <a:p>
            <a:pPr algn="ctr">
              <a:lnSpc>
                <a:spcPct val="110000"/>
              </a:lnSpc>
            </a:pPr>
            <a:endParaRPr lang="fr-FR" sz="20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QUE CHACUN DE NOUS 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AIT DES AMIS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QUE DE PAIX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LE MONDE SOIT REMPLI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QU’IL Y AIT DE L’AMOUR À L’INFINI</a:t>
            </a:r>
          </a:p>
          <a:p>
            <a:pPr algn="ctr">
              <a:lnSpc>
                <a:spcPct val="110000"/>
              </a:lnSpc>
            </a:pPr>
            <a:endParaRPr lang="fr-FR" sz="20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VOICI MA LISTE DE NOËL</a:t>
            </a:r>
          </a:p>
          <a:p>
            <a:pPr algn="ctr">
              <a:lnSpc>
                <a:spcPct val="110000"/>
              </a:lnSpc>
            </a:pPr>
            <a:endParaRPr lang="fr-FR" sz="28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 dirty="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SI ENFANT J’AI PU CROIRE 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QUE LA PLUS BELLE CHOSE À VOIR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ÉTAIT UN SAPIN SCINTILLANT DANS LE NOIR</a:t>
            </a:r>
          </a:p>
          <a:p>
            <a:pPr algn="ctr">
              <a:lnSpc>
                <a:spcPct val="110000"/>
              </a:lnSpc>
            </a:pPr>
            <a:endParaRPr lang="fr-FR" sz="20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AUJOURD’HUI JE LE VOIS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LES CADEAUX NE SUFFISENT PAS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POUR CONSOLER UN CŒUR 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QUI PLEURE TOUT BAS</a:t>
            </a:r>
          </a:p>
          <a:p>
            <a:pPr algn="ctr">
              <a:lnSpc>
                <a:spcPct val="110000"/>
              </a:lnSpc>
            </a:pPr>
            <a:endParaRPr lang="fr-FR" sz="28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 dirty="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28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QU’IL N’Y AIT 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PLUS DE VIES BRISÉES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QUE LES GUERRES 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NE COMMENCENT JAMAIS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QUE LES CŒURS 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NE SOIENT PLUS BLESSÉS</a:t>
            </a:r>
          </a:p>
          <a:p>
            <a:pPr algn="ctr">
              <a:lnSpc>
                <a:spcPct val="110000"/>
              </a:lnSpc>
            </a:pPr>
            <a:endParaRPr lang="fr-FR" sz="20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QUE CHACUN DE NOUS 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AIT DES AMIS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QUE DE PAIX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LE MONDE SOIT REMPLI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QU’IL Y AIT DE L’AMOUR À L’INFINI</a:t>
            </a:r>
          </a:p>
          <a:p>
            <a:pPr algn="ctr">
              <a:lnSpc>
                <a:spcPct val="110000"/>
              </a:lnSpc>
            </a:pPr>
            <a:endParaRPr lang="fr-FR" sz="20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VOICI MA LISTE DE NOËL</a:t>
            </a:r>
          </a:p>
          <a:p>
            <a:pPr algn="ctr">
              <a:lnSpc>
                <a:spcPct val="110000"/>
              </a:lnSpc>
            </a:pPr>
            <a:endParaRPr lang="fr-FR" sz="28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 dirty="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L’INNOCENCE DE L’AMOUR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 QU’ON CROYAIT OUBLIÉE 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AVEC FOI ET EN CE </a:t>
            </a: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PRÉCIEUX </a:t>
            </a: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JOUR 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SERA RENOUVELÉE</a:t>
            </a:r>
          </a:p>
          <a:p>
            <a:pPr algn="ctr">
              <a:lnSpc>
                <a:spcPct val="110000"/>
              </a:lnSpc>
            </a:pPr>
            <a:endParaRPr lang="fr-FR" sz="28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 dirty="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28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QU’IL N’Y AIT 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PLUS DE VIES BRISÉES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QUE LES GUERRES 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NE COMMENCENT JAMAIS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QUE LES CŒURS 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NE SOIENT PLUS BLESSÉS</a:t>
            </a:r>
          </a:p>
          <a:p>
            <a:pPr algn="ctr">
              <a:lnSpc>
                <a:spcPct val="110000"/>
              </a:lnSpc>
            </a:pPr>
            <a:endParaRPr lang="fr-FR" sz="8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QUE CHACUN DE NOUS 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AIT DES AMIS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QUE DE PAIX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LE MONDE SOIT REMPLI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QU’IL Y AIT DE L’AMOUR À L’INFINI</a:t>
            </a:r>
          </a:p>
          <a:p>
            <a:pPr algn="ctr">
              <a:lnSpc>
                <a:spcPct val="110000"/>
              </a:lnSpc>
            </a:pPr>
            <a:endParaRPr lang="fr-FR" sz="8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VOICI MA LISTE DE NOËL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C’EST MON 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SEUL </a:t>
            </a:r>
            <a:r>
              <a:rPr lang="fr-FR" sz="2800" smtClean="0">
                <a:solidFill>
                  <a:schemeClr val="bg1"/>
                </a:solidFill>
                <a:latin typeface="Arial Black" pitchFamily="34" charset="0"/>
              </a:rPr>
              <a:t>DÉSIR, </a:t>
            </a: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SEIGNEUR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VOICI MA LISTE DE NOËL</a:t>
            </a:r>
          </a:p>
          <a:p>
            <a:pPr algn="ctr">
              <a:lnSpc>
                <a:spcPct val="110000"/>
              </a:lnSpc>
            </a:pPr>
            <a:endParaRPr lang="fr-FR" sz="28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 dirty="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1126</TotalTime>
  <Words>257</Words>
  <Application>Microsoft Macintosh PowerPoint</Application>
  <PresentationFormat>Affichage à l'écran (4:3)</PresentationFormat>
  <Paragraphs>85</Paragraphs>
  <Slides>6</Slides>
  <Notes>6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87</cp:revision>
  <dcterms:created xsi:type="dcterms:W3CDTF">2002-08-17T10:50:50Z</dcterms:created>
  <dcterms:modified xsi:type="dcterms:W3CDTF">2021-12-07T20:11:24Z</dcterms:modified>
</cp:coreProperties>
</file>