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9" r:id="rId3"/>
    <p:sldId id="263" r:id="rId4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22397" autoAdjust="0"/>
    <p:restoredTop sz="90929"/>
  </p:normalViewPr>
  <p:slideViewPr>
    <p:cSldViewPr>
      <p:cViewPr varScale="1">
        <p:scale>
          <a:sx n="44" d="100"/>
          <a:sy n="44" d="100"/>
        </p:scale>
        <p:origin x="-102" y="-4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122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22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A8A1A7BC-2A3F-44DC-9555-B679E274F7F7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2FC1FB0-37DE-4659-8312-D7CE7201CA2A}" type="slidenum">
              <a:rPr lang="fr-FR" smtClean="0"/>
              <a:pPr/>
              <a:t>1</a:t>
            </a:fld>
            <a:endParaRPr lang="fr-FR" smtClean="0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B3118A6-E9DD-480D-BAB8-426773AC8778}" type="slidenum">
              <a:rPr lang="fr-FR" smtClean="0"/>
              <a:pPr/>
              <a:t>2</a:t>
            </a:fld>
            <a:endParaRPr lang="fr-FR" smtClean="0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E9A1807-F4EA-4F83-9A04-38C08C7B9486}" type="slidenum">
              <a:rPr lang="fr-FR" smtClean="0"/>
              <a:pPr/>
              <a:t>3</a:t>
            </a:fld>
            <a:endParaRPr lang="fr-FR" smtClean="0"/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436BBF-9E6A-464D-8281-6F5A98C2B68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D778E3-4E98-41CB-94E6-EC902B538BC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DF042F-4E12-4151-9AFC-C68F2779F6A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CC7233-D25D-4F3B-ADF9-42322CCCC47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E9B684-CC1E-4FEE-8DA0-470D8167E71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8E372E-E86C-464F-AFCA-3F772DB7CD8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4D2797-0AF7-43E2-827B-F3CE7A664C3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A198EE-F7B0-4B5B-BD5F-0027FCF46C9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33BFF9-8883-453A-B1CF-06BD0EE5A7F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2A8857-8F1E-4DEB-99EC-D8264D68919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F32C6C-2250-455A-AEF1-2C2A5782980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CCF63B8A-2F23-4D91-AC88-3CBDCF0A433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333375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r>
              <a:rPr lang="en-GB" sz="4000" dirty="0">
                <a:solidFill>
                  <a:schemeClr val="bg1"/>
                </a:solidFill>
                <a:latin typeface="Arial Black" pitchFamily="34" charset="0"/>
              </a:rPr>
              <a:t>VOICI NOËL, Ô DOUCE NUIT</a:t>
            </a:r>
          </a:p>
          <a:p>
            <a:pPr algn="ctr">
              <a:lnSpc>
                <a:spcPct val="110000"/>
              </a:lnSpc>
            </a:pPr>
            <a:r>
              <a:rPr lang="en-GB" sz="4000" dirty="0">
                <a:solidFill>
                  <a:schemeClr val="bg1"/>
                </a:solidFill>
                <a:latin typeface="Arial Black" pitchFamily="34" charset="0"/>
              </a:rPr>
              <a:t>L’ÉTOILE EST LÀ </a:t>
            </a:r>
          </a:p>
          <a:p>
            <a:pPr algn="ctr">
              <a:lnSpc>
                <a:spcPct val="110000"/>
              </a:lnSpc>
            </a:pPr>
            <a:r>
              <a:rPr lang="en-GB" sz="4000" dirty="0">
                <a:solidFill>
                  <a:schemeClr val="bg1"/>
                </a:solidFill>
                <a:latin typeface="Arial Black" pitchFamily="34" charset="0"/>
              </a:rPr>
              <a:t>QUI NOUS CONDUIT</a:t>
            </a:r>
          </a:p>
          <a:p>
            <a:pPr algn="ctr">
              <a:lnSpc>
                <a:spcPct val="110000"/>
              </a:lnSpc>
            </a:pPr>
            <a:r>
              <a:rPr lang="en-GB" sz="4000" dirty="0">
                <a:solidFill>
                  <a:schemeClr val="bg1"/>
                </a:solidFill>
                <a:latin typeface="Arial Black" pitchFamily="34" charset="0"/>
              </a:rPr>
              <a:t>ALLONS DONC TOUS</a:t>
            </a:r>
          </a:p>
          <a:p>
            <a:pPr algn="ctr">
              <a:lnSpc>
                <a:spcPct val="110000"/>
              </a:lnSpc>
            </a:pPr>
            <a:r>
              <a:rPr lang="en-GB" sz="4000" dirty="0">
                <a:solidFill>
                  <a:schemeClr val="bg1"/>
                </a:solidFill>
                <a:latin typeface="Arial Black" pitchFamily="34" charset="0"/>
              </a:rPr>
              <a:t>AVEC LES MAGES</a:t>
            </a:r>
          </a:p>
          <a:p>
            <a:pPr algn="ctr">
              <a:lnSpc>
                <a:spcPct val="110000"/>
              </a:lnSpc>
            </a:pPr>
            <a:r>
              <a:rPr lang="en-GB" sz="4000" dirty="0">
                <a:solidFill>
                  <a:schemeClr val="bg1"/>
                </a:solidFill>
                <a:latin typeface="Arial Black" pitchFamily="34" charset="0"/>
              </a:rPr>
              <a:t>APPORTER À JÉSUS</a:t>
            </a:r>
          </a:p>
          <a:p>
            <a:pPr algn="ctr">
              <a:lnSpc>
                <a:spcPct val="110000"/>
              </a:lnSpc>
            </a:pPr>
            <a:r>
              <a:rPr lang="en-GB" sz="4000" dirty="0">
                <a:solidFill>
                  <a:schemeClr val="bg1"/>
                </a:solidFill>
                <a:latin typeface="Arial Black" pitchFamily="34" charset="0"/>
              </a:rPr>
              <a:t>NOS HOMMAGES</a:t>
            </a:r>
          </a:p>
          <a:p>
            <a:pPr algn="ctr">
              <a:lnSpc>
                <a:spcPct val="110000"/>
              </a:lnSpc>
            </a:pPr>
            <a:r>
              <a:rPr lang="en-GB" sz="4000" dirty="0">
                <a:solidFill>
                  <a:schemeClr val="bg1"/>
                </a:solidFill>
                <a:latin typeface="Arial Black" pitchFamily="34" charset="0"/>
              </a:rPr>
              <a:t>CAR L’ENFANT NOUS EST NÉ</a:t>
            </a:r>
          </a:p>
          <a:p>
            <a:pPr algn="ctr">
              <a:lnSpc>
                <a:spcPct val="110000"/>
              </a:lnSpc>
            </a:pPr>
            <a:r>
              <a:rPr lang="en-GB" sz="4000" dirty="0">
                <a:solidFill>
                  <a:schemeClr val="bg1"/>
                </a:solidFill>
                <a:latin typeface="Arial Black" pitchFamily="34" charset="0"/>
              </a:rPr>
              <a:t>LE FILS NOUS EST DONNÉ</a:t>
            </a:r>
          </a:p>
        </p:txBody>
      </p:sp>
      <p:sp>
        <p:nvSpPr>
          <p:cNvPr id="2072" name="Text Box 24"/>
          <p:cNvSpPr txBox="1">
            <a:spLocks noChangeArrowheads="1"/>
          </p:cNvSpPr>
          <p:nvPr/>
        </p:nvSpPr>
        <p:spPr bwMode="auto">
          <a:xfrm>
            <a:off x="8318500" y="6299200"/>
            <a:ext cx="741363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3200">
                <a:solidFill>
                  <a:srgbClr val="B2B2B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</a:rPr>
              <a:t>281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34" charset="0"/>
              </a:rPr>
              <a:t>VOICI NOËL</a:t>
            </a: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34" charset="0"/>
              </a:rPr>
              <a:t>Ô QUEL BEAU JOUR </a:t>
            </a: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34" charset="0"/>
              </a:rPr>
              <a:t>JÉSUS EST NÉ </a:t>
            </a: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34" charset="0"/>
              </a:rPr>
              <a:t>QUEL GRAND AMOUR</a:t>
            </a: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34" charset="0"/>
              </a:rPr>
              <a:t>C’EST POUR NOUS </a:t>
            </a: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34" charset="0"/>
              </a:rPr>
              <a:t>QU’IL VIENT SUR LA TERRE</a:t>
            </a: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34" charset="0"/>
              </a:rPr>
              <a:t>QU’IL PREND SUR LUI</a:t>
            </a: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34" charset="0"/>
              </a:rPr>
              <a:t>NOTRE MISÈRE</a:t>
            </a: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34" charset="0"/>
              </a:rPr>
              <a:t>UN SAUVEUR NOUS EST NÉ</a:t>
            </a: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34" charset="0"/>
              </a:rPr>
              <a:t>LE FILS NOUS EST DONNÉ</a:t>
            </a:r>
          </a:p>
        </p:txBody>
      </p:sp>
      <p:sp>
        <p:nvSpPr>
          <p:cNvPr id="5147" name="Text Box 27"/>
          <p:cNvSpPr txBox="1">
            <a:spLocks noChangeArrowheads="1"/>
          </p:cNvSpPr>
          <p:nvPr/>
        </p:nvSpPr>
        <p:spPr bwMode="auto">
          <a:xfrm>
            <a:off x="8318500" y="6299200"/>
            <a:ext cx="741363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3200">
                <a:solidFill>
                  <a:srgbClr val="B2B2B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</a:rPr>
              <a:t>281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4"/>
          <p:cNvSpPr>
            <a:spLocks noChangeArrowheads="1"/>
          </p:cNvSpPr>
          <p:nvPr/>
        </p:nvSpPr>
        <p:spPr bwMode="auto">
          <a:xfrm>
            <a:off x="0" y="4445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34" charset="0"/>
              </a:rPr>
              <a:t>VOICI NOËL </a:t>
            </a: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34" charset="0"/>
              </a:rPr>
              <a:t>Ô D’UN SEUL CŒUR</a:t>
            </a: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34" charset="0"/>
              </a:rPr>
              <a:t>JOIGNONS NOS VOIX </a:t>
            </a: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34" charset="0"/>
              </a:rPr>
              <a:t>AU DIVIN CHŒUR</a:t>
            </a: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34" charset="0"/>
              </a:rPr>
              <a:t>QUI PROCLAME</a:t>
            </a: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34" charset="0"/>
              </a:rPr>
              <a:t>AU CIEL LES LOUANGES</a:t>
            </a: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34" charset="0"/>
              </a:rPr>
              <a:t>DE CELUI</a:t>
            </a: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34" charset="0"/>
              </a:rPr>
              <a:t>QU'ANNONCENT LES ANGES</a:t>
            </a: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34" charset="0"/>
              </a:rPr>
              <a:t>OUI, L’ENFANT NOUS EST NÉ</a:t>
            </a: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34" charset="0"/>
              </a:rPr>
              <a:t>LE FILS NOUS EST DONNÉ</a:t>
            </a:r>
          </a:p>
        </p:txBody>
      </p:sp>
      <p:sp>
        <p:nvSpPr>
          <p:cNvPr id="9244" name="Text Box 28"/>
          <p:cNvSpPr txBox="1">
            <a:spLocks noChangeArrowheads="1"/>
          </p:cNvSpPr>
          <p:nvPr/>
        </p:nvSpPr>
        <p:spPr bwMode="auto">
          <a:xfrm>
            <a:off x="8318500" y="6299200"/>
            <a:ext cx="741363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3200">
                <a:solidFill>
                  <a:srgbClr val="B2B2B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</a:rPr>
              <a:t>281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</TotalTime>
  <Words>109</Words>
  <Application>Microsoft PowerPoint</Application>
  <PresentationFormat>Affichage à l'écran (4:3)</PresentationFormat>
  <Paragraphs>35</Paragraphs>
  <Slides>3</Slides>
  <Notes>3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4" baseType="lpstr">
      <vt:lpstr>Default Design</vt:lpstr>
      <vt:lpstr>Diapositive 1</vt:lpstr>
      <vt:lpstr>Diapositive 2</vt:lpstr>
      <vt:lpstr>Diapositive 3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</cp:lastModifiedBy>
  <cp:revision>48</cp:revision>
  <dcterms:created xsi:type="dcterms:W3CDTF">2002-08-17T11:03:14Z</dcterms:created>
  <dcterms:modified xsi:type="dcterms:W3CDTF">2021-12-16T20:39:50Z</dcterms:modified>
</cp:coreProperties>
</file>