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97" autoAdjust="0"/>
    <p:restoredTop sz="90929"/>
  </p:normalViewPr>
  <p:slideViewPr>
    <p:cSldViewPr>
      <p:cViewPr varScale="1">
        <p:scale>
          <a:sx n="37" d="100"/>
          <a:sy n="37" d="100"/>
        </p:scale>
        <p:origin x="-96" y="-6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6D77ADE-FB5F-4C3F-88E4-B7C07C8DB04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9EA7FD1-0EBE-48E6-889B-415FBC403B20}" type="slidenum">
              <a:rPr lang="fr-FR" sz="1200"/>
              <a:pPr algn="r"/>
              <a:t>1</a:t>
            </a:fld>
            <a:endParaRPr lang="fr-FR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E349A4-EFCB-4CA4-ACFE-4C9EB242600A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A66FEDD-76B8-4532-B570-68F84B6BAD11}" type="slidenum">
              <a:rPr lang="fr-FR" sz="1200"/>
              <a:pPr algn="r"/>
              <a:t>3</a:t>
            </a:fld>
            <a:endParaRPr lang="fr-FR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85F4A2C-33ED-492D-A18D-C55FA98BFDD1}" type="slidenum">
              <a:rPr lang="fr-FR" sz="1200"/>
              <a:pPr algn="r"/>
              <a:t>4</a:t>
            </a:fld>
            <a:endParaRPr lang="fr-FR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E83C7-1FD7-4BFA-9C6B-9CE375D062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D8C89-5284-4E56-BED0-808C9058DB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271E6-8CA4-4649-8B1C-FF46C818FB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71BD4-F780-4689-AABB-8C1E148B20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CB1A69-7DC9-4AAC-9E6A-A5C888D335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85F3B-B665-48B3-9605-367577A7A1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D449D-557E-4388-8897-0F32FE84FF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AD283-D40F-4A32-9BAB-8D0F51D7BC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7CFB9-5A6D-4EB0-BADE-3A27794CEE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76C6D-0D9B-4846-BEB5-0D9C3C20E0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C2E8F-880F-4F85-A3CD-8DE6A03C62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8A05191-B78F-46FC-9AB5-D12EB2E73E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VOICI LE PLUS BEAU MOMENT DE L’ANNÉE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ENFANTS SONT EN JOIE, ET TOUT AUTOUR DE SOI S’ÉCRIT « JOYEUX NOËL ! »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C’EST LE PLUS BEAU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L’ANNÉE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LA PLUS HEUREUSE DE TOUTES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SAISONS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VŒUX DE FIN D’ANNÉE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CES MOMENTS PARTAGÉS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PRÈS DE TOUS CEUX QU’ON AIME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LA PLUS HEUREUSE DE TOUTES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SAISONS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4603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AUTOUR DE SON AMOUR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CÉLÉBRONS CE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 VENUE SUR LA TERRE PARMI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 CE JOUR EST SI BEAU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PARCE QU’IL NOUS RAPPELLE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TU ES LE PLUS BEAU DES CADEAUX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VOICI LE PLUS BEAU MOMENT DE L’ANNÉE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NATURE ENNEIGÉE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SAPINS ÉCLAIRÉS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 CHANTE « JOYEUX NOËL ! »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C’EST LE PLUS BEAU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L’ANNÉE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AUTOUR DE SON AMOUR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CÉLÉBRONS CE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 VENUE SUR LA TERRE PARMI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 CE JOUR EST SI BEAU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PARCE QU’IL NOUS RAPPELLE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TU ES LE PLUS BEAU DES CADEAUX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269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LA PLUS BELLE DE TOUTES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SAISONS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VŒUX DE FIN D’ANNÉE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CES MOMENTS PARTAGÉS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PRÈS DE TOUS CEUX QU’ON AIME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C’EST LE PLUS BEAU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PLUS MERVEILLEUX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PLUS HEUREUX DES MOMENTS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L’ANNÉE !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 EST NÉ…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209</Words>
  <Application>Microsoft Office PowerPoint</Application>
  <PresentationFormat>On-screen Show (4:3)</PresentationFormat>
  <Paragraphs>54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Times New Roman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92</cp:revision>
  <dcterms:created xsi:type="dcterms:W3CDTF">2002-08-17T09:53:17Z</dcterms:created>
  <dcterms:modified xsi:type="dcterms:W3CDTF">2016-12-17T17:47:28Z</dcterms:modified>
</cp:coreProperties>
</file>