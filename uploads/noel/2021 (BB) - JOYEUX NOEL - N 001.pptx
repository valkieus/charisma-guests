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60" autoAdjust="0"/>
    <p:restoredTop sz="36264" autoAdjust="0"/>
  </p:normalViewPr>
  <p:slideViewPr>
    <p:cSldViewPr>
      <p:cViewPr varScale="1">
        <p:scale>
          <a:sx n="38" d="100"/>
          <a:sy n="38" d="100"/>
        </p:scale>
        <p:origin x="-139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E5C51C0-6396-4BC0-A042-0F62BA62193D}" type="datetimeFigureOut">
              <a:rPr lang="fr-FR"/>
              <a:pPr>
                <a:defRPr/>
              </a:pPr>
              <a:t>27/12/2020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905BC0B-8DB6-452B-9943-CEF5A4EB6F8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WE WISH YOU A MERRY CHRISTMAS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AND A HAPPY NEW YEAR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GLAD TIDINGS WE BRING TO YOU AND YOUR KIN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GLAD TIDINGS FOR CHRISTMAS AND A HAPPY NEW YEAR 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VOUS SOUHAITONS JOYEUX NOËL </a:t>
            </a:r>
            <a:br>
              <a:rPr lang="fr-FR" smtClean="0"/>
            </a:br>
            <a:r>
              <a:rPr lang="fr-FR" smtClean="0"/>
              <a:t>ET UNE HEUREUSE ANNÉE</a:t>
            </a:r>
          </a:p>
          <a:p>
            <a:endParaRPr lang="fr-FR" smtClean="0"/>
          </a:p>
          <a:p>
            <a:r>
              <a:rPr lang="fr-FR" smtClean="0"/>
              <a:t>2-  NOUS VOUS APPORTONS LES MEILLEURS PRÉSENTS</a:t>
            </a:r>
            <a:br>
              <a:rPr lang="fr-FR" smtClean="0"/>
            </a:br>
            <a:r>
              <a:rPr lang="fr-FR" smtClean="0"/>
              <a:t>3-  À TOUS, JOYEUX NOËL ET UNE HEUREUSE ANNÉE !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4-  WE WISH YOU A MERRY CHRISTMAS X3</a:t>
            </a:r>
          </a:p>
          <a:p>
            <a:r>
              <a:rPr lang="fr-FR" smtClean="0"/>
              <a:t>5-  AND A HAPPY NEW YEAR</a:t>
            </a:r>
          </a:p>
          <a:p>
            <a:endParaRPr lang="fr-FR" smtClean="0"/>
          </a:p>
          <a:p>
            <a:r>
              <a:rPr lang="fr-FR" smtClean="0"/>
              <a:t>6-  GLAD TIDINGS WE BRING TO YOU AND YOUR KIN</a:t>
            </a:r>
          </a:p>
          <a:p>
            <a:r>
              <a:rPr lang="fr-FR" smtClean="0"/>
              <a:t>7-  GLAD TIDINGS FOR CHRISTMAS AND A HAPPY NEW YEAR 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50537-FB5A-4E24-B81C-02A22BB1F9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22A2B-BAB9-4E14-BA12-DAF07733A9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D21C9-024F-48CB-B2CE-9B78254B9D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1D6A8-154E-4D68-9D44-471C12427F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839C7-8D27-4DE8-8C3A-1D85306DC7A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1EB62-5171-4C94-A164-D41BB13025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F6126-5944-4D71-B8AC-37E01F00CA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A915F-850A-4309-A68C-BD0DF09723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457C8-F677-42DD-9623-C3E6D4AF13C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0330A-50E0-419C-AF5A-DB81892929B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A4776-F398-41D5-BEA5-64291ECC837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16EC16EC-9FD7-4BC1-8954-C90ED2E94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VOUS SOUHAITONS JOYEUX NOËL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UNE HEUREUSE ANNÉE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VOUS APPORTONS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MEILLEURS PRÉSENTS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TOUS, JOYEUX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UNE HEUREUSE ANNÉE !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WISH YOU A MERRY CHRISTMAS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A HAPPY NEW YEAR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GLAD TIDINGS WE BRING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 AND YOUR KIN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GLAD TIDINGS FOR CHRISTMAS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A HAPPY NEW YEAR !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116</Words>
  <Application>Microsoft Office PowerPoint</Application>
  <PresentationFormat>Affichage à l'écran (4:3)</PresentationFormat>
  <Paragraphs>147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NOUS VOUS SOUHAITONS JOYEUX NOËL  ET UNE HEUREUSE ANNÉE</vt:lpstr>
      <vt:lpstr>NOUS VOUS APPORTONS  LES MEILLEURS PRÉSENTS </vt:lpstr>
      <vt:lpstr>À TOUS, JOYEUX NOËL ET UNE HEUREUSE ANNÉE !</vt:lpstr>
      <vt:lpstr>WE WISH YOU A MERRY CHRISTMAS</vt:lpstr>
      <vt:lpstr>AND A HAPPY NEW YEAR</vt:lpstr>
      <vt:lpstr>GLAD TIDINGS WE BRING  TO YOU AND YOUR KIN</vt:lpstr>
      <vt:lpstr>GLAD TIDINGS FOR CHRISTMAS  AND A HAPPY NEW YEAR !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2002-08-17T10:50:50Z</dcterms:created>
  <dcterms:modified xsi:type="dcterms:W3CDTF">2020-12-27T11:32:33Z</dcterms:modified>
</cp:coreProperties>
</file>