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1" r:id="rId2"/>
    <p:sldId id="259" r:id="rId3"/>
    <p:sldId id="266" r:id="rId4"/>
    <p:sldId id="260" r:id="rId5"/>
    <p:sldId id="267" r:id="rId6"/>
    <p:sldId id="261" r:id="rId7"/>
    <p:sldId id="262" r:id="rId8"/>
    <p:sldId id="276" r:id="rId9"/>
    <p:sldId id="263" r:id="rId10"/>
    <p:sldId id="268" r:id="rId11"/>
    <p:sldId id="264" r:id="rId12"/>
    <p:sldId id="269" r:id="rId13"/>
    <p:sldId id="265" r:id="rId14"/>
    <p:sldId id="270" r:id="rId15"/>
    <p:sldId id="273" r:id="rId16"/>
    <p:sldId id="277" r:id="rId17"/>
    <p:sldId id="278" r:id="rId18"/>
    <p:sldId id="279" r:id="rId19"/>
    <p:sldId id="280" r:id="rId20"/>
    <p:sldId id="281" r:id="rId21"/>
    <p:sldId id="282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64239" autoAdjust="0"/>
  </p:normalViewPr>
  <p:slideViewPr>
    <p:cSldViewPr>
      <p:cViewPr>
        <p:scale>
          <a:sx n="33" d="100"/>
          <a:sy n="33" d="100"/>
        </p:scale>
        <p:origin x="-3864" y="-10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08A7764-DD81-422D-986A-3C065E49C96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7FC7527-7854-4A61-905E-4F8C9DF5A56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LES ANGES  LOUENT JÉSUS L’EMMANUEL 
	19-  Ô  DOUCE NUIT  Ô  QUELLE GRÂCE, JÉSUS EST NÉ 
	20-  Ô  DOUCE NUIT  Ô </a:t>
            </a:r>
            <a:r>
              <a:rPr lang="fr-FR" dirty="0" err="1" smtClean="0"/>
              <a:t>Ô</a:t>
            </a:r>
            <a:r>
              <a:rPr lang="fr-FR" dirty="0" smtClean="0"/>
              <a:t> </a:t>
            </a:r>
            <a:r>
              <a:rPr lang="fr-FR" dirty="0" err="1" smtClean="0"/>
              <a:t>Ô</a:t>
            </a:r>
            <a:r>
              <a:rPr lang="fr-FR" dirty="0" smtClean="0"/>
              <a:t>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JÉSUS EST NÉ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LES ANGES  LOUENT JÉSUS L’EMMANUEL 
	7-  Ô DOUCE NUIT  Ô QUELLE GRÂCE, JÉSUS EST NÉ 
	8-  Ô DOUCE NUIT, QUELLE GRÂCE, JÉSUS EST NÉ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LES ANGES  LOUENT JÉSUS L’EMMANUEL 
	16-  Ô  DOUCE NUIT  Ô  QUELLE GRÂCE, JÉSUS EST NÉ 
	17-  Ô  DOUCE NUIT  QUELLE GRÂCE, JÉSUS EST NÉ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LES ANGES  LOUENT JÉSUS L’EMMANUEL 
	19-  Ô  DOUCE NUIT  Ô  QUELLE GRÂCE, JÉSUS EST NÉ 
	20-  Ô  DOUCE NUIT  Ô Ô Ô QUELLE GRÂCE, JÉSUS EST 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JÉSUS EST NÉ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Ô DOUCE NUIT, LE CIEL ÉTOILÉ ILLUMINANT LE CIEL DE SON ÉCLAT 
2-  DE SON AMOUR IL A REMPLIT LA TERRE 
3-  UN CHANT D’AMOUR NOUS COMBLE DE JOIE 
4-  NOUS ADORONS LE PRINCE DE LA PAIX 
5-  TOUT L’UNIVERS S’INCLINE DEVANT LUI </a:t>
            </a:r>
          </a:p>
          <a:p>
            <a:endParaRPr lang="fr-FR" altLang="en-US" smtClean="0"/>
          </a:p>
          <a:p>
            <a:r>
              <a:rPr lang="fr-FR" altLang="en-US" smtClean="0"/>
              <a:t>	6-  LES ANGES  LOUENT JÉSUS L’EMMANUEL 
	7-  Ô DOUCE NUIT  Ô QUELLE GRÂCE, JÉSUS EST NÉ 
	8-  Ô DOUCE NUIT, QUELLE GRÂCE, JÉSUS EST NÉ </a:t>
            </a:r>
          </a:p>
          <a:p>
            <a:endParaRPr lang="fr-FR" altLang="en-US" smtClean="0"/>
          </a:p>
          <a:p>
            <a:r>
              <a:rPr lang="fr-FR" altLang="en-US" smtClean="0"/>
              <a:t>9-   AIMER SON FRÈRE BIEN PLUS QUE SOI-MÊME 
10-  SON ÉVANGILE OUI N’EST QUE DON DE SOI 
11-  C’EST PAR L’AMOUR QUE LES CHAÎNES SONT BRISÉES 
12-  ET EN SON NOM LES CAPTIFS LIBÉRÉS 
13-  DES HYMNES DE JOIE RETENTISSENT DANS NOS CŒURS 
14-  NOUS ÉLEVONS LE SAUVEUR DU MONDE </a:t>
            </a:r>
          </a:p>
          <a:p>
            <a:endParaRPr lang="fr-FR" altLang="en-US" smtClean="0"/>
          </a:p>
          <a:p>
            <a:r>
              <a:rPr lang="fr-FR" altLang="en-US" smtClean="0"/>
              <a:t>	15-  LES ANGES  LOUENT JÉSUS L’EMMANUEL 
	16-  Ô  DOUCE NUIT  Ô  QUELLE GRÂCE, JÉSUS EST NÉ 
	17-  Ô  DOUCE NUIT  QUELLE GRÂCE, JÉSUS EST NÉ           </a:t>
            </a:r>
          </a:p>
          <a:p>
            <a:endParaRPr lang="fr-FR" altLang="en-US" smtClean="0"/>
          </a:p>
          <a:p>
            <a:r>
              <a:rPr lang="fr-FR" altLang="en-US" smtClean="0"/>
              <a:t>	18-  LES ANGES  LOUENT JÉSUS L’EMMANUEL 
	19-  Ô  DOUCE NUIT  Ô  QUELLE GRÂCE, JÉSUS EST NÉ 
	20-  Ô  DOUCE NUIT  Ô Ô Ô QUELLE GRÂCE, JÉSUS EST NÉ</a:t>
            </a:r>
          </a:p>
          <a:p>
            <a:r>
              <a:rPr lang="fr-FR" altLang="en-US" smtClean="0"/>
              <a:t>                        </a:t>
            </a:r>
          </a:p>
          <a:p>
            <a:r>
              <a:rPr lang="fr-FR" altLang="en-US" smtClean="0"/>
              <a:t>21-  JÉSUS EST NÉ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1B574-7FD9-424B-BC68-B68D84E262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D7BE8-660B-464A-A72D-65028A58B5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66B09-42CF-4FAF-A45D-72705CD377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7C372-AE1E-42C4-BFA0-24CA3E3033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A36E9-D93D-439B-8FFF-A1AEE645E0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B1F3C-7BC2-476F-8E70-9DBEA6CA12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437EE-7E7C-4A79-8660-F1D14DEF65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C027F-8F57-488B-81C9-1435DAC051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E17B2-D0C3-46E3-8B40-C21ED6B8B9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E4ABB-DA0F-4594-B684-0C31035064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FAB6D-5DFD-4C62-8F15-F9C8630455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65C31F5-C081-4736-9D3A-3E2B67D2F1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3175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DOUCE NUIT, LE CIEL ÉTOILÉ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ILLUMINANT LE CIEL DE SON ÉCLAT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SON AMOUR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REMPLIT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15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CHANT D’AMOUR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COMBLE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ADORONS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PRINCE DE LA PAIX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L’UNIVERS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S’INCLINE DEVANT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 LOUENT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L’EMMANUEL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DOUCE NUIT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GRÂCE, JÉSUS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DOUCE NUIT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GRÂCE, JÉSUS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AIMER SON FRÈRE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PLUS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SOI-MÊME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ÉVANGILE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N’EST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DON DE SOI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15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PAR L’AMOUR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CHAÎNES SONT BRISÉES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EN SON NOM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CAPTIFS LIBÉRÉS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HYMNES DE JOIE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RETENTISSENT DANS NOS C</a:t>
            </a: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Œ</a:t>
            </a: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ÉLEVONS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SAUVEUR DU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 LOUENT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L’EMMANUEL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DOUCE NUIT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GRÂCE, JÉSUS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DOUCE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NUIT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GRÂCE, JÉSUS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 LOUENT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L’EMMANUEL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DOUCE NUIT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GRÂCE, JÉSUS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DOUCE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NUIT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GRÂCE, JÉSUS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</a:t>
            </a:r>
            <a:r>
              <a:rPr lang="en-GB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750</Words>
  <Application>Microsoft Office PowerPoint</Application>
  <PresentationFormat>On-screen Show (4:3)</PresentationFormat>
  <Paragraphs>503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47</cp:revision>
  <dcterms:created xsi:type="dcterms:W3CDTF">2002-08-17T10:50:50Z</dcterms:created>
  <dcterms:modified xsi:type="dcterms:W3CDTF">2016-12-23T13:57:23Z</dcterms:modified>
</cp:coreProperties>
</file>