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41" autoAdjust="0"/>
    <p:restoredTop sz="86449" autoAdjust="0"/>
  </p:normalViewPr>
  <p:slideViewPr>
    <p:cSldViewPr>
      <p:cViewPr varScale="1">
        <p:scale>
          <a:sx n="39" d="100"/>
          <a:sy n="39" d="100"/>
        </p:scale>
        <p:origin x="-108" y="-4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148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D2B55A8-2036-48C9-835C-CD634257BB4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533C02-C675-4876-9CFE-FC5D5F54E77B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E8CC31-45BD-4B49-AD21-1851F8B0CDA1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F71AA7-B3AB-4131-9556-EE6EAA58FF13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9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99B06C-0A10-4E2C-A2BC-50C5477EE979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E42FBC-8474-4A1D-B76B-5E3DB52E2E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18B95C-FB4D-41E1-9048-E53E69E9A4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E522C-F0F8-406E-A0C7-8F52373E4F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3AB1A0-CAC5-465D-81ED-9524B68097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0726C7-DA65-4547-854C-4C57B51F52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C4ADB3-7FD3-46A1-9A11-F095FECD4E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0B6097-CD7C-4ECC-84A0-9F0656B238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CDEADD-A05C-4603-B1CC-DA5F89E79F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80932D-9E6E-47D6-BD8A-084D81236E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D6EFC7-8C5B-42A2-B248-1B064C4789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25482A-6C6C-46CA-841A-E80D6C7A7F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323A600-FAE7-4D7B-B02E-FD8E5BE338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UN ROI EST NÉ CE JOUR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À BETHLÉHEM, ALLÉLUIA !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LES ANGES SONT VENUS POUR L’ADORER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ALLÉ, ALLÉLUIA !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SEIGNEUR SI DOUX ET SI PUISSANT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 SALUT VIENT PAR CE SAINT ENFANT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UN ROI EST NÉ 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IL EST NÉ DANS UNE ÉTABLE</a:t>
            </a:r>
            <a:endParaRPr lang="en-GB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UN ROI EST NÉ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HUMBLEMENT DANS UNE ÉTABLE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 DOUX SEIGNEUR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ÉTEND SA PUISSANTE MAIN</a:t>
            </a:r>
            <a:endParaRPr lang="en-GB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UN ROI EST NÉ CE JOUR À BETHLÉHEM</a:t>
            </a: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469313" y="6334125"/>
            <a:ext cx="6746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800" dirty="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275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 ROI EST NÉ CE JOUR À BETHLEHEM ALLÉLUIA AHOUM, ALLÉLUIA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BERGERS SONT VENUS SE PROSTERNER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ALLÉ, ALLÉLUIA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 CIEL ON CHANTE : PAIX SUR LA TERRE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JÉSUS EST LE SALUT QU'ELLE ESPÈRE</a:t>
            </a:r>
          </a:p>
          <a:p>
            <a:pPr algn="ctr">
              <a:lnSpc>
                <a:spcPct val="110000"/>
              </a:lnSpc>
            </a:pPr>
            <a:endParaRPr lang="en-GB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UN ROI EST NÉ 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IL EST NÉ DANS UNE ÉTABLE</a:t>
            </a:r>
            <a:endParaRPr lang="en-GB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UN ROI EST NÉ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HUMBLEMENT DANS UNE ÉTABLE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 DOUX SEIGNEUR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ÉTEND SA PUISSANTE MAIN</a:t>
            </a:r>
            <a:endParaRPr lang="en-GB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UN ROI EST NÉ CE JOUR À BETHLÉHEM</a:t>
            </a: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469313" y="6334125"/>
            <a:ext cx="6746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800" dirty="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275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GB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VIENS HUMBLEMENT L’ADORER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HUMBLEMENT IL EST NÉ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UN ROI EST NÉ CE JOUR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À BETHLÉHEM, ALLÉLUIA !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LES ANGES SONT VENUS POUR L’ADORER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ALLÉ, ALLÉLUIA !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SEIGNEUR SI DOUX ET SI PUISSANT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 SALUT VIENT PAR CE SAINT ENFANT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8318500" y="6299200"/>
            <a:ext cx="6746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275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UN ROI EST NÉ 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IL EST NÉ DANS UNE ÉTABLE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UN ROI EST NÉ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HUMBLEMENT DANS UNE ÉTABLE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 DOUX SEIGNEUR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ÉTEND SA PUISSANTE MAIN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UN ROI EST NÉ CE JOUR À BETHLÉHEM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8318500" y="6299200"/>
            <a:ext cx="6746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275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218</Words>
  <Application>Microsoft PowerPoint</Application>
  <PresentationFormat>On-screen Show (4:3)</PresentationFormat>
  <Paragraphs>54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30</cp:revision>
  <dcterms:created xsi:type="dcterms:W3CDTF">2002-08-17T10:59:05Z</dcterms:created>
  <dcterms:modified xsi:type="dcterms:W3CDTF">2016-12-12T21:43:41Z</dcterms:modified>
</cp:coreProperties>
</file>