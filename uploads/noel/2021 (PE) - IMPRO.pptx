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3" r:id="rId2"/>
    <p:sldId id="264" r:id="rId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8" autoAdjust="0"/>
    <p:restoredTop sz="90929"/>
  </p:normalViewPr>
  <p:slideViewPr>
    <p:cSldViewPr>
      <p:cViewPr varScale="1">
        <p:scale>
          <a:sx n="72" d="100"/>
          <a:sy n="72" d="100"/>
        </p:scale>
        <p:origin x="66" y="7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D680DCE-4E0A-4055-A69F-3DE91C7E595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6429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DA99F-AF71-4B2D-A005-58D0B406D5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7F276-9666-48D6-9B31-5096837A8F5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632A8-80C4-416C-B09C-F9AD99E34F5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45815-CC87-4441-A294-26C03F9A947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7A5E3-2A92-4D00-8A0B-D146FE17825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E109E-EC74-4F12-B1A0-1D600432E46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2BE83-07DC-486A-B28B-FD731EB2A9B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48989-49AF-405D-B976-071BB8EADFC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F5DCD8-9188-4ED9-AF81-7D1A44AB09D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B7A4D-5578-463E-81B3-083F4FCF1E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9CD50-19F3-41B8-964A-070E2CB682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8497426-8CEB-413D-95E9-C61D36AD0BE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25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SMILE, QUAND TON CŒUR EST BLESSÉ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MÊME QUAND IL EST BRISÉ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ET QUAND LE CIEL SERA GRIS, OUI SOURIS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TU VERRAS, OUBLIS CRAINTES ET CHAGRIN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SOURIS À TES LENDEMAINS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UN NOUVEAU JOUR SE LÈVERA POUR TOI</a:t>
            </a:r>
          </a:p>
          <a:p>
            <a:pPr algn="ctr">
              <a:lnSpc>
                <a:spcPct val="110000"/>
              </a:lnSpc>
            </a:pPr>
            <a:endParaRPr lang="en-US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25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REMPLIS TON CŒUR DE TENDRESSE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OUBLIE TOUTES TES TRISTESSES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MÊME SI UNE LARME ESSAYAIT DE COULER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OUI SOURIS, CONTINUE À ESSAYER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CAR RIEN NE SERT DE PLEURER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 SOLEIL BRILLERA POUR TOI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SI TU SOURIS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82578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77</Words>
  <Application>Microsoft Office PowerPoint</Application>
  <PresentationFormat>Affichage à l'écran (4:3)</PresentationFormat>
  <Paragraphs>17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 Black</vt:lpstr>
      <vt:lpstr>Arial Narrow</vt:lpstr>
      <vt:lpstr>Times New Roman</vt:lpstr>
      <vt:lpstr>Default Design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106</cp:revision>
  <dcterms:created xsi:type="dcterms:W3CDTF">2002-08-17T12:16:38Z</dcterms:created>
  <dcterms:modified xsi:type="dcterms:W3CDTF">2021-12-17T21:49:56Z</dcterms:modified>
</cp:coreProperties>
</file>