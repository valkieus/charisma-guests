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60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 varScale="1">
        <p:scale>
          <a:sx n="37" d="100"/>
          <a:sy n="37" d="100"/>
        </p:scale>
        <p:origin x="-90" y="-6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1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72AB001-33A7-41AB-B9CF-B98DC3A7692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D9B2B2-92F2-45E9-993E-DC4B6A7CAF16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0B70EA-89A6-45F6-902A-2894342A2BE1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61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3BE9A-EACB-4D4A-86DE-0C6B181A1B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C3EF4-9C09-4AFF-93FD-6161E63078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B23DC3-83CA-4892-8A8C-E01E45E1E3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43DC9-D2E7-4E46-96DA-DD0CDF09F1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26DB8-89CC-4973-903C-185273C712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735A6-A000-4C95-9869-43A5BF8600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9DE499-8390-4BD2-BBC5-3D204F9FAF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13E1F-6958-436F-A349-8C42A36660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8E72CB-DF39-47BF-B7DF-634DF89E46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4EB12-E705-414E-A27C-20235574F1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2281B-1D2D-4E26-ACB8-AC8E2434C8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85D3C21-7CE1-4560-ABC3-389FD0EA47F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OH, PETITE VILLE DE BETHLÉEM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TOI EST VENUE LA VIE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CETTE NUIT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BRILLENT LES ÉTOILES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L’ÉLOGE EST POUR LE ROI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LES RUES DE TA VILLE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LA LUMIÈRE ÉTERNELLE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L’ESPOIR, L’ATTENTE DE TANT D’ANNÉES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TOI SE SONT TROUVÉS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 SAINT ENFANT DE BETHLÉEM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EST PARMI NOUS CE JOUR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SA NAISSANCE DANS NOS CŒURS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VIT EN NOUS TOUJOURS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ENTENDONS TOUS LES ANGES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CHANTER NOËL AU CIEL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OH, VIENS À NOUS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DEMEURE EN NOUS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SEIGNEUR, EMMANUEL</a:t>
            </a:r>
          </a:p>
          <a:p>
            <a:pPr algn="ctr"/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PRINCE DE PAIX, RÈGNE EN MOI</a:t>
            </a: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93</Words>
  <Application>Microsoft PowerPoint</Application>
  <PresentationFormat>On-screen Show (4:3)</PresentationFormat>
  <Paragraphs>31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Franklin Gothic Medium</vt:lpstr>
      <vt:lpstr>Arial</vt:lpstr>
      <vt:lpstr>Arial Black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41</cp:revision>
  <dcterms:created xsi:type="dcterms:W3CDTF">2002-08-17T10:50:50Z</dcterms:created>
  <dcterms:modified xsi:type="dcterms:W3CDTF">2016-12-22T21:51:05Z</dcterms:modified>
</cp:coreProperties>
</file>