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5" r:id="rId22"/>
    <p:sldId id="290" r:id="rId23"/>
    <p:sldId id="291" r:id="rId24"/>
    <p:sldId id="297" r:id="rId25"/>
    <p:sldId id="298" r:id="rId26"/>
    <p:sldId id="299" r:id="rId27"/>
    <p:sldId id="300" r:id="rId28"/>
    <p:sldId id="301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14" autoAdjust="0"/>
    <p:restoredTop sz="38263" autoAdjust="0"/>
  </p:normalViewPr>
  <p:slideViewPr>
    <p:cSldViewPr>
      <p:cViewPr varScale="1">
        <p:scale>
          <a:sx n="43" d="100"/>
          <a:sy n="43" d="100"/>
        </p:scale>
        <p:origin x="79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33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67A60-B3F4-4EE2-AD08-C1E888F02291}" type="datetimeFigureOut">
              <a:rPr lang="fr-FR" smtClean="0"/>
              <a:pPr/>
              <a:t>23/12/2021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7D69E-96AD-4AF9-B966-A6DB492EB31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895954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69547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1375885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1813357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943871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144371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610992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831434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838344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1611899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117569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3001047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3457585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316430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r>
              <a:rPr lang="fr-FR" dirty="0"/>
              <a:t>2-  SONNEZ PIPEAUX ET MUSETTES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r>
              <a:rPr lang="fr-FR" dirty="0"/>
              <a:t>3-  CAR C'EST LA JOIE QU'ON APPORTE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r>
              <a:rPr lang="fr-FR" dirty="0"/>
              <a:t>4-  OUVREZ DONC GRAND VOS PORTES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5-  BATAILLE DE BOULES DE NEIGE ON RENTRE LA DINDE EST PRÊTE</a:t>
            </a:r>
            <a:br>
              <a:rPr lang="fr-FR" dirty="0"/>
            </a:br>
            <a:r>
              <a:rPr lang="fr-FR" dirty="0"/>
              <a:t>6-  APPORTANT LES CADEAUX OOOO RIANT AUX ÉCLATS</a:t>
            </a:r>
            <a:br>
              <a:rPr lang="fr-FR" dirty="0"/>
            </a:br>
            <a:r>
              <a:rPr lang="fr-FR" dirty="0"/>
              <a:t>7-  HA </a:t>
            </a:r>
            <a:r>
              <a:rPr lang="fr-FR" dirty="0" err="1"/>
              <a:t>HA</a:t>
            </a:r>
            <a:r>
              <a:rPr lang="fr-FR" dirty="0"/>
              <a:t> </a:t>
            </a:r>
            <a:r>
              <a:rPr lang="fr-FR" dirty="0" err="1"/>
              <a:t>HA</a:t>
            </a:r>
            <a:r>
              <a:rPr lang="fr-FR" dirty="0"/>
              <a:t>, ET PUIS ARRIVE MINUIT</a:t>
            </a:r>
            <a:br>
              <a:rPr lang="fr-FR" dirty="0"/>
            </a:br>
            <a:r>
              <a:rPr lang="fr-FR" dirty="0"/>
              <a:t>8-  LA FÊTE N’EST PAS FINIE CÉLÉBRONS LE ROI</a:t>
            </a:r>
            <a:br>
              <a:rPr lang="fr-FR" dirty="0"/>
            </a:br>
            <a:r>
              <a:rPr lang="fr-FR" dirty="0"/>
              <a:t>9-  DANS L’AMOUR ET DANS LA JOIE HEEEEY !</a:t>
            </a:r>
            <a:br>
              <a:rPr lang="fr-FR" dirty="0"/>
            </a:br>
            <a:r>
              <a:rPr lang="fr-FR" dirty="0"/>
              <a:t> 
10-  VIVE LE VENT, VIVE LE VENT VIVE LE VENT D’HIVER</a:t>
            </a:r>
            <a:br>
              <a:rPr lang="fr-FR" dirty="0"/>
            </a:br>
            <a:r>
              <a:rPr lang="fr-FR" dirty="0"/>
              <a:t>11-  QUI S’EN VA SIFFLANT SOUFFLANT DANS LES GRANDS SAPINS VERTS, HEY !</a:t>
            </a:r>
            <a:br>
              <a:rPr lang="fr-FR" dirty="0"/>
            </a:br>
            <a:r>
              <a:rPr lang="fr-FR" dirty="0"/>
              <a:t>12-  VIVE LE TEMPS, VIVE LE TEMPS VIVE LE TEMPS D’HIVER</a:t>
            </a:r>
            <a:br>
              <a:rPr lang="fr-FR" dirty="0"/>
            </a:br>
            <a:r>
              <a:rPr lang="fr-FR" dirty="0"/>
              <a:t>13-  C’EST NOËL, JOUR DE FÊTE DONNÉ PAR LE PÈRE</a:t>
            </a:r>
            <a:br>
              <a:rPr lang="fr-FR" dirty="0"/>
            </a:br>
            <a:r>
              <a:rPr lang="fr-FR" dirty="0"/>
              <a:t> 
14-  VIVE LE VENT, VIVE LE VENT VIVE LE VENT D’HIVER</a:t>
            </a:r>
            <a:br>
              <a:rPr lang="fr-FR" dirty="0"/>
            </a:br>
            <a:r>
              <a:rPr lang="fr-FR" dirty="0"/>
              <a:t> 
15-  HO </a:t>
            </a:r>
            <a:r>
              <a:rPr lang="fr-FR" dirty="0" err="1"/>
              <a:t>HO</a:t>
            </a:r>
            <a:r>
              <a:rPr lang="fr-FR" dirty="0"/>
              <a:t> </a:t>
            </a:r>
            <a:r>
              <a:rPr lang="fr-FR" dirty="0" err="1"/>
              <a:t>HO</a:t>
            </a:r>
            <a:r>
              <a:rPr lang="fr-FR" dirty="0"/>
              <a:t>   HI </a:t>
            </a:r>
            <a:r>
              <a:rPr lang="fr-FR" dirty="0" err="1"/>
              <a:t>HI</a:t>
            </a:r>
            <a:r>
              <a:rPr lang="fr-FR" dirty="0"/>
              <a:t> </a:t>
            </a:r>
            <a:r>
              <a:rPr lang="fr-FR" dirty="0" err="1"/>
              <a:t>HI</a:t>
            </a:r>
            <a:r>
              <a:rPr lang="fr-FR" dirty="0"/>
              <a:t>   HA  </a:t>
            </a:r>
            <a:r>
              <a:rPr lang="fr-FR" dirty="0" err="1"/>
              <a:t>HA</a:t>
            </a:r>
            <a:r>
              <a:rPr lang="fr-FR" dirty="0"/>
              <a:t> </a:t>
            </a:r>
            <a:r>
              <a:rPr lang="fr-FR" dirty="0" err="1"/>
              <a:t>HA</a:t>
            </a:r>
            <a:r>
              <a:rPr lang="fr-FR" dirty="0"/>
              <a:t>  HEY !</a:t>
            </a:r>
            <a:br>
              <a:rPr lang="fr-FR" dirty="0"/>
            </a:br>
            <a:r>
              <a:rPr lang="fr-FR" dirty="0"/>
              <a:t> 
16- 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–AAAAA</a:t>
            </a:r>
            <a:br>
              <a:rPr lang="fr-FR" dirty="0"/>
            </a:br>
            <a:r>
              <a:rPr lang="fr-FR" dirty="0"/>
              <a:t> 
17-  VIVE LE VENT, VIVE LE VENT VIVE LE VENT D’HIVER</a:t>
            </a:r>
            <a:br>
              <a:rPr lang="fr-FR" dirty="0"/>
            </a:br>
            <a:r>
              <a:rPr lang="fr-FR" dirty="0"/>
              <a:t> 
18- 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HEY !</a:t>
            </a:r>
            <a:br>
              <a:rPr lang="fr-FR" dirty="0"/>
            </a:br>
            <a:r>
              <a:rPr lang="fr-FR" dirty="0"/>
              <a:t> 
19-  SONNEZ PIPEAUX ET MUSETTES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  </a:t>
            </a:r>
          </a:p>
          <a:p>
            <a:r>
              <a:rPr lang="fr-FR" dirty="0"/>
              <a:t>
20-  C’EST SI BEAU, QUELLE JOIE IMMENSE</a:t>
            </a:r>
            <a:br>
              <a:rPr lang="fr-FR" dirty="0"/>
            </a:br>
            <a:r>
              <a:rPr lang="fr-FR" dirty="0"/>
              <a:t> 
21-  D’ÊTRE AVEC NOS FAMILLES PARTAGEANT CES MOMENTS UNIQUES</a:t>
            </a:r>
            <a:br>
              <a:rPr lang="fr-FR" dirty="0"/>
            </a:br>
            <a:r>
              <a:rPr lang="fr-FR" dirty="0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 dirty="0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31490619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41123776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379253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/>
              <a:t>1-  QUE L'ON CHANTE, QU'ON S'APPRÊTE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r>
              <a:rPr lang="fr-FR" dirty="0"/>
              <a:t>2-  SONNEZ PIPEAUX ET MUSETTES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r>
              <a:rPr lang="fr-FR" dirty="0"/>
              <a:t>3-  CAR C'EST LA JOIE QU'ON APPORTE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r>
              <a:rPr lang="fr-FR" dirty="0"/>
              <a:t>4-  OUVREZ DONC GRAND VOS PORTES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5-  BATAILLE DE BOULES DE NEIGE ON RENTRE LA DINDE EST PRÊTE</a:t>
            </a:r>
            <a:br>
              <a:rPr lang="fr-FR" dirty="0"/>
            </a:br>
            <a:r>
              <a:rPr lang="fr-FR" dirty="0"/>
              <a:t>6-  APPORTANT LES CADEAUX OOOO RIANT AUX ÉCLATS</a:t>
            </a:r>
            <a:br>
              <a:rPr lang="fr-FR" dirty="0"/>
            </a:br>
            <a:r>
              <a:rPr lang="fr-FR" dirty="0"/>
              <a:t>7-  HA </a:t>
            </a:r>
            <a:r>
              <a:rPr lang="fr-FR" dirty="0" err="1"/>
              <a:t>HA</a:t>
            </a:r>
            <a:r>
              <a:rPr lang="fr-FR" dirty="0"/>
              <a:t> </a:t>
            </a:r>
            <a:r>
              <a:rPr lang="fr-FR" dirty="0" err="1"/>
              <a:t>HA</a:t>
            </a:r>
            <a:r>
              <a:rPr lang="fr-FR" dirty="0"/>
              <a:t>, ET PUIS ARRIVE MINUIT</a:t>
            </a:r>
            <a:br>
              <a:rPr lang="fr-FR" dirty="0"/>
            </a:br>
            <a:r>
              <a:rPr lang="fr-FR" dirty="0"/>
              <a:t>8-  LA FÊTE N’EST PAS FINIE CÉLÉBRONS LE ROI</a:t>
            </a:r>
            <a:br>
              <a:rPr lang="fr-FR" dirty="0"/>
            </a:br>
            <a:r>
              <a:rPr lang="fr-FR" dirty="0"/>
              <a:t>9-  DANS L’AMOUR ET DANS LA JOIE HEEEEY !</a:t>
            </a:r>
            <a:br>
              <a:rPr lang="fr-FR" dirty="0"/>
            </a:br>
            <a:r>
              <a:rPr lang="fr-FR" dirty="0"/>
              <a:t> 
10-  VIVE LE VENT, VIVE LE VENT VIVE LE VENT D’HIVER</a:t>
            </a:r>
            <a:br>
              <a:rPr lang="fr-FR" dirty="0"/>
            </a:br>
            <a:r>
              <a:rPr lang="fr-FR" dirty="0"/>
              <a:t>11-  QUI S’EN VA SIFFLANT SOUFFLANT DANS LES GRANDS SAPINS VERTS, HEY !</a:t>
            </a:r>
            <a:br>
              <a:rPr lang="fr-FR" dirty="0"/>
            </a:br>
            <a:r>
              <a:rPr lang="fr-FR" dirty="0"/>
              <a:t>12-  VIVE LE TEMPS, VIVE LE TEMPS VIVE LE TEMPS D’HIVER</a:t>
            </a:r>
            <a:br>
              <a:rPr lang="fr-FR" dirty="0"/>
            </a:br>
            <a:r>
              <a:rPr lang="fr-FR" dirty="0"/>
              <a:t>13-  C’EST NOËL, JOUR DE FÊTE DONNÉ PAR LE PÈRE</a:t>
            </a:r>
            <a:br>
              <a:rPr lang="fr-FR" dirty="0"/>
            </a:br>
            <a:r>
              <a:rPr lang="fr-FR" dirty="0"/>
              <a:t> 
14-  VIVE LE VENT, VIVE LE VENT VIVE LE VENT D’HIVER</a:t>
            </a:r>
            <a:br>
              <a:rPr lang="fr-FR" dirty="0"/>
            </a:br>
            <a:r>
              <a:rPr lang="fr-FR" dirty="0"/>
              <a:t> 
15-  HO </a:t>
            </a:r>
            <a:r>
              <a:rPr lang="fr-FR" dirty="0" err="1"/>
              <a:t>HO</a:t>
            </a:r>
            <a:r>
              <a:rPr lang="fr-FR" dirty="0"/>
              <a:t> </a:t>
            </a:r>
            <a:r>
              <a:rPr lang="fr-FR" dirty="0" err="1"/>
              <a:t>HO</a:t>
            </a:r>
            <a:r>
              <a:rPr lang="fr-FR" dirty="0"/>
              <a:t>   HI </a:t>
            </a:r>
            <a:r>
              <a:rPr lang="fr-FR" dirty="0" err="1"/>
              <a:t>HI</a:t>
            </a:r>
            <a:r>
              <a:rPr lang="fr-FR" dirty="0"/>
              <a:t> </a:t>
            </a:r>
            <a:r>
              <a:rPr lang="fr-FR" dirty="0" err="1"/>
              <a:t>HI</a:t>
            </a:r>
            <a:r>
              <a:rPr lang="fr-FR" dirty="0"/>
              <a:t>   HA  </a:t>
            </a:r>
            <a:r>
              <a:rPr lang="fr-FR" dirty="0" err="1"/>
              <a:t>HA</a:t>
            </a:r>
            <a:r>
              <a:rPr lang="fr-FR" dirty="0"/>
              <a:t> </a:t>
            </a:r>
            <a:r>
              <a:rPr lang="fr-FR" dirty="0" err="1"/>
              <a:t>HA</a:t>
            </a:r>
            <a:r>
              <a:rPr lang="fr-FR" dirty="0"/>
              <a:t>  HEY !</a:t>
            </a:r>
            <a:br>
              <a:rPr lang="fr-FR" dirty="0"/>
            </a:br>
            <a:r>
              <a:rPr lang="fr-FR" dirty="0"/>
              <a:t> 
16- 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–AAAAA</a:t>
            </a:r>
            <a:br>
              <a:rPr lang="fr-FR" dirty="0"/>
            </a:br>
            <a:r>
              <a:rPr lang="fr-FR" dirty="0"/>
              <a:t> 
17-  VIVE LE VENT, VIVE LE VENT VIVE LE VENT D’HIVER</a:t>
            </a:r>
            <a:br>
              <a:rPr lang="fr-FR" dirty="0"/>
            </a:br>
            <a:r>
              <a:rPr lang="fr-FR" dirty="0"/>
              <a:t> 
18- 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HEY !</a:t>
            </a:r>
            <a:br>
              <a:rPr lang="fr-FR" dirty="0"/>
            </a:br>
            <a:r>
              <a:rPr lang="fr-FR" dirty="0"/>
              <a:t> 
19-  SONNEZ PIPEAUX ET MUSETTES FA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  </a:t>
            </a:r>
          </a:p>
          <a:p>
            <a:r>
              <a:rPr lang="fr-FR" dirty="0"/>
              <a:t>
20-  C’EST SI BEAU, QUELLE JOIE IMMENSE</a:t>
            </a:r>
            <a:br>
              <a:rPr lang="fr-FR" dirty="0"/>
            </a:br>
            <a:r>
              <a:rPr lang="fr-FR" dirty="0"/>
              <a:t> 
21-  D’ÊTRE AVEC NOS FAMILLES PARTAGEANT CES MOMENTS UNIQUES</a:t>
            </a:r>
            <a:br>
              <a:rPr lang="fr-FR" dirty="0"/>
            </a:br>
            <a:r>
              <a:rPr lang="fr-FR" dirty="0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 dirty="0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34486371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9371425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4042936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1895651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144498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0381740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QUE L'ON CHANTE, QU'ON S'APPRÊTE FA LA LA LA LA LA LA LA LA </a:t>
            </a:r>
          </a:p>
          <a:p>
            <a:r>
              <a:rPr lang="fr-FR"/>
              <a:t>2-  SONNEZ PIPEAUX ET MUSETTES FA LA LA LA LA LA LA LA LA </a:t>
            </a:r>
          </a:p>
          <a:p>
            <a:r>
              <a:rPr lang="fr-FR"/>
              <a:t>3-  CAR C'EST LA JOIE QU'ON APPORTE FA LA LA LA LA LA LA LA LA </a:t>
            </a:r>
          </a:p>
          <a:p>
            <a:r>
              <a:rPr lang="fr-FR"/>
              <a:t>4-  OUVREZ DONC GRAND VOS PORTES FA LA LA LA LA LA LA LA LA </a:t>
            </a:r>
          </a:p>
          <a:p>
            <a:endParaRPr lang="fr-FR"/>
          </a:p>
          <a:p>
            <a:r>
              <a:rPr lang="fr-FR"/>
              <a:t>5-  BATAILLE DE BOULES DE NEIGE ON RENTRE LA DINDE EST PRÊTE</a:t>
            </a:r>
            <a:br>
              <a:rPr lang="fr-FR"/>
            </a:br>
            <a:r>
              <a:rPr lang="fr-FR"/>
              <a:t>6-  APPORTANT LES CADEAUX OOOO RIANT AUX ÉCLATS</a:t>
            </a:r>
            <a:br>
              <a:rPr lang="fr-FR"/>
            </a:br>
            <a:r>
              <a:rPr lang="fr-FR"/>
              <a:t>7-  HA HA HA, ET PUIS ARRIVE MINUIT</a:t>
            </a:r>
            <a:br>
              <a:rPr lang="fr-FR"/>
            </a:br>
            <a:r>
              <a:rPr lang="fr-FR"/>
              <a:t>8-  LA FÊTE N’EST PAS FINIE CÉLÉBRONS LE ROI</a:t>
            </a:r>
            <a:br>
              <a:rPr lang="fr-FR"/>
            </a:br>
            <a:r>
              <a:rPr lang="fr-FR"/>
              <a:t>9-  DANS L’AMOUR ET DANS LA JOIE HEEEEY !</a:t>
            </a:r>
            <a:br>
              <a:rPr lang="fr-FR"/>
            </a:br>
            <a:r>
              <a:rPr lang="fr-FR"/>
              <a:t> 
10-  VIVE LE VENT, VIVE LE VENT VIVE LE VENT D’HIVER</a:t>
            </a:r>
            <a:br>
              <a:rPr lang="fr-FR"/>
            </a:br>
            <a:r>
              <a:rPr lang="fr-FR"/>
              <a:t>11-  QUI S’EN VA SIFFLANT SOUFFLANT DANS LES GRANDS SAPINS VERTS, HEY !</a:t>
            </a:r>
            <a:br>
              <a:rPr lang="fr-FR"/>
            </a:br>
            <a:r>
              <a:rPr lang="fr-FR"/>
              <a:t>12-  VIVE LE TEMPS, VIVE LE TEMPS VIVE LE TEMPS D’HIVER</a:t>
            </a:r>
            <a:br>
              <a:rPr lang="fr-FR"/>
            </a:br>
            <a:r>
              <a:rPr lang="fr-FR"/>
              <a:t>13-  C’EST NOËL, JOUR DE FÊTE DONNÉ PAR LE PÈRE</a:t>
            </a:r>
            <a:br>
              <a:rPr lang="fr-FR"/>
            </a:br>
            <a:r>
              <a:rPr lang="fr-FR"/>
              <a:t> 
14-  VIVE LE VENT, VIVE LE VENT VIVE LE VENT D’HIVER</a:t>
            </a:r>
            <a:br>
              <a:rPr lang="fr-FR"/>
            </a:br>
            <a:r>
              <a:rPr lang="fr-FR"/>
              <a:t> 
15-  HO HO HO   HI HI HI   HA  HA HA  HEY !</a:t>
            </a:r>
            <a:br>
              <a:rPr lang="fr-FR"/>
            </a:br>
            <a:r>
              <a:rPr lang="fr-FR"/>
              <a:t> 
16-  FA LA LA LA LA LA LA LA FA LA LA LA LA LA LA LA –AAAAA</a:t>
            </a:r>
            <a:br>
              <a:rPr lang="fr-FR"/>
            </a:br>
            <a:r>
              <a:rPr lang="fr-FR"/>
              <a:t> 
17-  VIVE LE VENT, VIVE LE VENT VIVE LE VENT D’HIVER</a:t>
            </a:r>
            <a:br>
              <a:rPr lang="fr-FR"/>
            </a:br>
            <a:r>
              <a:rPr lang="fr-FR"/>
              <a:t> 
18-  FA LA LA LA LA LA LA LA HEY !</a:t>
            </a:r>
            <a:br>
              <a:rPr lang="fr-FR"/>
            </a:br>
            <a:r>
              <a:rPr lang="fr-FR"/>
              <a:t> 
19-  SONNEZ PIPEAUX ET MUSETTES FA LA LA LA LA LA LA  </a:t>
            </a:r>
          </a:p>
          <a:p>
            <a:r>
              <a:rPr lang="fr-FR"/>
              <a:t>
20-  C’EST SI BEAU, QUELLE JOIE IMMENSE</a:t>
            </a:r>
            <a:br>
              <a:rPr lang="fr-FR"/>
            </a:br>
            <a:r>
              <a:rPr lang="fr-FR"/>
              <a:t> 
21-  D’ÊTRE AVEC NOS FAMILLES PARTAGEANT CES MOMENTS UNIQUES</a:t>
            </a:r>
            <a:br>
              <a:rPr lang="fr-FR"/>
            </a:br>
            <a:r>
              <a:rPr lang="fr-FR"/>
              <a:t> 
22-  VIVE LE VENT
23-  VIVE LE VENT, VIVE LE VENT VIVE LE VENT D’HIVER 
24-  QUI S’EN VA SIFFLANT SOUFFLANT DANS LES GRANDS SAPINS VERTS  HEY ! </a:t>
            </a:r>
          </a:p>
          <a:p>
            <a:r>
              <a:rPr lang="fr-FR"/>
              <a:t>
25-  VIVE LE TEMPS, VIVE LE TEMPS VIVE LE TEMPS D’HIVER 
26-  C’EST NOËL, JOUR DE FÊTE DONNÉ  PAR  LE PÈRE 
27-  QUE L'ON CHANTE, QU'ON S'APPRÊTE 
28-  VIVE LE, VIVE LE, VIVE LE, VIVE LE VENT ! 
</a:t>
            </a:r>
          </a:p>
        </p:txBody>
      </p:sp>
    </p:spTree>
    <p:extLst>
      <p:ext uri="{BB962C8B-B14F-4D97-AF65-F5344CB8AC3E}">
        <p14:creationId xmlns:p14="http://schemas.microsoft.com/office/powerpoint/2010/main" val="29631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15D18-B2F6-4AF1-A66C-FAF51CCEF6C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3BD61-40B3-4322-876C-CF74E745BC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7ADED-03DF-46A1-AA9A-D0849D4C5B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D2B37-082F-4B14-8A7E-9F4B69D576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D03D1-3412-4C73-977B-77841B1C0DC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E9449-F71C-47F5-A268-1FBB29A1E4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5C3D4-6200-4AFD-826D-96939599BE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55B1B-88E4-4EE1-94FA-9E053738E8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C399E-70E6-4B09-A954-5236D714A7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BC0EF-83C0-4682-A271-C38FE11E8C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9F850-7113-44BC-9E08-9B3C41D411B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6DC69E-5300-41CE-89C9-D6015570A39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L'ON CHANTE, QU'ON S'APPRÊTE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LA LA LA LA LA LA 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SONNEZ PIPEAUX ET MUSETTES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LA LA LA LA LA LA 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LA JOIE QU'ON APPORTE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LA LA LA LA LA LA 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OUVREZ DONC GRAND VOS PORTES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BATAILLE DE BOULES DE NEIGE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RENTRE LA DINDE EST PRÊTE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7055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APPORTANT LES CADEAUX OOOO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RIANT AUX ÉCLATS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6584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ET PUIS ARRIVE MINUIT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2355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FÊTE N’EST PAS FINIE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CÉLÉBRONS LE ROI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7349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L’AMOUR ET DANS LA JOIE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HEEEEY !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2051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VENT, VIVE LE VENT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 D’HIVER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36482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S’EN VA SIFFLANT SOUFFLANT DANS LES GRANDS SAPINS VERTS, HEY !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6735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TEMPS, VIVE LE TEMPS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TEMPS D’HIVER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26176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NOËL, JOUR DE FÊTE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DONNÉ PAR LE PÈRE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48476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VENT, VIVE LE VENT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 D’HIVER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4282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 HO HO   HI HI HI   HA  HA HA </a:t>
            </a:r>
            <a:b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HEY !</a:t>
            </a:r>
            <a:b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59506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 LA LA LA LA LA LA LA</a:t>
            </a:r>
            <a:b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6484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VENT, VIVE LE VENT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 D’HIVER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65477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HEY !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5551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SONNEZ PIPEAUX ET MUSETTES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96375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SI BEAU, QUELLE JOIE IMMENSE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3119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D’ÊTRE AVEC NOS FAMILLES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PARTAGEANT CES MOMENTS UNIQUES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0980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3939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VENT, VIVE LE VENT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VENT D’HIVER</a:t>
            </a:r>
          </a:p>
        </p:txBody>
      </p:sp>
    </p:spTree>
    <p:extLst>
      <p:ext uri="{BB962C8B-B14F-4D97-AF65-F5344CB8AC3E}">
        <p14:creationId xmlns:p14="http://schemas.microsoft.com/office/powerpoint/2010/main" val="3317906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S’EN VA SIFFLANT SOUFFLANT DANS LES GRANDS SAPINS VERTS  HEY !</a:t>
            </a:r>
          </a:p>
        </p:txBody>
      </p:sp>
    </p:spTree>
    <p:extLst>
      <p:ext uri="{BB962C8B-B14F-4D97-AF65-F5344CB8AC3E}">
        <p14:creationId xmlns:p14="http://schemas.microsoft.com/office/powerpoint/2010/main" val="2535918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TEMPS, VIVE LE TEMPS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 TEMPS D’HIVER</a:t>
            </a:r>
          </a:p>
        </p:txBody>
      </p:sp>
    </p:spTree>
    <p:extLst>
      <p:ext uri="{BB962C8B-B14F-4D97-AF65-F5344CB8AC3E}">
        <p14:creationId xmlns:p14="http://schemas.microsoft.com/office/powerpoint/2010/main" val="1478746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NOËL, JOUR DE FÊTE DONNÉ  PAR  LE PÈRE</a:t>
            </a:r>
          </a:p>
        </p:txBody>
      </p:sp>
    </p:spTree>
    <p:extLst>
      <p:ext uri="{BB962C8B-B14F-4D97-AF65-F5344CB8AC3E}">
        <p14:creationId xmlns:p14="http://schemas.microsoft.com/office/powerpoint/2010/main" val="1606916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L'ON CHANTE, QU'ON S'APPRÊTE</a:t>
            </a:r>
          </a:p>
        </p:txBody>
      </p:sp>
    </p:spTree>
    <p:extLst>
      <p:ext uri="{BB962C8B-B14F-4D97-AF65-F5344CB8AC3E}">
        <p14:creationId xmlns:p14="http://schemas.microsoft.com/office/powerpoint/2010/main" val="906645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LE, VIVE LE, VIVE LE, VIVE LE VENT !</a:t>
            </a:r>
          </a:p>
        </p:txBody>
      </p:sp>
    </p:spTree>
    <p:extLst>
      <p:ext uri="{BB962C8B-B14F-4D97-AF65-F5344CB8AC3E}">
        <p14:creationId xmlns:p14="http://schemas.microsoft.com/office/powerpoint/2010/main" val="416930223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20934</Words>
  <Application>Microsoft Office PowerPoint</Application>
  <PresentationFormat>Affichage à l'écran (4:3)</PresentationFormat>
  <Paragraphs>476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Calibri</vt:lpstr>
      <vt:lpstr>Franklin Gothic Medium</vt:lpstr>
      <vt:lpstr>Default Design</vt:lpstr>
      <vt:lpstr>QUE L'ON CHANTE, QU'ON S'APPRÊTE FA LA LA LA LA LA LA LA LA</vt:lpstr>
      <vt:lpstr>SONNEZ PIPEAUX ET MUSETTES FA LA LA LA LA LA LA LA LA</vt:lpstr>
      <vt:lpstr>CAR C'EST LA JOIE QU'ON APPORTE FA LA LA LA LA LA LA LA LA</vt:lpstr>
      <vt:lpstr>OUVREZ DONC GRAND VOS PORTES FA LA LA LA LA LA LA LA LA</vt:lpstr>
      <vt:lpstr>BATAILLE DE BOULES DE NEIGE ON RENTRE LA DINDE EST PRÊTE </vt:lpstr>
      <vt:lpstr>APPORTANT LES CADEAUX OOOO RIANT AUX ÉCLATS </vt:lpstr>
      <vt:lpstr>HA HA HA, ET PUIS ARRIVE MINUIT </vt:lpstr>
      <vt:lpstr>LA FÊTE N’EST PAS FINIE CÉLÉBRONS LE ROI </vt:lpstr>
      <vt:lpstr>DANS L’AMOUR ET DANS LA JOIE HEEEEY ! </vt:lpstr>
      <vt:lpstr>VIVE LE VENT, VIVE LE VENT VIVE LE VENT D’HIVER </vt:lpstr>
      <vt:lpstr>QUI S’EN VA SIFFLANT SOUFFLANT DANS LES GRANDS SAPINS VERTS, HEY ! </vt:lpstr>
      <vt:lpstr>VIVE LE TEMPS, VIVE LE TEMPS VIVE LE TEMPS D’HIVER </vt:lpstr>
      <vt:lpstr>C’EST NOËL, JOUR DE FÊTE DONNÉ PAR LE PÈRE </vt:lpstr>
      <vt:lpstr>VIVE LE VENT, VIVE LE VENT VIVE LE VENT D’HIVER </vt:lpstr>
      <vt:lpstr>HO HO HO   HI HI HI   HA  HA HA  HEY ! </vt:lpstr>
      <vt:lpstr>FA LA LA LA LA LA LA LA </vt:lpstr>
      <vt:lpstr>VIVE LE VENT, VIVE LE VENT VIVE LE VENT D’HIVER </vt:lpstr>
      <vt:lpstr>FA LA LA LA LA LA LA LA   HEY ! </vt:lpstr>
      <vt:lpstr>SONNEZ PIPEAUX ET MUSETTES FA LA LA LA LA LA LA   </vt:lpstr>
      <vt:lpstr>C’EST SI BEAU, QUELLE JOIE IMMENSE </vt:lpstr>
      <vt:lpstr>D’ÊTRE AVEC NOS FAMILLES PARTAGEANT CES MOMENTS UNIQUES  </vt:lpstr>
      <vt:lpstr>VIVE LE VENT </vt:lpstr>
      <vt:lpstr>VIVE LE VENT, VIVE LE VENT VIVE LE VENT D’HIVER</vt:lpstr>
      <vt:lpstr>QUI S’EN VA SIFFLANT SOUFFLANT DANS LES GRANDS SAPINS VERTS  HEY !</vt:lpstr>
      <vt:lpstr>VIVE LE TEMPS, VIVE LE TEMPS VIVE LE TEMPS D’HIVER</vt:lpstr>
      <vt:lpstr>C’EST NOËL, JOUR DE FÊTE DONNÉ  PAR  LE PÈRE</vt:lpstr>
      <vt:lpstr>QUE L'ON CHANTE, QU'ON S'APPRÊTE</vt:lpstr>
      <vt:lpstr>VIVE LE, VIVE LE, VIVE LE, VIVE LE VENT !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121</cp:revision>
  <dcterms:created xsi:type="dcterms:W3CDTF">2002-08-17T10:50:50Z</dcterms:created>
  <dcterms:modified xsi:type="dcterms:W3CDTF">2021-12-23T21:33:45Z</dcterms:modified>
</cp:coreProperties>
</file>