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78" r:id="rId4"/>
    <p:sldId id="266" r:id="rId5"/>
    <p:sldId id="268" r:id="rId6"/>
    <p:sldId id="279" r:id="rId7"/>
    <p:sldId id="286" r:id="rId8"/>
    <p:sldId id="269" r:id="rId9"/>
    <p:sldId id="270" r:id="rId10"/>
    <p:sldId id="280" r:id="rId11"/>
    <p:sldId id="283" r:id="rId12"/>
    <p:sldId id="284" r:id="rId13"/>
    <p:sldId id="285" r:id="rId14"/>
    <p:sldId id="282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4" autoAdjust="0"/>
    <p:restoredTop sz="51402" autoAdjust="0"/>
  </p:normalViewPr>
  <p:slideViewPr>
    <p:cSldViewPr>
      <p:cViewPr varScale="1">
        <p:scale>
          <a:sx n="34" d="100"/>
          <a:sy n="34" d="100"/>
        </p:scale>
        <p:origin x="-53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64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E6E1E66-B53D-4DA4-A8A7-4FC6B629C4E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6BD2E4E-8D6E-46E7-90EC-52F8797CD3D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Couplet 1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BERGERS, QUITTEZ VOS RETRAITES UNISSEZ-VOUS À NOS CONCERTS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ET QUE VOS TENDRES MUSETTES FASSENT RETENTIR DANS LES AIRS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6- GLO......RIA IN EXCELSIS DEO,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7-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3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ANNONCENT LA NAISSANCE DU SAINT RÉDEMPTEUR D’ISRAËL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EMPREINTS DE RECONNAISSANCE CHANTENT NOËL, JOYEUX NOËL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10-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Couplet 4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LES ANGES DANS NOS CAMPAGNES ONT ENTONNÉ L’HYMNE DES CIEUX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ET L’ÉCHO DE NOS MONTAGNES REDIT CE CHANT MÉLODIEUX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Refrain: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GLO......RIA IN EXCELSIS DEO GLO......RIA IN EXCELSIS DEO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GLORIA!!!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LES ANGES DANS NOS CAMPAGNES ONT ENTONNÉ L’HYMNE DES CIEUX</a:t>
            </a:r>
          </a:p>
          <a:p>
            <a:r>
              <a:rPr lang="fr-FR" smtClean="0"/>
              <a:t>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GLO......RIA IN EXCELSIS DEO GLO......RIA IN EXCELSIS DEO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4-  BERGERS, QUITTEZ VOS RETRAITES UNISSEZ-VOUS À NOS CONCERTS </a:t>
            </a:r>
          </a:p>
          <a:p>
            <a:r>
              <a:rPr lang="fr-FR" smtClean="0"/>
              <a:t>5-  ET QUE VOS TENDRES MUSETTES FASSENT RETENTIR DANS LES AIRS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GLO......RIA IN EXCELSIS DEO, GLO......RIA IN EXCELSIS DEO</a:t>
            </a:r>
          </a:p>
          <a:p>
            <a:r>
              <a:rPr lang="fr-FR" smtClean="0"/>
              <a:t>	7- IN EXCELSIS DEO</a:t>
            </a:r>
          </a:p>
          <a:p>
            <a:r>
              <a:rPr lang="fr-FR" smtClean="0"/>
              <a:t>Couplet 3</a:t>
            </a:r>
          </a:p>
          <a:p>
            <a:r>
              <a:rPr lang="fr-FR" smtClean="0"/>
              <a:t>8-  ILS ANNONCENT LA NAISSANCE DU SAINT RÉDEMPTEUR D’ISRAËL</a:t>
            </a:r>
          </a:p>
          <a:p>
            <a:r>
              <a:rPr lang="fr-FR" smtClean="0"/>
              <a:t>9-  EMPREINTS DE RECONNAISSANCE CHANTENT NOËL, JOYEUX NOËL</a:t>
            </a:r>
          </a:p>
          <a:p>
            <a:endParaRPr lang="fr-FR" smtClean="0"/>
          </a:p>
          <a:p>
            <a:r>
              <a:rPr lang="fr-FR" smtClean="0"/>
              <a:t>	10-  GLO......RIA IN EXCELSIS DEO GLO......RIA IN EXCELSIS DEO</a:t>
            </a:r>
          </a:p>
          <a:p>
            <a:r>
              <a:rPr lang="fr-FR" smtClean="0"/>
              <a:t>Couplet 4</a:t>
            </a:r>
          </a:p>
          <a:p>
            <a:r>
              <a:rPr lang="fr-FR" smtClean="0"/>
              <a:t>11-  LES ANGES DANS NOS CAMPAGNES ONT ENTONNÉ L’HYMNE DES CIEUX</a:t>
            </a:r>
          </a:p>
          <a:p>
            <a:r>
              <a:rPr lang="fr-FR" smtClean="0"/>
              <a:t>12-  ET L’ÉCHO DE NOS MONTAGNES REDIT CE CHANT MÉLODIEUX</a:t>
            </a:r>
          </a:p>
          <a:p>
            <a:endParaRPr lang="fr-FR" smtClean="0"/>
          </a:p>
          <a:p>
            <a:r>
              <a:rPr lang="fr-FR" smtClean="0"/>
              <a:t>	Refrain:	</a:t>
            </a:r>
          </a:p>
          <a:p>
            <a:r>
              <a:rPr lang="fr-FR" smtClean="0"/>
              <a:t>	13-  GLO......RIA IN EXCELSIS DEO GLO......RIA IN EXCELSIS DEO</a:t>
            </a:r>
          </a:p>
          <a:p>
            <a:endParaRPr lang="fr-FR" smtClean="0"/>
          </a:p>
          <a:p>
            <a:r>
              <a:rPr lang="fr-FR" smtClean="0"/>
              <a:t>14-  GLORIA!!!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D6C20-648C-40F4-8936-9FEE6EA783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BB7AC-4019-4436-8744-D44D515F7E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8AB4C-628C-405C-AE3B-89407EBE15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5AC65-3C4B-4F90-BD17-0E5729D6C4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118499-482B-4948-945D-6C2EA1D497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35B60-F621-4DE1-8604-00EC0D1550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867AD-9B04-4138-84F9-4E8D16AAF4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C513B-C6FB-424C-A957-132FDA94DA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FE8B8-5DA5-41F5-83EB-2CB43821E5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966BA9-7F3D-4C41-B051-F3C449785F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460EC-FF55-4002-B10D-051D3F5F76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6ED6C42-2776-4412-A709-B653F2DEFF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DANS NOS CAMPAGNES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ONT ENTONNÉ L’HYMNE DES CIEUX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L’ÉCHO DE NOS MONTAGNES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REDIT CE CHANT MÉLODIEUX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BERGERS, QUITTEZ VOS RETRAITES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UNISSEZ-VOUS À NOS CONCERTS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VOS TENDRES MUSETTES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FASSENT RETENTIR DANS LES AIRS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IN EXCELSIS DEO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ANNONCENT LA NAISSANCE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SAINT RÉDEMPTEUR D’ISRAËL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EMPREINTS DE RECONNAISSANCE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CHANTENT NOËL, JOYEUX NOËL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DANS NOS CAMPAGNES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ONT ENTONNÉ L’HYMNE DES CIEUX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L’ÉCHO DE NOS MONTAGNES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REDIT CE CHANT MÉLODIEUX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GLO......RIA IN EXCELSIS DEO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GLORIA!!!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770</Words>
  <Application>Microsoft Office PowerPoint</Application>
  <PresentationFormat>On-screen Show (4:3)</PresentationFormat>
  <Paragraphs>754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Brandon</cp:lastModifiedBy>
  <cp:revision>30</cp:revision>
  <dcterms:created xsi:type="dcterms:W3CDTF">2002-08-17T11:00:44Z</dcterms:created>
  <dcterms:modified xsi:type="dcterms:W3CDTF">2014-12-17T19:57:51Z</dcterms:modified>
</cp:coreProperties>
</file>