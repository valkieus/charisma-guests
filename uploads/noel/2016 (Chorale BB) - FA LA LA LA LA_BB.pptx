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44" d="100"/>
          <a:sy n="44" d="100"/>
        </p:scale>
        <p:origin x="-3654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935DD1F-86F0-412C-9A14-1ABCE2DB967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B7F5603-35F5-49CD-8E14-C883F74040F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FA LA LA FA LA LA LA LA !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 L'ON CHANTE, QU'ON S'APPRÊTE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2-  SONNEZ PIPEAUX ET MUSETTES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3-  CAR C'EST LA JOIE QU'ON APPORTE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4-  OUVREZ DONC GRAND VOS PORTES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*****Couper*******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DANS LES VILLES ET LES VILLAGES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6-  RÉPANDONS NOTRE MESSAGE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7-  PROCLAMONS LA JOIE PROFONDE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8-  QUE DIEU A DONNÉE AU MONDE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VOICI LES CLOCHES QUI SONNENT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10-  QUE LE NOUVEL AN NOUS DONNE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11-  UN CŒUR REMPLI DE TENDRESSE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12-  C'EST LA PLUS BELLE RICHESSE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13-  C’EST LA PLUS BELLE RICHESSE  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14-  QUE L’ON CHANTE, QU’ON S’APPRÊTE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FA LA </a:t>
            </a:r>
            <a:r>
              <a:rPr lang="fr-FR" dirty="0" err="1" smtClean="0"/>
              <a:t>LA</a:t>
            </a:r>
            <a:r>
              <a:rPr lang="fr-FR" dirty="0" smtClean="0"/>
              <a:t> FA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 ! 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QUE L'ON CHANTE, QU'ON S'APPRÊTE FA LA LA LA LA LA LA LA LA 
2-  SONNEZ PIPEAUX ET MUSETTES FA LA LA LA LA LA LA LA LA 
3-  CAR C'EST LA JOIE QU'ON APPORTE FA LA LA LA LA LA LA LA LA 
4-  OUVREZ DONC GRAND VOS PORTES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	*****Couper*******</a:t>
            </a:r>
          </a:p>
          <a:p>
            <a:endParaRPr lang="fr-FR" altLang="en-US" smtClean="0"/>
          </a:p>
          <a:p>
            <a:r>
              <a:rPr lang="fr-FR" altLang="en-US" smtClean="0"/>
              <a:t>5-  DANS LES VILLES ET LES VILLAGES FA LA LA LA LA LA LA LA LA 
6-  RÉPANDONS NOTRE MESSAGE FA LA LA LA LA LA LA LA LA 
7-  PROCLAMONS LA JOIE PROFONDE FA LA LA LA LA LA LA LA LA 
8-  QUE DIEU A DONNÉE AU MONDE FA LA LA LA LA LA LA LA LA </a:t>
            </a:r>
          </a:p>
          <a:p>
            <a:endParaRPr lang="fr-FR" altLang="en-US" smtClean="0"/>
          </a:p>
          <a:p>
            <a:r>
              <a:rPr lang="fr-FR" altLang="en-US" smtClean="0"/>
              <a:t>9-  VOICI LES CLOCHES QUI SONNENT FA LA LA LA LA LA LA LA LA 
10-  QUE LE NOUVEL AN NOUS DONNE FA LA LA LA LA LA LA LA LA 
11-  UN CŒUR REMPLI DE TENDRESSE FA LA LA LA LA LA LA LA LA 
12-  C'EST LA PLUS BELLE RICHESSE FA LA LA LA LA LA LA LA LA LA 
13-  C’EST LA PLUS BELLE RICHESSE  FA LA LA LA 
14-  QUE L’ON CHANTE, QU’ON S’APPRÊTE </a:t>
            </a:r>
          </a:p>
          <a:p>
            <a:endParaRPr lang="fr-FR" altLang="en-US" smtClean="0"/>
          </a:p>
          <a:p>
            <a:r>
              <a:rPr lang="fr-FR" altLang="en-US" smtClean="0"/>
              <a:t>15-  FA LA LA FA LA LA LA LA !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D03AB-EEB9-4568-8DF6-A0C5AA82F1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3DD7-C218-433D-A2B5-1F61B2AE31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8088E-36D8-4E76-A48B-CB53FA913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C6833-0AAB-47D6-A09C-AD62928118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43E3B7-A864-4F9C-B917-EB498D81E0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BB38-6E4E-4648-B2CE-9D3635376D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C3B07-D9E5-492B-BE2E-5A571B5682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04F4-BB2A-468A-B925-CE4B9B035E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43E10-ECBA-4D0B-9F87-3B3B17B1EB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0A859-4251-4A28-A8C8-A20BDDC000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E8EBC-486A-4302-A237-8F26729438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0E978F1-A76A-4B27-9338-BC39338614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L'ON CHANTE, QU'ON S'APPRÊTE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SONNEZ PIPEAUX ET MUSETTES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LA JOIE QU'ON APPORTE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OUVREZ DONC GRAND VOS PORTES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VILLES ET LES VILLAGES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RÉPANDONS NOTRE MESSAGE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PROCLAMONS LA JOIE PROFONDE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DIEU A DONNÉE AU MONDE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LES CLOCHES QUI SONNENT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NOUVEL AN NOUS DONNE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CŒUR REMPLI DE TENDRESSE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LA PLUS BELLE RICHESSE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LA PLUS BELLE RICHESSE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FA LA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L’ON CHANTE, QU’ON S’APPRÊTE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LA</a:t>
            </a:r>
          </a:p>
          <a:p>
            <a:pPr algn="ctr">
              <a:defRPr/>
            </a:pP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 LA LA LA LA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669</Words>
  <Application>Microsoft Office PowerPoint</Application>
  <PresentationFormat>On-screen Show (4:3)</PresentationFormat>
  <Paragraphs>299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128</cp:revision>
  <dcterms:created xsi:type="dcterms:W3CDTF">2002-08-17T10:50:50Z</dcterms:created>
  <dcterms:modified xsi:type="dcterms:W3CDTF">2016-12-23T11:57:36Z</dcterms:modified>
</cp:coreProperties>
</file>