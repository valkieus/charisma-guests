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4" r:id="rId2"/>
    <p:sldId id="267" r:id="rId3"/>
    <p:sldId id="265" r:id="rId4"/>
    <p:sldId id="266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59" autoAdjust="0"/>
    <p:restoredTop sz="90945"/>
  </p:normalViewPr>
  <p:slideViewPr>
    <p:cSldViewPr>
      <p:cViewPr varScale="1">
        <p:scale>
          <a:sx n="58" d="100"/>
          <a:sy n="58" d="100"/>
        </p:scale>
        <p:origin x="216" y="1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D704B9-B7E0-45F8-A485-0646E779284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7DAD11-D26F-47F5-83F7-6BB7932F3280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7DAD11-D26F-47F5-83F7-6BB7932F3280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56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029B2F-574C-4082-988B-9E5DBBC0F9E4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3ECE5-EDDB-4565-8E2A-8E81425249AB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A41BE-A497-4B72-B738-19D3E6924E5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8CA69-8186-4CD6-8C53-DC125DCCBA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35592-9E3B-46B2-AFCD-5F107071D0F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87A73-F0F7-4602-A5CB-EE1D5D69063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D43E7-0310-4B53-9F9C-22FDA74F23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12EFC-D195-4076-8FFC-F3C509D4287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BB9AA-16A9-4913-A4F8-5FE442CBCAD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E38D4-3039-435E-A034-0A60A9DEB71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FB628-42F3-4158-8BBB-CE296D7BAB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10222-6474-4110-BB4D-A35E1ACA229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D8A90-8535-4946-957A-ECD750A8679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7D82EC5-E47B-4491-AC3D-51AAFDDE81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JOIE X3 CHANTE JOIE !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JOIE X3 CHANTE JOIE !</a:t>
            </a:r>
          </a:p>
          <a:p>
            <a:pPr algn="ctr"/>
            <a:endParaRPr lang="en-GB" sz="2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JOIE DANS LE MONDE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LE SEIGNEUR VIENT !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LA TERRE REÇOIT LE ROI</a:t>
            </a:r>
          </a:p>
          <a:p>
            <a:pPr algn="ctr"/>
            <a:endParaRPr lang="en-GB" sz="1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QUE TOUS LES CŒURS LE LOUENT  </a:t>
            </a:r>
            <a:r>
              <a:rPr lang="en-GB" sz="2000" dirty="0">
                <a:solidFill>
                  <a:srgbClr val="DDDDDD"/>
                </a:solidFill>
                <a:latin typeface="Arial Black" pitchFamily="34" charset="0"/>
              </a:rPr>
              <a:t>x2</a:t>
            </a:r>
          </a:p>
          <a:p>
            <a:pPr algn="ctr">
              <a:spcBef>
                <a:spcPct val="50000"/>
              </a:spcBef>
            </a:pPr>
            <a:endParaRPr lang="en-GB" sz="500" b="1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LE CIEL, LA NATURE CHANTENT </a:t>
            </a:r>
            <a:r>
              <a:rPr lang="en-GB" sz="2000" dirty="0">
                <a:solidFill>
                  <a:srgbClr val="DDDDDD"/>
                </a:solidFill>
                <a:latin typeface="Arial Black" pitchFamily="34" charset="0"/>
              </a:rPr>
              <a:t>x2</a:t>
            </a:r>
            <a:endParaRPr lang="fr-FR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fr-FR" sz="1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LE CIEL, OUI LE CIEL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LA NATURE CHANTENT</a:t>
            </a:r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 </a:t>
            </a:r>
          </a:p>
          <a:p>
            <a:pPr algn="ctr"/>
            <a:endParaRPr lang="en-GB" sz="2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JOIE,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</a:t>
            </a:r>
          </a:p>
          <a:p>
            <a:pPr algn="ctr"/>
            <a:endParaRPr lang="en-GB" sz="1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GB" sz="1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JOIE SUR LA TERRE LE SAUVEUR RÈGNE !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LES HOMMES ENTONNENT LEURS CHANTS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LES RIVIÈRES ET LES CHAMPS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LES COLLINES ET LES PLAINES</a:t>
            </a:r>
          </a:p>
          <a:p>
            <a:pPr algn="ctr"/>
            <a:endParaRPr lang="en-GB" sz="5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5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QUI FONT UN BRUIT JOYEUX  </a:t>
            </a:r>
            <a:r>
              <a:rPr lang="fr-FR" sz="2000" dirty="0">
                <a:solidFill>
                  <a:srgbClr val="DDDDDD"/>
                </a:solidFill>
                <a:latin typeface="Arial Black" pitchFamily="34" charset="0"/>
              </a:rPr>
              <a:t>x2</a:t>
            </a:r>
          </a:p>
          <a:p>
            <a:pPr algn="ctr"/>
            <a:endParaRPr lang="fr-FR" sz="5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fr-FR" sz="5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QUI FONT, OUI ILS FONT 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UN BRUIT JOYEUX</a:t>
            </a:r>
          </a:p>
          <a:p>
            <a:pPr algn="ctr"/>
            <a:endParaRPr lang="fr-FR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BRUIT JOYEUX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BRUIT – JOY- EUX</a:t>
            </a:r>
          </a:p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565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LES HOMMES, LES ANGES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ILS CHANTENT 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LES HOMMES, LES ANGES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ILS CHANTENT 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CHANTENT 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CHANTENT 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CHANTENT 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DE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CHANTENT JOIE</a:t>
            </a:r>
          </a:p>
          <a:p>
            <a:pPr algn="ctr"/>
            <a:r>
              <a:rPr lang="en-GB" sz="2800" dirty="0">
                <a:solidFill>
                  <a:srgbClr val="DDDDDD"/>
                </a:solidFill>
                <a:latin typeface="Arial Black" pitchFamily="34" charset="0"/>
              </a:rPr>
              <a:t>CHANTENT DE JOIE-A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8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JOIE DANS LE MONDE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LE SEIGNEUR VIENT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LA TERRE REÇOIT LE ROI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QUE TOUS LES CŒURS LE LOUENT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QUE TOUS LES CŒURS LE LOUENT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LE CIEL, LA NATURE CHANTENT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LE CIEL, LA NATURE CHANTENT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LE CIEL OUI LE CIEL, LA NA-TU-RE CHANTENT</a:t>
            </a:r>
          </a:p>
          <a:p>
            <a:pPr algn="ctr"/>
            <a:endParaRPr lang="fr-FR" sz="2000" dirty="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CHANTE JOIE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JOIE, JOIE-A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JOIE X7</a:t>
            </a:r>
          </a:p>
          <a:p>
            <a:pPr algn="ctr"/>
            <a:r>
              <a:rPr lang="fr-FR" sz="2800" dirty="0">
                <a:solidFill>
                  <a:srgbClr val="DDDDDD"/>
                </a:solidFill>
                <a:latin typeface="Arial Black" pitchFamily="34" charset="0"/>
              </a:rPr>
              <a:t>JOIE DANS LE MONDE ! CHANTE JOIE !</a:t>
            </a:r>
          </a:p>
          <a:p>
            <a:pPr algn="ctr"/>
            <a:endParaRPr lang="fr-FR" sz="2800" dirty="0">
              <a:solidFill>
                <a:srgbClr val="DDDDDD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196</Words>
  <Application>Microsoft Macintosh PowerPoint</Application>
  <PresentationFormat>Affichage à l'écran (4:3)</PresentationFormat>
  <Paragraphs>66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 Black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Microsoft Office User</cp:lastModifiedBy>
  <cp:revision>48</cp:revision>
  <dcterms:created xsi:type="dcterms:W3CDTF">2002-08-17T11:00:44Z</dcterms:created>
  <dcterms:modified xsi:type="dcterms:W3CDTF">2019-12-20T12:01:09Z</dcterms:modified>
</cp:coreProperties>
</file>