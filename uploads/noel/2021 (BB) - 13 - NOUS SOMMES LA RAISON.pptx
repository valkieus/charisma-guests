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51936" autoAdjust="0"/>
  </p:normalViewPr>
  <p:slideViewPr>
    <p:cSldViewPr>
      <p:cViewPr varScale="1">
        <p:scale>
          <a:sx n="46" d="100"/>
          <a:sy n="46" d="100"/>
        </p:scale>
        <p:origin x="156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dirty="0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X2</a:t>
            </a:r>
          </a:p>
          <a:p>
            <a:pPr>
              <a:defRPr/>
            </a:pPr>
            <a:r>
              <a:rPr lang="fr-FR" dirty="0" smtClean="0"/>
              <a:t>
18-  IL EST LA RAISON</a:t>
            </a:r>
          </a:p>
          <a:p>
            <a:pPr>
              <a:defRPr/>
            </a:pPr>
            <a:r>
              <a:rPr lang="fr-FR" dirty="0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088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761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502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327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459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077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027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436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035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687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400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811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294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660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066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70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dirty="0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X2</a:t>
            </a:r>
          </a:p>
          <a:p>
            <a:pPr>
              <a:defRPr/>
            </a:pPr>
            <a:r>
              <a:rPr lang="fr-FR" dirty="0" smtClean="0"/>
              <a:t>
18-  IL EST LA RAISON</a:t>
            </a:r>
          </a:p>
          <a:p>
            <a:pPr>
              <a:defRPr/>
            </a:pPr>
            <a:r>
              <a:rPr lang="fr-FR" dirty="0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171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dirty="0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X2</a:t>
            </a:r>
          </a:p>
          <a:p>
            <a:pPr>
              <a:defRPr/>
            </a:pPr>
            <a:r>
              <a:rPr lang="fr-FR" dirty="0" smtClean="0"/>
              <a:t>
18-  IL EST LA RAISON</a:t>
            </a:r>
          </a:p>
          <a:p>
            <a:pPr>
              <a:defRPr/>
            </a:pPr>
            <a:r>
              <a:rPr lang="fr-FR" dirty="0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007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ÉTIONS ENFANTS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NOUS REGARDIONS LE 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RÊVANT DE MERVEILLES INNOCEMMENT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9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JAMAIS RÉALISER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QU’UN ENFANT NÉ UNE SAINTE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A OFFERT LE DON DE LA VIE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8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SOMMES LA RAISON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CLOUS ET DU BOIS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91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SOMMES LA RAISON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SA MORT À LA CROIX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35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CE MONDE PERDU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IL A TOUT DONNÉ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4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NOUS MONTRER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COMMENT AIMER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81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PUIS LES ANNÉES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ONT APPRIS À DONNER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92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TOUT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FOI ET SANS DÉTOUR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62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UN JOUR SI TÉNÉBREUX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HOMME A RENONCÉ À TOUT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38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JUSTE PAR AMOUR, OUI PAR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4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J’AI TROUVÉ MA RAISON D’EXISTER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92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LUI DONNER TOUT MON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RIEN RETENIR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95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CE QUE JE FAIS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 CE QUE JE DIS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9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DONNERAI TOUTE MA VIE POUR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6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5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LA RAISON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90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LA RAISON D’AIMER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89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483</Words>
  <Application>Microsoft Office PowerPoint</Application>
  <PresentationFormat>Affichage à l'écran (4:3)</PresentationFormat>
  <Paragraphs>486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88</cp:revision>
  <dcterms:created xsi:type="dcterms:W3CDTF">2002-08-17T13:12:10Z</dcterms:created>
  <dcterms:modified xsi:type="dcterms:W3CDTF">2021-12-24T19:36:27Z</dcterms:modified>
</cp:coreProperties>
</file>