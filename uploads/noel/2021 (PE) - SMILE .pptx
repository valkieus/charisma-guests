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63" r:id="rId2"/>
    <p:sldId id="264" r:id="rId3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99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878" autoAdjust="0"/>
    <p:restoredTop sz="90929"/>
  </p:normalViewPr>
  <p:slideViewPr>
    <p:cSldViewPr>
      <p:cViewPr varScale="1">
        <p:scale>
          <a:sx n="70" d="100"/>
          <a:sy n="70" d="100"/>
        </p:scale>
        <p:origin x="60" y="3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3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143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43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7D680DCE-4E0A-4055-A69F-3DE91C7E5957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38EC2D2-FCBB-490D-8B65-E650121B0AF3}" type="slidenum">
              <a:rPr lang="fr-FR" smtClean="0"/>
              <a:pPr/>
              <a:t>1</a:t>
            </a:fld>
            <a:endParaRPr lang="fr-FR"/>
          </a:p>
        </p:txBody>
      </p:sp>
      <p:sp>
        <p:nvSpPr>
          <p:cNvPr id="4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38EC2D2-FCBB-490D-8B65-E650121B0AF3}" type="slidenum">
              <a:rPr lang="fr-FR" smtClean="0"/>
              <a:pPr/>
              <a:t>2</a:t>
            </a:fld>
            <a:endParaRPr lang="fr-FR"/>
          </a:p>
        </p:txBody>
      </p:sp>
      <p:sp>
        <p:nvSpPr>
          <p:cNvPr id="4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564294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7DA99F-AF71-4B2D-A005-58D0B406D56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E7F276-9666-48D6-9B31-5096837A8F5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B632A8-80C4-416C-B09C-F9AD99E34F5B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C45815-CC87-4441-A294-26C03F9A947B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07A5E3-2A92-4D00-8A0B-D146FE178257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4E109E-EC74-4F12-B1A0-1D600432E46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52BE83-07DC-486A-B28B-FD731EB2A9B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F48989-49AF-405D-B976-071BB8EADFCE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F5DCD8-9188-4ED9-AF81-7D1A44AB09D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AB7A4D-5578-463E-81B3-083F4FCF1E3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99CD50-19F3-41B8-964A-070E2CB6827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68497426-8CEB-413D-95E9-C61D36AD0BE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2800" dirty="0" smtClean="0">
                <a:solidFill>
                  <a:schemeClr val="bg1"/>
                </a:solidFill>
                <a:latin typeface="Arial Black" pitchFamily="34" charset="0"/>
              </a:rPr>
              <a:t>SMILE</a:t>
            </a: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, QUAND TON CŒUR EST BLESSÉ</a:t>
            </a:r>
          </a:p>
          <a:p>
            <a:pPr algn="ctr">
              <a:lnSpc>
                <a:spcPct val="110000"/>
              </a:lnSpc>
            </a:pPr>
            <a:r>
              <a:rPr lang="fr-FR" sz="2800" dirty="0" smtClean="0">
                <a:solidFill>
                  <a:schemeClr val="bg1"/>
                </a:solidFill>
                <a:latin typeface="Arial Black" pitchFamily="34" charset="0"/>
              </a:rPr>
              <a:t>MÊME </a:t>
            </a: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QUAND </a:t>
            </a:r>
            <a:r>
              <a:rPr lang="fr-FR" sz="2800" dirty="0" smtClean="0">
                <a:solidFill>
                  <a:schemeClr val="bg1"/>
                </a:solidFill>
                <a:latin typeface="Arial Black" pitchFamily="34" charset="0"/>
              </a:rPr>
              <a:t>IL SERA </a:t>
            </a: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BRISÉ</a:t>
            </a:r>
          </a:p>
          <a:p>
            <a:pPr algn="ctr">
              <a:lnSpc>
                <a:spcPct val="110000"/>
              </a:lnSpc>
            </a:pPr>
            <a:r>
              <a:rPr lang="fr-FR" sz="2800" dirty="0" smtClean="0">
                <a:solidFill>
                  <a:schemeClr val="bg1"/>
                </a:solidFill>
                <a:latin typeface="Arial Black" pitchFamily="34" charset="0"/>
              </a:rPr>
              <a:t>QUAND </a:t>
            </a: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LE CIEL SERA GRIS, OUI SOURIS</a:t>
            </a:r>
          </a:p>
          <a:p>
            <a:pPr algn="ctr">
              <a:lnSpc>
                <a:spcPct val="110000"/>
              </a:lnSpc>
            </a:pPr>
            <a:endParaRPr lang="fr-FR" sz="2800" dirty="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TU VERRAS, OUBLIS CRAINTES ET CHAGRIN</a:t>
            </a: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SOURIS À TES LENDEMAINS</a:t>
            </a: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UN NOUVEAU JOUR SE </a:t>
            </a:r>
            <a:r>
              <a:rPr lang="fr-FR" sz="2800" dirty="0" smtClean="0">
                <a:solidFill>
                  <a:schemeClr val="bg1"/>
                </a:solidFill>
                <a:latin typeface="Arial Black" pitchFamily="34" charset="0"/>
              </a:rPr>
              <a:t>LÈVERA</a:t>
            </a:r>
          </a:p>
          <a:p>
            <a:pPr algn="ctr">
              <a:lnSpc>
                <a:spcPct val="110000"/>
              </a:lnSpc>
            </a:pPr>
            <a:r>
              <a:rPr lang="fr-FR" sz="2800" dirty="0" smtClean="0">
                <a:solidFill>
                  <a:schemeClr val="bg1"/>
                </a:solidFill>
                <a:latin typeface="Arial Black" pitchFamily="34" charset="0"/>
              </a:rPr>
              <a:t>RIEN QUE POUR TOI</a:t>
            </a:r>
            <a:endParaRPr lang="fr-FR" sz="2800" dirty="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endParaRPr lang="fr-FR" sz="360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REMPLIS TON CŒUR DE TENDRESSE</a:t>
            </a:r>
          </a:p>
          <a:p>
            <a:pPr algn="ctr">
              <a:lnSpc>
                <a:spcPct val="110000"/>
              </a:lnSpc>
            </a:pPr>
            <a:r>
              <a:rPr lang="fr-FR" sz="2800" dirty="0" smtClean="0">
                <a:solidFill>
                  <a:schemeClr val="bg1"/>
                </a:solidFill>
                <a:latin typeface="Arial Black" pitchFamily="34" charset="0"/>
              </a:rPr>
              <a:t>OUBLIE TOUTES TES TRISTESSES</a:t>
            </a:r>
            <a:endParaRPr lang="fr-FR" sz="2800" dirty="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MÊME SI UNE LARME ESSAYAIT DE COULER</a:t>
            </a:r>
          </a:p>
          <a:p>
            <a:pPr algn="ctr">
              <a:lnSpc>
                <a:spcPct val="110000"/>
              </a:lnSpc>
            </a:pPr>
            <a:endParaRPr lang="fr-FR" sz="2800" dirty="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OUI SOURIS, CONTINUE </a:t>
            </a:r>
            <a:r>
              <a:rPr lang="fr-FR" sz="2800" dirty="0" smtClean="0">
                <a:solidFill>
                  <a:schemeClr val="bg1"/>
                </a:solidFill>
                <a:latin typeface="Arial Black" pitchFamily="34" charset="0"/>
              </a:rPr>
              <a:t>À ESSAYER</a:t>
            </a:r>
            <a:endParaRPr lang="fr-FR" sz="2800" dirty="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 dirty="0" smtClean="0">
                <a:solidFill>
                  <a:schemeClr val="bg1"/>
                </a:solidFill>
                <a:latin typeface="Arial Black" pitchFamily="34" charset="0"/>
              </a:rPr>
              <a:t>QUE TES YEUX CESSENT DE </a:t>
            </a: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PLEURER</a:t>
            </a: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LE SOLEIL </a:t>
            </a:r>
            <a:r>
              <a:rPr lang="fr-FR" sz="2800" dirty="0" smtClean="0">
                <a:solidFill>
                  <a:schemeClr val="bg1"/>
                </a:solidFill>
                <a:latin typeface="Arial Black" pitchFamily="34" charset="0"/>
              </a:rPr>
              <a:t>VA SE LEVER </a:t>
            </a:r>
          </a:p>
          <a:p>
            <a:pPr algn="ctr">
              <a:lnSpc>
                <a:spcPct val="110000"/>
              </a:lnSpc>
            </a:pPr>
            <a:r>
              <a:rPr lang="fr-FR" sz="2800" smtClean="0">
                <a:solidFill>
                  <a:schemeClr val="bg1"/>
                </a:solidFill>
                <a:latin typeface="Arial Black" pitchFamily="34" charset="0"/>
              </a:rPr>
              <a:t>ENCORE SUR TOI</a:t>
            </a:r>
            <a:endParaRPr lang="fr-FR" sz="2800" dirty="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endParaRPr lang="fr-FR" sz="360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1825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887</TotalTime>
  <Words>78</Words>
  <Application>Microsoft Office PowerPoint</Application>
  <PresentationFormat>Affichage à l'écran (4:3)</PresentationFormat>
  <Paragraphs>18</Paragraphs>
  <Slides>2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7" baseType="lpstr">
      <vt:lpstr>Arial</vt:lpstr>
      <vt:lpstr>Arial Black</vt:lpstr>
      <vt:lpstr>Arial Narrow</vt:lpstr>
      <vt:lpstr>Times New Roman</vt:lpstr>
      <vt:lpstr>Default Design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109</cp:revision>
  <dcterms:created xsi:type="dcterms:W3CDTF">2002-08-17T12:16:38Z</dcterms:created>
  <dcterms:modified xsi:type="dcterms:W3CDTF">2021-12-19T14:07:07Z</dcterms:modified>
</cp:coreProperties>
</file>