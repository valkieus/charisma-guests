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63" r:id="rId2"/>
    <p:sldId id="260" r:id="rId3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2593" autoAdjust="0"/>
    <p:restoredTop sz="90929"/>
  </p:normalViewPr>
  <p:slideViewPr>
    <p:cSldViewPr>
      <p:cViewPr varScale="1">
        <p:scale>
          <a:sx n="43" d="100"/>
          <a:sy n="43" d="100"/>
        </p:scale>
        <p:origin x="-120" y="-51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2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1D874E13-AF28-4DBB-9811-DD4669879ED4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2432E66-4F8F-4CE5-9413-1E94020ECEF2}" type="slidenum">
              <a:rPr lang="fr-FR" smtClean="0"/>
              <a:pPr/>
              <a:t>1</a:t>
            </a:fld>
            <a:endParaRPr lang="fr-FR" smtClean="0"/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7948261-3B65-417A-A3F0-859E8879581F}" type="slidenum">
              <a:rPr lang="fr-FR" smtClean="0"/>
              <a:pPr/>
              <a:t>2</a:t>
            </a:fld>
            <a:endParaRPr lang="fr-FR" smtClean="0"/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E1BC20-5BCB-43AD-B191-2841395706D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EF3C2E-9251-410C-A241-6E19FC662B4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93F3C7-0821-45C6-A73F-8A09351E83D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789687-AC93-4BFD-9338-21B4A4AAB2D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0D20C7-DF0E-4060-97BA-97612AD1F76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00279D-AE81-4B32-A92E-51232110827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BB9729-7518-4361-95F4-6A4D6C8D537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7B8FA1-42B0-4FEE-BF9D-4A447536853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D96A02-0817-4D89-B27E-71BF05CD5ED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99CA74-A30E-4EAC-9AE2-44202BED96D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2C7CF2-DA66-42B3-B9C0-3E3C4E08F66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C6246467-6E15-4BA1-8827-5624BC4993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8"/>
          <p:cNvSpPr>
            <a:spLocks noChangeArrowheads="1"/>
          </p:cNvSpPr>
          <p:nvPr/>
        </p:nvSpPr>
        <p:spPr bwMode="auto">
          <a:xfrm>
            <a:off x="34925" y="34925"/>
            <a:ext cx="9109075" cy="682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endParaRPr lang="fr-FR" sz="2800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</a:rPr>
              <a:t>Ô </a:t>
            </a: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DOUCE NUIT</a:t>
            </a:r>
          </a:p>
          <a:p>
            <a:pPr algn="ctr"/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LE </a:t>
            </a: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</a:rPr>
              <a:t>CIEL ÉTOILÉ</a:t>
            </a:r>
          </a:p>
          <a:p>
            <a:pPr algn="ctr"/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</a:rPr>
              <a:t> ILLUMINANT NOS CŒURS </a:t>
            </a: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DE SON ÉCLAT</a:t>
            </a:r>
          </a:p>
          <a:p>
            <a:pPr algn="ctr"/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DE SON AMOUR </a:t>
            </a: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</a:rPr>
              <a:t>IL </a:t>
            </a: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</a:rPr>
              <a:t>REMPLI </a:t>
            </a: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</a:rPr>
              <a:t>LA </a:t>
            </a: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TERRE</a:t>
            </a:r>
          </a:p>
          <a:p>
            <a:pPr algn="ctr"/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UN CHANT D’AMOUR NOUS COMBLE DE JOIE</a:t>
            </a:r>
          </a:p>
          <a:p>
            <a:pPr algn="ctr"/>
            <a:r>
              <a:rPr lang="fr-FR" sz="2000" dirty="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/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NOUS ADORONS LE </a:t>
            </a: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</a:rPr>
              <a:t>PRINCE DE </a:t>
            </a: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LA PAIX</a:t>
            </a:r>
          </a:p>
          <a:p>
            <a:pPr algn="ctr"/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TOUT </a:t>
            </a: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</a:rPr>
              <a:t>L’UNIVERS S’INCLINE </a:t>
            </a: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DEVANT </a:t>
            </a: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</a:rPr>
              <a:t>LUI</a:t>
            </a:r>
          </a:p>
          <a:p>
            <a:pPr algn="ctr"/>
            <a:endParaRPr lang="fr-FR" sz="2000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</a:rPr>
              <a:t>LES ANGES LOUENT </a:t>
            </a: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</a:rPr>
              <a:t>JÉSUS, </a:t>
            </a: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</a:rPr>
              <a:t>L’EMMANUEL</a:t>
            </a:r>
          </a:p>
          <a:p>
            <a:pPr algn="ctr"/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</a:rPr>
              <a:t>Ô DOUCE NUIT</a:t>
            </a:r>
          </a:p>
          <a:p>
            <a:pPr algn="ctr"/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</a:rPr>
              <a:t>Ô QUELLE GRÂCE, JÉSUS EST </a:t>
            </a: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</a:rPr>
              <a:t>NÉ</a:t>
            </a:r>
          </a:p>
          <a:p>
            <a:pPr algn="ctr"/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</a:rPr>
              <a:t>Ô DOUCE NUIT</a:t>
            </a:r>
          </a:p>
          <a:p>
            <a:pPr algn="ctr"/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</a:rPr>
              <a:t>QUELLE GRÂCE, JÉSUS EST NÉ</a:t>
            </a:r>
          </a:p>
          <a:p>
            <a:pPr algn="ctr"/>
            <a:endParaRPr lang="fr-FR" sz="2800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endParaRPr lang="fr-FR" sz="28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endParaRPr lang="fr-FR" sz="2800" dirty="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34925" y="0"/>
            <a:ext cx="910907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endParaRPr lang="fr-FR" sz="2000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r>
              <a:rPr lang="fr-FR" sz="2600" dirty="0" smtClean="0">
                <a:solidFill>
                  <a:schemeClr val="bg1"/>
                </a:solidFill>
                <a:latin typeface="Arial Black" pitchFamily="34" charset="0"/>
              </a:rPr>
              <a:t>AIMER SON FRÈRE</a:t>
            </a:r>
          </a:p>
          <a:p>
            <a:pPr algn="ctr"/>
            <a:r>
              <a:rPr lang="fr-FR" sz="2600" dirty="0" smtClean="0">
                <a:solidFill>
                  <a:schemeClr val="bg1"/>
                </a:solidFill>
                <a:latin typeface="Arial Black" pitchFamily="34" charset="0"/>
              </a:rPr>
              <a:t>BIEN PLUS QUE SOI-MÊME</a:t>
            </a:r>
          </a:p>
          <a:p>
            <a:pPr algn="ctr"/>
            <a:r>
              <a:rPr lang="fr-FR" sz="2600" dirty="0" smtClean="0">
                <a:solidFill>
                  <a:schemeClr val="bg1"/>
                </a:solidFill>
                <a:latin typeface="Arial Black" pitchFamily="34" charset="0"/>
              </a:rPr>
              <a:t>SON ÉVANGILE OUI N’EST QUE DON DE SOI</a:t>
            </a:r>
          </a:p>
          <a:p>
            <a:pPr algn="ctr"/>
            <a:r>
              <a:rPr lang="fr-FR" sz="2600" dirty="0" smtClean="0">
                <a:solidFill>
                  <a:schemeClr val="bg1"/>
                </a:solidFill>
                <a:latin typeface="Arial Black" pitchFamily="34" charset="0"/>
              </a:rPr>
              <a:t>C’EST PAR L’AMOUR </a:t>
            </a:r>
            <a:endParaRPr lang="fr-FR" sz="2600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r>
              <a:rPr lang="fr-FR" sz="2600" dirty="0" smtClean="0">
                <a:solidFill>
                  <a:schemeClr val="bg1"/>
                </a:solidFill>
                <a:latin typeface="Arial Black" pitchFamily="34" charset="0"/>
              </a:rPr>
              <a:t>QUE </a:t>
            </a:r>
            <a:r>
              <a:rPr lang="fr-FR" sz="2600" dirty="0" smtClean="0">
                <a:solidFill>
                  <a:schemeClr val="bg1"/>
                </a:solidFill>
                <a:latin typeface="Arial Black" pitchFamily="34" charset="0"/>
              </a:rPr>
              <a:t>LES CHAÎNES SONT BRISÉES</a:t>
            </a:r>
          </a:p>
          <a:p>
            <a:pPr algn="ctr"/>
            <a:r>
              <a:rPr lang="fr-FR" sz="2600" dirty="0" smtClean="0">
                <a:solidFill>
                  <a:schemeClr val="bg1"/>
                </a:solidFill>
                <a:latin typeface="Arial Black" pitchFamily="34" charset="0"/>
              </a:rPr>
              <a:t>ET EN SON </a:t>
            </a:r>
            <a:r>
              <a:rPr lang="fr-FR" sz="2600" dirty="0" smtClean="0">
                <a:solidFill>
                  <a:schemeClr val="bg1"/>
                </a:solidFill>
                <a:latin typeface="Arial Black" pitchFamily="34" charset="0"/>
              </a:rPr>
              <a:t>NOM, LES </a:t>
            </a:r>
            <a:r>
              <a:rPr lang="fr-FR" sz="2600" dirty="0" smtClean="0">
                <a:solidFill>
                  <a:schemeClr val="bg1"/>
                </a:solidFill>
                <a:latin typeface="Arial Black" pitchFamily="34" charset="0"/>
              </a:rPr>
              <a:t>CAPTIFS LIBÉRÉS</a:t>
            </a:r>
          </a:p>
          <a:p>
            <a:pPr algn="ctr"/>
            <a:endParaRPr lang="fr-FR" sz="2000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r>
              <a:rPr lang="fr-FR" sz="2600" dirty="0" smtClean="0">
                <a:solidFill>
                  <a:schemeClr val="bg1"/>
                </a:solidFill>
                <a:latin typeface="Arial Black" pitchFamily="34" charset="0"/>
              </a:rPr>
              <a:t>DES HYMNES DE JOIE RETENTISSENT</a:t>
            </a:r>
          </a:p>
          <a:p>
            <a:pPr algn="ctr"/>
            <a:r>
              <a:rPr lang="fr-FR" sz="2600" dirty="0" smtClean="0">
                <a:solidFill>
                  <a:schemeClr val="bg1"/>
                </a:solidFill>
                <a:latin typeface="Arial Black" pitchFamily="34" charset="0"/>
              </a:rPr>
              <a:t>DANS NOS CŒURS</a:t>
            </a:r>
          </a:p>
          <a:p>
            <a:pPr algn="ctr"/>
            <a:r>
              <a:rPr lang="fr-FR" sz="2600" dirty="0" smtClean="0">
                <a:solidFill>
                  <a:schemeClr val="bg1"/>
                </a:solidFill>
                <a:latin typeface="Arial Black" pitchFamily="34" charset="0"/>
              </a:rPr>
              <a:t>NOUS ÉLEVONS </a:t>
            </a:r>
            <a:r>
              <a:rPr lang="fr-FR" sz="2600" dirty="0" smtClean="0">
                <a:solidFill>
                  <a:schemeClr val="bg1"/>
                </a:solidFill>
                <a:latin typeface="Arial Black" pitchFamily="34" charset="0"/>
              </a:rPr>
              <a:t>JÉSUS </a:t>
            </a:r>
            <a:r>
              <a:rPr lang="fr-FR" sz="2600" dirty="0" smtClean="0">
                <a:solidFill>
                  <a:schemeClr val="bg1"/>
                </a:solidFill>
                <a:latin typeface="Arial Black" pitchFamily="34" charset="0"/>
              </a:rPr>
              <a:t>SAUVEUR DU MONDE</a:t>
            </a:r>
            <a:endParaRPr lang="fr-FR" sz="900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endParaRPr lang="fr-FR" sz="2000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r>
              <a:rPr lang="fr-FR" sz="2600" dirty="0" smtClean="0">
                <a:solidFill>
                  <a:schemeClr val="bg1"/>
                </a:solidFill>
                <a:latin typeface="Arial Black" pitchFamily="34" charset="0"/>
              </a:rPr>
              <a:t>LES ANGES LOUENT </a:t>
            </a:r>
            <a:r>
              <a:rPr lang="fr-FR" sz="2600" dirty="0" smtClean="0">
                <a:solidFill>
                  <a:schemeClr val="bg1"/>
                </a:solidFill>
                <a:latin typeface="Arial Black" pitchFamily="34" charset="0"/>
              </a:rPr>
              <a:t>JÉSUS, </a:t>
            </a:r>
            <a:r>
              <a:rPr lang="fr-FR" sz="2600" dirty="0" smtClean="0">
                <a:solidFill>
                  <a:schemeClr val="bg1"/>
                </a:solidFill>
                <a:latin typeface="Arial Black" pitchFamily="34" charset="0"/>
              </a:rPr>
              <a:t>L’EMMANUEL</a:t>
            </a:r>
          </a:p>
          <a:p>
            <a:pPr algn="ctr"/>
            <a:r>
              <a:rPr lang="fr-FR" sz="2600" dirty="0" smtClean="0">
                <a:solidFill>
                  <a:schemeClr val="bg1"/>
                </a:solidFill>
                <a:latin typeface="Arial Black" pitchFamily="34" charset="0"/>
              </a:rPr>
              <a:t>Ô DOUCE NUIT</a:t>
            </a:r>
          </a:p>
          <a:p>
            <a:pPr algn="ctr"/>
            <a:r>
              <a:rPr lang="fr-FR" sz="2600" dirty="0" smtClean="0">
                <a:solidFill>
                  <a:schemeClr val="bg1"/>
                </a:solidFill>
                <a:latin typeface="Arial Black" pitchFamily="34" charset="0"/>
              </a:rPr>
              <a:t>Ô QUELLE GRÂCE, JÉSUS EST </a:t>
            </a:r>
            <a:r>
              <a:rPr lang="fr-FR" sz="2600" dirty="0" smtClean="0">
                <a:solidFill>
                  <a:schemeClr val="bg1"/>
                </a:solidFill>
                <a:latin typeface="Arial Black" pitchFamily="34" charset="0"/>
              </a:rPr>
              <a:t>NÉ</a:t>
            </a:r>
          </a:p>
          <a:p>
            <a:pPr algn="ctr"/>
            <a:r>
              <a:rPr lang="fr-FR" sz="2600" dirty="0" smtClean="0">
                <a:solidFill>
                  <a:schemeClr val="bg1"/>
                </a:solidFill>
                <a:latin typeface="Arial Black" pitchFamily="34" charset="0"/>
              </a:rPr>
              <a:t>Ô </a:t>
            </a:r>
            <a:r>
              <a:rPr lang="fr-FR" sz="2600" smtClean="0">
                <a:solidFill>
                  <a:schemeClr val="bg1"/>
                </a:solidFill>
                <a:latin typeface="Arial Black" pitchFamily="34" charset="0"/>
              </a:rPr>
              <a:t>DOUCE NUIT</a:t>
            </a:r>
            <a:endParaRPr lang="fr-FR" sz="2600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r>
              <a:rPr lang="fr-FR" sz="2600" dirty="0" smtClean="0">
                <a:solidFill>
                  <a:schemeClr val="bg1"/>
                </a:solidFill>
                <a:latin typeface="Arial Black" pitchFamily="34" charset="0"/>
              </a:rPr>
              <a:t>QUELLE GRÂCE, JÉSUS EST NÉ</a:t>
            </a:r>
          </a:p>
          <a:p>
            <a:pPr algn="ctr"/>
            <a:endParaRPr lang="fr-FR" sz="2600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endParaRPr lang="fr-FR" sz="2600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endParaRPr lang="fr-FR" sz="2600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endParaRPr lang="fr-FR" sz="2600" dirty="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535</TotalTime>
  <Words>99</Words>
  <Application>Microsoft PowerPoint</Application>
  <PresentationFormat>Affichage à l'écran (4:3)</PresentationFormat>
  <Paragraphs>37</Paragraphs>
  <Slides>2</Slides>
  <Notes>2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3" baseType="lpstr">
      <vt:lpstr>Default Design</vt:lpstr>
      <vt:lpstr>Diapositive 1</vt:lpstr>
      <vt:lpstr>Diapositive 2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</cp:lastModifiedBy>
  <cp:revision>43</cp:revision>
  <dcterms:created xsi:type="dcterms:W3CDTF">2002-08-17T10:50:50Z</dcterms:created>
  <dcterms:modified xsi:type="dcterms:W3CDTF">2021-12-07T20:06:27Z</dcterms:modified>
</cp:coreProperties>
</file>