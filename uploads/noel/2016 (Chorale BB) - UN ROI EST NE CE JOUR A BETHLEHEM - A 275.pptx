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57" r:id="rId4"/>
    <p:sldId id="262" r:id="rId5"/>
    <p:sldId id="268" r:id="rId6"/>
    <p:sldId id="271" r:id="rId7"/>
    <p:sldId id="270" r:id="rId8"/>
    <p:sldId id="264" r:id="rId9"/>
    <p:sldId id="265" r:id="rId10"/>
    <p:sldId id="269" r:id="rId11"/>
    <p:sldId id="272" r:id="rId12"/>
    <p:sldId id="267" r:id="rId13"/>
    <p:sldId id="274" r:id="rId14"/>
    <p:sldId id="273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5620" autoAdjust="0"/>
    <p:restoredTop sz="94660" autoAdjust="0"/>
  </p:normalViewPr>
  <p:slideViewPr>
    <p:cSldViewPr>
      <p:cViewPr>
        <p:scale>
          <a:sx n="25" d="100"/>
          <a:sy n="25" d="100"/>
        </p:scale>
        <p:origin x="-123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45575EB-4C8A-4C47-9C26-B659BCE1338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A352AB4-8524-4588-A141-D44DF7BEDCD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ROI EST NÉ CE JOUR À BETHLÉHEM ALLÉLUIA, AHOUM, ALLÉLUIA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ANGES SONT VENUS POUR L’ADORER,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SEIGNEUR SI DOUX ET SI PUISSANT LE SALUT VIENT PAR CE SAINT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UN ROI EST NÉ IL EST NÉ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UN ROI EST NÉ HUMBLEMENT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DOUX SEIGNEUR ÉTEND SA PUISSANTE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UN ROI EST NÉ CE JOUR À BETHLÉEM,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BERGERS SONT VENUS SE PROSTERNER,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 CIEL ON CHANTE : PAIX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EST LE SALUT QU'ELLE ESPÈRE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VIENS HUMBLEMENT L’ADORER HUMBLEMENT IL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charset="0"/>
              </a:rPr>
              <a:t>1-  UN ROI EST NÉ CE JOUR À BETHLÉHEM ALLÉLUIA, AHOUM, ALLÉLUIA !</a:t>
            </a:r>
          </a:p>
          <a:p>
            <a:r>
              <a:rPr lang="fr-FR" smtClean="0">
                <a:latin typeface="Times New Roman" charset="0"/>
              </a:rPr>
              <a:t>2-  LES ANGES SONT VENUS POUR L’ADORER, ALLÉ, ALLÉLUIA</a:t>
            </a:r>
          </a:p>
          <a:p>
            <a:r>
              <a:rPr lang="fr-FR" smtClean="0">
                <a:latin typeface="Times New Roman" charset="0"/>
              </a:rPr>
              <a:t>3-  SEIGNEUR SI DOUX ET SI PUISSANT LE SALUT VIENT PAR CE SAINT ENFANT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	4-  UN ROI EST NÉ IL EST NÉ DANS UNE ÉTABLE</a:t>
            </a:r>
          </a:p>
          <a:p>
            <a:r>
              <a:rPr lang="fr-FR" smtClean="0">
                <a:latin typeface="Times New Roman" charset="0"/>
              </a:rPr>
              <a:t>	5-  UN ROI EST NÉ HUMBLEMENT DANS UNE ÉTABLE</a:t>
            </a:r>
          </a:p>
          <a:p>
            <a:r>
              <a:rPr lang="fr-FR" smtClean="0">
                <a:latin typeface="Times New Roman" charset="0"/>
              </a:rPr>
              <a:t>	6-  LE DOUX SEIGNEUR ÉTEND SA PUISSANTE MAIN</a:t>
            </a:r>
          </a:p>
          <a:p>
            <a:r>
              <a:rPr lang="fr-FR" smtClean="0">
                <a:latin typeface="Times New Roman" charset="0"/>
              </a:rPr>
              <a:t>	7-  UN ROI EST NÉ CE JOUR À BETHLÉHEM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8-  UN ROI EST NÉ CE JOUR À BETHLÉEM, ALLÉLUIA</a:t>
            </a:r>
          </a:p>
          <a:p>
            <a:r>
              <a:rPr lang="fr-FR" smtClean="0">
                <a:latin typeface="Times New Roman" charset="0"/>
              </a:rPr>
              <a:t>9-  LES BERGERS SONT VENUS SE PROSTERNER, ALLÉ, ALLÉLUIA</a:t>
            </a:r>
          </a:p>
          <a:p>
            <a:r>
              <a:rPr lang="fr-FR" smtClean="0">
                <a:latin typeface="Times New Roman" charset="0"/>
              </a:rPr>
              <a:t>10-  AU CIEL ON CHANTE : PAIX SUR LA TERRE</a:t>
            </a:r>
          </a:p>
          <a:p>
            <a:r>
              <a:rPr lang="fr-FR" smtClean="0">
                <a:latin typeface="Times New Roman" charset="0"/>
              </a:rPr>
              <a:t>11-  JÉSUS EST LE SALUT QU'ELLE ESPÈRE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12-  VIENS HUMBLEMENT L’ADORER HUMBLEMENT IL EST NÉ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13-  IL EST NÉ CE JOUR À BETHLÉHEM</a:t>
            </a:r>
          </a:p>
          <a:p>
            <a:r>
              <a:rPr lang="fr-FR" smtClean="0">
                <a:latin typeface="Times New Roman" charset="0"/>
              </a:rPr>
              <a:t>14-  UN ROI EST NÉ CE JOUR À BETHLÉHEM</a:t>
            </a:r>
          </a:p>
          <a:p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ROI EST NÉ CE JOUR À BETHLÉHEM ALLÉLUIA, AHOUM, ALLÉLUIA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ANGES SONT VENUS POUR L’ADORER,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SEIGNEUR SI DOUX ET SI PUISSANT LE SALUT VIENT PAR CE SAINT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UN ROI EST NÉ IL EST NÉ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UN ROI EST NÉ HUMBLEMENT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DOUX SEIGNEUR ÉTEND SA PUISSANTE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UN ROI EST NÉ CE JOUR À BETHLÉEM,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BERGERS SONT VENUS SE PROSTERNER,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 CIEL ON CHANTE : PAIX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EST LE SALUT QU'ELLE ESPÈRE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VIENS HUMBLEMENT L’ADORER HUMBLEMENT IL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charset="0"/>
              </a:rPr>
              <a:t>1-  UN ROI EST NÉ CE JOUR À BETHLÉHEM ALLÉLUIA, AHOUM, ALLÉLUIA !</a:t>
            </a:r>
          </a:p>
          <a:p>
            <a:r>
              <a:rPr lang="fr-FR" smtClean="0">
                <a:latin typeface="Times New Roman" charset="0"/>
              </a:rPr>
              <a:t>2-  LES ANGES SONT VENUS POUR L’ADORER, ALLÉ, ALLÉLUIA</a:t>
            </a:r>
          </a:p>
          <a:p>
            <a:r>
              <a:rPr lang="fr-FR" smtClean="0">
                <a:latin typeface="Times New Roman" charset="0"/>
              </a:rPr>
              <a:t>3-  SEIGNEUR SI DOUX ET SI PUISSANT LE SALUT VIENT PAR CE SAINT ENFANT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	4-  UN ROI EST NÉ IL EST NÉ DANS UNE ÉTABLE</a:t>
            </a:r>
          </a:p>
          <a:p>
            <a:r>
              <a:rPr lang="fr-FR" smtClean="0">
                <a:latin typeface="Times New Roman" charset="0"/>
              </a:rPr>
              <a:t>	5-  UN ROI EST NÉ HUMBLEMENT DANS UNE ÉTABLE</a:t>
            </a:r>
          </a:p>
          <a:p>
            <a:r>
              <a:rPr lang="fr-FR" smtClean="0">
                <a:latin typeface="Times New Roman" charset="0"/>
              </a:rPr>
              <a:t>	6-  LE DOUX SEIGNEUR ÉTEND SA PUISSANTE MAIN</a:t>
            </a:r>
          </a:p>
          <a:p>
            <a:r>
              <a:rPr lang="fr-FR" smtClean="0">
                <a:latin typeface="Times New Roman" charset="0"/>
              </a:rPr>
              <a:t>	7-  UN ROI EST NÉ CE JOUR À BETHLÉHEM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8-  UN ROI EST NÉ CE JOUR À BETHLÉEM, ALLÉLUIA</a:t>
            </a:r>
          </a:p>
          <a:p>
            <a:r>
              <a:rPr lang="fr-FR" smtClean="0">
                <a:latin typeface="Times New Roman" charset="0"/>
              </a:rPr>
              <a:t>9-  LES BERGERS SONT VENUS SE PROSTERNER, ALLÉ, ALLÉLUIA</a:t>
            </a:r>
          </a:p>
          <a:p>
            <a:r>
              <a:rPr lang="fr-FR" smtClean="0">
                <a:latin typeface="Times New Roman" charset="0"/>
              </a:rPr>
              <a:t>10-  AU CIEL ON CHANTE : PAIX SUR LA TERRE</a:t>
            </a:r>
          </a:p>
          <a:p>
            <a:r>
              <a:rPr lang="fr-FR" smtClean="0">
                <a:latin typeface="Times New Roman" charset="0"/>
              </a:rPr>
              <a:t>11-  JÉSUS EST LE SALUT QU'ELLE ESPÈRE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12-  VIENS HUMBLEMENT L’ADORER HUMBLEMENT IL EST NÉ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13-  IL EST NÉ CE JOUR À BETHLÉHEM</a:t>
            </a:r>
          </a:p>
          <a:p>
            <a:r>
              <a:rPr lang="fr-FR" smtClean="0">
                <a:latin typeface="Times New Roman" charset="0"/>
              </a:rPr>
              <a:t>14-  UN ROI EST NÉ CE JOUR À BETHLÉHEM</a:t>
            </a:r>
          </a:p>
          <a:p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ROI EST NÉ CE JOUR À BETHLÉHEM ALLÉLUIA, AHOUM, ALLÉLUIA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ANGES SONT VENUS POUR L’ADORER,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SEIGNEUR SI DOUX ET SI PUISSANT LE SALUT VIENT PAR CE SAINT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UN ROI EST NÉ IL EST NÉ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UN ROI EST NÉ HUMBLEMENT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DOUX SEIGNEUR ÉTEND SA PUISSANTE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UN ROI EST NÉ CE JOUR À BETHLÉEM,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BERGERS SONT VENUS SE PROSTERNER,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 CIEL ON CHANTE : PAIX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EST LE SALUT QU'ELLE ESPÈRE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VIENS HUMBLEMENT L’ADORER HUMBLEMENT IL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charset="0"/>
              </a:rPr>
              <a:t>1-  UN ROI EST NÉ CE JOUR À BETHLÉHEM ALLÉLUIA, AHOUM, ALLÉLUIA !</a:t>
            </a:r>
          </a:p>
          <a:p>
            <a:r>
              <a:rPr lang="fr-FR" smtClean="0">
                <a:latin typeface="Times New Roman" charset="0"/>
              </a:rPr>
              <a:t>2-  LES ANGES SONT VENUS POUR L’ADORER, ALLÉ, ALLÉLUIA</a:t>
            </a:r>
          </a:p>
          <a:p>
            <a:r>
              <a:rPr lang="fr-FR" smtClean="0">
                <a:latin typeface="Times New Roman" charset="0"/>
              </a:rPr>
              <a:t>3-  SEIGNEUR SI DOUX ET SI PUISSANT LE SALUT VIENT PAR CE SAINT ENFANT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	4-  UN ROI EST NÉ IL EST NÉ DANS UNE ÉTABLE</a:t>
            </a:r>
          </a:p>
          <a:p>
            <a:r>
              <a:rPr lang="fr-FR" smtClean="0">
                <a:latin typeface="Times New Roman" charset="0"/>
              </a:rPr>
              <a:t>	5-  UN ROI EST NÉ HUMBLEMENT DANS UNE ÉTABLE</a:t>
            </a:r>
          </a:p>
          <a:p>
            <a:r>
              <a:rPr lang="fr-FR" smtClean="0">
                <a:latin typeface="Times New Roman" charset="0"/>
              </a:rPr>
              <a:t>	6-  LE DOUX SEIGNEUR ÉTEND SA PUISSANTE MAIN</a:t>
            </a:r>
          </a:p>
          <a:p>
            <a:r>
              <a:rPr lang="fr-FR" smtClean="0">
                <a:latin typeface="Times New Roman" charset="0"/>
              </a:rPr>
              <a:t>	7-  UN ROI EST NÉ CE JOUR À BETHLÉHEM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8-  UN ROI EST NÉ CE JOUR À BETHLÉEM, ALLÉLUIA</a:t>
            </a:r>
          </a:p>
          <a:p>
            <a:r>
              <a:rPr lang="fr-FR" smtClean="0">
                <a:latin typeface="Times New Roman" charset="0"/>
              </a:rPr>
              <a:t>9-  LES BERGERS SONT VENUS SE PROSTERNER, ALLÉ, ALLÉLUIA</a:t>
            </a:r>
          </a:p>
          <a:p>
            <a:r>
              <a:rPr lang="fr-FR" smtClean="0">
                <a:latin typeface="Times New Roman" charset="0"/>
              </a:rPr>
              <a:t>10-  AU CIEL ON CHANTE : PAIX SUR LA TERRE</a:t>
            </a:r>
          </a:p>
          <a:p>
            <a:r>
              <a:rPr lang="fr-FR" smtClean="0">
                <a:latin typeface="Times New Roman" charset="0"/>
              </a:rPr>
              <a:t>11-  JÉSUS EST LE SALUT QU'ELLE ESPÈRE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12-  VIENS HUMBLEMENT L’ADORER HUMBLEMENT IL EST NÉ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13-  IL EST NÉ CE JOUR À BETHLÉHEM</a:t>
            </a:r>
          </a:p>
          <a:p>
            <a:r>
              <a:rPr lang="fr-FR" smtClean="0">
                <a:latin typeface="Times New Roman" charset="0"/>
              </a:rPr>
              <a:t>14-  UN ROI EST NÉ CE JOUR À BETHLÉHEM</a:t>
            </a:r>
          </a:p>
          <a:p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ROI EST NÉ CE JOUR À BETHLÉHEM ALLÉLUIA, AHOUM, ALLÉLUIA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ANGES SONT VENUS POUR L’ADORER,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SEIGNEUR SI DOUX ET SI PUISSANT LE SALUT VIENT PAR CE SAINT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UN ROI EST NÉ IL EST NÉ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UN ROI EST NÉ HUMBLEMENT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DOUX SEIGNEUR ÉTEND SA PUISSANTE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UN ROI EST NÉ CE JOUR À BETHLÉEM,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BERGERS SONT VENUS SE PROSTERNER,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 CIEL ON CHANTE : PAIX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EST LE SALUT QU'ELLE ESPÈRE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VIENS HUMBLEMENT L’ADORER HUMBLEMENT IL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charset="0"/>
              </a:rPr>
              <a:t>1-  UN ROI EST NÉ CE JOUR À BETHLÉHEM ALLÉLUIA, AHOUM, ALLÉLUIA !</a:t>
            </a:r>
          </a:p>
          <a:p>
            <a:r>
              <a:rPr lang="fr-FR" smtClean="0">
                <a:latin typeface="Times New Roman" charset="0"/>
              </a:rPr>
              <a:t>2-  LES ANGES SONT VENUS POUR L’ADORER, ALLÉ, ALLÉLUIA</a:t>
            </a:r>
          </a:p>
          <a:p>
            <a:r>
              <a:rPr lang="fr-FR" smtClean="0">
                <a:latin typeface="Times New Roman" charset="0"/>
              </a:rPr>
              <a:t>3-  SEIGNEUR SI DOUX ET SI PUISSANT LE SALUT VIENT PAR CE SAINT ENFANT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	4-  UN ROI EST NÉ IL EST NÉ DANS UNE ÉTABLE</a:t>
            </a:r>
          </a:p>
          <a:p>
            <a:r>
              <a:rPr lang="fr-FR" smtClean="0">
                <a:latin typeface="Times New Roman" charset="0"/>
              </a:rPr>
              <a:t>	5-  UN ROI EST NÉ HUMBLEMENT DANS UNE ÉTABLE</a:t>
            </a:r>
          </a:p>
          <a:p>
            <a:r>
              <a:rPr lang="fr-FR" smtClean="0">
                <a:latin typeface="Times New Roman" charset="0"/>
              </a:rPr>
              <a:t>	6-  LE DOUX SEIGNEUR ÉTEND SA PUISSANTE MAIN</a:t>
            </a:r>
          </a:p>
          <a:p>
            <a:r>
              <a:rPr lang="fr-FR" smtClean="0">
                <a:latin typeface="Times New Roman" charset="0"/>
              </a:rPr>
              <a:t>	7-  UN ROI EST NÉ CE JOUR À BETHLÉHEM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8-  UN ROI EST NÉ CE JOUR À BETHLÉEM, ALLÉLUIA</a:t>
            </a:r>
          </a:p>
          <a:p>
            <a:r>
              <a:rPr lang="fr-FR" smtClean="0">
                <a:latin typeface="Times New Roman" charset="0"/>
              </a:rPr>
              <a:t>9-  LES BERGERS SONT VENUS SE PROSTERNER, ALLÉ, ALLÉLUIA</a:t>
            </a:r>
          </a:p>
          <a:p>
            <a:r>
              <a:rPr lang="fr-FR" smtClean="0">
                <a:latin typeface="Times New Roman" charset="0"/>
              </a:rPr>
              <a:t>10-  AU CIEL ON CHANTE : PAIX SUR LA TERRE</a:t>
            </a:r>
          </a:p>
          <a:p>
            <a:r>
              <a:rPr lang="fr-FR" smtClean="0">
                <a:latin typeface="Times New Roman" charset="0"/>
              </a:rPr>
              <a:t>11-  JÉSUS EST LE SALUT QU'ELLE ESPÈRE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12-  VIENS HUMBLEMENT L’ADORER HUMBLEMENT IL EST NÉ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13-  IL EST NÉ CE JOUR À BETHLÉHEM</a:t>
            </a:r>
          </a:p>
          <a:p>
            <a:r>
              <a:rPr lang="fr-FR" smtClean="0">
                <a:latin typeface="Times New Roman" charset="0"/>
              </a:rPr>
              <a:t>14-  UN ROI EST NÉ CE JOUR À BETHLÉHEM</a:t>
            </a:r>
          </a:p>
          <a:p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ROI EST NÉ CE JOUR À BETHLÉHEM ALLÉLUIA, AHOUM, ALLÉLUIA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ANGES SONT VENUS POUR L’ADORER,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SEIGNEUR SI DOUX ET SI PUISSANT LE SALUT VIENT PAR CE SAINT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UN ROI EST NÉ IL EST NÉ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UN ROI EST NÉ HUMBLEMENT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DOUX SEIGNEUR ÉTEND SA PUISSANTE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UN ROI EST NÉ CE JOUR À BETHLÉEM,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BERGERS SONT VENUS SE PROSTERNER,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 CIEL ON CHANTE : PAIX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EST LE SALUT QU'ELLE ESPÈRE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VIENS HUMBLEMENT L’ADORER HUMBLEMENT IL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charset="0"/>
              </a:rPr>
              <a:t>1-  UN ROI EST NÉ CE JOUR À BETHLÉHEM ALLÉLUIA, AHOUM, ALLÉLUIA !</a:t>
            </a:r>
          </a:p>
          <a:p>
            <a:r>
              <a:rPr lang="fr-FR" smtClean="0">
                <a:latin typeface="Times New Roman" charset="0"/>
              </a:rPr>
              <a:t>2-  LES ANGES SONT VENUS POUR L’ADORER, ALLÉ, ALLÉLUIA</a:t>
            </a:r>
          </a:p>
          <a:p>
            <a:r>
              <a:rPr lang="fr-FR" smtClean="0">
                <a:latin typeface="Times New Roman" charset="0"/>
              </a:rPr>
              <a:t>3-  SEIGNEUR SI DOUX ET SI PUISSANT LE SALUT VIENT PAR CE SAINT ENFANT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	4-  UN ROI EST NÉ IL EST NÉ DANS UNE ÉTABLE</a:t>
            </a:r>
          </a:p>
          <a:p>
            <a:r>
              <a:rPr lang="fr-FR" smtClean="0">
                <a:latin typeface="Times New Roman" charset="0"/>
              </a:rPr>
              <a:t>	5-  UN ROI EST NÉ HUMBLEMENT DANS UNE ÉTABLE</a:t>
            </a:r>
          </a:p>
          <a:p>
            <a:r>
              <a:rPr lang="fr-FR" smtClean="0">
                <a:latin typeface="Times New Roman" charset="0"/>
              </a:rPr>
              <a:t>	6-  LE DOUX SEIGNEUR ÉTEND SA PUISSANTE MAIN</a:t>
            </a:r>
          </a:p>
          <a:p>
            <a:r>
              <a:rPr lang="fr-FR" smtClean="0">
                <a:latin typeface="Times New Roman" charset="0"/>
              </a:rPr>
              <a:t>	7-  UN ROI EST NÉ CE JOUR À BETHLÉHEM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8-  UN ROI EST NÉ CE JOUR À BETHLÉEM, ALLÉLUIA</a:t>
            </a:r>
          </a:p>
          <a:p>
            <a:r>
              <a:rPr lang="fr-FR" smtClean="0">
                <a:latin typeface="Times New Roman" charset="0"/>
              </a:rPr>
              <a:t>9-  LES BERGERS SONT VENUS SE PROSTERNER, ALLÉ, ALLÉLUIA</a:t>
            </a:r>
          </a:p>
          <a:p>
            <a:r>
              <a:rPr lang="fr-FR" smtClean="0">
                <a:latin typeface="Times New Roman" charset="0"/>
              </a:rPr>
              <a:t>10-  AU CIEL ON CHANTE : PAIX SUR LA TERRE</a:t>
            </a:r>
          </a:p>
          <a:p>
            <a:r>
              <a:rPr lang="fr-FR" smtClean="0">
                <a:latin typeface="Times New Roman" charset="0"/>
              </a:rPr>
              <a:t>11-  JÉSUS EST LE SALUT QU'ELLE ESPÈRE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12-  VIENS HUMBLEMENT L’ADORER HUMBLEMENT IL EST NÉ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13-  IL EST NÉ CE JOUR À BETHLÉHEM</a:t>
            </a:r>
          </a:p>
          <a:p>
            <a:r>
              <a:rPr lang="fr-FR" smtClean="0">
                <a:latin typeface="Times New Roman" charset="0"/>
              </a:rPr>
              <a:t>14-  UN ROI EST NÉ CE JOUR À BETHLÉHEM</a:t>
            </a:r>
          </a:p>
          <a:p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ROI EST NÉ CE JOUR À BETHLÉHEM ALLÉLUIA, AHOUM, ALLÉLUIA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ANGES SONT VENUS POUR L’ADORER,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SEIGNEUR SI DOUX ET SI PUISSANT LE SALUT VIENT PAR CE SAINT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UN ROI EST NÉ IL EST NÉ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UN ROI EST NÉ HUMBLEMENT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DOUX SEIGNEUR ÉTEND SA PUISSANTE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UN ROI EST NÉ CE JOUR À BETHLÉEM,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BERGERS SONT VENUS SE PROSTERNER,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 CIEL ON CHANTE : PAIX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EST LE SALUT QU'ELLE ESPÈRE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VIENS HUMBLEMENT L’ADORER HUMBLEMENT IL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charset="0"/>
              </a:rPr>
              <a:t>1-  UN ROI EST NÉ CE JOUR À BETHLÉHEM ALLÉLUIA, AHOUM, ALLÉLUIA !</a:t>
            </a:r>
          </a:p>
          <a:p>
            <a:r>
              <a:rPr lang="fr-FR" smtClean="0">
                <a:latin typeface="Times New Roman" charset="0"/>
              </a:rPr>
              <a:t>2-  LES ANGES SONT VENUS POUR L’ADORER, ALLÉ, ALLÉLUIA</a:t>
            </a:r>
          </a:p>
          <a:p>
            <a:r>
              <a:rPr lang="fr-FR" smtClean="0">
                <a:latin typeface="Times New Roman" charset="0"/>
              </a:rPr>
              <a:t>3-  SEIGNEUR SI DOUX ET SI PUISSANT LE SALUT VIENT PAR CE SAINT ENFANT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	4-  UN ROI EST NÉ IL EST NÉ DANS UNE ÉTABLE</a:t>
            </a:r>
          </a:p>
          <a:p>
            <a:r>
              <a:rPr lang="fr-FR" smtClean="0">
                <a:latin typeface="Times New Roman" charset="0"/>
              </a:rPr>
              <a:t>	5-  UN ROI EST NÉ HUMBLEMENT DANS UNE ÉTABLE</a:t>
            </a:r>
          </a:p>
          <a:p>
            <a:r>
              <a:rPr lang="fr-FR" smtClean="0">
                <a:latin typeface="Times New Roman" charset="0"/>
              </a:rPr>
              <a:t>	6-  LE DOUX SEIGNEUR ÉTEND SA PUISSANTE MAIN</a:t>
            </a:r>
          </a:p>
          <a:p>
            <a:r>
              <a:rPr lang="fr-FR" smtClean="0">
                <a:latin typeface="Times New Roman" charset="0"/>
              </a:rPr>
              <a:t>	7-  UN ROI EST NÉ CE JOUR À BETHLÉHEM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8-  UN ROI EST NÉ CE JOUR À BETHLÉEM, ALLÉLUIA</a:t>
            </a:r>
          </a:p>
          <a:p>
            <a:r>
              <a:rPr lang="fr-FR" smtClean="0">
                <a:latin typeface="Times New Roman" charset="0"/>
              </a:rPr>
              <a:t>9-  LES BERGERS SONT VENUS SE PROSTERNER, ALLÉ, ALLÉLUIA</a:t>
            </a:r>
          </a:p>
          <a:p>
            <a:r>
              <a:rPr lang="fr-FR" smtClean="0">
                <a:latin typeface="Times New Roman" charset="0"/>
              </a:rPr>
              <a:t>10-  AU CIEL ON CHANTE : PAIX SUR LA TERRE</a:t>
            </a:r>
          </a:p>
          <a:p>
            <a:r>
              <a:rPr lang="fr-FR" smtClean="0">
                <a:latin typeface="Times New Roman" charset="0"/>
              </a:rPr>
              <a:t>11-  JÉSUS EST LE SALUT QU'ELLE ESPÈRE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12-  VIENS HUMBLEMENT L’ADORER HUMBLEMENT IL EST NÉ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13-  IL EST NÉ CE JOUR À BETHLÉHEM</a:t>
            </a:r>
          </a:p>
          <a:p>
            <a:r>
              <a:rPr lang="fr-FR" smtClean="0">
                <a:latin typeface="Times New Roman" charset="0"/>
              </a:rPr>
              <a:t>14-  UN ROI EST NÉ CE JOUR À BETHLÉHEM</a:t>
            </a:r>
          </a:p>
          <a:p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ROI EST NÉ CE JOUR À BETHLÉHEM ALLÉLUIA, AHOUM, ALLÉLUIA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ANGES SONT VENUS POUR L’ADORER,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SEIGNEUR SI DOUX ET SI PUISSANT LE SALUT VIENT PAR CE SAINT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UN ROI EST NÉ IL EST NÉ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UN ROI EST NÉ HUMBLEMENT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DOUX SEIGNEUR ÉTEND SA PUISSANTE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UN ROI EST NÉ CE JOUR À BETHLÉEM,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BERGERS SONT VENUS SE PROSTERNER,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 CIEL ON CHANTE : PAIX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EST LE SALUT QU'ELLE ESPÈRE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VIENS HUMBLEMENT L’ADORER HUMBLEMENT IL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charset="0"/>
              </a:rPr>
              <a:t>1-  UN ROI EST NÉ CE JOUR À BETHLÉHEM ALLÉLUIA, AHOUM, ALLÉLUIA !</a:t>
            </a:r>
          </a:p>
          <a:p>
            <a:r>
              <a:rPr lang="fr-FR" smtClean="0">
                <a:latin typeface="Times New Roman" charset="0"/>
              </a:rPr>
              <a:t>2-  LES ANGES SONT VENUS POUR L’ADORER, ALLÉ, ALLÉLUIA</a:t>
            </a:r>
          </a:p>
          <a:p>
            <a:r>
              <a:rPr lang="fr-FR" smtClean="0">
                <a:latin typeface="Times New Roman" charset="0"/>
              </a:rPr>
              <a:t>3-  SEIGNEUR SI DOUX ET SI PUISSANT LE SALUT VIENT PAR CE SAINT ENFANT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	4-  UN ROI EST NÉ IL EST NÉ DANS UNE ÉTABLE</a:t>
            </a:r>
          </a:p>
          <a:p>
            <a:r>
              <a:rPr lang="fr-FR" smtClean="0">
                <a:latin typeface="Times New Roman" charset="0"/>
              </a:rPr>
              <a:t>	5-  UN ROI EST NÉ HUMBLEMENT DANS UNE ÉTABLE</a:t>
            </a:r>
          </a:p>
          <a:p>
            <a:r>
              <a:rPr lang="fr-FR" smtClean="0">
                <a:latin typeface="Times New Roman" charset="0"/>
              </a:rPr>
              <a:t>	6-  LE DOUX SEIGNEUR ÉTEND SA PUISSANTE MAIN</a:t>
            </a:r>
          </a:p>
          <a:p>
            <a:r>
              <a:rPr lang="fr-FR" smtClean="0">
                <a:latin typeface="Times New Roman" charset="0"/>
              </a:rPr>
              <a:t>	7-  UN ROI EST NÉ CE JOUR À BETHLÉHEM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8-  UN ROI EST NÉ CE JOUR À BETHLÉEM, ALLÉLUIA</a:t>
            </a:r>
          </a:p>
          <a:p>
            <a:r>
              <a:rPr lang="fr-FR" smtClean="0">
                <a:latin typeface="Times New Roman" charset="0"/>
              </a:rPr>
              <a:t>9-  LES BERGERS SONT VENUS SE PROSTERNER, ALLÉ, ALLÉLUIA</a:t>
            </a:r>
          </a:p>
          <a:p>
            <a:r>
              <a:rPr lang="fr-FR" smtClean="0">
                <a:latin typeface="Times New Roman" charset="0"/>
              </a:rPr>
              <a:t>10-  AU CIEL ON CHANTE : PAIX SUR LA TERRE</a:t>
            </a:r>
          </a:p>
          <a:p>
            <a:r>
              <a:rPr lang="fr-FR" smtClean="0">
                <a:latin typeface="Times New Roman" charset="0"/>
              </a:rPr>
              <a:t>11-  JÉSUS EST LE SALUT QU'ELLE ESPÈRE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12-  VIENS HUMBLEMENT L’ADORER HUMBLEMENT IL EST NÉ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13-  IL EST NÉ CE JOUR À BETHLÉHEM</a:t>
            </a:r>
          </a:p>
          <a:p>
            <a:r>
              <a:rPr lang="fr-FR" smtClean="0">
                <a:latin typeface="Times New Roman" charset="0"/>
              </a:rPr>
              <a:t>14-  UN ROI EST NÉ CE JOUR À BETHLÉHEM</a:t>
            </a:r>
          </a:p>
          <a:p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ROI EST NÉ CE JOUR À BETHLÉHEM ALLÉLUIA, AHOUM, ALLÉLUIA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ANGES SONT VENUS POUR L’ADORER,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SEIGNEUR SI DOUX ET SI PUISSANT LE SALUT VIENT PAR CE SAINT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UN ROI EST NÉ IL EST NÉ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UN ROI EST NÉ HUMBLEMENT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DOUX SEIGNEUR ÉTEND SA PUISSANTE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UN ROI EST NÉ CE JOUR À BETHLÉEM,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BERGERS SONT VENUS SE PROSTERNER,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 CIEL ON CHANTE : PAIX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EST LE SALUT QU'ELLE ESPÈRE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VIENS HUMBLEMENT L’ADORER HUMBLEMENT IL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charset="0"/>
              </a:rPr>
              <a:t>1-  UN ROI EST NÉ CE JOUR À BETHLÉHEM ALLÉLUIA, AHOUM, ALLÉLUIA !</a:t>
            </a:r>
          </a:p>
          <a:p>
            <a:r>
              <a:rPr lang="fr-FR" smtClean="0">
                <a:latin typeface="Times New Roman" charset="0"/>
              </a:rPr>
              <a:t>2-  LES ANGES SONT VENUS POUR L’ADORER, ALLÉ, ALLÉLUIA</a:t>
            </a:r>
          </a:p>
          <a:p>
            <a:r>
              <a:rPr lang="fr-FR" smtClean="0">
                <a:latin typeface="Times New Roman" charset="0"/>
              </a:rPr>
              <a:t>3-  SEIGNEUR SI DOUX ET SI PUISSANT LE SALUT VIENT PAR CE SAINT ENFANT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	4-  UN ROI EST NÉ IL EST NÉ DANS UNE ÉTABLE</a:t>
            </a:r>
          </a:p>
          <a:p>
            <a:r>
              <a:rPr lang="fr-FR" smtClean="0">
                <a:latin typeface="Times New Roman" charset="0"/>
              </a:rPr>
              <a:t>	5-  UN ROI EST NÉ HUMBLEMENT DANS UNE ÉTABLE</a:t>
            </a:r>
          </a:p>
          <a:p>
            <a:r>
              <a:rPr lang="fr-FR" smtClean="0">
                <a:latin typeface="Times New Roman" charset="0"/>
              </a:rPr>
              <a:t>	6-  LE DOUX SEIGNEUR ÉTEND SA PUISSANTE MAIN</a:t>
            </a:r>
          </a:p>
          <a:p>
            <a:r>
              <a:rPr lang="fr-FR" smtClean="0">
                <a:latin typeface="Times New Roman" charset="0"/>
              </a:rPr>
              <a:t>	7-  UN ROI EST NÉ CE JOUR À BETHLÉHEM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8-  UN ROI EST NÉ CE JOUR À BETHLÉEM, ALLÉLUIA</a:t>
            </a:r>
          </a:p>
          <a:p>
            <a:r>
              <a:rPr lang="fr-FR" smtClean="0">
                <a:latin typeface="Times New Roman" charset="0"/>
              </a:rPr>
              <a:t>9-  LES BERGERS SONT VENUS SE PROSTERNER, ALLÉ, ALLÉLUIA</a:t>
            </a:r>
          </a:p>
          <a:p>
            <a:r>
              <a:rPr lang="fr-FR" smtClean="0">
                <a:latin typeface="Times New Roman" charset="0"/>
              </a:rPr>
              <a:t>10-  AU CIEL ON CHANTE : PAIX SUR LA TERRE</a:t>
            </a:r>
          </a:p>
          <a:p>
            <a:r>
              <a:rPr lang="fr-FR" smtClean="0">
                <a:latin typeface="Times New Roman" charset="0"/>
              </a:rPr>
              <a:t>11-  JÉSUS EST LE SALUT QU'ELLE ESPÈRE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12-  VIENS HUMBLEMENT L’ADORER HUMBLEMENT IL EST NÉ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13-  IL EST NÉ CE JOUR À BETHLÉHEM</a:t>
            </a:r>
          </a:p>
          <a:p>
            <a:r>
              <a:rPr lang="fr-FR" smtClean="0">
                <a:latin typeface="Times New Roman" charset="0"/>
              </a:rPr>
              <a:t>14-  UN ROI EST NÉ CE JOUR À BETHLÉHEM</a:t>
            </a:r>
          </a:p>
          <a:p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ROI EST NÉ CE JOUR À BETHLÉHEM ALLÉLUIA, AHOUM, ALLÉLUIA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ANGES SONT VENUS POUR L’ADORER,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SEIGNEUR SI DOUX ET SI PUISSANT LE SALUT VIENT PAR CE SAINT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UN ROI EST NÉ IL EST NÉ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UN ROI EST NÉ HUMBLEMENT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DOUX SEIGNEUR ÉTEND SA PUISSANTE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UN ROI EST NÉ CE JOUR À BETHLÉEM,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BERGERS SONT VENUS SE PROSTERNER,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 CIEL ON CHANTE : PAIX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EST LE SALUT QU'ELLE ESPÈRE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VIENS HUMBLEMENT L’ADORER HUMBLEMENT IL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charset="0"/>
              </a:rPr>
              <a:t>1-  UN ROI EST NÉ CE JOUR À BETHLÉHEM ALLÉLUIA, AHOUM, ALLÉLUIA !</a:t>
            </a:r>
          </a:p>
          <a:p>
            <a:r>
              <a:rPr lang="fr-FR" smtClean="0">
                <a:latin typeface="Times New Roman" charset="0"/>
              </a:rPr>
              <a:t>2-  LES ANGES SONT VENUS POUR L’ADORER, ALLÉ, ALLÉLUIA</a:t>
            </a:r>
          </a:p>
          <a:p>
            <a:r>
              <a:rPr lang="fr-FR" smtClean="0">
                <a:latin typeface="Times New Roman" charset="0"/>
              </a:rPr>
              <a:t>3-  SEIGNEUR SI DOUX ET SI PUISSANT LE SALUT VIENT PAR CE SAINT ENFANT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	4-  UN ROI EST NÉ IL EST NÉ DANS UNE ÉTABLE</a:t>
            </a:r>
          </a:p>
          <a:p>
            <a:r>
              <a:rPr lang="fr-FR" smtClean="0">
                <a:latin typeface="Times New Roman" charset="0"/>
              </a:rPr>
              <a:t>	5-  UN ROI EST NÉ HUMBLEMENT DANS UNE ÉTABLE</a:t>
            </a:r>
          </a:p>
          <a:p>
            <a:r>
              <a:rPr lang="fr-FR" smtClean="0">
                <a:latin typeface="Times New Roman" charset="0"/>
              </a:rPr>
              <a:t>	6-  LE DOUX SEIGNEUR ÉTEND SA PUISSANTE MAIN</a:t>
            </a:r>
          </a:p>
          <a:p>
            <a:r>
              <a:rPr lang="fr-FR" smtClean="0">
                <a:latin typeface="Times New Roman" charset="0"/>
              </a:rPr>
              <a:t>	7-  UN ROI EST NÉ CE JOUR À BETHLÉHEM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8-  UN ROI EST NÉ CE JOUR À BETHLÉEM, ALLÉLUIA</a:t>
            </a:r>
          </a:p>
          <a:p>
            <a:r>
              <a:rPr lang="fr-FR" smtClean="0">
                <a:latin typeface="Times New Roman" charset="0"/>
              </a:rPr>
              <a:t>9-  LES BERGERS SONT VENUS SE PROSTERNER, ALLÉ, ALLÉLUIA</a:t>
            </a:r>
          </a:p>
          <a:p>
            <a:r>
              <a:rPr lang="fr-FR" smtClean="0">
                <a:latin typeface="Times New Roman" charset="0"/>
              </a:rPr>
              <a:t>10-  AU CIEL ON CHANTE : PAIX SUR LA TERRE</a:t>
            </a:r>
          </a:p>
          <a:p>
            <a:r>
              <a:rPr lang="fr-FR" smtClean="0">
                <a:latin typeface="Times New Roman" charset="0"/>
              </a:rPr>
              <a:t>11-  JÉSUS EST LE SALUT QU'ELLE ESPÈRE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12-  VIENS HUMBLEMENT L’ADORER HUMBLEMENT IL EST NÉ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13-  IL EST NÉ CE JOUR À BETHLÉHEM</a:t>
            </a:r>
          </a:p>
          <a:p>
            <a:r>
              <a:rPr lang="fr-FR" smtClean="0">
                <a:latin typeface="Times New Roman" charset="0"/>
              </a:rPr>
              <a:t>14-  UN ROI EST NÉ CE JOUR À BETHLÉHEM</a:t>
            </a:r>
          </a:p>
          <a:p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ROI EST NÉ CE JOUR À BETHLÉHEM ALLÉLUIA, AHOUM, ALLÉLUIA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ANGES SONT VENUS POUR L’ADORER,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SEIGNEUR SI DOUX ET SI PUISSANT LE SALUT VIENT PAR CE SAINT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UN ROI EST NÉ IL EST NÉ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UN ROI EST NÉ HUMBLEMENT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DOUX SEIGNEUR ÉTEND SA PUISSANTE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UN ROI EST NÉ CE JOUR À BETHLÉEM,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BERGERS SONT VENUS SE PROSTERNER,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 CIEL ON CHANTE : PAIX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EST LE SALUT QU'ELLE ESPÈRE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VIENS HUMBLEMENT L’ADORER HUMBLEMENT IL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charset="0"/>
              </a:rPr>
              <a:t>1-  UN ROI EST NÉ CE JOUR À BETHLÉHEM ALLÉLUIA, AHOUM, ALLÉLUIA !</a:t>
            </a:r>
          </a:p>
          <a:p>
            <a:r>
              <a:rPr lang="fr-FR" smtClean="0">
                <a:latin typeface="Times New Roman" charset="0"/>
              </a:rPr>
              <a:t>2-  LES ANGES SONT VENUS POUR L’ADORER, ALLÉ, ALLÉLUIA</a:t>
            </a:r>
          </a:p>
          <a:p>
            <a:r>
              <a:rPr lang="fr-FR" smtClean="0">
                <a:latin typeface="Times New Roman" charset="0"/>
              </a:rPr>
              <a:t>3-  SEIGNEUR SI DOUX ET SI PUISSANT LE SALUT VIENT PAR CE SAINT ENFANT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	4-  UN ROI EST NÉ IL EST NÉ DANS UNE ÉTABLE</a:t>
            </a:r>
          </a:p>
          <a:p>
            <a:r>
              <a:rPr lang="fr-FR" smtClean="0">
                <a:latin typeface="Times New Roman" charset="0"/>
              </a:rPr>
              <a:t>	5-  UN ROI EST NÉ HUMBLEMENT DANS UNE ÉTABLE</a:t>
            </a:r>
          </a:p>
          <a:p>
            <a:r>
              <a:rPr lang="fr-FR" smtClean="0">
                <a:latin typeface="Times New Roman" charset="0"/>
              </a:rPr>
              <a:t>	6-  LE DOUX SEIGNEUR ÉTEND SA PUISSANTE MAIN</a:t>
            </a:r>
          </a:p>
          <a:p>
            <a:r>
              <a:rPr lang="fr-FR" smtClean="0">
                <a:latin typeface="Times New Roman" charset="0"/>
              </a:rPr>
              <a:t>	7-  UN ROI EST NÉ CE JOUR À BETHLÉHEM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8-  UN ROI EST NÉ CE JOUR À BETHLÉEM, ALLÉLUIA</a:t>
            </a:r>
          </a:p>
          <a:p>
            <a:r>
              <a:rPr lang="fr-FR" smtClean="0">
                <a:latin typeface="Times New Roman" charset="0"/>
              </a:rPr>
              <a:t>9-  LES BERGERS SONT VENUS SE PROSTERNER, ALLÉ, ALLÉLUIA</a:t>
            </a:r>
          </a:p>
          <a:p>
            <a:r>
              <a:rPr lang="fr-FR" smtClean="0">
                <a:latin typeface="Times New Roman" charset="0"/>
              </a:rPr>
              <a:t>10-  AU CIEL ON CHANTE : PAIX SUR LA TERRE</a:t>
            </a:r>
          </a:p>
          <a:p>
            <a:r>
              <a:rPr lang="fr-FR" smtClean="0">
                <a:latin typeface="Times New Roman" charset="0"/>
              </a:rPr>
              <a:t>11-  JÉSUS EST LE SALUT QU'ELLE ESPÈRE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12-  VIENS HUMBLEMENT L’ADORER HUMBLEMENT IL EST NÉ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13-  IL EST NÉ CE JOUR À BETHLÉHEM</a:t>
            </a:r>
          </a:p>
          <a:p>
            <a:r>
              <a:rPr lang="fr-FR" smtClean="0">
                <a:latin typeface="Times New Roman" charset="0"/>
              </a:rPr>
              <a:t>14-  UN ROI EST NÉ CE JOUR À BETHLÉHEM</a:t>
            </a:r>
          </a:p>
          <a:p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ROI EST NÉ CE JOUR À BETHLÉHEM ALLÉLUIA, AHOUM, ALLÉLUIA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ANGES SONT VENUS POUR L’ADORER,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SEIGNEUR SI DOUX ET SI PUISSANT LE SALUT VIENT PAR CE SAINT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UN ROI EST NÉ IL EST NÉ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UN ROI EST NÉ HUMBLEMENT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DOUX SEIGNEUR ÉTEND SA PUISSANTE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UN ROI EST NÉ CE JOUR À BETHLÉEM,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BERGERS SONT VENUS SE PROSTERNER,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 CIEL ON CHANTE : PAIX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EST LE SALUT QU'ELLE ESPÈRE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VIENS HUMBLEMENT L’ADORER HUMBLEMENT IL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charset="0"/>
              </a:rPr>
              <a:t>1-  UN ROI EST NÉ CE JOUR À BETHLÉHEM ALLÉLUIA, AHOUM, ALLÉLUIA !</a:t>
            </a:r>
          </a:p>
          <a:p>
            <a:r>
              <a:rPr lang="fr-FR" smtClean="0">
                <a:latin typeface="Times New Roman" charset="0"/>
              </a:rPr>
              <a:t>2-  LES ANGES SONT VENUS POUR L’ADORER, ALLÉ, ALLÉLUIA</a:t>
            </a:r>
          </a:p>
          <a:p>
            <a:r>
              <a:rPr lang="fr-FR" smtClean="0">
                <a:latin typeface="Times New Roman" charset="0"/>
              </a:rPr>
              <a:t>3-  SEIGNEUR SI DOUX ET SI PUISSANT LE SALUT VIENT PAR CE SAINT ENFANT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	4-  UN ROI EST NÉ IL EST NÉ DANS UNE ÉTABLE</a:t>
            </a:r>
          </a:p>
          <a:p>
            <a:r>
              <a:rPr lang="fr-FR" smtClean="0">
                <a:latin typeface="Times New Roman" charset="0"/>
              </a:rPr>
              <a:t>	5-  UN ROI EST NÉ HUMBLEMENT DANS UNE ÉTABLE</a:t>
            </a:r>
          </a:p>
          <a:p>
            <a:r>
              <a:rPr lang="fr-FR" smtClean="0">
                <a:latin typeface="Times New Roman" charset="0"/>
              </a:rPr>
              <a:t>	6-  LE DOUX SEIGNEUR ÉTEND SA PUISSANTE MAIN</a:t>
            </a:r>
          </a:p>
          <a:p>
            <a:r>
              <a:rPr lang="fr-FR" smtClean="0">
                <a:latin typeface="Times New Roman" charset="0"/>
              </a:rPr>
              <a:t>	7-  UN ROI EST NÉ CE JOUR À BETHLÉHEM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8-  UN ROI EST NÉ CE JOUR À BETHLÉEM, ALLÉLUIA</a:t>
            </a:r>
          </a:p>
          <a:p>
            <a:r>
              <a:rPr lang="fr-FR" smtClean="0">
                <a:latin typeface="Times New Roman" charset="0"/>
              </a:rPr>
              <a:t>9-  LES BERGERS SONT VENUS SE PROSTERNER, ALLÉ, ALLÉLUIA</a:t>
            </a:r>
          </a:p>
          <a:p>
            <a:r>
              <a:rPr lang="fr-FR" smtClean="0">
                <a:latin typeface="Times New Roman" charset="0"/>
              </a:rPr>
              <a:t>10-  AU CIEL ON CHANTE : PAIX SUR LA TERRE</a:t>
            </a:r>
          </a:p>
          <a:p>
            <a:r>
              <a:rPr lang="fr-FR" smtClean="0">
                <a:latin typeface="Times New Roman" charset="0"/>
              </a:rPr>
              <a:t>11-  JÉSUS EST LE SALUT QU'ELLE ESPÈRE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12-  VIENS HUMBLEMENT L’ADORER HUMBLEMENT IL EST NÉ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13-  IL EST NÉ CE JOUR À BETHLÉHEM</a:t>
            </a:r>
          </a:p>
          <a:p>
            <a:r>
              <a:rPr lang="fr-FR" smtClean="0">
                <a:latin typeface="Times New Roman" charset="0"/>
              </a:rPr>
              <a:t>14-  UN ROI EST NÉ CE JOUR À BETHLÉHEM</a:t>
            </a:r>
          </a:p>
          <a:p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ROI EST NÉ CE JOUR À BETHLÉHEM ALLÉLUIA, AHOUM, ALLÉLUIA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ANGES SONT VENUS POUR L’ADORER,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SEIGNEUR SI DOUX ET SI PUISSANT LE SALUT VIENT PAR CE SAINT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UN ROI EST NÉ IL EST NÉ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UN ROI EST NÉ HUMBLEMENT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DOUX SEIGNEUR ÉTEND SA PUISSANTE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UN ROI EST NÉ CE JOUR À BETHLÉEM,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BERGERS SONT VENUS SE PROSTERNER,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 CIEL ON CHANTE : PAIX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EST LE SALUT QU'ELLE ESPÈRE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VIENS HUMBLEMENT L’ADORER HUMBLEMENT IL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charset="0"/>
              </a:rPr>
              <a:t>1-  UN ROI EST NÉ CE JOUR À BETHLÉHEM ALLÉLUIA, AHOUM, ALLÉLUIA !</a:t>
            </a:r>
          </a:p>
          <a:p>
            <a:r>
              <a:rPr lang="fr-FR" smtClean="0">
                <a:latin typeface="Times New Roman" charset="0"/>
              </a:rPr>
              <a:t>2-  LES ANGES SONT VENUS POUR L’ADORER, ALLÉ, ALLÉLUIA</a:t>
            </a:r>
          </a:p>
          <a:p>
            <a:r>
              <a:rPr lang="fr-FR" smtClean="0">
                <a:latin typeface="Times New Roman" charset="0"/>
              </a:rPr>
              <a:t>3-  SEIGNEUR SI DOUX ET SI PUISSANT LE SALUT VIENT PAR CE SAINT ENFANT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	4-  UN ROI EST NÉ IL EST NÉ DANS UNE ÉTABLE</a:t>
            </a:r>
          </a:p>
          <a:p>
            <a:r>
              <a:rPr lang="fr-FR" smtClean="0">
                <a:latin typeface="Times New Roman" charset="0"/>
              </a:rPr>
              <a:t>	5-  UN ROI EST NÉ HUMBLEMENT DANS UNE ÉTABLE</a:t>
            </a:r>
          </a:p>
          <a:p>
            <a:r>
              <a:rPr lang="fr-FR" smtClean="0">
                <a:latin typeface="Times New Roman" charset="0"/>
              </a:rPr>
              <a:t>	6-  LE DOUX SEIGNEUR ÉTEND SA PUISSANTE MAIN</a:t>
            </a:r>
          </a:p>
          <a:p>
            <a:r>
              <a:rPr lang="fr-FR" smtClean="0">
                <a:latin typeface="Times New Roman" charset="0"/>
              </a:rPr>
              <a:t>	7-  UN ROI EST NÉ CE JOUR À BETHLÉHEM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8-  UN ROI EST NÉ CE JOUR À BETHLÉEM, ALLÉLUIA</a:t>
            </a:r>
          </a:p>
          <a:p>
            <a:r>
              <a:rPr lang="fr-FR" smtClean="0">
                <a:latin typeface="Times New Roman" charset="0"/>
              </a:rPr>
              <a:t>9-  LES BERGERS SONT VENUS SE PROSTERNER, ALLÉ, ALLÉLUIA</a:t>
            </a:r>
          </a:p>
          <a:p>
            <a:r>
              <a:rPr lang="fr-FR" smtClean="0">
                <a:latin typeface="Times New Roman" charset="0"/>
              </a:rPr>
              <a:t>10-  AU CIEL ON CHANTE : PAIX SUR LA TERRE</a:t>
            </a:r>
          </a:p>
          <a:p>
            <a:r>
              <a:rPr lang="fr-FR" smtClean="0">
                <a:latin typeface="Times New Roman" charset="0"/>
              </a:rPr>
              <a:t>11-  JÉSUS EST LE SALUT QU'ELLE ESPÈRE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12-  VIENS HUMBLEMENT L’ADORER HUMBLEMENT IL EST NÉ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13-  IL EST NÉ CE JOUR À BETHLÉHEM</a:t>
            </a:r>
          </a:p>
          <a:p>
            <a:r>
              <a:rPr lang="fr-FR" smtClean="0">
                <a:latin typeface="Times New Roman" charset="0"/>
              </a:rPr>
              <a:t>14-  UN ROI EST NÉ CE JOUR À BETHLÉHEM</a:t>
            </a:r>
          </a:p>
          <a:p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ROI EST NÉ CE JOUR À BETHLÉHEM ALLÉLUIA, AHOUM, ALLÉLUIA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ANGES SONT VENUS POUR L’ADORER,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SEIGNEUR SI DOUX ET SI PUISSANT LE SALUT VIENT PAR CE SAINT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UN ROI EST NÉ IL EST NÉ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UN ROI EST NÉ HUMBLEMENT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DOUX SEIGNEUR ÉTEND SA PUISSANTE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UN ROI EST NÉ CE JOUR À BETHLÉEM,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BERGERS SONT VENUS SE PROSTERNER,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 CIEL ON CHANTE : PAIX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EST LE SALUT QU'ELLE ESPÈRE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VIENS HUMBLEMENT L’ADORER HUMBLEMENT IL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charset="0"/>
              </a:rPr>
              <a:t>1-  UN ROI EST NÉ CE JOUR À BETHLÉHEM ALLÉLUIA, AHOUM, ALLÉLUIA !</a:t>
            </a:r>
          </a:p>
          <a:p>
            <a:r>
              <a:rPr lang="fr-FR" smtClean="0">
                <a:latin typeface="Times New Roman" charset="0"/>
              </a:rPr>
              <a:t>2-  LES ANGES SONT VENUS POUR L’ADORER, ALLÉ, ALLÉLUIA</a:t>
            </a:r>
          </a:p>
          <a:p>
            <a:r>
              <a:rPr lang="fr-FR" smtClean="0">
                <a:latin typeface="Times New Roman" charset="0"/>
              </a:rPr>
              <a:t>3-  SEIGNEUR SI DOUX ET SI PUISSANT LE SALUT VIENT PAR CE SAINT ENFANT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	4-  UN ROI EST NÉ IL EST NÉ DANS UNE ÉTABLE</a:t>
            </a:r>
          </a:p>
          <a:p>
            <a:r>
              <a:rPr lang="fr-FR" smtClean="0">
                <a:latin typeface="Times New Roman" charset="0"/>
              </a:rPr>
              <a:t>	5-  UN ROI EST NÉ HUMBLEMENT DANS UNE ÉTABLE</a:t>
            </a:r>
          </a:p>
          <a:p>
            <a:r>
              <a:rPr lang="fr-FR" smtClean="0">
                <a:latin typeface="Times New Roman" charset="0"/>
              </a:rPr>
              <a:t>	6-  LE DOUX SEIGNEUR ÉTEND SA PUISSANTE MAIN</a:t>
            </a:r>
          </a:p>
          <a:p>
            <a:r>
              <a:rPr lang="fr-FR" smtClean="0">
                <a:latin typeface="Times New Roman" charset="0"/>
              </a:rPr>
              <a:t>	7-  UN ROI EST NÉ CE JOUR À BETHLÉHEM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8-  UN ROI EST NÉ CE JOUR À BETHLÉEM, ALLÉLUIA</a:t>
            </a:r>
          </a:p>
          <a:p>
            <a:r>
              <a:rPr lang="fr-FR" smtClean="0">
                <a:latin typeface="Times New Roman" charset="0"/>
              </a:rPr>
              <a:t>9-  LES BERGERS SONT VENUS SE PROSTERNER, ALLÉ, ALLÉLUIA</a:t>
            </a:r>
          </a:p>
          <a:p>
            <a:r>
              <a:rPr lang="fr-FR" smtClean="0">
                <a:latin typeface="Times New Roman" charset="0"/>
              </a:rPr>
              <a:t>10-  AU CIEL ON CHANTE : PAIX SUR LA TERRE</a:t>
            </a:r>
          </a:p>
          <a:p>
            <a:r>
              <a:rPr lang="fr-FR" smtClean="0">
                <a:latin typeface="Times New Roman" charset="0"/>
              </a:rPr>
              <a:t>11-  JÉSUS EST LE SALUT QU'ELLE ESPÈRE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12-  VIENS HUMBLEMENT L’ADORER HUMBLEMENT IL EST NÉ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13-  IL EST NÉ CE JOUR À BETHLÉHEM</a:t>
            </a:r>
          </a:p>
          <a:p>
            <a:r>
              <a:rPr lang="fr-FR" smtClean="0">
                <a:latin typeface="Times New Roman" charset="0"/>
              </a:rPr>
              <a:t>14-  UN ROI EST NÉ CE JOUR À BETHLÉHEM</a:t>
            </a:r>
          </a:p>
          <a:p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ROI EST NÉ CE JOUR À BETHLÉHEM ALLÉLUIA, AHOUM, ALLÉLUIA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ANGES SONT VENUS POUR L’ADORER,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SEIGNEUR SI DOUX ET SI PUISSANT LE SALUT VIENT PAR CE SAINT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UN ROI EST NÉ IL EST NÉ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UN ROI EST NÉ HUMBLEMENT DANS UNE ÉTABLE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DOUX SEIGNEUR ÉTEND SA PUISSANTE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UN ROI EST NÉ CE JOUR À BETHLÉEM,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BERGERS SONT VENUS SE PROSTERNER, ALLÉ,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 CIEL ON CHANTE : PAIX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JÉSUS EST LE SALUT QU'ELLE ESPÈRE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VIENS HUMBLEMENT L’ADORER HUMBLEMENT IL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UN ROI EST NÉ CE JOUR À BETHLÉHEM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charset="0"/>
              </a:rPr>
              <a:t>1-  UN ROI EST NÉ CE JOUR À BETHLÉHEM ALLÉLUIA, AHOUM, ALLÉLUIA !</a:t>
            </a:r>
          </a:p>
          <a:p>
            <a:r>
              <a:rPr lang="fr-FR" smtClean="0">
                <a:latin typeface="Times New Roman" charset="0"/>
              </a:rPr>
              <a:t>2-  LES ANGES SONT VENUS POUR L’ADORER, ALLÉ, ALLÉLUIA</a:t>
            </a:r>
          </a:p>
          <a:p>
            <a:r>
              <a:rPr lang="fr-FR" smtClean="0">
                <a:latin typeface="Times New Roman" charset="0"/>
              </a:rPr>
              <a:t>3-  SEIGNEUR SI DOUX ET SI PUISSANT LE SALUT VIENT PAR CE SAINT ENFANT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	4-  UN ROI EST NÉ IL EST NÉ DANS UNE ÉTABLE</a:t>
            </a:r>
          </a:p>
          <a:p>
            <a:r>
              <a:rPr lang="fr-FR" smtClean="0">
                <a:latin typeface="Times New Roman" charset="0"/>
              </a:rPr>
              <a:t>	5-  UN ROI EST NÉ HUMBLEMENT DANS UNE ÉTABLE</a:t>
            </a:r>
          </a:p>
          <a:p>
            <a:r>
              <a:rPr lang="fr-FR" smtClean="0">
                <a:latin typeface="Times New Roman" charset="0"/>
              </a:rPr>
              <a:t>	6-  LE DOUX SEIGNEUR ÉTEND SA PUISSANTE MAIN</a:t>
            </a:r>
          </a:p>
          <a:p>
            <a:r>
              <a:rPr lang="fr-FR" smtClean="0">
                <a:latin typeface="Times New Roman" charset="0"/>
              </a:rPr>
              <a:t>	7-  UN ROI EST NÉ CE JOUR À BETHLÉHEM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8-  UN ROI EST NÉ CE JOUR À BETHLÉEM, ALLÉLUIA</a:t>
            </a:r>
          </a:p>
          <a:p>
            <a:r>
              <a:rPr lang="fr-FR" smtClean="0">
                <a:latin typeface="Times New Roman" charset="0"/>
              </a:rPr>
              <a:t>9-  LES BERGERS SONT VENUS SE PROSTERNER, ALLÉ, ALLÉLUIA</a:t>
            </a:r>
          </a:p>
          <a:p>
            <a:r>
              <a:rPr lang="fr-FR" smtClean="0">
                <a:latin typeface="Times New Roman" charset="0"/>
              </a:rPr>
              <a:t>10-  AU CIEL ON CHANTE : PAIX SUR LA TERRE</a:t>
            </a:r>
          </a:p>
          <a:p>
            <a:r>
              <a:rPr lang="fr-FR" smtClean="0">
                <a:latin typeface="Times New Roman" charset="0"/>
              </a:rPr>
              <a:t>11-  JÉSUS EST LE SALUT QU'ELLE ESPÈRE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12-  VIENS HUMBLEMENT L’ADORER HUMBLEMENT IL EST NÉ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13-  IL EST NÉ CE JOUR À BETHLÉHEM</a:t>
            </a:r>
          </a:p>
          <a:p>
            <a:r>
              <a:rPr lang="fr-FR" smtClean="0">
                <a:latin typeface="Times New Roman" charset="0"/>
              </a:rPr>
              <a:t>14-  UN ROI EST NÉ CE JOUR À BETHLÉHEM</a:t>
            </a:r>
          </a:p>
          <a:p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5606EE-3D24-4674-9CDA-8794E46592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2CFFAD-B576-4522-A7D0-28D6649305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5B7C5F-7F9C-4E50-8104-777A8B0A09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22D83A-8276-42E9-A86A-6AFDCA0FAB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1CC567-602E-4AF0-A906-552ECCACB6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7E1640-E042-44B0-AD92-28AAD58B10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0F2E96-EB82-4062-94DF-520C2D383D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22117-CA74-46AA-BEF4-DDF6835328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82756-E354-4242-986A-7DF5451160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76D0CF-C6AE-4E7B-949D-6BF544CF8A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6CB557-F7CE-40A8-A463-88CDAE036C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E23D3187-E7D2-48CF-BA98-82990C8AB4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 ROI EST NÉ CE JOUR À BETHLÉHEM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ALLÉLUIA, AHOUM, ALLÉLUIA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 Box 8"/>
          <p:cNvSpPr txBox="1"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 ANGES SONT VENUS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L’ADORER, ALLÉ, 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SEIGNEUR SI DOUX ET SI PUISSANT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SALUT VIENT PAR CE SAINT ENFANT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 ROI EST NÉ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EST NÉ DANS UNE ÉTABLE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 ROI EST NÉ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HUMBLEMENT DANS UNE ÉTABLE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DOUX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ÉTEND SA PUISSANTE MAIN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 ROI EST NÉ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 JOUR À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BETHLÉHEM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 ROI EST NÉ CE JOUR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BETHLÉEM, ALLÉLUIA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 BERGERS SONT VENUS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 PROSTERNER, ALLÉ, ALLÉLUIA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77338" cy="96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CIEL ON CHANTE :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PAIX SUR LA TERRE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JÉSUS EST LE SALUT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QU'ELLE ESPÈRE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VIENS HUMBLEMENT L’ADORER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HUMBLEMENT IL EST NÉ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EST NÉ CE JOUR À BETHLÉHEM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 ROI EST NÉ CE JOUR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BETHLÉHEM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1247</Words>
  <Application>Microsoft PowerPoint</Application>
  <PresentationFormat>On-screen Show (4:3)</PresentationFormat>
  <Paragraphs>531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32</cp:revision>
  <dcterms:created xsi:type="dcterms:W3CDTF">2002-08-17T10:59:05Z</dcterms:created>
  <dcterms:modified xsi:type="dcterms:W3CDTF">2014-08-24T07:30:12Z</dcterms:modified>
</cp:coreProperties>
</file>