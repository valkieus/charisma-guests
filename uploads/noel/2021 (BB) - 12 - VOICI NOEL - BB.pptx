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7" r:id="rId3"/>
    <p:sldId id="257" r:id="rId4"/>
    <p:sldId id="268" r:id="rId5"/>
    <p:sldId id="258" r:id="rId6"/>
    <p:sldId id="274" r:id="rId7"/>
    <p:sldId id="259" r:id="rId8"/>
    <p:sldId id="269" r:id="rId9"/>
    <p:sldId id="275" r:id="rId10"/>
    <p:sldId id="260" r:id="rId11"/>
    <p:sldId id="266" r:id="rId12"/>
    <p:sldId id="276" r:id="rId13"/>
    <p:sldId id="261" r:id="rId14"/>
    <p:sldId id="270" r:id="rId15"/>
    <p:sldId id="262" r:id="rId16"/>
    <p:sldId id="277" r:id="rId17"/>
    <p:sldId id="271" r:id="rId18"/>
    <p:sldId id="263" r:id="rId19"/>
    <p:sldId id="272" r:id="rId20"/>
    <p:sldId id="265" r:id="rId21"/>
    <p:sldId id="273" r:id="rId2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357" autoAdjust="0"/>
    <p:restoredTop sz="57527" autoAdjust="0"/>
  </p:normalViewPr>
  <p:slideViewPr>
    <p:cSldViewPr>
      <p:cViewPr varScale="1">
        <p:scale>
          <a:sx n="52" d="100"/>
          <a:sy n="52" d="100"/>
        </p:scale>
        <p:origin x="120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79B758A6-B593-4490-B6C0-D73829787600}" type="datetimeFigureOut">
              <a:rPr lang="fr-FR"/>
              <a:pPr>
                <a:defRPr/>
              </a:pPr>
              <a:t>24/12/2021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dirty="0"/>
              <a:t>Cliquez pour modifier les styles du texte du masque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48B83DD4-3E49-4FC3-8106-78B5B1BFF45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anose="020B06030201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anose="020B06030201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anose="020B06030201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anose="020B06030201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anose="020B06030201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dirty="0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 dirty="0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 dirty="0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 dirty="0"/>
              <a:t>
20-  OUI, L’ENFANT NOUS EST NÉ 
21-  LE FILS NOUS EST DONNÉ !            x2
</a:t>
            </a:r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dirty="0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 dirty="0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 dirty="0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 dirty="0"/>
              <a:t>
20-  OUI, L’ENFANT NOUS EST NÉ 
21-  LE FILS NOUS EST DONNÉ !            x2
</a:t>
            </a:r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 dirty="0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 dirty="0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 dirty="0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 dirty="0"/>
              <a:t>
20-  OUI, L’ENFANT NOUS EST NÉ 
21-  LE FILS NOUS EST DONNÉ !            x2
</a:t>
            </a:r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</a:pPr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pPr eaLnBrk="1" hangingPunct="1">
              <a:spcBef>
                <a:spcPct val="0"/>
              </a:spcBef>
            </a:pPr>
            <a:r>
              <a:rPr lang="fr-FR"/>
              <a:t>
20-  OUI, L’ENFANT NOUS EST NÉ 
21-  LE FILS NOUS EST DONNÉ !            x2
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VOICI NOËL, Ô DOUCE NUIT ! 
2-  L’ÉTOILE EST LÀ, QUI NOUS CONDUIT 
3-  ALLONS DONC TOUS, AVEC LES MAGES 
4-  APPORTER À JÉSUS NOS HOMMAGES 
5-  CAR L’ENFANT NOUS EST NÉ 
6-  LE FILS NOUS EST DONNÉ ! 
</a:t>
            </a:r>
          </a:p>
          <a:p>
            <a:r>
              <a:rPr lang="fr-FR"/>
              <a:t>7-  VOICI NOËL, Ô QUEL BEAU JOUR ! 
8-  JÉSUS EST NÉ ! QUEL GRAND AMOUR ! 
9-  C’EST POUR NOUS 
10-  QU’IL VIENT SUR LA TERRE 
11-  QU’IL PREND SUR LUI 
12-  NOTRE MISÈRE 
13-  UN SAUVEUR NOUS EST NÉ 
14-  LE FILS NOUS EST DONNÉ ! 
</a:t>
            </a:r>
          </a:p>
          <a:p>
            <a:r>
              <a:rPr lang="fr-FR"/>
              <a:t>15-  VOICI NOËL 
16-  Ô D’UN SEUL CŒUR 
17-  JOIGNONS NOS VOIX AU DIVIN CHŒUR 
18-  QUI PROCLAME AU CIEL LES LOUANGES 
19-  DE CELUI QU’ANNONCENT LES ANGES </a:t>
            </a:r>
          </a:p>
          <a:p>
            <a:r>
              <a:rPr lang="fr-FR"/>
              <a:t>
20-  OUI, L’ENFANT NOUS EST NÉ 
21-  LE FILS NOUS EST DONNÉ !            x2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B9D743-83C7-403F-93FB-7C2A308D8FF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B7216E-3B6C-40F6-BD5A-F91B9141FBA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AFE4A6-1966-43E6-A125-58AD83E3281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58516-094A-42F9-B51B-5CE5F1FA4B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8501F2-40F1-4D07-8E8D-32B7A3DF2A7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C83BC7-36AF-4DA9-B64F-A6A20F418B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681D40-FD01-4A74-A00E-C447F85B9E9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A1A6A9-5143-49B3-B4EC-20F715EFBD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DE4B4A-6444-46E6-9BB3-EF623517056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8F8C3C-3914-46C7-9390-8A14C39E4C1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3F5B5F-1F5E-44A7-8BE9-0822B28D08E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07FEBF8D-4381-4C76-851B-272962A845F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VOICI NOËL, Ô DOUCE NUIT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L’ÉTOILE EST LÀ QUI NOUS CONDUIT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ALLONS DONC TOUS AVEC LES MAGES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APPORTER À JÉSUS NOS HOMMAGES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L’ENFANT NOUS EST NÉ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FILS NOUS EST DONNÉ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VOICI NOËL, Ô QUEL BEAU JOUR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JÉSUS EST NÉ ! QUEL GRAND AMOUR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POUR NOUS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QU’IL VIENT SUR LA TERRE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QU’IL PREND SUR LUI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NOTRE MISÈRE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 SAUVEUR NOUS EST NÉ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FILS NOUS EST DONNÉ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VOICI NOËL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Ô D’UN SEUL CŒUR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JOIGNONS NOS VOIX AU DIVIN CHŒUR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PROCLAME AU CIEL LES LOUANGES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CELUI QU’ANNONCENT LES ANGES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OUI, L’ENFANT NOUS EST NÉ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FILS NOUS EST DONNÉ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0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442</Words>
  <Application>Microsoft Office PowerPoint</Application>
  <PresentationFormat>Affichage à l'écran (4:3)</PresentationFormat>
  <Paragraphs>189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4" baseType="lpstr"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85</cp:revision>
  <dcterms:created xsi:type="dcterms:W3CDTF">2002-08-17T11:03:14Z</dcterms:created>
  <dcterms:modified xsi:type="dcterms:W3CDTF">2021-12-24T19:36:48Z</dcterms:modified>
</cp:coreProperties>
</file>