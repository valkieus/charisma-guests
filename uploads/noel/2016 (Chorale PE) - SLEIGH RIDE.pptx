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8" r:id="rId2"/>
    <p:sldId id="265" r:id="rId3"/>
    <p:sldId id="257" r:id="rId4"/>
    <p:sldId id="266" r:id="rId5"/>
    <p:sldId id="263" r:id="rId6"/>
    <p:sldId id="259" r:id="rId7"/>
    <p:sldId id="260" r:id="rId8"/>
    <p:sldId id="264" r:id="rId9"/>
    <p:sldId id="262" r:id="rId1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97" autoAdjust="0"/>
    <p:restoredTop sz="51597" autoAdjust="0"/>
  </p:normalViewPr>
  <p:slideViewPr>
    <p:cSldViewPr>
      <p:cViewPr varScale="1">
        <p:scale>
          <a:sx n="33" d="100"/>
          <a:sy n="33" d="100"/>
        </p:scale>
        <p:origin x="-21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FD39012-80ED-4394-BA49-63BAE9EE58C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237FB473-F6CB-4B4B-9B6C-6D70670CA77A}" type="slidenum">
              <a:rPr lang="fr-FR" sz="1200"/>
              <a:pPr algn="r"/>
              <a:t>1</a:t>
            </a:fld>
            <a:endParaRPr lang="fr-FR" sz="1200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B2EB6C73-A313-4DF9-B544-C9361E195E58}" type="slidenum">
              <a:rPr lang="fr-FR" sz="1200"/>
              <a:pPr algn="r"/>
              <a:t>2</a:t>
            </a:fld>
            <a:endParaRPr lang="fr-FR" sz="1200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F0F76D-36A4-4801-A378-33127E2288CF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533B442-146F-49B6-B7AF-5C2025C29A3E}" type="slidenum">
              <a:rPr lang="fr-FR" smtClean="0"/>
              <a:pPr/>
              <a:t>4</a:t>
            </a:fld>
            <a:endParaRPr lang="fr-FR" smtClean="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A04EF8-ABBA-4839-B71A-43A09C5B79A0}" type="slidenum">
              <a:rPr lang="fr-FR" smtClean="0"/>
              <a:pPr/>
              <a:t>5</a:t>
            </a:fld>
            <a:endParaRPr lang="fr-FR" smtClean="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4F513E-F68C-4232-B93E-5B8B7863D983}" type="slidenum">
              <a:rPr lang="fr-FR" smtClean="0"/>
              <a:pPr/>
              <a:t>6</a:t>
            </a:fld>
            <a:endParaRPr lang="fr-FR" smtClean="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330943C-8140-4F46-B34C-0E283DF05690}" type="slidenum">
              <a:rPr lang="fr-FR" smtClean="0"/>
              <a:pPr/>
              <a:t>7</a:t>
            </a:fld>
            <a:endParaRPr lang="fr-FR" smtClean="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9D30E75C-3E2D-4B27-BCCE-58A3C6619ACF}" type="slidenum">
              <a:rPr lang="fr-FR" sz="1200"/>
              <a:pPr algn="r"/>
              <a:t>8</a:t>
            </a:fld>
            <a:endParaRPr lang="fr-FR" sz="120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0FA6F2-F0E1-474B-9450-59F78A7BC7E6}" type="slidenum">
              <a:rPr lang="fr-FR" smtClean="0"/>
              <a:pPr/>
              <a:t>9</a:t>
            </a:fld>
            <a:endParaRPr lang="fr-FR" smtClean="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445B24-7D45-4A93-A399-F6C11AB946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67499B-C8BB-4550-8FF7-F98F4DAA9E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8B8445-2052-4B81-AB6E-4C12D8D099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3CA46A-A0D9-4F38-A546-3A4FA98AB00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E1DCB0-4E40-4724-9319-0AAB667EC6A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91DAAF-3865-47B2-99AC-4B5C0E1D4A9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CA7E28-7167-4A3B-8052-C8DAD4FFC7C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DFA144-1476-49BF-A973-D852DEA36DC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E82874-A6A1-42DA-AA40-474329BF8B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0CCC04-1F6E-4F96-9AE6-08C323DD1B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9CD7C2-41E5-4B83-9159-65F3349933D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AB9FBB6-7CDD-4C80-AD10-FDBC3C44EDD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-1588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7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7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7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7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7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7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DING DING DING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 DING DONG DING 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C’EST NOËL, 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C’EST NOËL</a:t>
            </a:r>
          </a:p>
          <a:p>
            <a:pPr algn="ctr">
              <a:lnSpc>
                <a:spcPct val="110000"/>
              </a:lnSpc>
            </a:pPr>
            <a:endParaRPr lang="fr-FR" sz="26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-1588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ON ENTEND DING DING DONG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ET LES CLOCHES DE NOËL QUI JOUENT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VIENS VOIR, C’EST UN MERVEILLEUX TEMPS POUR UN TOUR DE TRAÎNEAU AVEC NOUS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DEHORS LA NEIGE TOMBE ET LES AMIS N’ATTENDENT QUE NOUS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VIENS VOIR, C’EST UN MERVEILLEUX TEMPS POUR UN TOUR DE TRAÎNEAU AVEC NOUS AVEC NOUS</a:t>
            </a:r>
          </a:p>
          <a:p>
            <a:pPr algn="ctr">
              <a:lnSpc>
                <a:spcPct val="110000"/>
              </a:lnSpc>
            </a:pPr>
            <a:endParaRPr lang="fr-FR" sz="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ALLEZ HOP, ALLEZ HOP, ALLEZ HOP, OH OH ALLONS VOIR PLUS HAUT 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SOUS LA NEIGE TOUT EST TELLEMENT BEAU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ALLEZ HOP, ALLEZ HOP, ALLEZ HOP ET VIENS VOIR UN PEU PLUS LOIN LES PAYSAGES ENNEIGÉS ET CES MILLIERS </a:t>
            </a: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DE SAPINS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2540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NOS JOUES SERONT GELÉES PAR LE VENT ET NOS MAINS AUSSI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MAIS C’EST SI BON DE S’AMUSER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RIRE AVEC TOUS NOS AMIS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AVEC UN CHANT SUR LES LÈVRES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UNE ÉCHARPE À TON COU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VIENS VOIR C’EST UN MERVEILLEUX TEMPS POUR UN TOUR DE TRAÎNEAU AVEC NOUS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2540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C'EST NOËL, JOUR DE FÊTE
LE SOL GLISSE LES ENFANTS S’ENVOIENT 
 DES BOULES DE NEIGE MOMENT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DE PARTAGE 
L’AMOUR T’INVITE À SA TABLE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NE FAIS PAS LA SOURDE OREILLE 
DES CADEAUX, DES CÂLINS LE 25 AU MATIN  LES PETITS ET LES GRANDS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S’PRÉCIPITENT AU PIED DU SAPIN </a:t>
            </a:r>
          </a:p>
          <a:p>
            <a:pPr algn="ctr">
              <a:lnSpc>
                <a:spcPct val="110000"/>
              </a:lnSpc>
            </a:pPr>
            <a:r>
              <a:rPr lang="fr-FR" sz="2000">
                <a:solidFill>
                  <a:schemeClr val="bg1"/>
                </a:solidFill>
                <a:latin typeface="Arial Black" pitchFamily="34" charset="0"/>
              </a:rPr>
              <a:t>
</a:t>
            </a: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AUX QUATRE COINS DU MONDE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LES FAMILLES SE RÉUNISSENT 
 CHANTONS TOUS ENSEMBLE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QUE NOS CŒURS SE RÉJOUISSENT 
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2540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SIMPLE EST LE MESSAGE J’TE L’RÉPÈTE C’EST NOËL 
 UN MOMENT DE PARTAGE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UN JOUR EXCEPTIONNEL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VIENS AVEC NOUS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AVEC NOUS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2540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UNE FÊTE SE PRÉPARE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NOUS ALLONS CÉLÉBRER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ÊTRE DANS LA JOIE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POUR TERMINER NOTRE JOURNÉE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CHANTER TOUS NOS CHANTS PRÉFÉRÉS PENDANT TOUTE LA SOIRÉE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ÉCOUTER LES MARRONS CRAQUER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ASSIS PRÈS DE LA CHEMINÉE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POP POP POP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2540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IL Y A UNE JOIE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QUE RIEN NE POURRAIT REMPLACER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L’ODEUR DU SAPIN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LES CHOCOLATS ET LES JOUETS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CES INSTANTS UNIQUES RESTENT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DANS NOS CŒURS À TOUT JAMAIS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CES INSTANTS UNIQUES RESTENT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DANS NOS CŒURS À TOUT JAMAIS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CETTE JOIE DE NOËL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ON NE POURRA JAMAIS L’OUBLIER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CETTE JOIE DE NOËL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ON NE POURRA JAMAIS L’OUBLIER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-1588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ON ENTEND DING DING DONG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ET LES CLOCHES DE NOËL QUI JOUENT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VIENS VOIR, C’EST UN MERVEILLEUX TEMPS POUR UN TOUR DE TRAÎNEAU AVEC NOUS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DEHORS LA NEIGE TOMBE ET LES AMIS N’ATTENDENT QUE NOUS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VIENS VOIR, C’EST UN MERVEILLEUX TEMPS POUR UN TOUR DE TRAÎNEAU AVEC NOUS AVEC NOUS</a:t>
            </a:r>
          </a:p>
          <a:p>
            <a:pPr algn="ctr">
              <a:lnSpc>
                <a:spcPct val="110000"/>
              </a:lnSpc>
            </a:pPr>
            <a:endParaRPr lang="fr-FR" sz="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ALLEZ HOP, ALLEZ HOP, ALLEZ HOP, OH OH ALLONS VOIR PLUS HAUT 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SOUS LA NEIGE TOUT EST TELLEMENT BEAU</a:t>
            </a:r>
          </a:p>
          <a:p>
            <a:pPr algn="ctr">
              <a:lnSpc>
                <a:spcPct val="110000"/>
              </a:lnSpc>
            </a:pPr>
            <a:r>
              <a:rPr lang="fr-FR" sz="2700">
                <a:solidFill>
                  <a:schemeClr val="bg1"/>
                </a:solidFill>
                <a:latin typeface="Arial Black" pitchFamily="34" charset="0"/>
              </a:rPr>
              <a:t>ALLEZ HOP, ALLEZ HOP, ALLEZ HOP ET VIENS VOIR UN PEU PLUS LOIN LES PAYSAGES ENNEIGÉS ET CES MILLIERS </a:t>
            </a:r>
            <a:r>
              <a:rPr lang="fr-FR" sz="2600">
                <a:solidFill>
                  <a:schemeClr val="bg1"/>
                </a:solidFill>
                <a:latin typeface="Arial Black" pitchFamily="34" charset="0"/>
              </a:rPr>
              <a:t>DE SAPINS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0" y="2540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NOS JOUES SERONT GELÉES PAR LE VENT ET NOS MAINS AUSSI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MAIS C’EST SI BON DE S’AMUSER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RIRE AVEC TOUS NOS AMIS 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AVEC UN CHANT SUR LES LÈVRES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UNE ÉCHARPE À TON COU</a:t>
            </a: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VIENS VOIR C’EST UN MERVEILLEUX TEMPS POUR UN TOUR DE TRAÎNEAU AVEC NOUS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AVEC NOUS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C’EST NOËL </a:t>
            </a: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28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1713</TotalTime>
  <Words>419</Words>
  <Application>Microsoft Office PowerPoint</Application>
  <PresentationFormat>On-screen Show (4:3)</PresentationFormat>
  <Paragraphs>94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Times New Roman</vt:lpstr>
      <vt:lpstr>Arial</vt:lpstr>
      <vt:lpstr>Arial Black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100</cp:revision>
  <dcterms:created xsi:type="dcterms:W3CDTF">2002-08-17T09:53:17Z</dcterms:created>
  <dcterms:modified xsi:type="dcterms:W3CDTF">2016-12-22T22:04:49Z</dcterms:modified>
</cp:coreProperties>
</file>