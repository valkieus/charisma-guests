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9" r:id="rId3"/>
    <p:sldId id="260" r:id="rId4"/>
    <p:sldId id="261" r:id="rId5"/>
    <p:sldId id="262" r:id="rId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40" d="100"/>
          <a:sy n="40" d="100"/>
        </p:scale>
        <p:origin x="-108" y="-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4ABEEF2-F22E-42D6-8C77-6B88AB2108E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41EAE8-1DF9-4E72-88CC-89877ED29032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81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29F760-4F70-4E17-A154-FDE4D9E1DDCA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78078F-841D-44B2-BC20-29B0330F91C1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022AB9-A568-4887-806C-0274141B18BA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34BC4D-D66A-4D77-A36D-C629FB1D95E6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2B39D-72EB-4FD5-8AF6-6D8DC34955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27D41-AE8D-4F24-BA03-91089869DD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2F160-F6C4-4F33-9EE7-54B5EB64D8F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014BB-4125-43A3-92D9-5C4BF261F9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C36A93-4F14-4DD7-B4EF-581BDB7013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05C0F-96E4-4458-A9D3-0D87519182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E6D38C-42AA-4CE4-B74C-C38B9E6AF2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153300-4D80-423C-8E34-13B88FE921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ABDFA1-7476-4FA5-B95E-C39F0DAB39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82A99F-3672-4D93-A5EE-654FFC5EB9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528804-5EF1-4827-87B7-C2B36A53D5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1C0215E-EF5A-4740-A4AB-57A94E36CB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NOËL, C’EST NOËL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TEMPS DE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NOËL QUI CHANTE ET NOËL QUI DANSE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CLOCHES QUI SONNENT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JOIE ET DE GAIETÉ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NOËL A COMMENCÉ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NOËL, C’EST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TEMPS DE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CLOCHES QUI SONNENT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GUIRLANDES SONT BELLES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DANSANT ET CHANTANT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SUR TOUS CES BEAUX AIRS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 UN TEMPS D’HIVERS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C’EST LE TEMPS, LE BON MOMENT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RIRE ET CÉLÉBRER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LA SAISON, UNE BONNE RAISON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ALLER DANS LA NEIGE ET S'AMUSER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ALLONS-Y, C'EST NOËL SOUS TON BONNET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RETROUVE TES JOIES D'ENFANT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ADMIRER LA NEIGE TOMBÉE DU CIEL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MERVEILLEUX NOËL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NOËL , C’EST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TEMPS DE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CLOCHES QUI SONNENT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GUIRLANDES SONT BELLES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DANSANT ET CHANTANT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SUR TOUS CES BEAUX AIRS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 UN TEMPS D’HIVERS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NOËL, C’EST NOËL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TEMPS DE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NOËL QUI CHANTE ET NOËL QUI DANSE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CLOCHES QUI SONNENT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JOIE ET DE GAIETÉ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NOËL A COMMENCÉ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NOËL, C’EST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TEMPS DE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CLOCHES QUI SONNENT,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GUIRLANDES SONT BELLES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DANSANT ET CHANTANT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SUR TOUS CES BEAUX AIRS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 UN TEMPS D’HIVERS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OUI C’EST LE TEMPS, LE BON MOMENT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RIRE ET CÉLÉBRER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LA SAISON, UNE BONNE RAISON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ALLER DANS LA NEIGE ET S'AMUSER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ALLONS-Y, C'EST NOËL SOUS TON BONNET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RETROUVE TES JOIES D'ENFANT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ADMIRER LA NEIGE TOMBÉE DU CIEL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MERVEILLEUX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MERVEILLEUX NOËL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NOËL, C’EST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LE TEMPS DE NOËL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</TotalTime>
  <Words>115</Words>
  <Application>Microsoft Office PowerPoint</Application>
  <PresentationFormat>On-screen Show (4:3)</PresentationFormat>
  <Paragraphs>70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79</cp:revision>
  <dcterms:created xsi:type="dcterms:W3CDTF">2002-08-17T12:16:38Z</dcterms:created>
  <dcterms:modified xsi:type="dcterms:W3CDTF">2016-12-19T22:02:31Z</dcterms:modified>
</cp:coreProperties>
</file>