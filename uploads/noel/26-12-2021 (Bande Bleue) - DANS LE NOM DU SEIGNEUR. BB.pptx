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76637" autoAdjust="0"/>
  </p:normalViewPr>
  <p:slideViewPr>
    <p:cSldViewPr>
      <p:cViewPr varScale="1">
        <p:scale>
          <a:sx n="69" d="100"/>
          <a:sy n="69" d="100"/>
        </p:scale>
        <p:origin x="90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26/12/2021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653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633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312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280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5948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002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677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936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689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5180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30928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9700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468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893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460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657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2142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dirty="0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dirty="0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dirty="0" smtClean="0"/>
              <a:t>
	Refrain de fin</a:t>
            </a:r>
          </a:p>
          <a:p>
            <a:pPr>
              <a:defRPr/>
            </a:pPr>
            <a:r>
              <a:rPr lang="fr-FR" dirty="0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dirty="0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0422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0707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005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3511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5726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631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pPr>
              <a:defRPr/>
            </a:pPr>
            <a:r>
              <a:rPr lang="fr-FR" smtClean="0"/>
              <a:t>
6-  IL CONNAÎT LA PENSÉE DU PÈRE  IL NOUS RÉVÈLE SES MYSTÈRES 
7-  CAR IL VIENT AU NOM DU SEIGNEUR 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pPr>
              <a:defRPr/>
            </a:pPr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19-  SON NOM SERA ADORÉ  POUR TOUJOURS 
20-  MON CRÉATEUR ET RÉDEMPTEUR ET ROI </a:t>
            </a:r>
          </a:p>
          <a:p>
            <a:pPr>
              <a:defRPr/>
            </a:pPr>
            <a:r>
              <a:rPr lang="fr-FR" smtClean="0"/>
              <a:t>
	Refrain de fin</a:t>
            </a:r>
          </a:p>
          <a:p>
            <a:pPr>
              <a:defRPr/>
            </a:pPr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pPr>
              <a:defRPr/>
            </a:pPr>
            <a:r>
              <a:rPr lang="fr-FR" smtClean="0"/>
              <a:t>
25-  DANS LE NOM DU SEIGNEUR  LE NOM DU SEIGNEUR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DES FOULES REMPLISSENT CETTE ALLÉE  POUR VOIR CET HOMME DE GALILÉE  
2-  ON DIT QU’IL N’EST QU’UN CHARPENTIER  VENU POUR NOUS ÉGARER  
3-  MAIS BEAUCOUP S’ARRÊTENT  POUR LE LOUER  
4-  ET DANS SES YEUX ILS APERÇOIVENT 
5-  CETTE PUISSANCE  QUI SONDE LES CŒURS  </a:t>
            </a:r>
          </a:p>
          <a:p>
            <a:r>
              <a:rPr lang="fr-FR" smtClean="0"/>
              <a:t>
6-  IL CONNAÎT LA PENSÉE DU PÈRE  IL NOUS RÉVÈLE SES MYSTÈRES 
7-  CAR IL VIENT AU NOM DU SEIGNEUR 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8-  IL Y A DE LA FORCE  DANS LE NOM DU SEIGNEUR  
	9-  DE LA PUISSANCE  DANS LE NOM DU SEIGNEUR 
	10-  TANT D’ESPOIR  DANS LE NOM DU SEIGNEUR  
	11-  BENI CELUI QUI VIENT  DANS LE NOM DU SEIGNEUR  </a:t>
            </a:r>
          </a:p>
          <a:p>
            <a:r>
              <a:rPr lang="fr-FR" smtClean="0"/>
              <a:t>
12-  ET QUAND TOUS MES PROJETS M’OUBLIENT  
13-  ET LORSQUE MES FORCES ME FUIENT  
14-  JE N’AI PLUS D’AUTRES CHOIX  QUE DE DÉPRENDRE DE TOI  
15-  DE LA PUISSANCE DE TON NOM ET QUAND NOUS INVOQUONS TON NOM 
16-  TA FORCE SOUDAIN APPARAÎT  NOUS VOYONS SA VOLONTÉ  
17-  SA MAIN VIENT NOUS RÉVÉLER  
18-  QUAND NOUS ALLONS  AU NOM DU SEIGNEUR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19-  SON NOM SERA ADORÉ  POUR TOUJOURS 
20-  MON CRÉATEUR ET RÉDEMPTEUR ET ROI </a:t>
            </a:r>
          </a:p>
          <a:p>
            <a:r>
              <a:rPr lang="fr-FR" smtClean="0"/>
              <a:t>
	Refrain de fin</a:t>
            </a:r>
          </a:p>
          <a:p>
            <a:r>
              <a:rPr lang="fr-FR" smtClean="0"/>
              <a:t>	21-  IL Y A DE LA FORCE  DANS LE NOM DU SEIGNEUR  
	22-  DE LA PUISSANCE  DANS LE NOM DU SEIGNEUR 
	23-  TANT D’ESPOIR  DANS LE NOM DU SEIGNEUR  
	24-  BENI CELUI QUI VIENT   x3</a:t>
            </a:r>
          </a:p>
          <a:p>
            <a:r>
              <a:rPr lang="fr-FR" smtClean="0"/>
              <a:t>
25-  DANS LE NOM DU SEIGNEUR  LE NOM DU SEIGNEUR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50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FOULES REMPLISSENT CETTE ALLÉE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VOIR CET HOMME DE GALILÉE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 DIT QU’IL N’EST QU’UN CHARPENTIER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VENU POUR NOUS ÉGARER </a:t>
            </a:r>
          </a:p>
        </p:txBody>
      </p:sp>
    </p:spTree>
    <p:extLst>
      <p:ext uri="{BB962C8B-B14F-4D97-AF65-F5344CB8AC3E}">
        <p14:creationId xmlns:p14="http://schemas.microsoft.com/office/powerpoint/2010/main" val="219385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BEAUCOUP S’ARRÊTENT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LOUER </a:t>
            </a:r>
          </a:p>
        </p:txBody>
      </p:sp>
    </p:spTree>
    <p:extLst>
      <p:ext uri="{BB962C8B-B14F-4D97-AF65-F5344CB8AC3E}">
        <p14:creationId xmlns:p14="http://schemas.microsoft.com/office/powerpoint/2010/main" val="62420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DANS SES YEUX ILS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APERÇOIVENT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76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CETTE PUISSANCE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SONDE LES CŒURS </a:t>
            </a:r>
          </a:p>
        </p:txBody>
      </p:sp>
    </p:spTree>
    <p:extLst>
      <p:ext uri="{BB962C8B-B14F-4D97-AF65-F5344CB8AC3E}">
        <p14:creationId xmlns:p14="http://schemas.microsoft.com/office/powerpoint/2010/main" val="353847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CONNAÎT LA PENSÉE DU PÈRE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NOUS RÉVÈLE SES MYSTÈRES</a:t>
            </a:r>
          </a:p>
        </p:txBody>
      </p:sp>
    </p:spTree>
    <p:extLst>
      <p:ext uri="{BB962C8B-B14F-4D97-AF65-F5344CB8AC3E}">
        <p14:creationId xmlns:p14="http://schemas.microsoft.com/office/powerpoint/2010/main" val="418535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IL VIENT AU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304036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 A DE LA FORCE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2238819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6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D’ESPOIR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284738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BÉNI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VIENT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160292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QUAND TOUS MES PROJETS M’OUBLIENT </a:t>
            </a:r>
          </a:p>
        </p:txBody>
      </p:sp>
    </p:spTree>
    <p:extLst>
      <p:ext uri="{BB962C8B-B14F-4D97-AF65-F5344CB8AC3E}">
        <p14:creationId xmlns:p14="http://schemas.microsoft.com/office/powerpoint/2010/main" val="341933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LORSQUE MES FORCES ME FUIENT </a:t>
            </a:r>
          </a:p>
        </p:txBody>
      </p:sp>
    </p:spTree>
    <p:extLst>
      <p:ext uri="{BB962C8B-B14F-4D97-AF65-F5344CB8AC3E}">
        <p14:creationId xmlns:p14="http://schemas.microsoft.com/office/powerpoint/2010/main" val="78927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N’AI PLUS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D’AUTRE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CHOIX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DE DÉPRENDRE DE TOI </a:t>
            </a:r>
          </a:p>
        </p:txBody>
      </p:sp>
    </p:spTree>
    <p:extLst>
      <p:ext uri="{BB962C8B-B14F-4D97-AF65-F5344CB8AC3E}">
        <p14:creationId xmlns:p14="http://schemas.microsoft.com/office/powerpoint/2010/main" val="232906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LA PUISSANCE DE TON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QUAND NOUS INVOQUONS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9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FORCE SOUDAIN APPARAÎT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VOYONS SA VOLONTÉ </a:t>
            </a:r>
          </a:p>
        </p:txBody>
      </p:sp>
    </p:spTree>
    <p:extLst>
      <p:ext uri="{BB962C8B-B14F-4D97-AF65-F5344CB8AC3E}">
        <p14:creationId xmlns:p14="http://schemas.microsoft.com/office/powerpoint/2010/main" val="215495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 MAIN VIENT NOUS RÉVÉLER </a:t>
            </a:r>
          </a:p>
        </p:txBody>
      </p:sp>
    </p:spTree>
    <p:extLst>
      <p:ext uri="{BB962C8B-B14F-4D97-AF65-F5344CB8AC3E}">
        <p14:creationId xmlns:p14="http://schemas.microsoft.com/office/powerpoint/2010/main" val="310184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NOUS ALLONS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159975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NOM SERA ADORÉ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TOUJOURS</a:t>
            </a:r>
          </a:p>
        </p:txBody>
      </p:sp>
    </p:spTree>
    <p:extLst>
      <p:ext uri="{BB962C8B-B14F-4D97-AF65-F5344CB8AC3E}">
        <p14:creationId xmlns:p14="http://schemas.microsoft.com/office/powerpoint/2010/main" val="127478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CRÉATEUR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RÉDEMPTEUR ET ROI</a:t>
            </a:r>
          </a:p>
        </p:txBody>
      </p:sp>
    </p:spTree>
    <p:extLst>
      <p:ext uri="{BB962C8B-B14F-4D97-AF65-F5344CB8AC3E}">
        <p14:creationId xmlns:p14="http://schemas.microsoft.com/office/powerpoint/2010/main" val="1187022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Y A DE LA FORCE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422504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LA PUISSANCE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805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TANT D’ESPOIR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</a:p>
        </p:txBody>
      </p:sp>
    </p:spTree>
    <p:extLst>
      <p:ext uri="{BB962C8B-B14F-4D97-AF65-F5344CB8AC3E}">
        <p14:creationId xmlns:p14="http://schemas.microsoft.com/office/powerpoint/2010/main" val="197631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BÉNI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VIENT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36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 NOM DU SEIGNEUR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NOM DU SEIGNEUR</a:t>
            </a:r>
          </a:p>
        </p:txBody>
      </p:sp>
    </p:spTree>
    <p:extLst>
      <p:ext uri="{BB962C8B-B14F-4D97-AF65-F5344CB8AC3E}">
        <p14:creationId xmlns:p14="http://schemas.microsoft.com/office/powerpoint/2010/main" val="205995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800</Words>
  <Application>Microsoft Office PowerPoint</Application>
  <PresentationFormat>Affichage à l'écran (4:3)</PresentationFormat>
  <Paragraphs>644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88</cp:revision>
  <dcterms:created xsi:type="dcterms:W3CDTF">2002-08-17T13:12:10Z</dcterms:created>
  <dcterms:modified xsi:type="dcterms:W3CDTF">2021-12-26T08:33:26Z</dcterms:modified>
</cp:coreProperties>
</file>