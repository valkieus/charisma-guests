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3" r:id="rId2"/>
    <p:sldId id="259" r:id="rId3"/>
    <p:sldId id="264" r:id="rId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7778" autoAdjust="0"/>
    <p:restoredTop sz="90929"/>
  </p:normalViewPr>
  <p:slideViewPr>
    <p:cSldViewPr>
      <p:cViewPr varScale="1">
        <p:scale>
          <a:sx n="29" d="100"/>
          <a:sy n="29" d="100"/>
        </p:scale>
        <p:origin x="-90" y="-7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4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48DA5B1-4BA0-4868-95E4-E3AAC152D62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094577-9A34-4F61-8BDF-D31B30A25522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3FD4B44-13D9-4368-BD84-F30D40E2AC1B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71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AB9B26-3EAC-403C-B64D-7C53DFE75381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B0811F-593E-485B-8B99-B1C1DAACB7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2F1AB-0001-4464-A64B-1E824716F6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C9AF87-E972-4A15-8701-C6D237360D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25102E-D109-4A32-873A-A8B4F6A5A2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BABB45-5B2D-4CF0-A7D8-901660EF19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FC44AE-673D-4DCB-A8F5-7B678742E5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4F08BB-0852-4491-9E1B-EEDDD8446CE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B94F96-6CC7-4EE3-9E69-8FC71949C4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540360-A26F-4D03-A324-508CB68111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129CC5-725C-494D-AB46-A6914058D9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9A79FD-20AC-438D-BEFE-C101DA73E0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610D2B0-B79C-4627-B23C-F94710D387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-36513" y="-26988"/>
            <a:ext cx="9109076" cy="6823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Ô DOUCE NUIT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CIEL EST ÉTOILÉ 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ILLUMINANT LE CIEL DE SON ÉCLAT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 SON AMOUR IL A REMPLI LA TERRE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UN CHANT D’AMOUR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NOUS COMBLE DE JOIE</a:t>
            </a:r>
          </a:p>
          <a:p>
            <a:pPr algn="ctr"/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ADORONS LE PRINCE DE LA PAIX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TOUT L’UNIVERS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S’INCLINE DEVANT LUI</a:t>
            </a:r>
          </a:p>
          <a:p>
            <a:pPr algn="ctr"/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34925" y="0"/>
            <a:ext cx="91090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ANGES LOUENT 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JÉSUS L’EMMANUEL</a:t>
            </a:r>
          </a:p>
          <a:p>
            <a:pPr algn="ctr"/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Ô DOUCE NUIT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Ô QUELLE GRÂCE JÉSUS EST NÉ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Ô DOUCE NUIT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QUELLE GRÂCE JÉSUS EST NÉ</a:t>
            </a:r>
          </a:p>
          <a:p>
            <a:pPr algn="ctr"/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AIMER SON FRÈRE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BIEN PLUS QUE SOI-MÊME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SON ÉVANGILE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OUI N’EST QUE DON DE SOI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PAR L’AMOUR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LES CHAÎNES SONT BRISÉES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EN SON NOM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CAPTIFS LIBÉRÉS</a:t>
            </a:r>
          </a:p>
          <a:p>
            <a:pPr algn="ctr"/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34925" y="0"/>
            <a:ext cx="91090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DES HYMNES DE JOIE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RETENTISSENT DANS NOS CŒURS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ÉLEVONS JÉSUS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SAUVEUR DU MONDE</a:t>
            </a:r>
          </a:p>
          <a:p>
            <a:pPr algn="ctr"/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ANGES LOUENT 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JÉSUS L’EMMANUEL</a:t>
            </a:r>
          </a:p>
          <a:p>
            <a:pPr algn="ctr"/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Ô DOUCE NUIT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Ô QUELLE GRÂCE JÉSUS EST NÉ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Ô DOUCE NUIT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QUELLE GRÂCE JÉSUS EST NÉ</a:t>
            </a:r>
          </a:p>
          <a:p>
            <a:pPr algn="ctr"/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JÉSUS EST NÉ</a:t>
            </a:r>
          </a:p>
          <a:p>
            <a:pPr algn="ctr"/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136</Words>
  <Application>Microsoft PowerPoint</Application>
  <PresentationFormat>On-screen Show (4:3)</PresentationFormat>
  <Paragraphs>49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Franklin Gothic Medium</vt:lpstr>
      <vt:lpstr>Arial</vt:lpstr>
      <vt:lpstr>Arial Black</vt:lpstr>
      <vt:lpstr>Default Design</vt:lpstr>
      <vt:lpstr>Diapositive 1</vt:lpstr>
      <vt:lpstr>Diapositive 2</vt:lpstr>
      <vt:lpstr>Diapositive 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49</cp:revision>
  <dcterms:created xsi:type="dcterms:W3CDTF">2002-08-17T10:50:50Z</dcterms:created>
  <dcterms:modified xsi:type="dcterms:W3CDTF">2016-12-22T21:19:39Z</dcterms:modified>
</cp:coreProperties>
</file>