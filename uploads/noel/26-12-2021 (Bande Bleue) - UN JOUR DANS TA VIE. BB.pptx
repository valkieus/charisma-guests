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67708" autoAdjust="0"/>
  </p:normalViewPr>
  <p:slideViewPr>
    <p:cSldViewPr>
      <p:cViewPr varScale="1">
        <p:scale>
          <a:sx n="61" d="100"/>
          <a:sy n="61" d="100"/>
        </p:scale>
        <p:origin x="11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75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878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094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657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143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564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293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667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146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UN JOUR DANS TA VIE TU SONGERAS À CE LIEU 
2-  TOUS CES MOMENTS HEUREUX VOUS COMPRENDREZ LE PLAN DE DIEU </a:t>
            </a:r>
          </a:p>
          <a:p>
            <a:pPr>
              <a:defRPr/>
            </a:pPr>
            <a:r>
              <a:rPr lang="fr-FR" dirty="0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pPr>
              <a:defRPr/>
            </a:pPr>
            <a:r>
              <a:rPr lang="fr-FR" dirty="0" smtClean="0"/>
              <a:t>
6-  UN JOUR DANS TA VIE TU VERRAS LE FRUIT DE CE MOMENT 
7-  TANT DE VIES SERONT SAUVÉES DES DESTINS CHANGÉS 
8-  VOUS LE VERREZ </a:t>
            </a:r>
          </a:p>
          <a:p>
            <a:pPr>
              <a:defRPr/>
            </a:pPr>
            <a:r>
              <a:rPr lang="fr-FR" dirty="0" smtClean="0"/>
              <a:t>
9-  VOUS SAUREZ ENFIN POURQUOI IL FAUT PORTER CE POIDS 
10-  AFFRONTER CE COMBAT VOTRE DIEU SERA LÀ 
11-  SI VOUS GARDEZ LA FOI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JOUR DANS TA VIE TU SONGERAS À CE LIEU 
2-  TOUS CES MOMENTS HEUREUX VOUS COMPRENDREZ LE PLAN DE DIEU </a:t>
            </a:r>
          </a:p>
          <a:p>
            <a:r>
              <a:rPr lang="fr-FR" smtClean="0"/>
              <a:t>
3-  OUI, UN JOUR DANS VOS VIES VOUS CONNAÎTREZ L’AMOUR PARFAIT  
4-  ET VOUS SAUREZ ENFIN POURQUOI IL FAUT PORTER CE POIDS 
5-  AFFRONTER CE COMBAT VOTRE DIEU SERA LÀ </a:t>
            </a:r>
          </a:p>
          <a:p>
            <a:r>
              <a:rPr lang="fr-FR" smtClean="0"/>
              <a:t>
6-  UN JOUR DANS TA VIE TU VERRAS LE FRUIT DE CE MOMENT 
7-  TANT DE VIES SERONT SAUVÉES DES DESTINS CHANGÉS 
8-  VOUS LE VERREZ </a:t>
            </a:r>
          </a:p>
          <a:p>
            <a:r>
              <a:rPr lang="fr-FR" smtClean="0"/>
              <a:t>
9-  VOUS SAUREZ ENFIN POURQUOI IL FAUT PORTER CE POIDS 
10-  AFFRONTER CE COMBAT VOTRE DIEU SERA LÀ 
11-  SI VOUS GARDEZ LA FOI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161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JOUR DANS TA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SONGERAS À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MOMENTS HEUREUX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VOUS COMPRENDREZ LE PLAN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85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UN JOUR DANS VOS VIES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VOUS CONNAÎTREZ L’AMOUR PARFAIT </a:t>
            </a:r>
          </a:p>
        </p:txBody>
      </p:sp>
    </p:spTree>
    <p:extLst>
      <p:ext uri="{BB962C8B-B14F-4D97-AF65-F5344CB8AC3E}">
        <p14:creationId xmlns:p14="http://schemas.microsoft.com/office/powerpoint/2010/main" val="3735044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VOUS SAUREZ ENFIN POURQUOI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FAUT PORTER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POIDS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5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AFFRONTER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COMBAT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VOTRE DIEU SERA LÀ</a:t>
            </a:r>
          </a:p>
        </p:txBody>
      </p:sp>
    </p:spTree>
    <p:extLst>
      <p:ext uri="{BB962C8B-B14F-4D97-AF65-F5344CB8AC3E}">
        <p14:creationId xmlns:p14="http://schemas.microsoft.com/office/powerpoint/2010/main" val="731816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JOUR DANS TA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VERRAS LE FRUIT DE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17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VIES SERONT SAUVÉES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DESTINS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CHANGÉS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27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VERREZ</a:t>
            </a:r>
          </a:p>
        </p:txBody>
      </p:sp>
    </p:spTree>
    <p:extLst>
      <p:ext uri="{BB962C8B-B14F-4D97-AF65-F5344CB8AC3E}">
        <p14:creationId xmlns:p14="http://schemas.microsoft.com/office/powerpoint/2010/main" val="154551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VOUS SAUREZ ENFIN POURQUOI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FAUT PORTER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POIDS</a:t>
            </a:r>
          </a:p>
        </p:txBody>
      </p:sp>
    </p:spTree>
    <p:extLst>
      <p:ext uri="{BB962C8B-B14F-4D97-AF65-F5344CB8AC3E}">
        <p14:creationId xmlns:p14="http://schemas.microsoft.com/office/powerpoint/2010/main" val="366923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AFFRONTER CE COMBAT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VOTRE DIEU SERA LÀ</a:t>
            </a:r>
          </a:p>
        </p:txBody>
      </p:sp>
    </p:spTree>
    <p:extLst>
      <p:ext uri="{BB962C8B-B14F-4D97-AF65-F5344CB8AC3E}">
        <p14:creationId xmlns:p14="http://schemas.microsoft.com/office/powerpoint/2010/main" val="1339188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VOUS GARDEZ LA FOI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1251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334</Words>
  <Application>Microsoft Office PowerPoint</Application>
  <PresentationFormat>Affichage à l'écran (4:3)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83</cp:revision>
  <dcterms:created xsi:type="dcterms:W3CDTF">2002-08-17T13:12:10Z</dcterms:created>
  <dcterms:modified xsi:type="dcterms:W3CDTF">2021-12-26T08:39:38Z</dcterms:modified>
</cp:coreProperties>
</file>