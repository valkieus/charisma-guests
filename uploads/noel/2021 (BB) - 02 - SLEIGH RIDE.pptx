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435" r:id="rId2"/>
    <p:sldId id="477" r:id="rId3"/>
    <p:sldId id="478" r:id="rId4"/>
    <p:sldId id="437" r:id="rId5"/>
    <p:sldId id="438" r:id="rId6"/>
    <p:sldId id="439" r:id="rId7"/>
    <p:sldId id="440" r:id="rId8"/>
    <p:sldId id="441" r:id="rId9"/>
    <p:sldId id="442" r:id="rId10"/>
    <p:sldId id="444" r:id="rId11"/>
    <p:sldId id="445" r:id="rId12"/>
    <p:sldId id="446" r:id="rId13"/>
    <p:sldId id="447" r:id="rId14"/>
    <p:sldId id="448" r:id="rId15"/>
    <p:sldId id="450" r:id="rId16"/>
    <p:sldId id="451" r:id="rId17"/>
    <p:sldId id="452" r:id="rId18"/>
    <p:sldId id="453" r:id="rId19"/>
    <p:sldId id="454" r:id="rId20"/>
    <p:sldId id="455" r:id="rId21"/>
    <p:sldId id="456" r:id="rId22"/>
    <p:sldId id="457" r:id="rId23"/>
    <p:sldId id="458" r:id="rId24"/>
    <p:sldId id="459" r:id="rId25"/>
    <p:sldId id="460" r:id="rId26"/>
    <p:sldId id="461" r:id="rId27"/>
    <p:sldId id="462" r:id="rId28"/>
    <p:sldId id="463" r:id="rId29"/>
    <p:sldId id="475" r:id="rId30"/>
    <p:sldId id="464" r:id="rId31"/>
    <p:sldId id="465" r:id="rId32"/>
    <p:sldId id="466" r:id="rId33"/>
    <p:sldId id="467" r:id="rId34"/>
    <p:sldId id="468" r:id="rId35"/>
    <p:sldId id="469" r:id="rId36"/>
    <p:sldId id="470" r:id="rId37"/>
    <p:sldId id="471" r:id="rId38"/>
    <p:sldId id="472" r:id="rId39"/>
    <p:sldId id="473" r:id="rId40"/>
    <p:sldId id="476" r:id="rId4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22593" autoAdjust="0"/>
    <p:restoredTop sz="37500" autoAdjust="0"/>
  </p:normalViewPr>
  <p:slideViewPr>
    <p:cSldViewPr>
      <p:cViewPr varScale="1">
        <p:scale>
          <a:sx n="27" d="100"/>
          <a:sy n="27" d="100"/>
        </p:scale>
        <p:origin x="12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98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12665B-F651-488B-A757-FFE666EBB7B6}" type="datetimeFigureOut">
              <a:rPr lang="fr-FR"/>
              <a:pPr>
                <a:defRPr/>
              </a:pPr>
              <a:t>23/12/2021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C2BC1DA-3201-476C-8549-DD529613AF3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DING </a:t>
            </a:r>
            <a:r>
              <a:rPr lang="fr-FR" dirty="0" err="1"/>
              <a:t>DING</a:t>
            </a:r>
            <a:r>
              <a:rPr lang="fr-FR" dirty="0"/>
              <a:t> DONG DING C’EST NOËL, C’EST NOËL </a:t>
            </a:r>
            <a:br>
              <a:rPr lang="fr-FR" dirty="0"/>
            </a:br>
            <a:r>
              <a:rPr lang="fr-FR" dirty="0"/>
              <a:t> 
2-  ON ENTEND DING </a:t>
            </a:r>
            <a:r>
              <a:rPr lang="fr-FR" dirty="0" err="1"/>
              <a:t>DING</a:t>
            </a:r>
            <a:r>
              <a:rPr lang="fr-FR" dirty="0"/>
              <a:t>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8-  ALLEZ HOP, ALLEZ HOP, ALLEZ  OH </a:t>
            </a:r>
            <a:r>
              <a:rPr lang="fr-FR" dirty="0" err="1"/>
              <a:t>OH</a:t>
            </a:r>
            <a:r>
              <a:rPr lang="fr-FR" dirty="0"/>
              <a:t> </a:t>
            </a:r>
            <a:r>
              <a:rPr lang="fr-FR" dirty="0" err="1"/>
              <a:t>OH</a:t>
            </a:r>
            <a:r>
              <a:rPr lang="fr-FR" dirty="0"/>
              <a:t>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28-  VIENS AVEC NOUS, AVEC NOUS 
29-  AVEC NOUS 
30-  DING </a:t>
            </a:r>
            <a:r>
              <a:rPr lang="fr-FR" dirty="0" err="1"/>
              <a:t>DING</a:t>
            </a:r>
            <a:r>
              <a:rPr lang="fr-FR" dirty="0"/>
              <a:t>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Fin :
40-  C’EST NOËL 
</a:t>
            </a:r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</a:t>
            </a:r>
            <a:r>
              <a:rPr lang="fr-FR" dirty="0" err="1"/>
              <a:t>DING</a:t>
            </a:r>
            <a:r>
              <a:rPr lang="fr-FR" dirty="0"/>
              <a:t> DONG DING C’EST NOËL, C’EST NOËL </a:t>
            </a:r>
            <a:br>
              <a:rPr lang="fr-FR" dirty="0"/>
            </a:br>
            <a:r>
              <a:rPr lang="fr-FR" dirty="0"/>
              <a:t> 
2-  ON ENTEND DING </a:t>
            </a:r>
            <a:r>
              <a:rPr lang="fr-FR" dirty="0" err="1"/>
              <a:t>DING</a:t>
            </a:r>
            <a:r>
              <a:rPr lang="fr-FR" dirty="0"/>
              <a:t>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8-  ALLEZ HOP, ALLEZ HOP, ALLEZ  OH </a:t>
            </a:r>
            <a:r>
              <a:rPr lang="fr-FR" dirty="0" err="1"/>
              <a:t>OH</a:t>
            </a:r>
            <a:r>
              <a:rPr lang="fr-FR" dirty="0"/>
              <a:t> </a:t>
            </a:r>
            <a:r>
              <a:rPr lang="fr-FR" dirty="0" err="1"/>
              <a:t>OH</a:t>
            </a:r>
            <a:r>
              <a:rPr lang="fr-FR" dirty="0"/>
              <a:t>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28-  VIENS AVEC NOUS, AVEC NOUS 
29-  AVEC NOUS 
30-  DING </a:t>
            </a:r>
            <a:r>
              <a:rPr lang="fr-FR" dirty="0" err="1"/>
              <a:t>DING</a:t>
            </a:r>
            <a:r>
              <a:rPr lang="fr-FR" dirty="0"/>
              <a:t>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Fin :
40-  C’EST NOËL 
</a:t>
            </a:r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  <p:extLst>
      <p:ext uri="{BB962C8B-B14F-4D97-AF65-F5344CB8AC3E}">
        <p14:creationId xmlns:p14="http://schemas.microsoft.com/office/powerpoint/2010/main" val="3717101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16-  POUR UN TOUR DE TRAÎNEAU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26-  SIMPLE EST LE MESSAGE JE TE LE RÉPÈTE C’EST NOËL 
27-  UN MOMENT DE PARTAGE UN JOUR EXCEPTIONNEL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28-  VIENS AVEC NOUS, AVEC NOUS 
29-  AVEC NOUS 
30-  DING DING DONG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Fin :
40-  C’EST NOËL 
</a:t>
            </a:r>
            <a:endParaRPr lang="fr-FR" dirty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DING DING DONG DING C’EST NOËL, C’EST NOËL </a:t>
            </a:r>
            <a:br>
              <a:rPr lang="fr-FR"/>
            </a:br>
            <a:r>
              <a:rPr lang="fr-FR"/>
              <a:t> 
2-  ON ENTEND DING DING DONG ET LES CLOCHES DE NOËL QUI JOUENT
3-  VIENS VOIR CE MERVEILLEUX TEMPS
4-  POUR UN TOUR DE TRAÎNEAU AVEC NOUS
5-  DEHORS LA NEIGE TOMBE ET LES AMIS N’ATTENDENT QUE NOUS 
6-  VIENS VOIR CE MERVEILLEUX TEMPS 
7-  POUR UN TOUR DE TRAÎNEAU AVEC NOUS </a:t>
            </a:r>
          </a:p>
          <a:p>
            <a:r>
              <a:rPr lang="fr-FR"/>
              <a:t>
8-  ALLEZ HOP, ALLEZ HOP, ALLEZ  OH OH OH ALLONS VOIR PLUS HAUT 
9-  SOUS LA NEIGE TOUT EST TELLEMENT BEAU 
10-  ALLEZ HOP, ALLEZ HOP, ALLEZ HOP ET VIENS VOIR UN PEU PLUS LOIN 
11-  LES PAYSAGES ENNEIGÉS ET CES MILLIERS DE SAPINS </a:t>
            </a:r>
          </a:p>
          <a:p>
            <a:r>
              <a:rPr lang="fr-FR"/>
              <a:t>
12-  NOS JOUES SERONT GELÉES PAR LE VENT ET NOS MAINS AUSSI 
13-  MAIS C’EST SI BON DE S’AMUSER RIRE AVEC TOUS NOS AMIS  
14-  AVEC UN CHANT SUR LES LÈVRES ET UNE ÉCHARPE À TON COU 
15-  VIENS VOIR, CE MERVEILLEUX TEMPS </a:t>
            </a:r>
          </a:p>
          <a:p>
            <a:r>
              <a:rPr lang="fr-FR"/>
              <a:t>
16-  POUR UN TOUR DE TRAÎNEAU AVEC NOUS </a:t>
            </a:r>
          </a:p>
          <a:p>
            <a:endParaRPr lang="fr-FR"/>
          </a:p>
          <a:p>
            <a:r>
              <a:rPr lang="fr-FR"/>
              <a:t>Rap :
17-  C'EST NOËL, JOUR DE FÊTE 
18-  LE SOL GLISSE LES ENFANTS S’ENVOIENT 
19-  DES BOULES DE NEIGE MOMENT DE PARTAGE 
20-  L’AMOUR T’INVITE À SA TABLE NE FAIS PAS LA SOURDE OREILLE 
21-  DES CADEAUX, DES CÂLINS LE 25 AU MATIN 
22-  LES PETITS ET LES GRANDS SE PRÉCIPITENT AU PIED DU SAPIN </a:t>
            </a:r>
          </a:p>
          <a:p>
            <a:r>
              <a:rPr lang="fr-FR"/>
              <a:t>
23-  AVEC NOUS 
24-  AUX QUATRE COINS DU MONDE LES FAMILLES SE RÉUNISSENT 
25-  CHANTONS TOUS ENSEMBLE QUE NOS CŒURS SE RÉJOUISSENT </a:t>
            </a:r>
          </a:p>
          <a:p>
            <a:r>
              <a:rPr lang="fr-FR"/>
              <a:t>
26-  SIMPLE EST LE MESSAGE JE TE LE RÉPÈTE C’EST NOËL 
27-  UN MOMENT DE PARTAGE UN JOUR EXCEPTIONNEL </a:t>
            </a:r>
          </a:p>
          <a:p>
            <a:r>
              <a:rPr lang="fr-FR"/>
              <a:t>
28-  VIENS AVEC NOUS, AVEC NOUS 
29-  AVEC NOUS 
30-  DING DING DONG </a:t>
            </a:r>
          </a:p>
          <a:p>
            <a:endParaRPr lang="fr-FR"/>
          </a:p>
          <a:p>
            <a:r>
              <a:rPr lang="fr-FR"/>
              <a:t>Pont :
31-  UNE FÊTE SE PRÉPARE NOUS ALLONS CÉLÉBRER 
32-  ÊTRE DANS LA JOIE POUR TERMINER NOTRE JOURNÉE 
33-  CHANTER TOUS NOS CHANTS PRÉFÉRÉS PENDANT TOUTE LA SOIRÉE 
34-  ÉCOUTER LES MARRONS CRAQUER DANS LA CHEMINÉE 
35-  POP, POP, POP, POP, POP, POP, </a:t>
            </a:r>
          </a:p>
          <a:p>
            <a:r>
              <a:rPr lang="fr-FR"/>
              <a:t>
36-  IL Y A UNE JOIE  QUE RIEN NE POURRAIT REMPLACER 
37-  L’ODEUR DU SAPIN  LES CHOCOLATS ET LES JOUETS 
38-  CET INSTANT UNIQUE RESTE DANS NOS CŒURS À TOUT JAMAIS 
39-  CETTE JOIE DE NOËL ON NE POURRA JAMAIS L’OUBLIER </a:t>
            </a:r>
          </a:p>
          <a:p>
            <a:endParaRPr lang="fr-FR"/>
          </a:p>
          <a:p>
            <a:r>
              <a:rPr lang="fr-FR"/>
              <a:t>Fin :
40-  C’EST NOËL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0D08E-95D2-4F47-A254-51982CBD12A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55BC5-B4D6-47A1-8E2E-C2197AC686E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B6D30-B49F-4E36-B505-6B3CB5CC3D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45EEE4-AE94-4FB9-8733-6307A15AB52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48F215-4659-4618-9875-E8805DDEA6B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F1349-8058-4C7A-8225-825D0187A6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240CE0-6EC0-4A25-9583-0B527B6EEC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A5440-D9CC-4249-B979-41884F861EA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7F003-B3C5-4EB2-B0D7-0F48E112376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5BD098-90AD-4EC5-9EE0-11EFC7D07B3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AB97C-53D8-45B4-B545-326608184B3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D42D1A3-BC52-4689-905E-AB0C060F4BA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DING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DING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 DONG DING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C’EST NOËL, C’EST NOËL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ON ENTEND DING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DING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DONG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ET LES CLOCHES DE NOËL QUI JOUENT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VIENS VOIR CE MERVEILLEUX TEMPS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19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POUR UN TOUR DE TRAÎNEAU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AVEC NOUS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DEHORS LA NEIGE TOMBE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ET LES AMIS N’ATTENDENT QUE NOUS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VIENS VOIR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CE MERVEILLEUX TEMPS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POUR UN TOUR DE TRAÎNEAU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AVEC NOUS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ALLEZ HOP, ALLEZ HOP, ALLEZ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OH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OH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 ALLONS VOIR PLUS HAUT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SOUS LA NEIGE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TOUT EST TELLEMENT BEAU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ALLEZ HOP, ALLEZ HOP, ALLEZ HOP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ET VIENS VOIR UN PEU PLUS LOIN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LES PAYSAGES ENNEIGÉS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ET CES MILLIERS DE SAPINS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NOS JOUES SERONT GELÉES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PAR LE VENT ET NOS MAINS AUSSI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MAIS C’EST SI BON DE S’AMUSER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RIRE AVEC TOUS NOS AMIS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AVEC UN CHANT SUR LES LÈVRES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ET UNE ÉCHARPE À TON COU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VIENS VOIR, CE MERVEILLEUX TEMPS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POUR UN TOUR 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cs typeface="Times New Roman" pitchFamily="18" charset="0"/>
              </a:rPr>
              <a:t>TRAÎNEAU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AVEC NOUS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C'EST NOËL, JOUR DE FÊTE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 SOL GLISSE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LES ENFANTS S’ENVOIENT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DES BOULES DE NEIGE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MOMENT DE PARTAGE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L’AMOUR T’INVITE À SA TABLE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NE FAIS PAS LA SOURDE OREILLE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DES CADEAUX, DES CÂLINS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 25 AU MATIN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LES PETITS ET LES GRANDS SE PRÉCIPITENT AU PIED DU SAPIN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AVEC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AUX QUATRE COINS DU MONDE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 LES FAMILLES SE RÉUNISSENT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CHANTONS TOUS ENSEMBLE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 QUE NOS CŒURS SE RÉJOUISSENT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SIMPLE EST LE MESSAGE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JE TE LE RÉPÈTE C’EST NOËL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UN MOMENT DE PARTAGE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UN JOUR EXCEPTIONNEL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VIENS AVEC NOUS, AVEC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AVEC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DING DING DONG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UNE FÊTE SE PRÉPARE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NOUS ALLONS CÉLÉBRER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ÊTRE DANS LA JOIE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POUR TERMINER NOTRE JOURNÉE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CHANTER TOUS NOS CHANTS PRÉFÉRÉS PENDANT TOUTE LA SOIRÉE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ÉCOUTER LES MARRONS CRAQUER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DANS LA CHEMINÉE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POP, POP, POP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IL Y A UNE JOIE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QUE RIEN NE POURRAIT REMPLACER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L’ODEUR DU SAPIN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LES CHOCOLATS ET LES JOUETS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CET INSTANT UNIQUE RESTE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DANS NOS CŒURS À TOUT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CETTE JOIE DE NOËL 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ON NE POURRA JAMAIS L’OUBLIER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C’EST NOËL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1038</TotalTime>
  <Words>33394</Words>
  <Application>Microsoft Office PowerPoint</Application>
  <PresentationFormat>Affichage à l'écran (4:3)</PresentationFormat>
  <Paragraphs>1160</Paragraphs>
  <Slides>40</Slides>
  <Notes>40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</vt:vector>
  </HeadingPairs>
  <TitlesOfParts>
    <vt:vector size="43" baseType="lpstr">
      <vt:lpstr>Calibri</vt:lpstr>
      <vt:lpstr>Franklin Gothic Medium</vt:lpstr>
      <vt:lpstr>Default Design</vt:lpstr>
      <vt:lpstr>DING DING DONG DING C’EST NOËL, C’EST NOËL  </vt:lpstr>
      <vt:lpstr>ON ENTEND DING DING DONG ET LES CLOCHES DE NOËL QUI JOUENT  </vt:lpstr>
      <vt:lpstr>VIENS VOIR CE MERVEILLEUX TEMPS </vt:lpstr>
      <vt:lpstr>POUR UN TOUR DE TRAÎNEAU AVEC NOUS </vt:lpstr>
      <vt:lpstr>DEHORS LA NEIGE TOMBE  ET LES AMIS N’ATTENDENT QUE NOUS</vt:lpstr>
      <vt:lpstr>VIENS VOIR CE MERVEILLEUX TEMPS</vt:lpstr>
      <vt:lpstr>POUR UN TOUR DE TRAÎNEAU AVEC NOUS</vt:lpstr>
      <vt:lpstr>ALLEZ HOP, ALLEZ HOP, ALLEZ  OH OH OH ALLONS VOIR PLUS HAUT</vt:lpstr>
      <vt:lpstr>SOUS LA NEIGE TOUT EST TELLEMENT BEAU</vt:lpstr>
      <vt:lpstr>ALLEZ HOP, ALLEZ HOP, ALLEZ HOP ET VIENS VOIR UN PEU PLUS LOIN</vt:lpstr>
      <vt:lpstr>LES PAYSAGES ENNEIGÉS ET CES MILLIERS DE SAPINS</vt:lpstr>
      <vt:lpstr>NOS JOUES SERONT GELÉES PAR LE VENT ET NOS MAINS AUSSI</vt:lpstr>
      <vt:lpstr>MAIS C’EST SI BON DE S’AMUSER RIRE AVEC TOUS NOS AMIS </vt:lpstr>
      <vt:lpstr>AVEC UN CHANT SUR LES LÈVRES ET UNE ÉCHARPE À TON COU</vt:lpstr>
      <vt:lpstr>VIENS VOIR, CE MERVEILLEUX TEMPS</vt:lpstr>
      <vt:lpstr>POUR UN TOUR DE TRAÎNEAU AVEC NOUS</vt:lpstr>
      <vt:lpstr>C'EST NOËL, JOUR DE FÊTE</vt:lpstr>
      <vt:lpstr>LE SOL GLISSE LES ENFANTS S’ENVOIENT</vt:lpstr>
      <vt:lpstr>DES BOULES DE NEIGE MOMENT DE PARTAGE</vt:lpstr>
      <vt:lpstr>L’AMOUR T’INVITE À SA TABLE NE FAIS PAS LA SOURDE OREILLE</vt:lpstr>
      <vt:lpstr>DES CADEAUX, DES CÂLINS LE 25 AU MATIN</vt:lpstr>
      <vt:lpstr>LES PETITS ET LES GRANDS SE PRÉCIPITENT AU PIED DU SAPIN</vt:lpstr>
      <vt:lpstr>AVEC NOUS</vt:lpstr>
      <vt:lpstr>AUX QUATRE COINS DU MONDE  LES FAMILLES SE RÉUNISSENT</vt:lpstr>
      <vt:lpstr>CHANTONS TOUS ENSEMBLE  QUE NOS CŒURS SE RÉJOUISSENT</vt:lpstr>
      <vt:lpstr>SIMPLE EST LE MESSAGE JE TE LE RÉPÈTE C’EST NOËL</vt:lpstr>
      <vt:lpstr>UN MOMENT DE PARTAGE UN JOUR EXCEPTIONNEL</vt:lpstr>
      <vt:lpstr>VIENS AVEC NOUS, AVEC NOUS</vt:lpstr>
      <vt:lpstr>AVEC NOUS</vt:lpstr>
      <vt:lpstr>DING DING DONG</vt:lpstr>
      <vt:lpstr>UNE FÊTE SE PRÉPARE  NOUS ALLONS CÉLÉBRER</vt:lpstr>
      <vt:lpstr>ÊTRE DANS LA JOIE  POUR TERMINER NOTRE JOURNÉE</vt:lpstr>
      <vt:lpstr>CHANTER TOUS NOS CHANTS PRÉFÉRÉS PENDANT TOUTE LA SOIRÉE</vt:lpstr>
      <vt:lpstr>ÉCOUTER LES MARRONS CRAQUER DANS LA CHEMINÉE</vt:lpstr>
      <vt:lpstr>POP, POP, POP</vt:lpstr>
      <vt:lpstr>IL Y A UNE JOIE  QUE RIEN NE POURRAIT REMPLACER</vt:lpstr>
      <vt:lpstr>L’ODEUR DU SAPIN  LES CHOCOLATS ET LES JOUETS</vt:lpstr>
      <vt:lpstr>CET INSTANT UNIQUE RESTE DANS NOS CŒURS À TOUT JAMAIS</vt:lpstr>
      <vt:lpstr>CETTE JOIE DE NOËL  ON NE POURRA JAMAIS L’OUBLIER</vt:lpstr>
      <vt:lpstr>C’EST NOËL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116</cp:revision>
  <dcterms:created xsi:type="dcterms:W3CDTF">2002-08-17T10:50:50Z</dcterms:created>
  <dcterms:modified xsi:type="dcterms:W3CDTF">2021-12-23T21:19:02Z</dcterms:modified>
</cp:coreProperties>
</file>