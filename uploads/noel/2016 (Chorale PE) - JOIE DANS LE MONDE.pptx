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4" r:id="rId2"/>
    <p:sldId id="265" r:id="rId3"/>
    <p:sldId id="266" r:id="rId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46" autoAdjust="0"/>
    <p:restoredTop sz="90929"/>
  </p:normalViewPr>
  <p:slideViewPr>
    <p:cSldViewPr>
      <p:cViewPr>
        <p:scale>
          <a:sx n="50" d="100"/>
          <a:sy n="50" d="100"/>
        </p:scale>
        <p:origin x="-330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124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4C4086E-BDC2-4C95-9B02-05519726A00A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AE45BA7-4132-466B-AFCC-FDA293AF6048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61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D89AA1-A85B-46C3-9A4F-3A2AFCEF6A05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717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3B7A315-792D-4C5E-886C-0D40858C9364}" type="slidenum">
              <a:rPr lang="fr-FR" smtClean="0"/>
              <a:pPr/>
              <a:t>3</a:t>
            </a:fld>
            <a:endParaRPr lang="fr-FR" smtClean="0"/>
          </a:p>
        </p:txBody>
      </p:sp>
      <p:sp>
        <p:nvSpPr>
          <p:cNvPr id="81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B1CB9F-0179-422F-A46E-B8D34CAEAB6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F43A95-03F7-47AD-8A26-ECADF07C649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4AB0CA-7F5F-4AFF-8666-EFFCBC5C2B5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EEAB85-37EA-4F46-95C9-FF9BD9724E7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6C9B2B-B3A1-45BB-B18E-20AB8AF642C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A7B07A-FD9F-4CFC-88BA-E167BAF6CC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857DAF-5370-4EC3-B933-4A7A13A4C88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4C4463-1965-4693-AE5C-0F5CF5F20A2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7745C1-CEC1-4833-B6E6-18D6CA6F3EE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4F5211-B084-4F96-BF19-2C5665E0A5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462FDB-1585-4615-BA53-2CFBC2B2EDC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E7A21B2-6574-464D-999A-D11A6DC49FA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8"/>
          <p:cNvSpPr>
            <a:spLocks noChangeArrowheads="1"/>
          </p:cNvSpPr>
          <p:nvPr/>
        </p:nvSpPr>
        <p:spPr bwMode="auto">
          <a:xfrm>
            <a:off x="34925" y="0"/>
            <a:ext cx="910907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GB" sz="2800">
                <a:solidFill>
                  <a:srgbClr val="DDDDDD"/>
                </a:solidFill>
                <a:latin typeface="Arial Black" pitchFamily="34" charset="0"/>
              </a:rPr>
              <a:t>JOIE DANS LE MONDE</a:t>
            </a:r>
          </a:p>
          <a:p>
            <a:pPr algn="ctr"/>
            <a:r>
              <a:rPr lang="en-GB" sz="2800">
                <a:solidFill>
                  <a:srgbClr val="DDDDDD"/>
                </a:solidFill>
                <a:latin typeface="Arial Black" pitchFamily="34" charset="0"/>
              </a:rPr>
              <a:t>LE SEIGNEUR VIENT !</a:t>
            </a:r>
          </a:p>
          <a:p>
            <a:pPr algn="ctr"/>
            <a:r>
              <a:rPr lang="en-GB" sz="2800">
                <a:solidFill>
                  <a:srgbClr val="DDDDDD"/>
                </a:solidFill>
                <a:latin typeface="Arial Black" pitchFamily="34" charset="0"/>
              </a:rPr>
              <a:t>LA TERRE REÇOIT LE ROI</a:t>
            </a:r>
          </a:p>
          <a:p>
            <a:pPr algn="ctr"/>
            <a:endParaRPr lang="en-GB" sz="1000">
              <a:solidFill>
                <a:srgbClr val="DDDDDD"/>
              </a:solidFill>
              <a:latin typeface="Arial Black" pitchFamily="34" charset="0"/>
            </a:endParaRPr>
          </a:p>
          <a:p>
            <a:pPr algn="ctr"/>
            <a:r>
              <a:rPr lang="en-GB" sz="2800">
                <a:solidFill>
                  <a:srgbClr val="DDDDDD"/>
                </a:solidFill>
                <a:latin typeface="Arial Black" pitchFamily="34" charset="0"/>
              </a:rPr>
              <a:t>QUE TOUS LES CŒURS LE LOUENT  </a:t>
            </a:r>
            <a:r>
              <a:rPr lang="en-GB" sz="2000">
                <a:solidFill>
                  <a:srgbClr val="DDDDDD"/>
                </a:solidFill>
                <a:latin typeface="Arial Black" pitchFamily="34" charset="0"/>
              </a:rPr>
              <a:t>x2</a:t>
            </a:r>
          </a:p>
          <a:p>
            <a:pPr algn="ctr">
              <a:spcBef>
                <a:spcPct val="50000"/>
              </a:spcBef>
            </a:pPr>
            <a:endParaRPr lang="en-GB" sz="500" b="1">
              <a:solidFill>
                <a:srgbClr val="DDDDDD"/>
              </a:solidFill>
              <a:latin typeface="Arial Black" pitchFamily="34" charset="0"/>
            </a:endParaRPr>
          </a:p>
          <a:p>
            <a:pPr algn="ctr"/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LE CIEL, LA NATURE CHANTENT </a:t>
            </a:r>
            <a:r>
              <a:rPr lang="en-GB" sz="2000">
                <a:solidFill>
                  <a:srgbClr val="DDDDDD"/>
                </a:solidFill>
                <a:latin typeface="Arial Black" pitchFamily="34" charset="0"/>
              </a:rPr>
              <a:t>x2</a:t>
            </a:r>
            <a:endParaRPr lang="fr-FR" sz="2800">
              <a:solidFill>
                <a:srgbClr val="DDDDDD"/>
              </a:solidFill>
              <a:latin typeface="Arial Black" pitchFamily="34" charset="0"/>
            </a:endParaRPr>
          </a:p>
          <a:p>
            <a:pPr algn="ctr"/>
            <a:endParaRPr lang="fr-FR" sz="1000">
              <a:solidFill>
                <a:srgbClr val="DDDDDD"/>
              </a:solidFill>
              <a:latin typeface="Arial Black" pitchFamily="34" charset="0"/>
            </a:endParaRPr>
          </a:p>
          <a:p>
            <a:pPr algn="ctr"/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LE CIEL, OUI LE CIEL</a:t>
            </a:r>
          </a:p>
          <a:p>
            <a:pPr algn="ctr"/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LA NATURE CHANTENT</a:t>
            </a:r>
            <a:r>
              <a:rPr lang="en-GB" sz="2800">
                <a:solidFill>
                  <a:srgbClr val="DDDDDD"/>
                </a:solidFill>
                <a:latin typeface="Arial Black" pitchFamily="34" charset="0"/>
              </a:rPr>
              <a:t> </a:t>
            </a:r>
          </a:p>
          <a:p>
            <a:pPr algn="ctr"/>
            <a:endParaRPr lang="en-GB" sz="1000">
              <a:solidFill>
                <a:srgbClr val="DDDDDD"/>
              </a:solidFill>
              <a:latin typeface="Arial Black" pitchFamily="34" charset="0"/>
            </a:endParaRPr>
          </a:p>
          <a:p>
            <a:pPr algn="ctr"/>
            <a:r>
              <a:rPr lang="en-GB" sz="2800">
                <a:solidFill>
                  <a:srgbClr val="DDDDDD"/>
                </a:solidFill>
                <a:latin typeface="Arial Black" pitchFamily="34" charset="0"/>
              </a:rPr>
              <a:t>JOIE SUR LA TERRE LE SAUVEUR RÈGNE !</a:t>
            </a:r>
          </a:p>
          <a:p>
            <a:pPr algn="ctr"/>
            <a:r>
              <a:rPr lang="en-GB" sz="2800">
                <a:solidFill>
                  <a:srgbClr val="DDDDDD"/>
                </a:solidFill>
                <a:latin typeface="Arial Black" pitchFamily="34" charset="0"/>
              </a:rPr>
              <a:t>LES HOMMES ENTONNENT LEURS CHANTS</a:t>
            </a:r>
          </a:p>
          <a:p>
            <a:pPr algn="ctr"/>
            <a:r>
              <a:rPr lang="en-GB" sz="2800">
                <a:solidFill>
                  <a:srgbClr val="DDDDDD"/>
                </a:solidFill>
                <a:latin typeface="Arial Black" pitchFamily="34" charset="0"/>
              </a:rPr>
              <a:t>LES RIVIÈRES ET LES CHAMPS</a:t>
            </a:r>
          </a:p>
          <a:p>
            <a:pPr algn="ctr"/>
            <a:r>
              <a:rPr lang="en-GB" sz="2800">
                <a:solidFill>
                  <a:srgbClr val="DDDDDD"/>
                </a:solidFill>
                <a:latin typeface="Arial Black" pitchFamily="34" charset="0"/>
              </a:rPr>
              <a:t>LES COLLINES ET LES PLAINES</a:t>
            </a:r>
          </a:p>
          <a:p>
            <a:pPr algn="ctr"/>
            <a:endParaRPr lang="en-GB" sz="500">
              <a:solidFill>
                <a:srgbClr val="DDDDDD"/>
              </a:solidFill>
              <a:latin typeface="Arial Black" pitchFamily="34" charset="0"/>
            </a:endParaRPr>
          </a:p>
          <a:p>
            <a:pPr algn="ctr"/>
            <a:endParaRPr lang="en-GB" sz="500">
              <a:solidFill>
                <a:srgbClr val="DDDDDD"/>
              </a:solidFill>
              <a:latin typeface="Arial Black" pitchFamily="34" charset="0"/>
            </a:endParaRPr>
          </a:p>
          <a:p>
            <a:pPr algn="ctr"/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QUI FONT UN BRUIT JOYEUX  </a:t>
            </a:r>
            <a:r>
              <a:rPr lang="fr-FR" sz="2000">
                <a:solidFill>
                  <a:srgbClr val="DDDDDD"/>
                </a:solidFill>
                <a:latin typeface="Arial Black" pitchFamily="34" charset="0"/>
              </a:rPr>
              <a:t>x2</a:t>
            </a:r>
          </a:p>
          <a:p>
            <a:pPr algn="ctr"/>
            <a:endParaRPr lang="fr-FR" sz="500">
              <a:solidFill>
                <a:srgbClr val="DDDDDD"/>
              </a:solidFill>
              <a:latin typeface="Arial Black" pitchFamily="34" charset="0"/>
            </a:endParaRPr>
          </a:p>
          <a:p>
            <a:pPr algn="ctr"/>
            <a:endParaRPr lang="fr-FR" sz="500">
              <a:solidFill>
                <a:srgbClr val="DDDDDD"/>
              </a:solidFill>
              <a:latin typeface="Arial Black" pitchFamily="34" charset="0"/>
            </a:endParaRPr>
          </a:p>
          <a:p>
            <a:pPr algn="ctr"/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QUI FONT, OUI ILS FONT </a:t>
            </a:r>
          </a:p>
          <a:p>
            <a:pPr algn="ctr"/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UN BRUIT JOYEUX</a:t>
            </a:r>
            <a:endParaRPr lang="en-GB" sz="2800">
              <a:solidFill>
                <a:srgbClr val="DDDDDD"/>
              </a:solidFill>
              <a:latin typeface="Arial Black" pitchFamily="34" charset="0"/>
            </a:endParaRPr>
          </a:p>
          <a:p>
            <a:pPr algn="ctr"/>
            <a:endParaRPr lang="en-GB" sz="2800">
              <a:solidFill>
                <a:srgbClr val="DDDDDD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34925" y="0"/>
            <a:ext cx="910907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endParaRPr lang="en-GB" sz="1000">
              <a:solidFill>
                <a:srgbClr val="DDDDDD"/>
              </a:solidFill>
              <a:latin typeface="Arial Black" pitchFamily="34" charset="0"/>
            </a:endParaRPr>
          </a:p>
          <a:p>
            <a:pPr algn="ctr"/>
            <a:endParaRPr lang="en-GB" sz="2800">
              <a:solidFill>
                <a:srgbClr val="DDDDDD"/>
              </a:solidFill>
              <a:latin typeface="Arial Black" pitchFamily="34" charset="0"/>
            </a:endParaRPr>
          </a:p>
          <a:p>
            <a:pPr algn="ctr"/>
            <a:endParaRPr lang="en-GB" sz="2800">
              <a:solidFill>
                <a:srgbClr val="DDDDDD"/>
              </a:solidFill>
              <a:latin typeface="Arial Black" pitchFamily="34" charset="0"/>
            </a:endParaRPr>
          </a:p>
          <a:p>
            <a:pPr algn="ctr"/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JOIE DANS LE MONDE</a:t>
            </a:r>
          </a:p>
          <a:p>
            <a:pPr algn="ctr"/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JOIE DANS LE MONDE</a:t>
            </a:r>
          </a:p>
          <a:p>
            <a:pPr algn="ctr"/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JOIE DANS LE MONDE</a:t>
            </a:r>
          </a:p>
          <a:p>
            <a:pPr algn="ctr"/>
            <a:endParaRPr lang="fr-FR" sz="1000">
              <a:solidFill>
                <a:srgbClr val="DDDDDD"/>
              </a:solidFill>
              <a:latin typeface="Arial Black" pitchFamily="34" charset="0"/>
            </a:endParaRPr>
          </a:p>
          <a:p>
            <a:pPr algn="ctr"/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LE SEIGNEUR VIENT</a:t>
            </a:r>
          </a:p>
          <a:p>
            <a:pPr algn="ctr"/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LA TERRE REÇOIT LE ROI</a:t>
            </a:r>
          </a:p>
          <a:p>
            <a:pPr algn="ctr"/>
            <a:endParaRPr lang="fr-FR" sz="1000">
              <a:solidFill>
                <a:srgbClr val="DDDDDD"/>
              </a:solidFill>
              <a:latin typeface="Arial Black" pitchFamily="34" charset="0"/>
            </a:endParaRPr>
          </a:p>
          <a:p>
            <a:pPr algn="ctr"/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QUE TOUS LES CŒURS LE LOUENT	</a:t>
            </a:r>
            <a:r>
              <a:rPr lang="fr-FR" sz="2000">
                <a:solidFill>
                  <a:srgbClr val="DDDDDD"/>
                </a:solidFill>
                <a:latin typeface="Arial Black" pitchFamily="34" charset="0"/>
              </a:rPr>
              <a:t>X2</a:t>
            </a:r>
          </a:p>
          <a:p>
            <a:pPr algn="ctr"/>
            <a:endParaRPr lang="fr-FR" sz="1000">
              <a:solidFill>
                <a:srgbClr val="DDDDDD"/>
              </a:solidFill>
              <a:latin typeface="Arial Black" pitchFamily="34" charset="0"/>
            </a:endParaRPr>
          </a:p>
          <a:p>
            <a:pPr algn="ctr"/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LE CIEL, LA NATURE CHANTENT</a:t>
            </a:r>
          </a:p>
          <a:p>
            <a:pPr algn="ctr"/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LE CIEL, LA NATURE CHANTENT</a:t>
            </a:r>
          </a:p>
          <a:p>
            <a:pPr algn="ctr"/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LE CIEL OUI LE CIEL, LA NATURE CHANTENT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ChangeArrowheads="1"/>
          </p:cNvSpPr>
          <p:nvPr/>
        </p:nvSpPr>
        <p:spPr bwMode="auto">
          <a:xfrm>
            <a:off x="34925" y="0"/>
            <a:ext cx="910907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endParaRPr lang="fr-FR" sz="2000">
              <a:solidFill>
                <a:srgbClr val="DDDDDD"/>
              </a:solidFill>
              <a:latin typeface="Arial Black" pitchFamily="34" charset="0"/>
            </a:endParaRPr>
          </a:p>
          <a:p>
            <a:pPr algn="ctr"/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JOIE SUR LA TERRE</a:t>
            </a:r>
          </a:p>
          <a:p>
            <a:pPr algn="ctr"/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LE SAUVEUR RÈGNE</a:t>
            </a:r>
          </a:p>
          <a:p>
            <a:pPr algn="ctr"/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LES HOMMES ENTONNENT LEURS CHANTS</a:t>
            </a:r>
          </a:p>
          <a:p>
            <a:pPr algn="ctr"/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LES RIVIÈRES ET LES CHAMPS</a:t>
            </a:r>
          </a:p>
          <a:p>
            <a:pPr algn="ctr"/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LES COLLINES ET LES PLAINES</a:t>
            </a:r>
          </a:p>
          <a:p>
            <a:pPr algn="ctr"/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QUI FONT UN BRUIT JOYEUX</a:t>
            </a:r>
          </a:p>
          <a:p>
            <a:pPr algn="ctr"/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QUI FONT UN BRUIT JOYEUX</a:t>
            </a:r>
          </a:p>
          <a:p>
            <a:pPr algn="ctr"/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QUI FONT OUI ILS FONT UN BRUIT JOYEUX</a:t>
            </a:r>
          </a:p>
          <a:p>
            <a:pPr algn="ctr"/>
            <a:r>
              <a:rPr lang="fr-FR" sz="2000">
                <a:solidFill>
                  <a:srgbClr val="DDDDDD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JOIE DANS LE MONDE </a:t>
            </a:r>
          </a:p>
          <a:p>
            <a:pPr algn="ctr"/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JOIE DANS LE MONDE </a:t>
            </a:r>
          </a:p>
          <a:p>
            <a:pPr algn="ctr"/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JOIE DANS LE MONDE </a:t>
            </a:r>
          </a:p>
          <a:p>
            <a:pPr algn="ctr"/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LE SEIGNEUR NOTRE SAUVEUR VIENT</a:t>
            </a:r>
          </a:p>
          <a:p>
            <a:pPr algn="ctr"/>
            <a:r>
              <a:rPr lang="fr-FR" sz="2000">
                <a:solidFill>
                  <a:srgbClr val="DDDDDD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JOIE DANS LE MONDE 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927</TotalTime>
  <Words>143</Words>
  <Application>Microsoft PowerPoint</Application>
  <PresentationFormat>On-screen Show (4:3)</PresentationFormat>
  <Paragraphs>56</Paragraphs>
  <Slides>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Times New Roman</vt:lpstr>
      <vt:lpstr>Arial</vt:lpstr>
      <vt:lpstr>Arial Black</vt:lpstr>
      <vt:lpstr>Default Design</vt:lpstr>
      <vt:lpstr>Diapositive 1</vt:lpstr>
      <vt:lpstr>Diapositive 2</vt:lpstr>
      <vt:lpstr>Diapositive 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SANDRA TAHIRO-APERANO (X114353)</cp:lastModifiedBy>
  <cp:revision>46</cp:revision>
  <dcterms:created xsi:type="dcterms:W3CDTF">2002-08-17T11:00:44Z</dcterms:created>
  <dcterms:modified xsi:type="dcterms:W3CDTF">2014-12-09T16:37:53Z</dcterms:modified>
</cp:coreProperties>
</file>