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2" r:id="rId2"/>
    <p:sldId id="263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 varScale="1">
        <p:scale>
          <a:sx n="70" d="100"/>
          <a:sy n="70" d="100"/>
        </p:scale>
        <p:origin x="60" y="3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D680DCE-4E0A-4055-A69F-3DE91C7E595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36296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99F-AF71-4B2D-A005-58D0B406D5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7F276-9666-48D6-9B31-5096837A8F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632A8-80C4-416C-B09C-F9AD99E34F5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45815-CC87-4441-A294-26C03F9A947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7A5E3-2A92-4D00-8A0B-D146FE1782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E109E-EC74-4F12-B1A0-1D600432E4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2BE83-07DC-486A-B28B-FD731EB2A9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48989-49AF-405D-B976-071BB8EADF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5DCD8-9188-4ED9-AF81-7D1A44AB09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B7A4D-5578-463E-81B3-083F4FCF1E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9CD50-19F3-41B8-964A-070E2CB682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8497426-8CEB-413D-95E9-C61D36AD0B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MES YEUX SE SONT ÉCLAIRÉS 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LE JOUR OÙ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JE T’AI CONNU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TU AS DONNÉ UN SENS À MA VIE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DÉSORMAIS DISTANCIÉS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MAIS JE TE PORTE DANS MON CŒUR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EN ATTENDANT DES JOURS MEILLEURS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EN ESPÉRANT QUE DEMAIN VA ARRIVER</a:t>
            </a: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J’AI ÉPUISÉ MON AMOUR 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JE T’AI DONNÉ TOUT CE QU’IL ME RESTAIT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MAIS JE T’AIME TELLEMENT 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AIDE-MOI À </a:t>
            </a:r>
            <a:r>
              <a:rPr lang="fr-FR" sz="2800" smtClean="0">
                <a:solidFill>
                  <a:schemeClr val="bg1"/>
                </a:solidFill>
                <a:latin typeface="Arial Black" pitchFamily="34" charset="0"/>
              </a:rPr>
              <a:t>LE RETROUVER</a:t>
            </a:r>
          </a:p>
          <a:p>
            <a:pPr algn="ctr">
              <a:lnSpc>
                <a:spcPct val="110000"/>
              </a:lnSpc>
            </a:pP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J’AI ÉPUISÉ MON AMOUR 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QUE FERAIS-JE SANS TOI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IL NE SERA JAMAIS TARD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POUR QUE JE TE SERRE DANS MES BRAS</a:t>
            </a: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88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82</Words>
  <Application>Microsoft Office PowerPoint</Application>
  <PresentationFormat>Affichage à l'écran (4:3)</PresentationFormat>
  <Paragraphs>18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Arial Narrow</vt:lpstr>
      <vt:lpstr>Times New Roman</vt:lpstr>
      <vt:lpstr>Default Design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91</cp:revision>
  <dcterms:created xsi:type="dcterms:W3CDTF">2002-08-17T12:16:38Z</dcterms:created>
  <dcterms:modified xsi:type="dcterms:W3CDTF">2021-12-19T13:53:03Z</dcterms:modified>
</cp:coreProperties>
</file>