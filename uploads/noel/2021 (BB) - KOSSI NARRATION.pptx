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14" autoAdjust="0"/>
    <p:restoredTop sz="48196" autoAdjust="0"/>
  </p:normalViewPr>
  <p:slideViewPr>
    <p:cSldViewPr>
      <p:cViewPr varScale="1">
        <p:scale>
          <a:sx n="50" d="100"/>
          <a:sy n="50" d="100"/>
        </p:scale>
        <p:origin x="109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460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2491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850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29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1915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804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316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4627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253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6059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1132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804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7307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915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4286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75327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6274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9931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2645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83234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123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6231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4189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0367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31227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83570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2030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1778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25026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0141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81114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549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2898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4250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54760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3373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6890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49797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64467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40747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53982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3704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9140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67527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90147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81126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481148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891595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54055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1606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2938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8325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90475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40814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NOËL AAAAH NOËL</a:t>
            </a:r>
          </a:p>
          <a:p>
            <a:pPr>
              <a:defRPr/>
            </a:pPr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pPr>
              <a:defRPr/>
            </a:pPr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pPr>
              <a:defRPr/>
            </a:pPr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pPr>
              <a:defRPr/>
            </a:pPr>
            <a:r>
              <a:rPr lang="fr-FR" smtClean="0"/>
              <a:t>
22-  NOËL AAAAH NOËL </a:t>
            </a:r>
          </a:p>
          <a:p>
            <a:pPr>
              <a:defRPr/>
            </a:pPr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pPr>
              <a:defRPr/>
            </a:pPr>
            <a:r>
              <a:rPr lang="fr-FR" smtClean="0"/>
              <a:t>
36-  NOËL AAAAH NOËL </a:t>
            </a:r>
          </a:p>
          <a:p>
            <a:pPr>
              <a:defRPr/>
            </a:pPr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pPr>
              <a:defRPr/>
            </a:pPr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pPr>
              <a:defRPr/>
            </a:pPr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pPr>
              <a:defRPr/>
            </a:pPr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NOËL AAAAH NOËL</a:t>
            </a:r>
          </a:p>
          <a:p>
            <a:r>
              <a:rPr lang="fr-FR" smtClean="0"/>
              <a:t> 
2-  IL Y’A UNE EXPRESSION QUI DIT 
3-  QUE L’ON GARDE TOUJOURS LE MEILLEUR POUR LA FIN, ET C’EST VRAI ! 
4-  DÉCEMBRE EST LE DERNIER  MOIS DE L’ANNÉE 
5-  LE MOIS OÙ NOUS CÉLÉBRONS NOËL </a:t>
            </a:r>
          </a:p>
          <a:p>
            <a:r>
              <a:rPr lang="fr-FR" smtClean="0"/>
              <a:t>
6-  NOËL EST UNIVERSEL PEU IMPORTE LES FUSEAUX HORAIRES  
7-  NOËL EST FÊTÉ DANS LE MONDE ENTIER 
8-  PENDANT QUE CERTAINS FÊTENT NOËL  À LA PLAGE OU SOUS LE SOLEIL 
9-  D’AUTRES LE FÊTENT  SOUS UNE AUTRE CHALEUR  
10-  CELLE D’UNE CHEMINÉE QUI CRÉPITE </a:t>
            </a:r>
          </a:p>
          <a:p>
            <a:r>
              <a:rPr lang="fr-FR" smtClean="0"/>
              <a:t>
11-  NOUS VOYONS LES RUES ILLUMINÉES PAR DE MERVEILLEUSES GUIRLANDES 
12-  ET TOUTES SORTES DE DÉCORATIONS QUI ÉCLAIRENT TOUTE LA VILLE 
13-  LES FLOCONS DE NEIGE  S’INVITENT AU SPECTACLE 
14-  ET COUVRENT LES RUES  D’UN LONG MANTEAU BLANC 
15-  SANS PARLER DE CES GRANDS SAPINS 
16-  HABILLÉS  DE GUIRLANDES LUMINEUSES 
17-  ET BIEN SOUVENT DISPOSÉS  NON LOIN DE LA CHEMINÉE 
18-  À SES PIEDS  D’INNOMBRABLES CADEAUX 
19-  EMBALLÉS AVEC SOIN ET AMOUR 
20-  TOUTES CES ATTENTIONS  QUI FONT LE BONHEUR 
21-  DES PETITS COMME DES GRANDS </a:t>
            </a:r>
          </a:p>
          <a:p>
            <a:r>
              <a:rPr lang="fr-FR" smtClean="0"/>
              <a:t>
22-  NOËL AAAAH NOËL </a:t>
            </a:r>
          </a:p>
          <a:p>
            <a:r>
              <a:rPr lang="fr-FR" smtClean="0"/>
              <a:t>
23-  LES MUSIQUES ET LES CHANTS DE NOËL RETENTISSENT SOUS TOUS LES TOITS 
24-  CRÉANT UNE ATMOSPHÈRE  DE JOIE ET DE CÉLÉBRATION 
25-  L’AMBIANCE EST À LA FÊTE ! 
26-  LA RÉJOUISSANCE SE RETROUVE SUR LES VISAGES DES UNS ET DES AUTRES 
27-  C’EST SANS AUCUN DOUTE L’UN DES MOMENTS QUE L’ON ATTEND LE PLUS 
28-  POUR SON LOT DE JOIE  ET DE RAPPROCHEMENT 
29-  CE MOMENT  QUI RÉCONCILIE LES FAMILLES 
30-  ET QUI DEVIENT SYMBOLIQUEMENT  LE JOUR DE L’AMOUR 
31-  DU PARTAGE MAIS AUSSI DU PARDON 
32-  LES QUERELLES ET LES COLÈRES  NE SONT PLUS 
33-  ET ELLES LAISSENT PLACE AUX CÂLINS ET AUX ÉCLATS DE RIRES 
34-  LA PAIX ET LE BONHEUR  DE SE RETROUVER 
35-  REMPLACENT LA ROUTINE  DE LA SOLITUDE </a:t>
            </a:r>
          </a:p>
          <a:p>
            <a:r>
              <a:rPr lang="fr-FR" smtClean="0"/>
              <a:t>
36-  NOËL AAAAH NOËL </a:t>
            </a:r>
          </a:p>
          <a:p>
            <a:r>
              <a:rPr lang="fr-FR" smtClean="0"/>
              <a:t>
37-  NOËL, C’EST CETTE LONGUE TABLE OÙ SONT DÉPOSÉS DES METS SUCCULENTS 
38-  C’EST ÉGALEMENT CETTE ODEUR DE PLATS QUI PROVIENT DE LA CUISINE 
39-  ET SANS OUBLIER  LA FAMEUSE BÛCHE DE NOËL 
40-  QUI VIENDRA CLÔTURER  LA FIN D’UN REPAS BIEN COPIEUX </a:t>
            </a:r>
          </a:p>
          <a:p>
            <a:r>
              <a:rPr lang="fr-FR" smtClean="0"/>
              <a:t>
41-  A VRAI DIRE, PEU IMPORTE  LE TEMPS QU’IL FAIT DEHORS 
42-  CE QUI IMPORTE VRAIMENT, C’EST L’AMBIANCE QU’IL Y A À L’INTÉRIEUR 
43-  LA GENTILLESSE  DES UNS ET DES AUTRES 
44-  NOUS FAIT OUBLIER  LES MAUVAIS JOURS PASSÉS 
45-  UN SEUL MOT RÉSONNE DU MATIN JUSQU’AU SOIR : GENEROSITE 
46-  OUI, NOEL EST LA SAISON OÙ NOTRE CŒUR GAGNE EN PROFONDEUR 
47-  TOUT LE MONDE A LE DROIT DE VIVRE CET INSTANT DE BONHEUR </a:t>
            </a:r>
          </a:p>
          <a:p>
            <a:r>
              <a:rPr lang="fr-FR" smtClean="0"/>
              <a:t>
48-  LE MONDE ENTIER CÉLÈBRE NOËL DEPUIS DE NOMBREUSES ANNÉES 
49-  MAIS, PARCE QUE CERTAINS  L’ONT OUBLIÉ 
50-  IL EST NÉCESSAIRE DE LE RAPPELER… NOËL EST UN JOUR 
51-  UN ÉVÈNEMENT TOUT À FAIT SPÉCIAL </a:t>
            </a:r>
          </a:p>
          <a:p>
            <a:r>
              <a:rPr lang="fr-FR" smtClean="0"/>
              <a:t>
52-  C’EST L’AMOUR DE DIEU MANIFESTÉ  
53-  DE MANIÈRE INCONDITIONNELLE  ET INTENTIONNELLE 
54-  C’EST LE CADEAU LE PLUS PRÉCIEUX  QUI NOUS A ÉTÉ DONNÉ 
55-  LA PLUS GRANDE RÉCONCILIATION ENTRE DIEU ET L’HUMANITÉ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1169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NOËL AAAAH NOËL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Y’A UNE EXPRESSION QUI DIT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01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L’ON GARDE TOUJOURS LE MEILLEUR POUR LA FIN, ET C’EST VRAI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420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DÉCEMBRE EST LE DERNIER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MOIS DE L’ANNÉE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4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MOIS OÙ NOUS CÉLÉBRONS NOËL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298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NOËL EST UNIVERSEL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PEU IMPORTE LES FUSEAUX HORAIRES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334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NOËL EST FÊTÉ DANS LE MONDE ENTIER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454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PENDANT QUE CERTAINS FÊTENT NOËL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LA PLAGE OU SOUS LE SOLEIL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511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D’AUTRES LE FÊTENT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SOUS UNE AUTRE CHALEUR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522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CELLE D’UNE CHEMINÉE QUI CRÉPITE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867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VOYONS LES RUES ILLUMINÉES PAR DE MERVEILLEUSES GUIRLANDES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504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TOUTES SORTES DE DÉCORATIONS QUI ÉCLAIRENT TOUTE LA VILLE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975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FLOCONS DE NEIGE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S’INVITENT AU SPECTACLE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553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COUVRENT LES RUES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D’UN LONG MANTEAU BLANC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278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PARLER DE CES GRANDS SAPINS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630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HABILLÉS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GUIRLANDES LUMINEUSES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733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BIEN SOUVENT DISPOSÉS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 LOIN DE LA CHEMINÉE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706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SES PIEDS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D’INNOMBRABLES CADEAUX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093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EMBALLÉS AVEC SOIN ET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447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TOUTES CES ATTENTIONS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FONT LE BONHEUR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072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PETITS COMME DES GRANDS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782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NOËL AAAAH NOËL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336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MUSIQUES ET LES CHANTS DE NOËL RETENTISSENT SOUS TOUS LES TOITS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094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CRÉANT UNE ATMOSPHÈRE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JOIE ET DE CÉLÉBRATION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204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L’AMBIANCE EST À LA FÊTE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0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RÉJOUISSANCE SE RETROUVE SUR LES VISAGES DES UNS ET DES AUTRES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70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SANS AUCUN DOUTE L’UN DES MOMENTS QUE L’ON ATTEND LE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4477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SON LOT DE JOIE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DE RAPPROCHEMENT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621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MOMENT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RÉCONCILIE LES FAMILLES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8338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QUI DEVIENT SYMBOLIQUEMENT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LE JOUR DE L’AMOUR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432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DU PARTAGE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AUSSI DU PARDON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154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QUERELLES ET LES COLÈRES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SONT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687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ELLES LAISSENT PLACE AUX CÂLINS ET AUX ÉCLATS DE RIRES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5776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PAIX ET LE BONHEUR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SE RETROUVER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4882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REMPLACENT LA ROUTINE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DE LA SOLITUDE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003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NOËL AAAAH NOËL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050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NOËL, C’EST CETTE LONGUE TABLE OÙ SONT DÉPOSÉS DES METS SUCCULENTS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771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ÉGALEMENT CETTE ODEUR DE PLATS QUI PROVIENT DE LA CUISINE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7618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SANS OUBLIER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FAMEUSE BÛCHE DE NOËL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1116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VIENDRA CLÔTURER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FIN D’UN REPAS BIEN COPIEUX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227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 VRAI DIRE, PEU IMPORTE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TEMPS QU’IL FAIT DEHORS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8761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QUI IMPORTE VRAIMENT, C’EST L’AMBIANCE QU’IL Y A À L’INTÉRIEUR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220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GENTILLESSE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UNS ET DES AUTRES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2920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FAIT OUBLIER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MAUVAIS JOURS PASSÉS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6632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SEUL MOT RÉSONNE DU MATIN JUSQU’AU SOIR : GENEROSITE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4790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NOEL EST LA SAISON OÙ NOTRE CŒUR GAGNE EN PROFONDEUR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746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LE MONDE A LE DROIT DE VIVRE CET INSTANT DE BONHEUR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8070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MONDE ENTIER CÉLÈBRE NOËL DEPUIS DE NOMBREUSES ANNÉES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422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MAIS, PARCE QUE CERTAINS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L’ONT OUBLIÉ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593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NÉCESSAIRE DE LE RAPPELER…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NOËL EST UN JOUR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962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ÉVÈNEMENT TOUT À FAIT SPÉCIAL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835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L’AMOUR DE DIEU MANIFESTÉ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2927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MANIÈRE INCONDITIONNELLE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INTENTIONNELLE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6470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LE CADEAU LE PLUS PRÉCIEUX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QUI NOUS A ÉTÉ DONNÉ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8331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PLUS GRANDE RÉCONCILIATION ENTRE DIEU ET L’HUMANITÉ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716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993</Words>
  <Application>Microsoft Office PowerPoint</Application>
  <PresentationFormat>Affichage à l'écran (4:3)</PresentationFormat>
  <Paragraphs>1292</Paragraphs>
  <Slides>55</Slides>
  <Notes>55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59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92</cp:revision>
  <dcterms:created xsi:type="dcterms:W3CDTF">2002-08-17T13:12:10Z</dcterms:created>
  <dcterms:modified xsi:type="dcterms:W3CDTF">2021-12-24T19:22:23Z</dcterms:modified>
</cp:coreProperties>
</file>