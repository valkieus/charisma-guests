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69" r:id="rId3"/>
    <p:sldId id="259" r:id="rId4"/>
    <p:sldId id="262" r:id="rId5"/>
    <p:sldId id="268" r:id="rId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2593" autoAdjust="0"/>
    <p:restoredTop sz="90929"/>
  </p:normalViewPr>
  <p:slideViewPr>
    <p:cSldViewPr>
      <p:cViewPr varScale="1">
        <p:scale>
          <a:sx n="66" d="100"/>
          <a:sy n="66" d="100"/>
        </p:scale>
        <p:origin x="-127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1371C00-834D-41F8-8C5F-B1767D9881C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42149F-6DD1-4305-B1CB-DBE7CB04E5C6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42149F-6DD1-4305-B1CB-DBE7CB04E5C6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BDC4AF-18C8-45C2-955F-241BAFA3D204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1573EB-C15E-49D7-8879-8D421F4012CA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A98A85-B137-4878-86EC-1A79668F6D1C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F536A2-9396-4C0C-BEF7-A4D3EB8CC2E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8DAE8-02EB-4B94-AB44-3ECE1F3925A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10A998-C802-4638-B38C-94EA492D82D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6DE50-05B1-4D65-9FDF-B44E70C4042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35637-3F3F-44CE-A2A2-6B1C6267083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27F9D6-6B6E-4372-BB1C-3E28DBEF1C2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DFC638-37BD-47C7-8277-1DFB31B587C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042B4-4459-4869-9FBA-7D291729453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64D14C-786A-4527-9884-6D8E55A38D7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518E98-3BA6-4D0B-B66C-AA4BCD14F8C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8689F2-1697-43AE-8E08-F1FB35D8BA5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47B843A-7368-4D3C-BE36-FFA09E89C41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TU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ES MON FRÈRE PROCHE DE MOI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UN VÉRITABLE AMI</a:t>
            </a: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TOUT AU LONG DE CE LONG CHEMIN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TU AS ÉTÉ DANS MA VIE</a:t>
            </a:r>
          </a:p>
          <a:p>
            <a:pPr algn="ctr">
              <a:lnSpc>
                <a:spcPct val="110000"/>
              </a:lnSpc>
            </a:pPr>
            <a:endParaRPr lang="es-MX" sz="2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ET BIEN QUE TU SOIS SI GRAND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TU N’ES QU’UN ENFANT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QUI A SU PARTAGER SON AMITIÉ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À CHAQUE INSTANT</a:t>
            </a:r>
          </a:p>
          <a:p>
            <a:pPr algn="ctr">
              <a:lnSpc>
                <a:spcPct val="110000"/>
              </a:lnSpc>
            </a:pPr>
            <a:endParaRPr lang="fr-FR" sz="20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18" name="Text Box 22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fr-FR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528</a:t>
            </a:r>
            <a:endParaRPr lang="fr-FR" sz="2800" dirty="0"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JE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SAIS QUE LES CHOSES </a:t>
            </a:r>
            <a:endParaRPr lang="fr-FR" sz="28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N’ONT PAS TOUJOURS ÉTÉ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SI FACILES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MAIS TU ÉTAIS TOUJOURS LÀ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DANS LES TEMPS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DIFFICILES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ET TON CŒUR 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CE N’EST RIEN D’AUTRE 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QU’UNE GRANDE PORTE OUVERTE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TU ES LA PLUS GRANDE RICHESSE 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QUE DIEU M’AIT OFFERTE</a:t>
            </a:r>
          </a:p>
          <a:p>
            <a:pPr algn="ctr">
              <a:lnSpc>
                <a:spcPct val="110000"/>
              </a:lnSpc>
            </a:pPr>
            <a:endParaRPr lang="fr-FR" sz="10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18" name="Text Box 22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fr-FR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528</a:t>
            </a:r>
            <a:endParaRPr lang="fr-FR" sz="2800" dirty="0"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DANS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CERTAINS MOMENTS DIFFICILES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QUE TOUS ONT DANS LA VIE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NOUS RECHERCHONS 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TOUJOURS QUELQU’UN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QUI NOUS MONTRE LA SORTIE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TOUTES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LES PAROLES DE FORCE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QUE TU AS SU M’APPORTER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M’ONT PROUVÉ FOIS APRÈS FOIS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QUE T’ÉTAIS DE MON CÔTÉ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6" name="Text Box 22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fr-FR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528</a:t>
            </a:r>
            <a:endParaRPr lang="fr-FR" sz="2800" dirty="0"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TU ES MON FRÈRE PROCHE DE MOI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DANS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TOUS LES MOMENTS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TES SOURIRES TES LARMES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TES JOIES DE CHAQUE INSTANT</a:t>
            </a:r>
          </a:p>
          <a:p>
            <a:pPr algn="ctr">
              <a:lnSpc>
                <a:spcPct val="110000"/>
              </a:lnSpc>
            </a:pPr>
            <a:endParaRPr lang="fr-FR" sz="2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TU ME DIS DES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VÉRITÉS</a:t>
            </a: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AVEC DES PHRASES OUVERTES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TU ES LA PLUS GRANDE RICHESSE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QUE DIEU M’AIT OFFERTE</a:t>
            </a:r>
          </a:p>
        </p:txBody>
      </p:sp>
      <p:sp>
        <p:nvSpPr>
          <p:cNvPr id="6" name="Text Box 22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fr-FR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528</a:t>
            </a:r>
            <a:endParaRPr lang="fr-FR" sz="2800" dirty="0"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N’AI PAS BESOIN DE TE DIRE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TOUT CE QUE JE VIENS DE DIRE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MAIS C’EST TELLEMENT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BON DE SAVOIR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TU ES TOUJOURS MON AMI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N’AI PAS BESOIN DE TE DIRE	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TOUT CE QUE TU M’AS TRANSMIS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MAIS C’EST TELLEMENT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BON DE VIVRE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CÔTÉ D’UN GRAND AMI</a:t>
            </a:r>
          </a:p>
        </p:txBody>
      </p:sp>
      <p:sp>
        <p:nvSpPr>
          <p:cNvPr id="6" name="Text Box 22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fr-FR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528</a:t>
            </a:r>
            <a:endParaRPr lang="fr-FR" sz="2800" dirty="0"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206</Words>
  <Application>Microsoft PowerPoint</Application>
  <PresentationFormat>Affichage à l'écran (4:3)</PresentationFormat>
  <Paragraphs>71</Paragraphs>
  <Slides>5</Slides>
  <Notes>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Default Design</vt:lpstr>
      <vt:lpstr>Diapositive 1</vt:lpstr>
      <vt:lpstr>Diapositive 2</vt:lpstr>
      <vt:lpstr>Diapositive 3</vt:lpstr>
      <vt:lpstr>Diapositive 4</vt:lpstr>
      <vt:lpstr>Diapositive 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52</cp:revision>
  <dcterms:created xsi:type="dcterms:W3CDTF">2002-08-17T10:50:50Z</dcterms:created>
  <dcterms:modified xsi:type="dcterms:W3CDTF">2021-12-07T21:25:42Z</dcterms:modified>
</cp:coreProperties>
</file>