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33" r:id="rId2"/>
    <p:sldId id="434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50" r:id="rId18"/>
    <p:sldId id="451" r:id="rId19"/>
    <p:sldId id="452" r:id="rId20"/>
    <p:sldId id="453" r:id="rId21"/>
    <p:sldId id="454" r:id="rId22"/>
    <p:sldId id="455" r:id="rId23"/>
    <p:sldId id="456" r:id="rId24"/>
    <p:sldId id="457" r:id="rId25"/>
    <p:sldId id="458" r:id="rId26"/>
    <p:sldId id="459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38263" autoAdjust="0"/>
  </p:normalViewPr>
  <p:slideViewPr>
    <p:cSldViewPr>
      <p:cViewPr varScale="1">
        <p:scale>
          <a:sx n="24" d="100"/>
          <a:sy n="24" d="100"/>
        </p:scale>
        <p:origin x="64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DAB8C4A-305B-47ED-ABE9-C92AD5DFA18A}" type="datetimeFigureOut">
              <a:rPr lang="fr-FR"/>
              <a:pPr>
                <a:defRPr/>
              </a:pPr>
              <a:t>23/12/2021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59269A-43C7-4DA4-B8B1-255940457E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26-  JÉSUS EST NÉ !!!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26-  JÉSUS EST NÉ !!!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VOICI LE PLUS BEAU MOMENTDE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LES ENFANTS SONT EN JOIE ET TOUT AUTOUR DE SOI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S’ÉCRIT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C’EST LA PLUS HEUREUSE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VOICI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LA NATURE ENNEIGÉE LES SAPINS ÉCLAIRÉS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TOUT CHANTE « JOYEUX NOËL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OUI, C’EST LE PLUS BEAU MOMENT DE L’ANNÉE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AUTOUR DE SON AMOUR NOUS CÉLÉBRONS CE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SA VENUE SUR LA TERRE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SI CE JOUR EST SI BEAU C’EST PARCE QU’IL NOUS RAPPELLE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QU’IL EST LE PLUS BEAU DES CADEAUX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C’EST LA PLUS BELLE DE TOUTES LES SAISONS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LES VŒUX DE FIN D’ANNÉE CES MOMENTS PARTAGÉS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PRÈS DE TOUS CEUX QU’ON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24-  OUI, C’EST LE PLUS BEAU MOMENT LE PLUS MERVEILLEUX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25-  LE PLUS HEUREUX DES MOMENTS DE L’ANNÉE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26-  JÉSUS EST NÉ !!!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LE PLUS BEAU MOMENTDE L’ANNÉE</a:t>
            </a:r>
          </a:p>
          <a:p>
            <a:r>
              <a:rPr lang="fr-FR"/>
              <a:t>2-  LES ENFANTS SONT EN JOIE ET TOUT AUTOUR DE SOI</a:t>
            </a:r>
          </a:p>
          <a:p>
            <a:r>
              <a:rPr lang="fr-FR"/>
              <a:t>3-  S’ÉCRIT « JOYEUX NOËL ! »</a:t>
            </a:r>
          </a:p>
          <a:p>
            <a:r>
              <a:rPr lang="fr-FR"/>
              <a:t>4-  OUI, C’EST LE PLUS BEAU MOMENT DE L’ANNÉE</a:t>
            </a:r>
          </a:p>
          <a:p>
            <a:r>
              <a:rPr lang="fr-FR"/>
              <a:t>5-  C’EST LA PLUS HEUREUSE DE TOUTES LES SAISONS</a:t>
            </a:r>
          </a:p>
          <a:p>
            <a:r>
              <a:rPr lang="fr-FR"/>
              <a:t>6-  LES VŒUX DE FIN D’ANNÉE CES MOMENTS PARTAGÉS</a:t>
            </a:r>
          </a:p>
          <a:p>
            <a:r>
              <a:rPr lang="fr-FR"/>
              <a:t>7-  PRÈS DE TOUS CEUX QU’ON AIME</a:t>
            </a:r>
          </a:p>
          <a:p>
            <a:r>
              <a:rPr lang="fr-FR"/>
              <a:t>8-  C’EST LA PLUS HEUREUSE DE TOUTES LES SAISONS</a:t>
            </a:r>
          </a:p>
          <a:p>
            <a:endParaRPr lang="fr-FR"/>
          </a:p>
          <a:p>
            <a:r>
              <a:rPr lang="fr-FR"/>
              <a:t>9-  AUTOUR DE SON AMOUR NOUS CÉLÉBRONS CE JOUR</a:t>
            </a:r>
          </a:p>
          <a:p>
            <a:r>
              <a:rPr lang="fr-FR"/>
              <a:t>10-  SA VENUE SUR LA TERRE PARMI NOUS</a:t>
            </a:r>
          </a:p>
          <a:p>
            <a:r>
              <a:rPr lang="fr-FR"/>
              <a:t>11-  SI CE JOUR EST SI BEAU C’EST PARCE QU’IL NOUS RAPPELLE</a:t>
            </a:r>
          </a:p>
          <a:p>
            <a:r>
              <a:rPr lang="fr-FR"/>
              <a:t>12-  QU’IL EST LE PLUS BEAU DES CADEAUX</a:t>
            </a:r>
          </a:p>
          <a:p>
            <a:endParaRPr lang="fr-FR"/>
          </a:p>
          <a:p>
            <a:r>
              <a:rPr lang="fr-FR"/>
              <a:t>13-  VOICI LE PLUS BEAU MOMENT DE L’ANNÉE</a:t>
            </a:r>
          </a:p>
          <a:p>
            <a:r>
              <a:rPr lang="fr-FR"/>
              <a:t>14-  LA NATURE ENNEIGÉE LES SAPINS ÉCLAIRÉS</a:t>
            </a:r>
          </a:p>
          <a:p>
            <a:r>
              <a:rPr lang="fr-FR"/>
              <a:t>15-  TOUT CHANTE « JOYEUX NOËL ! »</a:t>
            </a:r>
          </a:p>
          <a:p>
            <a:r>
              <a:rPr lang="fr-FR"/>
              <a:t>16-  OUI, C’EST LE PLUS BEAU MOMENT DE L’ANNÉE</a:t>
            </a:r>
          </a:p>
          <a:p>
            <a:endParaRPr lang="fr-FR"/>
          </a:p>
          <a:p>
            <a:r>
              <a:rPr lang="fr-FR"/>
              <a:t>17-  AUTOUR DE SON AMOUR NOUS CÉLÉBRONS CE JOUR</a:t>
            </a:r>
          </a:p>
          <a:p>
            <a:r>
              <a:rPr lang="fr-FR"/>
              <a:t>18-  SA VENUE SUR LA TERRE PARMI NOUS</a:t>
            </a:r>
          </a:p>
          <a:p>
            <a:r>
              <a:rPr lang="fr-FR"/>
              <a:t>19-  SI CE JOUR EST SI BEAU C’EST PARCE QU’IL NOUS RAPPELLE</a:t>
            </a:r>
          </a:p>
          <a:p>
            <a:r>
              <a:rPr lang="fr-FR"/>
              <a:t>20-  QU’IL EST LE PLUS BEAU DES CADEAUX</a:t>
            </a:r>
          </a:p>
          <a:p>
            <a:endParaRPr lang="fr-FR"/>
          </a:p>
          <a:p>
            <a:r>
              <a:rPr lang="fr-FR"/>
              <a:t>21-  C’EST LA PLUS BELLE DE TOUTES LES SAISONS</a:t>
            </a:r>
          </a:p>
          <a:p>
            <a:r>
              <a:rPr lang="fr-FR"/>
              <a:t>22-  LES VŒUX DE FIN D’ANNÉE CES MOMENTS PARTAGÉS</a:t>
            </a:r>
          </a:p>
          <a:p>
            <a:r>
              <a:rPr lang="fr-FR"/>
              <a:t>23-  PRÈS DE TOUS CEUX QU’ON AIME</a:t>
            </a:r>
          </a:p>
          <a:p>
            <a:r>
              <a:rPr lang="fr-FR"/>
              <a:t>24-  OUI, C’EST LE PLUS BEAU MOMENT LE PLUS MERVEILLEUX MOMENT</a:t>
            </a:r>
          </a:p>
          <a:p>
            <a:r>
              <a:rPr lang="fr-FR"/>
              <a:t>25-  LE PLUS HEUREUX DES MOMENTS DE L’ANNÉE !</a:t>
            </a:r>
          </a:p>
          <a:p>
            <a:endParaRPr lang="fr-FR"/>
          </a:p>
          <a:p>
            <a:r>
              <a:rPr lang="fr-FR"/>
              <a:t>26-  JÉSUS EST NÉ !!!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4A14F-5EAF-4FCF-84D3-E4843818586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FCF82-FD70-46AA-BD8E-3F42B74F5D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7B91B-663B-401C-8F64-7015457D514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3FC1E-3A68-43E9-AC30-95E66FEE3EB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1CCA9-C5B4-45B3-A0EB-0D40885DD0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6D81F-708F-4382-A3B2-46ABD471BAD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AFEA9-6CF1-41DE-B6C3-B93CCC829C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D6109-170A-46D8-A20B-781AEE705BA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8863B-650F-4166-8384-A9283EE08B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EE8AE-AF06-42A1-A440-0A56C7A664B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0ADE6-B379-43BE-A9BB-564FFAF7CBE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32592CC-AEEE-4FE5-932E-031EA06465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VOICI LE PLUS BEAU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ENFANTS SONT EN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TOUT AUTOUR DE SOI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S’ÉCRIT « JOYEUX NOËL !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OUI, C’EST LE PLUS BEAU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LA PLUS HEUREUSE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TOUTES 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VŒUX DE FIN D’ANNÉE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CES MOMENTS PARTAGÉS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PRÈS DE TOUS CEUX QU’ON 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LA PLUS HEUREUSE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TOUTES 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AUTOUR DE SON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NOUS CÉLÉBRONS CE JOUR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SA VENUE SUR LA TERRE PARMI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SI CE JOUR EST SI BEAU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PARCE QU’IL NOUS RAPPELLE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QU’IL EST LE PLUS BEAU DES CADEAUX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VOICI LE PLUS BEAU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LA NATURE ENNEIGÉE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SAPINS ÉCLAIRÉS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TOUT CHANTE « JOYEUX NOËL !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OUI, C’EST LE PLUS BEAU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AUTOUR DE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NOUS CÉLÉBRONS CE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TA VENUE SUR LA TERRE PARMI NOUS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SI CE JOUR EST SI BEAU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PARCE QU’IL NOUS RAPPELLE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QUE TU ES LE PLUS BEAU DES CADEAUX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PLUS BELLE DE TOUTES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SAISONS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VŒUX DE FIN D’ANNÉE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MOMENTS PARTAGÉS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TOUS CEUX QU’ON 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C’EST LE PLUS BEAU MOMENT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MERVEILLEUX MOMENT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HEUREUX DES MOMENTS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L’ANNÉE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EST NÉ !!!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</TotalTime>
  <Words>1286</Words>
  <Application>Microsoft Office PowerPoint</Application>
  <PresentationFormat>Affichage à l'écran (4:3)</PresentationFormat>
  <Paragraphs>1655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94</cp:revision>
  <dcterms:created xsi:type="dcterms:W3CDTF">2002-08-17T10:50:50Z</dcterms:created>
  <dcterms:modified xsi:type="dcterms:W3CDTF">2021-12-23T16:41:03Z</dcterms:modified>
</cp:coreProperties>
</file>