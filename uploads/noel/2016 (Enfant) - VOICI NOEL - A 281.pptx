
<file path=[Content_Types].xml><?xml version="1.0" encoding="utf-8"?>
<Types xmlns="http://schemas.openxmlformats.org/package/2006/content-types"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theme/theme2.xml" ContentType="application/vnd.openxmlformats-officedocument.theme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wmf" ContentType="image/x-wmf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slides/slide10.xml" ContentType="application/vnd.openxmlformats-officedocument.presentationml.slide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0.xml" ContentType="application/vnd.openxmlformats-officedocument.presentationml.slideLayout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10.xml" ContentType="application/vnd.openxmlformats-officedocument.presentationml.notes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wmf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2"/>
  </p:notesMasterIdLst>
  <p:sldIdLst>
    <p:sldId id="256" r:id="rId2"/>
    <p:sldId id="257" r:id="rId3"/>
    <p:sldId id="258" r:id="rId4"/>
    <p:sldId id="259" r:id="rId5"/>
    <p:sldId id="260" r:id="rId6"/>
    <p:sldId id="266" r:id="rId7"/>
    <p:sldId id="261" r:id="rId8"/>
    <p:sldId id="262" r:id="rId9"/>
    <p:sldId id="263" r:id="rId10"/>
    <p:sldId id="265" r:id="rId11"/>
  </p:sldIdLst>
  <p:sldSz cx="9144000" cy="6858000" type="screen4x3"/>
  <p:notesSz cx="6858000" cy="9144000"/>
  <p:defaultTextStyle>
    <a:defPPr>
      <a:defRPr lang="en-GB"/>
    </a:defPPr>
    <a:lvl1pPr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1pPr>
    <a:lvl2pPr marL="4572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2pPr>
    <a:lvl3pPr marL="9144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3pPr>
    <a:lvl4pPr marL="13716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4pPr>
    <a:lvl5pPr marL="18288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5pPr>
    <a:lvl6pPr marL="2286000" algn="l" defTabSz="914400" rtl="0" eaLnBrk="1" latinLnBrk="0" hangingPunct="1"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6pPr>
    <a:lvl7pPr marL="2743200" algn="l" defTabSz="914400" rtl="0" eaLnBrk="1" latinLnBrk="0" hangingPunct="1"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7pPr>
    <a:lvl8pPr marL="3200400" algn="l" defTabSz="914400" rtl="0" eaLnBrk="1" latinLnBrk="0" hangingPunct="1"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8pPr>
    <a:lvl9pPr marL="3657600" algn="l" defTabSz="914400" rtl="0" eaLnBrk="1" latinLnBrk="0" hangingPunct="1"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21513" autoAdjust="0"/>
    <p:restoredTop sz="64755" autoAdjust="0"/>
  </p:normalViewPr>
  <p:slideViewPr>
    <p:cSldViewPr>
      <p:cViewPr>
        <p:scale>
          <a:sx n="63" d="100"/>
          <a:sy n="63" d="100"/>
        </p:scale>
        <p:origin x="-72" y="-132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3736200" cy="7373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en-tête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>
                <a:latin typeface="Times New Roman" pitchFamily="18" charset="0"/>
              </a:defRPr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3" name="Espace réservé de la date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>
                <a:latin typeface="Times New Roman" pitchFamily="18" charset="0"/>
              </a:defRPr>
            </a:lvl1pPr>
          </a:lstStyle>
          <a:p>
            <a:pPr>
              <a:defRPr/>
            </a:pPr>
            <a:fld id="{0FC8E0C5-2BE5-4DB3-96F9-9EFD33B7C8FD}" type="datetimeFigureOut">
              <a:rPr lang="fr-FR"/>
              <a:pPr>
                <a:defRPr/>
              </a:pPr>
              <a:t>26/02/2018</a:t>
            </a:fld>
            <a:endParaRPr lang="fr-FR"/>
          </a:p>
        </p:txBody>
      </p:sp>
      <p:sp>
        <p:nvSpPr>
          <p:cNvPr id="4" name="Espace réservé de l'image des diapositives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fr-FR" noProof="0" smtClean="0"/>
          </a:p>
        </p:txBody>
      </p:sp>
      <p:sp>
        <p:nvSpPr>
          <p:cNvPr id="5" name="Espace réservé des commentaires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fr-FR" noProof="0" smtClean="0"/>
              <a:t>Cliquez pour modifier les styles du texte du masque</a:t>
            </a:r>
          </a:p>
          <a:p>
            <a:pPr lvl="1"/>
            <a:r>
              <a:rPr lang="fr-FR" noProof="0" smtClean="0"/>
              <a:t>Deuxième niveau</a:t>
            </a:r>
          </a:p>
          <a:p>
            <a:pPr lvl="2"/>
            <a:r>
              <a:rPr lang="fr-FR" noProof="0" smtClean="0"/>
              <a:t>Troisième niveau</a:t>
            </a:r>
          </a:p>
          <a:p>
            <a:pPr lvl="3"/>
            <a:r>
              <a:rPr lang="fr-FR" noProof="0" smtClean="0"/>
              <a:t>Quatrième niveau</a:t>
            </a:r>
          </a:p>
          <a:p>
            <a:pPr lvl="4"/>
            <a:r>
              <a:rPr lang="fr-FR" noProof="0" smtClean="0"/>
              <a:t>Cinquième niveau</a:t>
            </a:r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>
                <a:latin typeface="Times New Roman" pitchFamily="18" charset="0"/>
              </a:defRPr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>
                <a:latin typeface="Times New Roman" pitchFamily="18" charset="0"/>
              </a:defRPr>
            </a:lvl1pPr>
          </a:lstStyle>
          <a:p>
            <a:pPr>
              <a:defRPr/>
            </a:pPr>
            <a:fld id="{2BAB3CC5-D18C-47FE-A665-E664719C0C67}" type="slidenum">
              <a:rPr lang="fr-FR"/>
              <a:pPr>
                <a:defRPr/>
              </a:pPr>
              <a:t>‹#›</a:t>
            </a:fld>
            <a:endParaRPr lang="fr-FR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4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3315" name="Espace réservé des commentaires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r>
              <a:rPr lang="fr-FR" smtClean="0"/>
              <a:t>1-  VOICI NOËL, Ô DOUCE NUIT ! L’ÉTOILE EST LÀ, QUI NOUS CONDUIT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2-  ALLONS DONC TOUS, AVEC LES MAGES APPORTER À JÉSUS NOS HOMMAGES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3-  CAR L’ENFANT NOUS EST NÉ LE FILS NOUS EST DONNÉ !</a:t>
            </a:r>
          </a:p>
          <a:p>
            <a:pPr eaLnBrk="1" hangingPunct="1">
              <a:spcBef>
                <a:spcPct val="0"/>
              </a:spcBef>
            </a:pPr>
            <a:endParaRPr lang="fr-FR" smtClean="0"/>
          </a:p>
          <a:p>
            <a:pPr eaLnBrk="1" hangingPunct="1">
              <a:spcBef>
                <a:spcPct val="0"/>
              </a:spcBef>
            </a:pPr>
            <a:r>
              <a:rPr lang="fr-FR" smtClean="0"/>
              <a:t>4-  VOICI NOËL, Ô QUEL BEAU JOUR ! JÉSUS EST NÉ ! QUEL GRAND AMOUR !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5-  C’EST POUR NOUS QU’IL VIENT SUR LA TERRE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6-  QU’IL PREND SUR LUI NOTRE MISÈRE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7-  UN SAUVEUR NOUS EST NÉ LE FILS NOUS EST DONNÉ !</a:t>
            </a:r>
          </a:p>
          <a:p>
            <a:pPr eaLnBrk="1" hangingPunct="1">
              <a:spcBef>
                <a:spcPct val="0"/>
              </a:spcBef>
            </a:pPr>
            <a:endParaRPr lang="fr-FR" smtClean="0"/>
          </a:p>
          <a:p>
            <a:pPr eaLnBrk="1" hangingPunct="1">
              <a:spcBef>
                <a:spcPct val="0"/>
              </a:spcBef>
            </a:pPr>
            <a:r>
              <a:rPr lang="fr-FR" smtClean="0"/>
              <a:t>8-  VOICI NOËL, Ô D’UN SEUL CŒUR JOIGNONS NOS VOIX AU DIVIN CHŒUR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9-  QUI PROCLAME AU CIEL LES LOUANGES DE CELUI QU’ANNONCENT LES ANGES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10-  OUI, L’ENFANT NOUS EST NÉ LE FILS NOUS EST DONNÉ !</a:t>
            </a:r>
          </a:p>
          <a:p>
            <a:pPr eaLnBrk="1" hangingPunct="1">
              <a:spcBef>
                <a:spcPct val="0"/>
              </a:spcBef>
            </a:pPr>
            <a:endParaRPr lang="fr-FR" smtClean="0"/>
          </a:p>
        </p:txBody>
      </p:sp>
      <p:sp>
        <p:nvSpPr>
          <p:cNvPr id="13316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VOICI NOËL, Ô DOUCE NUIT ! L’ÉTOILE EST LÀ, QUI NOUS CONDUIT</a:t>
            </a:r>
          </a:p>
          <a:p>
            <a:r>
              <a:rPr lang="fr-FR" smtClean="0"/>
              <a:t>2-  ALLONS DONC TOUS, AVEC LES MAGES APPORTER À JÉSUS NOS HOMMAGES</a:t>
            </a:r>
          </a:p>
          <a:p>
            <a:r>
              <a:rPr lang="fr-FR" smtClean="0"/>
              <a:t>3-  CAR L’ENFANT NOUS EST NÉ LE FILS NOUS EST DONNÉ !</a:t>
            </a:r>
          </a:p>
          <a:p>
            <a:endParaRPr lang="fr-FR" smtClean="0"/>
          </a:p>
          <a:p>
            <a:r>
              <a:rPr lang="fr-FR" smtClean="0"/>
              <a:t>4-  VOICI NOËL, Ô QUEL BEAU JOUR ! JÉSUS EST NÉ ! QUEL GRAND AMOUR !</a:t>
            </a:r>
          </a:p>
          <a:p>
            <a:r>
              <a:rPr lang="fr-FR" smtClean="0"/>
              <a:t>5-  C’EST POUR NOUS QU’IL VIENT SUR LA TERRE</a:t>
            </a:r>
          </a:p>
          <a:p>
            <a:r>
              <a:rPr lang="fr-FR" smtClean="0"/>
              <a:t>6-  QU’IL PREND SUR LUI NOTRE MISÈRE</a:t>
            </a:r>
          </a:p>
          <a:p>
            <a:r>
              <a:rPr lang="fr-FR" smtClean="0"/>
              <a:t>7-  UN SAUVEUR NOUS EST NÉ LE FILS NOUS EST DONNÉ !</a:t>
            </a:r>
          </a:p>
          <a:p>
            <a:endParaRPr lang="fr-FR" smtClean="0"/>
          </a:p>
          <a:p>
            <a:r>
              <a:rPr lang="fr-FR" smtClean="0"/>
              <a:t>8-  VOICI NOËL, Ô D’UN SEUL CŒUR JOIGNONS NOS VOIX AU DIVIN CHŒUR</a:t>
            </a:r>
          </a:p>
          <a:p>
            <a:r>
              <a:rPr lang="fr-FR" smtClean="0"/>
              <a:t>9-  QUI PROCLAME AU CIEL LES LOUANGES DE CELUI QU’ANNONCENT LES ANGES</a:t>
            </a:r>
          </a:p>
          <a:p>
            <a:r>
              <a:rPr lang="fr-FR" smtClean="0"/>
              <a:t>10-  OUI, L’ENFANT NOUS EST NÉ LE FILS NOUS EST DONNÉ !</a:t>
            </a:r>
          </a:p>
          <a:p>
            <a:endParaRPr lang="fr-FR" smtClean="0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4339" name="Espace réservé des commentaires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r>
              <a:rPr lang="fr-FR" smtClean="0"/>
              <a:t>1-  VOICI NOËL, Ô DOUCE NUIT ! L’ÉTOILE EST LÀ, QUI NOUS CONDUIT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2-  ALLONS DONC TOUS, AVEC LES MAGES APPORTER À JÉSUS NOS HOMMAGES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3-  CAR L’ENFANT NOUS EST NÉ LE FILS NOUS EST DONNÉ !</a:t>
            </a:r>
          </a:p>
          <a:p>
            <a:pPr eaLnBrk="1" hangingPunct="1">
              <a:spcBef>
                <a:spcPct val="0"/>
              </a:spcBef>
            </a:pPr>
            <a:endParaRPr lang="fr-FR" smtClean="0"/>
          </a:p>
          <a:p>
            <a:pPr eaLnBrk="1" hangingPunct="1">
              <a:spcBef>
                <a:spcPct val="0"/>
              </a:spcBef>
            </a:pPr>
            <a:r>
              <a:rPr lang="fr-FR" smtClean="0"/>
              <a:t>4-  VOICI NOËL, Ô QUEL BEAU JOUR ! JÉSUS EST NÉ ! QUEL GRAND AMOUR !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5-  C’EST POUR NOUS QU’IL VIENT SUR LA TERRE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6-  QU’IL PREND SUR LUI NOTRE MISÈRE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7-  UN SAUVEUR NOUS EST NÉ LE FILS NOUS EST DONNÉ !</a:t>
            </a:r>
          </a:p>
          <a:p>
            <a:pPr eaLnBrk="1" hangingPunct="1">
              <a:spcBef>
                <a:spcPct val="0"/>
              </a:spcBef>
            </a:pPr>
            <a:endParaRPr lang="fr-FR" smtClean="0"/>
          </a:p>
          <a:p>
            <a:pPr eaLnBrk="1" hangingPunct="1">
              <a:spcBef>
                <a:spcPct val="0"/>
              </a:spcBef>
            </a:pPr>
            <a:r>
              <a:rPr lang="fr-FR" smtClean="0"/>
              <a:t>8-  VOICI NOËL, Ô D’UN SEUL CŒUR JOIGNONS NOS VOIX AU DIVIN CHŒUR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9-  QUI PROCLAME AU CIEL LES LOUANGES DE CELUI QU’ANNONCENT LES ANGES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10-  OUI, L’ENFANT NOUS EST NÉ LE FILS NOUS EST DONNÉ !</a:t>
            </a:r>
          </a:p>
          <a:p>
            <a:pPr eaLnBrk="1" hangingPunct="1">
              <a:spcBef>
                <a:spcPct val="0"/>
              </a:spcBef>
            </a:pPr>
            <a:endParaRPr lang="fr-FR" smtClean="0"/>
          </a:p>
        </p:txBody>
      </p:sp>
      <p:sp>
        <p:nvSpPr>
          <p:cNvPr id="14340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VOICI NOËL, Ô DOUCE NUIT ! L’ÉTOILE EST LÀ, QUI NOUS CONDUIT</a:t>
            </a:r>
          </a:p>
          <a:p>
            <a:r>
              <a:rPr lang="fr-FR" smtClean="0"/>
              <a:t>2-  ALLONS DONC TOUS, AVEC LES MAGES APPORTER À JÉSUS NOS HOMMAGES</a:t>
            </a:r>
          </a:p>
          <a:p>
            <a:r>
              <a:rPr lang="fr-FR" smtClean="0"/>
              <a:t>3-  CAR L’ENFANT NOUS EST NÉ LE FILS NOUS EST DONNÉ !</a:t>
            </a:r>
          </a:p>
          <a:p>
            <a:endParaRPr lang="fr-FR" smtClean="0"/>
          </a:p>
          <a:p>
            <a:r>
              <a:rPr lang="fr-FR" smtClean="0"/>
              <a:t>4-  VOICI NOËL, Ô QUEL BEAU JOUR ! JÉSUS EST NÉ ! QUEL GRAND AMOUR !</a:t>
            </a:r>
          </a:p>
          <a:p>
            <a:r>
              <a:rPr lang="fr-FR" smtClean="0"/>
              <a:t>5-  C’EST POUR NOUS QU’IL VIENT SUR LA TERRE</a:t>
            </a:r>
          </a:p>
          <a:p>
            <a:r>
              <a:rPr lang="fr-FR" smtClean="0"/>
              <a:t>6-  QU’IL PREND SUR LUI NOTRE MISÈRE</a:t>
            </a:r>
          </a:p>
          <a:p>
            <a:r>
              <a:rPr lang="fr-FR" smtClean="0"/>
              <a:t>7-  UN SAUVEUR NOUS EST NÉ LE FILS NOUS EST DONNÉ !</a:t>
            </a:r>
          </a:p>
          <a:p>
            <a:endParaRPr lang="fr-FR" smtClean="0"/>
          </a:p>
          <a:p>
            <a:r>
              <a:rPr lang="fr-FR" smtClean="0"/>
              <a:t>8-  VOICI NOËL, Ô D’UN SEUL CŒUR JOIGNONS NOS VOIX AU DIVIN CHŒUR</a:t>
            </a:r>
          </a:p>
          <a:p>
            <a:r>
              <a:rPr lang="fr-FR" smtClean="0"/>
              <a:t>9-  QUI PROCLAME AU CIEL LES LOUANGES DE CELUI QU’ANNONCENT LES ANGES</a:t>
            </a:r>
          </a:p>
          <a:p>
            <a:r>
              <a:rPr lang="fr-FR" smtClean="0"/>
              <a:t>10-  OUI, L’ENFANT NOUS EST NÉ LE FILS NOUS EST DONNÉ !</a:t>
            </a:r>
          </a:p>
          <a:p>
            <a:endParaRPr lang="fr-FR" smtClean="0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2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5363" name="Espace réservé des commentaires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r>
              <a:rPr lang="fr-FR" smtClean="0"/>
              <a:t>1-  VOICI NOËL, Ô DOUCE NUIT ! L’ÉTOILE EST LÀ, QUI NOUS CONDUIT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2-  ALLONS DONC TOUS, AVEC LES MAGES APPORTER À JÉSUS NOS HOMMAGES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3-  CAR L’ENFANT NOUS EST NÉ LE FILS NOUS EST DONNÉ !</a:t>
            </a:r>
          </a:p>
          <a:p>
            <a:pPr eaLnBrk="1" hangingPunct="1">
              <a:spcBef>
                <a:spcPct val="0"/>
              </a:spcBef>
            </a:pPr>
            <a:endParaRPr lang="fr-FR" smtClean="0"/>
          </a:p>
          <a:p>
            <a:pPr eaLnBrk="1" hangingPunct="1">
              <a:spcBef>
                <a:spcPct val="0"/>
              </a:spcBef>
            </a:pPr>
            <a:r>
              <a:rPr lang="fr-FR" smtClean="0"/>
              <a:t>4-  VOICI NOËL, Ô QUEL BEAU JOUR ! JÉSUS EST NÉ ! QUEL GRAND AMOUR !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5-  C’EST POUR NOUS QU’IL VIENT SUR LA TERRE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6-  QU’IL PREND SUR LUI NOTRE MISÈRE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7-  UN SAUVEUR NOUS EST NÉ LE FILS NOUS EST DONNÉ !</a:t>
            </a:r>
          </a:p>
          <a:p>
            <a:pPr eaLnBrk="1" hangingPunct="1">
              <a:spcBef>
                <a:spcPct val="0"/>
              </a:spcBef>
            </a:pPr>
            <a:endParaRPr lang="fr-FR" smtClean="0"/>
          </a:p>
          <a:p>
            <a:pPr eaLnBrk="1" hangingPunct="1">
              <a:spcBef>
                <a:spcPct val="0"/>
              </a:spcBef>
            </a:pPr>
            <a:r>
              <a:rPr lang="fr-FR" smtClean="0"/>
              <a:t>8-  VOICI NOËL, Ô D’UN SEUL CŒUR JOIGNONS NOS VOIX AU DIVIN CHŒUR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9-  QUI PROCLAME AU CIEL LES LOUANGES DE CELUI QU’ANNONCENT LES ANGES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10-  OUI, L’ENFANT NOUS EST NÉ LE FILS NOUS EST DONNÉ !</a:t>
            </a:r>
          </a:p>
          <a:p>
            <a:pPr eaLnBrk="1" hangingPunct="1">
              <a:spcBef>
                <a:spcPct val="0"/>
              </a:spcBef>
            </a:pPr>
            <a:endParaRPr lang="fr-FR" smtClean="0"/>
          </a:p>
        </p:txBody>
      </p:sp>
      <p:sp>
        <p:nvSpPr>
          <p:cNvPr id="15364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VOICI NOËL, Ô DOUCE NUIT ! L’ÉTOILE EST LÀ, QUI NOUS CONDUIT</a:t>
            </a:r>
          </a:p>
          <a:p>
            <a:r>
              <a:rPr lang="fr-FR" smtClean="0"/>
              <a:t>2-  ALLONS DONC TOUS, AVEC LES MAGES APPORTER À JÉSUS NOS HOMMAGES</a:t>
            </a:r>
          </a:p>
          <a:p>
            <a:r>
              <a:rPr lang="fr-FR" smtClean="0"/>
              <a:t>3-  CAR L’ENFANT NOUS EST NÉ LE FILS NOUS EST DONNÉ !</a:t>
            </a:r>
          </a:p>
          <a:p>
            <a:endParaRPr lang="fr-FR" smtClean="0"/>
          </a:p>
          <a:p>
            <a:r>
              <a:rPr lang="fr-FR" smtClean="0"/>
              <a:t>4-  VOICI NOËL, Ô QUEL BEAU JOUR ! JÉSUS EST NÉ ! QUEL GRAND AMOUR !</a:t>
            </a:r>
          </a:p>
          <a:p>
            <a:r>
              <a:rPr lang="fr-FR" smtClean="0"/>
              <a:t>5-  C’EST POUR NOUS QU’IL VIENT SUR LA TERRE</a:t>
            </a:r>
          </a:p>
          <a:p>
            <a:r>
              <a:rPr lang="fr-FR" smtClean="0"/>
              <a:t>6-  QU’IL PREND SUR LUI NOTRE MISÈRE</a:t>
            </a:r>
          </a:p>
          <a:p>
            <a:r>
              <a:rPr lang="fr-FR" smtClean="0"/>
              <a:t>7-  UN SAUVEUR NOUS EST NÉ LE FILS NOUS EST DONNÉ !</a:t>
            </a:r>
          </a:p>
          <a:p>
            <a:endParaRPr lang="fr-FR" smtClean="0"/>
          </a:p>
          <a:p>
            <a:r>
              <a:rPr lang="fr-FR" smtClean="0"/>
              <a:t>8-  VOICI NOËL, Ô D’UN SEUL CŒUR JOIGNONS NOS VOIX AU DIVIN CHŒUR</a:t>
            </a:r>
          </a:p>
          <a:p>
            <a:r>
              <a:rPr lang="fr-FR" smtClean="0"/>
              <a:t>9-  QUI PROCLAME AU CIEL LES LOUANGES DE CELUI QU’ANNONCENT LES ANGES</a:t>
            </a:r>
          </a:p>
          <a:p>
            <a:r>
              <a:rPr lang="fr-FR" smtClean="0"/>
              <a:t>10-  OUI, L’ENFANT NOUS EST NÉ LE FILS NOUS EST DONNÉ !</a:t>
            </a:r>
          </a:p>
          <a:p>
            <a:endParaRPr lang="fr-FR" smtClean="0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6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6387" name="Espace réservé des commentaires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r>
              <a:rPr lang="fr-FR" smtClean="0"/>
              <a:t>1-  VOICI NOËL, Ô DOUCE NUIT ! L’ÉTOILE EST LÀ, QUI NOUS CONDUIT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2-  ALLONS DONC TOUS, AVEC LES MAGES APPORTER À JÉSUS NOS HOMMAGES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3-  CAR L’ENFANT NOUS EST NÉ LE FILS NOUS EST DONNÉ !</a:t>
            </a:r>
          </a:p>
          <a:p>
            <a:pPr eaLnBrk="1" hangingPunct="1">
              <a:spcBef>
                <a:spcPct val="0"/>
              </a:spcBef>
            </a:pPr>
            <a:endParaRPr lang="fr-FR" smtClean="0"/>
          </a:p>
          <a:p>
            <a:pPr eaLnBrk="1" hangingPunct="1">
              <a:spcBef>
                <a:spcPct val="0"/>
              </a:spcBef>
            </a:pPr>
            <a:r>
              <a:rPr lang="fr-FR" smtClean="0"/>
              <a:t>4-  VOICI NOËL, Ô QUEL BEAU JOUR ! JÉSUS EST NÉ ! QUEL GRAND AMOUR !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5-  C’EST POUR NOUS QU’IL VIENT SUR LA TERRE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6-  QU’IL PREND SUR LUI NOTRE MISÈRE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7-  UN SAUVEUR NOUS EST NÉ LE FILS NOUS EST DONNÉ !</a:t>
            </a:r>
          </a:p>
          <a:p>
            <a:pPr eaLnBrk="1" hangingPunct="1">
              <a:spcBef>
                <a:spcPct val="0"/>
              </a:spcBef>
            </a:pPr>
            <a:endParaRPr lang="fr-FR" smtClean="0"/>
          </a:p>
          <a:p>
            <a:pPr eaLnBrk="1" hangingPunct="1">
              <a:spcBef>
                <a:spcPct val="0"/>
              </a:spcBef>
            </a:pPr>
            <a:r>
              <a:rPr lang="fr-FR" smtClean="0"/>
              <a:t>8-  VOICI NOËL, Ô D’UN SEUL CŒUR JOIGNONS NOS VOIX AU DIVIN CHŒUR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9-  QUI PROCLAME AU CIEL LES LOUANGES DE CELUI QU’ANNONCENT LES ANGES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10-  OUI, L’ENFANT NOUS EST NÉ LE FILS NOUS EST DONNÉ !</a:t>
            </a:r>
          </a:p>
          <a:p>
            <a:pPr eaLnBrk="1" hangingPunct="1">
              <a:spcBef>
                <a:spcPct val="0"/>
              </a:spcBef>
            </a:pPr>
            <a:endParaRPr lang="fr-FR" smtClean="0"/>
          </a:p>
        </p:txBody>
      </p:sp>
      <p:sp>
        <p:nvSpPr>
          <p:cNvPr id="16388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VOICI NOËL, Ô DOUCE NUIT ! L’ÉTOILE EST LÀ, QUI NOUS CONDUIT</a:t>
            </a:r>
          </a:p>
          <a:p>
            <a:r>
              <a:rPr lang="fr-FR" smtClean="0"/>
              <a:t>2-  ALLONS DONC TOUS, AVEC LES MAGES APPORTER À JÉSUS NOS HOMMAGES</a:t>
            </a:r>
          </a:p>
          <a:p>
            <a:r>
              <a:rPr lang="fr-FR" smtClean="0"/>
              <a:t>3-  CAR L’ENFANT NOUS EST NÉ LE FILS NOUS EST DONNÉ !</a:t>
            </a:r>
          </a:p>
          <a:p>
            <a:endParaRPr lang="fr-FR" smtClean="0"/>
          </a:p>
          <a:p>
            <a:r>
              <a:rPr lang="fr-FR" smtClean="0"/>
              <a:t>4-  VOICI NOËL, Ô QUEL BEAU JOUR ! JÉSUS EST NÉ ! QUEL GRAND AMOUR !</a:t>
            </a:r>
          </a:p>
          <a:p>
            <a:r>
              <a:rPr lang="fr-FR" smtClean="0"/>
              <a:t>5-  C’EST POUR NOUS QU’IL VIENT SUR LA TERRE</a:t>
            </a:r>
          </a:p>
          <a:p>
            <a:r>
              <a:rPr lang="fr-FR" smtClean="0"/>
              <a:t>6-  QU’IL PREND SUR LUI NOTRE MISÈRE</a:t>
            </a:r>
          </a:p>
          <a:p>
            <a:r>
              <a:rPr lang="fr-FR" smtClean="0"/>
              <a:t>7-  UN SAUVEUR NOUS EST NÉ LE FILS NOUS EST DONNÉ !</a:t>
            </a:r>
          </a:p>
          <a:p>
            <a:endParaRPr lang="fr-FR" smtClean="0"/>
          </a:p>
          <a:p>
            <a:r>
              <a:rPr lang="fr-FR" smtClean="0"/>
              <a:t>8-  VOICI NOËL, Ô D’UN SEUL CŒUR JOIGNONS NOS VOIX AU DIVIN CHŒUR</a:t>
            </a:r>
          </a:p>
          <a:p>
            <a:r>
              <a:rPr lang="fr-FR" smtClean="0"/>
              <a:t>9-  QUI PROCLAME AU CIEL LES LOUANGES DE CELUI QU’ANNONCENT LES ANGES</a:t>
            </a:r>
          </a:p>
          <a:p>
            <a:r>
              <a:rPr lang="fr-FR" smtClean="0"/>
              <a:t>10-  OUI, L’ENFANT NOUS EST NÉ LE FILS NOUS EST DONNÉ !</a:t>
            </a:r>
          </a:p>
          <a:p>
            <a:endParaRPr lang="fr-FR" smtClean="0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0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7411" name="Espace réservé des commentaires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r>
              <a:rPr lang="fr-FR" smtClean="0"/>
              <a:t>1-  VOICI NOËL, Ô DOUCE NUIT ! L’ÉTOILE EST LÀ, QUI NOUS CONDUIT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2-  ALLONS DONC TOUS, AVEC LES MAGES APPORTER À JÉSUS NOS HOMMAGES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3-  CAR L’ENFANT NOUS EST NÉ LE FILS NOUS EST DONNÉ !</a:t>
            </a:r>
          </a:p>
          <a:p>
            <a:pPr eaLnBrk="1" hangingPunct="1">
              <a:spcBef>
                <a:spcPct val="0"/>
              </a:spcBef>
            </a:pPr>
            <a:endParaRPr lang="fr-FR" smtClean="0"/>
          </a:p>
          <a:p>
            <a:pPr eaLnBrk="1" hangingPunct="1">
              <a:spcBef>
                <a:spcPct val="0"/>
              </a:spcBef>
            </a:pPr>
            <a:r>
              <a:rPr lang="fr-FR" smtClean="0"/>
              <a:t>4-  VOICI NOËL, Ô QUEL BEAU JOUR ! JÉSUS EST NÉ ! QUEL GRAND AMOUR !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5-  C’EST POUR NOUS QU’IL VIENT SUR LA TERRE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6-  QU’IL PREND SUR LUI NOTRE MISÈRE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7-  UN SAUVEUR NOUS EST NÉ LE FILS NOUS EST DONNÉ !</a:t>
            </a:r>
          </a:p>
          <a:p>
            <a:pPr eaLnBrk="1" hangingPunct="1">
              <a:spcBef>
                <a:spcPct val="0"/>
              </a:spcBef>
            </a:pPr>
            <a:endParaRPr lang="fr-FR" smtClean="0"/>
          </a:p>
          <a:p>
            <a:pPr eaLnBrk="1" hangingPunct="1">
              <a:spcBef>
                <a:spcPct val="0"/>
              </a:spcBef>
            </a:pPr>
            <a:r>
              <a:rPr lang="fr-FR" smtClean="0"/>
              <a:t>8-  VOICI NOËL, Ô D’UN SEUL CŒUR JOIGNONS NOS VOIX AU DIVIN CHŒUR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9-  QUI PROCLAME AU CIEL LES LOUANGES DE CELUI QU’ANNONCENT LES ANGES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10-  OUI, L’ENFANT NOUS EST NÉ LE FILS NOUS EST DONNÉ !</a:t>
            </a:r>
          </a:p>
          <a:p>
            <a:pPr eaLnBrk="1" hangingPunct="1">
              <a:spcBef>
                <a:spcPct val="0"/>
              </a:spcBef>
            </a:pPr>
            <a:endParaRPr lang="fr-FR" smtClean="0"/>
          </a:p>
        </p:txBody>
      </p:sp>
      <p:sp>
        <p:nvSpPr>
          <p:cNvPr id="17412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VOICI NOËL, Ô DOUCE NUIT ! L’ÉTOILE EST LÀ, QUI NOUS CONDUIT</a:t>
            </a:r>
          </a:p>
          <a:p>
            <a:r>
              <a:rPr lang="fr-FR" smtClean="0"/>
              <a:t>2-  ALLONS DONC TOUS, AVEC LES MAGES APPORTER À JÉSUS NOS HOMMAGES</a:t>
            </a:r>
          </a:p>
          <a:p>
            <a:r>
              <a:rPr lang="fr-FR" smtClean="0"/>
              <a:t>3-  CAR L’ENFANT NOUS EST NÉ LE FILS NOUS EST DONNÉ !</a:t>
            </a:r>
          </a:p>
          <a:p>
            <a:endParaRPr lang="fr-FR" smtClean="0"/>
          </a:p>
          <a:p>
            <a:r>
              <a:rPr lang="fr-FR" smtClean="0"/>
              <a:t>4-  VOICI NOËL, Ô QUEL BEAU JOUR ! JÉSUS EST NÉ ! QUEL GRAND AMOUR !</a:t>
            </a:r>
          </a:p>
          <a:p>
            <a:r>
              <a:rPr lang="fr-FR" smtClean="0"/>
              <a:t>5-  C’EST POUR NOUS QU’IL VIENT SUR LA TERRE</a:t>
            </a:r>
          </a:p>
          <a:p>
            <a:r>
              <a:rPr lang="fr-FR" smtClean="0"/>
              <a:t>6-  QU’IL PREND SUR LUI NOTRE MISÈRE</a:t>
            </a:r>
          </a:p>
          <a:p>
            <a:r>
              <a:rPr lang="fr-FR" smtClean="0"/>
              <a:t>7-  UN SAUVEUR NOUS EST NÉ LE FILS NOUS EST DONNÉ !</a:t>
            </a:r>
          </a:p>
          <a:p>
            <a:endParaRPr lang="fr-FR" smtClean="0"/>
          </a:p>
          <a:p>
            <a:r>
              <a:rPr lang="fr-FR" smtClean="0"/>
              <a:t>8-  VOICI NOËL, Ô D’UN SEUL CŒUR JOIGNONS NOS VOIX AU DIVIN CHŒUR</a:t>
            </a:r>
          </a:p>
          <a:p>
            <a:r>
              <a:rPr lang="fr-FR" smtClean="0"/>
              <a:t>9-  QUI PROCLAME AU CIEL LES LOUANGES DE CELUI QU’ANNONCENT LES ANGES</a:t>
            </a:r>
          </a:p>
          <a:p>
            <a:r>
              <a:rPr lang="fr-FR" smtClean="0"/>
              <a:t>10-  OUI, L’ENFANT NOUS EST NÉ LE FILS NOUS EST DONNÉ !</a:t>
            </a:r>
          </a:p>
          <a:p>
            <a:endParaRPr lang="fr-FR" smtClean="0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4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8435" name="Espace réservé des commentaires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r>
              <a:rPr lang="fr-FR" smtClean="0"/>
              <a:t>1-  VOICI NOËL, Ô DOUCE NUIT ! L’ÉTOILE EST LÀ, QUI NOUS CONDUIT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2-  ALLONS DONC TOUS, AVEC LES MAGES APPORTER À JÉSUS NOS HOMMAGES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3-  CAR L’ENFANT NOUS EST NÉ LE FILS NOUS EST DONNÉ !</a:t>
            </a:r>
          </a:p>
          <a:p>
            <a:pPr eaLnBrk="1" hangingPunct="1">
              <a:spcBef>
                <a:spcPct val="0"/>
              </a:spcBef>
            </a:pPr>
            <a:endParaRPr lang="fr-FR" smtClean="0"/>
          </a:p>
          <a:p>
            <a:pPr eaLnBrk="1" hangingPunct="1">
              <a:spcBef>
                <a:spcPct val="0"/>
              </a:spcBef>
            </a:pPr>
            <a:r>
              <a:rPr lang="fr-FR" smtClean="0"/>
              <a:t>4-  VOICI NOËL, Ô QUEL BEAU JOUR ! JÉSUS EST NÉ ! QUEL GRAND AMOUR !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5-  C’EST POUR NOUS QU’IL VIENT SUR LA TERRE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6-  QU’IL PREND SUR LUI NOTRE MISÈRE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7-  UN SAUVEUR NOUS EST NÉ LE FILS NOUS EST DONNÉ !</a:t>
            </a:r>
          </a:p>
          <a:p>
            <a:pPr eaLnBrk="1" hangingPunct="1">
              <a:spcBef>
                <a:spcPct val="0"/>
              </a:spcBef>
            </a:pPr>
            <a:endParaRPr lang="fr-FR" smtClean="0"/>
          </a:p>
          <a:p>
            <a:pPr eaLnBrk="1" hangingPunct="1">
              <a:spcBef>
                <a:spcPct val="0"/>
              </a:spcBef>
            </a:pPr>
            <a:r>
              <a:rPr lang="fr-FR" smtClean="0"/>
              <a:t>8-  VOICI NOËL, Ô D’UN SEUL CŒUR JOIGNONS NOS VOIX AU DIVIN CHŒUR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9-  QUI PROCLAME AU CIEL LES LOUANGES DE CELUI QU’ANNONCENT LES ANGES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10-  OUI, L’ENFANT NOUS EST NÉ LE FILS NOUS EST DONNÉ !</a:t>
            </a:r>
          </a:p>
          <a:p>
            <a:pPr eaLnBrk="1" hangingPunct="1">
              <a:spcBef>
                <a:spcPct val="0"/>
              </a:spcBef>
            </a:pPr>
            <a:endParaRPr lang="fr-FR" smtClean="0"/>
          </a:p>
        </p:txBody>
      </p:sp>
      <p:sp>
        <p:nvSpPr>
          <p:cNvPr id="18436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VOICI NOËL, Ô DOUCE NUIT ! L’ÉTOILE EST LÀ, QUI NOUS CONDUIT</a:t>
            </a:r>
          </a:p>
          <a:p>
            <a:r>
              <a:rPr lang="fr-FR" smtClean="0"/>
              <a:t>2-  ALLONS DONC TOUS, AVEC LES MAGES APPORTER À JÉSUS NOS HOMMAGES</a:t>
            </a:r>
          </a:p>
          <a:p>
            <a:r>
              <a:rPr lang="fr-FR" smtClean="0"/>
              <a:t>3-  CAR L’ENFANT NOUS EST NÉ LE FILS NOUS EST DONNÉ !</a:t>
            </a:r>
          </a:p>
          <a:p>
            <a:endParaRPr lang="fr-FR" smtClean="0"/>
          </a:p>
          <a:p>
            <a:r>
              <a:rPr lang="fr-FR" smtClean="0"/>
              <a:t>4-  VOICI NOËL, Ô QUEL BEAU JOUR ! JÉSUS EST NÉ ! QUEL GRAND AMOUR !</a:t>
            </a:r>
          </a:p>
          <a:p>
            <a:r>
              <a:rPr lang="fr-FR" smtClean="0"/>
              <a:t>5-  C’EST POUR NOUS QU’IL VIENT SUR LA TERRE</a:t>
            </a:r>
          </a:p>
          <a:p>
            <a:r>
              <a:rPr lang="fr-FR" smtClean="0"/>
              <a:t>6-  QU’IL PREND SUR LUI NOTRE MISÈRE</a:t>
            </a:r>
          </a:p>
          <a:p>
            <a:r>
              <a:rPr lang="fr-FR" smtClean="0"/>
              <a:t>7-  UN SAUVEUR NOUS EST NÉ LE FILS NOUS EST DONNÉ !</a:t>
            </a:r>
          </a:p>
          <a:p>
            <a:endParaRPr lang="fr-FR" smtClean="0"/>
          </a:p>
          <a:p>
            <a:r>
              <a:rPr lang="fr-FR" smtClean="0"/>
              <a:t>8-  VOICI NOËL, Ô D’UN SEUL CŒUR JOIGNONS NOS VOIX AU DIVIN CHŒUR</a:t>
            </a:r>
          </a:p>
          <a:p>
            <a:r>
              <a:rPr lang="fr-FR" smtClean="0"/>
              <a:t>9-  QUI PROCLAME AU CIEL LES LOUANGES DE CELUI QU’ANNONCENT LES ANGES</a:t>
            </a:r>
          </a:p>
          <a:p>
            <a:r>
              <a:rPr lang="fr-FR" smtClean="0"/>
              <a:t>10-  OUI, L’ENFANT NOUS EST NÉ LE FILS NOUS EST DONNÉ !</a:t>
            </a:r>
          </a:p>
          <a:p>
            <a:endParaRPr lang="fr-FR" smtClean="0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58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9459" name="Espace réservé des commentaires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r>
              <a:rPr lang="fr-FR" smtClean="0"/>
              <a:t>1-  VOICI NOËL, Ô DOUCE NUIT ! L’ÉTOILE EST LÀ, QUI NOUS CONDUIT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2-  ALLONS DONC TOUS, AVEC LES MAGES APPORTER À JÉSUS NOS HOMMAGES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3-  CAR L’ENFANT NOUS EST NÉ LE FILS NOUS EST DONNÉ !</a:t>
            </a:r>
          </a:p>
          <a:p>
            <a:pPr eaLnBrk="1" hangingPunct="1">
              <a:spcBef>
                <a:spcPct val="0"/>
              </a:spcBef>
            </a:pPr>
            <a:endParaRPr lang="fr-FR" smtClean="0"/>
          </a:p>
          <a:p>
            <a:pPr eaLnBrk="1" hangingPunct="1">
              <a:spcBef>
                <a:spcPct val="0"/>
              </a:spcBef>
            </a:pPr>
            <a:r>
              <a:rPr lang="fr-FR" smtClean="0"/>
              <a:t>4-  VOICI NOËL, Ô QUEL BEAU JOUR ! JÉSUS EST NÉ ! QUEL GRAND AMOUR !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5-  C’EST POUR NOUS QU’IL VIENT SUR LA TERRE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6-  QU’IL PREND SUR LUI NOTRE MISÈRE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7-  UN SAUVEUR NOUS EST NÉ LE FILS NOUS EST DONNÉ !</a:t>
            </a:r>
          </a:p>
          <a:p>
            <a:pPr eaLnBrk="1" hangingPunct="1">
              <a:spcBef>
                <a:spcPct val="0"/>
              </a:spcBef>
            </a:pPr>
            <a:endParaRPr lang="fr-FR" smtClean="0"/>
          </a:p>
          <a:p>
            <a:pPr eaLnBrk="1" hangingPunct="1">
              <a:spcBef>
                <a:spcPct val="0"/>
              </a:spcBef>
            </a:pPr>
            <a:r>
              <a:rPr lang="fr-FR" smtClean="0"/>
              <a:t>8-  VOICI NOËL, Ô D’UN SEUL CŒUR JOIGNONS NOS VOIX AU DIVIN CHŒUR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9-  QUI PROCLAME AU CIEL LES LOUANGES DE CELUI QU’ANNONCENT LES ANGES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10-  OUI, L’ENFANT NOUS EST NÉ LE FILS NOUS EST DONNÉ !</a:t>
            </a:r>
          </a:p>
          <a:p>
            <a:pPr eaLnBrk="1" hangingPunct="1">
              <a:spcBef>
                <a:spcPct val="0"/>
              </a:spcBef>
            </a:pPr>
            <a:endParaRPr lang="fr-FR" smtClean="0"/>
          </a:p>
        </p:txBody>
      </p:sp>
      <p:sp>
        <p:nvSpPr>
          <p:cNvPr id="19460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VOICI NOËL, Ô DOUCE NUIT ! L’ÉTOILE EST LÀ, QUI NOUS CONDUIT</a:t>
            </a:r>
          </a:p>
          <a:p>
            <a:r>
              <a:rPr lang="fr-FR" smtClean="0"/>
              <a:t>2-  ALLONS DONC TOUS, AVEC LES MAGES APPORTER À JÉSUS NOS HOMMAGES</a:t>
            </a:r>
          </a:p>
          <a:p>
            <a:r>
              <a:rPr lang="fr-FR" smtClean="0"/>
              <a:t>3-  CAR L’ENFANT NOUS EST NÉ LE FILS NOUS EST DONNÉ !</a:t>
            </a:r>
          </a:p>
          <a:p>
            <a:endParaRPr lang="fr-FR" smtClean="0"/>
          </a:p>
          <a:p>
            <a:r>
              <a:rPr lang="fr-FR" smtClean="0"/>
              <a:t>4-  VOICI NOËL, Ô QUEL BEAU JOUR ! JÉSUS EST NÉ ! QUEL GRAND AMOUR !</a:t>
            </a:r>
          </a:p>
          <a:p>
            <a:r>
              <a:rPr lang="fr-FR" smtClean="0"/>
              <a:t>5-  C’EST POUR NOUS QU’IL VIENT SUR LA TERRE</a:t>
            </a:r>
          </a:p>
          <a:p>
            <a:r>
              <a:rPr lang="fr-FR" smtClean="0"/>
              <a:t>6-  QU’IL PREND SUR LUI NOTRE MISÈRE</a:t>
            </a:r>
          </a:p>
          <a:p>
            <a:r>
              <a:rPr lang="fr-FR" smtClean="0"/>
              <a:t>7-  UN SAUVEUR NOUS EST NÉ LE FILS NOUS EST DONNÉ !</a:t>
            </a:r>
          </a:p>
          <a:p>
            <a:endParaRPr lang="fr-FR" smtClean="0"/>
          </a:p>
          <a:p>
            <a:r>
              <a:rPr lang="fr-FR" smtClean="0"/>
              <a:t>8-  VOICI NOËL, Ô D’UN SEUL CŒUR JOIGNONS NOS VOIX AU DIVIN CHŒUR</a:t>
            </a:r>
          </a:p>
          <a:p>
            <a:r>
              <a:rPr lang="fr-FR" smtClean="0"/>
              <a:t>9-  QUI PROCLAME AU CIEL LES LOUANGES DE CELUI QU’ANNONCENT LES ANGES</a:t>
            </a:r>
          </a:p>
          <a:p>
            <a:r>
              <a:rPr lang="fr-FR" smtClean="0"/>
              <a:t>10-  OUI, L’ENFANT NOUS EST NÉ LE FILS NOUS EST DONNÉ !</a:t>
            </a:r>
          </a:p>
          <a:p>
            <a:endParaRPr lang="fr-FR" smtClean="0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2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20483" name="Espace réservé des commentaires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r>
              <a:rPr lang="fr-FR" smtClean="0"/>
              <a:t>1-  VOICI NOËL, Ô DOUCE NUIT ! L’ÉTOILE EST LÀ, QUI NOUS CONDUIT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2-  ALLONS DONC TOUS, AVEC LES MAGES APPORTER À JÉSUS NOS HOMMAGES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3-  CAR L’ENFANT NOUS EST NÉ LE FILS NOUS EST DONNÉ !</a:t>
            </a:r>
          </a:p>
          <a:p>
            <a:pPr eaLnBrk="1" hangingPunct="1">
              <a:spcBef>
                <a:spcPct val="0"/>
              </a:spcBef>
            </a:pPr>
            <a:endParaRPr lang="fr-FR" smtClean="0"/>
          </a:p>
          <a:p>
            <a:pPr eaLnBrk="1" hangingPunct="1">
              <a:spcBef>
                <a:spcPct val="0"/>
              </a:spcBef>
            </a:pPr>
            <a:r>
              <a:rPr lang="fr-FR" smtClean="0"/>
              <a:t>4-  VOICI NOËL, Ô QUEL BEAU JOUR ! JÉSUS EST NÉ ! QUEL GRAND AMOUR !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5-  C’EST POUR NOUS QU’IL VIENT SUR LA TERRE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6-  QU’IL PREND SUR LUI NOTRE MISÈRE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7-  UN SAUVEUR NOUS EST NÉ LE FILS NOUS EST DONNÉ !</a:t>
            </a:r>
          </a:p>
          <a:p>
            <a:pPr eaLnBrk="1" hangingPunct="1">
              <a:spcBef>
                <a:spcPct val="0"/>
              </a:spcBef>
            </a:pPr>
            <a:endParaRPr lang="fr-FR" smtClean="0"/>
          </a:p>
          <a:p>
            <a:pPr eaLnBrk="1" hangingPunct="1">
              <a:spcBef>
                <a:spcPct val="0"/>
              </a:spcBef>
            </a:pPr>
            <a:r>
              <a:rPr lang="fr-FR" smtClean="0"/>
              <a:t>8-  VOICI NOËL, Ô D’UN SEUL CŒUR JOIGNONS NOS VOIX AU DIVIN CHŒUR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9-  QUI PROCLAME AU CIEL LES LOUANGES DE CELUI QU’ANNONCENT LES ANGES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10-  OUI, L’ENFANT NOUS EST NÉ LE FILS NOUS EST DONNÉ !</a:t>
            </a:r>
          </a:p>
          <a:p>
            <a:pPr eaLnBrk="1" hangingPunct="1">
              <a:spcBef>
                <a:spcPct val="0"/>
              </a:spcBef>
            </a:pPr>
            <a:endParaRPr lang="fr-FR" smtClean="0"/>
          </a:p>
        </p:txBody>
      </p:sp>
      <p:sp>
        <p:nvSpPr>
          <p:cNvPr id="20484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VOICI NOËL, Ô DOUCE NUIT ! L’ÉTOILE EST LÀ, QUI NOUS CONDUIT</a:t>
            </a:r>
          </a:p>
          <a:p>
            <a:r>
              <a:rPr lang="fr-FR" smtClean="0"/>
              <a:t>2-  ALLONS DONC TOUS, AVEC LES MAGES APPORTER À JÉSUS NOS HOMMAGES</a:t>
            </a:r>
          </a:p>
          <a:p>
            <a:r>
              <a:rPr lang="fr-FR" smtClean="0"/>
              <a:t>3-  CAR L’ENFANT NOUS EST NÉ LE FILS NOUS EST DONNÉ !</a:t>
            </a:r>
          </a:p>
          <a:p>
            <a:endParaRPr lang="fr-FR" smtClean="0"/>
          </a:p>
          <a:p>
            <a:r>
              <a:rPr lang="fr-FR" smtClean="0"/>
              <a:t>4-  VOICI NOËL, Ô QUEL BEAU JOUR ! JÉSUS EST NÉ ! QUEL GRAND AMOUR !</a:t>
            </a:r>
          </a:p>
          <a:p>
            <a:r>
              <a:rPr lang="fr-FR" smtClean="0"/>
              <a:t>5-  C’EST POUR NOUS QU’IL VIENT SUR LA TERRE</a:t>
            </a:r>
          </a:p>
          <a:p>
            <a:r>
              <a:rPr lang="fr-FR" smtClean="0"/>
              <a:t>6-  QU’IL PREND SUR LUI NOTRE MISÈRE</a:t>
            </a:r>
          </a:p>
          <a:p>
            <a:r>
              <a:rPr lang="fr-FR" smtClean="0"/>
              <a:t>7-  UN SAUVEUR NOUS EST NÉ LE FILS NOUS EST DONNÉ !</a:t>
            </a:r>
          </a:p>
          <a:p>
            <a:endParaRPr lang="fr-FR" smtClean="0"/>
          </a:p>
          <a:p>
            <a:r>
              <a:rPr lang="fr-FR" smtClean="0"/>
              <a:t>8-  VOICI NOËL, Ô D’UN SEUL CŒUR JOIGNONS NOS VOIX AU DIVIN CHŒUR</a:t>
            </a:r>
          </a:p>
          <a:p>
            <a:r>
              <a:rPr lang="fr-FR" smtClean="0"/>
              <a:t>9-  QUI PROCLAME AU CIEL LES LOUANGES DE CELUI QU’ANNONCENT LES ANGES</a:t>
            </a:r>
          </a:p>
          <a:p>
            <a:r>
              <a:rPr lang="fr-FR" smtClean="0"/>
              <a:t>10-  OUI, L’ENFANT NOUS EST NÉ LE FILS NOUS EST DONNÉ !</a:t>
            </a:r>
          </a:p>
          <a:p>
            <a:endParaRPr lang="fr-FR" smtClean="0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6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21507" name="Espace réservé des commentaires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r>
              <a:rPr lang="fr-FR" smtClean="0"/>
              <a:t>1-  VOICI NOËL, Ô DOUCE NUIT ! L’ÉTOILE EST LÀ, QUI NOUS CONDUIT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2-  ALLONS DONC TOUS, AVEC LES MAGES APPORTER À JÉSUS NOS HOMMAGES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3-  CAR L’ENFANT NOUS EST NÉ LE FILS NOUS EST DONNÉ !</a:t>
            </a:r>
          </a:p>
          <a:p>
            <a:pPr eaLnBrk="1" hangingPunct="1">
              <a:spcBef>
                <a:spcPct val="0"/>
              </a:spcBef>
            </a:pPr>
            <a:endParaRPr lang="fr-FR" smtClean="0"/>
          </a:p>
          <a:p>
            <a:pPr eaLnBrk="1" hangingPunct="1">
              <a:spcBef>
                <a:spcPct val="0"/>
              </a:spcBef>
            </a:pPr>
            <a:r>
              <a:rPr lang="fr-FR" smtClean="0"/>
              <a:t>4-  VOICI NOËL, Ô QUEL BEAU JOUR ! JÉSUS EST NÉ ! QUEL GRAND AMOUR !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5-  C’EST POUR NOUS QU’IL VIENT SUR LA TERRE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6-  QU’IL PREND SUR LUI NOTRE MISÈRE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7-  UN SAUVEUR NOUS EST NÉ LE FILS NOUS EST DONNÉ !</a:t>
            </a:r>
          </a:p>
          <a:p>
            <a:pPr eaLnBrk="1" hangingPunct="1">
              <a:spcBef>
                <a:spcPct val="0"/>
              </a:spcBef>
            </a:pPr>
            <a:endParaRPr lang="fr-FR" smtClean="0"/>
          </a:p>
          <a:p>
            <a:pPr eaLnBrk="1" hangingPunct="1">
              <a:spcBef>
                <a:spcPct val="0"/>
              </a:spcBef>
            </a:pPr>
            <a:r>
              <a:rPr lang="fr-FR" smtClean="0"/>
              <a:t>8-  VOICI NOËL, Ô D’UN SEUL CŒUR JOIGNONS NOS VOIX AU DIVIN CHŒUR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9-  QUI PROCLAME AU CIEL LES LOUANGES DE CELUI QU’ANNONCENT LES ANGES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10-  OUI, L’ENFANT NOUS EST NÉ LE FILS NOUS EST DONNÉ !</a:t>
            </a:r>
          </a:p>
          <a:p>
            <a:pPr eaLnBrk="1" hangingPunct="1">
              <a:spcBef>
                <a:spcPct val="0"/>
              </a:spcBef>
            </a:pPr>
            <a:endParaRPr lang="fr-FR" smtClean="0"/>
          </a:p>
        </p:txBody>
      </p:sp>
      <p:sp>
        <p:nvSpPr>
          <p:cNvPr id="21508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VOICI NOËL, Ô DOUCE NUIT ! L’ÉTOILE EST LÀ, QUI NOUS CONDUIT</a:t>
            </a:r>
          </a:p>
          <a:p>
            <a:r>
              <a:rPr lang="fr-FR" smtClean="0"/>
              <a:t>2-  ALLONS DONC TOUS, AVEC LES MAGES APPORTER À JÉSUS NOS HOMMAGES</a:t>
            </a:r>
          </a:p>
          <a:p>
            <a:r>
              <a:rPr lang="fr-FR" smtClean="0"/>
              <a:t>3-  CAR L’ENFANT NOUS EST NÉ LE FILS NOUS EST DONNÉ !</a:t>
            </a:r>
          </a:p>
          <a:p>
            <a:endParaRPr lang="fr-FR" smtClean="0"/>
          </a:p>
          <a:p>
            <a:r>
              <a:rPr lang="fr-FR" smtClean="0"/>
              <a:t>4-  VOICI NOËL, Ô QUEL BEAU JOUR ! JÉSUS EST NÉ ! QUEL GRAND AMOUR !</a:t>
            </a:r>
          </a:p>
          <a:p>
            <a:r>
              <a:rPr lang="fr-FR" smtClean="0"/>
              <a:t>5-  C’EST POUR NOUS QU’IL VIENT SUR LA TERRE</a:t>
            </a:r>
          </a:p>
          <a:p>
            <a:r>
              <a:rPr lang="fr-FR" smtClean="0"/>
              <a:t>6-  QU’IL PREND SUR LUI NOTRE MISÈRE</a:t>
            </a:r>
          </a:p>
          <a:p>
            <a:r>
              <a:rPr lang="fr-FR" smtClean="0"/>
              <a:t>7-  UN SAUVEUR NOUS EST NÉ LE FILS NOUS EST DONNÉ !</a:t>
            </a:r>
          </a:p>
          <a:p>
            <a:endParaRPr lang="fr-FR" smtClean="0"/>
          </a:p>
          <a:p>
            <a:r>
              <a:rPr lang="fr-FR" smtClean="0"/>
              <a:t>8-  VOICI NOËL, Ô D’UN SEUL CŒUR JOIGNONS NOS VOIX AU DIVIN CHŒUR</a:t>
            </a:r>
          </a:p>
          <a:p>
            <a:r>
              <a:rPr lang="fr-FR" smtClean="0"/>
              <a:t>9-  QUI PROCLAME AU CIEL LES LOUANGES DE CELUI QU’ANNONCENT LES ANGES</a:t>
            </a:r>
          </a:p>
          <a:p>
            <a:r>
              <a:rPr lang="fr-FR" smtClean="0"/>
              <a:t>10-  OUI, L’ENFANT NOUS EST NÉ LE FILS NOUS EST DONNÉ !</a:t>
            </a:r>
          </a:p>
          <a:p>
            <a:endParaRPr lang="fr-FR" smtClean="0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30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22531" name="Espace réservé des commentaires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r>
              <a:rPr lang="fr-FR" smtClean="0"/>
              <a:t>1-  VOICI NOËL, Ô DOUCE NUIT ! L’ÉTOILE EST LÀ, QUI NOUS CONDUIT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2-  ALLONS DONC TOUS, AVEC LES MAGES APPORTER À JÉSUS NOS HOMMAGES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3-  CAR L’ENFANT NOUS EST NÉ LE FILS NOUS EST DONNÉ !</a:t>
            </a:r>
          </a:p>
          <a:p>
            <a:pPr eaLnBrk="1" hangingPunct="1">
              <a:spcBef>
                <a:spcPct val="0"/>
              </a:spcBef>
            </a:pPr>
            <a:endParaRPr lang="fr-FR" smtClean="0"/>
          </a:p>
          <a:p>
            <a:pPr eaLnBrk="1" hangingPunct="1">
              <a:spcBef>
                <a:spcPct val="0"/>
              </a:spcBef>
            </a:pPr>
            <a:r>
              <a:rPr lang="fr-FR" smtClean="0"/>
              <a:t>4-  VOICI NOËL, Ô QUEL BEAU JOUR ! JÉSUS EST NÉ ! QUEL GRAND AMOUR !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5-  C’EST POUR NOUS QU’IL VIENT SUR LA TERRE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6-  QU’IL PREND SUR LUI NOTRE MISÈRE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7-  UN SAUVEUR NOUS EST NÉ LE FILS NOUS EST DONNÉ !</a:t>
            </a:r>
          </a:p>
          <a:p>
            <a:pPr eaLnBrk="1" hangingPunct="1">
              <a:spcBef>
                <a:spcPct val="0"/>
              </a:spcBef>
            </a:pPr>
            <a:endParaRPr lang="fr-FR" smtClean="0"/>
          </a:p>
          <a:p>
            <a:pPr eaLnBrk="1" hangingPunct="1">
              <a:spcBef>
                <a:spcPct val="0"/>
              </a:spcBef>
            </a:pPr>
            <a:r>
              <a:rPr lang="fr-FR" smtClean="0"/>
              <a:t>8-  VOICI NOËL, Ô D’UN SEUL CŒUR JOIGNONS NOS VOIX AU DIVIN CHŒUR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9-  QUI PROCLAME AU CIEL LES LOUANGES DE CELUI QU’ANNONCENT LES ANGES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10-  OUI, L’ENFANT NOUS EST NÉ LE FILS NOUS EST DONNÉ !</a:t>
            </a:r>
          </a:p>
          <a:p>
            <a:pPr eaLnBrk="1" hangingPunct="1">
              <a:spcBef>
                <a:spcPct val="0"/>
              </a:spcBef>
            </a:pPr>
            <a:endParaRPr lang="fr-FR" smtClean="0"/>
          </a:p>
        </p:txBody>
      </p:sp>
      <p:sp>
        <p:nvSpPr>
          <p:cNvPr id="22532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VOICI NOËL, Ô DOUCE NUIT ! L’ÉTOILE EST LÀ, QUI NOUS CONDUIT</a:t>
            </a:r>
          </a:p>
          <a:p>
            <a:r>
              <a:rPr lang="fr-FR" smtClean="0"/>
              <a:t>2-  ALLONS DONC TOUS, AVEC LES MAGES APPORTER À JÉSUS NOS HOMMAGES</a:t>
            </a:r>
          </a:p>
          <a:p>
            <a:r>
              <a:rPr lang="fr-FR" smtClean="0"/>
              <a:t>3-  CAR L’ENFANT NOUS EST NÉ LE FILS NOUS EST DONNÉ !</a:t>
            </a:r>
          </a:p>
          <a:p>
            <a:endParaRPr lang="fr-FR" smtClean="0"/>
          </a:p>
          <a:p>
            <a:r>
              <a:rPr lang="fr-FR" smtClean="0"/>
              <a:t>4-  VOICI NOËL, Ô QUEL BEAU JOUR ! JÉSUS EST NÉ ! QUEL GRAND AMOUR !</a:t>
            </a:r>
          </a:p>
          <a:p>
            <a:r>
              <a:rPr lang="fr-FR" smtClean="0"/>
              <a:t>5-  C’EST POUR NOUS QU’IL VIENT SUR LA TERRE</a:t>
            </a:r>
          </a:p>
          <a:p>
            <a:r>
              <a:rPr lang="fr-FR" smtClean="0"/>
              <a:t>6-  QU’IL PREND SUR LUI NOTRE MISÈRE</a:t>
            </a:r>
          </a:p>
          <a:p>
            <a:r>
              <a:rPr lang="fr-FR" smtClean="0"/>
              <a:t>7-  UN SAUVEUR NOUS EST NÉ LE FILS NOUS EST DONNÉ !</a:t>
            </a:r>
          </a:p>
          <a:p>
            <a:endParaRPr lang="fr-FR" smtClean="0"/>
          </a:p>
          <a:p>
            <a:r>
              <a:rPr lang="fr-FR" smtClean="0"/>
              <a:t>8-  VOICI NOËL, Ô D’UN SEUL CŒUR JOIGNONS NOS VOIX AU DIVIN CHŒUR</a:t>
            </a:r>
          </a:p>
          <a:p>
            <a:r>
              <a:rPr lang="fr-FR" smtClean="0"/>
              <a:t>9-  QUI PROCLAME AU CIEL LES LOUANGES DE CELUI QU’ANNONCENT LES ANGES</a:t>
            </a:r>
          </a:p>
          <a:p>
            <a:r>
              <a:rPr lang="fr-FR" smtClean="0"/>
              <a:t>10-  OUI, L’ENFANT NOUS EST NÉ LE FILS NOUS EST DONNÉ !</a:t>
            </a:r>
          </a:p>
          <a:p>
            <a:endParaRPr lang="fr-FR" smtClean="0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Sous-titr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fr-FR" smtClean="0"/>
              <a:t>Cliquez pour modifier le style des sous-titres du masque</a:t>
            </a:r>
            <a:endParaRPr lang="fr-FR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62D0ECDB-0560-46ED-B40B-7603FD45DBED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EC224BF2-2D52-4DDC-B0BF-22CE4F26B567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Titre de 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6B378771-4064-4C48-8409-8AA95735FC04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contenu 2"/>
          <p:cNvSpPr>
            <a:spLocks noGrp="1"/>
          </p:cNvSpPr>
          <p:nvPr>
            <p:ph sz="half" idx="1"/>
          </p:nvPr>
        </p:nvSpPr>
        <p:spPr>
          <a:xfrm>
            <a:off x="685800" y="19812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4648200" y="19812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65C551AA-2B70-440B-8321-E674772FB359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5" name="Espace réservé du texte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6" name="Espace réservé du contenu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7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8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9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66B88757-C556-4C32-9B55-E04EEE402B48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4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C2280DF5-C517-40D3-AFBE-9404979CE5C2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3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4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9B638582-57B6-4329-86C7-4E3D62B0F0FF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CAB2A010-13D0-48A4-9A9E-6E7C2BBE625C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pour une image 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fr-FR" noProof="0" smtClean="0"/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E23F6CE9-328D-4781-A150-29CA04C142DC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re et texte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5962046C-2143-4DB7-8326-89A3D034994D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tre vertical et tex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vertical 1"/>
          <p:cNvSpPr>
            <a:spLocks noGrp="1"/>
          </p:cNvSpPr>
          <p:nvPr>
            <p:ph type="title" orient="vert"/>
          </p:nvPr>
        </p:nvSpPr>
        <p:spPr>
          <a:xfrm>
            <a:off x="6515100" y="609600"/>
            <a:ext cx="1943100" cy="5486400"/>
          </a:xfrm>
        </p:spPr>
        <p:txBody>
          <a:bodyPr vert="eaVert"/>
          <a:lstStyle/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>
          <a:xfrm>
            <a:off x="685800" y="609600"/>
            <a:ext cx="5676900" cy="5486400"/>
          </a:xfrm>
        </p:spPr>
        <p:txBody>
          <a:bodyPr vert="eaVert"/>
          <a:lstStyle/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3F1F35F8-C80E-4EC9-AF88-1C8D2E699CFF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685800" y="609600"/>
            <a:ext cx="77724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GB" smtClean="0"/>
              <a:t>Click to edit Master title style</a:t>
            </a:r>
          </a:p>
        </p:txBody>
      </p:sp>
      <p:sp>
        <p:nvSpPr>
          <p:cNvPr id="1027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685800" y="1981200"/>
            <a:ext cx="7772400" cy="411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GB" smtClean="0"/>
              <a:t>Click to edit Master text styles</a:t>
            </a:r>
          </a:p>
          <a:p>
            <a:pPr lvl="1"/>
            <a:r>
              <a:rPr lang="en-GB" smtClean="0"/>
              <a:t>Second level</a:t>
            </a:r>
          </a:p>
          <a:p>
            <a:pPr lvl="2"/>
            <a:r>
              <a:rPr lang="en-GB" smtClean="0"/>
              <a:t>Third level</a:t>
            </a:r>
          </a:p>
          <a:p>
            <a:pPr lvl="3"/>
            <a:r>
              <a:rPr lang="en-GB" smtClean="0"/>
              <a:t>Fourth level</a:t>
            </a:r>
          </a:p>
          <a:p>
            <a:pPr lvl="4"/>
            <a:r>
              <a:rPr lang="en-GB" smtClean="0"/>
              <a:t>Fifth level</a:t>
            </a:r>
          </a:p>
        </p:txBody>
      </p:sp>
      <p:sp>
        <p:nvSpPr>
          <p:cNvPr id="1028" name="Rectangle 4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685800" y="6248400"/>
            <a:ext cx="1905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400">
                <a:latin typeface="Times New Roman" pitchFamily="18" charset="0"/>
              </a:defRPr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1029" name="Rectangle 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8400"/>
            <a:ext cx="28956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>
              <a:defRPr sz="1400">
                <a:latin typeface="Times New Roman" pitchFamily="18" charset="0"/>
              </a:defRPr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1030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8400"/>
            <a:ext cx="1905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400">
                <a:latin typeface="Times New Roman" pitchFamily="18" charset="0"/>
              </a:defRPr>
            </a:lvl1pPr>
          </a:lstStyle>
          <a:p>
            <a:pPr>
              <a:defRPr/>
            </a:pPr>
            <a:fld id="{B2E75790-500B-4697-A6F8-84CDBC9F8C51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har char="•"/>
        <a:defRPr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har char="–"/>
        <a:defRPr sz="2800">
          <a:solidFill>
            <a:schemeClr val="tx1"/>
          </a:solidFill>
          <a:latin typeface="+mn-lt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har char="•"/>
        <a:defRPr sz="2400">
          <a:solidFill>
            <a:schemeClr val="tx1"/>
          </a:solidFill>
          <a:latin typeface="+mn-lt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latin typeface="+mn-lt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9pPr>
    </p:bodyStyle>
    <p:otherStyle>
      <a:defPPr>
        <a:defRPr lang="fr-F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2"/>
          <p:cNvSpPr>
            <a:spLocks noChangeArrowheads="1"/>
          </p:cNvSpPr>
          <p:nvPr/>
        </p:nvSpPr>
        <p:spPr bwMode="auto">
          <a:xfrm>
            <a:off x="0" y="0"/>
            <a:ext cx="9177338" cy="12588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/>
          <a:lstStyle/>
          <a:p>
            <a:pPr algn="ctr">
              <a:lnSpc>
                <a:spcPct val="90000"/>
              </a:lnSpc>
              <a:defRPr/>
            </a:pPr>
            <a:r>
              <a:rPr lang="en-GB" sz="400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itchFamily="34" charset="0"/>
              </a:rPr>
              <a:t>VOICI NOËL, Ô DOUCE NUIT !</a:t>
            </a:r>
          </a:p>
          <a:p>
            <a:pPr algn="ctr">
              <a:lnSpc>
                <a:spcPct val="90000"/>
              </a:lnSpc>
              <a:defRPr/>
            </a:pPr>
            <a:r>
              <a:rPr lang="en-GB" sz="400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itchFamily="34" charset="0"/>
              </a:rPr>
              <a:t>L’ÉTOILE EST LÀ, QUI NOUS CONDUIT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5" name="Rectangle 4"/>
          <p:cNvSpPr>
            <a:spLocks noChangeArrowheads="1"/>
          </p:cNvSpPr>
          <p:nvPr/>
        </p:nvSpPr>
        <p:spPr bwMode="auto">
          <a:xfrm>
            <a:off x="0" y="0"/>
            <a:ext cx="9177338" cy="12588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/>
          <a:lstStyle/>
          <a:p>
            <a:pPr algn="ctr">
              <a:lnSpc>
                <a:spcPct val="90000"/>
              </a:lnSpc>
              <a:defRPr/>
            </a:pPr>
            <a:r>
              <a:rPr lang="en-GB" sz="3800" dirty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itchFamily="34" charset="0"/>
              </a:rPr>
              <a:t>ALLONS DONC TOUS, AVEC LES MAGES</a:t>
            </a:r>
          </a:p>
          <a:p>
            <a:pPr algn="ctr">
              <a:lnSpc>
                <a:spcPct val="90000"/>
              </a:lnSpc>
              <a:defRPr/>
            </a:pPr>
            <a:r>
              <a:rPr lang="en-GB" sz="3800" dirty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itchFamily="34" charset="0"/>
              </a:rPr>
              <a:t>APPORTER À JÉSUS NOS HOMMAGES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9" name="Rectangle 4"/>
          <p:cNvSpPr>
            <a:spLocks noChangeArrowheads="1"/>
          </p:cNvSpPr>
          <p:nvPr/>
        </p:nvSpPr>
        <p:spPr bwMode="auto">
          <a:xfrm>
            <a:off x="0" y="0"/>
            <a:ext cx="9177338" cy="12588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/>
          <a:lstStyle/>
          <a:p>
            <a:pPr algn="ctr">
              <a:lnSpc>
                <a:spcPct val="90000"/>
              </a:lnSpc>
              <a:defRPr/>
            </a:pPr>
            <a:r>
              <a:rPr lang="en-GB" sz="400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itchFamily="34" charset="0"/>
              </a:rPr>
              <a:t>CAR L’ENFANT NOUS EST NÉ</a:t>
            </a:r>
          </a:p>
          <a:p>
            <a:pPr algn="ctr">
              <a:lnSpc>
                <a:spcPct val="90000"/>
              </a:lnSpc>
              <a:defRPr/>
            </a:pPr>
            <a:r>
              <a:rPr lang="en-GB" sz="400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itchFamily="34" charset="0"/>
              </a:rPr>
              <a:t>LE FILS NOUS EST DONNÉ !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3" name="Rectangle 4"/>
          <p:cNvSpPr>
            <a:spLocks noChangeArrowheads="1"/>
          </p:cNvSpPr>
          <p:nvPr/>
        </p:nvSpPr>
        <p:spPr bwMode="auto">
          <a:xfrm>
            <a:off x="0" y="0"/>
            <a:ext cx="9177338" cy="12588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/>
          <a:lstStyle/>
          <a:p>
            <a:pPr algn="ctr">
              <a:lnSpc>
                <a:spcPct val="90000"/>
              </a:lnSpc>
              <a:defRPr/>
            </a:pPr>
            <a:r>
              <a:rPr lang="en-GB" sz="400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itchFamily="34" charset="0"/>
              </a:rPr>
              <a:t>VOICI NOËL, Ô QUEL BEAU JOUR !</a:t>
            </a:r>
          </a:p>
          <a:p>
            <a:pPr algn="ctr">
              <a:lnSpc>
                <a:spcPct val="90000"/>
              </a:lnSpc>
              <a:defRPr/>
            </a:pPr>
            <a:r>
              <a:rPr lang="en-GB" sz="400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itchFamily="34" charset="0"/>
              </a:rPr>
              <a:t>JÉSUS EST NÉ ! QUEL GRAND AMOUR !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7" name="Rectangle 4"/>
          <p:cNvSpPr>
            <a:spLocks noChangeArrowheads="1"/>
          </p:cNvSpPr>
          <p:nvPr/>
        </p:nvSpPr>
        <p:spPr bwMode="auto">
          <a:xfrm>
            <a:off x="0" y="0"/>
            <a:ext cx="9177338" cy="12588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/>
          <a:lstStyle/>
          <a:p>
            <a:pPr algn="ctr">
              <a:lnSpc>
                <a:spcPct val="90000"/>
              </a:lnSpc>
              <a:defRPr/>
            </a:pPr>
            <a:r>
              <a:rPr lang="en-GB" sz="400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itchFamily="34" charset="0"/>
              </a:rPr>
              <a:t>C’EST POUR NOUS </a:t>
            </a:r>
          </a:p>
          <a:p>
            <a:pPr algn="ctr">
              <a:lnSpc>
                <a:spcPct val="90000"/>
              </a:lnSpc>
              <a:defRPr/>
            </a:pPr>
            <a:r>
              <a:rPr lang="en-GB" sz="400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itchFamily="34" charset="0"/>
              </a:rPr>
              <a:t>QU’IL VIENT SUR LA TERRE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1" name="Rectangle 8"/>
          <p:cNvSpPr>
            <a:spLocks noChangeArrowheads="1"/>
          </p:cNvSpPr>
          <p:nvPr/>
        </p:nvSpPr>
        <p:spPr bwMode="auto">
          <a:xfrm>
            <a:off x="0" y="0"/>
            <a:ext cx="9177338" cy="12588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/>
          <a:lstStyle/>
          <a:p>
            <a:pPr algn="ctr">
              <a:lnSpc>
                <a:spcPct val="90000"/>
              </a:lnSpc>
              <a:defRPr/>
            </a:pPr>
            <a:r>
              <a:rPr lang="en-GB" sz="400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itchFamily="34" charset="0"/>
              </a:rPr>
              <a:t>QU’IL PREND SUR LUI </a:t>
            </a:r>
          </a:p>
          <a:p>
            <a:pPr algn="ctr">
              <a:lnSpc>
                <a:spcPct val="90000"/>
              </a:lnSpc>
              <a:defRPr/>
            </a:pPr>
            <a:r>
              <a:rPr lang="en-GB" sz="400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itchFamily="34" charset="0"/>
              </a:rPr>
              <a:t>NOTRE MISÈRE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5" name="Rectangle 4"/>
          <p:cNvSpPr>
            <a:spLocks noChangeArrowheads="1"/>
          </p:cNvSpPr>
          <p:nvPr/>
        </p:nvSpPr>
        <p:spPr bwMode="auto">
          <a:xfrm>
            <a:off x="0" y="0"/>
            <a:ext cx="9177338" cy="12588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/>
          <a:lstStyle/>
          <a:p>
            <a:pPr algn="ctr">
              <a:lnSpc>
                <a:spcPct val="90000"/>
              </a:lnSpc>
              <a:defRPr/>
            </a:pPr>
            <a:r>
              <a:rPr lang="en-GB" sz="400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itchFamily="34" charset="0"/>
              </a:rPr>
              <a:t>UN SAUVEUR NOUS EST NÉ</a:t>
            </a:r>
          </a:p>
          <a:p>
            <a:pPr algn="ctr">
              <a:lnSpc>
                <a:spcPct val="90000"/>
              </a:lnSpc>
              <a:defRPr/>
            </a:pPr>
            <a:r>
              <a:rPr lang="en-GB" sz="400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itchFamily="34" charset="0"/>
              </a:rPr>
              <a:t>LE FILS NOUS EST DONNÉ !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9" name="Rectangle 4"/>
          <p:cNvSpPr>
            <a:spLocks noChangeArrowheads="1"/>
          </p:cNvSpPr>
          <p:nvPr/>
        </p:nvSpPr>
        <p:spPr bwMode="auto">
          <a:xfrm>
            <a:off x="0" y="0"/>
            <a:ext cx="9177338" cy="12588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/>
          <a:lstStyle/>
          <a:p>
            <a:pPr algn="ctr">
              <a:lnSpc>
                <a:spcPct val="90000"/>
              </a:lnSpc>
              <a:defRPr/>
            </a:pPr>
            <a:r>
              <a:rPr lang="en-GB" sz="400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itchFamily="34" charset="0"/>
              </a:rPr>
              <a:t>VOICI NOËL, Ô D’UN SEUL CŒUR</a:t>
            </a:r>
          </a:p>
          <a:p>
            <a:pPr algn="ctr">
              <a:lnSpc>
                <a:spcPct val="90000"/>
              </a:lnSpc>
              <a:defRPr/>
            </a:pPr>
            <a:r>
              <a:rPr lang="en-GB" sz="400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itchFamily="34" charset="0"/>
              </a:rPr>
              <a:t>JOIGNONS NOS VOIX AU DIVIN CHŒUR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3" name="Rectangle 4"/>
          <p:cNvSpPr>
            <a:spLocks noChangeArrowheads="1"/>
          </p:cNvSpPr>
          <p:nvPr/>
        </p:nvSpPr>
        <p:spPr bwMode="auto">
          <a:xfrm>
            <a:off x="0" y="0"/>
            <a:ext cx="9177338" cy="12588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/>
          <a:lstStyle/>
          <a:p>
            <a:pPr algn="ctr">
              <a:lnSpc>
                <a:spcPct val="90000"/>
              </a:lnSpc>
              <a:defRPr/>
            </a:pPr>
            <a:r>
              <a:rPr lang="en-GB" sz="3800" dirty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itchFamily="34" charset="0"/>
              </a:rPr>
              <a:t>QUI PROCLAME AU CIEL LES LOUANGES</a:t>
            </a:r>
          </a:p>
          <a:p>
            <a:pPr algn="ctr">
              <a:lnSpc>
                <a:spcPct val="90000"/>
              </a:lnSpc>
              <a:defRPr/>
            </a:pPr>
            <a:r>
              <a:rPr lang="en-GB" sz="3800" dirty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itchFamily="34" charset="0"/>
              </a:rPr>
              <a:t>DE CELUI QU’ANNONCENT LES ANGES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7" name="Rectangle 4"/>
          <p:cNvSpPr>
            <a:spLocks noChangeArrowheads="1"/>
          </p:cNvSpPr>
          <p:nvPr/>
        </p:nvSpPr>
        <p:spPr bwMode="auto">
          <a:xfrm>
            <a:off x="0" y="0"/>
            <a:ext cx="9177338" cy="12588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/>
          <a:lstStyle/>
          <a:p>
            <a:pPr algn="ctr">
              <a:lnSpc>
                <a:spcPct val="90000"/>
              </a:lnSpc>
              <a:defRPr/>
            </a:pPr>
            <a:r>
              <a:rPr lang="en-GB" sz="400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itchFamily="34" charset="0"/>
              </a:rPr>
              <a:t>OUI, L’ENFANT NOUS EST NÉ</a:t>
            </a:r>
          </a:p>
          <a:p>
            <a:pPr algn="ctr">
              <a:lnSpc>
                <a:spcPct val="90000"/>
              </a:lnSpc>
              <a:defRPr/>
            </a:pPr>
            <a:r>
              <a:rPr lang="en-GB" sz="400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itchFamily="34" charset="0"/>
              </a:rPr>
              <a:t>LE FILS NOUS EST DONNÉ !</a:t>
            </a:r>
            <a:endParaRPr lang="fr-FR" sz="4000">
              <a:ln w="12700">
                <a:solidFill>
                  <a:srgbClr val="A6A6A6"/>
                </a:solidFill>
              </a:ln>
              <a:solidFill>
                <a:schemeClr val="bg1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 pitchFamily="34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Default Design">
  <a:themeElements>
    <a:clrScheme name="Default Design 2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Default Design">
      <a:majorFont>
        <a:latin typeface="Times New Roman"/>
        <a:ea typeface=""/>
        <a:cs typeface=""/>
      </a:majorFont>
      <a:minorFont>
        <a:latin typeface="Times New Roman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Default Design 1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00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2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3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37373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4">
        <a:dk1>
          <a:srgbClr val="000000"/>
        </a:dk1>
        <a:lt1>
          <a:srgbClr val="FFFFCC"/>
        </a:lt1>
        <a:dk2>
          <a:srgbClr val="808000"/>
        </a:dk2>
        <a:lt2>
          <a:srgbClr val="666633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5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6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0C0C0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005CE7"/>
        </a:accent6>
        <a:hlink>
          <a:srgbClr val="FF0000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7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214</TotalTime>
  <Words>2594</Words>
  <Application>Microsoft PowerPoint</Application>
  <PresentationFormat>On-screen Show (4:3)</PresentationFormat>
  <Paragraphs>260</Paragraphs>
  <Slides>10</Slides>
  <Notes>10</Notes>
  <HiddenSlides>0</HiddenSlides>
  <MMClips>0</MMClips>
  <ScaleCrop>false</ScaleCrop>
  <HeadingPairs>
    <vt:vector size="6" baseType="variant">
      <vt:variant>
        <vt:lpstr>Polices utilisées</vt:lpstr>
      </vt:variant>
      <vt:variant>
        <vt:i4>3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10</vt:i4>
      </vt:variant>
    </vt:vector>
  </HeadingPairs>
  <TitlesOfParts>
    <vt:vector size="14" baseType="lpstr">
      <vt:lpstr>Times New Roman</vt:lpstr>
      <vt:lpstr>Arial</vt:lpstr>
      <vt:lpstr>Calibri</vt:lpstr>
      <vt:lpstr>Default Design</vt:lpstr>
      <vt:lpstr>Diapositive 1</vt:lpstr>
      <vt:lpstr>Diapositive 2</vt:lpstr>
      <vt:lpstr>Diapositive 3</vt:lpstr>
      <vt:lpstr>Diapositive 4</vt:lpstr>
      <vt:lpstr>Diapositive 5</vt:lpstr>
      <vt:lpstr>Diapositive 6</vt:lpstr>
      <vt:lpstr>Diapositive 7</vt:lpstr>
      <vt:lpstr>Diapositive 8</vt:lpstr>
      <vt:lpstr>Diapositive 9</vt:lpstr>
      <vt:lpstr>Diapositive 10</vt:lpstr>
    </vt:vector>
  </TitlesOfParts>
  <Company>bbx</Company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bastide</dc:creator>
  <cp:lastModifiedBy>incrustation</cp:lastModifiedBy>
  <cp:revision>50</cp:revision>
  <dcterms:created xsi:type="dcterms:W3CDTF">2002-08-17T11:03:14Z</dcterms:created>
  <dcterms:modified xsi:type="dcterms:W3CDTF">2014-08-24T07:33:48Z</dcterms:modified>
</cp:coreProperties>
</file>