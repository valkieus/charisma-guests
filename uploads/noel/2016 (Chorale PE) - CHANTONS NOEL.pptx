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5" r:id="rId2"/>
    <p:sldId id="266" r:id="rId3"/>
    <p:sldId id="268" r:id="rId4"/>
    <p:sldId id="267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03" autoAdjust="0"/>
    <p:restoredTop sz="72020" autoAdjust="0"/>
  </p:normalViewPr>
  <p:slideViewPr>
    <p:cSldViewPr>
      <p:cViewPr>
        <p:scale>
          <a:sx n="40" d="100"/>
          <a:sy n="40" d="100"/>
        </p:scale>
        <p:origin x="-84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CB8FECA-F4E9-4CD3-8B3C-80B37DEF46C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endParaRPr lang="fr-FR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endParaRPr lang="fr-FR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endParaRPr lang="fr-FR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endParaRPr lang="fr-FR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F7B395-EDE6-4F6E-97CB-E752F6D2947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3670E-FC58-4495-BF22-F60AB74BF3F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6B98C-CDF0-4A06-A464-17E8842ECD2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71ED8-DAB4-49E8-ADA0-F4DAF86189F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71DB2-BEDF-4A27-BA8D-1D6CE82320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AED8A-7B30-4244-A435-B6FD895F181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A9F9A-D7A8-4DFC-BE4A-E99E926F2E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53660-22D2-4759-A4B0-C3431D22048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FA0EF-D3EE-4BA0-90A7-FD57749BE1D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D07AC-5DA0-4CCE-B9F3-F2E30B05FD7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52FC8-C227-40ED-984D-CF7254E41E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582EAB0-EBCE-4AB8-AFC3-1F5EAEF97C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AUJOURD’HUI, LE ROI DES CIEUX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QUE LES ANGES CÉLÈBRENT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EST VENU PARMI NOUS, CHANTONS NOËL</a:t>
            </a:r>
          </a:p>
          <a:p>
            <a:pPr algn="ctr">
              <a:lnSpc>
                <a:spcPct val="110000"/>
              </a:lnSpc>
            </a:pPr>
            <a:endParaRPr lang="fr-FR" sz="20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JÉSUS, ROI DE LA TERRE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NOUS VOULONS T’ADORER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CAR TON NOM EST SI DOUX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 CHANTONS NOËL</a:t>
            </a:r>
          </a:p>
          <a:p>
            <a:pPr algn="ctr">
              <a:lnSpc>
                <a:spcPct val="110000"/>
              </a:lnSpc>
            </a:pPr>
            <a:endParaRPr lang="fr-FR" sz="20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NOËL, NOËL, NOËL, NOËL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AUJOURD’HUI, EST NÉ LE ROI D’ISRAËL</a:t>
            </a: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PAR CE CIEL ÉTOILÉ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SONT VENUS L’ADORER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TROIS HOMMES SAGES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VENANT DE LOINTAINS PAYS</a:t>
            </a:r>
          </a:p>
          <a:p>
            <a:pPr algn="ctr">
              <a:lnSpc>
                <a:spcPct val="110000"/>
              </a:lnSpc>
            </a:pPr>
            <a:endParaRPr lang="fr-FR" sz="20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JÉSUS, PRINCE DE LA PAIX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TON AMOUR EST PARFAIT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ET TON NOM EST SI DOUX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CHANTONS NOËL</a:t>
            </a:r>
          </a:p>
          <a:p>
            <a:pPr algn="ctr">
              <a:lnSpc>
                <a:spcPct val="110000"/>
              </a:lnSpc>
            </a:pPr>
            <a:r>
              <a:rPr lang="fr-FR" sz="20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NOËL, NOËL, NOËL, NOËL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AUJOURD’HUI, EST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NÉ LE ROI D’ISRAËL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CHANTE NOËL, CHANTE NOËL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NOËL, NOËL</a:t>
            </a:r>
          </a:p>
          <a:p>
            <a:pPr algn="ctr">
              <a:lnSpc>
                <a:spcPct val="110000"/>
              </a:lnSpc>
            </a:pPr>
            <a:r>
              <a:rPr lang="fr-FR" sz="20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 </a:t>
            </a:r>
            <a:endParaRPr lang="fr-FR" sz="20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DOUCE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NUIT, SAINTE NUIT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NOËL, NOËL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LE ROI EST NÉ, C’EST UNE JOIE IMMENSE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NOËL, NOËL</a:t>
            </a:r>
          </a:p>
          <a:p>
            <a:pPr algn="ctr">
              <a:lnSpc>
                <a:spcPct val="110000"/>
              </a:lnSpc>
            </a:pPr>
            <a:r>
              <a:rPr lang="fr-FR" sz="20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LE ROI EST DESCENDU DU CIEL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SHALA LA </a:t>
            </a:r>
            <a:r>
              <a:rPr lang="fr-FR" sz="2800" dirty="0" err="1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 </a:t>
            </a:r>
            <a:r>
              <a:rPr lang="fr-FR" sz="2800" dirty="0" err="1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 </a:t>
            </a:r>
            <a:r>
              <a:rPr lang="fr-FR" sz="2800" dirty="0" err="1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, DANSE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LE ROI EST DESCENDU DU CIEL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SHALA LA </a:t>
            </a:r>
            <a:r>
              <a:rPr lang="fr-FR" sz="2800" dirty="0" err="1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 </a:t>
            </a:r>
            <a:r>
              <a:rPr lang="fr-FR" sz="2800" dirty="0" err="1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 </a:t>
            </a:r>
            <a:r>
              <a:rPr lang="fr-FR" sz="2800" dirty="0" err="1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LA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, CHANTE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  <a:ea typeface="MS PGothic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ILS SE TINRENT DEVANT LUI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DOUCE NUIT, SAINTE NUIT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HUMBLEMENT, ILS DISAIENT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 GLOIRE AU ROI D’ISRAËL 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AVEC TOUTE RÉVÉRENCE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AVEC RECONNAISSANCE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OFFRANT DE PRÉCIEUX PRÉSENTS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DE MYRRHE ET D’ENCENS</a:t>
            </a:r>
          </a:p>
          <a:p>
            <a:pPr algn="ctr">
              <a:lnSpc>
                <a:spcPct val="110000"/>
              </a:lnSpc>
            </a:pPr>
            <a:r>
              <a:rPr lang="fr-FR" sz="20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NOËL, NOËL, NOËL, NOËL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  <a:ea typeface="MS PGothic" pitchFamily="34" charset="-128"/>
              </a:rPr>
              <a:t>AUJOURD’HUI, EST NÉ LE ROI D’ISRAËL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103</Words>
  <Application>Microsoft Office PowerPoint</Application>
  <PresentationFormat>Affichage à l'écran (4:3)</PresentationFormat>
  <Paragraphs>50</Paragraphs>
  <Slides>4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48</cp:revision>
  <dcterms:created xsi:type="dcterms:W3CDTF">2002-08-17T11:42:58Z</dcterms:created>
  <dcterms:modified xsi:type="dcterms:W3CDTF">2016-12-22T20:41:43Z</dcterms:modified>
</cp:coreProperties>
</file>