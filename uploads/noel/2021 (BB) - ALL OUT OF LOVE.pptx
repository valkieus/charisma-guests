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13" autoAdjust="0"/>
    <p:restoredTop sz="34762" autoAdjust="0"/>
  </p:normalViewPr>
  <p:slideViewPr>
    <p:cSldViewPr>
      <p:cViewPr varScale="1">
        <p:scale>
          <a:sx n="39" d="100"/>
          <a:sy n="39" d="100"/>
        </p:scale>
        <p:origin x="98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19/12/2021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IMPRO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IMPRO 
</a:t>
            </a:r>
          </a:p>
        </p:txBody>
      </p:sp>
    </p:spTree>
    <p:extLst>
      <p:ext uri="{BB962C8B-B14F-4D97-AF65-F5344CB8AC3E}">
        <p14:creationId xmlns:p14="http://schemas.microsoft.com/office/powerpoint/2010/main" val="2193688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IMPRO 
</a:t>
            </a:r>
          </a:p>
        </p:txBody>
      </p:sp>
    </p:spTree>
    <p:extLst>
      <p:ext uri="{BB962C8B-B14F-4D97-AF65-F5344CB8AC3E}">
        <p14:creationId xmlns:p14="http://schemas.microsoft.com/office/powerpoint/2010/main" val="2000410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IMPRO 
</a:t>
            </a:r>
          </a:p>
        </p:txBody>
      </p:sp>
    </p:spTree>
    <p:extLst>
      <p:ext uri="{BB962C8B-B14F-4D97-AF65-F5344CB8AC3E}">
        <p14:creationId xmlns:p14="http://schemas.microsoft.com/office/powerpoint/2010/main" val="4255852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IMPRO 
</a:t>
            </a:r>
          </a:p>
        </p:txBody>
      </p:sp>
    </p:spTree>
    <p:extLst>
      <p:ext uri="{BB962C8B-B14F-4D97-AF65-F5344CB8AC3E}">
        <p14:creationId xmlns:p14="http://schemas.microsoft.com/office/powerpoint/2010/main" val="2243868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IMPRO 
</a:t>
            </a:r>
          </a:p>
        </p:txBody>
      </p:sp>
    </p:spTree>
    <p:extLst>
      <p:ext uri="{BB962C8B-B14F-4D97-AF65-F5344CB8AC3E}">
        <p14:creationId xmlns:p14="http://schemas.microsoft.com/office/powerpoint/2010/main" val="1856460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IMPRO 
</a:t>
            </a:r>
          </a:p>
        </p:txBody>
      </p:sp>
    </p:spTree>
    <p:extLst>
      <p:ext uri="{BB962C8B-B14F-4D97-AF65-F5344CB8AC3E}">
        <p14:creationId xmlns:p14="http://schemas.microsoft.com/office/powerpoint/2010/main" val="409797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/>
              <a:t>1-  IMPRO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IMPRO 
</a:t>
            </a:r>
          </a:p>
        </p:txBody>
      </p:sp>
    </p:spTree>
    <p:extLst>
      <p:ext uri="{BB962C8B-B14F-4D97-AF65-F5344CB8AC3E}">
        <p14:creationId xmlns:p14="http://schemas.microsoft.com/office/powerpoint/2010/main" val="110761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IMPRO 
</a:t>
            </a:r>
          </a:p>
        </p:txBody>
      </p:sp>
    </p:spTree>
    <p:extLst>
      <p:ext uri="{BB962C8B-B14F-4D97-AF65-F5344CB8AC3E}">
        <p14:creationId xmlns:p14="http://schemas.microsoft.com/office/powerpoint/2010/main" val="863815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IMPRO 
</a:t>
            </a:r>
          </a:p>
        </p:txBody>
      </p:sp>
    </p:spTree>
    <p:extLst>
      <p:ext uri="{BB962C8B-B14F-4D97-AF65-F5344CB8AC3E}">
        <p14:creationId xmlns:p14="http://schemas.microsoft.com/office/powerpoint/2010/main" val="246862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MES YEUX SE SONT ÉCLAIRÉS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JOUR OÙ JE T’AI CONNU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AS DONNÉ UN SENS À MA VIE</a:t>
            </a:r>
          </a:p>
        </p:txBody>
      </p:sp>
    </p:spTree>
    <p:extLst>
      <p:ext uri="{BB962C8B-B14F-4D97-AF65-F5344CB8AC3E}">
        <p14:creationId xmlns:p14="http://schemas.microsoft.com/office/powerpoint/2010/main" val="1771998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DÉSORMAIS DISTANCIÉS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JE TE PORTE DANS MON CŒUR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710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ATTENDANT DES JOURS MEILLEURS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ESPÉRANT QUE DEMAIN VA ARRIVER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995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ÉPUISÉ MON AMOUR </a:t>
            </a:r>
          </a:p>
        </p:txBody>
      </p:sp>
    </p:spTree>
    <p:extLst>
      <p:ext uri="{BB962C8B-B14F-4D97-AF65-F5344CB8AC3E}">
        <p14:creationId xmlns:p14="http://schemas.microsoft.com/office/powerpoint/2010/main" val="3941543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T’AI DONNÉ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CE QU’IL ME RESTAIT</a:t>
            </a:r>
          </a:p>
        </p:txBody>
      </p:sp>
    </p:spTree>
    <p:extLst>
      <p:ext uri="{BB962C8B-B14F-4D97-AF65-F5344CB8AC3E}">
        <p14:creationId xmlns:p14="http://schemas.microsoft.com/office/powerpoint/2010/main" val="1379851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JE T’AIME TELLEMENT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AIDE-MOI À LE RETROUVER</a:t>
            </a:r>
          </a:p>
        </p:txBody>
      </p:sp>
    </p:spTree>
    <p:extLst>
      <p:ext uri="{BB962C8B-B14F-4D97-AF65-F5344CB8AC3E}">
        <p14:creationId xmlns:p14="http://schemas.microsoft.com/office/powerpoint/2010/main" val="1123265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ÉPUISÉ MON 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FERAIS-JE SANS TOI</a:t>
            </a:r>
          </a:p>
        </p:txBody>
      </p:sp>
    </p:spTree>
    <p:extLst>
      <p:ext uri="{BB962C8B-B14F-4D97-AF65-F5344CB8AC3E}">
        <p14:creationId xmlns:p14="http://schemas.microsoft.com/office/powerpoint/2010/main" val="74230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NE SERA JAMAIS TARD</a:t>
            </a:r>
          </a:p>
        </p:txBody>
      </p:sp>
    </p:spTree>
    <p:extLst>
      <p:ext uri="{BB962C8B-B14F-4D97-AF65-F5344CB8AC3E}">
        <p14:creationId xmlns:p14="http://schemas.microsoft.com/office/powerpoint/2010/main" val="1605554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QUE JE TE SERRE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MES BRAS</a:t>
            </a:r>
          </a:p>
        </p:txBody>
      </p:sp>
    </p:spTree>
    <p:extLst>
      <p:ext uri="{BB962C8B-B14F-4D97-AF65-F5344CB8AC3E}">
        <p14:creationId xmlns:p14="http://schemas.microsoft.com/office/powerpoint/2010/main" val="257901910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140</Words>
  <Application>Microsoft Office PowerPoint</Application>
  <PresentationFormat>Affichage à l'écran (4:3)</PresentationFormat>
  <Paragraphs>37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82</cp:revision>
  <dcterms:created xsi:type="dcterms:W3CDTF">2002-08-17T13:12:10Z</dcterms:created>
  <dcterms:modified xsi:type="dcterms:W3CDTF">2021-12-19T14:56:29Z</dcterms:modified>
</cp:coreProperties>
</file>