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8" r:id="rId2"/>
    <p:sldId id="261" r:id="rId3"/>
    <p:sldId id="259" r:id="rId4"/>
    <p:sldId id="267" r:id="rId5"/>
    <p:sldId id="268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82D3BD6-6DD0-4AC5-9A3A-E3C4DFCF8F4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332763-F62A-4454-BE02-0B97B431A646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42E12B-2D2B-45F5-80CB-5880D3F471CF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24ADA8-812D-45E5-B32C-2F968D754728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E35F76-7D2F-4F6B-BA48-1E9637784238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85572A-870F-4146-874A-F70F9CA9E1E4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722DE4-A279-401A-A729-EBEEA1D2AED3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0C418A-D1DA-49FF-9DA4-28E60C6B0AFB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811213-08B3-404F-A157-10BDE81F22A1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1DC36B-17FB-4FC8-A695-67F463BCADF8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729E70-C345-446A-8BDA-C02226DCB9CC}" type="slidenum">
              <a:rPr lang="fr-FR" smtClean="0"/>
              <a:pPr/>
              <a:t>10</a:t>
            </a:fld>
            <a:endParaRPr lang="fr-FR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AD7223-B137-4614-8E59-DB039E729C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79A43-CF69-4EFA-A6F6-0D5B81295A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DDD11-9A44-45D2-A52E-38025CB578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635379-3EF7-4A83-8B83-2B22A1C1F5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546D4-BF1C-4BF5-992A-7BDAAC602B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61156-86D0-4976-89ED-DF8CFE3260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B688D0-4B2A-4316-BCC5-2949662BC8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75F81-6C2C-4848-B640-56928B9F9D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163B7-C99A-413D-905C-3C8916A26D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16F54E-7179-4EF8-8593-AC0C091234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19AA3-3E61-4351-8BF4-EC947F11C8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16D3CB4-4D2F-435E-A281-E493F6425E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DING DING DONG NOËL,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ON ENTEND DING DING DONG NOËL, NOËL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LES CLOCHES DE NOËL QUI JOUENT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VOIR, CE MERVEILLEUX TEMPS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UN TOUR DE TRAINEAU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NOUS DEHORS, LA NEIGE TOMBE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LES AMIS N’ATTENDENT QUE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VOIR, CE MERVEILLEUX TEMPS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POUR UN TOUR DE TRAINEAU AVEC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ALLEZ HOP, ALLEZ HOP, ALLEZ HOP, OH OH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ALLONS VOIR PLUS HAUT SOUS LA NEIGE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 EST TELLEMENT BEAU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(ÉCHO : TELLEMENT BEAU X3)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ALLEZ HOP, ALLEZ HOP, ALLEZ HOP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VIENS VOIR UN PEU PLUS LOIN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PAYSAGES ENNEIGÉS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CES MILLIERS DE SAPINS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NOS JOUES SERONT GELÉES PAR LE VENT ET NOS MAINS AUSSI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MAIS C’EST SI BON DE S’AMUSER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RIRE AVEC TOUS NOS AMIS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UN CHANT SUR LES LÈVRES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UNE ÉCHARPE À TON COU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VOIR, CE MERVEILLEUX TEMPS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POUR UN TOUR DE TRAINEAU AVEC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 A P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C'EST NOËL, JOUR DE FÊTE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SOL GLISSE, LES ENFANTS S’ENVOIENT DES BOULES DE NEIGE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MOMENT DE PARTAGE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L’AMOUR T’INVITE À SA TABLE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NE FAIS PAS LA SOURDE OREILLE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CADEAUX, DES CÂLINS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25 AU MATIN, LES PETITS ET LES GRANDS S’PRÉCIPITENT AU PIED DU SAPIN 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rgbClr val="FFC000"/>
                </a:solidFill>
                <a:latin typeface="Arial Black" pitchFamily="34" charset="0"/>
              </a:rPr>
              <a:t>AVEC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AUX QUATRE COINS DU MONDE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LES FAMILLES SE RÉUNISSENT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CHANTONS TOUS ENSEMBLE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NOS CŒURS SE RÉJOUISSENT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SIMPLE EST LE MESSAGE, J’TE L’RÉPÈTE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NOËL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 MOMENT DE PARTAGE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 JOUR EXCEPTIONNEL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AVEC NOUS, AVEC NOUS  </a:t>
            </a: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X2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rgbClr val="FFC000"/>
                </a:solidFill>
                <a:latin typeface="Arial Black" pitchFamily="34" charset="0"/>
              </a:rPr>
              <a:t>AVEC NOUS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DING DING DONG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FÊTE SE PRÉPARE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ALLONS CÉLÉBRER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ÊTRE DANS LA JOIE POUR TERMINER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NOTRE JOURNÉE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CHANTER TOUS NOS CHANTS PRÉFÉRÉS PENDANT TOUTE LA SOIRÉE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ÉCOUTER LES MARRONS CRAQUER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 LA CHEMINÉE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POP, POP, POP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POP, POP, POP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Y A UNE JOIE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RIEN NE POURRAIT REMPLACER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L’ODEUR DU SAPIN, LES CHOCOLATS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LES JOUETS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CET INSTANT UNIQUE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RESTE DANS NOS CŒURS À TOUT JAMAIS</a:t>
            </a: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CETTE JOIE DE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ON NE POURRA JAMAIS L’OUBLIER </a:t>
            </a: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X2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ON ENTEND DING DING DONG</a:t>
            </a: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LES CLOCHES DE NOËL QUI JOUENT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ON ENTEND DING DING DONG</a:t>
            </a: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VOIR, CE MERVEILLEUX TEMPS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UN TOUR DE TRAINEAU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NOUS DEHORS, LA NEIGE TOMBE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LES AMIS N’ATTENDENT QUE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VOIR, CE MERVEILLEUX TEMPS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POUR UN TOUR DE TRAINEAU AVEC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ALLEZ HOP, ALLEZ HOP, ALLEZ HOP, OH OH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ALLONS VOIR PLUS HAUT SOUS LA NEIGE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 EST TELLEMENT BEAU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(ÉCHO : TELLEMENT BEAU X3)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ALLEZ HOP, ALLEZ HOP, ALLEZ HOP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VIENS VOIR UN PEU PLUS LOIN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PAYSAGES ENNEIGÉS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CES MILLIERS DE SAPINS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NOS JOUES SERONT GELÉES PAR LE VENT ET NOS MAINS AUSSI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MAIS C’EST SI BON DE S’AMUSER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RIRE AVEC TOUS NOS AMIS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UN CHANT SUR LES LÈVRES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ET UNE ÉCHARPE À TON COU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VOIR, CE MERVEILLEUX TEMPS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POUR UN TOUR DE TRAINEAU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NOUS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327</Words>
  <Application>Microsoft Office PowerPoint</Application>
  <PresentationFormat>On-screen Show (4:3)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Franklin Gothic Medium</vt:lpstr>
      <vt:lpstr>ＭＳ Ｐゴシック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62</cp:revision>
  <dcterms:created xsi:type="dcterms:W3CDTF">2002-08-17T10:50:50Z</dcterms:created>
  <dcterms:modified xsi:type="dcterms:W3CDTF">2013-12-21T16:32:40Z</dcterms:modified>
</cp:coreProperties>
</file>