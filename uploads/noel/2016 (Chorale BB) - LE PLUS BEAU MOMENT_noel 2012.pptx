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33" r:id="rId2"/>
    <p:sldId id="434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50" r:id="rId18"/>
    <p:sldId id="451" r:id="rId19"/>
    <p:sldId id="452" r:id="rId20"/>
    <p:sldId id="453" r:id="rId21"/>
    <p:sldId id="454" r:id="rId22"/>
    <p:sldId id="455" r:id="rId23"/>
    <p:sldId id="456" r:id="rId24"/>
    <p:sldId id="457" r:id="rId25"/>
    <p:sldId id="458" r:id="rId26"/>
    <p:sldId id="459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65185" autoAdjust="0"/>
  </p:normalViewPr>
  <p:slideViewPr>
    <p:cSldViewPr>
      <p:cViewPr>
        <p:scale>
          <a:sx n="32" d="100"/>
          <a:sy n="32" d="100"/>
        </p:scale>
        <p:origin x="-1200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49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A781BF-8DC5-40F7-A75C-DDAD781766D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1D9D33-65ED-4AE7-BC40-F46E6D9E32C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JÉSUS EST NÉ !!!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LE PLUS BEAU MOMENTDE L’ANNÉE</a:t>
            </a:r>
          </a:p>
          <a:p>
            <a:r>
              <a:rPr lang="fr-FR" smtClean="0"/>
              <a:t>2-  LES ENFANTS SONT EN JOIE ET TOUT AUTOUR DE SOI</a:t>
            </a:r>
          </a:p>
          <a:p>
            <a:r>
              <a:rPr lang="fr-FR" smtClean="0"/>
              <a:t>3-  S’ÉCRIT « JOYEUX NOËL ! »</a:t>
            </a:r>
          </a:p>
          <a:p>
            <a:r>
              <a:rPr lang="fr-FR" smtClean="0"/>
              <a:t>4-  OUI, C’EST LE PLUS BEAU MOMENT DE L’ANNÉE</a:t>
            </a:r>
          </a:p>
          <a:p>
            <a:r>
              <a:rPr lang="fr-FR" smtClean="0"/>
              <a:t>5-  C’EST LA PLUS HEUREUSE DE TOUTES LES SAISONS</a:t>
            </a:r>
          </a:p>
          <a:p>
            <a:r>
              <a:rPr lang="fr-FR" smtClean="0"/>
              <a:t>6-  LES VŒUX DE FIN D’ANNÉE CES MOMENTS PARTAGÉS</a:t>
            </a:r>
          </a:p>
          <a:p>
            <a:r>
              <a:rPr lang="fr-FR" smtClean="0"/>
              <a:t>7-  PRÈS DE TOUS CEUX QU’ON AIME</a:t>
            </a:r>
          </a:p>
          <a:p>
            <a:r>
              <a:rPr lang="fr-FR" smtClean="0"/>
              <a:t>8-  C’EST LA PLUS HEUREUSE DE TOUTES LES SAISONS</a:t>
            </a:r>
          </a:p>
          <a:p>
            <a:endParaRPr lang="fr-FR" smtClean="0"/>
          </a:p>
          <a:p>
            <a:r>
              <a:rPr lang="fr-FR" smtClean="0"/>
              <a:t>9-  AUTOUR DE SON AMOUR NOUS CÉLÉBRONS CE JOUR</a:t>
            </a:r>
          </a:p>
          <a:p>
            <a:r>
              <a:rPr lang="fr-FR" smtClean="0"/>
              <a:t>10-  SA VENUE SUR LA TERRE PARMI NOUS</a:t>
            </a:r>
          </a:p>
          <a:p>
            <a:r>
              <a:rPr lang="fr-FR" smtClean="0"/>
              <a:t>11-  SI CE JOUR EST SI BEAU C’EST PARCE QU’IL NOUS RAPPELLE</a:t>
            </a:r>
          </a:p>
          <a:p>
            <a:r>
              <a:rPr lang="fr-FR" smtClean="0"/>
              <a:t>12-  QU’IL EST LE PLUS BEAU DES CADEAUX</a:t>
            </a:r>
          </a:p>
          <a:p>
            <a:endParaRPr lang="fr-FR" smtClean="0"/>
          </a:p>
          <a:p>
            <a:r>
              <a:rPr lang="fr-FR" smtClean="0"/>
              <a:t>13-  VOICI LE PLUS BEAU MOMENT DE L’ANNÉE</a:t>
            </a:r>
          </a:p>
          <a:p>
            <a:r>
              <a:rPr lang="fr-FR" smtClean="0"/>
              <a:t>14-  LA NATURE ENNEIGÉE LES SAPINS ÉCLAIRÉS</a:t>
            </a:r>
          </a:p>
          <a:p>
            <a:r>
              <a:rPr lang="fr-FR" smtClean="0"/>
              <a:t>15-  TOUT CHANTE « JOYEUX NOËL ! »</a:t>
            </a:r>
          </a:p>
          <a:p>
            <a:r>
              <a:rPr lang="fr-FR" smtClean="0"/>
              <a:t>16-  OUI, C’EST LE PLUS BEAU MOMENT DE L’ANNÉE</a:t>
            </a:r>
          </a:p>
          <a:p>
            <a:endParaRPr lang="fr-FR" smtClean="0"/>
          </a:p>
          <a:p>
            <a:r>
              <a:rPr lang="fr-FR" smtClean="0"/>
              <a:t>17-  AUTOUR DE SON AMOUR NOUS CÉLÉBRONS CE JOUR</a:t>
            </a:r>
          </a:p>
          <a:p>
            <a:r>
              <a:rPr lang="fr-FR" smtClean="0"/>
              <a:t>18-  SA VENUE SUR LA TERRE PARMI NOUS</a:t>
            </a:r>
          </a:p>
          <a:p>
            <a:r>
              <a:rPr lang="fr-FR" smtClean="0"/>
              <a:t>19-  SI CE JOUR EST SI BEAU C’EST PARCE QU’IL NOUS RAPPELLE</a:t>
            </a:r>
          </a:p>
          <a:p>
            <a:r>
              <a:rPr lang="fr-FR" smtClean="0"/>
              <a:t>20-  QU’IL EST LE PLUS BEAU DES CADEAUX</a:t>
            </a:r>
          </a:p>
          <a:p>
            <a:endParaRPr lang="fr-FR" smtClean="0"/>
          </a:p>
          <a:p>
            <a:r>
              <a:rPr lang="fr-FR" smtClean="0"/>
              <a:t>21-  C’EST LA PLUS BELLE DE TOUTES LES SAISONS</a:t>
            </a:r>
          </a:p>
          <a:p>
            <a:r>
              <a:rPr lang="fr-FR" smtClean="0"/>
              <a:t>22-  LES VŒUX DE FIN D’ANNÉE CES MOMENTS PARTAGÉS</a:t>
            </a:r>
          </a:p>
          <a:p>
            <a:r>
              <a:rPr lang="fr-FR" smtClean="0"/>
              <a:t>23-  PRÈS DE TOUS CEUX QU’ON AIME</a:t>
            </a:r>
          </a:p>
          <a:p>
            <a:r>
              <a:rPr lang="fr-FR" smtClean="0"/>
              <a:t>24-  OUI, C’EST LE PLUS BEAU MOMENT LE PLUS MERVEILLEUX MOMENT</a:t>
            </a:r>
          </a:p>
          <a:p>
            <a:r>
              <a:rPr lang="fr-FR" smtClean="0"/>
              <a:t>25-  LE PLUS HEUREUX DES MOMENTS DE L’ANNÉE !</a:t>
            </a:r>
          </a:p>
          <a:p>
            <a:endParaRPr lang="fr-FR" smtClean="0"/>
          </a:p>
          <a:p>
            <a:r>
              <a:rPr lang="fr-FR" smtClean="0"/>
              <a:t>26-  JÉSUS EST NÉ !!!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B3B17-5449-482A-94CB-9A796691B9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DF0DA-027B-4E99-B572-2A801B43C8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752CA-33F8-47B2-B73C-B287B7E159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7817B-EF86-4452-89E8-31D56A4B96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DF20D-3ACC-49FE-A554-0047907FA5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B4065-2391-49C3-BCE0-6C1800AFEF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41111-670F-4CFA-813F-465BC33FF8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A5FAF-B271-4F93-95D4-B36EC048FB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731C0-2CC5-43F5-B4CF-3DA468967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D529-AF1C-48B6-9E6D-9157ED29AA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0147-9EEA-4AB5-B1B1-DDFF93152B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2153897-008D-4E76-A89B-3A2E2837D4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VOICI LE PLUS BEAU MOMENT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ENFANTS SONT EN JOIE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TOUT AUTOUR DE SOI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S’ÉCRIT « JOYEUX NOËL !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OUI, C’EST LE PLUS BEAU MOMENT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LA PLUS HEUREUSE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TOUTES 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VŒUX DE FIN D’ANNÉE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CES MOMENTS PARTAGÉS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PRÈS DE TOUS CEUX QU’ON 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LA PLUS HEUREUSE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TOUTES 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AUTOUR DE TON 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NOUS CÉLÉBRONS CE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SA VENUE SUR LA TERRE PARMI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SI CE JOUR EST SI BEAU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PARCE QU’IL NOUS RAPPELLE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QU’IL EST LE PLUS BEAU DES CADEAUX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VOICI LE PLUS BEAU MOMENT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LA NATURE ENNEIGÉE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SAPINS ÉCLAIRÉS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TOUT CHANTE « JOYEUX NOËL !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OUI, C’EST LE PLUS BEAU MOMENT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AUTOUR DE TON 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NOUS CÉLÉBRONS CE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SA VENUE SUR LA TERRE PARMI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SI CE JOUR EST SI BEAU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PARCE QU’IL NOUS RAPPELLE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QU’IL EST LE PLUS BEAU DES CADEAUX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PLUS BELLE DE TOUTES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VŒUX DE FIN D’ANNÉE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MOMENTS PARTAGÉS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TOUS CEUX QU’ON 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C’EST LE PLUS BEAU MOMENT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MERVEILLEUX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HEUREUX DES MOMENTS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L’ANNÉE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EST NÉ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1285</Words>
  <Application>Microsoft Office PowerPoint</Application>
  <PresentationFormat>On-screen Show (4:3)</PresentationFormat>
  <Paragraphs>1655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88</cp:revision>
  <dcterms:created xsi:type="dcterms:W3CDTF">2002-08-17T10:50:50Z</dcterms:created>
  <dcterms:modified xsi:type="dcterms:W3CDTF">2015-12-26T23:40:03Z</dcterms:modified>
</cp:coreProperties>
</file>