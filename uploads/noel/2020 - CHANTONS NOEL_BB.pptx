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70" r:id="rId2"/>
    <p:sldId id="291" r:id="rId3"/>
    <p:sldId id="271" r:id="rId4"/>
    <p:sldId id="292" r:id="rId5"/>
    <p:sldId id="273" r:id="rId6"/>
    <p:sldId id="293" r:id="rId7"/>
    <p:sldId id="272" r:id="rId8"/>
    <p:sldId id="294" r:id="rId9"/>
    <p:sldId id="274" r:id="rId10"/>
    <p:sldId id="295" r:id="rId11"/>
    <p:sldId id="275" r:id="rId12"/>
    <p:sldId id="296" r:id="rId13"/>
    <p:sldId id="276" r:id="rId14"/>
    <p:sldId id="297" r:id="rId15"/>
    <p:sldId id="277" r:id="rId16"/>
    <p:sldId id="298" r:id="rId17"/>
    <p:sldId id="278" r:id="rId18"/>
    <p:sldId id="299" r:id="rId19"/>
    <p:sldId id="279" r:id="rId20"/>
    <p:sldId id="300" r:id="rId21"/>
    <p:sldId id="284" r:id="rId22"/>
    <p:sldId id="301" r:id="rId23"/>
    <p:sldId id="286" r:id="rId24"/>
    <p:sldId id="302" r:id="rId25"/>
    <p:sldId id="287" r:id="rId26"/>
    <p:sldId id="307" r:id="rId27"/>
    <p:sldId id="303" r:id="rId28"/>
    <p:sldId id="290" r:id="rId29"/>
    <p:sldId id="304" r:id="rId30"/>
    <p:sldId id="288" r:id="rId31"/>
    <p:sldId id="305" r:id="rId32"/>
    <p:sldId id="289" r:id="rId33"/>
    <p:sldId id="306" r:id="rId3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3795" autoAdjust="0"/>
    <p:restoredTop sz="43483" autoAdjust="0"/>
  </p:normalViewPr>
  <p:slideViewPr>
    <p:cSldViewPr>
      <p:cViewPr varScale="1">
        <p:scale>
          <a:sx n="47" d="100"/>
          <a:sy n="47" d="100"/>
        </p:scale>
        <p:origin x="-87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18DDC-72D5-4FAB-8714-C9818CBB61AA}" type="datetimeFigureOut">
              <a:rPr lang="fr-FR" smtClean="0"/>
              <a:pPr/>
              <a:t>27/12/2020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44666D-4CAA-4680-8745-669C0A00F85B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Lucida Handwriting" panose="03010101010101010101" pitchFamily="66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dirty="0"/>
              <a:t>1-  AUJOURD’HUI, LE ROI DES CIEUX</a:t>
            </a:r>
            <a:br>
              <a:rPr lang="fr-FR" dirty="0"/>
            </a:br>
            <a:r>
              <a:rPr lang="fr-FR" dirty="0"/>
              <a:t>2-  QUE LES ANGES CÉLÈBRENT 
3-  EST VENU PARMI NOUS 
4-  CHANTONS NOËL</a:t>
            </a:r>
            <a:br>
              <a:rPr lang="fr-FR" dirty="0"/>
            </a:br>
            <a:r>
              <a:rPr lang="fr-FR" dirty="0"/>
              <a:t>5-  JÉSUS, ROI DE LA TERRE 
6-  NOUS VOULONS T’ADORER 
7-  CAR TON NOM EST SI DOUX 
8-  CHANTONS NOËL 
</a:t>
            </a:r>
          </a:p>
          <a:p>
            <a:r>
              <a:rPr lang="fr-FR" dirty="0"/>
              <a:t>	Refrain :</a:t>
            </a:r>
          </a:p>
          <a:p>
            <a:r>
              <a:rPr lang="fr-FR" dirty="0"/>
              <a:t>	9-  NOËL, NOËL, NOËL, NOËL</a:t>
            </a:r>
            <a:br>
              <a:rPr lang="fr-FR" dirty="0"/>
            </a:br>
            <a:r>
              <a:rPr lang="fr-FR" dirty="0"/>
              <a:t>	10-  AUJOURD’HUI, EST NÉ LE ROI D’ISRAËL </a:t>
            </a:r>
          </a:p>
          <a:p>
            <a:r>
              <a:rPr lang="fr-FR" dirty="0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 dirty="0"/>
              <a:t>	Refrain :</a:t>
            </a:r>
          </a:p>
          <a:p>
            <a:r>
              <a:rPr lang="fr-FR" dirty="0"/>
              <a:t>	19-  NOËL, NOËL, NOËL, NOËL 
	20-  AUJOURD’HUI EST NÉ LE ROI D’ISRAËL       x2</a:t>
            </a:r>
          </a:p>
          <a:p>
            <a:endParaRPr lang="fr-FR" dirty="0"/>
          </a:p>
          <a:p>
            <a:r>
              <a:rPr lang="fr-FR" dirty="0"/>
              <a:t>Pont :
21-  CHANTE NOËL  x2
22-  NOËL, NOËL…               x2</a:t>
            </a:r>
          </a:p>
          <a:p>
            <a:r>
              <a:rPr lang="fr-FR" dirty="0"/>
              <a:t>
23-  DOUCE NUIT, SAINTE NUIT 
24-  NOËL, NOËL… 
25-  LE ROI EST NÉ, 
26-  C’EST UNE JOIE IMMENSE 
27-  NOËL, NOËL… </a:t>
            </a:r>
          </a:p>
          <a:p>
            <a:r>
              <a:rPr lang="fr-FR" dirty="0"/>
              <a:t>
28-  CHANTE NOËL  x2 
29-  NOËL, NOËL…               x2
</a:t>
            </a:r>
          </a:p>
          <a:p>
            <a:r>
              <a:rPr lang="fr-FR" dirty="0"/>
              <a:t>30-  LE ROI EST DESCENDU DU CIEL
31-  SHALA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, CHANTE 
32-  LE ROI EST DESCENDU DU CIEL 
33-  SHALA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 dirty="0"/>
              <a:t>	Refrain :</a:t>
            </a:r>
          </a:p>
          <a:p>
            <a:r>
              <a:rPr lang="fr-FR" dirty="0"/>
              <a:t>	9-  NOËL, NOËL, NOËL, NOËL</a:t>
            </a:r>
            <a:br>
              <a:rPr lang="fr-FR" dirty="0"/>
            </a:br>
            <a:r>
              <a:rPr lang="fr-FR" dirty="0"/>
              <a:t>	10-  AUJOURD’HUI, EST NÉ LE ROI D’ISRAËL </a:t>
            </a:r>
          </a:p>
          <a:p>
            <a:r>
              <a:rPr lang="fr-FR" dirty="0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 dirty="0"/>
              <a:t>	Refrain :</a:t>
            </a:r>
          </a:p>
          <a:p>
            <a:r>
              <a:rPr lang="fr-FR" dirty="0"/>
              <a:t>	19-  NOËL, NOËL, NOËL, NOËL 
	20-  AUJOURD’HUI EST NÉ LE ROI D’ISRAËL       x2</a:t>
            </a:r>
          </a:p>
          <a:p>
            <a:endParaRPr lang="fr-FR" dirty="0"/>
          </a:p>
          <a:p>
            <a:r>
              <a:rPr lang="fr-FR" dirty="0"/>
              <a:t>Pont :
21-  CHANTE NOËL  x2
22-  NOËL, NOËL…               x2</a:t>
            </a:r>
          </a:p>
          <a:p>
            <a:r>
              <a:rPr lang="fr-FR" dirty="0"/>
              <a:t>
23-  DOUCE NUIT, SAINTE NUIT 
24-  NOËL, NOËL… 
25-  LE ROI EST NÉ, 
26-  C’EST UNE JOIE IMMENSE 
27-  NOËL, NOËL… </a:t>
            </a:r>
          </a:p>
          <a:p>
            <a:r>
              <a:rPr lang="fr-FR" dirty="0"/>
              <a:t>
28-  CHANTE NOËL  x2 
29-  NOËL, NOËL…               x2
</a:t>
            </a:r>
          </a:p>
          <a:p>
            <a:r>
              <a:rPr lang="fr-FR" dirty="0"/>
              <a:t>30-  LE ROI EST DESCENDU DU CIEL
31-  SHALA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, CHANTE 
32-  LE ROI EST DESCENDU DU CIEL 
33-  SHALA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dirty="0"/>
              <a:t>1-  AUJOURD’HUI, LE ROI DES CIEUX</a:t>
            </a:r>
            <a:br>
              <a:rPr lang="fr-FR" dirty="0"/>
            </a:br>
            <a:r>
              <a:rPr lang="fr-FR" dirty="0"/>
              <a:t>2-  QUE LES ANGES CÉLÈBRENT 
3-  EST VENU PARMI NOUS 
4-  CHANTONS NOËL</a:t>
            </a:r>
            <a:br>
              <a:rPr lang="fr-FR" dirty="0"/>
            </a:br>
            <a:r>
              <a:rPr lang="fr-FR" dirty="0"/>
              <a:t>5-  JÉSUS, ROI DE LA TERRE 
6-  NOUS VOULONS T’ADORER 
7-  CAR TON NOM EST SI DOUX 
8-  CHANTONS NOËL 
</a:t>
            </a:r>
          </a:p>
          <a:p>
            <a:r>
              <a:rPr lang="fr-FR" dirty="0"/>
              <a:t>	Refrain :</a:t>
            </a:r>
          </a:p>
          <a:p>
            <a:r>
              <a:rPr lang="fr-FR" dirty="0"/>
              <a:t>	9-  NOËL, NOËL, NOËL, NOËL</a:t>
            </a:r>
            <a:br>
              <a:rPr lang="fr-FR" dirty="0"/>
            </a:br>
            <a:r>
              <a:rPr lang="fr-FR" dirty="0"/>
              <a:t>	10-  AUJOURD’HUI, EST NÉ LE ROI D’ISRAËL </a:t>
            </a:r>
          </a:p>
          <a:p>
            <a:r>
              <a:rPr lang="fr-FR" dirty="0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 dirty="0"/>
              <a:t>	Refrain :</a:t>
            </a:r>
          </a:p>
          <a:p>
            <a:r>
              <a:rPr lang="fr-FR" dirty="0"/>
              <a:t>	19-  NOËL, NOËL, NOËL, NOËL 
	20-  AUJOURD’HUI EST NÉ LE ROI D’ISRAËL       x2</a:t>
            </a:r>
          </a:p>
          <a:p>
            <a:endParaRPr lang="fr-FR" dirty="0"/>
          </a:p>
          <a:p>
            <a:r>
              <a:rPr lang="fr-FR" dirty="0"/>
              <a:t>Pont :
21-  CHANTE NOËL  x2
22-  NOËL, NOËL…               x2</a:t>
            </a:r>
          </a:p>
          <a:p>
            <a:r>
              <a:rPr lang="fr-FR" dirty="0"/>
              <a:t>
23-  DOUCE NUIT, SAINTE NUIT 
24-  NOËL, NOËL… 
25-  LE ROI EST NÉ, 
26-  C’EST UNE JOIE IMMENSE 
27-  NOËL, NOËL… </a:t>
            </a:r>
          </a:p>
          <a:p>
            <a:r>
              <a:rPr lang="fr-FR" dirty="0"/>
              <a:t>
28-  CHANTE NOËL  x2 
29-  NOËL, NOËL…               x2
</a:t>
            </a:r>
          </a:p>
          <a:p>
            <a:r>
              <a:rPr lang="fr-FR" dirty="0"/>
              <a:t>30-  LE ROI EST DESCENDU DU CIEL
31-  SHALA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, CHANTE 
32-  LE ROI EST DESCENDU DU CIEL 
33-  SHALA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dirty="0"/>
              <a:t>1-  AUJOURD’HUI, LE ROI DES CIEUX</a:t>
            </a:r>
            <a:br>
              <a:rPr lang="fr-FR" dirty="0"/>
            </a:br>
            <a:r>
              <a:rPr lang="fr-FR" dirty="0"/>
              <a:t>2-  QUE LES ANGES CÉLÈBRENT 
3-  EST VENU PARMI NOUS 
4-  CHANTONS NOËL</a:t>
            </a:r>
            <a:br>
              <a:rPr lang="fr-FR" dirty="0"/>
            </a:br>
            <a:r>
              <a:rPr lang="fr-FR" dirty="0"/>
              <a:t>5-  JÉSUS, ROI DE LA TERRE 
6-  NOUS VOULONS T’ADORER 
7-  CAR TON NOM EST SI DOUX 
8-  CHANTONS NOËL 
</a:t>
            </a:r>
          </a:p>
          <a:p>
            <a:r>
              <a:rPr lang="fr-FR" dirty="0"/>
              <a:t>	Refrain :</a:t>
            </a:r>
          </a:p>
          <a:p>
            <a:r>
              <a:rPr lang="fr-FR" dirty="0"/>
              <a:t>	9-  NOËL, NOËL, NOËL, NOËL</a:t>
            </a:r>
            <a:br>
              <a:rPr lang="fr-FR" dirty="0"/>
            </a:br>
            <a:r>
              <a:rPr lang="fr-FR" dirty="0"/>
              <a:t>	10-  AUJOURD’HUI, EST NÉ LE ROI D’ISRAËL </a:t>
            </a:r>
          </a:p>
          <a:p>
            <a:r>
              <a:rPr lang="fr-FR" dirty="0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 dirty="0"/>
              <a:t>	Refrain :</a:t>
            </a:r>
          </a:p>
          <a:p>
            <a:r>
              <a:rPr lang="fr-FR" dirty="0"/>
              <a:t>	19-  NOËL, NOËL, NOËL, NOËL 
	20-  AUJOURD’HUI EST NÉ LE ROI D’ISRAËL       x2</a:t>
            </a:r>
          </a:p>
          <a:p>
            <a:endParaRPr lang="fr-FR" dirty="0"/>
          </a:p>
          <a:p>
            <a:r>
              <a:rPr lang="fr-FR" dirty="0"/>
              <a:t>Pont :
21-  CHANTE NOËL  x2
22-  NOËL, NOËL…               x2</a:t>
            </a:r>
          </a:p>
          <a:p>
            <a:r>
              <a:rPr lang="fr-FR" dirty="0"/>
              <a:t>
23-  DOUCE NUIT, SAINTE NUIT 
24-  NOËL, NOËL… 
25-  LE ROI EST NÉ, 
26-  C’EST UNE JOIE IMMENSE 
27-  NOËL, NOËL… </a:t>
            </a:r>
          </a:p>
          <a:p>
            <a:r>
              <a:rPr lang="fr-FR" dirty="0"/>
              <a:t>
28-  CHANTE NOËL  x2 
29-  NOËL, NOËL…               x2
</a:t>
            </a:r>
          </a:p>
          <a:p>
            <a:r>
              <a:rPr lang="fr-FR" dirty="0"/>
              <a:t>30-  LE ROI EST DESCENDU DU CIEL
31-  SHALA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, CHANTE 
32-  LE ROI EST DESCENDU DU CIEL 
33-  SHALA LA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 </a:t>
            </a:r>
            <a:r>
              <a:rPr lang="fr-FR" dirty="0" err="1"/>
              <a:t>LA</a:t>
            </a:r>
            <a:r>
              <a:rPr lang="fr-FR" dirty="0"/>
              <a:t>, DANSE              x2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AUJOURD’HUI, LE ROI DES CIEUX</a:t>
            </a:r>
            <a:br>
              <a:rPr lang="fr-FR"/>
            </a:br>
            <a:r>
              <a:rPr lang="fr-FR"/>
              <a:t>2-  QUE LES ANGES CÉLÈBRENT 
3-  EST VENU PARMI NOUS 
4-  CHANTONS NOËL</a:t>
            </a:r>
            <a:br>
              <a:rPr lang="fr-FR"/>
            </a:br>
            <a:r>
              <a:rPr lang="fr-FR"/>
              <a:t>5-  JÉSUS, ROI DE LA TERRE 
6-  NOUS VOULONS T’ADORER 
7-  CAR TON NOM EST SI DOUX 
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9-  NOËL, NOËL, NOËL, NOËL</a:t>
            </a:r>
            <a:br>
              <a:rPr lang="fr-FR"/>
            </a:br>
            <a:r>
              <a:rPr lang="fr-FR"/>
              <a:t>	10-  AUJOURD’HUI, EST NÉ LE ROI D’ISRAËL </a:t>
            </a:r>
          </a:p>
          <a:p>
            <a:r>
              <a:rPr lang="fr-FR"/>
              <a:t>
11-  PAR CE CIEL ÉTOILÉ 
12-  SONT VENUS L’ADORER 
13-  TROIS HOMMES SAGES  
14-  VENANT DE LOINTAINS PAYS 
15-  JÉSUS, PRINCE DE LA PAIX 
16-  TON AMOUR EST PARFAIT 
17-  ET TON NOM EST SI DOUX 
18-  CHANTONS NOËL 
</a:t>
            </a:r>
          </a:p>
          <a:p>
            <a:r>
              <a:rPr lang="fr-FR"/>
              <a:t>	Refrain :</a:t>
            </a:r>
          </a:p>
          <a:p>
            <a:r>
              <a:rPr lang="fr-FR"/>
              <a:t>	19-  NOËL, NOËL, NOËL, NOËL 
	20-  AUJOURD’HUI EST NÉ LE ROI D’ISRAËL       x2</a:t>
            </a:r>
          </a:p>
          <a:p>
            <a:endParaRPr lang="fr-FR"/>
          </a:p>
          <a:p>
            <a:r>
              <a:rPr lang="fr-FR"/>
              <a:t>Pont :
21-  CHANTE NOËL  x2
22-  NOËL, NOËL…               x2</a:t>
            </a:r>
          </a:p>
          <a:p>
            <a:r>
              <a:rPr lang="fr-FR"/>
              <a:t>
23-  DOUCE NUIT, SAINTE NUIT 
24-  NOËL, NOËL… 
25-  LE ROI EST NÉ, 
26-  C’EST UNE JOIE IMMENSE 
27-  NOËL, NOËL… </a:t>
            </a:r>
          </a:p>
          <a:p>
            <a:r>
              <a:rPr lang="fr-FR"/>
              <a:t>
28-  CHANTE NOËL  x2 
29-  NOËL, NOËL…               x2
</a:t>
            </a:r>
          </a:p>
          <a:p>
            <a:r>
              <a:rPr lang="fr-FR"/>
              <a:t>30-  LE ROI EST DESCENDU DU CIEL
31-  SHALA LA LA LA LA, CHANTE 
32-  LE ROI EST DESCENDU DU CIEL 
33-  SHALA LA LA LA LA, DANSE              x2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AC1033-3F98-46C5-BCCA-53EDC05BDB7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877EE0-EFB3-4757-9C88-7D8CE515A14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FE587-761D-484D-B883-D91F6A2F5AD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27F1F4-7BF0-4E95-B734-B597D618CB2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E16A4-C6D5-4579-8E21-395951A761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15636-50B7-4685-ACDA-1C7EC278A73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A9975-3733-4E91-82C4-F4951339874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49D36F-A48A-49B7-A165-5B3B9AB664F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8C391-0A70-4A66-8510-6A3A982E01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F2E134-5FBD-451F-A33F-93779378487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B5338-D6B2-48E9-B5CF-13CD342CC02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28163B9-25BC-44D7-8F77-2E5FFF20C19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itchFamily="66" charset="0"/>
              </a:rPr>
              <a:t>AUJOURD’HUI, LE ROI DES CIEUX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itchFamily="66" charset="0"/>
              </a:rPr>
              <a:t/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itchFamily="66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QUE LES ANGES CÉLÈBRENT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EST VENU PARMI NOUS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CHANTONS NOËL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JÉSUS, ROI DE LA TERRE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NOUS VOULONS T’ADORER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CAR TON NOM EST SI DOUX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CHANTONS NOËL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NOËL, NOËL, NOËL, NOËL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AUJOURD’HUI EST NÉ LE ROI D’ISRAËL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PAR CE CIEL ÉTOILÉ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SONT VENUS L’ADORER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TROIS HOMMES SAGES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VENANT DE LOINTAINS PAYS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JÉSUS, PRINCE DE LA PAIX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TON AMOUR EST PARFAIT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ET TON NOM EST SI DOUX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CHANTONS NOËL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NOËL, NOËL, NOËL, NOËL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AUJOURD’HUI EST NÉ LE ROI D’ISRAËL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CHANTE NOËL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NOËL, NOËL…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DOUCE NUIT, SAINTE NUIT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NOËL, NOËL…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 ROI EST NÉ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C’EST UNE JOIE IMMENSE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NOËL, NOËL…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CHANTE NOËL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NOËL, NOËL…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 ROI EST DESCENDU DU CIEL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/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SHALA LA </a:t>
            </a:r>
            <a:r>
              <a:rPr 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LA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 </a:t>
            </a:r>
            <a:r>
              <a:rPr 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LA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 </a:t>
            </a:r>
            <a:r>
              <a:rPr 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LA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, CHANTE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 ROI EST DESCENDU DU CIEL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SHALA LA </a:t>
            </a:r>
            <a:r>
              <a:rPr 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LA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 </a:t>
            </a:r>
            <a:r>
              <a:rPr 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LA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 </a:t>
            </a:r>
            <a:r>
              <a:rPr lang="fr-FR" sz="32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LA</a:t>
            </a: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, DANSE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612</Words>
  <Application>Microsoft Office PowerPoint</Application>
  <PresentationFormat>Affichage à l'écran (4:3)</PresentationFormat>
  <Paragraphs>759</Paragraphs>
  <Slides>33</Slides>
  <Notes>33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4" baseType="lpstr">
      <vt:lpstr>Default Design</vt:lpstr>
      <vt:lpstr>AUJOURD’HUI, LE ROI DES CIEUX </vt:lpstr>
      <vt:lpstr>QUE LES ANGES CÉLÈBRENT</vt:lpstr>
      <vt:lpstr>EST VENU PARMI NOUS</vt:lpstr>
      <vt:lpstr>CHANTONS NOËL </vt:lpstr>
      <vt:lpstr>JÉSUS, ROI DE LA TERRE</vt:lpstr>
      <vt:lpstr>NOUS VOULONS T’ADORER</vt:lpstr>
      <vt:lpstr>CAR TON NOM EST SI DOUX</vt:lpstr>
      <vt:lpstr>CHANTONS NOËL</vt:lpstr>
      <vt:lpstr>NOËL, NOËL, NOËL, NOËL </vt:lpstr>
      <vt:lpstr>AUJOURD’HUI EST NÉ LE ROI D’ISRAËL</vt:lpstr>
      <vt:lpstr>PAR CE CIEL ÉTOILÉ</vt:lpstr>
      <vt:lpstr>SONT VENUS L’ADORER</vt:lpstr>
      <vt:lpstr>TROIS HOMMES SAGES </vt:lpstr>
      <vt:lpstr>VENANT DE LOINTAINS PAYS</vt:lpstr>
      <vt:lpstr>JÉSUS, PRINCE DE LA PAIX</vt:lpstr>
      <vt:lpstr>TON AMOUR EST PARFAIT</vt:lpstr>
      <vt:lpstr>ET TON NOM EST SI DOUX</vt:lpstr>
      <vt:lpstr>CHANTONS NOËL</vt:lpstr>
      <vt:lpstr>NOËL, NOËL, NOËL, NOËL</vt:lpstr>
      <vt:lpstr>AUJOURD’HUI EST NÉ LE ROI D’ISRAËL</vt:lpstr>
      <vt:lpstr>CHANTE NOËL</vt:lpstr>
      <vt:lpstr>NOËL, NOËL…</vt:lpstr>
      <vt:lpstr>DOUCE NUIT, SAINTE NUIT</vt:lpstr>
      <vt:lpstr>NOËL, NOËL…</vt:lpstr>
      <vt:lpstr>LE ROI EST NÉ</vt:lpstr>
      <vt:lpstr>C’EST UNE JOIE IMMENSE</vt:lpstr>
      <vt:lpstr>NOËL, NOËL…</vt:lpstr>
      <vt:lpstr>CHANTE NOËL</vt:lpstr>
      <vt:lpstr>NOËL, NOËL…</vt:lpstr>
      <vt:lpstr>LE ROI EST DESCENDU DU CIEL </vt:lpstr>
      <vt:lpstr>SHALA LA LA LA LA, CHANTE</vt:lpstr>
      <vt:lpstr>LE ROI EST DESCENDU DU CIEL</vt:lpstr>
      <vt:lpstr>SHALA LA LA LA LA, DANSE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147</cp:revision>
  <dcterms:created xsi:type="dcterms:W3CDTF">2002-08-17T10:50:50Z</dcterms:created>
  <dcterms:modified xsi:type="dcterms:W3CDTF">2020-12-27T11:04:14Z</dcterms:modified>
</cp:coreProperties>
</file>