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0" r:id="rId4"/>
    <p:sldId id="269" r:id="rId5"/>
    <p:sldId id="261" r:id="rId6"/>
    <p:sldId id="265" r:id="rId7"/>
    <p:sldId id="266" r:id="rId8"/>
    <p:sldId id="270" r:id="rId9"/>
    <p:sldId id="271" r:id="rId10"/>
    <p:sldId id="272" r:id="rId11"/>
    <p:sldId id="263" r:id="rId12"/>
    <p:sldId id="264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4762" autoAdjust="0"/>
  </p:normalViewPr>
  <p:slideViewPr>
    <p:cSldViewPr>
      <p:cViewPr varScale="1">
        <p:scale>
          <a:sx n="39" d="100"/>
          <a:sy n="39" d="100"/>
        </p:scale>
        <p:origin x="94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23/12/2021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1684725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4114323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260734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1881370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2772861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4122956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2413497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1791257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2951874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3394098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1-  OH OH OH OH OH OH  JE MARCHE DANS LA LUMIÈRE DE DIEU  x2</a:t>
            </a:r>
          </a:p>
          <a:p>
            <a:pPr>
              <a:defRPr/>
            </a:pPr>
            <a:r>
              <a:rPr lang="fr-FR"/>
              <a:t>
2-  CETTE LUMIÈRE EN MOI JE VAIS LA FAIRE BRILLER  x5</a:t>
            </a:r>
          </a:p>
          <a:p>
            <a:pPr>
              <a:defRPr/>
            </a:pPr>
            <a:r>
              <a:rPr lang="fr-FR"/>
              <a:t>
3-  TOUS LES JOURS CHAQUE JOUR 
4-  TOUT LE TEMPS POUR TOUTE MA VIE   
5-  JE FERAI BRILLER MA LUMIÈRE </a:t>
            </a:r>
          </a:p>
          <a:p>
            <a:pPr>
              <a:defRPr/>
            </a:pPr>
            <a:r>
              <a:rPr lang="fr-FR"/>
              <a:t>
6-  OH OH OH OH OH OH  JE MARCHE DANS LA LUMIÈRE DE DIEU  x2 </a:t>
            </a:r>
          </a:p>
          <a:p>
            <a:pPr>
              <a:defRPr/>
            </a:pPr>
            <a:r>
              <a:rPr lang="fr-FR"/>
              <a:t>
7-  CETTE LUMIÈRE EN MOI JE VAIS LA FAIRE BRILLER  x3</a:t>
            </a:r>
          </a:p>
          <a:p>
            <a:pPr>
              <a:defRPr/>
            </a:pPr>
            <a:r>
              <a:rPr lang="fr-FR"/>
              <a:t>
8-  TOUS LES JOURS CHAQUE JOUR 
9-  TOUT LE TEMPS POUR TOUTE MA VIE   
10-  JE FERAI BRILLER MA LUMIÈRE </a:t>
            </a:r>
          </a:p>
          <a:p>
            <a:pPr>
              <a:defRPr/>
            </a:pPr>
            <a:r>
              <a:rPr lang="fr-FR"/>
              <a:t>
11-  OH OUI !  JE FERAI BRILLER MA LUMIÈRE   x3</a:t>
            </a:r>
          </a:p>
          <a:p>
            <a:pPr>
              <a:defRPr/>
            </a:pPr>
            <a:r>
              <a:rPr lang="fr-FR"/>
              <a:t>
12-  OH OH OH OH OH OH  JE MARCHE DANS LA LUMIÈRE DE DIEU  x3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OH OH OH OH OH OH  JE MARCHE DANS LA LUMIÈRE DE DIEU  x2</a:t>
            </a:r>
          </a:p>
          <a:p>
            <a:r>
              <a:rPr lang="fr-FR"/>
              <a:t>
2-  CETTE LUMIÈRE EN MOI JE VAIS LA FAIRE BRILLER  x5</a:t>
            </a:r>
          </a:p>
          <a:p>
            <a:r>
              <a:rPr lang="fr-FR"/>
              <a:t>
3-  TOUS LES JOURS CHAQUE JOUR 
4-  TOUT LE TEMPS POUR TOUTE MA VIE   
5-  JE FERAI BRILLER MA LUMIÈRE </a:t>
            </a:r>
          </a:p>
          <a:p>
            <a:r>
              <a:rPr lang="fr-FR"/>
              <a:t>
6-  OH OH OH OH OH OH  JE MARCHE DANS LA LUMIÈRE DE DIEU  x2 </a:t>
            </a:r>
          </a:p>
          <a:p>
            <a:r>
              <a:rPr lang="fr-FR"/>
              <a:t>
7-  CETTE LUMIÈRE EN MOI JE VAIS LA FAIRE BRILLER  x3</a:t>
            </a:r>
          </a:p>
          <a:p>
            <a:r>
              <a:rPr lang="fr-FR"/>
              <a:t>
8-  TOUS LES JOURS CHAQUE JOUR 
9-  TOUT LE TEMPS POUR TOUTE MA VIE   
10-  JE FERAI BRILLER MA LUMIÈRE </a:t>
            </a:r>
          </a:p>
          <a:p>
            <a:r>
              <a:rPr lang="fr-FR"/>
              <a:t>
11-  OH OUI !  JE FERAI BRILLER MA LUMIÈRE   x3</a:t>
            </a:r>
          </a:p>
          <a:p>
            <a:r>
              <a:rPr lang="fr-FR"/>
              <a:t>
12-  OH OH OH OH OH OH  JE MARCHE DANS LA LUMIÈRE DE DIEU  x3
</a:t>
            </a:r>
          </a:p>
        </p:txBody>
      </p:sp>
    </p:spTree>
    <p:extLst>
      <p:ext uri="{BB962C8B-B14F-4D97-AF65-F5344CB8AC3E}">
        <p14:creationId xmlns:p14="http://schemas.microsoft.com/office/powerpoint/2010/main" val="1275403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MARCHE DANS LA LUMIÈRE DE DIEU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LUMIÈRE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VAIS LA FAIRE BRILLER</a:t>
            </a:r>
          </a:p>
        </p:txBody>
      </p:sp>
    </p:spTree>
    <p:extLst>
      <p:ext uri="{BB962C8B-B14F-4D97-AF65-F5344CB8AC3E}">
        <p14:creationId xmlns:p14="http://schemas.microsoft.com/office/powerpoint/2010/main" val="245295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LES 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CHAQUE JOUR</a:t>
            </a:r>
          </a:p>
        </p:txBody>
      </p:sp>
    </p:spTree>
    <p:extLst>
      <p:ext uri="{BB962C8B-B14F-4D97-AF65-F5344CB8AC3E}">
        <p14:creationId xmlns:p14="http://schemas.microsoft.com/office/powerpoint/2010/main" val="52562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TOUTE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590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FERAI BRILLER MA LUMIÈRE </a:t>
            </a:r>
          </a:p>
        </p:txBody>
      </p:sp>
    </p:spTree>
    <p:extLst>
      <p:ext uri="{BB962C8B-B14F-4D97-AF65-F5344CB8AC3E}">
        <p14:creationId xmlns:p14="http://schemas.microsoft.com/office/powerpoint/2010/main" val="284406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MARCHE DANS LA LUMIÈRE DE DIEU</a:t>
            </a:r>
          </a:p>
        </p:txBody>
      </p:sp>
    </p:spTree>
    <p:extLst>
      <p:ext uri="{BB962C8B-B14F-4D97-AF65-F5344CB8AC3E}">
        <p14:creationId xmlns:p14="http://schemas.microsoft.com/office/powerpoint/2010/main" val="167699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LUMIÈRE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VAIS LA FAIRE BRILLER</a:t>
            </a:r>
          </a:p>
        </p:txBody>
      </p:sp>
    </p:spTree>
    <p:extLst>
      <p:ext uri="{BB962C8B-B14F-4D97-AF65-F5344CB8AC3E}">
        <p14:creationId xmlns:p14="http://schemas.microsoft.com/office/powerpoint/2010/main" val="287473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LES 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CHAQUE JOUR</a:t>
            </a:r>
          </a:p>
        </p:txBody>
      </p:sp>
    </p:spTree>
    <p:extLst>
      <p:ext uri="{BB962C8B-B14F-4D97-AF65-F5344CB8AC3E}">
        <p14:creationId xmlns:p14="http://schemas.microsoft.com/office/powerpoint/2010/main" val="381624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TOUTE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385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FERAI BRILLER MA LUMIÈRE </a:t>
            </a:r>
          </a:p>
        </p:txBody>
      </p:sp>
    </p:spTree>
    <p:extLst>
      <p:ext uri="{BB962C8B-B14F-4D97-AF65-F5344CB8AC3E}">
        <p14:creationId xmlns:p14="http://schemas.microsoft.com/office/powerpoint/2010/main" val="186922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OUI !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FERAI BRILLER MA LUMIÈRE </a:t>
            </a:r>
          </a:p>
        </p:txBody>
      </p:sp>
    </p:spTree>
    <p:extLst>
      <p:ext uri="{BB962C8B-B14F-4D97-AF65-F5344CB8AC3E}">
        <p14:creationId xmlns:p14="http://schemas.microsoft.com/office/powerpoint/2010/main" val="108521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MARCHE DANS LA LUMIÈRE DE DIEU</a:t>
            </a:r>
          </a:p>
        </p:txBody>
      </p:sp>
    </p:spTree>
    <p:extLst>
      <p:ext uri="{BB962C8B-B14F-4D97-AF65-F5344CB8AC3E}">
        <p14:creationId xmlns:p14="http://schemas.microsoft.com/office/powerpoint/2010/main" val="142631001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3197</Words>
  <Application>Microsoft Office PowerPoint</Application>
  <PresentationFormat>Affichage à l'écran (4:3)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85</cp:revision>
  <dcterms:created xsi:type="dcterms:W3CDTF">2002-08-17T13:12:10Z</dcterms:created>
  <dcterms:modified xsi:type="dcterms:W3CDTF">2021-12-23T21:21:50Z</dcterms:modified>
</cp:coreProperties>
</file>