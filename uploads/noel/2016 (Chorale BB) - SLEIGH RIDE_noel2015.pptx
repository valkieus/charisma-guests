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435" r:id="rId2"/>
    <p:sldId id="477" r:id="rId3"/>
    <p:sldId id="474" r:id="rId4"/>
    <p:sldId id="437" r:id="rId5"/>
    <p:sldId id="438" r:id="rId6"/>
    <p:sldId id="439" r:id="rId7"/>
    <p:sldId id="440" r:id="rId8"/>
    <p:sldId id="441" r:id="rId9"/>
    <p:sldId id="442" r:id="rId10"/>
    <p:sldId id="444" r:id="rId11"/>
    <p:sldId id="445" r:id="rId12"/>
    <p:sldId id="446" r:id="rId13"/>
    <p:sldId id="447" r:id="rId14"/>
    <p:sldId id="448" r:id="rId15"/>
    <p:sldId id="450" r:id="rId16"/>
    <p:sldId id="451" r:id="rId17"/>
    <p:sldId id="452" r:id="rId18"/>
    <p:sldId id="453" r:id="rId19"/>
    <p:sldId id="454" r:id="rId20"/>
    <p:sldId id="455" r:id="rId21"/>
    <p:sldId id="456" r:id="rId22"/>
    <p:sldId id="457" r:id="rId23"/>
    <p:sldId id="459" r:id="rId24"/>
    <p:sldId id="460" r:id="rId25"/>
    <p:sldId id="461" r:id="rId26"/>
    <p:sldId id="462" r:id="rId27"/>
    <p:sldId id="463" r:id="rId28"/>
    <p:sldId id="465" r:id="rId29"/>
    <p:sldId id="466" r:id="rId30"/>
    <p:sldId id="467" r:id="rId31"/>
    <p:sldId id="468" r:id="rId32"/>
    <p:sldId id="469" r:id="rId33"/>
    <p:sldId id="470" r:id="rId34"/>
    <p:sldId id="471" r:id="rId35"/>
    <p:sldId id="472" r:id="rId36"/>
    <p:sldId id="473" r:id="rId37"/>
    <p:sldId id="478" r:id="rId38"/>
    <p:sldId id="479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41575" autoAdjust="0"/>
  </p:normalViewPr>
  <p:slideViewPr>
    <p:cSldViewPr>
      <p:cViewPr>
        <p:scale>
          <a:sx n="30" d="100"/>
          <a:sy n="30" d="100"/>
        </p:scale>
        <p:origin x="-4164" y="-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90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41C4CCE-DCC5-4030-BA9A-F17B6CA42F6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C955CA9-331B-4E51-B1D2-9B98E238875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DING DING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DING </a:t>
            </a:r>
            <a:r>
              <a:rPr lang="fr-FR" dirty="0" err="1" smtClean="0"/>
              <a:t>DING</a:t>
            </a:r>
            <a:r>
              <a:rPr lang="fr-FR" dirty="0" smtClean="0"/>
              <a:t>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ON ENTEND DING </a:t>
            </a:r>
            <a:r>
              <a:rPr lang="fr-FR" dirty="0" err="1" smtClean="0"/>
              <a:t>DING</a:t>
            </a:r>
            <a:r>
              <a:rPr lang="fr-FR" dirty="0" smtClean="0"/>
              <a:t>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ALLEZ HOP, ALLEZ HOP, ALLEZ HOP OH </a:t>
            </a:r>
            <a:r>
              <a:rPr lang="fr-FR" dirty="0" err="1" smtClean="0"/>
              <a:t>OH</a:t>
            </a:r>
            <a:r>
              <a:rPr lang="fr-FR" dirty="0" smtClean="0"/>
              <a:t>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DING </a:t>
            </a:r>
            <a:r>
              <a:rPr lang="fr-FR" dirty="0" err="1" smtClean="0"/>
              <a:t>DING</a:t>
            </a:r>
            <a:r>
              <a:rPr lang="fr-FR" dirty="0" smtClean="0"/>
              <a:t> DONG DING C’EST NOËL, C’EST NOËL, C’EST NOÊL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ON ENTEND DING </a:t>
            </a:r>
            <a:r>
              <a:rPr lang="fr-FR" dirty="0" err="1" smtClean="0"/>
              <a:t>DING</a:t>
            </a:r>
            <a:r>
              <a:rPr lang="fr-FR" dirty="0" smtClean="0"/>
              <a:t>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ALLEZ HOP, ALLEZ HOP, ALLEZ HOP OH </a:t>
            </a:r>
            <a:r>
              <a:rPr lang="fr-FR" dirty="0" err="1" smtClean="0"/>
              <a:t>OH</a:t>
            </a:r>
            <a:r>
              <a:rPr lang="fr-FR" dirty="0" smtClean="0"/>
              <a:t>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POUR UN TOUR DE TRAINEAU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AUX QUATRE COINS DU MONDE  LES FAMILLES SE RÉUNISSENT 
24-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SIMPLE EST LE MESSAGE J’TE L’RÉPÈTE C’EST NOËL 
26-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VIENS AVEC NOUS, AVEC NOUS                                             x2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POP, POP, POP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IL Y A UNE JOIE QUE RIEN NE POURRAIT REMPLACER 
34-  L’ODEUR DU SAPIN LES CHOCOLATS ET LES JOUETS 
35-  CET INSTANT UNIQUE RESTE DANS  NOS CŒURS À TOUT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CETTE JOIE DE NOËL ON NE POURRA JAMAIS L’OUBLIER   x2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Couplet : 1  ( en entier 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37 -VIENS AVEC NOUS, AVEC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38- C’est Noel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DING DING DONG DING C’EST NOËL, C’EST NOËL, C’EST NOÊL </a:t>
            </a:r>
          </a:p>
          <a:p>
            <a:endParaRPr lang="fr-FR" altLang="en-US" smtClean="0"/>
          </a:p>
          <a:p>
            <a:r>
              <a:rPr lang="fr-FR" altLang="en-US" smtClean="0"/>
              <a:t>Couplet 1 : </a:t>
            </a:r>
          </a:p>
          <a:p>
            <a:r>
              <a:rPr lang="fr-FR" altLang="en-US" smtClean="0"/>
              <a:t>2-  ON ENTEND DING DING DONG ET LES CLOCHES DE NOËL QUI JOUENT 
3-  VIENS VOIR CE MERVEILLEUX TEMPS 
4-  POUR UN TOUR DE TRAÎNEAU AVEC NOUS 
5-  DEHORS LA NEIGE TOMBE ET LES AMIS N’ATTENDENT QUE NOUS 
6-  VIENS VOIR C’EST UN MERVEILLEUX TEMPS 
7-  POUR UN TOUR DE TRAÎNEAU AVEC NOUS </a:t>
            </a:r>
          </a:p>
          <a:p>
            <a:endParaRPr lang="fr-FR" altLang="en-US" smtClean="0"/>
          </a:p>
          <a:p>
            <a:r>
              <a:rPr lang="fr-FR" altLang="en-US" smtClean="0"/>
              <a:t>8-  ALLEZ HOP, ALLEZ HOP, ALLEZ HOP OH OH ALLONS VOIR PLUS HAUT 
9-  SOUS LA NEIGE TOUT EST TELLEMENT BEAU 
10-  ALLEZ HOP, ALLEZ HOP, ALLEZ HOP ET VIENS VOIR UN PEU PLUS LOIN 
11-  LES PAYSAGES ENNEIGÉS ET CES MILLIERS DE SAPINS </a:t>
            </a:r>
          </a:p>
          <a:p>
            <a:endParaRPr lang="fr-FR" altLang="en-US" smtClean="0"/>
          </a:p>
          <a:p>
            <a:r>
              <a:rPr lang="fr-FR" altLang="en-US" smtClean="0"/>
              <a:t>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 altLang="en-US" smtClean="0"/>
              <a:t>16-  POUR UN TOUR DE TRAINEAU AVEC NOUS </a:t>
            </a:r>
          </a:p>
          <a:p>
            <a:endParaRPr lang="fr-FR" altLang="en-US" smtClean="0"/>
          </a:p>
          <a:p>
            <a:r>
              <a:rPr lang="fr-FR" altLang="en-US" smtClean="0"/>
              <a:t>Rap :
17-  C'EST NOËL, JOUR DE FÊTE
18-  LE SOL GLISSE LES ENFANTS S’ENVOIENT 
19-  DES BOULES DE NEIGE MOMENT DE PARTAGE 
20-  L’AMOUR T’INVITE À SA TABLE NE FAIS PAS LA SOURDE OREILLE 
21-  DES CADEAUX, DES CÂLINS LE 25 AU MATIN 
22-  LES PETITS ET LES GRANDS S’PRÉCIPITENT AU PIED DU SAPIN </a:t>
            </a:r>
          </a:p>
          <a:p>
            <a:r>
              <a:rPr lang="fr-FR" altLang="en-US" smtClean="0"/>
              <a:t>23-  AUX QUATRE COINS DU MONDE  LES FAMILLES SE RÉUNISSENT 
24-  CHANTONS TOUS ENSEMBLE QUE NOS CŒURS SE RÉJOUISSENT </a:t>
            </a:r>
          </a:p>
          <a:p>
            <a:endParaRPr lang="fr-FR" altLang="en-US" smtClean="0"/>
          </a:p>
          <a:p>
            <a:r>
              <a:rPr lang="fr-FR" altLang="en-US" smtClean="0"/>
              <a:t>25-  SIMPLE EST LE MESSAGE J’TE L’RÉPÈTE C’EST NOËL 
26-  UN MOMENT DE PARTAGE UN JOUR EXCEPTIONNEL </a:t>
            </a:r>
          </a:p>
          <a:p>
            <a:r>
              <a:rPr lang="fr-FR" altLang="en-US" smtClean="0"/>
              <a:t>27-  VIENS AVEC NOUS, AVEC NOUS                                             x2
</a:t>
            </a:r>
          </a:p>
          <a:p>
            <a:r>
              <a:rPr lang="fr-FR" altLang="en-US" smtClean="0"/>
              <a:t>Pont :
28-  UNE FÊTE SE PRÉPARE NOUS ALLONS CÉLÉBRER 
29-  ÊTRE DANS LA JOIE POUR TERMINER NOTRE JOURNÉE 
30-  CHANTER TOUS NOS CHANTS PRÉFÉRÉS PENDANT TOUTE LA SOIRÉE 
31-  ÉCOUTER LES MARRONS CRAQUER DANS LA CHEMINÉE </a:t>
            </a:r>
          </a:p>
          <a:p>
            <a:endParaRPr lang="fr-FR" altLang="en-US" smtClean="0"/>
          </a:p>
          <a:p>
            <a:r>
              <a:rPr lang="fr-FR" altLang="en-US" smtClean="0"/>
              <a:t>32-  POP, POP, POP </a:t>
            </a:r>
          </a:p>
          <a:p>
            <a:endParaRPr lang="fr-FR" altLang="en-US" smtClean="0"/>
          </a:p>
          <a:p>
            <a:r>
              <a:rPr lang="fr-FR" altLang="en-US" smtClean="0"/>
              <a:t>33-  IL Y A UNE JOIE QUE RIEN NE POURRAIT REMPLACER 
34-  L’ODEUR DU SAPIN LES CHOCOLATS ET LES JOUETS 
35-  CET INSTANT UNIQUE RESTE DANS  NOS CŒURS À TOUT JAMAIS </a:t>
            </a:r>
          </a:p>
          <a:p>
            <a:endParaRPr lang="fr-FR" altLang="en-US" smtClean="0"/>
          </a:p>
          <a:p>
            <a:r>
              <a:rPr lang="fr-FR" altLang="en-US" smtClean="0"/>
              <a:t>36-  CETTE JOIE DE NOËL ON NE POURRA JAMAIS L’OUBLIER   x2 </a:t>
            </a:r>
          </a:p>
          <a:p>
            <a:endParaRPr lang="fr-FR" altLang="en-US" smtClean="0"/>
          </a:p>
          <a:p>
            <a:r>
              <a:rPr lang="fr-FR" altLang="en-US" smtClean="0"/>
              <a:t>	Couplet : 1  ( en entier ) </a:t>
            </a:r>
          </a:p>
          <a:p>
            <a:endParaRPr lang="fr-FR" altLang="en-US" smtClean="0"/>
          </a:p>
          <a:p>
            <a:r>
              <a:rPr lang="fr-FR" altLang="en-US" smtClean="0"/>
              <a:t>37 -VIENS AVEC NOUS, AVEC NOUS</a:t>
            </a:r>
          </a:p>
          <a:p>
            <a:endParaRPr lang="fr-FR" altLang="en-US" smtClean="0"/>
          </a:p>
          <a:p>
            <a:r>
              <a:rPr lang="fr-FR" altLang="en-US" smtClean="0"/>
              <a:t>38- C’est Noel</a:t>
            </a:r>
          </a:p>
          <a:p>
            <a:endParaRPr lang="fr-FR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3E368-AD80-4419-9509-0C95A5D8B1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87220-74F4-4EE1-ADDE-D8991FF270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595BC-9B0C-4607-81A9-E51595E5A3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60FBD-8311-4200-B936-0364BDEFB9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40B33F-CF21-4F26-9CDB-384135084E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FF2AE-AAA4-4348-8102-711FF17522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5D253-7FE7-4E2E-A842-15AF13D80B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902B5-0333-44C1-A3F1-37B2C2BF97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92F91-9F24-4574-81F0-9701652C0A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656FD-C8E8-4358-84BA-EC71F75A98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4FA28-04EF-4276-A44D-35C05284F8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7ABC535-064C-48BE-A2B6-3A40FFE7C0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DING </a:t>
            </a:r>
            <a:r>
              <a:rPr lang="fr-FR" sz="37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DING</a:t>
            </a: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 </a:t>
            </a:r>
            <a:r>
              <a:rPr lang="fr-FR" sz="37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DING</a:t>
            </a: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 </a:t>
            </a:r>
            <a:r>
              <a:rPr lang="fr-FR" sz="37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DING</a:t>
            </a: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 DONG DING</a:t>
            </a:r>
            <a:b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C’EST NOËL, C’EST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ON ENTEND DING </a:t>
            </a:r>
            <a:r>
              <a:rPr lang="fr-FR" sz="37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DING</a:t>
            </a: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 DONG</a:t>
            </a:r>
            <a:b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ET LES CLOCHES DE NOËL QUI JOUENT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VIENS VOIR CE MERVEILLEUX 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POUR UN TOUR DE TRAÎNEAU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AVEC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DEHORS LA NEIGE TOMBE ET LES AMIS N’ATTENDENT QUE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VIENS VOIR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C’EST UN MERVEILLEUX TEMPS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POUR UN TOUR DE TRAÎNEAU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AVEC NOUS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ALLEZ HOP, ALLEZ HOP, ALLEZ HOP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OH OH ALLONS VOIR PLUS HAUT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SOUS LA NEIGE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TOUT EST TELLEMENT BEAU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ALLEZ HOP, ALLEZ HOP, ALLEZ HOP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ET VIENS VOIR UN PEU PLUS LOIN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LES PAYSAGES ENNEIGÉS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ET CES MILLIERS DE SAPINS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NOS JOUES SERONT GELÉES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PAR LE VENT ET NOS MAINS AUSSI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MAIS C’EST SI BON DE S’AMUSER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RIRE AVEC TOUS NOS AMIS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AVEC UN CHANT SUR LES LÈVRES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ET UNE ÉCHARPE À TON COU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VIENS VOIR, CE MERVEILLEUX TEMPS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POUR UN TOUR DE TRAINEAU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AVEC NOUS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C'EST NOËL, JOUR DE FÊTE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 SOL GLISSE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LES ENFANTS S’ENVOIENT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DES BOULES DE NEIGE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MOMENT DE PARTAGE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L’AMOUR T’INVITE À SA TABLE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NE FAIS PAS LA SOURDE OREILLE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DES CADEAUX, DES CÂLINS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 25 AU MATIN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LES PETITS ET LES GRANDS S’PRÉCIPITENT AU PIED DU SAPIN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AUX QUATRE COINS DU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 LES FAMILLES SE RÉUNISSENT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CHANTONS TOUS ENSEMBLE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 QUE NOS CŒURS SE RÉJOUISSENT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SIMPLE EST LE MESSAGE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J’TE L’RÉPÈTE C’EST NOËL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UN MOMENT DE PARTAGE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UN JOUR EXCEPTIONNEL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VIENS AVEC NOUS, AVEC NOUS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UNE FÊTE SE PRÉPARE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NOUS ALLONS CÉLÉBRER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ÊTRE DANS LA JOIE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POUR TERMINER NOTRE JOURNÉE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CHANTER TOUS NOS CHANTS PRÉFÉRÉS PENDANT TOUTE LA SOIRÉE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ÉCOUTER LES MARRONS CRAQUER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DANS LA CHEMINÉE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POP, POP, POP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IL Y A UNE JOIE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QUE RIEN NE POURRAIT REMPLACER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L’ODEUR DU SAPIN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LES CHOCOLATS ET LES JOUETS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CET INSTANT UNIQUE RESTE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DANS  NOS CŒURS À TOUT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CETTE JOIE DE NOËL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ON NE POURRA JAMAIS L’OUBLIER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VIENS AVEC NOUS, AVEC NOUS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C’EST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</TotalTime>
  <Words>2396</Words>
  <Application>Microsoft Office PowerPoint</Application>
  <PresentationFormat>On-screen Show (4:3)</PresentationFormat>
  <Paragraphs>2166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Franklin Gothic Medium</vt:lpstr>
      <vt:lpstr>Arial</vt:lpstr>
      <vt:lpstr>Calibri</vt:lpstr>
      <vt:lpstr>Default Design</vt:lpstr>
      <vt:lpstr>DING DING DING DING DONG DING C’EST NOËL, C’EST NOËL</vt:lpstr>
      <vt:lpstr>ON ENTEND DING DING DONG ET LES CLOCHES DE NOËL QUI JOUENT</vt:lpstr>
      <vt:lpstr>VIENS VOIR CE MERVEILLEUX TEMPS </vt:lpstr>
      <vt:lpstr>POUR UN TOUR DE TRAÎNEAU AVEC NOUS</vt:lpstr>
      <vt:lpstr>DEHORS LA NEIGE TOMBE ET LES AMIS N’ATTENDENT QUE NOUS</vt:lpstr>
      <vt:lpstr>VIENS VOIR C’EST UN MERVEILLEUX TEMPS</vt:lpstr>
      <vt:lpstr>POUR UN TOUR DE TRAÎNEAU AVEC NOUS</vt:lpstr>
      <vt:lpstr>ALLEZ HOP, ALLEZ HOP, ALLEZ HOP OH OH ALLONS VOIR PLUS HAUT</vt:lpstr>
      <vt:lpstr>SOUS LA NEIGE TOUT EST TELLEMENT BEAU</vt:lpstr>
      <vt:lpstr>ALLEZ HOP, ALLEZ HOP, ALLEZ HOP ET VIENS VOIR UN PEU PLUS LOIN</vt:lpstr>
      <vt:lpstr>LES PAYSAGES ENNEIGÉS ET CES MILLIERS DE SAPINS</vt:lpstr>
      <vt:lpstr>NOS JOUES SERONT GELÉES PAR LE VENT ET NOS MAINS AUSSI</vt:lpstr>
      <vt:lpstr>MAIS C’EST SI BON DE S’AMUSER RIRE AVEC TOUS NOS AMIS </vt:lpstr>
      <vt:lpstr>AVEC UN CHANT SUR LES LÈVRES ET UNE ÉCHARPE À TON COU</vt:lpstr>
      <vt:lpstr>VIENS VOIR, CE MERVEILLEUX TEMPS</vt:lpstr>
      <vt:lpstr>POUR UN TOUR DE TRAINEAU AVEC NOUS</vt:lpstr>
      <vt:lpstr>C'EST NOËL, JOUR DE FÊTE</vt:lpstr>
      <vt:lpstr>LE SOL GLISSE LES ENFANTS S’ENVOIENT</vt:lpstr>
      <vt:lpstr>DES BOULES DE NEIGE MOMENT DE PARTAGE</vt:lpstr>
      <vt:lpstr>L’AMOUR T’INVITE À SA TABLE NE FAIS PAS LA SOURDE OREILLE</vt:lpstr>
      <vt:lpstr>DES CADEAUX, DES CÂLINS LE 25 AU MATIN</vt:lpstr>
      <vt:lpstr>LES PETITS ET LES GRANDS S’PRÉCIPITENT AU PIED DU SAPIN</vt:lpstr>
      <vt:lpstr>AUX QUATRE COINS DU MONDE  LES FAMILLES SE RÉUNISSENT</vt:lpstr>
      <vt:lpstr>CHANTONS TOUS ENSEMBLE  QUE NOS CŒURS SE RÉJOUISSENT</vt:lpstr>
      <vt:lpstr>SIMPLE EST LE MESSAGE J’TE L’RÉPÈTE C’EST NOËL</vt:lpstr>
      <vt:lpstr>UN MOMENT DE PARTAGE UN JOUR EXCEPTIONNEL</vt:lpstr>
      <vt:lpstr>VIENS AVEC NOUS, AVEC NOUS</vt:lpstr>
      <vt:lpstr>UNE FÊTE SE PRÉPARE  NOUS ALLONS CÉLÉBRER</vt:lpstr>
      <vt:lpstr>ÊTRE DANS LA JOIE  POUR TERMINER NOTRE JOURNÉE</vt:lpstr>
      <vt:lpstr>CHANTER TOUS NOS CHANTS PRÉFÉRÉS PENDANT TOUTE LA SOIRÉE</vt:lpstr>
      <vt:lpstr>ÉCOUTER LES MARRONS CRAQUER DANS LA CHEMINÉE</vt:lpstr>
      <vt:lpstr>POP, POP, POP</vt:lpstr>
      <vt:lpstr>IL Y A UNE JOIE  QUE RIEN NE POURRAIT REMPLACER</vt:lpstr>
      <vt:lpstr>L’ODEUR DU SAPIN  LES CHOCOLATS ET LES JOUETS</vt:lpstr>
      <vt:lpstr>CET INSTANT UNIQUE RESTE DANS  NOS CŒURS À TOUT JAMAIS</vt:lpstr>
      <vt:lpstr>CETTE JOIE DE NOËL  ON NE POURRA JAMAIS L’OUBLIER</vt:lpstr>
      <vt:lpstr>VIENS AVEC NOUS, AVEC NOUS</vt:lpstr>
      <vt:lpstr>C’EST NOËL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114</cp:revision>
  <dcterms:created xsi:type="dcterms:W3CDTF">2002-08-17T10:50:50Z</dcterms:created>
  <dcterms:modified xsi:type="dcterms:W3CDTF">2016-12-23T15:59:04Z</dcterms:modified>
</cp:coreProperties>
</file>