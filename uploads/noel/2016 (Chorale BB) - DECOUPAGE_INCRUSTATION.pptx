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898" autoAdjust="0"/>
    <p:restoredTop sz="59343" autoAdjust="0"/>
  </p:normalViewPr>
  <p:slideViewPr>
    <p:cSldViewPr>
      <p:cViewPr>
        <p:scale>
          <a:sx n="40" d="100"/>
          <a:sy n="40" d="100"/>
        </p:scale>
        <p:origin x="-1104" y="-4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DBE72FE-FCE2-4731-9F2B-BDF3AF8600C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2ECDED3-1EFA-4B5B-9FAE-1E56DC89B5C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1-  A  B  C  E F G H I J K L M O 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2-  A  B  C  E F G H I J K L M O dvs efse 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3-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4-  CTEHHHHHHHHHEHZER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5-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6-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7-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8-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9-  CRXXXXXTEEEE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10-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11-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12-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13-  CYYYYYYYYYYYYYYYYYYYYYYYYYY</a:t>
            </a:r>
          </a:p>
          <a:p>
            <a:pPr>
              <a:defRPr/>
            </a:pPr>
            <a:endParaRPr lang="fr-FR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1-  A  B  C  E F G H I J K L M O 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2-  A  B  C  E F G H I J K L M O dvs efse 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3-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4-  CTEHHHHHHHHHEHZER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5-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6-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7-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8-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9-  CRXXXXXTEEEE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10-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11-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12-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13-  CYYYYYYYYYYYYYYYYYYYYYYYYYY</a:t>
            </a:r>
          </a:p>
          <a:p>
            <a:pPr>
              <a:defRPr/>
            </a:pPr>
            <a:endParaRPr lang="fr-FR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1-  A  B  C  E F G H I J K L M O 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2-  A  B  C  E F G H I J K L M O dvs efse 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3-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4-  CTEHHHHHHHHHEHZER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5-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6-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7-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8-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9-  CRXXXXXTEEEE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10-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11-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12-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13-  CYYYYYYYYYYYYYYYYYYYYYYYYYY</a:t>
            </a:r>
          </a:p>
          <a:p>
            <a:pPr>
              <a:defRPr/>
            </a:pPr>
            <a:endParaRPr lang="fr-FR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1-  A  B  C  E F G H I J K L M O 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2-  A  B  C  E F G H I J K L M O dvs efse 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3-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4-  CTEHHHHHHHHHEHZER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5-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6-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7-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8-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9-  CRXXXXXTEEEE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10-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11-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12-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13-  CYYYYYYYYYYYYYYYYYYYYYYYYYY</a:t>
            </a:r>
          </a:p>
          <a:p>
            <a:pPr>
              <a:defRPr/>
            </a:pPr>
            <a:endParaRPr lang="fr-FR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1-  A  B  C  E F G H I J K L M O 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2-  A  B  C  E F G H I J K L M O dvs efse 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3-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4-  CTEHHHHHHHHHEHZER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5-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6-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7-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8-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9-  CRXXXXXTEEEE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10-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11-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12-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13-  CYYYYYYYYYYYYYYYYYYYYYYYYYY</a:t>
            </a:r>
          </a:p>
          <a:p>
            <a:pPr>
              <a:defRPr/>
            </a:pPr>
            <a:endParaRPr lang="fr-FR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1-  A  B  C  E F G H I J K L M O 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2-  A  B  C  E F G H I J K L M O dvs efse 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3-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4-  CTEHHHHHHHHHEHZER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5-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6-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7-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8-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9-  CRXXXXXTEEEE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10-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11-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12-  C</a:t>
            </a:r>
          </a:p>
          <a:p>
            <a:pPr>
              <a:defRPr/>
            </a:pPr>
            <a:r>
              <a:rPr lang="fr-FR" smtClean="0">
                <a:solidFill>
                  <a:prstClr val="black"/>
                </a:solidFill>
              </a:rPr>
              <a:t>13-  CYYYYYYYYYYYYYYYYYYYYYYYYYY</a:t>
            </a:r>
          </a:p>
          <a:p>
            <a:pPr>
              <a:defRPr/>
            </a:pPr>
            <a:endParaRPr lang="fr-FR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F3C8A1-20FD-4D70-A352-A332F91802D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F53E26-97AF-4A27-91CE-ECCF8C80075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C42DD-052A-49D3-B858-F0C218D0AA5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FE345-D718-4C4A-BDE5-31DB7C9C789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4BFDB-129F-4CE0-B0DE-DD1098C2E5B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48CE17-F8A9-4EBB-BAEA-98CB70E4393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A34322-153B-43E5-859D-F955B4C985E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25BF7-B99C-4434-B03D-EE02D74B07A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4CA6F-2C73-465C-B9DD-8D11BB0E78A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0296EA-2DB8-4EF9-96C8-C974A202750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A4E96-BB59-43BD-B623-FC1FB27305E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548135-3D92-4104-8E1D-9CE729FB98E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850DE-7C4F-441D-AD6D-9BC5B35C624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23F4B0-CDE9-4897-82B4-3B651AF261D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71F3E-16F0-46C2-BD83-8EE93463BC1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B7EED-DEE1-40F3-B624-A7DDF3E49AE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A09172-A2DE-4CBC-BCF6-A79AE99475D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0DD9A-DE0C-48F6-9ADF-A0385272490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9720BA-0923-42D1-86FA-2B59ACC43B5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CBB56-CEB3-4CDE-A88D-CC931697B6F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5565A-5DB0-4A73-9256-C99CC7E60A6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9EC348-A31C-46FE-824C-38F6F220EE0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63CB29-53D5-4F37-9C94-FA2E5246243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1E395-3CC9-465D-9799-662AA6C7BD4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5AC9F4-C902-40E0-BBDF-D03A79CDBD4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33F08-40EB-4C52-87CD-C0AB6EE6070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7052F-B81C-489F-AB38-92CE14E46EB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3FAB0D-7EEB-46BC-9C1E-CA286DB9D9B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8B8C2E-6DCB-40E9-AA27-A4A8FC787EB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D65030-64C6-4D32-AA2B-808580A361D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F757A-4D86-4463-9B23-A875DC97CF0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9D3C79-C915-4B20-85A3-0F4C2717928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00B58-C70C-4B7F-A201-0F0886ED6C7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FFB02-4CB3-4590-9790-8C873924254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A5D4B-4F2B-4DD0-B1BC-9E1FA879B02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915EE-CCF8-4AD1-AE21-084D289D2BE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DE1C35-46D2-4A08-984C-D77A8A54346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DF142-86AF-4E45-9C3E-A952A5F8807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F39178-6298-4587-9317-97833A69A55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6414E1-F717-4A57-86E1-D25D0D36162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A802E-5B1B-4641-8BE4-A003855E63F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2E8F3C-F94A-4C11-9E7E-861F0B44465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4CDFED-4BAF-42AA-90AF-A7E25D114C9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A53A4-DEF0-47AC-9C2B-1B980D98D05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Modifiez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Modifiez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9EA77D5-4DEC-4FC2-B524-598A095CA60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35F1FB7-6B5A-41C2-84DA-687FAA3F7A8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Modifiez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Modifiez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EA831F8-5EB5-42D4-8D4B-4C2592AE8EF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989FB41-8236-4E07-A743-491ED33E16B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83568" y="2204864"/>
            <a:ext cx="7492628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5400" b="1" dirty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Configuration des macros</a:t>
            </a:r>
          </a:p>
          <a:p>
            <a:pPr algn="ctr">
              <a:defRPr/>
            </a:pPr>
            <a:r>
              <a:rPr lang="fr-FR" sz="5400" b="1" dirty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de découpage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ZoneTexte 2"/>
          <p:cNvSpPr txBox="1">
            <a:spLocks noChangeArrowheads="1"/>
          </p:cNvSpPr>
          <p:nvPr/>
        </p:nvSpPr>
        <p:spPr bwMode="auto">
          <a:xfrm>
            <a:off x="1258888" y="404813"/>
            <a:ext cx="19002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fr-FR" altLang="fr-FR" b="1">
                <a:solidFill>
                  <a:srgbClr val="000000"/>
                </a:solidFill>
              </a:rPr>
              <a:t>Cliquer sur Fichier</a:t>
            </a:r>
          </a:p>
        </p:txBody>
      </p:sp>
      <p:pic>
        <p:nvPicPr>
          <p:cNvPr id="4099" name="Picture 2"/>
          <p:cNvPicPr>
            <a:picLocks noChangeAspect="1" noChangeArrowheads="1"/>
          </p:cNvPicPr>
          <p:nvPr/>
        </p:nvPicPr>
        <p:blipFill>
          <a:blip r:embed="rId3"/>
          <a:srcRect b="26836"/>
          <a:stretch>
            <a:fillRect/>
          </a:stretch>
        </p:blipFill>
        <p:spPr bwMode="auto">
          <a:xfrm>
            <a:off x="0" y="1773238"/>
            <a:ext cx="9144000" cy="385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Connecteur droit avec flèche 7"/>
          <p:cNvCxnSpPr/>
          <p:nvPr/>
        </p:nvCxnSpPr>
        <p:spPr>
          <a:xfrm flipH="1">
            <a:off x="179388" y="765175"/>
            <a:ext cx="822325" cy="1096963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lipse 9"/>
          <p:cNvSpPr/>
          <p:nvPr/>
        </p:nvSpPr>
        <p:spPr>
          <a:xfrm>
            <a:off x="827088" y="333375"/>
            <a:ext cx="431800" cy="431800"/>
          </a:xfrm>
          <a:prstGeom prst="ellipse">
            <a:avLst/>
          </a:prstGeom>
          <a:solidFill>
            <a:srgbClr val="FFFF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prstClr val="black"/>
                </a:solidFill>
              </a:rPr>
              <a:t>1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4102" name="ZoneTexte 10"/>
          <p:cNvSpPr txBox="1">
            <a:spLocks noChangeArrowheads="1"/>
          </p:cNvSpPr>
          <p:nvPr/>
        </p:nvSpPr>
        <p:spPr bwMode="auto">
          <a:xfrm>
            <a:off x="3779838" y="5373688"/>
            <a:ext cx="367188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fr-FR" altLang="fr-FR" b="1">
                <a:solidFill>
                  <a:srgbClr val="000000"/>
                </a:solidFill>
              </a:rPr>
              <a:t>Cliquer « Option power point »</a:t>
            </a:r>
          </a:p>
        </p:txBody>
      </p:sp>
      <p:cxnSp>
        <p:nvCxnSpPr>
          <p:cNvPr id="12" name="Connecteur droit avec flèche 11"/>
          <p:cNvCxnSpPr/>
          <p:nvPr/>
        </p:nvCxnSpPr>
        <p:spPr>
          <a:xfrm flipH="1" flipV="1">
            <a:off x="1835150" y="4292600"/>
            <a:ext cx="1512888" cy="1152525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lipse 12"/>
          <p:cNvSpPr/>
          <p:nvPr/>
        </p:nvSpPr>
        <p:spPr>
          <a:xfrm>
            <a:off x="3348038" y="5300663"/>
            <a:ext cx="431800" cy="431800"/>
          </a:xfrm>
          <a:prstGeom prst="ellipse">
            <a:avLst/>
          </a:prstGeom>
          <a:solidFill>
            <a:srgbClr val="FFFF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prstClr val="black"/>
                </a:solidFill>
              </a:rPr>
              <a:t>2</a:t>
            </a:r>
            <a:endParaRPr lang="en-US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ZoneTexte 2"/>
          <p:cNvSpPr txBox="1">
            <a:spLocks noChangeArrowheads="1"/>
          </p:cNvSpPr>
          <p:nvPr/>
        </p:nvSpPr>
        <p:spPr bwMode="auto">
          <a:xfrm>
            <a:off x="3419475" y="188913"/>
            <a:ext cx="46672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fr-FR" altLang="fr-FR" b="1">
                <a:solidFill>
                  <a:srgbClr val="000000"/>
                </a:solidFill>
              </a:rPr>
              <a:t>Cliquer sur Centre de gestion de confidentialité</a:t>
            </a:r>
          </a:p>
        </p:txBody>
      </p:sp>
      <p:pic>
        <p:nvPicPr>
          <p:cNvPr id="5123" name="Picture 2"/>
          <p:cNvPicPr>
            <a:picLocks noChangeAspect="1" noChangeArrowheads="1"/>
          </p:cNvPicPr>
          <p:nvPr/>
        </p:nvPicPr>
        <p:blipFill>
          <a:blip r:embed="rId3"/>
          <a:srcRect l="24806" t="11200" r="22826" b="16000"/>
          <a:stretch>
            <a:fillRect/>
          </a:stretch>
        </p:blipFill>
        <p:spPr bwMode="auto">
          <a:xfrm>
            <a:off x="684213" y="765175"/>
            <a:ext cx="7488237" cy="585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Connecteur droit avec flèche 7"/>
          <p:cNvCxnSpPr/>
          <p:nvPr/>
        </p:nvCxnSpPr>
        <p:spPr>
          <a:xfrm flipH="1">
            <a:off x="2124075" y="519113"/>
            <a:ext cx="946150" cy="2189162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lipse 9"/>
          <p:cNvSpPr/>
          <p:nvPr/>
        </p:nvSpPr>
        <p:spPr>
          <a:xfrm>
            <a:off x="2922588" y="141288"/>
            <a:ext cx="431800" cy="431800"/>
          </a:xfrm>
          <a:prstGeom prst="ellipse">
            <a:avLst/>
          </a:prstGeom>
          <a:solidFill>
            <a:srgbClr val="FFFF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prstClr val="black"/>
                </a:solidFill>
              </a:rPr>
              <a:t>3</a:t>
            </a:r>
            <a:endParaRPr lang="en-US" b="1" dirty="0">
              <a:solidFill>
                <a:prstClr val="black"/>
              </a:solidFill>
            </a:endParaRPr>
          </a:p>
        </p:txBody>
      </p:sp>
      <p:cxnSp>
        <p:nvCxnSpPr>
          <p:cNvPr id="18" name="Connecteur droit avec flèche 17"/>
          <p:cNvCxnSpPr/>
          <p:nvPr/>
        </p:nvCxnSpPr>
        <p:spPr>
          <a:xfrm flipV="1">
            <a:off x="3351213" y="4221163"/>
            <a:ext cx="2228850" cy="881062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e 18"/>
          <p:cNvSpPr/>
          <p:nvPr/>
        </p:nvSpPr>
        <p:spPr>
          <a:xfrm>
            <a:off x="3297238" y="4935538"/>
            <a:ext cx="431800" cy="431800"/>
          </a:xfrm>
          <a:prstGeom prst="ellipse">
            <a:avLst/>
          </a:prstGeom>
          <a:solidFill>
            <a:srgbClr val="FFFF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prstClr val="black"/>
                </a:solidFill>
              </a:rPr>
              <a:t>4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5128" name="ZoneTexte 21"/>
          <p:cNvSpPr txBox="1">
            <a:spLocks noChangeArrowheads="1"/>
          </p:cNvSpPr>
          <p:nvPr/>
        </p:nvSpPr>
        <p:spPr bwMode="auto">
          <a:xfrm>
            <a:off x="3779838" y="4868863"/>
            <a:ext cx="3303587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/>
            <a:r>
              <a:rPr lang="fr-FR" altLang="fr-FR" b="1">
                <a:solidFill>
                  <a:srgbClr val="000000"/>
                </a:solidFill>
              </a:rPr>
              <a:t>Cliquer sur  Paramètre du Centre</a:t>
            </a:r>
          </a:p>
          <a:p>
            <a:pPr marL="342900" indent="-342900"/>
            <a:r>
              <a:rPr lang="fr-FR" altLang="fr-FR" b="1">
                <a:solidFill>
                  <a:srgbClr val="000000"/>
                </a:solidFill>
              </a:rPr>
              <a:t>de gestion de confidentialité…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 l="27362" t="13034" r="25781" b="14867"/>
          <a:stretch>
            <a:fillRect/>
          </a:stretch>
        </p:blipFill>
        <p:spPr bwMode="auto">
          <a:xfrm>
            <a:off x="1116013" y="476250"/>
            <a:ext cx="7127875" cy="617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ZoneTexte 13"/>
          <p:cNvSpPr txBox="1">
            <a:spLocks noChangeArrowheads="1"/>
          </p:cNvSpPr>
          <p:nvPr/>
        </p:nvSpPr>
        <p:spPr bwMode="auto">
          <a:xfrm>
            <a:off x="4211638" y="3284538"/>
            <a:ext cx="3673475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fr-FR" altLang="fr-FR" b="1">
                <a:solidFill>
                  <a:srgbClr val="000000"/>
                </a:solidFill>
              </a:rPr>
              <a:t>Cliquer sur </a:t>
            </a:r>
          </a:p>
          <a:p>
            <a:pPr marL="342900" indent="-342900"/>
            <a:r>
              <a:rPr lang="fr-FR" altLang="fr-FR" b="1">
                <a:solidFill>
                  <a:srgbClr val="000000"/>
                </a:solidFill>
              </a:rPr>
              <a:t>« Activer toutes les macros… »</a:t>
            </a:r>
          </a:p>
        </p:txBody>
      </p:sp>
      <p:cxnSp>
        <p:nvCxnSpPr>
          <p:cNvPr id="15" name="Connecteur droit avec flèche 14"/>
          <p:cNvCxnSpPr>
            <a:stCxn id="16" idx="1"/>
          </p:cNvCxnSpPr>
          <p:nvPr/>
        </p:nvCxnSpPr>
        <p:spPr>
          <a:xfrm flipH="1" flipV="1">
            <a:off x="3203575" y="2205038"/>
            <a:ext cx="568325" cy="114300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lipse 15"/>
          <p:cNvSpPr/>
          <p:nvPr/>
        </p:nvSpPr>
        <p:spPr>
          <a:xfrm>
            <a:off x="3708400" y="3284538"/>
            <a:ext cx="431800" cy="431800"/>
          </a:xfrm>
          <a:prstGeom prst="ellipse">
            <a:avLst/>
          </a:prstGeom>
          <a:solidFill>
            <a:srgbClr val="FFFF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prstClr val="black"/>
                </a:solidFill>
              </a:rPr>
              <a:t>5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3995738" y="4868863"/>
            <a:ext cx="431800" cy="431800"/>
          </a:xfrm>
          <a:prstGeom prst="ellipse">
            <a:avLst/>
          </a:prstGeom>
          <a:solidFill>
            <a:srgbClr val="FFFF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prstClr val="black"/>
                </a:solidFill>
              </a:rPr>
              <a:t>6</a:t>
            </a:r>
            <a:endParaRPr lang="en-US" b="1" dirty="0">
              <a:solidFill>
                <a:prstClr val="black"/>
              </a:solidFill>
            </a:endParaRPr>
          </a:p>
        </p:txBody>
      </p:sp>
      <p:cxnSp>
        <p:nvCxnSpPr>
          <p:cNvPr id="23" name="Connecteur droit avec flèche 22"/>
          <p:cNvCxnSpPr>
            <a:stCxn id="21" idx="5"/>
          </p:cNvCxnSpPr>
          <p:nvPr/>
        </p:nvCxnSpPr>
        <p:spPr>
          <a:xfrm>
            <a:off x="4364038" y="5237163"/>
            <a:ext cx="2511425" cy="784225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2" name="ZoneTexte 26"/>
          <p:cNvSpPr txBox="1">
            <a:spLocks noChangeArrowheads="1"/>
          </p:cNvSpPr>
          <p:nvPr/>
        </p:nvSpPr>
        <p:spPr bwMode="auto">
          <a:xfrm>
            <a:off x="4500563" y="4868863"/>
            <a:ext cx="36718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fr-FR" altLang="fr-FR" b="1">
                <a:solidFill>
                  <a:srgbClr val="000000"/>
                </a:solidFill>
              </a:rPr>
              <a:t>Cliquer sur  « OK 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 l="26181" t="15134" r="24602" b="11366"/>
          <a:stretch>
            <a:fillRect/>
          </a:stretch>
        </p:blipFill>
        <p:spPr bwMode="auto">
          <a:xfrm>
            <a:off x="1116013" y="692150"/>
            <a:ext cx="7127875" cy="598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ZoneTexte 13"/>
          <p:cNvSpPr txBox="1">
            <a:spLocks noChangeArrowheads="1"/>
          </p:cNvSpPr>
          <p:nvPr/>
        </p:nvSpPr>
        <p:spPr bwMode="auto">
          <a:xfrm>
            <a:off x="827088" y="0"/>
            <a:ext cx="36734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fr-FR" altLang="fr-FR" b="1">
                <a:solidFill>
                  <a:srgbClr val="000000"/>
                </a:solidFill>
              </a:rPr>
              <a:t>Cliquer sur  « Personnaliser »</a:t>
            </a:r>
          </a:p>
        </p:txBody>
      </p:sp>
      <p:cxnSp>
        <p:nvCxnSpPr>
          <p:cNvPr id="4" name="Connecteur droit avec flèche 3"/>
          <p:cNvCxnSpPr>
            <a:stCxn id="5" idx="5"/>
          </p:cNvCxnSpPr>
          <p:nvPr/>
        </p:nvCxnSpPr>
        <p:spPr>
          <a:xfrm>
            <a:off x="620713" y="368300"/>
            <a:ext cx="1430337" cy="162083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lipse 4"/>
          <p:cNvSpPr/>
          <p:nvPr/>
        </p:nvSpPr>
        <p:spPr>
          <a:xfrm>
            <a:off x="250825" y="0"/>
            <a:ext cx="431800" cy="431800"/>
          </a:xfrm>
          <a:prstGeom prst="ellipse">
            <a:avLst/>
          </a:prstGeom>
          <a:solidFill>
            <a:srgbClr val="FFFF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prstClr val="black"/>
                </a:solidFill>
              </a:rPr>
              <a:t>7</a:t>
            </a:r>
            <a:endParaRPr lang="en-US" b="1" dirty="0">
              <a:solidFill>
                <a:prstClr val="black"/>
              </a:solidFill>
            </a:endParaRPr>
          </a:p>
        </p:txBody>
      </p:sp>
      <p:cxnSp>
        <p:nvCxnSpPr>
          <p:cNvPr id="10" name="Connecteur droit avec flèche 9"/>
          <p:cNvCxnSpPr>
            <a:stCxn id="11" idx="3"/>
          </p:cNvCxnSpPr>
          <p:nvPr/>
        </p:nvCxnSpPr>
        <p:spPr>
          <a:xfrm flipV="1">
            <a:off x="1908175" y="2349500"/>
            <a:ext cx="1520825" cy="1592263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e 10"/>
          <p:cNvSpPr/>
          <p:nvPr/>
        </p:nvSpPr>
        <p:spPr>
          <a:xfrm>
            <a:off x="1844675" y="3573463"/>
            <a:ext cx="431800" cy="431800"/>
          </a:xfrm>
          <a:prstGeom prst="ellipse">
            <a:avLst/>
          </a:prstGeom>
          <a:solidFill>
            <a:srgbClr val="FFFF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prstClr val="black"/>
                </a:solidFill>
              </a:rPr>
              <a:t>9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7176" name="ZoneTexte 13"/>
          <p:cNvSpPr txBox="1">
            <a:spLocks noChangeArrowheads="1"/>
          </p:cNvSpPr>
          <p:nvPr/>
        </p:nvSpPr>
        <p:spPr bwMode="auto">
          <a:xfrm>
            <a:off x="5651500" y="0"/>
            <a:ext cx="36734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fr-FR" altLang="fr-FR" b="1">
                <a:solidFill>
                  <a:srgbClr val="000000"/>
                </a:solidFill>
              </a:rPr>
              <a:t>Cliquer liste déroulante </a:t>
            </a:r>
          </a:p>
          <a:p>
            <a:pPr marL="342900" indent="-342900"/>
            <a:r>
              <a:rPr lang="fr-FR" altLang="fr-FR" b="1">
                <a:solidFill>
                  <a:srgbClr val="000000"/>
                </a:solidFill>
              </a:rPr>
              <a:t>(petite flèche)</a:t>
            </a:r>
          </a:p>
        </p:txBody>
      </p:sp>
      <p:cxnSp>
        <p:nvCxnSpPr>
          <p:cNvPr id="17" name="Connecteur droit avec flèche 16"/>
          <p:cNvCxnSpPr>
            <a:stCxn id="18" idx="4"/>
          </p:cNvCxnSpPr>
          <p:nvPr/>
        </p:nvCxnSpPr>
        <p:spPr>
          <a:xfrm flipH="1">
            <a:off x="4897438" y="431800"/>
            <a:ext cx="395287" cy="134143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e 17"/>
          <p:cNvSpPr/>
          <p:nvPr/>
        </p:nvSpPr>
        <p:spPr>
          <a:xfrm>
            <a:off x="5076825" y="0"/>
            <a:ext cx="431800" cy="431800"/>
          </a:xfrm>
          <a:prstGeom prst="ellipse">
            <a:avLst/>
          </a:prstGeom>
          <a:solidFill>
            <a:srgbClr val="FFFF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b="1" dirty="0">
                <a:solidFill>
                  <a:prstClr val="black"/>
                </a:solidFill>
              </a:rPr>
              <a:t>8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7179" name="ZoneTexte 13"/>
          <p:cNvSpPr txBox="1">
            <a:spLocks noChangeArrowheads="1"/>
          </p:cNvSpPr>
          <p:nvPr/>
        </p:nvSpPr>
        <p:spPr bwMode="auto">
          <a:xfrm>
            <a:off x="1547813" y="4005263"/>
            <a:ext cx="15113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fr-FR" altLang="fr-FR" b="1">
                <a:solidFill>
                  <a:srgbClr val="000000"/>
                </a:solidFill>
              </a:rPr>
              <a:t>Sélectionner </a:t>
            </a:r>
          </a:p>
          <a:p>
            <a:pPr marL="342900" indent="-342900"/>
            <a:r>
              <a:rPr lang="fr-FR" altLang="fr-FR" b="1">
                <a:solidFill>
                  <a:srgbClr val="000000"/>
                </a:solidFill>
              </a:rPr>
              <a:t>« macro 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 l="26442" t="14143" r="26646" b="17619"/>
          <a:stretch>
            <a:fillRect/>
          </a:stretch>
        </p:blipFill>
        <p:spPr bwMode="auto">
          <a:xfrm>
            <a:off x="900113" y="765175"/>
            <a:ext cx="7091362" cy="580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3704</TotalTime>
  <Words>362</Words>
  <Application>Microsoft Office PowerPoint</Application>
  <PresentationFormat>On-screen Show (4:3)</PresentationFormat>
  <Paragraphs>102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Calibri</vt:lpstr>
      <vt:lpstr>Arial</vt:lpstr>
      <vt:lpstr>Thème Office</vt:lpstr>
      <vt:lpstr>1_Thème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</dc:title>
  <dc:creator>RISAL</dc:creator>
  <cp:lastModifiedBy>Montet Alex (EXT)</cp:lastModifiedBy>
  <cp:revision>81</cp:revision>
  <dcterms:created xsi:type="dcterms:W3CDTF">2010-12-05T15:47:17Z</dcterms:created>
  <dcterms:modified xsi:type="dcterms:W3CDTF">2016-07-15T15:00:24Z</dcterms:modified>
</cp:coreProperties>
</file>