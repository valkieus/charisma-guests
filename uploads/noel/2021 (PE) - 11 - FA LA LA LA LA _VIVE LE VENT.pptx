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4" r:id="rId3"/>
    <p:sldId id="256" r:id="rId4"/>
    <p:sldId id="262" r:id="rId5"/>
    <p:sldId id="265" r:id="rId6"/>
    <p:sldId id="263" r:id="rId7"/>
    <p:sldId id="266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943" autoAdjust="0"/>
    <p:restoredTop sz="72037" autoAdjust="0"/>
  </p:normalViewPr>
  <p:slideViewPr>
    <p:cSldViewPr>
      <p:cViewPr varScale="1">
        <p:scale>
          <a:sx n="49" d="100"/>
          <a:sy n="49" d="100"/>
        </p:scale>
        <p:origin x="-4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5909B0C-C5F6-4855-BF9D-6FA70DEFC00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39719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2FF84D-CB8A-49DD-9D4D-F088AF276628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855922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40136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622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D69E8-0821-4A8F-ACD1-B079E48334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05AC3-64F3-4D7F-8205-919AE54BBF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DA518-DA71-4E92-B134-758220EA93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D2616-F74D-42D6-9D31-C7EBCBB9CA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57E16C-EA07-44B6-B796-70EEB6C8BC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B7835-5DDF-4592-8640-7A24D30F65A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DA8B4-B770-49B0-B17A-C164188D257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54D95-C986-4573-8220-90D730E27CF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19C62-FB0F-431F-97E6-88E0E7881D9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1B8FF-F9C0-4666-A6FC-4E0E7B8118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C1F1C-A6C2-4776-888B-A22D37CD72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830E1E41-9B22-47A3-A3CC-7B6C644101F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QUE L'ON CHANTE, QU'ON S'APPRÊTE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SONNEZ PIPEAUX ET MUSETTES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CAR C'EST LA JOIE QU'ON APPORTE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OUVREZ DONC GRAND VOS PORTES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smtClean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</a:t>
            </a: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BATAILLE DE BOULES DE NEIGE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ON RENTRE LA DINDE EST PRÊTE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APPORTANT LES CADEAUX OOOO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RIANT AUX ÉCLATS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HA HA HA, HA HA HA, HA HA HA HA HA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ET PUIS ARRIVE MINUIT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LA FÊTE N’EST PAS FINIE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CÉLÉBRONS LE ROI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DANS L’AMOUR ET DANS LA JOIE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HEEEEY !</a:t>
            </a:r>
          </a:p>
        </p:txBody>
      </p:sp>
    </p:spTree>
    <p:extLst>
      <p:ext uri="{BB962C8B-B14F-4D97-AF65-F5344CB8AC3E}">
        <p14:creationId xmlns:p14="http://schemas.microsoft.com/office/powerpoint/2010/main" xmlns="" val="141394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067800" cy="658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endParaRPr lang="fr-FR" sz="12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VIVE LE VENT, VIVE LE VENT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VIVE LE VENT D’HIVER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QUI S’EN VA SIFFLANT SOUFFLANT DANS LES GRANDS SAPINS VERTS, HEY !</a:t>
            </a: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VIVE LE TEMPS, VIVE LE TEMPS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VIVE LE TEMPS D’HIVER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C’EST NOËL, JOUR DE FÊTE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DONNÉ PAR LE PÈRE</a:t>
            </a:r>
            <a:endParaRPr lang="en-GB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965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VENT, VIVE LE VENT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 D’HIVER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HO HO HO HO    HI HI HI HI    HA HA  HA HA HEY !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–AAAAA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FEMMES :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VENT, VIVE LE VENT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 D’HIVER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 LA LA LA LA HEY !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SONNEZ PIPEAUX ET MUSETTES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  FA LA LA LA LA LA LA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HOMMES :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QUE L'ON CHANTE, QU'ON S'APPRÊTE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        LA LA LA LA LA LA HEY !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TEMPS, VIVE LE TEMPS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TEMPS D’HIVER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  FA LA LA LA LA LA LA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4300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C’EST SI BEAU, QUELLE JOIE IMMENSE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D’ÊTRE AVEC NOS FAMILLES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PARTAGEANT CES MOMENTS UNIQUES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VENT, VIVE LE VENT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VENT, VIVE LE VENT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VEEEEENT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VENT, VIVE LE VENT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VENT D’HIVER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QUI S’EN VA SIFFLANT SOUFFLANT DANS LES GRANDS SAPINS VERTS  HEY !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 TEMPS, VIVE 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LE TEMPS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LE TEMPS D’HIVER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C’EST NOËL, JOUR DE FÊTE DONNÉ  PAR  LE PÈEEERE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QUE L'ON CHANTE, QU'ON S'APPRÊTE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FIN :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VIVE LE, VIVE LE, VIVE LE, VIVE LE VENT !</a:t>
            </a:r>
          </a:p>
        </p:txBody>
      </p:sp>
    </p:spTree>
    <p:extLst>
      <p:ext uri="{BB962C8B-B14F-4D97-AF65-F5344CB8AC3E}">
        <p14:creationId xmlns:p14="http://schemas.microsoft.com/office/powerpoint/2010/main" xmlns="" val="173202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183</Words>
  <Application>Microsoft Macintosh PowerPoint</Application>
  <PresentationFormat>Affichage à l'écran (4:3)</PresentationFormat>
  <Paragraphs>82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49</cp:revision>
  <dcterms:created xsi:type="dcterms:W3CDTF">2002-08-17T11:42:58Z</dcterms:created>
  <dcterms:modified xsi:type="dcterms:W3CDTF">2019-12-21T14:51:30Z</dcterms:modified>
</cp:coreProperties>
</file>