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17" autoAdjust="0"/>
    <p:restoredTop sz="40511" autoAdjust="0"/>
  </p:normalViewPr>
  <p:slideViewPr>
    <p:cSldViewPr>
      <p:cViewPr varScale="1">
        <p:scale>
          <a:sx n="36" d="100"/>
          <a:sy n="36" d="100"/>
        </p:scale>
        <p:origin x="190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71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26/12/2021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b="0" smtClean="0"/>
              <a:t>Couplet 1:</a:t>
            </a:r>
          </a:p>
          <a:p>
            <a:r>
              <a:rPr lang="fr-FR" b="0" smtClean="0"/>
              <a:t>1-  QUAND TU ES TRISTE ET FATIGUÉ QUAND COULERONT TES LARMES   
2-  JE LES SÈCHERAI  </a:t>
            </a:r>
          </a:p>
          <a:p>
            <a:r>
              <a:rPr lang="fr-FR" b="0" smtClean="0"/>
              <a:t>
3-  JE SERAI LÀ  
4-  DANS LES SOUCIS  JE SERAI TON AMI </a:t>
            </a:r>
          </a:p>
          <a:p>
            <a:r>
              <a:rPr lang="fr-FR" b="0" smtClean="0"/>
              <a:t> </a:t>
            </a:r>
          </a:p>
          <a:p>
            <a:r>
              <a:rPr lang="fr-FR" b="0" smtClean="0"/>
              <a:t>	Refrain:
	5-  COMME UN PONT  AU-DESSOUS DE TES PAS  
	6-  TU PEUX COMPTER SUR MOI  </a:t>
            </a:r>
          </a:p>
          <a:p>
            <a:r>
              <a:rPr lang="fr-FR" b="0" smtClean="0"/>
              <a:t>
Couplet 2</a:t>
            </a:r>
          </a:p>
          <a:p>
            <a:r>
              <a:rPr lang="fr-FR" b="0" smtClean="0"/>
              <a:t>7-  QUAND TU ES EN BAS  ABANDONNÉ  
8-  LORSQUE VIENDRA LE SOIR  JE TE CONSOLERAI </a:t>
            </a:r>
          </a:p>
          <a:p>
            <a:r>
              <a:rPr lang="fr-FR" b="0" smtClean="0"/>
              <a:t>
9-  JE SERAI POUR TOI 
10-  QUAND TOUT EST NOIR NON NE PERDS PAS ESPOIR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Couplet 3:</a:t>
            </a:r>
          </a:p>
          <a:p>
            <a:r>
              <a:rPr lang="fr-FR" b="0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QUAND TU ES TRISTE ET FATIGUÉ QUAND COULERONT TES LARMES   
2-  JE LES SÈCHERAI  </a:t>
            </a:r>
          </a:p>
          <a:p>
            <a:r>
              <a:rPr lang="fr-FR" smtClean="0"/>
              <a:t>
3-  JE SERAI LÀ  
4-  DANS LES SOUCIS  JE SERAI TON AMI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5-  COMME UN PONT  AU-DESSOUS DE TES PAS  
	6-  TU PEUX COMPTER SUR MOI  </a:t>
            </a:r>
          </a:p>
          <a:p>
            <a:r>
              <a:rPr lang="fr-FR" smtClean="0"/>
              <a:t>
Couplet 2</a:t>
            </a:r>
          </a:p>
          <a:p>
            <a:r>
              <a:rPr lang="fr-FR" smtClean="0"/>
              <a:t>7-  QUAND TU ES EN BAS  ABANDONNÉ  
8-  LORSQUE VIENDRA LE SOIR  JE TE CONSOLERAI </a:t>
            </a:r>
          </a:p>
          <a:p>
            <a:r>
              <a:rPr lang="fr-FR" smtClean="0"/>
              <a:t>
9-  JE SERAI POUR TOI 
10-  QUAND TOUT EST NOIR NON NE PERDS PAS ESPOIR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Couplet 3:</a:t>
            </a:r>
          </a:p>
          <a:p>
            <a:r>
              <a:rPr lang="fr-FR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b="0" smtClean="0"/>
              <a:t>Couplet 1:</a:t>
            </a:r>
          </a:p>
          <a:p>
            <a:r>
              <a:rPr lang="fr-FR" b="0" smtClean="0"/>
              <a:t>1-  QUAND TU ES TRISTE ET FATIGUÉ QUAND COULERONT TES LARMES   
2-  JE LES SÈCHERAI  </a:t>
            </a:r>
          </a:p>
          <a:p>
            <a:r>
              <a:rPr lang="fr-FR" b="0" smtClean="0"/>
              <a:t>
3-  JE SERAI LÀ  
4-  DANS LES SOUCIS  JE SERAI TON AMI </a:t>
            </a:r>
          </a:p>
          <a:p>
            <a:r>
              <a:rPr lang="fr-FR" b="0" smtClean="0"/>
              <a:t> </a:t>
            </a:r>
          </a:p>
          <a:p>
            <a:r>
              <a:rPr lang="fr-FR" b="0" smtClean="0"/>
              <a:t>	Refrain:
	5-  COMME UN PONT  AU-DESSOUS DE TES PAS  
	6-  TU PEUX COMPTER SUR MOI  </a:t>
            </a:r>
          </a:p>
          <a:p>
            <a:r>
              <a:rPr lang="fr-FR" b="0" smtClean="0"/>
              <a:t>
Couplet 2</a:t>
            </a:r>
          </a:p>
          <a:p>
            <a:r>
              <a:rPr lang="fr-FR" b="0" smtClean="0"/>
              <a:t>7-  QUAND TU ES EN BAS  ABANDONNÉ  
8-  LORSQUE VIENDRA LE SOIR  JE TE CONSOLERAI </a:t>
            </a:r>
          </a:p>
          <a:p>
            <a:r>
              <a:rPr lang="fr-FR" b="0" smtClean="0"/>
              <a:t>
9-  JE SERAI POUR TOI 
10-  QUAND TOUT EST NOIR NON NE PERDS PAS ESPOIR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Couplet 3:</a:t>
            </a:r>
          </a:p>
          <a:p>
            <a:r>
              <a:rPr lang="fr-FR" b="0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QUAND TU ES TRISTE ET FATIGUÉ QUAND COULERONT TES LARMES   
2-  JE LES SÈCHERAI  </a:t>
            </a:r>
          </a:p>
          <a:p>
            <a:r>
              <a:rPr lang="fr-FR" smtClean="0"/>
              <a:t>
3-  JE SERAI LÀ  
4-  DANS LES SOUCIS  JE SERAI TON AMI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5-  COMME UN PONT  AU-DESSOUS DE TES PAS  
	6-  TU PEUX COMPTER SUR MOI  </a:t>
            </a:r>
          </a:p>
          <a:p>
            <a:r>
              <a:rPr lang="fr-FR" smtClean="0"/>
              <a:t>
Couplet 2</a:t>
            </a:r>
          </a:p>
          <a:p>
            <a:r>
              <a:rPr lang="fr-FR" smtClean="0"/>
              <a:t>7-  QUAND TU ES EN BAS  ABANDONNÉ  
8-  LORSQUE VIENDRA LE SOIR  JE TE CONSOLERAI </a:t>
            </a:r>
          </a:p>
          <a:p>
            <a:r>
              <a:rPr lang="fr-FR" smtClean="0"/>
              <a:t>
9-  JE SERAI POUR TOI 
10-  QUAND TOUT EST NOIR NON NE PERDS PAS ESPOIR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Couplet 3:</a:t>
            </a:r>
          </a:p>
          <a:p>
            <a:r>
              <a:rPr lang="fr-FR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012582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b="0" smtClean="0"/>
              <a:t>Couplet 1:</a:t>
            </a:r>
          </a:p>
          <a:p>
            <a:r>
              <a:rPr lang="fr-FR" b="0" smtClean="0"/>
              <a:t>1-  QUAND TU ES TRISTE ET FATIGUÉ QUAND COULERONT TES LARMES   
2-  JE LES SÈCHERAI  </a:t>
            </a:r>
          </a:p>
          <a:p>
            <a:r>
              <a:rPr lang="fr-FR" b="0" smtClean="0"/>
              <a:t>
3-  JE SERAI LÀ  
4-  DANS LES SOUCIS  JE SERAI TON AMI </a:t>
            </a:r>
          </a:p>
          <a:p>
            <a:r>
              <a:rPr lang="fr-FR" b="0" smtClean="0"/>
              <a:t> </a:t>
            </a:r>
          </a:p>
          <a:p>
            <a:r>
              <a:rPr lang="fr-FR" b="0" smtClean="0"/>
              <a:t>	Refrain:
	5-  COMME UN PONT  AU-DESSOUS DE TES PAS  
	6-  TU PEUX COMPTER SUR MOI  </a:t>
            </a:r>
          </a:p>
          <a:p>
            <a:r>
              <a:rPr lang="fr-FR" b="0" smtClean="0"/>
              <a:t>
Couplet 2</a:t>
            </a:r>
          </a:p>
          <a:p>
            <a:r>
              <a:rPr lang="fr-FR" b="0" smtClean="0"/>
              <a:t>7-  QUAND TU ES EN BAS  ABANDONNÉ  
8-  LORSQUE VIENDRA LE SOIR  JE TE CONSOLERAI </a:t>
            </a:r>
          </a:p>
          <a:p>
            <a:r>
              <a:rPr lang="fr-FR" b="0" smtClean="0"/>
              <a:t>
9-  JE SERAI POUR TOI 
10-  QUAND TOUT EST NOIR NON NE PERDS PAS ESPOIR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Couplet 3:</a:t>
            </a:r>
          </a:p>
          <a:p>
            <a:r>
              <a:rPr lang="fr-FR" b="0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QUAND TU ES TRISTE ET FATIGUÉ QUAND COULERONT TES LARMES   
2-  JE LES SÈCHERAI  </a:t>
            </a:r>
          </a:p>
          <a:p>
            <a:r>
              <a:rPr lang="fr-FR" smtClean="0"/>
              <a:t>
3-  JE SERAI LÀ  
4-  DANS LES SOUCIS  JE SERAI TON AMI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5-  COMME UN PONT  AU-DESSOUS DE TES PAS  
	6-  TU PEUX COMPTER SUR MOI  </a:t>
            </a:r>
          </a:p>
          <a:p>
            <a:r>
              <a:rPr lang="fr-FR" smtClean="0"/>
              <a:t>
Couplet 2</a:t>
            </a:r>
          </a:p>
          <a:p>
            <a:r>
              <a:rPr lang="fr-FR" smtClean="0"/>
              <a:t>7-  QUAND TU ES EN BAS  ABANDONNÉ  
8-  LORSQUE VIENDRA LE SOIR  JE TE CONSOLERAI </a:t>
            </a:r>
          </a:p>
          <a:p>
            <a:r>
              <a:rPr lang="fr-FR" smtClean="0"/>
              <a:t>
9-  JE SERAI POUR TOI 
10-  QUAND TOUT EST NOIR NON NE PERDS PAS ESPOIR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Couplet 3:</a:t>
            </a:r>
          </a:p>
          <a:p>
            <a:r>
              <a:rPr lang="fr-FR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124990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b="0" smtClean="0"/>
              <a:t>Couplet 1:</a:t>
            </a:r>
          </a:p>
          <a:p>
            <a:r>
              <a:rPr lang="fr-FR" b="0" smtClean="0"/>
              <a:t>1-  QUAND TU ES TRISTE ET FATIGUÉ QUAND COULERONT TES LARMES   
2-  JE LES SÈCHERAI  </a:t>
            </a:r>
          </a:p>
          <a:p>
            <a:r>
              <a:rPr lang="fr-FR" b="0" smtClean="0"/>
              <a:t>
3-  JE SERAI LÀ  
4-  DANS LES SOUCIS  JE SERAI TON AMI </a:t>
            </a:r>
          </a:p>
          <a:p>
            <a:r>
              <a:rPr lang="fr-FR" b="0" smtClean="0"/>
              <a:t> </a:t>
            </a:r>
          </a:p>
          <a:p>
            <a:r>
              <a:rPr lang="fr-FR" b="0" smtClean="0"/>
              <a:t>	Refrain:
	5-  COMME UN PONT  AU-DESSOUS DE TES PAS  
	6-  TU PEUX COMPTER SUR MOI  </a:t>
            </a:r>
          </a:p>
          <a:p>
            <a:r>
              <a:rPr lang="fr-FR" b="0" smtClean="0"/>
              <a:t>
Couplet 2</a:t>
            </a:r>
          </a:p>
          <a:p>
            <a:r>
              <a:rPr lang="fr-FR" b="0" smtClean="0"/>
              <a:t>7-  QUAND TU ES EN BAS  ABANDONNÉ  
8-  LORSQUE VIENDRA LE SOIR  JE TE CONSOLERAI </a:t>
            </a:r>
          </a:p>
          <a:p>
            <a:r>
              <a:rPr lang="fr-FR" b="0" smtClean="0"/>
              <a:t>
9-  JE SERAI POUR TOI 
10-  QUAND TOUT EST NOIR NON NE PERDS PAS ESPOIR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Couplet 3:</a:t>
            </a:r>
          </a:p>
          <a:p>
            <a:r>
              <a:rPr lang="fr-FR" b="0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QUAND TU ES TRISTE ET FATIGUÉ QUAND COULERONT TES LARMES   
2-  JE LES SÈCHERAI  </a:t>
            </a:r>
          </a:p>
          <a:p>
            <a:r>
              <a:rPr lang="fr-FR" smtClean="0"/>
              <a:t>
3-  JE SERAI LÀ  
4-  DANS LES SOUCIS  JE SERAI TON AMI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5-  COMME UN PONT  AU-DESSOUS DE TES PAS  
	6-  TU PEUX COMPTER SUR MOI  </a:t>
            </a:r>
          </a:p>
          <a:p>
            <a:r>
              <a:rPr lang="fr-FR" smtClean="0"/>
              <a:t>
Couplet 2</a:t>
            </a:r>
          </a:p>
          <a:p>
            <a:r>
              <a:rPr lang="fr-FR" smtClean="0"/>
              <a:t>7-  QUAND TU ES EN BAS  ABANDONNÉ  
8-  LORSQUE VIENDRA LE SOIR  JE TE CONSOLERAI </a:t>
            </a:r>
          </a:p>
          <a:p>
            <a:r>
              <a:rPr lang="fr-FR" smtClean="0"/>
              <a:t>
9-  JE SERAI POUR TOI 
10-  QUAND TOUT EST NOIR NON NE PERDS PAS ESPOIR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Couplet 3:</a:t>
            </a:r>
          </a:p>
          <a:p>
            <a:r>
              <a:rPr lang="fr-FR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644933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b="0" smtClean="0"/>
              <a:t>Couplet 1:</a:t>
            </a:r>
          </a:p>
          <a:p>
            <a:r>
              <a:rPr lang="fr-FR" b="0" smtClean="0"/>
              <a:t>1-  QUAND TU ES TRISTE ET FATIGUÉ QUAND COULERONT TES LARMES   
2-  JE LES SÈCHERAI  </a:t>
            </a:r>
          </a:p>
          <a:p>
            <a:r>
              <a:rPr lang="fr-FR" b="0" smtClean="0"/>
              <a:t>
3-  JE SERAI LÀ  
4-  DANS LES SOUCIS  JE SERAI TON AMI </a:t>
            </a:r>
          </a:p>
          <a:p>
            <a:r>
              <a:rPr lang="fr-FR" b="0" smtClean="0"/>
              <a:t> </a:t>
            </a:r>
          </a:p>
          <a:p>
            <a:r>
              <a:rPr lang="fr-FR" b="0" smtClean="0"/>
              <a:t>	Refrain:
	5-  COMME UN PONT  AU-DESSOUS DE TES PAS  
	6-  TU PEUX COMPTER SUR MOI  </a:t>
            </a:r>
          </a:p>
          <a:p>
            <a:r>
              <a:rPr lang="fr-FR" b="0" smtClean="0"/>
              <a:t>
Couplet 2</a:t>
            </a:r>
          </a:p>
          <a:p>
            <a:r>
              <a:rPr lang="fr-FR" b="0" smtClean="0"/>
              <a:t>7-  QUAND TU ES EN BAS  ABANDONNÉ  
8-  LORSQUE VIENDRA LE SOIR  JE TE CONSOLERAI </a:t>
            </a:r>
          </a:p>
          <a:p>
            <a:r>
              <a:rPr lang="fr-FR" b="0" smtClean="0"/>
              <a:t>
9-  JE SERAI POUR TOI 
10-  QUAND TOUT EST NOIR NON NE PERDS PAS ESPOIR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Couplet 3:</a:t>
            </a:r>
          </a:p>
          <a:p>
            <a:r>
              <a:rPr lang="fr-FR" b="0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QUAND TU ES TRISTE ET FATIGUÉ QUAND COULERONT TES LARMES   
2-  JE LES SÈCHERAI  </a:t>
            </a:r>
          </a:p>
          <a:p>
            <a:r>
              <a:rPr lang="fr-FR" smtClean="0"/>
              <a:t>
3-  JE SERAI LÀ  
4-  DANS LES SOUCIS  JE SERAI TON AMI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5-  COMME UN PONT  AU-DESSOUS DE TES PAS  
	6-  TU PEUX COMPTER SUR MOI  </a:t>
            </a:r>
          </a:p>
          <a:p>
            <a:r>
              <a:rPr lang="fr-FR" smtClean="0"/>
              <a:t>
Couplet 2</a:t>
            </a:r>
          </a:p>
          <a:p>
            <a:r>
              <a:rPr lang="fr-FR" smtClean="0"/>
              <a:t>7-  QUAND TU ES EN BAS  ABANDONNÉ  
8-  LORSQUE VIENDRA LE SOIR  JE TE CONSOLERAI </a:t>
            </a:r>
          </a:p>
          <a:p>
            <a:r>
              <a:rPr lang="fr-FR" smtClean="0"/>
              <a:t>
9-  JE SERAI POUR TOI 
10-  QUAND TOUT EST NOIR NON NE PERDS PAS ESPOIR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Couplet 3:</a:t>
            </a:r>
          </a:p>
          <a:p>
            <a:r>
              <a:rPr lang="fr-FR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712393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b="0" smtClean="0"/>
              <a:t>Couplet 1:</a:t>
            </a:r>
          </a:p>
          <a:p>
            <a:r>
              <a:rPr lang="fr-FR" b="0" smtClean="0"/>
              <a:t>1-  QUAND TU ES TRISTE ET FATIGUÉ QUAND COULERONT TES LARMES   
2-  JE LES SÈCHERAI  </a:t>
            </a:r>
          </a:p>
          <a:p>
            <a:r>
              <a:rPr lang="fr-FR" b="0" smtClean="0"/>
              <a:t>
3-  JE SERAI LÀ  
4-  DANS LES SOUCIS  JE SERAI TON AMI </a:t>
            </a:r>
          </a:p>
          <a:p>
            <a:r>
              <a:rPr lang="fr-FR" b="0" smtClean="0"/>
              <a:t> </a:t>
            </a:r>
          </a:p>
          <a:p>
            <a:r>
              <a:rPr lang="fr-FR" b="0" smtClean="0"/>
              <a:t>	Refrain:
	5-  COMME UN PONT  AU-DESSOUS DE TES PAS  
	6-  TU PEUX COMPTER SUR MOI  </a:t>
            </a:r>
          </a:p>
          <a:p>
            <a:r>
              <a:rPr lang="fr-FR" b="0" smtClean="0"/>
              <a:t>
Couplet 2</a:t>
            </a:r>
          </a:p>
          <a:p>
            <a:r>
              <a:rPr lang="fr-FR" b="0" smtClean="0"/>
              <a:t>7-  QUAND TU ES EN BAS  ABANDONNÉ  
8-  LORSQUE VIENDRA LE SOIR  JE TE CONSOLERAI </a:t>
            </a:r>
          </a:p>
          <a:p>
            <a:r>
              <a:rPr lang="fr-FR" b="0" smtClean="0"/>
              <a:t>
9-  JE SERAI POUR TOI 
10-  QUAND TOUT EST NOIR NON NE PERDS PAS ESPOIR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Couplet 3:</a:t>
            </a:r>
          </a:p>
          <a:p>
            <a:r>
              <a:rPr lang="fr-FR" b="0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QUAND TU ES TRISTE ET FATIGUÉ QUAND COULERONT TES LARMES   
2-  JE LES SÈCHERAI  </a:t>
            </a:r>
          </a:p>
          <a:p>
            <a:r>
              <a:rPr lang="fr-FR" smtClean="0"/>
              <a:t>
3-  JE SERAI LÀ  
4-  DANS LES SOUCIS  JE SERAI TON AMI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5-  COMME UN PONT  AU-DESSOUS DE TES PAS  
	6-  TU PEUX COMPTER SUR MOI  </a:t>
            </a:r>
          </a:p>
          <a:p>
            <a:r>
              <a:rPr lang="fr-FR" smtClean="0"/>
              <a:t>
Couplet 2</a:t>
            </a:r>
          </a:p>
          <a:p>
            <a:r>
              <a:rPr lang="fr-FR" smtClean="0"/>
              <a:t>7-  QUAND TU ES EN BAS  ABANDONNÉ  
8-  LORSQUE VIENDRA LE SOIR  JE TE CONSOLERAI </a:t>
            </a:r>
          </a:p>
          <a:p>
            <a:r>
              <a:rPr lang="fr-FR" smtClean="0"/>
              <a:t>
9-  JE SERAI POUR TOI 
10-  QUAND TOUT EST NOIR NON NE PERDS PAS ESPOIR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Couplet 3:</a:t>
            </a:r>
          </a:p>
          <a:p>
            <a:r>
              <a:rPr lang="fr-FR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850505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b="0" smtClean="0"/>
              <a:t>Couplet 1:</a:t>
            </a:r>
          </a:p>
          <a:p>
            <a:r>
              <a:rPr lang="fr-FR" b="0" smtClean="0"/>
              <a:t>1-  QUAND TU ES TRISTE ET FATIGUÉ QUAND COULERONT TES LARMES   
2-  JE LES SÈCHERAI  </a:t>
            </a:r>
          </a:p>
          <a:p>
            <a:r>
              <a:rPr lang="fr-FR" b="0" smtClean="0"/>
              <a:t>
3-  JE SERAI LÀ  
4-  DANS LES SOUCIS  JE SERAI TON AMI </a:t>
            </a:r>
          </a:p>
          <a:p>
            <a:r>
              <a:rPr lang="fr-FR" b="0" smtClean="0"/>
              <a:t> </a:t>
            </a:r>
          </a:p>
          <a:p>
            <a:r>
              <a:rPr lang="fr-FR" b="0" smtClean="0"/>
              <a:t>	Refrain:
	5-  COMME UN PONT  AU-DESSOUS DE TES PAS  
	6-  TU PEUX COMPTER SUR MOI  </a:t>
            </a:r>
          </a:p>
          <a:p>
            <a:r>
              <a:rPr lang="fr-FR" b="0" smtClean="0"/>
              <a:t>
Couplet 2</a:t>
            </a:r>
          </a:p>
          <a:p>
            <a:r>
              <a:rPr lang="fr-FR" b="0" smtClean="0"/>
              <a:t>7-  QUAND TU ES EN BAS  ABANDONNÉ  
8-  LORSQUE VIENDRA LE SOIR  JE TE CONSOLERAI </a:t>
            </a:r>
          </a:p>
          <a:p>
            <a:r>
              <a:rPr lang="fr-FR" b="0" smtClean="0"/>
              <a:t>
9-  JE SERAI POUR TOI 
10-  QUAND TOUT EST NOIR NON NE PERDS PAS ESPOIR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Couplet 3:</a:t>
            </a:r>
          </a:p>
          <a:p>
            <a:r>
              <a:rPr lang="fr-FR" b="0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QUAND TU ES TRISTE ET FATIGUÉ QUAND COULERONT TES LARMES   
2-  JE LES SÈCHERAI  </a:t>
            </a:r>
          </a:p>
          <a:p>
            <a:r>
              <a:rPr lang="fr-FR" smtClean="0"/>
              <a:t>
3-  JE SERAI LÀ  
4-  DANS LES SOUCIS  JE SERAI TON AMI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5-  COMME UN PONT  AU-DESSOUS DE TES PAS  
	6-  TU PEUX COMPTER SUR MOI  </a:t>
            </a:r>
          </a:p>
          <a:p>
            <a:r>
              <a:rPr lang="fr-FR" smtClean="0"/>
              <a:t>
Couplet 2</a:t>
            </a:r>
          </a:p>
          <a:p>
            <a:r>
              <a:rPr lang="fr-FR" smtClean="0"/>
              <a:t>7-  QUAND TU ES EN BAS  ABANDONNÉ  
8-  LORSQUE VIENDRA LE SOIR  JE TE CONSOLERAI </a:t>
            </a:r>
          </a:p>
          <a:p>
            <a:r>
              <a:rPr lang="fr-FR" smtClean="0"/>
              <a:t>
9-  JE SERAI POUR TOI 
10-  QUAND TOUT EST NOIR NON NE PERDS PAS ESPOIR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Couplet 3:</a:t>
            </a:r>
          </a:p>
          <a:p>
            <a:r>
              <a:rPr lang="fr-FR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270917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b="0" smtClean="0"/>
              <a:t>Couplet 1:</a:t>
            </a:r>
          </a:p>
          <a:p>
            <a:r>
              <a:rPr lang="fr-FR" b="0" smtClean="0"/>
              <a:t>1-  QUAND TU ES TRISTE ET FATIGUÉ QUAND COULERONT TES LARMES   
2-  JE LES SÈCHERAI  </a:t>
            </a:r>
          </a:p>
          <a:p>
            <a:r>
              <a:rPr lang="fr-FR" b="0" smtClean="0"/>
              <a:t>
3-  JE SERAI LÀ  
4-  DANS LES SOUCIS  JE SERAI TON AMI </a:t>
            </a:r>
          </a:p>
          <a:p>
            <a:r>
              <a:rPr lang="fr-FR" b="0" smtClean="0"/>
              <a:t> </a:t>
            </a:r>
          </a:p>
          <a:p>
            <a:r>
              <a:rPr lang="fr-FR" b="0" smtClean="0"/>
              <a:t>	Refrain:
	5-  COMME UN PONT  AU-DESSOUS DE TES PAS  
	6-  TU PEUX COMPTER SUR MOI  </a:t>
            </a:r>
          </a:p>
          <a:p>
            <a:r>
              <a:rPr lang="fr-FR" b="0" smtClean="0"/>
              <a:t>
Couplet 2</a:t>
            </a:r>
          </a:p>
          <a:p>
            <a:r>
              <a:rPr lang="fr-FR" b="0" smtClean="0"/>
              <a:t>7-  QUAND TU ES EN BAS  ABANDONNÉ  
8-  LORSQUE VIENDRA LE SOIR  JE TE CONSOLERAI </a:t>
            </a:r>
          </a:p>
          <a:p>
            <a:r>
              <a:rPr lang="fr-FR" b="0" smtClean="0"/>
              <a:t>
9-  JE SERAI POUR TOI 
10-  QUAND TOUT EST NOIR NON NE PERDS PAS ESPOIR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Couplet 3:</a:t>
            </a:r>
          </a:p>
          <a:p>
            <a:r>
              <a:rPr lang="fr-FR" b="0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QUAND TU ES TRISTE ET FATIGUÉ QUAND COULERONT TES LARMES   
2-  JE LES SÈCHERAI  </a:t>
            </a:r>
          </a:p>
          <a:p>
            <a:r>
              <a:rPr lang="fr-FR" smtClean="0"/>
              <a:t>
3-  JE SERAI LÀ  
4-  DANS LES SOUCIS  JE SERAI TON AMI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5-  COMME UN PONT  AU-DESSOUS DE TES PAS  
	6-  TU PEUX COMPTER SUR MOI  </a:t>
            </a:r>
          </a:p>
          <a:p>
            <a:r>
              <a:rPr lang="fr-FR" smtClean="0"/>
              <a:t>
Couplet 2</a:t>
            </a:r>
          </a:p>
          <a:p>
            <a:r>
              <a:rPr lang="fr-FR" smtClean="0"/>
              <a:t>7-  QUAND TU ES EN BAS  ABANDONNÉ  
8-  LORSQUE VIENDRA LE SOIR  JE TE CONSOLERAI </a:t>
            </a:r>
          </a:p>
          <a:p>
            <a:r>
              <a:rPr lang="fr-FR" smtClean="0"/>
              <a:t>
9-  JE SERAI POUR TOI 
10-  QUAND TOUT EST NOIR NON NE PERDS PAS ESPOIR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Couplet 3:</a:t>
            </a:r>
          </a:p>
          <a:p>
            <a:r>
              <a:rPr lang="fr-FR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653418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b="0" smtClean="0"/>
              <a:t>Couplet 1:</a:t>
            </a:r>
          </a:p>
          <a:p>
            <a:r>
              <a:rPr lang="fr-FR" b="0" smtClean="0"/>
              <a:t>1-  QUAND TU ES TRISTE ET FATIGUÉ QUAND COULERONT TES LARMES   
2-  JE LES SÈCHERAI  </a:t>
            </a:r>
          </a:p>
          <a:p>
            <a:r>
              <a:rPr lang="fr-FR" b="0" smtClean="0"/>
              <a:t>
3-  JE SERAI LÀ  
4-  DANS LES SOUCIS  JE SERAI TON AMI </a:t>
            </a:r>
          </a:p>
          <a:p>
            <a:r>
              <a:rPr lang="fr-FR" b="0" smtClean="0"/>
              <a:t> </a:t>
            </a:r>
          </a:p>
          <a:p>
            <a:r>
              <a:rPr lang="fr-FR" b="0" smtClean="0"/>
              <a:t>	Refrain:
	5-  COMME UN PONT  AU-DESSOUS DE TES PAS  
	6-  TU PEUX COMPTER SUR MOI  </a:t>
            </a:r>
          </a:p>
          <a:p>
            <a:r>
              <a:rPr lang="fr-FR" b="0" smtClean="0"/>
              <a:t>
Couplet 2</a:t>
            </a:r>
          </a:p>
          <a:p>
            <a:r>
              <a:rPr lang="fr-FR" b="0" smtClean="0"/>
              <a:t>7-  QUAND TU ES EN BAS  ABANDONNÉ  
8-  LORSQUE VIENDRA LE SOIR  JE TE CONSOLERAI </a:t>
            </a:r>
          </a:p>
          <a:p>
            <a:r>
              <a:rPr lang="fr-FR" b="0" smtClean="0"/>
              <a:t>
9-  JE SERAI POUR TOI 
10-  QUAND TOUT EST NOIR NON NE PERDS PAS ESPOIR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Couplet 3:</a:t>
            </a:r>
          </a:p>
          <a:p>
            <a:r>
              <a:rPr lang="fr-FR" b="0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QUAND TU ES TRISTE ET FATIGUÉ QUAND COULERONT TES LARMES   
2-  JE LES SÈCHERAI  </a:t>
            </a:r>
          </a:p>
          <a:p>
            <a:r>
              <a:rPr lang="fr-FR" smtClean="0"/>
              <a:t>
3-  JE SERAI LÀ  
4-  DANS LES SOUCIS  JE SERAI TON AMI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5-  COMME UN PONT  AU-DESSOUS DE TES PAS  
	6-  TU PEUX COMPTER SUR MOI  </a:t>
            </a:r>
          </a:p>
          <a:p>
            <a:r>
              <a:rPr lang="fr-FR" smtClean="0"/>
              <a:t>
Couplet 2</a:t>
            </a:r>
          </a:p>
          <a:p>
            <a:r>
              <a:rPr lang="fr-FR" smtClean="0"/>
              <a:t>7-  QUAND TU ES EN BAS  ABANDONNÉ  
8-  LORSQUE VIENDRA LE SOIR  JE TE CONSOLERAI </a:t>
            </a:r>
          </a:p>
          <a:p>
            <a:r>
              <a:rPr lang="fr-FR" smtClean="0"/>
              <a:t>
9-  JE SERAI POUR TOI 
10-  QUAND TOUT EST NOIR NON NE PERDS PAS ESPOIR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Couplet 3:</a:t>
            </a:r>
          </a:p>
          <a:p>
            <a:r>
              <a:rPr lang="fr-FR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369659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b="0" smtClean="0"/>
              <a:t>Couplet 1:</a:t>
            </a:r>
          </a:p>
          <a:p>
            <a:r>
              <a:rPr lang="fr-FR" b="0" smtClean="0"/>
              <a:t>1-  QUAND TU ES TRISTE ET FATIGUÉ QUAND COULERONT TES LARMES   
2-  JE LES SÈCHERAI  </a:t>
            </a:r>
          </a:p>
          <a:p>
            <a:r>
              <a:rPr lang="fr-FR" b="0" smtClean="0"/>
              <a:t>
3-  JE SERAI LÀ  
4-  DANS LES SOUCIS  JE SERAI TON AMI </a:t>
            </a:r>
          </a:p>
          <a:p>
            <a:r>
              <a:rPr lang="fr-FR" b="0" smtClean="0"/>
              <a:t> </a:t>
            </a:r>
          </a:p>
          <a:p>
            <a:r>
              <a:rPr lang="fr-FR" b="0" smtClean="0"/>
              <a:t>	Refrain:
	5-  COMME UN PONT  AU-DESSOUS DE TES PAS  
	6-  TU PEUX COMPTER SUR MOI  </a:t>
            </a:r>
          </a:p>
          <a:p>
            <a:r>
              <a:rPr lang="fr-FR" b="0" smtClean="0"/>
              <a:t>
Couplet 2</a:t>
            </a:r>
          </a:p>
          <a:p>
            <a:r>
              <a:rPr lang="fr-FR" b="0" smtClean="0"/>
              <a:t>7-  QUAND TU ES EN BAS  ABANDONNÉ  
8-  LORSQUE VIENDRA LE SOIR  JE TE CONSOLERAI </a:t>
            </a:r>
          </a:p>
          <a:p>
            <a:r>
              <a:rPr lang="fr-FR" b="0" smtClean="0"/>
              <a:t>
9-  JE SERAI POUR TOI 
10-  QUAND TOUT EST NOIR NON NE PERDS PAS ESPOIR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Couplet 3:</a:t>
            </a:r>
          </a:p>
          <a:p>
            <a:r>
              <a:rPr lang="fr-FR" b="0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QUAND TU ES TRISTE ET FATIGUÉ QUAND COULERONT TES LARMES   
2-  JE LES SÈCHERAI  </a:t>
            </a:r>
          </a:p>
          <a:p>
            <a:r>
              <a:rPr lang="fr-FR" smtClean="0"/>
              <a:t>
3-  JE SERAI LÀ  
4-  DANS LES SOUCIS  JE SERAI TON AMI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5-  COMME UN PONT  AU-DESSOUS DE TES PAS  
	6-  TU PEUX COMPTER SUR MOI  </a:t>
            </a:r>
          </a:p>
          <a:p>
            <a:r>
              <a:rPr lang="fr-FR" smtClean="0"/>
              <a:t>
Couplet 2</a:t>
            </a:r>
          </a:p>
          <a:p>
            <a:r>
              <a:rPr lang="fr-FR" smtClean="0"/>
              <a:t>7-  QUAND TU ES EN BAS  ABANDONNÉ  
8-  LORSQUE VIENDRA LE SOIR  JE TE CONSOLERAI </a:t>
            </a:r>
          </a:p>
          <a:p>
            <a:r>
              <a:rPr lang="fr-FR" smtClean="0"/>
              <a:t>
9-  JE SERAI POUR TOI 
10-  QUAND TOUT EST NOIR NON NE PERDS PAS ESPOIR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Couplet 3:</a:t>
            </a:r>
          </a:p>
          <a:p>
            <a:r>
              <a:rPr lang="fr-FR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0396264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b="0" smtClean="0"/>
              <a:t>Couplet 1:</a:t>
            </a:r>
          </a:p>
          <a:p>
            <a:r>
              <a:rPr lang="fr-FR" b="0" smtClean="0"/>
              <a:t>1-  QUAND TU ES TRISTE ET FATIGUÉ QUAND COULERONT TES LARMES   
2-  JE LES SÈCHERAI  </a:t>
            </a:r>
          </a:p>
          <a:p>
            <a:r>
              <a:rPr lang="fr-FR" b="0" smtClean="0"/>
              <a:t>
3-  JE SERAI LÀ  
4-  DANS LES SOUCIS  JE SERAI TON AMI </a:t>
            </a:r>
          </a:p>
          <a:p>
            <a:r>
              <a:rPr lang="fr-FR" b="0" smtClean="0"/>
              <a:t> </a:t>
            </a:r>
          </a:p>
          <a:p>
            <a:r>
              <a:rPr lang="fr-FR" b="0" smtClean="0"/>
              <a:t>	Refrain:
	5-  COMME UN PONT  AU-DESSOUS DE TES PAS  
	6-  TU PEUX COMPTER SUR MOI  </a:t>
            </a:r>
          </a:p>
          <a:p>
            <a:r>
              <a:rPr lang="fr-FR" b="0" smtClean="0"/>
              <a:t>
Couplet 2</a:t>
            </a:r>
          </a:p>
          <a:p>
            <a:r>
              <a:rPr lang="fr-FR" b="0" smtClean="0"/>
              <a:t>7-  QUAND TU ES EN BAS  ABANDONNÉ  
8-  LORSQUE VIENDRA LE SOIR  JE TE CONSOLERAI </a:t>
            </a:r>
          </a:p>
          <a:p>
            <a:r>
              <a:rPr lang="fr-FR" b="0" smtClean="0"/>
              <a:t>
9-  JE SERAI POUR TOI 
10-  QUAND TOUT EST NOIR NON NE PERDS PAS ESPOIR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Couplet 3:</a:t>
            </a:r>
          </a:p>
          <a:p>
            <a:r>
              <a:rPr lang="fr-FR" b="0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QUAND TU ES TRISTE ET FATIGUÉ QUAND COULERONT TES LARMES   
2-  JE LES SÈCHERAI  </a:t>
            </a:r>
          </a:p>
          <a:p>
            <a:r>
              <a:rPr lang="fr-FR" smtClean="0"/>
              <a:t>
3-  JE SERAI LÀ  
4-  DANS LES SOUCIS  JE SERAI TON AMI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5-  COMME UN PONT  AU-DESSOUS DE TES PAS  
	6-  TU PEUX COMPTER SUR MOI  </a:t>
            </a:r>
          </a:p>
          <a:p>
            <a:r>
              <a:rPr lang="fr-FR" smtClean="0"/>
              <a:t>
Couplet 2</a:t>
            </a:r>
          </a:p>
          <a:p>
            <a:r>
              <a:rPr lang="fr-FR" smtClean="0"/>
              <a:t>7-  QUAND TU ES EN BAS  ABANDONNÉ  
8-  LORSQUE VIENDRA LE SOIR  JE TE CONSOLERAI </a:t>
            </a:r>
          </a:p>
          <a:p>
            <a:r>
              <a:rPr lang="fr-FR" smtClean="0"/>
              <a:t>
9-  JE SERAI POUR TOI 
10-  QUAND TOUT EST NOIR NON NE PERDS PAS ESPOIR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Couplet 3:</a:t>
            </a:r>
          </a:p>
          <a:p>
            <a:r>
              <a:rPr lang="fr-FR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543921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b="0" smtClean="0"/>
              <a:t>Couplet 1:</a:t>
            </a:r>
          </a:p>
          <a:p>
            <a:r>
              <a:rPr lang="fr-FR" b="0" smtClean="0"/>
              <a:t>1-  QUAND TU ES TRISTE ET FATIGUÉ QUAND COULERONT TES LARMES   
2-  JE LES SÈCHERAI  </a:t>
            </a:r>
          </a:p>
          <a:p>
            <a:r>
              <a:rPr lang="fr-FR" b="0" smtClean="0"/>
              <a:t>
3-  JE SERAI LÀ  
4-  DANS LES SOUCIS  JE SERAI TON AMI </a:t>
            </a:r>
          </a:p>
          <a:p>
            <a:r>
              <a:rPr lang="fr-FR" b="0" smtClean="0"/>
              <a:t> </a:t>
            </a:r>
          </a:p>
          <a:p>
            <a:r>
              <a:rPr lang="fr-FR" b="0" smtClean="0"/>
              <a:t>	Refrain:
	5-  COMME UN PONT  AU-DESSOUS DE TES PAS  
	6-  TU PEUX COMPTER SUR MOI  </a:t>
            </a:r>
          </a:p>
          <a:p>
            <a:r>
              <a:rPr lang="fr-FR" b="0" smtClean="0"/>
              <a:t>
Couplet 2</a:t>
            </a:r>
          </a:p>
          <a:p>
            <a:r>
              <a:rPr lang="fr-FR" b="0" smtClean="0"/>
              <a:t>7-  QUAND TU ES EN BAS  ABANDONNÉ  
8-  LORSQUE VIENDRA LE SOIR  JE TE CONSOLERAI </a:t>
            </a:r>
          </a:p>
          <a:p>
            <a:r>
              <a:rPr lang="fr-FR" b="0" smtClean="0"/>
              <a:t>
9-  JE SERAI POUR TOI 
10-  QUAND TOUT EST NOIR NON NE PERDS PAS ESPOIR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Couplet 3:</a:t>
            </a:r>
          </a:p>
          <a:p>
            <a:r>
              <a:rPr lang="fr-FR" b="0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QUAND TU ES TRISTE ET FATIGUÉ QUAND COULERONT TES LARMES   
2-  JE LES SÈCHERAI  </a:t>
            </a:r>
          </a:p>
          <a:p>
            <a:r>
              <a:rPr lang="fr-FR" smtClean="0"/>
              <a:t>
3-  JE SERAI LÀ  
4-  DANS LES SOUCIS  JE SERAI TON AMI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5-  COMME UN PONT  AU-DESSOUS DE TES PAS  
	6-  TU PEUX COMPTER SUR MOI  </a:t>
            </a:r>
          </a:p>
          <a:p>
            <a:r>
              <a:rPr lang="fr-FR" smtClean="0"/>
              <a:t>
Couplet 2</a:t>
            </a:r>
          </a:p>
          <a:p>
            <a:r>
              <a:rPr lang="fr-FR" smtClean="0"/>
              <a:t>7-  QUAND TU ES EN BAS  ABANDONNÉ  
8-  LORSQUE VIENDRA LE SOIR  JE TE CONSOLERAI </a:t>
            </a:r>
          </a:p>
          <a:p>
            <a:r>
              <a:rPr lang="fr-FR" smtClean="0"/>
              <a:t>
9-  JE SERAI POUR TOI 
10-  QUAND TOUT EST NOIR NON NE PERDS PAS ESPOIR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Couplet 3:</a:t>
            </a:r>
          </a:p>
          <a:p>
            <a:r>
              <a:rPr lang="fr-FR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103946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b="0" smtClean="0"/>
              <a:t>Couplet 1:</a:t>
            </a:r>
          </a:p>
          <a:p>
            <a:r>
              <a:rPr lang="fr-FR" b="0" smtClean="0"/>
              <a:t>1-  QUAND TU ES TRISTE ET FATIGUÉ QUAND COULERONT TES LARMES   
2-  JE LES SÈCHERAI  </a:t>
            </a:r>
          </a:p>
          <a:p>
            <a:r>
              <a:rPr lang="fr-FR" b="0" smtClean="0"/>
              <a:t>
3-  JE SERAI LÀ  
4-  DANS LES SOUCIS  JE SERAI TON AMI </a:t>
            </a:r>
          </a:p>
          <a:p>
            <a:r>
              <a:rPr lang="fr-FR" b="0" smtClean="0"/>
              <a:t> </a:t>
            </a:r>
          </a:p>
          <a:p>
            <a:r>
              <a:rPr lang="fr-FR" b="0" smtClean="0"/>
              <a:t>	Refrain:
	5-  COMME UN PONT  AU-DESSOUS DE TES PAS  
	6-  TU PEUX COMPTER SUR MOI  </a:t>
            </a:r>
          </a:p>
          <a:p>
            <a:r>
              <a:rPr lang="fr-FR" b="0" smtClean="0"/>
              <a:t>
Couplet 2</a:t>
            </a:r>
          </a:p>
          <a:p>
            <a:r>
              <a:rPr lang="fr-FR" b="0" smtClean="0"/>
              <a:t>7-  QUAND TU ES EN BAS  ABANDONNÉ  
8-  LORSQUE VIENDRA LE SOIR  JE TE CONSOLERAI </a:t>
            </a:r>
          </a:p>
          <a:p>
            <a:r>
              <a:rPr lang="fr-FR" b="0" smtClean="0"/>
              <a:t>
9-  JE SERAI POUR TOI 
10-  QUAND TOUT EST NOIR NON NE PERDS PAS ESPOIR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Couplet 3:</a:t>
            </a:r>
          </a:p>
          <a:p>
            <a:r>
              <a:rPr lang="fr-FR" b="0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QUAND TU ES TRISTE ET FATIGUÉ QUAND COULERONT TES LARMES   
2-  JE LES SÈCHERAI  </a:t>
            </a:r>
          </a:p>
          <a:p>
            <a:r>
              <a:rPr lang="fr-FR" smtClean="0"/>
              <a:t>
3-  JE SERAI LÀ  
4-  DANS LES SOUCIS  JE SERAI TON AMI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5-  COMME UN PONT  AU-DESSOUS DE TES PAS  
	6-  TU PEUX COMPTER SUR MOI  </a:t>
            </a:r>
          </a:p>
          <a:p>
            <a:r>
              <a:rPr lang="fr-FR" smtClean="0"/>
              <a:t>
Couplet 2</a:t>
            </a:r>
          </a:p>
          <a:p>
            <a:r>
              <a:rPr lang="fr-FR" smtClean="0"/>
              <a:t>7-  QUAND TU ES EN BAS  ABANDONNÉ  
8-  LORSQUE VIENDRA LE SOIR  JE TE CONSOLERAI </a:t>
            </a:r>
          </a:p>
          <a:p>
            <a:r>
              <a:rPr lang="fr-FR" smtClean="0"/>
              <a:t>
9-  JE SERAI POUR TOI 
10-  QUAND TOUT EST NOIR NON NE PERDS PAS ESPOIR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Couplet 3:</a:t>
            </a:r>
          </a:p>
          <a:p>
            <a:r>
              <a:rPr lang="fr-FR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5283818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b="0" smtClean="0"/>
              <a:t>Couplet 1:</a:t>
            </a:r>
          </a:p>
          <a:p>
            <a:r>
              <a:rPr lang="fr-FR" b="0" smtClean="0"/>
              <a:t>1-  QUAND TU ES TRISTE ET FATIGUÉ QUAND COULERONT TES LARMES   
2-  JE LES SÈCHERAI  </a:t>
            </a:r>
          </a:p>
          <a:p>
            <a:r>
              <a:rPr lang="fr-FR" b="0" smtClean="0"/>
              <a:t>
3-  JE SERAI LÀ  
4-  DANS LES SOUCIS  JE SERAI TON AMI </a:t>
            </a:r>
          </a:p>
          <a:p>
            <a:r>
              <a:rPr lang="fr-FR" b="0" smtClean="0"/>
              <a:t> </a:t>
            </a:r>
          </a:p>
          <a:p>
            <a:r>
              <a:rPr lang="fr-FR" b="0" smtClean="0"/>
              <a:t>	Refrain:
	5-  COMME UN PONT  AU-DESSOUS DE TES PAS  
	6-  TU PEUX COMPTER SUR MOI  </a:t>
            </a:r>
          </a:p>
          <a:p>
            <a:r>
              <a:rPr lang="fr-FR" b="0" smtClean="0"/>
              <a:t>
Couplet 2</a:t>
            </a:r>
          </a:p>
          <a:p>
            <a:r>
              <a:rPr lang="fr-FR" b="0" smtClean="0"/>
              <a:t>7-  QUAND TU ES EN BAS  ABANDONNÉ  
8-  LORSQUE VIENDRA LE SOIR  JE TE CONSOLERAI </a:t>
            </a:r>
          </a:p>
          <a:p>
            <a:r>
              <a:rPr lang="fr-FR" b="0" smtClean="0"/>
              <a:t>
9-  JE SERAI POUR TOI 
10-  QUAND TOUT EST NOIR NON NE PERDS PAS ESPOIR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Couplet 3:</a:t>
            </a:r>
          </a:p>
          <a:p>
            <a:r>
              <a:rPr lang="fr-FR" b="0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QUAND TU ES TRISTE ET FATIGUÉ QUAND COULERONT TES LARMES   
2-  JE LES SÈCHERAI  </a:t>
            </a:r>
          </a:p>
          <a:p>
            <a:r>
              <a:rPr lang="fr-FR" smtClean="0"/>
              <a:t>
3-  JE SERAI LÀ  
4-  DANS LES SOUCIS  JE SERAI TON AMI 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Refrain:
	5-  COMME UN PONT  AU-DESSOUS DE TES PAS  
	6-  TU PEUX COMPTER SUR MOI  </a:t>
            </a:r>
          </a:p>
          <a:p>
            <a:r>
              <a:rPr lang="fr-FR" smtClean="0"/>
              <a:t>
Couplet 2</a:t>
            </a:r>
          </a:p>
          <a:p>
            <a:r>
              <a:rPr lang="fr-FR" smtClean="0"/>
              <a:t>7-  QUAND TU ES EN BAS  ABANDONNÉ  
8-  LORSQUE VIENDRA LE SOIR  JE TE CONSOLERAI </a:t>
            </a:r>
          </a:p>
          <a:p>
            <a:r>
              <a:rPr lang="fr-FR" smtClean="0"/>
              <a:t>
9-  JE SERAI POUR TOI 
10-  QUAND TOUT EST NOIR NON NE PERDS PAS ESPOIR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Couplet 3:</a:t>
            </a:r>
          </a:p>
          <a:p>
            <a:r>
              <a:rPr lang="fr-FR" smtClean="0"/>
              <a:t>11-  AVANCE ENCORE  NE T’ARRÊTE PAS 
12-  C’EST L’HEURE DE TE LEVER  TOUS TES RÊVES VONT ARRIVER  
13-  ILS BRILLENT DÉJÀ  ET SI TU AS BESOIN  
14-  ET SI TU AS BESOIN J’AVANCERAI PRÈS DE TOI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028652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TU ES TRISTE ET FATIGUÉ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COULERONT TES LARMES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LES SÈCHERAI </a:t>
            </a:r>
          </a:p>
        </p:txBody>
      </p:sp>
    </p:spTree>
    <p:extLst>
      <p:ext uri="{BB962C8B-B14F-4D97-AF65-F5344CB8AC3E}">
        <p14:creationId xmlns:p14="http://schemas.microsoft.com/office/powerpoint/2010/main" val="320736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SERAI LÀ </a:t>
            </a:r>
          </a:p>
        </p:txBody>
      </p:sp>
    </p:spTree>
    <p:extLst>
      <p:ext uri="{BB962C8B-B14F-4D97-AF65-F5344CB8AC3E}">
        <p14:creationId xmlns:p14="http://schemas.microsoft.com/office/powerpoint/2010/main" val="50310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SOUCIS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SERAI TON AMI </a:t>
            </a:r>
          </a:p>
        </p:txBody>
      </p:sp>
    </p:spTree>
    <p:extLst>
      <p:ext uri="{BB962C8B-B14F-4D97-AF65-F5344CB8AC3E}">
        <p14:creationId xmlns:p14="http://schemas.microsoft.com/office/powerpoint/2010/main" val="149246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UN PONT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AU-DESSOUS DE TES PAS </a:t>
            </a:r>
          </a:p>
        </p:txBody>
      </p:sp>
    </p:spTree>
    <p:extLst>
      <p:ext uri="{BB962C8B-B14F-4D97-AF65-F5344CB8AC3E}">
        <p14:creationId xmlns:p14="http://schemas.microsoft.com/office/powerpoint/2010/main" val="3368465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PEUX COMPTER SUR MOI </a:t>
            </a:r>
          </a:p>
        </p:txBody>
      </p:sp>
    </p:spTree>
    <p:extLst>
      <p:ext uri="{BB962C8B-B14F-4D97-AF65-F5344CB8AC3E}">
        <p14:creationId xmlns:p14="http://schemas.microsoft.com/office/powerpoint/2010/main" val="750137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TU ES EN BAS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ABANDONNÉ </a:t>
            </a:r>
          </a:p>
        </p:txBody>
      </p:sp>
    </p:spTree>
    <p:extLst>
      <p:ext uri="{BB962C8B-B14F-4D97-AF65-F5344CB8AC3E}">
        <p14:creationId xmlns:p14="http://schemas.microsoft.com/office/powerpoint/2010/main" val="278097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LORSQUE VIENDRA LE SOIR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CONSOLERAI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28780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764704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SERAI POUR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7331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764704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TOUT EST NOIR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NON, NE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PERDS PAS ESPOIR</a:t>
            </a:r>
          </a:p>
        </p:txBody>
      </p:sp>
    </p:spTree>
    <p:extLst>
      <p:ext uri="{BB962C8B-B14F-4D97-AF65-F5344CB8AC3E}">
        <p14:creationId xmlns:p14="http://schemas.microsoft.com/office/powerpoint/2010/main" val="338396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764704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AVANCE ENCORE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T’ARRÊTE PAS</a:t>
            </a:r>
          </a:p>
        </p:txBody>
      </p:sp>
    </p:spTree>
    <p:extLst>
      <p:ext uri="{BB962C8B-B14F-4D97-AF65-F5344CB8AC3E}">
        <p14:creationId xmlns:p14="http://schemas.microsoft.com/office/powerpoint/2010/main" val="360717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764704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L’HEURE DE TE LEVER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TES RÊVES VONT ARRIVER </a:t>
            </a:r>
          </a:p>
        </p:txBody>
      </p:sp>
    </p:spTree>
    <p:extLst>
      <p:ext uri="{BB962C8B-B14F-4D97-AF65-F5344CB8AC3E}">
        <p14:creationId xmlns:p14="http://schemas.microsoft.com/office/powerpoint/2010/main" val="2283953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764704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BRILLENT DÉJÀ </a:t>
            </a:r>
          </a:p>
        </p:txBody>
      </p:sp>
    </p:spTree>
    <p:extLst>
      <p:ext uri="{BB962C8B-B14F-4D97-AF65-F5344CB8AC3E}">
        <p14:creationId xmlns:p14="http://schemas.microsoft.com/office/powerpoint/2010/main" val="792324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764704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SI TU AS BESOIN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J’AVANCERAI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PRÈS DE TOI </a:t>
            </a:r>
          </a:p>
        </p:txBody>
      </p:sp>
    </p:spTree>
    <p:extLst>
      <p:ext uri="{BB962C8B-B14F-4D97-AF65-F5344CB8AC3E}">
        <p14:creationId xmlns:p14="http://schemas.microsoft.com/office/powerpoint/2010/main" val="248829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1715</TotalTime>
  <Words>481</Words>
  <Application>Microsoft Office PowerPoint</Application>
  <PresentationFormat>Affichage à l'écran (4:3)</PresentationFormat>
  <Paragraphs>443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186</cp:revision>
  <dcterms:created xsi:type="dcterms:W3CDTF">2002-08-17T10:50:50Z</dcterms:created>
  <dcterms:modified xsi:type="dcterms:W3CDTF">2021-12-26T08:19:12Z</dcterms:modified>
</cp:coreProperties>
</file>