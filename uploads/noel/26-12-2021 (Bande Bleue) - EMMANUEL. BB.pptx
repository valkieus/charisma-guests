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95387" autoAdjust="0"/>
  </p:normalViewPr>
  <p:slideViewPr>
    <p:cSldViewPr>
      <p:cViewPr varScale="1">
        <p:scale>
          <a:sx n="86" d="100"/>
          <a:sy n="86" d="100"/>
        </p:scale>
        <p:origin x="42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26/12/2021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pPr>
              <a:defRPr/>
            </a:pPr>
            <a:r>
              <a:rPr lang="fr-FR" smtClean="0"/>
              <a:t>
6-  EMMANUEL, DIEU EST AVEC NOUS IL EST AVEC NOUS 
7-  EMMANUEL IL NOUS ABANDONNERA JAMAIS 
8-  NON, JAMAIS  x2</a:t>
            </a:r>
          </a:p>
          <a:p>
            <a:pPr>
              <a:defRPr/>
            </a:pPr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r>
              <a:rPr lang="fr-FR" smtClean="0"/>
              <a:t>
6-  EMMANUEL, DIEU EST AVEC NOUS IL EST AVEC NOUS 
7-  EMMANUEL IL NOUS ABANDONNERA JAMAIS 
8-  NON, JAMAIS  x2</a:t>
            </a:r>
          </a:p>
          <a:p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pPr>
              <a:defRPr/>
            </a:pPr>
            <a:r>
              <a:rPr lang="fr-FR" smtClean="0"/>
              <a:t>
6-  EMMANUEL, DIEU EST AVEC NOUS IL EST AVEC NOUS 
7-  EMMANUEL IL NOUS ABANDONNERA JAMAIS 
8-  NON, JAMAIS  x2</a:t>
            </a:r>
          </a:p>
          <a:p>
            <a:pPr>
              <a:defRPr/>
            </a:pPr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r>
              <a:rPr lang="fr-FR" smtClean="0"/>
              <a:t>
6-  EMMANUEL, DIEU EST AVEC NOUS IL EST AVEC NOUS 
7-  EMMANUEL IL NOUS ABANDONNERA JAMAIS 
8-  NON, JAMAIS  x2</a:t>
            </a:r>
          </a:p>
          <a:p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6728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pPr>
              <a:defRPr/>
            </a:pPr>
            <a:r>
              <a:rPr lang="fr-FR" smtClean="0"/>
              <a:t>
6-  EMMANUEL, DIEU EST AVEC NOUS IL EST AVEC NOUS 
7-  EMMANUEL IL NOUS ABANDONNERA JAMAIS 
8-  NON, JAMAIS  x2</a:t>
            </a:r>
          </a:p>
          <a:p>
            <a:pPr>
              <a:defRPr/>
            </a:pPr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r>
              <a:rPr lang="fr-FR" smtClean="0"/>
              <a:t>
6-  EMMANUEL, DIEU EST AVEC NOUS IL EST AVEC NOUS 
7-  EMMANUEL IL NOUS ABANDONNERA JAMAIS 
8-  NON, JAMAIS  x2</a:t>
            </a:r>
          </a:p>
          <a:p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287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pPr>
              <a:defRPr/>
            </a:pPr>
            <a:r>
              <a:rPr lang="fr-FR" smtClean="0"/>
              <a:t>
6-  EMMANUEL, DIEU EST AVEC NOUS IL EST AVEC NOUS 
7-  EMMANUEL IL NOUS ABANDONNERA JAMAIS 
8-  NON, JAMAIS  x2</a:t>
            </a:r>
          </a:p>
          <a:p>
            <a:pPr>
              <a:defRPr/>
            </a:pPr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r>
              <a:rPr lang="fr-FR" smtClean="0"/>
              <a:t>
6-  EMMANUEL, DIEU EST AVEC NOUS IL EST AVEC NOUS 
7-  EMMANUEL IL NOUS ABANDONNERA JAMAIS 
8-  NON, JAMAIS  x2</a:t>
            </a:r>
          </a:p>
          <a:p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446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pPr>
              <a:defRPr/>
            </a:pPr>
            <a:r>
              <a:rPr lang="fr-FR" smtClean="0"/>
              <a:t>
6-  EMMANUEL, DIEU EST AVEC NOUS IL EST AVEC NOUS 
7-  EMMANUEL IL NOUS ABANDONNERA JAMAIS 
8-  NON, JAMAIS  x2</a:t>
            </a:r>
          </a:p>
          <a:p>
            <a:pPr>
              <a:defRPr/>
            </a:pPr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r>
              <a:rPr lang="fr-FR" smtClean="0"/>
              <a:t>
6-  EMMANUEL, DIEU EST AVEC NOUS IL EST AVEC NOUS 
7-  EMMANUEL IL NOUS ABANDONNERA JAMAIS 
8-  NON, JAMAIS  x2</a:t>
            </a:r>
          </a:p>
          <a:p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0909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pPr>
              <a:defRPr/>
            </a:pPr>
            <a:r>
              <a:rPr lang="fr-FR" smtClean="0"/>
              <a:t>
6-  EMMANUEL, DIEU EST AVEC NOUS IL EST AVEC NOUS 
7-  EMMANUEL IL NOUS ABANDONNERA JAMAIS 
8-  NON, JAMAIS  x2</a:t>
            </a:r>
          </a:p>
          <a:p>
            <a:pPr>
              <a:defRPr/>
            </a:pPr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r>
              <a:rPr lang="fr-FR" smtClean="0"/>
              <a:t>
6-  EMMANUEL, DIEU EST AVEC NOUS IL EST AVEC NOUS 
7-  EMMANUEL IL NOUS ABANDONNERA JAMAIS 
8-  NON, JAMAIS  x2</a:t>
            </a:r>
          </a:p>
          <a:p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4929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pPr>
              <a:defRPr/>
            </a:pPr>
            <a:r>
              <a:rPr lang="fr-FR" smtClean="0"/>
              <a:t>
6-  EMMANUEL, DIEU EST AVEC NOUS IL EST AVEC NOUS 
7-  EMMANUEL IL NOUS ABANDONNERA JAMAIS 
8-  NON, JAMAIS  x2</a:t>
            </a:r>
          </a:p>
          <a:p>
            <a:pPr>
              <a:defRPr/>
            </a:pPr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r>
              <a:rPr lang="fr-FR" smtClean="0"/>
              <a:t>
6-  EMMANUEL, DIEU EST AVEC NOUS IL EST AVEC NOUS 
7-  EMMANUEL IL NOUS ABANDONNERA JAMAIS 
8-  NON, JAMAIS  x2</a:t>
            </a:r>
          </a:p>
          <a:p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060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pPr>
              <a:defRPr/>
            </a:pPr>
            <a:r>
              <a:rPr lang="fr-FR" smtClean="0"/>
              <a:t>
6-  EMMANUEL, DIEU EST AVEC NOUS IL EST AVEC NOUS 
7-  EMMANUEL IL NOUS ABANDONNERA JAMAIS 
8-  NON, JAMAIS  x2</a:t>
            </a:r>
          </a:p>
          <a:p>
            <a:pPr>
              <a:defRPr/>
            </a:pPr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r>
              <a:rPr lang="fr-FR" smtClean="0"/>
              <a:t>
6-  EMMANUEL, DIEU EST AVEC NOUS IL EST AVEC NOUS 
7-  EMMANUEL IL NOUS ABANDONNERA JAMAIS 
8-  NON, JAMAIS  x2</a:t>
            </a:r>
          </a:p>
          <a:p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8711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pPr>
              <a:defRPr/>
            </a:pPr>
            <a:r>
              <a:rPr lang="fr-FR" smtClean="0"/>
              <a:t>
6-  EMMANUEL, DIEU EST AVEC NOUS IL EST AVEC NOUS 
7-  EMMANUEL IL NOUS ABANDONNERA JAMAIS 
8-  NON, JAMAIS  x2</a:t>
            </a:r>
          </a:p>
          <a:p>
            <a:pPr>
              <a:defRPr/>
            </a:pPr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r>
              <a:rPr lang="fr-FR" smtClean="0"/>
              <a:t>
6-  EMMANUEL, DIEU EST AVEC NOUS IL EST AVEC NOUS 
7-  EMMANUEL IL NOUS ABANDONNERA JAMAIS 
8-  NON, JAMAIS  x2</a:t>
            </a:r>
          </a:p>
          <a:p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3422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pPr>
              <a:defRPr/>
            </a:pPr>
            <a:r>
              <a:rPr lang="fr-FR" smtClean="0"/>
              <a:t>
6-  EMMANUEL, DIEU EST AVEC NOUS IL EST AVEC NOUS 
7-  EMMANUEL IL NOUS ABANDONNERA JAMAIS 
8-  NON, JAMAIS  x2</a:t>
            </a:r>
          </a:p>
          <a:p>
            <a:pPr>
              <a:defRPr/>
            </a:pPr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r>
              <a:rPr lang="fr-FR" smtClean="0"/>
              <a:t>
6-  EMMANUEL, DIEU EST AVEC NOUS IL EST AVEC NOUS 
7-  EMMANUEL IL NOUS ABANDONNERA JAMAIS 
8-  NON, JAMAIS  x2</a:t>
            </a:r>
          </a:p>
          <a:p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904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pPr>
              <a:defRPr/>
            </a:pPr>
            <a:r>
              <a:rPr lang="fr-FR" smtClean="0"/>
              <a:t>
6-  EMMANUEL, DIEU EST AVEC NOUS IL EST AVEC NOUS 
7-  EMMANUEL IL NOUS ABANDONNERA JAMAIS 
8-  NON, JAMAIS  x2</a:t>
            </a:r>
          </a:p>
          <a:p>
            <a:pPr>
              <a:defRPr/>
            </a:pPr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r>
              <a:rPr lang="fr-FR" smtClean="0"/>
              <a:t>
6-  EMMANUEL, DIEU EST AVEC NOUS IL EST AVEC NOUS 
7-  EMMANUEL IL NOUS ABANDONNERA JAMAIS 
8-  NON, JAMAIS  x2</a:t>
            </a:r>
          </a:p>
          <a:p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8365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pPr>
              <a:defRPr/>
            </a:pPr>
            <a:r>
              <a:rPr lang="fr-FR" dirty="0" smtClean="0"/>
              <a:t>
6-  EMMANUEL, DIEU EST AVEC NOUS IL EST AVEC NOUS 
7-  EMMANUEL IL NOUS ABANDONNERA JAMAIS 
8-  NON, JAMAIS  x2</a:t>
            </a:r>
          </a:p>
          <a:p>
            <a:pPr>
              <a:defRPr/>
            </a:pPr>
            <a:r>
              <a:rPr lang="fr-FR" dirty="0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PAS DE DÉCORATION  AUCUNE GUIRLANDE SUR LES ARBRES   
2-  AU CLAIR DE LUNE CETTE ANNÉE À LA MAISON   
3-  LES PIÈCES SONT SILENCIEUSES AUCUN CHANTS NE RETENTIT  
4-  POUR LA PREMIÈRE FOIS  ELLE EST SEULE  
5-  MAIS QUELLE MERVEILLE ELLE DIT QU’IL Y’A DU RÉCONFORT  </a:t>
            </a:r>
          </a:p>
          <a:p>
            <a:r>
              <a:rPr lang="fr-FR" smtClean="0"/>
              <a:t>
6-  EMMANUEL, DIEU EST AVEC NOUS IL EST AVEC NOUS 
7-  EMMANUEL IL NOUS ABANDONNERA JAMAIS 
8-  NON, JAMAIS  x2</a:t>
            </a:r>
          </a:p>
          <a:p>
            <a:r>
              <a:rPr lang="fr-FR" smtClean="0"/>
              <a:t>
9-  ILS SONT PEUT ÊTRE LA DANS LA PIÈCE D’À CÔTÉ   
10-  MAIS QUELQU’UN A MAL AU CŒUR  FAISANT FACE À LA SAISON  
11-  AUX SALUTATIONS HEUREUSES SANS JOIE EN CES VACANCES 
12-  POUR TOUT CEUX QUI SONT BRISÉS  ICI EN CE MOMENT 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9389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PAS DE DÉCORATION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AUCUNE GUIRLANDE SUR LES ARBRES 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CLAIR DE LUNE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CETTE ANNÉE À LA MAISON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58648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PIÈCES SONT SILENCIEUSES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AUCUN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CHANT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RETENTIT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12875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PREMIÈRE FOIS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ELLE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EST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SEULE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65284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QUELLE MERVEILLE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ELLE DIT QU’IL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Y 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DU RÉCONFORT </a:t>
            </a:r>
          </a:p>
        </p:txBody>
      </p:sp>
    </p:spTree>
    <p:extLst>
      <p:ext uri="{BB962C8B-B14F-4D97-AF65-F5344CB8AC3E}">
        <p14:creationId xmlns:p14="http://schemas.microsoft.com/office/powerpoint/2010/main" val="2147424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EMMANUEL, DIEU EST AVEC NOUS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AVEC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070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EMMANUEL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NOUS ABANDONNERA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662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NON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, JAMAIS</a:t>
            </a:r>
          </a:p>
        </p:txBody>
      </p:sp>
    </p:spTree>
    <p:extLst>
      <p:ext uri="{BB962C8B-B14F-4D97-AF65-F5344CB8AC3E}">
        <p14:creationId xmlns:p14="http://schemas.microsoft.com/office/powerpoint/2010/main" val="2311946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ILS SONT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PEUT-ÊTRE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LA PIÈCE D’À CÔTÉ  </a:t>
            </a:r>
          </a:p>
        </p:txBody>
      </p:sp>
    </p:spTree>
    <p:extLst>
      <p:ext uri="{BB962C8B-B14F-4D97-AF65-F5344CB8AC3E}">
        <p14:creationId xmlns:p14="http://schemas.microsoft.com/office/powerpoint/2010/main" val="3984177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QUELQU’UN A MAL AU CŒUR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FAISANT FACE À LA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SAISON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330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AUX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SALUTATIONS HEUREUSES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SANS JOIE EN CES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VACANCES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951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1133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CEUX QUI SONT BRISÉS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ICI 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 MOMENT </a:t>
            </a:r>
          </a:p>
        </p:txBody>
      </p:sp>
    </p:spTree>
    <p:extLst>
      <p:ext uri="{BB962C8B-B14F-4D97-AF65-F5344CB8AC3E}">
        <p14:creationId xmlns:p14="http://schemas.microsoft.com/office/powerpoint/2010/main" val="396835415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184</Words>
  <Application>Microsoft Office PowerPoint</Application>
  <PresentationFormat>Affichage à l'écran (4:3)</PresentationFormat>
  <Paragraphs>96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84</cp:revision>
  <dcterms:created xsi:type="dcterms:W3CDTF">2002-08-17T13:12:10Z</dcterms:created>
  <dcterms:modified xsi:type="dcterms:W3CDTF">2021-12-26T08:35:08Z</dcterms:modified>
</cp:coreProperties>
</file>