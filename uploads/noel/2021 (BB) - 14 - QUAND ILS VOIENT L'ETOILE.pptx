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71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40493" autoAdjust="0"/>
  </p:normalViewPr>
  <p:slideViewPr>
    <p:cSldViewPr>
      <p:cViewPr varScale="1">
        <p:scale>
          <a:sx n="36" d="100"/>
          <a:sy n="36" d="100"/>
        </p:scale>
        <p:origin x="186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 dirty="0"/>
              <a:t>Couplet 1 :</a:t>
            </a:r>
          </a:p>
          <a:p>
            <a:pPr>
              <a:defRPr/>
            </a:pPr>
            <a:r>
              <a:rPr lang="fr-FR" dirty="0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 dirty="0"/>
            </a:br>
            <a:r>
              <a:rPr lang="fr-FR" dirty="0"/>
              <a:t> </a:t>
            </a:r>
          </a:p>
          <a:p>
            <a:pPr>
              <a:defRPr/>
            </a:pPr>
            <a:r>
              <a:rPr lang="fr-FR" dirty="0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 dirty="0"/>
            </a:br>
            <a:r>
              <a:rPr lang="fr-FR" dirty="0"/>
              <a:t> </a:t>
            </a:r>
          </a:p>
          <a:p>
            <a:pPr>
              <a:defRPr/>
            </a:pPr>
            <a:r>
              <a:rPr lang="fr-FR" dirty="0"/>
              <a:t>	Refrain :   x3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	13-  DE JOIE OUI REMPLIS D’UNE ABONDANTE JOIE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Couplet 1 :</a:t>
            </a:r>
          </a:p>
          <a:p>
            <a:pPr>
              <a:defRPr/>
            </a:pPr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pPr>
              <a:defRPr/>
            </a:pPr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	Refrain :   x3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	13-  DE JOIE OUI REMPLIS D’UNE ABONDANTE JOIE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</a:t>
            </a:r>
          </a:p>
          <a:p>
            <a:r>
              <a:rPr lang="fr-FR"/>
              <a:t>1-  A TRAVERS MONTS ET VALLÉES  ELLE CONDUIT LEURS PAS
2-  UNE ÉTOILE RAYONNANT D’ÉCLAT 
3-  TROIS HOMMES SE SONT RÉJOUIS  D’UNE JOIE SANS ÉGAL
4-  D’ADMIRER UNE SI BELLE ÉTOILE</a:t>
            </a:r>
          </a:p>
          <a:p>
            <a:r>
              <a:rPr lang="fr-FR"/>
              <a:t/>
            </a:r>
            <a:br>
              <a:rPr lang="fr-FR"/>
            </a:br>
            <a:r>
              <a:rPr lang="fr-FR"/>
              <a:t>	Refrain : 
	5-  QUAND ILS VOIENT L’ÉTOILE ILS SONT REMPLIS DE JOIE
	6-  QUAND ILS VOIENT L’ÉTOILE TANT DE JOIE
	7-  QUAND ILS VOIENT L’ÉTOILE ILS SONT REMPLIS DE JOIE
	8-  OH OUI REMPLIS  D’UNE ABONDANTE JOIE                             x2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2:
9-  BEAUCOUP VOIENT L’ÉTOILE  MAIS NE LA SUIVENT PAS
10-  ET ILS N’ONT FAIT D’ELLE AUCUN CAS
11-  CES HOMMES SAGES ONT GARDÉ LA FOI DANS LEUR CŒUR
12-  QU’ELLE LES CONDUIRAIT ENFIN  AU SAUVEUR (ET)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	Refrain :   x3</a:t>
            </a:r>
          </a:p>
          <a:p>
            <a:endParaRPr lang="fr-FR"/>
          </a:p>
          <a:p>
            <a:r>
              <a:rPr lang="fr-FR"/>
              <a:t>
	13-  DE JOIE OUI REMPLIS D’UNE ABONDANTE JOIE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 TRAVERS MONTS ET VALLÉES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ELLE CONDUIT LEURS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ÉTOILE RAYONNANT D’ÉCLAT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TROIS HOMMES SE SONT RÉJOUIS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D’UNE JOIE SANS ÉGALE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D’ADMIRER UNE SI BELLE ÉTOILE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ILS VOIENT L’ÉTOILE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SONT REMPLIS DE JOIE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ILS VOIENT L’ÉTOILE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TANT DE JOIE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ILS VOIENT L’ÉTOILE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SONT REMPLIS DE JOIE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OUI, REMPLIS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D’UNE ABONDANTE JOIE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BEAUCOUP VOIENT L’ÉTOILE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NE LA SUIVENT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ILS N’ONT FAIT D’ELLE AUCUN CAS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 HOMMES SAGES ONT GARDÉ LA FOI DANS LEUR CŒUR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QU’ELLE LES CONDUIRAIT ENFIN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SAUVEUR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JOIE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REMPLIS D’UNE ABONDANTE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414</Words>
  <Application>Microsoft Office PowerPoint</Application>
  <PresentationFormat>Affichage à l'écran (4:3)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89</cp:revision>
  <dcterms:created xsi:type="dcterms:W3CDTF">2002-08-17T13:12:10Z</dcterms:created>
  <dcterms:modified xsi:type="dcterms:W3CDTF">2021-12-24T20:48:42Z</dcterms:modified>
</cp:coreProperties>
</file>