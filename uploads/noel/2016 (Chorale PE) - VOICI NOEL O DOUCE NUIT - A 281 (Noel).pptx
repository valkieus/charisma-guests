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63" r:id="rId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97" autoAdjust="0"/>
    <p:restoredTop sz="90929"/>
  </p:normalViewPr>
  <p:slideViewPr>
    <p:cSldViewPr>
      <p:cViewPr varScale="1">
        <p:scale>
          <a:sx n="42" d="100"/>
          <a:sy n="42" d="100"/>
        </p:scale>
        <p:origin x="-102" y="-5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100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94DE78A-E659-418B-AC4F-7AF6AAB2A5D5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BFBBED9-2F1B-494C-9584-D582748DFFA6}" type="slidenum">
              <a:rPr lang="fr-FR" smtClean="0"/>
              <a:pPr/>
              <a:t>1</a:t>
            </a:fld>
            <a:endParaRPr lang="fr-FR" smtClean="0"/>
          </a:p>
        </p:txBody>
      </p:sp>
      <p:sp>
        <p:nvSpPr>
          <p:cNvPr id="512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052625C-F473-4676-BAE7-DD435829C8E9}" type="slidenum">
              <a:rPr lang="fr-FR" smtClean="0"/>
              <a:pPr/>
              <a:t>2</a:t>
            </a:fld>
            <a:endParaRPr lang="fr-FR" smtClean="0"/>
          </a:p>
        </p:txBody>
      </p:sp>
      <p:sp>
        <p:nvSpPr>
          <p:cNvPr id="614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1B2C3B-90FB-4A9E-A45C-42AF032E318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09A2FD-0489-4A0D-9D3A-F38E4005A8E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EC9F57-9A13-420F-A97B-6CADE4EE62B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278610-F13D-4E01-A571-D4FDD40B2D6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8A1A55-A4C5-4D80-A758-732FBE467A3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74FC86-D214-4809-9189-5B3EA4CF713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8B4E9A-E1A7-473C-ABFD-3D262B129BB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778DBE-966B-44D3-ABE8-AC3B5347868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AAB9D9-33CE-4046-8A0C-0C5C56694E2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F76C24-63A3-488C-9399-B769436A958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0A3389-8833-494F-99C3-9654A9BAD02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E1ADC8D-E8B3-4BE0-9119-D97DE6EECAC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7192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en-GB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VOICI NOËL, Ô DOUCE NUIT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L’ÉTOILE EST LÀ QUI NOUS CONDUIT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ALLONS DONC TOUS AVEC LES MAGES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APPORTER À JÉSUS NOS HOMMAGES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CAR L’ENFANT NOUS EST NÉ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LE FILS NOUS EST DONNÉ</a:t>
            </a:r>
          </a:p>
          <a:p>
            <a:pPr algn="ctr">
              <a:lnSpc>
                <a:spcPct val="110000"/>
              </a:lnSpc>
            </a:pPr>
            <a:endParaRPr lang="en-GB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VOICI NOËL, Ô QUEL BEAU JOUR 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JÉSUS EST NÉ QUEL GRAND AMOUR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C’EST POUR NOUS QU’IL VIENT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SUR LA TERRE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QU’IL PREND SUR LUI NOTRE MISÈRE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UN SAUVEUR NOUS EST NÉ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LE FILS NOUS EST DONNÉ</a:t>
            </a:r>
          </a:p>
          <a:p>
            <a:pPr algn="ctr">
              <a:lnSpc>
                <a:spcPct val="110000"/>
              </a:lnSpc>
            </a:pPr>
            <a:endParaRPr lang="en-GB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GB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GB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GB" sz="28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2072" name="Text Box 24"/>
          <p:cNvSpPr txBox="1">
            <a:spLocks noChangeArrowheads="1"/>
          </p:cNvSpPr>
          <p:nvPr/>
        </p:nvSpPr>
        <p:spPr bwMode="auto">
          <a:xfrm>
            <a:off x="8318500" y="6299200"/>
            <a:ext cx="74136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3200">
                <a:solidFill>
                  <a:srgbClr val="B2B2B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</a:rPr>
              <a:t>281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ChangeArrowheads="1"/>
          </p:cNvSpPr>
          <p:nvPr/>
        </p:nvSpPr>
        <p:spPr bwMode="auto">
          <a:xfrm>
            <a:off x="0" y="4445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en-GB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GB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VOICI NOËL, Ô D’UN SEUL CŒUR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JOIGNONS NOS VOIX  AU DIVIN CHŒUR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QUI PROCLAME AU CIEL LES LOUANGES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DE CELUI QU'ANNONCENT LES ANGES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OUI, L’ENFANT NOUS EST NÉ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LE FILS NOUS EST DONNÉ</a:t>
            </a:r>
          </a:p>
          <a:p>
            <a:pPr algn="ctr">
              <a:lnSpc>
                <a:spcPct val="110000"/>
              </a:lnSpc>
            </a:pPr>
            <a:endParaRPr lang="en-GB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CAR L’ENFANT NOUS EST NÉ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JÉSUS, NOTRE SAUVEUR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LE FILS DE DIEU EST NÉ</a:t>
            </a:r>
          </a:p>
          <a:p>
            <a:pPr algn="ctr">
              <a:lnSpc>
                <a:spcPct val="110000"/>
              </a:lnSpc>
            </a:pPr>
            <a:endParaRPr lang="en-GB" sz="28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9244" name="Text Box 28"/>
          <p:cNvSpPr txBox="1">
            <a:spLocks noChangeArrowheads="1"/>
          </p:cNvSpPr>
          <p:nvPr/>
        </p:nvSpPr>
        <p:spPr bwMode="auto">
          <a:xfrm>
            <a:off x="8318500" y="6299200"/>
            <a:ext cx="74136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3200">
                <a:solidFill>
                  <a:srgbClr val="B2B2B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</a:rPr>
              <a:t>281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124</Words>
  <Application>Microsoft PowerPoint</Application>
  <PresentationFormat>On-screen Show (4:3)</PresentationFormat>
  <Paragraphs>33</Paragraphs>
  <Slides>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Times New Roman</vt:lpstr>
      <vt:lpstr>Arial</vt:lpstr>
      <vt:lpstr>Arial Black</vt:lpstr>
      <vt:lpstr>Arial Narrow</vt:lpstr>
      <vt:lpstr>Default Design</vt:lpstr>
      <vt:lpstr>Diapositive 1</vt:lpstr>
      <vt:lpstr>Diapositive 2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52</cp:revision>
  <dcterms:created xsi:type="dcterms:W3CDTF">2002-08-17T11:03:14Z</dcterms:created>
  <dcterms:modified xsi:type="dcterms:W3CDTF">2016-12-24T13:14:11Z</dcterms:modified>
</cp:coreProperties>
</file>