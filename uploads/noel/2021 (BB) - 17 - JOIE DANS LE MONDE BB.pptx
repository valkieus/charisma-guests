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6" r:id="rId2"/>
    <p:sldId id="335" r:id="rId3"/>
    <p:sldId id="331" r:id="rId4"/>
    <p:sldId id="330" r:id="rId5"/>
    <p:sldId id="332" r:id="rId6"/>
    <p:sldId id="329" r:id="rId7"/>
    <p:sldId id="328" r:id="rId8"/>
    <p:sldId id="327" r:id="rId9"/>
    <p:sldId id="336" r:id="rId10"/>
    <p:sldId id="325" r:id="rId11"/>
    <p:sldId id="324" r:id="rId12"/>
    <p:sldId id="333" r:id="rId13"/>
    <p:sldId id="323" r:id="rId14"/>
    <p:sldId id="322" r:id="rId15"/>
    <p:sldId id="321" r:id="rId16"/>
    <p:sldId id="320" r:id="rId17"/>
    <p:sldId id="317" r:id="rId18"/>
    <p:sldId id="338" r:id="rId19"/>
    <p:sldId id="314" r:id="rId20"/>
    <p:sldId id="313" r:id="rId21"/>
    <p:sldId id="334" r:id="rId22"/>
    <p:sldId id="312" r:id="rId23"/>
    <p:sldId id="339" r:id="rId24"/>
    <p:sldId id="310" r:id="rId25"/>
    <p:sldId id="309" r:id="rId26"/>
    <p:sldId id="308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17" autoAdjust="0"/>
    <p:restoredTop sz="42115" autoAdjust="0"/>
  </p:normalViewPr>
  <p:slideViewPr>
    <p:cSldViewPr>
      <p:cViewPr varScale="1">
        <p:scale>
          <a:sx n="38" d="100"/>
          <a:sy n="38" d="100"/>
        </p:scale>
        <p:origin x="184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30326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179738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179738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180460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2318741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35880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2228955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142582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716507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716507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2489425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1229958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851211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4008070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639657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</a:t>
            </a:r>
            <a:r>
              <a:rPr lang="fr-FR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JOIE</a:t>
            </a: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398504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4140395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29290433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2929043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4035525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4209825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</a:t>
            </a:r>
            <a:r>
              <a:rPr lang="fr-FR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JOIE</a:t>
            </a: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463914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9994433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22997917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0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37911188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2712610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JOIE  x3
2-  CHANTE JOIE !   X2		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8-  CHANTE JOIE  
9-  JOIE, JOIE CHANTE 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16-  LES HOMMES, LES ANGES ILS CHANTENT DE JOIE x2
17-  CHANTENT DE JOIE x2 
18-  DE JOIE CHANTENT DE JOIE x2</a:t>
            </a: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z="1200" b="1" i="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1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Fin:
24-  CHANTE JOIE JOIE, JOIE-A 
25-  JOIE x7
26-  JOIE DANS LE MONDE !  CHANTE JOIE ! 
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JOIE  x3
2-  CHANTE JOIE !   X2		(X2)</a:t>
            </a:r>
          </a:p>
          <a:p>
            <a:r>
              <a:rPr lang="fr-FR" smtClean="0"/>
              <a:t>
3-  JOIE DANS LE MONDE LE SEIGNEUR VIENT 
4-  LA TERRE REÇOIT LE ROI 
5-  QUE TOUS LES CŒURS LE LOUENT x2
6-  LE CIEL, LA NATURE CHANTENT x2
7-  LE CIEL OUI LE CIEL LA NATURE CHANTENT </a:t>
            </a:r>
          </a:p>
          <a:p>
            <a:r>
              <a:rPr lang="fr-FR" smtClean="0"/>
              <a:t>
8-  CHANTE JOIE  
9-  JOIE, JOIE CHANTE </a:t>
            </a:r>
          </a:p>
          <a:p>
            <a:r>
              <a:rPr lang="fr-FR" smtClean="0"/>
              <a:t>
10-  JOIE SUR LA TERRE LE SAUVEUR RÈGNE 
11-  LES HOMMES ENTONNENT  LEURS CHANTS 
12-  LES RIVIÈRES ET LES CHAMPS LES COLLINES ET LES PLAINES  
13-  QUI FONT UN BRUIT JOYEUX x2
14-  QUI FONT OUI ILS FONT  UN BRUIT JOYEUX 
15-  BRUIT JOYEUX (x2)</a:t>
            </a:r>
          </a:p>
          <a:p>
            <a:r>
              <a:rPr lang="fr-FR" smtClean="0"/>
              <a:t>
16-  LES HOMMES, LES ANGES ILS CHANTENT DE JOIE x2
17-  CHANTENT DE JOIE x2 
18-  DE JOIE CHANTENT DE JOIE x2</a:t>
            </a:r>
          </a:p>
          <a:p>
            <a:r>
              <a:rPr lang="fr-FR" smtClean="0"/>
              <a:t>
19-  JOIE DANS LE MONDE LE SEIGNEUR VIENT 
20-  LA TERRE REÇOIT LE ROI 
21-  QUE TOUS LES CŒURS LE LOUENT x2
22-  LE CIEL, LA NATURE CHANTENT x2
23-  LE CIEL OUI LE CIEL LA NA-TU-RE CHANTENT </a:t>
            </a:r>
          </a:p>
          <a:p>
            <a:endParaRPr lang="fr-FR" smtClean="0"/>
          </a:p>
          <a:p>
            <a:r>
              <a:rPr lang="fr-FR" smtClean="0"/>
              <a:t>Fin:
24-  CHANTE JOIE JOIE, JOIE-A 
25-  JOIE x7
26-  JOIE DANS LE MONDE !  CHANTE JOIE ! 
</a:t>
            </a:r>
          </a:p>
        </p:txBody>
      </p:sp>
    </p:spTree>
    <p:extLst>
      <p:ext uri="{BB962C8B-B14F-4D97-AF65-F5344CB8AC3E}">
        <p14:creationId xmlns:p14="http://schemas.microsoft.com/office/powerpoint/2010/main" val="4179952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JOIE !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DANS LE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VIENT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303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TERRE REÇOIT LE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41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TOUS LES CŒURS LE LOUENT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432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CIEL, LA NATURE CHANTENT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32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OUI LE CIEL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NATURE CHANTENT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740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JOIE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062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JOIE,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062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SUR LA 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SAUVEUR RÈGNE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5204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HOMMES ENTONNENT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LEURS CHANTS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992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RIVIÈRES ET LES CHAMPS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COLLINES ET LES PLAINES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9677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FONT UN BRUIT JOYEUX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879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FONT OUI ILS FONT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BRUIT JOYEUX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072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BRUIT JOYEUX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229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HOMMES, LES 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CHANTENT DE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77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CHANTENT DE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720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CHANTENT DE JOIE-A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720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DANS LE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VIENT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648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TERRE REÇOIT LE ROI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201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TOUS LES CŒURS LE LOUENT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057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CIEL, LA NATURE CHANTENT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0042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OUI LE CIEL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NATURE CHANTENT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0855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JOIE,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01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053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DANS LE MONDE !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 JOIE !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50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293</Words>
  <Application>Microsoft Office PowerPoint</Application>
  <PresentationFormat>Affichage à l'écran (4:3)</PresentationFormat>
  <Paragraphs>455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9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192</cp:revision>
  <dcterms:created xsi:type="dcterms:W3CDTF">2002-08-17T10:50:50Z</dcterms:created>
  <dcterms:modified xsi:type="dcterms:W3CDTF">2021-12-24T19:36:54Z</dcterms:modified>
</cp:coreProperties>
</file>