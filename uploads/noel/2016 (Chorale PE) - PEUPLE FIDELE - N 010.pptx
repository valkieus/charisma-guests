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0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95" autoAdjust="0"/>
    <p:restoredTop sz="86355" autoAdjust="0"/>
  </p:normalViewPr>
  <p:slideViewPr>
    <p:cSldViewPr>
      <p:cViewPr varScale="1">
        <p:scale>
          <a:sx n="37" d="100"/>
          <a:sy n="37" d="100"/>
        </p:scale>
        <p:origin x="-96" y="-5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5AB6D8-ACA1-4FF0-8C17-87FD332453D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3D3021-4DA7-402F-B33B-0E0720875E2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86323C-52B8-47E9-88E5-D5370CD12E08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8F7A4F-4717-4DC8-9864-24BF62046ED5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345E6-3661-4533-AB08-875914DFEB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BB0EB-976C-4698-84DD-4281F0D0CF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7BCC8-665F-423C-AA97-D37F188DFF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7B584-405D-41D5-BD57-9399239C16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E9A9C-DD1D-4823-BC41-66A7D81F60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FA85D-EC5E-4548-8891-080637314E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2A533-1E9C-46CA-BC4B-80F524FBF2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85223-BAD9-4E52-9B2D-7D5397EDD8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EB8EB-EA9B-44B3-B4D6-508AD26F5F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15194-DC00-4B4F-A61A-81027A81E8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0C73C-5285-45B9-96E0-D3C48A384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EF438F9-903E-4F21-A2DD-D4C67BA7C1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067800" cy="520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OH PEUPLE FIDÈLE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JOYEUX ET TRIOMPHANT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L’UNIVERS CÉLÈBRE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LE ROI DES ROIS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VENEZ, ADORONS JÉSUS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L’HUMBLE FILS DU PÈRE</a:t>
            </a:r>
          </a:p>
          <a:p>
            <a:pPr algn="ctr">
              <a:spcBef>
                <a:spcPct val="5000"/>
              </a:spcBef>
            </a:pPr>
            <a:endParaRPr lang="fr-FR" sz="2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ENSEMBLE ADORONS JÉSUS  X3</a:t>
            </a:r>
          </a:p>
          <a:p>
            <a:pPr algn="ctr">
              <a:spcBef>
                <a:spcPct val="5000"/>
              </a:spcBef>
            </a:pPr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CHRIST EST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067800" cy="520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LA TERRE T’ACCLAME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NOS LOUANGES MONTENT VERS TOI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JÉSUS, NOUS TE DONNONS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TOUTE LA GLOIRE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PAROLE VIVANTE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LUMIÈRE ÉTERNELLE</a:t>
            </a:r>
          </a:p>
          <a:p>
            <a:pPr algn="ctr">
              <a:spcBef>
                <a:spcPct val="5000"/>
              </a:spcBef>
            </a:pPr>
            <a:endParaRPr lang="fr-FR" sz="2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EMMANUEL, NOUS T’ADORONS  X3</a:t>
            </a:r>
          </a:p>
          <a:p>
            <a:pPr algn="ctr">
              <a:spcBef>
                <a:spcPct val="5000"/>
              </a:spcBef>
            </a:pPr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CHRIST EST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-26988"/>
            <a:ext cx="9067800" cy="646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endParaRPr lang="fr-FR" sz="28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EN CHŒUR, LE CIEL CHANTE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TOUS LES ANGES T’ADORENT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SANS FIN, ILS PROCLAMENT TA SAINTETÉ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DIEU VÉRITABLE</a:t>
            </a: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MAÎTRE INCOMPARABLE</a:t>
            </a:r>
          </a:p>
          <a:p>
            <a:pPr algn="ctr">
              <a:spcBef>
                <a:spcPct val="5000"/>
              </a:spcBef>
            </a:pPr>
            <a:endParaRPr lang="fr-FR" sz="2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fr-FR" sz="2800">
                <a:solidFill>
                  <a:srgbClr val="DDDDDD"/>
                </a:solidFill>
                <a:latin typeface="Arial Black" pitchFamily="34" charset="0"/>
              </a:rPr>
              <a:t>SAINT EST NOTRE SEIGNEUR  X3</a:t>
            </a:r>
          </a:p>
          <a:p>
            <a:pPr algn="ctr">
              <a:spcBef>
                <a:spcPct val="5000"/>
              </a:spcBef>
            </a:pPr>
            <a:endParaRPr lang="fr-FR" sz="1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JÉSUS LE SAUVEUR</a:t>
            </a:r>
          </a:p>
          <a:p>
            <a:pPr algn="ctr">
              <a:spcBef>
                <a:spcPct val="5000"/>
              </a:spcBef>
            </a:pPr>
            <a:endParaRPr lang="en-GB" sz="2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EMMANUEL, NOUS T’ADORONS X3</a:t>
            </a:r>
          </a:p>
          <a:p>
            <a:pPr algn="ctr">
              <a:spcBef>
                <a:spcPct val="5000"/>
              </a:spcBef>
            </a:pPr>
            <a:endParaRPr lang="en-GB" sz="1000">
              <a:solidFill>
                <a:srgbClr val="DDDDDD"/>
              </a:solidFill>
              <a:latin typeface="Arial Black" pitchFamily="34" charset="0"/>
            </a:endParaRPr>
          </a:p>
          <a:p>
            <a:pPr algn="ctr">
              <a:spcBef>
                <a:spcPct val="5000"/>
              </a:spcBef>
            </a:pPr>
            <a:r>
              <a:rPr lang="en-GB" sz="2800">
                <a:solidFill>
                  <a:srgbClr val="DDDDDD"/>
                </a:solidFill>
                <a:latin typeface="Arial Black" pitchFamily="34" charset="0"/>
              </a:rPr>
              <a:t>CHRIST NOTRE SEIGNEUR</a:t>
            </a:r>
          </a:p>
          <a:p>
            <a:pPr algn="ctr">
              <a:spcBef>
                <a:spcPct val="5000"/>
              </a:spcBef>
            </a:pPr>
            <a:endParaRPr lang="en-GB" sz="2800">
              <a:solidFill>
                <a:srgbClr val="DDDDDD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95</Words>
  <Application>Microsoft PowerPoint</Application>
  <PresentationFormat>On-screen Show (4:3)</PresentationFormat>
  <Paragraphs>42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47</cp:revision>
  <dcterms:created xsi:type="dcterms:W3CDTF">2002-08-17T09:48:48Z</dcterms:created>
  <dcterms:modified xsi:type="dcterms:W3CDTF">2016-12-22T19:59:09Z</dcterms:modified>
</cp:coreProperties>
</file>