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64" r:id="rId3"/>
    <p:sldId id="265" r:id="rId4"/>
    <p:sldId id="266" r:id="rId5"/>
    <p:sldId id="267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 varScale="1">
        <p:scale>
          <a:sx n="72" d="100"/>
          <a:sy n="72" d="100"/>
        </p:scale>
        <p:origin x="66" y="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INTRO :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CIEL ET LA NATURE CHANTENT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 x7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COUPLET 1 :</a:t>
            </a:r>
          </a:p>
          <a:p>
            <a:pPr algn="ctr">
              <a:lnSpc>
                <a:spcPct val="110000"/>
              </a:lnSpc>
            </a:pP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IL SORTIRA DE BETHLÉEM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CELA PEUT SEMBLER FOU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ROI ET SAUVEUR D’ISRAËL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DE DAVID, JUSQU’À NOUS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MARIE A HUMILIÉ SON CŒUR 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QUAND L’ANGE LUI A PARLÉ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MON ÂME GLORIFIE LE SEIGNEUR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C’EST CE QU’ELLE A CHANTÉ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REFRAIN:</a:t>
            </a:r>
          </a:p>
          <a:p>
            <a:pPr algn="ctr">
              <a:lnSpc>
                <a:spcPct val="110000"/>
              </a:lnSpc>
            </a:pP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</a:t>
            </a: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CIEL ET LA NATURE CHANTENT x3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10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ENCORE, ENCORE </a:t>
            </a:r>
          </a:p>
          <a:p>
            <a:pPr algn="ctr">
              <a:lnSpc>
                <a:spcPct val="110000"/>
              </a:lnSpc>
            </a:pPr>
            <a:endParaRPr lang="fr-FR" sz="10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JOIE DANS LE MONDE </a:t>
            </a: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SEIGNEUR VIENT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ENCORE, ENCORE, ENCORE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COUPLET 2 :</a:t>
            </a:r>
          </a:p>
          <a:p>
            <a:pPr algn="ctr">
              <a:lnSpc>
                <a:spcPct val="110000"/>
              </a:lnSpc>
            </a:pP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IL N’Y A PLUS DE PLACE ICI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L’ÉTABLE EST À CÔTÉ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DES ANIMAUX POUR COMPAGNIE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C’EST TOUT CE QU’ILS ONT TROUVÉ</a:t>
            </a: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(OOH OOH)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UNE COLLINE OÙ DORMENT DES BERGERS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UNE LUMIÈRE, UN GRAND BRUIT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CHANT DES ANGES A RÉSONNÉ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AU MILIEU DE LA NUIT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REFRAIN :</a:t>
            </a:r>
          </a:p>
          <a:p>
            <a:pPr algn="ctr">
              <a:lnSpc>
                <a:spcPct val="110000"/>
              </a:lnSpc>
            </a:pP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</a:t>
            </a: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CIEL ET LA NATURE CHANTENT x4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5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ENCORE, ENCORE</a:t>
            </a:r>
          </a:p>
          <a:p>
            <a:pPr algn="ctr">
              <a:lnSpc>
                <a:spcPct val="110000"/>
              </a:lnSpc>
            </a:pPr>
            <a:br>
              <a:rPr lang="fr-FR" sz="10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ENSEMBLE ADORONS JÉSUS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ENCORE, ENCORE, ENCORE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COUPLET 3 :</a:t>
            </a:r>
          </a:p>
          <a:p>
            <a:pPr algn="ctr">
              <a:lnSpc>
                <a:spcPct val="110000"/>
              </a:lnSpc>
            </a:pP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CHANT DES ANGES ET DE MARIE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NE S’EST PAS ARRÊTÉ </a:t>
            </a: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(BA DA BA DA </a:t>
            </a:r>
            <a:r>
              <a:rPr lang="fr-FR" sz="2800" b="1" dirty="0" err="1">
                <a:solidFill>
                  <a:schemeClr val="bg1"/>
                </a:solidFill>
                <a:latin typeface="Arial Black" pitchFamily="34" charset="0"/>
              </a:rPr>
              <a:t>DA</a:t>
            </a: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 BA </a:t>
            </a:r>
            <a:r>
              <a:rPr lang="fr-FR" sz="2800" b="1" dirty="0" err="1">
                <a:solidFill>
                  <a:schemeClr val="bg1"/>
                </a:solidFill>
                <a:latin typeface="Arial Black" pitchFamily="34" charset="0"/>
              </a:rPr>
              <a:t>BA</a:t>
            </a: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)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REFRAIN DE CETTE SAINTE NUIT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NE FINIRA JAMAIS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REFRAIN :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</a:t>
            </a: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CIEL ET LA NATURE CHANTENT x4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5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ENCORE, ENCORE</a:t>
            </a:r>
          </a:p>
          <a:p>
            <a:pPr algn="ctr">
              <a:lnSpc>
                <a:spcPct val="110000"/>
              </a:lnSpc>
            </a:pPr>
            <a:br>
              <a:rPr lang="fr-FR" sz="10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IL RÉGNERA AUX SIÈCLES DES SIÈCLES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ENCORE, ENCORE, ENCORE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 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b="1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</a:t>
            </a: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LE CIEL ET LA NATURE CHANTENT x4</a:t>
            </a:r>
            <a:b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b="1" dirty="0">
                <a:solidFill>
                  <a:schemeClr val="bg1"/>
                </a:solidFill>
                <a:latin typeface="Arial Black" pitchFamily="34" charset="0"/>
              </a:rPr>
              <a:t>ON LE CHANTE ENCORE, ENCORE, ENCORE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308</Words>
  <Application>Microsoft Office PowerPoint</Application>
  <PresentationFormat>Affichage à l'écran (4:3)</PresentationFormat>
  <Paragraphs>40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 Black</vt:lpstr>
      <vt:lpstr>Arial Narrow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96</cp:revision>
  <dcterms:created xsi:type="dcterms:W3CDTF">2002-08-17T12:16:38Z</dcterms:created>
  <dcterms:modified xsi:type="dcterms:W3CDTF">2021-12-19T11:57:59Z</dcterms:modified>
</cp:coreProperties>
</file>