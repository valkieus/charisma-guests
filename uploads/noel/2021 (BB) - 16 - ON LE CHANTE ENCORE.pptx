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59" r:id="rId4"/>
    <p:sldId id="260" r:id="rId5"/>
    <p:sldId id="261" r:id="rId6"/>
    <p:sldId id="262" r:id="rId7"/>
    <p:sldId id="28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3" r:id="rId18"/>
    <p:sldId id="273" r:id="rId19"/>
    <p:sldId id="274" r:id="rId20"/>
    <p:sldId id="275" r:id="rId21"/>
    <p:sldId id="276" r:id="rId22"/>
    <p:sldId id="277" r:id="rId23"/>
    <p:sldId id="284" r:id="rId24"/>
    <p:sldId id="278" r:id="rId25"/>
    <p:sldId id="279" r:id="rId26"/>
    <p:sldId id="282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0764" autoAdjust="0"/>
    <p:restoredTop sz="34762" autoAdjust="0"/>
  </p:normalViewPr>
  <p:slideViewPr>
    <p:cSldViewPr>
      <p:cViewPr varScale="1">
        <p:scale>
          <a:sx n="24" d="100"/>
          <a:sy n="24" d="100"/>
        </p:scale>
        <p:origin x="144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66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/>
              <a:t>Intro :</a:t>
            </a:r>
          </a:p>
          <a:p>
            <a:pPr>
              <a:defRPr/>
            </a:pPr>
            <a:r>
              <a:rPr lang="fr-FR" dirty="0"/>
              <a:t>1-  LE CIEL ET LA NATURE CHANTENT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
	6-  ON LE CHANTE ENCORE,  LE CIEL ET LA NATURE CHANTENT
	7-  ON LE CHANTE ENCORE, ENCORE 
	8-  JOIE DANS LE MONDE  LE SEIGNEUR VIENT
	9-  ON LE CHANTE ENCORE  </a:t>
            </a:r>
            <a:r>
              <a:rPr lang="fr-FR" dirty="0" err="1"/>
              <a:t>ENCORE</a:t>
            </a:r>
            <a:r>
              <a:rPr lang="fr-FR" dirty="0"/>
              <a:t>, ENCORE</a:t>
            </a:r>
            <a:br>
              <a:rPr lang="fr-FR" dirty="0"/>
            </a:br>
            <a:r>
              <a:rPr lang="fr-FR" dirty="0"/>
              <a:t> </a:t>
            </a:r>
          </a:p>
          <a:p>
            <a:pPr>
              <a:defRPr/>
            </a:pPr>
            <a:r>
              <a:rPr lang="fr-FR" dirty="0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 dirty="0"/>
            </a:br>
            <a:r>
              <a:rPr lang="fr-FR" dirty="0"/>
              <a:t>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
	15-  ON LE CHANTE ENCORE  LE CIEL ET LA NATURE CHANTENT
	16-  ON LE CHANTE ENCORE, ENCORE
	17-  ENSEMBLE ADORONS JÉSUS
	18-  ON LE CHANTE ENCORE  </a:t>
            </a:r>
            <a:r>
              <a:rPr lang="fr-FR" dirty="0" err="1"/>
              <a:t>ENCORE</a:t>
            </a:r>
            <a:r>
              <a:rPr lang="fr-FR" dirty="0"/>
              <a:t>, ENCORE</a:t>
            </a:r>
            <a:br>
              <a:rPr lang="fr-FR" dirty="0"/>
            </a:br>
            <a:r>
              <a:rPr lang="fr-FR" dirty="0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 dirty="0"/>
              <a:t>21-  ON LE CHANTE ENCORE LE CIEL ET LA NATURE CHANTENT
22-  ON LE CHANTE ENCORE, ENCORE
23-  IL RÈGNERA AUX SIÈCLES DES SIÈCLES
24-  ON LE CHANTE ENCORE  </a:t>
            </a:r>
            <a:r>
              <a:rPr lang="fr-FR" dirty="0" err="1"/>
              <a:t>ENCORE</a:t>
            </a:r>
            <a:r>
              <a:rPr lang="fr-FR" dirty="0"/>
              <a:t>, ENCORE</a:t>
            </a:r>
            <a:br>
              <a:rPr lang="fr-FR" dirty="0"/>
            </a:br>
            <a:r>
              <a:rPr lang="fr-FR" dirty="0"/>
              <a:t> 
25-  ON LE CHANTE ENCORE  LE CIEL ET LA NATURE CHANTENT 
26-  ON LE CHANTE ENCORE  </a:t>
            </a:r>
            <a:r>
              <a:rPr lang="fr-FR" dirty="0" err="1"/>
              <a:t>ENCORE</a:t>
            </a:r>
            <a:r>
              <a:rPr lang="fr-FR" dirty="0"/>
              <a:t>, ENCORE</a:t>
            </a:r>
            <a:br>
              <a:rPr lang="fr-FR" dirty="0"/>
            </a:br>
            <a:r>
              <a:rPr lang="fr-FR" dirty="0"/>
              <a:t>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  <p:extLst>
      <p:ext uri="{BB962C8B-B14F-4D97-AF65-F5344CB8AC3E}">
        <p14:creationId xmlns:p14="http://schemas.microsoft.com/office/powerpoint/2010/main" val="387073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  <p:extLst>
      <p:ext uri="{BB962C8B-B14F-4D97-AF65-F5344CB8AC3E}">
        <p14:creationId xmlns:p14="http://schemas.microsoft.com/office/powerpoint/2010/main" val="2662565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/>
              <a:t>Intro :</a:t>
            </a:r>
          </a:p>
          <a:p>
            <a:pPr>
              <a:defRPr/>
            </a:pPr>
            <a:r>
              <a:rPr lang="fr-FR"/>
              <a:t>1-  LE CIEL ET LA NATURE CHANTENT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pPr>
              <a:defRPr/>
            </a:pPr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Intro :</a:t>
            </a:r>
          </a:p>
          <a:p>
            <a:r>
              <a:rPr lang="fr-FR"/>
              <a:t>1-  LE CIEL ET LA NATURE CHANTENT </a:t>
            </a:r>
          </a:p>
          <a:p>
            <a:endParaRPr lang="fr-FR"/>
          </a:p>
          <a:p>
            <a:r>
              <a:rPr lang="fr-FR"/>
              <a:t>Couplet 1 :
2-  IL SORTIRA DE BETHLÉEM CELA PEUT SEMBLER FOU
3-  LE ROI ET SAUVEUR D’ISRAËL DE DAVID, JUSQU’À NOUS
4-  MARIE A HUMILIÉ SON CŒUR QUAND L’ANGE LUI A PARLÉ 
5-  MON ÂME GLORIFIE LE SEIGNEUR C’EST CE QU’ELLE A CHANTÉ </a:t>
            </a:r>
          </a:p>
          <a:p>
            <a:endParaRPr lang="fr-FR"/>
          </a:p>
          <a:p>
            <a:r>
              <a:rPr lang="fr-FR"/>
              <a:t>	Refrain :
	6-  ON LE CHANTE ENCORE,  LE CIEL ET LA NATURE CHANTENT
	7-  ON LE CHANTE ENCORE, ENCORE 
	8-  JOIE DANS LE MONDE  LE SEIGNEUR VIENT
	9-  ON LE CHANTE ENCORE  ENCORE, ENCORE</a:t>
            </a:r>
            <a:br>
              <a:rPr lang="fr-FR"/>
            </a:br>
            <a:r>
              <a:rPr lang="fr-FR"/>
              <a:t> </a:t>
            </a:r>
          </a:p>
          <a:p>
            <a:r>
              <a:rPr lang="fr-FR"/>
              <a:t>Couplet 2 :
10-  IL N’Y A PLUS DE PLACE ICI L’ÉTABLE EST À CÔTÉ
11-  DES ANIMAUX POUR COMPAGNIE C’EST TOUT CE QU’ILS ONT TROUVÉ 
12-  UNE COLLINE OÙ DORMENT  DES BERGERS
13-  UNE LUMIÈRE, UN GRAND BRUIT
14-  LE CHANT DES ANGES A RÉSONNÉ AU MILIEU DE LA NUIT</a:t>
            </a:r>
            <a:br>
              <a:rPr lang="fr-FR"/>
            </a:br>
            <a:r>
              <a:rPr lang="fr-FR"/>
              <a:t> </a:t>
            </a:r>
          </a:p>
          <a:p>
            <a:endParaRPr lang="fr-FR"/>
          </a:p>
          <a:p>
            <a:r>
              <a:rPr lang="fr-FR"/>
              <a:t>	Refrain :
	15-  ON LE CHANTE ENCORE  LE CIEL ET LA NATURE CHANTENT
	16-  ON LE CHANTE ENCORE, ENCORE
	17-  ENSEMBLE ADORONS JÉSUS
	18-  ON LE CHANTE ENCORE  ENCORE, ENCORE</a:t>
            </a:r>
            <a:br>
              <a:rPr lang="fr-FR"/>
            </a:br>
            <a:r>
              <a:rPr lang="fr-FR"/>
              <a:t>  
19-  LE CHANT DES ANGES ET DE MARIE NE S’EST PAS ARRÊTÉ 
20-  LE REFRAIN DE CETTE SAINTE NUIT NE FINIRA JAMAIS
</a:t>
            </a:r>
          </a:p>
          <a:p>
            <a:r>
              <a:rPr lang="fr-FR"/>
              <a:t>21-  ON LE CHANTE ENCORE LE CIEL ET LA NATURE CHANTENT
22-  ON LE CHANTE ENCORE, ENCORE
23-  IL RÈGNERA AUX SIÈCLES DES SIÈCLES
24-  ON LE CHANTE ENCORE  ENCORE, ENCORE</a:t>
            </a:r>
            <a:br>
              <a:rPr lang="fr-FR"/>
            </a:br>
            <a:r>
              <a:rPr lang="fr-FR"/>
              <a:t> 
25-  ON LE CHANTE ENCORE  LE CIEL ET LA NATURE CHANTENT 
26-  ON LE CHANTE ENCORE  ENCORE, ENCORE</a:t>
            </a:r>
            <a:br>
              <a:rPr lang="fr-FR"/>
            </a:br>
            <a:r>
              <a:rPr lang="fr-FR"/>
              <a:t> 
</a:t>
            </a:r>
          </a:p>
        </p:txBody>
      </p:sp>
    </p:spTree>
    <p:extLst>
      <p:ext uri="{BB962C8B-B14F-4D97-AF65-F5344CB8AC3E}">
        <p14:creationId xmlns:p14="http://schemas.microsoft.com/office/powerpoint/2010/main" val="106138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CIEL ET LA NATURE CHANTENT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SORTIRA DE BETHLÉEM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CELA PEUT SEMBLER FOU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ROI ET SAUVEUR D’ISRAËL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DAVID, JUSQU’À NOUS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MARIE A HUMILIÉ SON CŒUR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L’ANGE LUI A PARLÉ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ÂME GLORIFIE LE SEIGNEUR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CE QU’ELLE A CHANTÉ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ENCORE,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CIEL ET LA NATURE CHANTENT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ENCORE, ENCORE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JOIE DANS LE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SEIGNEUR VIENT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ENCORE, ENCORE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N’Y A PLUS DE PLACE ICI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L’ÉTABLE EST À CÔTÉ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ANIMAUX POUR COMPAGNIE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TOUT CE QU’ILS ONT TROUVÉ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COLLINE OÙ DORMENT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BERGERS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LUMIÈRE, UN GRAND BRUIT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CHANT DES ANGES A RÉSONNÉ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MILIEU DE LA NUIT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CIEL ET LA NATURE CHANTENT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ENCORE, ENCORE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ENSEMBLE ADORONS JÉSUS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16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ENCORE, ENCORE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CHANT DES ANGES ET DE MARIE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S’EST PAS ARRÊTÉ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REFRAIN DE CETTE SAINTE NUIT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FINIRA JAMAIS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CIEL ET LA NATURE CHANTENT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ENCORE, ENCORE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RÈGNERA AUX SIÈCLES DES SIÈCLES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470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ENCORE, ENCORE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LE CIEL ET LA NATURE CHANTENT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LE CHANTE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ENCORE, ENCORE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90289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798</Words>
  <Application>Microsoft Office PowerPoint</Application>
  <PresentationFormat>Affichage à l'écran (4:3)</PresentationFormat>
  <Paragraphs>556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95</cp:revision>
  <dcterms:created xsi:type="dcterms:W3CDTF">2002-08-17T13:12:10Z</dcterms:created>
  <dcterms:modified xsi:type="dcterms:W3CDTF">2021-12-26T09:09:00Z</dcterms:modified>
</cp:coreProperties>
</file>