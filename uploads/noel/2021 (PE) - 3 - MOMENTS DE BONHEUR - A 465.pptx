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58" d="100"/>
          <a:sy n="58" d="100"/>
        </p:scale>
        <p:origin x="90" y="10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F900DE4-DCDD-4FF6-820A-09087F8B492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5FB705-43C7-41DB-8AFC-9371D38EBCBF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FCF971A-B7FE-4E63-83C4-F765BC8C84C7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5FB705-43C7-41DB-8AFC-9371D38EBCBF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FCF971A-B7FE-4E63-83C4-F765BC8C84C7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5282BE-3FE5-42A3-875A-C088FD6AB92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72A7B4-A45C-45C5-878A-A2277EE79D4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476624-7624-4192-B1EB-EE8B9785638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D8D2D-5821-4DC7-900D-1C584DB9C4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DCBBFE-A29F-4003-92B4-BDA1F38F0A7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56BEEC-A87D-467B-930C-0EA0995A5D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0C3CBB-FF92-4533-A7E5-749D398D1C2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CBCA20-0D01-436B-B3E5-8F7135A34A3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AC44B-0186-4BC2-A46B-D98977A4FF5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3CDC4A-3C15-4742-8068-7B3CF50F49B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26C23C-62BD-4F72-B3E4-81ABBBE5E34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FB83BD7-225F-42D4-A8C5-6C86D9A4819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25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JAMAIS DANS MA VIE 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JE N’AI VÉCU DES MOMENTS SI BEAUX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JE N’AVAIS JAMAIS PENSÉ 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QU’UN JOUR JE SERAIS SI HEUREUX</a:t>
            </a:r>
          </a:p>
          <a:p>
            <a:pPr algn="ctr">
              <a:lnSpc>
                <a:spcPct val="110000"/>
              </a:lnSpc>
            </a:pPr>
            <a:endParaRPr lang="fr-FR" sz="26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TOUT CE QUE J’AI VÉCU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JE NE POURRAI JAMAIS L’OUBLIER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CES MOMENTS DANS TA PRÉSENCE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QUE JE VEUX POUR TOUJOURS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FAIRE DURER</a:t>
            </a: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28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465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25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TU ES DEVENU MON AMI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JE ME SUIS HABITUÉ À TA PRÉSENCE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NOUS AVONS PARTAGÉ 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DES MOMENTS DE BONHEUR SI INTENSES</a:t>
            </a:r>
          </a:p>
          <a:p>
            <a:pPr algn="ctr">
              <a:lnSpc>
                <a:spcPct val="110000"/>
              </a:lnSpc>
            </a:pPr>
            <a:endParaRPr lang="fr-FR" sz="15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JE SAIS CE QUE L’AMOUR 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EST CAPABLE DE ME DONNER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JE SAIS, JE L’AI VÉCU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ET J’APPRENDS À T’AIMER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QUE JE PLEURE OU QUE JE RIE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L’IMPORTANT C’EST QUE TU ES DANS MA VIE</a:t>
            </a:r>
          </a:p>
        </p:txBody>
      </p:sp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28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465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25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TOUT CE QUE J’AI VÉCU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JE NE POURRAI JAMAIS L’OUBLIER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CES MOMENTS DANS TA PRÉSENCE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QUE JE VEUX POUR TOUJOURS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FAIRE DURER</a:t>
            </a: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28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465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25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700" dirty="0">
                <a:solidFill>
                  <a:schemeClr val="bg1"/>
                </a:solidFill>
                <a:latin typeface="Arial Black" pitchFamily="34" charset="0"/>
              </a:rPr>
              <a:t>TU ES DEVENU MON AMI</a:t>
            </a:r>
          </a:p>
          <a:p>
            <a:pPr algn="ctr">
              <a:lnSpc>
                <a:spcPct val="110000"/>
              </a:lnSpc>
            </a:pPr>
            <a:r>
              <a:rPr lang="fr-FR" sz="2700" dirty="0">
                <a:solidFill>
                  <a:schemeClr val="bg1"/>
                </a:solidFill>
                <a:latin typeface="Arial Black" pitchFamily="34" charset="0"/>
              </a:rPr>
              <a:t>JE ME SUIS HABITUÉ À TA PRÉSENCE</a:t>
            </a:r>
          </a:p>
          <a:p>
            <a:pPr algn="ctr">
              <a:lnSpc>
                <a:spcPct val="110000"/>
              </a:lnSpc>
            </a:pPr>
            <a:r>
              <a:rPr lang="fr-FR" sz="2700" dirty="0">
                <a:solidFill>
                  <a:schemeClr val="bg1"/>
                </a:solidFill>
                <a:latin typeface="Arial Black" pitchFamily="34" charset="0"/>
              </a:rPr>
              <a:t>NOUS AVONS PARTAGÉ </a:t>
            </a:r>
          </a:p>
          <a:p>
            <a:pPr algn="ctr">
              <a:lnSpc>
                <a:spcPct val="110000"/>
              </a:lnSpc>
            </a:pPr>
            <a:r>
              <a:rPr lang="fr-FR" sz="2700" dirty="0">
                <a:solidFill>
                  <a:schemeClr val="bg1"/>
                </a:solidFill>
                <a:latin typeface="Arial Black" pitchFamily="34" charset="0"/>
              </a:rPr>
              <a:t>DES MOMENTS DE BONHEUR SI INTENSES</a:t>
            </a:r>
          </a:p>
          <a:p>
            <a:pPr algn="ctr">
              <a:lnSpc>
                <a:spcPct val="110000"/>
              </a:lnSpc>
            </a:pPr>
            <a:endParaRPr lang="fr-FR" sz="27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700" dirty="0">
                <a:solidFill>
                  <a:schemeClr val="bg1"/>
                </a:solidFill>
                <a:latin typeface="Arial Black" pitchFamily="34" charset="0"/>
              </a:rPr>
              <a:t>JE SAIS CE QUE L’AMOUR </a:t>
            </a:r>
          </a:p>
          <a:p>
            <a:pPr algn="ctr">
              <a:lnSpc>
                <a:spcPct val="110000"/>
              </a:lnSpc>
            </a:pPr>
            <a:r>
              <a:rPr lang="fr-FR" sz="2700" dirty="0">
                <a:solidFill>
                  <a:schemeClr val="bg1"/>
                </a:solidFill>
                <a:latin typeface="Arial Black" pitchFamily="34" charset="0"/>
              </a:rPr>
              <a:t>EST CAPABLE DE ME DONNER</a:t>
            </a:r>
          </a:p>
          <a:p>
            <a:pPr algn="ctr">
              <a:lnSpc>
                <a:spcPct val="110000"/>
              </a:lnSpc>
            </a:pPr>
            <a:r>
              <a:rPr lang="fr-FR" sz="2700" dirty="0">
                <a:solidFill>
                  <a:schemeClr val="bg1"/>
                </a:solidFill>
                <a:latin typeface="Arial Black" pitchFamily="34" charset="0"/>
              </a:rPr>
              <a:t>JE SAIS, JE L’AI VÉCU</a:t>
            </a:r>
          </a:p>
          <a:p>
            <a:pPr algn="ctr">
              <a:lnSpc>
                <a:spcPct val="110000"/>
              </a:lnSpc>
            </a:pPr>
            <a:r>
              <a:rPr lang="fr-FR" sz="2700" dirty="0">
                <a:solidFill>
                  <a:schemeClr val="bg1"/>
                </a:solidFill>
                <a:latin typeface="Arial Black" pitchFamily="34" charset="0"/>
              </a:rPr>
              <a:t>ET J’APPRENDS À T’AIMER</a:t>
            </a:r>
          </a:p>
          <a:p>
            <a:pPr algn="ctr">
              <a:lnSpc>
                <a:spcPct val="110000"/>
              </a:lnSpc>
            </a:pPr>
            <a:r>
              <a:rPr lang="fr-FR" sz="2700" dirty="0">
                <a:solidFill>
                  <a:schemeClr val="bg1"/>
                </a:solidFill>
                <a:latin typeface="Arial Black" pitchFamily="34" charset="0"/>
              </a:rPr>
              <a:t>QUE JE PLEURE OU QUE JE RIE</a:t>
            </a:r>
          </a:p>
          <a:p>
            <a:pPr algn="ctr">
              <a:lnSpc>
                <a:spcPct val="110000"/>
              </a:lnSpc>
            </a:pPr>
            <a:r>
              <a:rPr lang="fr-FR" sz="2700" dirty="0">
                <a:solidFill>
                  <a:schemeClr val="bg1"/>
                </a:solidFill>
                <a:latin typeface="Arial Black" pitchFamily="34" charset="0"/>
              </a:rPr>
              <a:t>L’IMPORTANT C’EST QUE TU ES DANS MA VIE</a:t>
            </a:r>
          </a:p>
        </p:txBody>
      </p:sp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28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465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185</Words>
  <Application>Microsoft Office PowerPoint</Application>
  <PresentationFormat>Affichage à l'écran (4:3)</PresentationFormat>
  <Paragraphs>46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 Black</vt:lpstr>
      <vt:lpstr>Arial Narrow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46</cp:revision>
  <dcterms:created xsi:type="dcterms:W3CDTF">2002-08-17T11:44:51Z</dcterms:created>
  <dcterms:modified xsi:type="dcterms:W3CDTF">2021-12-17T22:53:25Z</dcterms:modified>
</cp:coreProperties>
</file>