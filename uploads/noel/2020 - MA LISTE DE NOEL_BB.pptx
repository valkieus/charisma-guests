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306" r:id="rId2"/>
    <p:sldId id="342" r:id="rId3"/>
    <p:sldId id="307" r:id="rId4"/>
    <p:sldId id="343" r:id="rId5"/>
    <p:sldId id="308" r:id="rId6"/>
    <p:sldId id="344" r:id="rId7"/>
    <p:sldId id="309" r:id="rId8"/>
    <p:sldId id="345" r:id="rId9"/>
    <p:sldId id="310" r:id="rId10"/>
    <p:sldId id="346" r:id="rId11"/>
    <p:sldId id="311" r:id="rId12"/>
    <p:sldId id="347" r:id="rId13"/>
    <p:sldId id="312" r:id="rId14"/>
    <p:sldId id="313" r:id="rId15"/>
    <p:sldId id="348" r:id="rId16"/>
    <p:sldId id="314" r:id="rId17"/>
    <p:sldId id="349" r:id="rId18"/>
    <p:sldId id="315" r:id="rId19"/>
    <p:sldId id="339" r:id="rId20"/>
    <p:sldId id="316" r:id="rId21"/>
    <p:sldId id="317" r:id="rId22"/>
    <p:sldId id="320" r:id="rId23"/>
    <p:sldId id="350" r:id="rId24"/>
    <p:sldId id="321" r:id="rId25"/>
    <p:sldId id="351" r:id="rId26"/>
    <p:sldId id="322" r:id="rId27"/>
    <p:sldId id="352" r:id="rId28"/>
    <p:sldId id="323" r:id="rId29"/>
    <p:sldId id="353" r:id="rId30"/>
    <p:sldId id="338" r:id="rId31"/>
    <p:sldId id="356" r:id="rId32"/>
    <p:sldId id="318" r:id="rId33"/>
    <p:sldId id="357" r:id="rId34"/>
    <p:sldId id="336" r:id="rId35"/>
    <p:sldId id="337" r:id="rId36"/>
    <p:sldId id="358" r:id="rId3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2" autoAdjust="0"/>
    <p:restoredTop sz="48208" autoAdjust="0"/>
  </p:normalViewPr>
  <p:slideViewPr>
    <p:cSldViewPr>
      <p:cViewPr varScale="1">
        <p:scale>
          <a:sx n="57" d="100"/>
          <a:sy n="57" d="100"/>
        </p:scale>
        <p:origin x="324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57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02D4E3E-2A66-4C1F-8D8D-CF4FC9EBDD2E}" type="datetimeFigureOut">
              <a:rPr lang="fr-FR"/>
              <a:pPr>
                <a:defRPr/>
              </a:pPr>
              <a:t>25/12/2020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C5B5467-FC8C-4EED-8B48-5B2264C92E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TE SOUVIENS-TU DE MOI </a:t>
            </a:r>
            <a:br>
              <a:rPr lang="fr-FR" dirty="0"/>
            </a:br>
            <a:r>
              <a:rPr lang="fr-FR" dirty="0"/>
              <a:t>2-  ASSIS TOUT PRÈS DE TOI</a:t>
            </a:r>
            <a:br>
              <a:rPr lang="fr-FR" dirty="0"/>
            </a:br>
            <a:r>
              <a:rPr lang="fr-FR" dirty="0"/>
              <a:t>3-  JE T’ÉCRIVAIS</a:t>
            </a:r>
            <a:br>
              <a:rPr lang="fr-FR" dirty="0"/>
            </a:br>
            <a:r>
              <a:rPr lang="fr-FR" dirty="0"/>
              <a:t>4-  TOUS MES RÊVES D’ENFANT</a:t>
            </a:r>
            <a:br>
              <a:rPr lang="fr-FR" dirty="0"/>
            </a:br>
            <a:r>
              <a:rPr lang="fr-FR" dirty="0"/>
              <a:t>5-  J’AI GRANDI, ET À PRÉSENT</a:t>
            </a:r>
            <a:br>
              <a:rPr lang="fr-FR" dirty="0"/>
            </a:br>
            <a:r>
              <a:rPr lang="fr-FR" dirty="0"/>
              <a:t>6-  TU M’AIMES COMME AVANT</a:t>
            </a:r>
            <a:br>
              <a:rPr lang="fr-FR" dirty="0"/>
            </a:br>
            <a:r>
              <a:rPr lang="fr-FR" dirty="0"/>
              <a:t>7-  MALGRÉ LE TEMPS  
8-  JE RÊVE TOUJOURS AUTANT</a:t>
            </a:r>
            <a:br>
              <a:rPr lang="fr-FR" dirty="0"/>
            </a:br>
            <a:r>
              <a:rPr lang="fr-FR" dirty="0"/>
              <a:t>9-  VOICI, PÈRE ÉTERNEL </a:t>
            </a:r>
            <a:br>
              <a:rPr lang="fr-FR" dirty="0"/>
            </a:br>
            <a:r>
              <a:rPr lang="fr-FR" dirty="0"/>
              <a:t>10-  J’AI FAIT MA LISTE DE NOËL  
11-  NON POUR MOI-MÊME </a:t>
            </a:r>
            <a:br>
              <a:rPr lang="fr-FR" dirty="0"/>
            </a:br>
            <a:r>
              <a:rPr lang="fr-FR" dirty="0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 :
	13-  QU’IL N’Y AIT PLUS DE VIES BRISÉES
	14-  QUE LES GUERRES 
	15-  NE COMMENCENT JAMAIS
	16-  QUE LES CŒURS </a:t>
            </a:r>
            <a:br>
              <a:rPr lang="fr-FR" dirty="0"/>
            </a:br>
            <a:r>
              <a:rPr lang="fr-FR" dirty="0"/>
              <a:t> 	17-  NE SOIENT PLUS BLESSÉS 
	18-  QUE CHACUN DE NOUS AIT DES AMIS</a:t>
            </a:r>
            <a:br>
              <a:rPr lang="fr-FR" dirty="0"/>
            </a:br>
            <a:r>
              <a:rPr lang="fr-FR" dirty="0"/>
              <a:t> 	19-  QUE DE PAIX LE MONDE SOIT REMPLI</a:t>
            </a:r>
            <a:br>
              <a:rPr lang="fr-FR" dirty="0"/>
            </a:br>
            <a:r>
              <a:rPr lang="fr-FR" dirty="0"/>
              <a:t> 	20-  QU’IL Y AIT DE L’AMOUR À L’INFINI 
	21-  VOICI MA LISTE DE NOËL</a:t>
            </a:r>
            <a:br>
              <a:rPr lang="fr-FR" dirty="0"/>
            </a:br>
            <a:r>
              <a:rPr lang="fr-FR" dirty="0"/>
              <a:t> 
22-  SI ENFANT J’AI PU CROIRE </a:t>
            </a:r>
            <a:br>
              <a:rPr lang="fr-FR" dirty="0"/>
            </a:br>
            <a:r>
              <a:rPr lang="fr-FR" dirty="0"/>
              <a:t>23-  QUE LA PLUS BELLE CHOSE À VOIR</a:t>
            </a:r>
            <a:br>
              <a:rPr lang="fr-FR" dirty="0"/>
            </a:br>
            <a:r>
              <a:rPr lang="fr-FR" dirty="0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27-  LES CADEAUX NE SUFFISENT PAS</a:t>
            </a:r>
            <a:br>
              <a:rPr lang="fr-FR" dirty="0"/>
            </a:br>
            <a:r>
              <a:rPr lang="fr-FR" dirty="0"/>
              <a:t>28-  POUR CONSOLER</a:t>
            </a:r>
            <a:br>
              <a:rPr lang="fr-FR" dirty="0"/>
            </a:br>
            <a:r>
              <a:rPr lang="fr-FR" dirty="0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 :
30-  L’INNOCENCE DE L’AMOUR
31-  QU’ON CROYAIT OUBLIÉE </a:t>
            </a:r>
            <a:br>
              <a:rPr lang="fr-FR" dirty="0"/>
            </a:br>
            <a:r>
              <a:rPr lang="fr-FR" dirty="0"/>
              <a:t>32-  AVEC FOI ET EN CE PRÉCIEUX JOUR </a:t>
            </a:r>
            <a:br>
              <a:rPr lang="fr-FR" dirty="0"/>
            </a:br>
            <a:r>
              <a:rPr lang="fr-FR" dirty="0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34-  VOICI MA LISTE DE NOËL</a:t>
            </a:r>
            <a:br>
              <a:rPr lang="fr-FR" dirty="0"/>
            </a:b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35-  C’EST MON SEUL DÉSIR, SEIGNEUR 
36-  VOICI MA LISTE DE NOËL 
</a:t>
            </a:r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
35-  C’EST MON SEUL DÉSIR, SEIGNEUR 
36-  VOICI MA LISTE DE NOËL 
</a:t>
            </a:r>
            <a:endParaRPr lang="fr-FR" dirty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1-  TE SOUVIENS-TU DE MOI </a:t>
            </a:r>
            <a:br>
              <a:rPr lang="fr-FR" dirty="0"/>
            </a:br>
            <a:r>
              <a:rPr lang="fr-FR" dirty="0"/>
              <a:t>2-  ASSIS TOUT PRÈS DE TOI</a:t>
            </a:r>
            <a:br>
              <a:rPr lang="fr-FR" dirty="0"/>
            </a:br>
            <a:r>
              <a:rPr lang="fr-FR" dirty="0"/>
              <a:t>3-  JE T’ÉCRIVAIS</a:t>
            </a:r>
            <a:br>
              <a:rPr lang="fr-FR" dirty="0"/>
            </a:br>
            <a:r>
              <a:rPr lang="fr-FR" dirty="0"/>
              <a:t>4-  TOUS MES RÊVES D’ENFANT</a:t>
            </a:r>
            <a:br>
              <a:rPr lang="fr-FR" dirty="0"/>
            </a:br>
            <a:r>
              <a:rPr lang="fr-FR" dirty="0"/>
              <a:t>5-  J’AI GRANDI, ET À PRÉSENT</a:t>
            </a:r>
            <a:br>
              <a:rPr lang="fr-FR" dirty="0"/>
            </a:br>
            <a:r>
              <a:rPr lang="fr-FR" dirty="0"/>
              <a:t>6-  TU M’AIMES COMME AVANT</a:t>
            </a:r>
            <a:br>
              <a:rPr lang="fr-FR" dirty="0"/>
            </a:br>
            <a:r>
              <a:rPr lang="fr-FR" dirty="0"/>
              <a:t>7-  MALGRÉ LE TEMPS  
8-  JE RÊVE TOUJOURS AUTANT</a:t>
            </a:r>
            <a:br>
              <a:rPr lang="fr-FR" dirty="0"/>
            </a:br>
            <a:r>
              <a:rPr lang="fr-FR" dirty="0"/>
              <a:t>9-  VOICI, PÈRE ÉTERNEL </a:t>
            </a:r>
            <a:br>
              <a:rPr lang="fr-FR" dirty="0"/>
            </a:br>
            <a:r>
              <a:rPr lang="fr-FR" dirty="0"/>
              <a:t>10-  J’AI FAIT MA LISTE DE NOËL  
11-  NON POUR MOI-MÊME </a:t>
            </a:r>
            <a:br>
              <a:rPr lang="fr-FR" dirty="0"/>
            </a:br>
            <a:r>
              <a:rPr lang="fr-FR" dirty="0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 :
	13-  QU’IL N’Y AIT PLUS DE VIES BRISÉES
	14-  QUE LES GUERRES 
	15-  NE COMMENCENT JAMAIS
	16-  QUE LES CŒURS </a:t>
            </a:r>
            <a:br>
              <a:rPr lang="fr-FR" dirty="0"/>
            </a:br>
            <a:r>
              <a:rPr lang="fr-FR" dirty="0"/>
              <a:t> 	17-  NE SOIENT PLUS BLESSÉS 
	18-  QUE CHACUN DE NOUS AIT DES AMIS</a:t>
            </a:r>
            <a:br>
              <a:rPr lang="fr-FR" dirty="0"/>
            </a:br>
            <a:r>
              <a:rPr lang="fr-FR" dirty="0"/>
              <a:t> 	19-  QUE DE PAIX LE MONDE SOIT REMPLI</a:t>
            </a:r>
            <a:br>
              <a:rPr lang="fr-FR" dirty="0"/>
            </a:br>
            <a:r>
              <a:rPr lang="fr-FR" dirty="0"/>
              <a:t> 	20-  QU’IL Y AIT DE L’AMOUR À L’INFINI 
	21-  VOICI MA LISTE DE NOËL</a:t>
            </a:r>
            <a:br>
              <a:rPr lang="fr-FR" dirty="0"/>
            </a:br>
            <a:r>
              <a:rPr lang="fr-FR" dirty="0"/>
              <a:t> 
22-  SI ENFANT J’AI PU CROIRE </a:t>
            </a:r>
            <a:br>
              <a:rPr lang="fr-FR" dirty="0"/>
            </a:br>
            <a:r>
              <a:rPr lang="fr-FR" dirty="0"/>
              <a:t>23-  QUE LA PLUS BELLE CHOSE À VOIR</a:t>
            </a:r>
            <a:br>
              <a:rPr lang="fr-FR" dirty="0"/>
            </a:br>
            <a:r>
              <a:rPr lang="fr-FR" dirty="0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27-  LES CADEAUX NE SUFFISENT PAS</a:t>
            </a:r>
            <a:br>
              <a:rPr lang="fr-FR" dirty="0"/>
            </a:br>
            <a:r>
              <a:rPr lang="fr-FR" dirty="0"/>
              <a:t>28-  POUR CONSOLER</a:t>
            </a:r>
            <a:br>
              <a:rPr lang="fr-FR" dirty="0"/>
            </a:br>
            <a:r>
              <a:rPr lang="fr-FR" dirty="0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 :
30-  L’INNOCENCE DE L’AMOUR
31-  QU’ON CROYAIT OUBLIÉE </a:t>
            </a:r>
            <a:br>
              <a:rPr lang="fr-FR" dirty="0"/>
            </a:br>
            <a:r>
              <a:rPr lang="fr-FR" dirty="0"/>
              <a:t>32-  AVEC FOI ET EN CE PRÉCIEUX JOUR </a:t>
            </a:r>
            <a:br>
              <a:rPr lang="fr-FR" dirty="0"/>
            </a:br>
            <a:r>
              <a:rPr lang="fr-FR" dirty="0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34-  VOICI MA LISTE DE NOËL</a:t>
            </a:r>
            <a:br>
              <a:rPr lang="fr-FR" dirty="0"/>
            </a:b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35-  C’EST MON SEUL DÉSIR, SEIGNEUR 
36-  VOICI MA LISTE DE NOËL 
</a:t>
            </a:r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 :
	13-  QU’IL N’Y AIT PLUS DE VIES BRISÉES
	14-  QUE LES GUERRES 
	15-  NE COMMENCENT JAMAIS
	16-  QUE LES CŒURS </a:t>
            </a:r>
            <a:br>
              <a:rPr lang="fr-FR" dirty="0"/>
            </a:br>
            <a:r>
              <a:rPr lang="fr-FR" dirty="0"/>
              <a:t> 	17-  NE SOIENT PLUS BLESSÉS 
	18-  QUE CHACUN DE NOUS AIT DES AMIS</a:t>
            </a:r>
            <a:br>
              <a:rPr lang="fr-FR" dirty="0"/>
            </a:br>
            <a:r>
              <a:rPr lang="fr-FR" dirty="0"/>
              <a:t> 	19-  QUE DE PAIX LE MONDE SOIT REMPLI</a:t>
            </a:r>
            <a:br>
              <a:rPr lang="fr-FR" dirty="0"/>
            </a:br>
            <a:r>
              <a:rPr lang="fr-FR" dirty="0"/>
              <a:t> 	20-  QU’IL Y AIT DE L’AMOUR À L’INFINI 
	21-  VOICI MA LISTE DE NOËL</a:t>
            </a:r>
            <a:br>
              <a:rPr lang="fr-FR" dirty="0"/>
            </a:br>
            <a:r>
              <a:rPr lang="fr-FR" dirty="0"/>
              <a:t> 
22-  SI ENFANT J’AI PU CROIRE </a:t>
            </a:r>
            <a:br>
              <a:rPr lang="fr-FR" dirty="0"/>
            </a:br>
            <a:r>
              <a:rPr lang="fr-FR" dirty="0"/>
              <a:t>23-  QUE LA PLUS BELLE CHOSE À VOIR</a:t>
            </a:r>
            <a:br>
              <a:rPr lang="fr-FR" dirty="0"/>
            </a:br>
            <a:r>
              <a:rPr lang="fr-FR" dirty="0"/>
              <a:t>24-  ÉTAIT UN SAPIN SCINTILLANT  
25-  DANS LE NOIR 
26-  AUJOURD’HUI JE LE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27-  LES CADEAUX NE SUFFISENT PAS</a:t>
            </a:r>
            <a:br>
              <a:rPr lang="fr-FR" dirty="0"/>
            </a:br>
            <a:r>
              <a:rPr lang="fr-FR" dirty="0"/>
              <a:t>28-  POUR CONSOLER</a:t>
            </a:r>
            <a:br>
              <a:rPr lang="fr-FR" dirty="0"/>
            </a:br>
            <a:r>
              <a:rPr lang="fr-FR" dirty="0"/>
              <a:t>29-  UN CŒUR QUI PLEURE TOUT BAS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Pont :
30-  L’INNOCENCE DE L’AMOUR
31-  QU’ON CROYAIT OUBLIÉE </a:t>
            </a:r>
            <a:br>
              <a:rPr lang="fr-FR" dirty="0"/>
            </a:br>
            <a:r>
              <a:rPr lang="fr-FR" dirty="0"/>
              <a:t>32-  AVEC FOI ET EN CE PRÉCIEUX JOUR </a:t>
            </a:r>
            <a:br>
              <a:rPr lang="fr-FR" dirty="0"/>
            </a:br>
            <a:r>
              <a:rPr lang="fr-FR" dirty="0"/>
              <a:t>33-  SERA RENOUVELÉE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34-  VOICI MA LISTE DE NOËL</a:t>
            </a:r>
            <a:br>
              <a:rPr lang="fr-FR" dirty="0"/>
            </a:br>
            <a:endParaRPr lang="fr-FR" dirty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	Refrain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/>
              <a:t>
35-  C’EST MON SEUL DÉSIR, SEIGNEUR 
36-  VOICI MA LISTE DE NOËL 
</a:t>
            </a:r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/>
              <a:t>1-  TE SOUVIENS-TU DE MOI </a:t>
            </a:r>
            <a:br>
              <a:rPr lang="fr-FR"/>
            </a:br>
            <a:r>
              <a:rPr lang="fr-FR"/>
              <a:t>2-  ASSIS TOUT PRÈS DE TOI</a:t>
            </a:r>
            <a:br>
              <a:rPr lang="fr-FR"/>
            </a:br>
            <a:r>
              <a:rPr lang="fr-FR"/>
              <a:t>3-  JE T’ÉCRIVAIS</a:t>
            </a:r>
            <a:br>
              <a:rPr lang="fr-FR"/>
            </a:br>
            <a:r>
              <a:rPr lang="fr-FR"/>
              <a:t>4-  TOUS MES RÊVES D’ENFANT</a:t>
            </a:r>
            <a:br>
              <a:rPr lang="fr-FR"/>
            </a:br>
            <a:r>
              <a:rPr lang="fr-FR"/>
              <a:t>5-  J’AI GRANDI, ET À PRÉSENT</a:t>
            </a:r>
            <a:br>
              <a:rPr lang="fr-FR"/>
            </a:br>
            <a:r>
              <a:rPr lang="fr-FR"/>
              <a:t>6-  TU M’AIMES COMME AVANT</a:t>
            </a:r>
            <a:br>
              <a:rPr lang="fr-FR"/>
            </a:br>
            <a:r>
              <a:rPr lang="fr-FR"/>
              <a:t>7-  MALGRÉ LE TEMPS  
8-  JE RÊVE TOUJOURS AUTANT</a:t>
            </a:r>
            <a:br>
              <a:rPr lang="fr-FR"/>
            </a:br>
            <a:r>
              <a:rPr lang="fr-FR"/>
              <a:t>9-  VOICI, PÈRE ÉTERNEL </a:t>
            </a:r>
            <a:br>
              <a:rPr lang="fr-FR"/>
            </a:br>
            <a:r>
              <a:rPr lang="fr-FR"/>
              <a:t>10-  J’AI FAIT MA LISTE DE NOËL  
11-  NON POUR MOI-MÊME </a:t>
            </a:r>
            <a:br>
              <a:rPr lang="fr-FR"/>
            </a:br>
            <a:r>
              <a:rPr lang="fr-FR"/>
              <a:t>12-  MAIS POUR CE MONDE EN PEINE </a:t>
            </a:r>
          </a:p>
          <a:p>
            <a:endParaRPr lang="fr-FR"/>
          </a:p>
          <a:p>
            <a:r>
              <a:rPr lang="fr-FR"/>
              <a:t>	Refrain :
	13-  QU’IL N’Y AIT PLUS DE VIES BRISÉES
	14-  QUE LES GUERRES 
	15-  NE COMMENCENT JAMAIS
	16-  QUE LES CŒURS </a:t>
            </a:r>
            <a:br>
              <a:rPr lang="fr-FR"/>
            </a:br>
            <a:r>
              <a:rPr lang="fr-FR"/>
              <a:t> 	17-  NE SOIENT PLUS BLESSÉS 
	18-  QUE CHACUN DE NOUS AIT DES AMIS</a:t>
            </a:r>
            <a:br>
              <a:rPr lang="fr-FR"/>
            </a:br>
            <a:r>
              <a:rPr lang="fr-FR"/>
              <a:t> 	19-  QUE DE PAIX LE MONDE SOIT REMPLI</a:t>
            </a:r>
            <a:br>
              <a:rPr lang="fr-FR"/>
            </a:br>
            <a:r>
              <a:rPr lang="fr-FR"/>
              <a:t> 	20-  QU’IL Y AIT DE L’AMOUR À L’INFINI 
	21-  VOICI MA LISTE DE NOËL</a:t>
            </a:r>
            <a:br>
              <a:rPr lang="fr-FR"/>
            </a:br>
            <a:r>
              <a:rPr lang="fr-FR"/>
              <a:t> 
22-  SI ENFANT J’AI PU CROIRE </a:t>
            </a:r>
            <a:br>
              <a:rPr lang="fr-FR"/>
            </a:br>
            <a:r>
              <a:rPr lang="fr-FR"/>
              <a:t>23-  QUE LA PLUS BELLE CHOSE À VOIR</a:t>
            </a:r>
            <a:br>
              <a:rPr lang="fr-FR"/>
            </a:br>
            <a:r>
              <a:rPr lang="fr-FR"/>
              <a:t>24-  ÉTAIT UN SAPIN SCINTILLANT  
25-  DANS LE NOIR 
26-  AUJOURD’HUI JE LE VOIS</a:t>
            </a:r>
          </a:p>
          <a:p>
            <a:r>
              <a:rPr lang="fr-FR"/>
              <a:t>27-  LES CADEAUX NE SUFFISENT PAS</a:t>
            </a:r>
            <a:br>
              <a:rPr lang="fr-FR"/>
            </a:br>
            <a:r>
              <a:rPr lang="fr-FR"/>
              <a:t>28-  POUR CONSOLER</a:t>
            </a:r>
            <a:br>
              <a:rPr lang="fr-FR"/>
            </a:br>
            <a:r>
              <a:rPr lang="fr-FR"/>
              <a:t>29-  UN CŒUR QUI PLEURE TOUT BAS </a:t>
            </a:r>
          </a:p>
          <a:p>
            <a:endParaRPr lang="fr-FR"/>
          </a:p>
          <a:p>
            <a:r>
              <a:rPr lang="fr-FR"/>
              <a:t>	Refrain :</a:t>
            </a:r>
          </a:p>
          <a:p>
            <a:endParaRPr lang="fr-FR"/>
          </a:p>
          <a:p>
            <a:r>
              <a:rPr lang="fr-FR"/>
              <a:t>Pont :
30-  L’INNOCENCE DE L’AMOUR
31-  QU’ON CROYAIT OUBLIÉE </a:t>
            </a:r>
            <a:br>
              <a:rPr lang="fr-FR"/>
            </a:br>
            <a:r>
              <a:rPr lang="fr-FR"/>
              <a:t>32-  AVEC FOI ET EN CE PRÉCIEUX JOUR </a:t>
            </a:r>
            <a:br>
              <a:rPr lang="fr-FR"/>
            </a:br>
            <a:r>
              <a:rPr lang="fr-FR"/>
              <a:t>33-  SERA RENOUVELÉE </a:t>
            </a:r>
          </a:p>
          <a:p>
            <a:r>
              <a:rPr lang="fr-FR"/>
              <a:t>34-  VOICI MA LISTE DE NOËL</a:t>
            </a:r>
            <a:br>
              <a:rPr lang="fr-FR"/>
            </a:br>
            <a:endParaRPr lang="fr-FR"/>
          </a:p>
          <a:p>
            <a:r>
              <a:rPr lang="fr-FR"/>
              <a:t>	Refrain :</a:t>
            </a:r>
          </a:p>
          <a:p>
            <a:r>
              <a:rPr lang="fr-FR"/>
              <a:t>
35-  C’EST MON SEUL DÉSIR, SEIGNEUR 
36-  VOICI MA LISTE DE NOËL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C1B584-80F5-4BD3-A80B-C7E3A8BBD2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0F9869-D7D8-450E-8DFE-F1EE266EA3C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6EF8E3-7CB8-448A-85CE-EF33CACB8FF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C293A-2B8C-4769-A937-CE2CB3C3B02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2E221D-A40A-4528-BC66-86C495BEA42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F64413-C319-455E-8CEB-9431AD463EB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32D3D7-E3ED-4AC8-837B-56AD2A73CFC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47506C-F7E1-4B03-A6E3-6A5CC5B66E0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893013-7E7F-4750-8D7B-D64F1E1BCF4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23721E-4951-4977-8651-CB5CF6AD0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DA2419-B508-4830-A95F-C59F3ED522A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CD5DEE9-AAF4-4210-B33E-CB483F30B8E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TE SOUVIENS-TU DE MOI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</a:b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ASSIS TOUT PRÈS DE TOI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JE T’ÉCRIVAIS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TOUS MES RÊVES D’ENFANT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J’AI GRANDI, ET À PRÉSENT</a:t>
            </a:r>
            <a:b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</a:b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TU M’AIMES COMME AVANT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MALGRÉ LE TEMPS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JE RÊVE TOUJOURS AUTANT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VOICI, PÈRE ÉTERNEL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J’AI FAIT MA LISTE DE NOËL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NON POUR MOI-MÊME </a:t>
            </a:r>
            <a:b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</a:b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MAIS POUR CE MONDE EN PEINE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QU’IL N’Y AIT PLUS DE VIES BRISÉES</a:t>
            </a:r>
            <a:b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</a:b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QUE LES GUERRES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NE COMMENCENT JAMAIS</a:t>
            </a:r>
            <a:b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</a:b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QUE LES CŒURS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NE SOIENT PLUS BLESSÉS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QUE CHACUN DE NOUS AIT DES AMIS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QUE DE PAIX LE MONDE SOIT REMPLI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QU’IL Y AIT DE L’AMOUR À L’INFINI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VOICI MA LISTE DE NOËL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SI ENFANT J’AI PU CROIRE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QUE LA PLUS BELLE CHOSE À VOIR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ÉTAIT UN SAPIN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SCINTILLANT DANS LE NOIR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AUJOURD’HUI JE LE VOIS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LES CADEAUX NE SUFFISENT PAS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POUR CONSOLER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UN CŒUR QUI PLEURE TOUT BAS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L’INNOCENCE DE L’AMOUR</a:t>
            </a:r>
            <a:b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</a:b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QU’ON CROYAIT OUBLIÉE </a:t>
            </a:r>
            <a:b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</a:b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AVEC FOI ET EN CE PRÉCIEUX JOUR </a:t>
            </a:r>
            <a:b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</a:b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SERA RENOUVELÉE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VOICI MA LISTE DE NOËL</a:t>
            </a:r>
            <a:b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C’EST MON SEUL DÉSIR, SEIGNEUR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VOICI MA LISTE DE NOËL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3456</TotalTime>
  <Words>18915</Words>
  <Application>Microsoft Office PowerPoint</Application>
  <PresentationFormat>Affichage à l'écran (4:3)</PresentationFormat>
  <Paragraphs>828</Paragraphs>
  <Slides>36</Slides>
  <Notes>36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36</vt:i4>
      </vt:variant>
    </vt:vector>
  </HeadingPairs>
  <TitlesOfParts>
    <vt:vector size="40" baseType="lpstr">
      <vt:lpstr>Calibri</vt:lpstr>
      <vt:lpstr>Franklin Gothic Medium</vt:lpstr>
      <vt:lpstr>Lucida Handwriting</vt:lpstr>
      <vt:lpstr>Default Design</vt:lpstr>
      <vt:lpstr>TE SOUVIENS-TU DE MOI   </vt:lpstr>
      <vt:lpstr>ASSIS TOUT PRÈS DE TOI </vt:lpstr>
      <vt:lpstr>JE T’ÉCRIVAIS </vt:lpstr>
      <vt:lpstr>TOUS MES RÊVES D’ENFANT </vt:lpstr>
      <vt:lpstr>J’AI GRANDI, ET À PRÉSENT  </vt:lpstr>
      <vt:lpstr>TU M’AIMES COMME AVANT </vt:lpstr>
      <vt:lpstr>MALGRÉ LE TEMPS </vt:lpstr>
      <vt:lpstr>JE RÊVE TOUJOURS AUTANT  </vt:lpstr>
      <vt:lpstr>VOICI, PÈRE ÉTERNEL  </vt:lpstr>
      <vt:lpstr>J’AI FAIT MA LISTE DE NOËL </vt:lpstr>
      <vt:lpstr>NON POUR MOI-MÊME  </vt:lpstr>
      <vt:lpstr>MAIS POUR CE MONDE EN PEINE</vt:lpstr>
      <vt:lpstr>QU’IL N’Y AIT PLUS DE VIES BRISÉES  </vt:lpstr>
      <vt:lpstr>QUE LES GUERRES</vt:lpstr>
      <vt:lpstr>NE COMMENCENT JAMAIS </vt:lpstr>
      <vt:lpstr>QUE LES CŒURS  </vt:lpstr>
      <vt:lpstr>NE SOIENT PLUS BLESSÉS</vt:lpstr>
      <vt:lpstr>QUE CHACUN DE NOUS AIT DES AMIS </vt:lpstr>
      <vt:lpstr>QUE DE PAIX LE MONDE SOIT REMPLI </vt:lpstr>
      <vt:lpstr>QU’IL Y AIT DE L’AMOUR À L’INFINI</vt:lpstr>
      <vt:lpstr>VOICI MA LISTE DE NOËL </vt:lpstr>
      <vt:lpstr>SI ENFANT J’AI PU CROIRE  </vt:lpstr>
      <vt:lpstr>QUE LA PLUS BELLE CHOSE À VOIR </vt:lpstr>
      <vt:lpstr>ÉTAIT UN SAPIN</vt:lpstr>
      <vt:lpstr>SCINTILLANT DANS LE NOIR</vt:lpstr>
      <vt:lpstr>AUJOURD’HUI JE LE VOIS  </vt:lpstr>
      <vt:lpstr>LES CADEAUX NE SUFFISENT PAS </vt:lpstr>
      <vt:lpstr>POUR CONSOLER </vt:lpstr>
      <vt:lpstr>UN CŒUR QUI PLEURE TOUT BAS</vt:lpstr>
      <vt:lpstr>L’INNOCENCE DE L’AMOUR   </vt:lpstr>
      <vt:lpstr>QU’ON CROYAIT OUBLIÉE  </vt:lpstr>
      <vt:lpstr>AVEC FOI ET EN CE PRÉCIEUX JOUR  </vt:lpstr>
      <vt:lpstr>SERA RENOUVELÉE</vt:lpstr>
      <vt:lpstr>VOICI MA LISTE DE NOËL </vt:lpstr>
      <vt:lpstr>C’EST MON SEUL DÉSIR, SEIGNEUR</vt:lpstr>
      <vt:lpstr>VOICI MA LISTE DE NOËL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164</cp:revision>
  <dcterms:created xsi:type="dcterms:W3CDTF">2002-08-17T10:50:50Z</dcterms:created>
  <dcterms:modified xsi:type="dcterms:W3CDTF">2020-12-25T17:59:35Z</dcterms:modified>
</cp:coreProperties>
</file>