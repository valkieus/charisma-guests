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80" r:id="rId16"/>
    <p:sldId id="274" r:id="rId17"/>
    <p:sldId id="275" r:id="rId18"/>
    <p:sldId id="276" r:id="rId19"/>
    <p:sldId id="277" r:id="rId20"/>
    <p:sldId id="278" r:id="rId21"/>
    <p:sldId id="279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44384" autoAdjust="0"/>
  </p:normalViewPr>
  <p:slideViewPr>
    <p:cSldViewPr>
      <p:cViewPr varScale="1">
        <p:scale>
          <a:sx n="28" d="100"/>
          <a:sy n="28" d="100"/>
        </p:scale>
        <p:origin x="920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26/12/2021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dirty="0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 dirty="0"/>
              <a:t>
	Refrain:</a:t>
            </a:r>
          </a:p>
          <a:p>
            <a:pPr>
              <a:defRPr/>
            </a:pPr>
            <a:r>
              <a:rPr lang="fr-FR" dirty="0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 dirty="0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</a:t>
            </a:r>
          </a:p>
          <a:p>
            <a:pPr>
              <a:defRPr/>
            </a:pPr>
            <a:r>
              <a:rPr lang="fr-FR" dirty="0"/>
              <a:t>
Pont:</a:t>
            </a:r>
          </a:p>
          <a:p>
            <a:pPr>
              <a:defRPr/>
            </a:pPr>
            <a:r>
              <a:rPr lang="fr-FR" dirty="0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	Refrain: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082346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288930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969745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74665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237313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655803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597882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3980902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395881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75569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40163125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8209078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4106257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3573987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7428648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6647888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5650832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2257786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1247101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pPr>
              <a:defRPr/>
            </a:pPr>
            <a:r>
              <a:rPr lang="fr-FR"/>
              <a:t>
	Refrain:</a:t>
            </a:r>
          </a:p>
          <a:p>
            <a:pPr>
              <a:defRPr/>
            </a:pPr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pPr>
              <a:defRPr/>
            </a:pPr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</a:t>
            </a:r>
          </a:p>
          <a:p>
            <a:pPr>
              <a:defRPr/>
            </a:pPr>
            <a:r>
              <a:rPr lang="fr-FR"/>
              <a:t>
Pont:</a:t>
            </a:r>
          </a:p>
          <a:p>
            <a:pPr>
              <a:defRPr/>
            </a:pPr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PARFOIS C'EST DUR  DE COMPRENDRE POURQUOI  
2-  NOUS DEMEURONS  TROP SOUVENT SOLITAIRES  
3-  MÊME SI NOUS SUIVONS  LE MÊME CHEMIN 
4-  NOUS DRESSONS DES MURS SANS FIN QUI NOUS SÉPARENT DE NOS FRÈRES 
5-  POUR MOI PEU IMPORTE  LA COULEUR DE TA PEAU 
6-  CAR SI TU CROIS EN JÉSUS  TU ES MA FAMILLE 
7-  CE LIEN D’AMOUR  C’EST TOUT CE QUI COMPTE POUR MOI 
8-  NOUS CRÉERONS UN MONDE NOUVEAU ALORS CHANTE AVEC MOI AUJOURD’HUI </a:t>
            </a:r>
          </a:p>
          <a:p>
            <a:r>
              <a:rPr lang="fr-FR"/>
              <a:t>
	Refrain:</a:t>
            </a:r>
          </a:p>
          <a:p>
            <a:r>
              <a:rPr lang="fr-FR"/>
              <a:t>	9-  TU ES MON FRÈRE, TU ES MA SŒUR TENONS-NOUS PAR LA MAIN 
	10-  BÂTISSONS LE ROYAUME  JUSQU'À SON RETOUR 
	11-  OUI NOUS SERONS  TOUJOURS VAINQUEURS 
	12-  SI D’UN MÊME PAS NOUS MARCHONS UNIS DANS SON AMOUR  
	13-  NOUS VAINCRONS </a:t>
            </a:r>
          </a:p>
          <a:p>
            <a:r>
              <a:rPr lang="fr-FR"/>
              <a:t>
14-  CE JOUR VIENDRA OÙ NOUS NE SERONS PLUS QU’UN 
15-  TOUS UNIS D’UNE MÊME VOIX PROCLAMERONS QUE JÉSUS   
16-  JÉSUS EST SEIGNEUR 
17-  TOUTE LA TERRE L’ENTENDRA TOUT GENOU FLÉCHIRA 
18-  ET LE MONDE VERRA, OUI VERRA  </a:t>
            </a:r>
          </a:p>
          <a:p>
            <a:endParaRPr lang="fr-FR"/>
          </a:p>
          <a:p>
            <a:r>
              <a:rPr lang="fr-FR"/>
              <a:t>	Refrain:</a:t>
            </a:r>
          </a:p>
          <a:p>
            <a:r>
              <a:rPr lang="fr-FR"/>
              <a:t>
Pont:</a:t>
            </a:r>
          </a:p>
          <a:p>
            <a:r>
              <a:rPr lang="fr-FR"/>
              <a:t>19-  L’HEURE EST VENUE, LE TEMPS EST LÀ DE SE LEVER, DE FAIRE UN CHOIX 
20-  TU N’ES PAS SEUL, JE SERAI LÀ 
21-  MAINTENANT ET À JAMAIS  OUI JE LE CHANTERAI  </a:t>
            </a:r>
          </a:p>
          <a:p>
            <a:endParaRPr lang="fr-FR"/>
          </a:p>
          <a:p>
            <a:r>
              <a:rPr lang="fr-FR"/>
              <a:t>	Refrain:
</a:t>
            </a:r>
          </a:p>
        </p:txBody>
      </p:sp>
    </p:spTree>
    <p:extLst>
      <p:ext uri="{BB962C8B-B14F-4D97-AF65-F5344CB8AC3E}">
        <p14:creationId xmlns:p14="http://schemas.microsoft.com/office/powerpoint/2010/main" val="509237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PARFOIS C'EST DUR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COMPRENDRE POURQUOI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DEMEURONS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TROP SOUVENT SOLITAIRES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105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MÊME SI NOUS SUIVONS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MÊME CHEMIN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959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DRESSONS DES MURS SANS FIN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NOUS SÉPARENT DE NOS FRÈRES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162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MOI, PEU IMPORTE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COULEUR DE TA PEAU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218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SI TU CROIS EN JÉSUS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MA FAMILLE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458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 LIEN D’AMOUR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TOUT CE QUI COMPTE POUR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448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CRÉERONS UN MONDE NOUVEAU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ALORS CHANTE AVEC MOI AUJOURD’HUI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103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MON FRÈRE, TU ES MA SŒUR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TENONS-NOUS PAR LA MAIN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291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BÂTISSONS LE ROYAUME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JUSQU'À SON RETOUR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721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 NOUS SERONS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TOUJOURS VAINQUEURS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553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SI D’UN MÊME PAS NOUS MARCHONS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UNIS DANS SON AMOUR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571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VAINCRONS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194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 JOUR VIENDRA OÙ NOUS NE SERONS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PLUS QU’UN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210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TOUS UNIS D’UNE MÊME VOIX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PROCLAMERONS QUE JÉSUS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704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 EST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299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TOUTE LA TERRE L’ENTENDRA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GENOU FLÉCHIRA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175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LE MONDE VERRA, OUI VERRA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721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L’HEURE EST VENUE, LE TEMPS EST LÀ DE SE LEVER, DE FAIRE UN CHOIX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115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N’ES PAS SEUL, JE SERAI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973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MAINTENANT ET À JAMAIS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 JE LE CHANTERAI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7250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466</Words>
  <Application>Microsoft Office PowerPoint</Application>
  <PresentationFormat>Affichage à l'écran (4:3)</PresentationFormat>
  <Paragraphs>457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93</cp:revision>
  <dcterms:created xsi:type="dcterms:W3CDTF">2002-08-17T13:12:10Z</dcterms:created>
  <dcterms:modified xsi:type="dcterms:W3CDTF">2021-12-26T01:05:51Z</dcterms:modified>
</cp:coreProperties>
</file>