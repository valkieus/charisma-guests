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764" autoAdjust="0"/>
    <p:restoredTop sz="34762" autoAdjust="0"/>
  </p:normalViewPr>
  <p:slideViewPr>
    <p:cSldViewPr>
      <p:cViewPr varScale="1">
        <p:scale>
          <a:sx n="39" d="100"/>
          <a:sy n="39" d="100"/>
        </p:scale>
        <p:origin x="948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BAE1C64E-9ADB-4E38-BF68-4211C206B6BD}" type="datetimeFigureOut">
              <a:rPr lang="fr-FR"/>
              <a:pPr>
                <a:defRPr/>
              </a:pPr>
              <a:t>23/12/2021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E9CBFFFA-0125-4168-AF56-391BBD2FAB6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dirty="0"/>
              <a:t>1-  SMILE, QUAND TON CŒUR EST BLESSÉ MÊME QUAND IL SERA BRISÉ 
2-  QUAND LE CIEL SERA GRIS, OUI SOURIS</a:t>
            </a:r>
          </a:p>
          <a:p>
            <a:pPr>
              <a:defRPr/>
            </a:pPr>
            <a:r>
              <a:rPr lang="fr-FR" dirty="0"/>
              <a:t> 
3-  TU VERRAS OUBLIS CRAINTES ET CHAGRIN 
4-  SOURIS À TES LENDEMAINS 
5-  UN NOUVEAU JOUR SE LÈVERA RIEN QUE POUR TOI </a:t>
            </a:r>
          </a:p>
          <a:p>
            <a:pPr>
              <a:defRPr/>
            </a:pPr>
            <a:endParaRPr lang="fr-FR" dirty="0"/>
          </a:p>
          <a:p>
            <a:pPr>
              <a:defRPr/>
            </a:pPr>
            <a:r>
              <a:rPr lang="fr-FR" dirty="0"/>
              <a:t>
6-  REMPLIS TON CŒUR DE TENDRESSE OUBLIE TOUTES TES TRISTESSES 
7-  MÊME SI UNE LARME  ESSAYAIT DE COULER </a:t>
            </a:r>
          </a:p>
          <a:p>
            <a:pPr>
              <a:defRPr/>
            </a:pPr>
            <a:r>
              <a:rPr lang="fr-FR" dirty="0"/>
              <a:t>
8-  OUI SOURIS CONTINUE À ESSAYER 
9-  QUE TES YEUX CESSENT  DE PLEURER 
10-  LE SOLEIL VA SE LEVER  ENCORE SUR TOI            (x3 à la fin)                          
</a:t>
            </a:r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SMILE, QUAND TON CŒUR EST BLESSÉ MÊME QUAND IL SERA BRISÉ 
2-  QUAND LE CIEL SERA GRIS, OUI SOURIS</a:t>
            </a:r>
          </a:p>
          <a:p>
            <a:r>
              <a:rPr lang="fr-FR"/>
              <a:t> 
3-  TU VERRAS OUBLIS CRAINTES ET CHAGRIN 
4-  SOURIS À TES LENDEMAINS 
5-  UN NOUVEAU JOUR SE LÈVERA RIEN QUE POUR TOI </a:t>
            </a:r>
          </a:p>
          <a:p>
            <a:endParaRPr lang="fr-FR"/>
          </a:p>
          <a:p>
            <a:r>
              <a:rPr lang="fr-FR"/>
              <a:t>
6-  REMPLIS TON CŒUR DE TENDRESSE OUBLIE TOUTES TES TRISTESSES 
7-  MÊME SI UNE LARME  ESSAYAIT DE COULER </a:t>
            </a:r>
          </a:p>
          <a:p>
            <a:r>
              <a:rPr lang="fr-FR"/>
              <a:t>
8-  OUI SOURIS CONTINUE À ESSAYER 
9-  QUE TES YEUX CESSENT  DE PLEURER 
10-  LE SOLEIL VA SE LEVER  ENCORE SUR TOI            (x3 à la fin)                          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/>
              <a:t>1-  SMILE, QUAND TON CŒUR EST BLESSÉ MÊME QUAND IL SERA BRISÉ 
2-  QUAND LE CIEL SERA GRIS, OUI SOURIS</a:t>
            </a:r>
          </a:p>
          <a:p>
            <a:pPr>
              <a:defRPr/>
            </a:pPr>
            <a:r>
              <a:rPr lang="fr-FR"/>
              <a:t> 
3-  TU VERRAS OUBLIS CRAINTES ET CHAGRIN 
4-  SOURIS À TES LENDEMAINS 
5-  UN NOUVEAU JOUR SE LÈVERA RIEN QUE POUR TOI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
6-  REMPLIS TON CŒUR DE TENDRESSE OUBLIE TOUTES TES TRISTESSES 
7-  MÊME SI UNE LARME  ESSAYAIT DE COULER </a:t>
            </a:r>
          </a:p>
          <a:p>
            <a:pPr>
              <a:defRPr/>
            </a:pPr>
            <a:r>
              <a:rPr lang="fr-FR"/>
              <a:t>
8-  OUI SOURIS CONTINUE À ESSAYER 
9-  QUE TES YEUX CESSENT  DE PLEURER 
10-  LE SOLEIL VA SE LEVER  ENCORE SUR TOI            (x3 à la fin)                         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SMILE, QUAND TON CŒUR EST BLESSÉ MÊME QUAND IL SERA BRISÉ 
2-  QUAND LE CIEL SERA GRIS, OUI SOURIS</a:t>
            </a:r>
          </a:p>
          <a:p>
            <a:r>
              <a:rPr lang="fr-FR"/>
              <a:t> 
3-  TU VERRAS OUBLIS CRAINTES ET CHAGRIN 
4-  SOURIS À TES LENDEMAINS 
5-  UN NOUVEAU JOUR SE LÈVERA RIEN QUE POUR TOI </a:t>
            </a:r>
          </a:p>
          <a:p>
            <a:endParaRPr lang="fr-FR"/>
          </a:p>
          <a:p>
            <a:r>
              <a:rPr lang="fr-FR"/>
              <a:t>
6-  REMPLIS TON CŒUR DE TENDRESSE OUBLIE TOUTES TES TRISTESSES 
7-  MÊME SI UNE LARME  ESSAYAIT DE COULER </a:t>
            </a:r>
          </a:p>
          <a:p>
            <a:r>
              <a:rPr lang="fr-FR"/>
              <a:t>
8-  OUI SOURIS CONTINUE À ESSAYER 
9-  QUE TES YEUX CESSENT  DE PLEURER 
10-  LE SOLEIL VA SE LEVER  ENCORE SUR TOI            (x3 à la fin)                          
</a:t>
            </a:r>
          </a:p>
        </p:txBody>
      </p:sp>
    </p:spTree>
    <p:extLst>
      <p:ext uri="{BB962C8B-B14F-4D97-AF65-F5344CB8AC3E}">
        <p14:creationId xmlns:p14="http://schemas.microsoft.com/office/powerpoint/2010/main" val="32210256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/>
              <a:t>1-  SMILE, QUAND TON CŒUR EST BLESSÉ MÊME QUAND IL SERA BRISÉ 
2-  QUAND LE CIEL SERA GRIS, OUI SOURIS</a:t>
            </a:r>
          </a:p>
          <a:p>
            <a:pPr>
              <a:defRPr/>
            </a:pPr>
            <a:r>
              <a:rPr lang="fr-FR"/>
              <a:t> 
3-  TU VERRAS OUBLIS CRAINTES ET CHAGRIN 
4-  SOURIS À TES LENDEMAINS 
5-  UN NOUVEAU JOUR SE LÈVERA RIEN QUE POUR TOI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
6-  REMPLIS TON CŒUR DE TENDRESSE OUBLIE TOUTES TES TRISTESSES 
7-  MÊME SI UNE LARME  ESSAYAIT DE COULER </a:t>
            </a:r>
          </a:p>
          <a:p>
            <a:pPr>
              <a:defRPr/>
            </a:pPr>
            <a:r>
              <a:rPr lang="fr-FR"/>
              <a:t>
8-  OUI SOURIS CONTINUE À ESSAYER 
9-  QUE TES YEUX CESSENT  DE PLEURER 
10-  LE SOLEIL VA SE LEVER  ENCORE SUR TOI            (x3 à la fin)                         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SMILE, QUAND TON CŒUR EST BLESSÉ MÊME QUAND IL SERA BRISÉ 
2-  QUAND LE CIEL SERA GRIS, OUI SOURIS</a:t>
            </a:r>
          </a:p>
          <a:p>
            <a:r>
              <a:rPr lang="fr-FR"/>
              <a:t> 
3-  TU VERRAS OUBLIS CRAINTES ET CHAGRIN 
4-  SOURIS À TES LENDEMAINS 
5-  UN NOUVEAU JOUR SE LÈVERA RIEN QUE POUR TOI </a:t>
            </a:r>
          </a:p>
          <a:p>
            <a:endParaRPr lang="fr-FR"/>
          </a:p>
          <a:p>
            <a:r>
              <a:rPr lang="fr-FR"/>
              <a:t>
6-  REMPLIS TON CŒUR DE TENDRESSE OUBLIE TOUTES TES TRISTESSES 
7-  MÊME SI UNE LARME  ESSAYAIT DE COULER </a:t>
            </a:r>
          </a:p>
          <a:p>
            <a:r>
              <a:rPr lang="fr-FR"/>
              <a:t>
8-  OUI SOURIS CONTINUE À ESSAYER 
9-  QUE TES YEUX CESSENT  DE PLEURER 
10-  LE SOLEIL VA SE LEVER  ENCORE SUR TOI            (x3 à la fin)                          
</a:t>
            </a:r>
          </a:p>
        </p:txBody>
      </p:sp>
    </p:spTree>
    <p:extLst>
      <p:ext uri="{BB962C8B-B14F-4D97-AF65-F5344CB8AC3E}">
        <p14:creationId xmlns:p14="http://schemas.microsoft.com/office/powerpoint/2010/main" val="21132946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/>
              <a:t>1-  SMILE, QUAND TON CŒUR EST BLESSÉ MÊME QUAND IL SERA BRISÉ 
2-  QUAND LE CIEL SERA GRIS, OUI SOURIS</a:t>
            </a:r>
          </a:p>
          <a:p>
            <a:pPr>
              <a:defRPr/>
            </a:pPr>
            <a:r>
              <a:rPr lang="fr-FR"/>
              <a:t> 
3-  TU VERRAS OUBLIS CRAINTES ET CHAGRIN 
4-  SOURIS À TES LENDEMAINS 
5-  UN NOUVEAU JOUR SE LÈVERA RIEN QUE POUR TOI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
6-  REMPLIS TON CŒUR DE TENDRESSE OUBLIE TOUTES TES TRISTESSES 
7-  MÊME SI UNE LARME  ESSAYAIT DE COULER </a:t>
            </a:r>
          </a:p>
          <a:p>
            <a:pPr>
              <a:defRPr/>
            </a:pPr>
            <a:r>
              <a:rPr lang="fr-FR"/>
              <a:t>
8-  OUI SOURIS CONTINUE À ESSAYER 
9-  QUE TES YEUX CESSENT  DE PLEURER 
10-  LE SOLEIL VA SE LEVER  ENCORE SUR TOI            (x3 à la fin)                         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SMILE, QUAND TON CŒUR EST BLESSÉ MÊME QUAND IL SERA BRISÉ 
2-  QUAND LE CIEL SERA GRIS, OUI SOURIS</a:t>
            </a:r>
          </a:p>
          <a:p>
            <a:r>
              <a:rPr lang="fr-FR"/>
              <a:t> 
3-  TU VERRAS OUBLIS CRAINTES ET CHAGRIN 
4-  SOURIS À TES LENDEMAINS 
5-  UN NOUVEAU JOUR SE LÈVERA RIEN QUE POUR TOI </a:t>
            </a:r>
          </a:p>
          <a:p>
            <a:endParaRPr lang="fr-FR"/>
          </a:p>
          <a:p>
            <a:r>
              <a:rPr lang="fr-FR"/>
              <a:t>
6-  REMPLIS TON CŒUR DE TENDRESSE OUBLIE TOUTES TES TRISTESSES 
7-  MÊME SI UNE LARME  ESSAYAIT DE COULER </a:t>
            </a:r>
          </a:p>
          <a:p>
            <a:r>
              <a:rPr lang="fr-FR"/>
              <a:t>
8-  OUI SOURIS CONTINUE À ESSAYER 
9-  QUE TES YEUX CESSENT  DE PLEURER 
10-  LE SOLEIL VA SE LEVER  ENCORE SUR TOI            (x3 à la fin)                          
</a:t>
            </a:r>
          </a:p>
        </p:txBody>
      </p:sp>
    </p:spTree>
    <p:extLst>
      <p:ext uri="{BB962C8B-B14F-4D97-AF65-F5344CB8AC3E}">
        <p14:creationId xmlns:p14="http://schemas.microsoft.com/office/powerpoint/2010/main" val="38281066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/>
              <a:t>1-  SMILE, QUAND TON CŒUR EST BLESSÉ MÊME QUAND IL SERA BRISÉ 
2-  QUAND LE CIEL SERA GRIS, OUI SOURIS</a:t>
            </a:r>
          </a:p>
          <a:p>
            <a:pPr>
              <a:defRPr/>
            </a:pPr>
            <a:r>
              <a:rPr lang="fr-FR"/>
              <a:t> 
3-  TU VERRAS OUBLIS CRAINTES ET CHAGRIN 
4-  SOURIS À TES LENDEMAINS 
5-  UN NOUVEAU JOUR SE LÈVERA RIEN QUE POUR TOI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
6-  REMPLIS TON CŒUR DE TENDRESSE OUBLIE TOUTES TES TRISTESSES 
7-  MÊME SI UNE LARME  ESSAYAIT DE COULER </a:t>
            </a:r>
          </a:p>
          <a:p>
            <a:pPr>
              <a:defRPr/>
            </a:pPr>
            <a:r>
              <a:rPr lang="fr-FR"/>
              <a:t>
8-  OUI SOURIS CONTINUE À ESSAYER 
9-  QUE TES YEUX CESSENT  DE PLEURER 
10-  LE SOLEIL VA SE LEVER  ENCORE SUR TOI            (x3 à la fin)                         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SMILE, QUAND TON CŒUR EST BLESSÉ MÊME QUAND IL SERA BRISÉ 
2-  QUAND LE CIEL SERA GRIS, OUI SOURIS</a:t>
            </a:r>
          </a:p>
          <a:p>
            <a:r>
              <a:rPr lang="fr-FR"/>
              <a:t> 
3-  TU VERRAS OUBLIS CRAINTES ET CHAGRIN 
4-  SOURIS À TES LENDEMAINS 
5-  UN NOUVEAU JOUR SE LÈVERA RIEN QUE POUR TOI </a:t>
            </a:r>
          </a:p>
          <a:p>
            <a:endParaRPr lang="fr-FR"/>
          </a:p>
          <a:p>
            <a:r>
              <a:rPr lang="fr-FR"/>
              <a:t>
6-  REMPLIS TON CŒUR DE TENDRESSE OUBLIE TOUTES TES TRISTESSES 
7-  MÊME SI UNE LARME  ESSAYAIT DE COULER </a:t>
            </a:r>
          </a:p>
          <a:p>
            <a:r>
              <a:rPr lang="fr-FR"/>
              <a:t>
8-  OUI SOURIS CONTINUE À ESSAYER 
9-  QUE TES YEUX CESSENT  DE PLEURER 
10-  LE SOLEIL VA SE LEVER  ENCORE SUR TOI            (x3 à la fin)                          
</a:t>
            </a:r>
          </a:p>
        </p:txBody>
      </p:sp>
    </p:spTree>
    <p:extLst>
      <p:ext uri="{BB962C8B-B14F-4D97-AF65-F5344CB8AC3E}">
        <p14:creationId xmlns:p14="http://schemas.microsoft.com/office/powerpoint/2010/main" val="5645865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/>
              <a:t>1-  SMILE, QUAND TON CŒUR EST BLESSÉ MÊME QUAND IL SERA BRISÉ 
2-  QUAND LE CIEL SERA GRIS, OUI SOURIS</a:t>
            </a:r>
          </a:p>
          <a:p>
            <a:pPr>
              <a:defRPr/>
            </a:pPr>
            <a:r>
              <a:rPr lang="fr-FR"/>
              <a:t> 
3-  TU VERRAS OUBLIS CRAINTES ET CHAGRIN 
4-  SOURIS À TES LENDEMAINS 
5-  UN NOUVEAU JOUR SE LÈVERA RIEN QUE POUR TOI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
6-  REMPLIS TON CŒUR DE TENDRESSE OUBLIE TOUTES TES TRISTESSES 
7-  MÊME SI UNE LARME  ESSAYAIT DE COULER </a:t>
            </a:r>
          </a:p>
          <a:p>
            <a:pPr>
              <a:defRPr/>
            </a:pPr>
            <a:r>
              <a:rPr lang="fr-FR"/>
              <a:t>
8-  OUI SOURIS CONTINUE À ESSAYER 
9-  QUE TES YEUX CESSENT  DE PLEURER 
10-  LE SOLEIL VA SE LEVER  ENCORE SUR TOI            (x3 à la fin)                         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SMILE, QUAND TON CŒUR EST BLESSÉ MÊME QUAND IL SERA BRISÉ 
2-  QUAND LE CIEL SERA GRIS, OUI SOURIS</a:t>
            </a:r>
          </a:p>
          <a:p>
            <a:r>
              <a:rPr lang="fr-FR"/>
              <a:t> 
3-  TU VERRAS OUBLIS CRAINTES ET CHAGRIN 
4-  SOURIS À TES LENDEMAINS 
5-  UN NOUVEAU JOUR SE LÈVERA RIEN QUE POUR TOI </a:t>
            </a:r>
          </a:p>
          <a:p>
            <a:endParaRPr lang="fr-FR"/>
          </a:p>
          <a:p>
            <a:r>
              <a:rPr lang="fr-FR"/>
              <a:t>
6-  REMPLIS TON CŒUR DE TENDRESSE OUBLIE TOUTES TES TRISTESSES 
7-  MÊME SI UNE LARME  ESSAYAIT DE COULER </a:t>
            </a:r>
          </a:p>
          <a:p>
            <a:r>
              <a:rPr lang="fr-FR"/>
              <a:t>
8-  OUI SOURIS CONTINUE À ESSAYER 
9-  QUE TES YEUX CESSENT  DE PLEURER 
10-  LE SOLEIL VA SE LEVER  ENCORE SUR TOI            (x3 à la fin)                          
</a:t>
            </a:r>
          </a:p>
        </p:txBody>
      </p:sp>
    </p:spTree>
    <p:extLst>
      <p:ext uri="{BB962C8B-B14F-4D97-AF65-F5344CB8AC3E}">
        <p14:creationId xmlns:p14="http://schemas.microsoft.com/office/powerpoint/2010/main" val="22125960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/>
              <a:t>1-  SMILE, QUAND TON CŒUR EST BLESSÉ MÊME QUAND IL SERA BRISÉ 
2-  QUAND LE CIEL SERA GRIS, OUI SOURIS</a:t>
            </a:r>
          </a:p>
          <a:p>
            <a:pPr>
              <a:defRPr/>
            </a:pPr>
            <a:r>
              <a:rPr lang="fr-FR"/>
              <a:t> 
3-  TU VERRAS OUBLIS CRAINTES ET CHAGRIN 
4-  SOURIS À TES LENDEMAINS 
5-  UN NOUVEAU JOUR SE LÈVERA RIEN QUE POUR TOI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
6-  REMPLIS TON CŒUR DE TENDRESSE OUBLIE TOUTES TES TRISTESSES 
7-  MÊME SI UNE LARME  ESSAYAIT DE COULER </a:t>
            </a:r>
          </a:p>
          <a:p>
            <a:pPr>
              <a:defRPr/>
            </a:pPr>
            <a:r>
              <a:rPr lang="fr-FR"/>
              <a:t>
8-  OUI SOURIS CONTINUE À ESSAYER 
9-  QUE TES YEUX CESSENT  DE PLEURER 
10-  LE SOLEIL VA SE LEVER  ENCORE SUR TOI            (x3 à la fin)                         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SMILE, QUAND TON CŒUR EST BLESSÉ MÊME QUAND IL SERA BRISÉ 
2-  QUAND LE CIEL SERA GRIS, OUI SOURIS</a:t>
            </a:r>
          </a:p>
          <a:p>
            <a:r>
              <a:rPr lang="fr-FR"/>
              <a:t> 
3-  TU VERRAS OUBLIS CRAINTES ET CHAGRIN 
4-  SOURIS À TES LENDEMAINS 
5-  UN NOUVEAU JOUR SE LÈVERA RIEN QUE POUR TOI </a:t>
            </a:r>
          </a:p>
          <a:p>
            <a:endParaRPr lang="fr-FR"/>
          </a:p>
          <a:p>
            <a:r>
              <a:rPr lang="fr-FR"/>
              <a:t>
6-  REMPLIS TON CŒUR DE TENDRESSE OUBLIE TOUTES TES TRISTESSES 
7-  MÊME SI UNE LARME  ESSAYAIT DE COULER </a:t>
            </a:r>
          </a:p>
          <a:p>
            <a:r>
              <a:rPr lang="fr-FR"/>
              <a:t>
8-  OUI SOURIS CONTINUE À ESSAYER 
9-  QUE TES YEUX CESSENT  DE PLEURER 
10-  LE SOLEIL VA SE LEVER  ENCORE SUR TOI            (x3 à la fin)                          
</a:t>
            </a:r>
          </a:p>
        </p:txBody>
      </p:sp>
    </p:spTree>
    <p:extLst>
      <p:ext uri="{BB962C8B-B14F-4D97-AF65-F5344CB8AC3E}">
        <p14:creationId xmlns:p14="http://schemas.microsoft.com/office/powerpoint/2010/main" val="38402186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/>
              <a:t>1-  SMILE, QUAND TON CŒUR EST BLESSÉ MÊME QUAND IL SERA BRISÉ 
2-  QUAND LE CIEL SERA GRIS, OUI SOURIS</a:t>
            </a:r>
          </a:p>
          <a:p>
            <a:pPr>
              <a:defRPr/>
            </a:pPr>
            <a:r>
              <a:rPr lang="fr-FR"/>
              <a:t> 
3-  TU VERRAS OUBLIS CRAINTES ET CHAGRIN 
4-  SOURIS À TES LENDEMAINS 
5-  UN NOUVEAU JOUR SE LÈVERA RIEN QUE POUR TOI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
6-  REMPLIS TON CŒUR DE TENDRESSE OUBLIE TOUTES TES TRISTESSES 
7-  MÊME SI UNE LARME  ESSAYAIT DE COULER </a:t>
            </a:r>
          </a:p>
          <a:p>
            <a:pPr>
              <a:defRPr/>
            </a:pPr>
            <a:r>
              <a:rPr lang="fr-FR"/>
              <a:t>
8-  OUI SOURIS CONTINUE À ESSAYER 
9-  QUE TES YEUX CESSENT  DE PLEURER 
10-  LE SOLEIL VA SE LEVER  ENCORE SUR TOI            (x3 à la fin)                         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SMILE, QUAND TON CŒUR EST BLESSÉ MÊME QUAND IL SERA BRISÉ 
2-  QUAND LE CIEL SERA GRIS, OUI SOURIS</a:t>
            </a:r>
          </a:p>
          <a:p>
            <a:r>
              <a:rPr lang="fr-FR"/>
              <a:t> 
3-  TU VERRAS OUBLIS CRAINTES ET CHAGRIN 
4-  SOURIS À TES LENDEMAINS 
5-  UN NOUVEAU JOUR SE LÈVERA RIEN QUE POUR TOI </a:t>
            </a:r>
          </a:p>
          <a:p>
            <a:endParaRPr lang="fr-FR"/>
          </a:p>
          <a:p>
            <a:r>
              <a:rPr lang="fr-FR"/>
              <a:t>
6-  REMPLIS TON CŒUR DE TENDRESSE OUBLIE TOUTES TES TRISTESSES 
7-  MÊME SI UNE LARME  ESSAYAIT DE COULER </a:t>
            </a:r>
          </a:p>
          <a:p>
            <a:r>
              <a:rPr lang="fr-FR"/>
              <a:t>
8-  OUI SOURIS CONTINUE À ESSAYER 
9-  QUE TES YEUX CESSENT  DE PLEURER 
10-  LE SOLEIL VA SE LEVER  ENCORE SUR TOI            (x3 à la fin)                          
</a:t>
            </a:r>
          </a:p>
        </p:txBody>
      </p:sp>
    </p:spTree>
    <p:extLst>
      <p:ext uri="{BB962C8B-B14F-4D97-AF65-F5344CB8AC3E}">
        <p14:creationId xmlns:p14="http://schemas.microsoft.com/office/powerpoint/2010/main" val="39868990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/>
              <a:t>1-  SMILE, QUAND TON CŒUR EST BLESSÉ MÊME QUAND IL SERA BRISÉ 
2-  QUAND LE CIEL SERA GRIS, OUI SOURIS</a:t>
            </a:r>
          </a:p>
          <a:p>
            <a:pPr>
              <a:defRPr/>
            </a:pPr>
            <a:r>
              <a:rPr lang="fr-FR"/>
              <a:t> 
3-  TU VERRAS OUBLIS CRAINTES ET CHAGRIN 
4-  SOURIS À TES LENDEMAINS 
5-  UN NOUVEAU JOUR SE LÈVERA RIEN QUE POUR TOI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
6-  REMPLIS TON CŒUR DE TENDRESSE OUBLIE TOUTES TES TRISTESSES 
7-  MÊME SI UNE LARME  ESSAYAIT DE COULER </a:t>
            </a:r>
          </a:p>
          <a:p>
            <a:pPr>
              <a:defRPr/>
            </a:pPr>
            <a:r>
              <a:rPr lang="fr-FR"/>
              <a:t>
8-  OUI SOURIS CONTINUE À ESSAYER 
9-  QUE TES YEUX CESSENT  DE PLEURER 
10-  LE SOLEIL VA SE LEVER  ENCORE SUR TOI            (x3 à la fin)                         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SMILE, QUAND TON CŒUR EST BLESSÉ MÊME QUAND IL SERA BRISÉ 
2-  QUAND LE CIEL SERA GRIS, OUI SOURIS</a:t>
            </a:r>
          </a:p>
          <a:p>
            <a:r>
              <a:rPr lang="fr-FR"/>
              <a:t> 
3-  TU VERRAS OUBLIS CRAINTES ET CHAGRIN 
4-  SOURIS À TES LENDEMAINS 
5-  UN NOUVEAU JOUR SE LÈVERA RIEN QUE POUR TOI </a:t>
            </a:r>
          </a:p>
          <a:p>
            <a:endParaRPr lang="fr-FR"/>
          </a:p>
          <a:p>
            <a:r>
              <a:rPr lang="fr-FR"/>
              <a:t>
6-  REMPLIS TON CŒUR DE TENDRESSE OUBLIE TOUTES TES TRISTESSES 
7-  MÊME SI UNE LARME  ESSAYAIT DE COULER </a:t>
            </a:r>
          </a:p>
          <a:p>
            <a:r>
              <a:rPr lang="fr-FR"/>
              <a:t>
8-  OUI SOURIS CONTINUE À ESSAYER 
9-  QUE TES YEUX CESSENT  DE PLEURER 
10-  LE SOLEIL VA SE LEVER  ENCORE SUR TOI            (x3 à la fin)                          
</a:t>
            </a:r>
          </a:p>
        </p:txBody>
      </p:sp>
    </p:spTree>
    <p:extLst>
      <p:ext uri="{BB962C8B-B14F-4D97-AF65-F5344CB8AC3E}">
        <p14:creationId xmlns:p14="http://schemas.microsoft.com/office/powerpoint/2010/main" val="10785408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/>
              <a:t>1-  SMILE, QUAND TON CŒUR EST BLESSÉ MÊME QUAND IL SERA BRISÉ 
2-  QUAND LE CIEL SERA GRIS, OUI SOURIS</a:t>
            </a:r>
          </a:p>
          <a:p>
            <a:pPr>
              <a:defRPr/>
            </a:pPr>
            <a:r>
              <a:rPr lang="fr-FR"/>
              <a:t> 
3-  TU VERRAS OUBLIS CRAINTES ET CHAGRIN 
4-  SOURIS À TES LENDEMAINS 
5-  UN NOUVEAU JOUR SE LÈVERA RIEN QUE POUR TOI </a:t>
            </a: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
6-  REMPLIS TON CŒUR DE TENDRESSE OUBLIE TOUTES TES TRISTESSES 
7-  MÊME SI UNE LARME  ESSAYAIT DE COULER </a:t>
            </a:r>
          </a:p>
          <a:p>
            <a:pPr>
              <a:defRPr/>
            </a:pPr>
            <a:r>
              <a:rPr lang="fr-FR"/>
              <a:t>
8-  OUI SOURIS CONTINUE À ESSAYER 
9-  QUE TES YEUX CESSENT  DE PLEURER 
10-  LE SOLEIL VA SE LEVER  ENCORE SUR TOI            (x3 à la fin)                         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SMILE, QUAND TON CŒUR EST BLESSÉ MÊME QUAND IL SERA BRISÉ 
2-  QUAND LE CIEL SERA GRIS, OUI SOURIS</a:t>
            </a:r>
          </a:p>
          <a:p>
            <a:r>
              <a:rPr lang="fr-FR"/>
              <a:t> 
3-  TU VERRAS OUBLIS CRAINTES ET CHAGRIN 
4-  SOURIS À TES LENDEMAINS 
5-  UN NOUVEAU JOUR SE LÈVERA RIEN QUE POUR TOI </a:t>
            </a:r>
          </a:p>
          <a:p>
            <a:endParaRPr lang="fr-FR"/>
          </a:p>
          <a:p>
            <a:r>
              <a:rPr lang="fr-FR"/>
              <a:t>
6-  REMPLIS TON CŒUR DE TENDRESSE OUBLIE TOUTES TES TRISTESSES 
7-  MÊME SI UNE LARME  ESSAYAIT DE COULER </a:t>
            </a:r>
          </a:p>
          <a:p>
            <a:r>
              <a:rPr lang="fr-FR"/>
              <a:t>
8-  OUI SOURIS CONTINUE À ESSAYER 
9-  QUE TES YEUX CESSENT  DE PLEURER 
10-  LE SOLEIL VA SE LEVER  ENCORE SUR TOI            (x3 à la fin)                          
</a:t>
            </a:r>
          </a:p>
        </p:txBody>
      </p:sp>
    </p:spTree>
    <p:extLst>
      <p:ext uri="{BB962C8B-B14F-4D97-AF65-F5344CB8AC3E}">
        <p14:creationId xmlns:p14="http://schemas.microsoft.com/office/powerpoint/2010/main" val="34510310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8582D4-822C-4719-9214-F9B568ACB3E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23D0C9-BB12-403A-AEC7-B34BDB29DE5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F090EF-36B6-43EF-BB75-9A5F428A08C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C6201A-2CDF-46E9-9052-E0150D62EE5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CC21C1-1845-4379-A509-6A2F6868AAC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60FAFC-9D93-4EEC-A3C6-C9BF4CE397E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367099-B8F6-4940-B0BB-29CE80C55F6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A0ECD3-CA99-4450-8968-380CC353184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0CCC40-9115-4B55-A907-068B9C838BF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1A502A-C12A-479C-B10D-915619F3F2A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E68787-DB1C-4768-83DD-A6DE25E2694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A4463775-FB1A-4A29-91CF-D1A6D6FE637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SMILE, QUAND TON CŒUR EST BLESSÉ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MÊME QUAND IL SERA BRISÉ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QUAND LE CIEL SERA GRIS, OUI SOURIS</a:t>
            </a:r>
          </a:p>
        </p:txBody>
      </p:sp>
    </p:spTree>
    <p:extLst>
      <p:ext uri="{BB962C8B-B14F-4D97-AF65-F5344CB8AC3E}">
        <p14:creationId xmlns:p14="http://schemas.microsoft.com/office/powerpoint/2010/main" val="16213719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TU VERRAS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OUBLIS CRAINTES ET CHAGRIN</a:t>
            </a:r>
          </a:p>
        </p:txBody>
      </p:sp>
    </p:spTree>
    <p:extLst>
      <p:ext uri="{BB962C8B-B14F-4D97-AF65-F5344CB8AC3E}">
        <p14:creationId xmlns:p14="http://schemas.microsoft.com/office/powerpoint/2010/main" val="3749639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SOURIS À TES LENDEMAINS</a:t>
            </a:r>
          </a:p>
        </p:txBody>
      </p:sp>
    </p:spTree>
    <p:extLst>
      <p:ext uri="{BB962C8B-B14F-4D97-AF65-F5344CB8AC3E}">
        <p14:creationId xmlns:p14="http://schemas.microsoft.com/office/powerpoint/2010/main" val="11612662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UN NOUVEAU JOUR SE LÈVERA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RIEN QUE POUR TOI</a:t>
            </a:r>
          </a:p>
        </p:txBody>
      </p:sp>
    </p:spTree>
    <p:extLst>
      <p:ext uri="{BB962C8B-B14F-4D97-AF65-F5344CB8AC3E}">
        <p14:creationId xmlns:p14="http://schemas.microsoft.com/office/powerpoint/2010/main" val="8033630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REMPLIS TON CŒUR DE TENDRESSE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OUBLIE TOUTES TES TRISTESSES</a:t>
            </a:r>
          </a:p>
        </p:txBody>
      </p:sp>
    </p:spTree>
    <p:extLst>
      <p:ext uri="{BB962C8B-B14F-4D97-AF65-F5344CB8AC3E}">
        <p14:creationId xmlns:p14="http://schemas.microsoft.com/office/powerpoint/2010/main" val="4718068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MÊME SI UNE LARME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ESSAYAIT DE COULER</a:t>
            </a:r>
          </a:p>
        </p:txBody>
      </p:sp>
    </p:spTree>
    <p:extLst>
      <p:ext uri="{BB962C8B-B14F-4D97-AF65-F5344CB8AC3E}">
        <p14:creationId xmlns:p14="http://schemas.microsoft.com/office/powerpoint/2010/main" val="18043381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OUI SOURIS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CONTINUE À ESSAYER</a:t>
            </a:r>
          </a:p>
        </p:txBody>
      </p:sp>
    </p:spTree>
    <p:extLst>
      <p:ext uri="{BB962C8B-B14F-4D97-AF65-F5344CB8AC3E}">
        <p14:creationId xmlns:p14="http://schemas.microsoft.com/office/powerpoint/2010/main" val="7791568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QUE TES YEUX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CESSENT DE PLEURER</a:t>
            </a:r>
          </a:p>
        </p:txBody>
      </p:sp>
    </p:spTree>
    <p:extLst>
      <p:ext uri="{BB962C8B-B14F-4D97-AF65-F5344CB8AC3E}">
        <p14:creationId xmlns:p14="http://schemas.microsoft.com/office/powerpoint/2010/main" val="21103100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LE SOLEIL VA SE LEVER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ENCORE SUR TOI</a:t>
            </a:r>
          </a:p>
        </p:txBody>
      </p:sp>
    </p:spTree>
    <p:extLst>
      <p:ext uri="{BB962C8B-B14F-4D97-AF65-F5344CB8AC3E}">
        <p14:creationId xmlns:p14="http://schemas.microsoft.com/office/powerpoint/2010/main" val="4066300761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568</TotalTime>
  <Words>2094</Words>
  <Application>Microsoft Office PowerPoint</Application>
  <PresentationFormat>Affichage à l'écran (4:3)</PresentationFormat>
  <Paragraphs>118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Calibri</vt:lpstr>
      <vt:lpstr>Franklin Gothic Medium</vt:lpstr>
      <vt:lpstr>Times New Roman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82</cp:revision>
  <dcterms:created xsi:type="dcterms:W3CDTF">2002-08-17T13:12:10Z</dcterms:created>
  <dcterms:modified xsi:type="dcterms:W3CDTF">2021-12-23T21:24:06Z</dcterms:modified>
</cp:coreProperties>
</file>