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1" r:id="rId3"/>
    <p:sldId id="263" r:id="rId4"/>
    <p:sldId id="264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8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/>
            </a:lvl1pPr>
          </a:lstStyle>
          <a:p>
            <a:pPr>
              <a:defRPr/>
            </a:pPr>
            <a:fld id="{13ACE9CE-D071-4FDC-9146-10231DCEF18B}" type="datetime1">
              <a:rPr lang="fr-FR"/>
              <a:pPr>
                <a:defRPr/>
              </a:pPr>
              <a:t>10/12/2021</a:t>
            </a:fld>
            <a:endParaRPr 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/>
            </a:lvl1pPr>
          </a:lstStyle>
          <a:p>
            <a:pPr>
              <a:defRPr/>
            </a:pPr>
            <a:fld id="{82062955-515F-4B4F-BBDA-780917F6D2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7" charset="0"/>
        <a:ea typeface="ＭＳ Ｐゴシック" pitchFamily="34" charset="-128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7" charset="0"/>
        <a:ea typeface="ＭＳ Ｐゴシック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7" charset="0"/>
        <a:ea typeface="ＭＳ Ｐゴシック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7" charset="0"/>
        <a:ea typeface="ＭＳ Ｐゴシック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7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4081D-46DF-44FC-80FD-58A159A8FBB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80C6A-34ED-404C-9F51-3413AD8C500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EC244-E342-41CA-93D5-E95CA99894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7531B-5E96-488A-BB12-E87A917B2F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9BA6B-08FE-4DFE-AC1C-C78F24A6CF6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9FE87-DCCD-448B-9974-3489F903A97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9590F-D45B-4F8D-B23A-9102E62191D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4560A-3A82-493E-A17F-918EBCB0155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6C076-176D-4A0C-8C2F-F463236748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2BDE3-3E33-4E23-9710-C3DBE460A3F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40C21-9A45-4F61-A08A-0B428E6DBD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EE0399-0D92-4931-BE29-6B310554F6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9144000" cy="794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MARIE, SAVAIS-TU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QUE TON CHER ENFANT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MARCHERAIT SUR LES </a:t>
            </a:r>
            <a:r>
              <a:rPr lang="fr-FR" sz="3500" dirty="0" smtClean="0">
                <a:solidFill>
                  <a:schemeClr val="bg1"/>
                </a:solidFill>
                <a:latin typeface="Arial Black" pitchFamily="34" charset="0"/>
              </a:rPr>
              <a:t>EAUX ?</a:t>
            </a:r>
            <a:endParaRPr lang="fr-FR" sz="3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MARIE, SAVAIS-TU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QUE TON CHER ENFANT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SERAIT LE DON DU TRÈS </a:t>
            </a:r>
            <a:r>
              <a:rPr lang="fr-FR" sz="3500" dirty="0" smtClean="0">
                <a:solidFill>
                  <a:schemeClr val="bg1"/>
                </a:solidFill>
                <a:latin typeface="Arial Black" pitchFamily="34" charset="0"/>
              </a:rPr>
              <a:t>HAUT ?</a:t>
            </a:r>
            <a:endParaRPr lang="fr-FR" sz="3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SAVAIS-TU QUE TON CHER ENFANT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ALLAIT TE </a:t>
            </a:r>
            <a:r>
              <a:rPr lang="fr-FR" sz="3500" dirty="0" smtClean="0">
                <a:solidFill>
                  <a:schemeClr val="bg1"/>
                </a:solidFill>
                <a:latin typeface="Arial Black" pitchFamily="34" charset="0"/>
              </a:rPr>
              <a:t>DÉLIVRER ?</a:t>
            </a:r>
            <a:endParaRPr lang="fr-FR" sz="3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CETTE VIE QUE TU AS PORTÉE ÉTAIT VENUE TE RACHETER</a:t>
            </a:r>
          </a:p>
          <a:p>
            <a:pPr algn="ctr">
              <a:lnSpc>
                <a:spcPct val="110000"/>
              </a:lnSpc>
            </a:pPr>
            <a:endParaRPr lang="fr-FR" sz="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" name="Text Box 24"/>
          <p:cNvSpPr txBox="1">
            <a:spLocks noChangeArrowheads="1"/>
          </p:cNvSpPr>
          <p:nvPr/>
        </p:nvSpPr>
        <p:spPr bwMode="auto">
          <a:xfrm>
            <a:off x="8166100" y="6083300"/>
            <a:ext cx="9779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731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MARIE, SAVAIS-TU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QUE TON CHER ENFANT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GUÉRIRAIT UN NON </a:t>
            </a:r>
            <a:r>
              <a:rPr lang="fr-FR" sz="3500" dirty="0" smtClean="0">
                <a:solidFill>
                  <a:schemeClr val="bg1"/>
                </a:solidFill>
                <a:latin typeface="Arial Black" pitchFamily="34" charset="0"/>
              </a:rPr>
              <a:t>VOYANT ?</a:t>
            </a:r>
            <a:endParaRPr lang="fr-FR" sz="3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MARIE, SAVAIS-TU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QUE TON CHER ENFANT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chemeClr val="bg1"/>
                </a:solidFill>
                <a:latin typeface="Arial Black" pitchFamily="34" charset="0"/>
              </a:rPr>
              <a:t>CALMERAIT DES VENTS </a:t>
            </a:r>
            <a:r>
              <a:rPr lang="fr-FR" sz="3500" dirty="0" smtClean="0">
                <a:solidFill>
                  <a:schemeClr val="bg1"/>
                </a:solidFill>
                <a:latin typeface="Arial Black" pitchFamily="34" charset="0"/>
              </a:rPr>
              <a:t>VIOLENTS ?</a:t>
            </a:r>
            <a:endParaRPr lang="fr-FR" sz="3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rgbClr val="FFFFFF"/>
                </a:solidFill>
                <a:latin typeface="Arial Black" pitchFamily="34" charset="0"/>
              </a:rPr>
              <a:t>SAVAIS-TU QUE TON CHER ENFANT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rgbClr val="FFFFFF"/>
                </a:solidFill>
                <a:latin typeface="Arial Black" pitchFamily="34" charset="0"/>
              </a:rPr>
              <a:t>A PARCOURU LES </a:t>
            </a:r>
            <a:r>
              <a:rPr lang="fr-FR" sz="3500" dirty="0" smtClean="0">
                <a:solidFill>
                  <a:srgbClr val="FFFFFF"/>
                </a:solidFill>
                <a:latin typeface="Arial Black" pitchFamily="34" charset="0"/>
              </a:rPr>
              <a:t>CIEUX ?</a:t>
            </a:r>
            <a:endParaRPr lang="fr-FR" sz="3500" dirty="0">
              <a:solidFill>
                <a:srgbClr val="FFFFFF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rgbClr val="FFFFFF"/>
                </a:solidFill>
                <a:latin typeface="Arial Black" pitchFamily="34" charset="0"/>
              </a:rPr>
              <a:t>EN EMBRASSANT CE TENDRE BÉBÉ</a:t>
            </a:r>
          </a:p>
          <a:p>
            <a:pPr algn="ctr">
              <a:lnSpc>
                <a:spcPct val="110000"/>
              </a:lnSpc>
            </a:pPr>
            <a:r>
              <a:rPr lang="fr-FR" sz="3500" dirty="0">
                <a:solidFill>
                  <a:srgbClr val="FFFFFF"/>
                </a:solidFill>
                <a:latin typeface="Arial Black" pitchFamily="34" charset="0"/>
              </a:rPr>
              <a:t>TU EMBRASSAIS LA FACE DE DIEU</a:t>
            </a:r>
            <a:endParaRPr lang="fr-FR" sz="3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8166100" y="6254750"/>
            <a:ext cx="9779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542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</a:pPr>
            <a:endParaRPr lang="fr-FR" sz="2000" u="sng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 u="sng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 u="sng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u="sng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AVEUGLES VERRONT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SOURDS ENTENDRONT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MORTS VIVRONT À NOUVEAU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BOITEUX MARCHERONT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MUETS PARLERONT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LOUANGES DE L’AGNEAU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8166100" y="6083300"/>
            <a:ext cx="9779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9144000" cy="733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MARIE, SAVAIS-TU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QUE TON CHER ENFANT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EST SEIGNEUR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DE TOUTE </a:t>
            </a:r>
            <a:r>
              <a:rPr lang="fr-FR" sz="3400" dirty="0" smtClean="0">
                <a:solidFill>
                  <a:schemeClr val="bg1"/>
                </a:solidFill>
                <a:latin typeface="Arial Black" pitchFamily="34" charset="0"/>
              </a:rPr>
              <a:t>CRÉATION ?</a:t>
            </a:r>
            <a:endParaRPr lang="fr-FR" sz="34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MARIE, SAVAIS-TU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QUE TON CHER ENFANT RÈGNERAIT 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SUR TOUTES LES </a:t>
            </a:r>
            <a:r>
              <a:rPr lang="fr-FR" sz="3400" dirty="0" smtClean="0">
                <a:solidFill>
                  <a:schemeClr val="bg1"/>
                </a:solidFill>
                <a:latin typeface="Arial Black" pitchFamily="34" charset="0"/>
              </a:rPr>
              <a:t>NATIONS ?</a:t>
            </a:r>
            <a:endParaRPr lang="fr-FR" sz="34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SAVAIS-TU QUE TON CHER ENFANT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EST LE SAINT AGNEAU </a:t>
            </a: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DE </a:t>
            </a:r>
            <a:r>
              <a:rPr lang="fr-FR" sz="3400" smtClean="0">
                <a:solidFill>
                  <a:schemeClr val="bg1"/>
                </a:solidFill>
                <a:latin typeface="Arial Black" pitchFamily="34" charset="0"/>
              </a:rPr>
              <a:t>DIEU ?</a:t>
            </a:r>
            <a:endParaRPr lang="fr-FR" sz="34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CE NOUVEAU NÉ ENDORMI</a:t>
            </a:r>
          </a:p>
          <a:p>
            <a:pPr algn="ctr">
              <a:lnSpc>
                <a:spcPct val="110000"/>
              </a:lnSpc>
            </a:pPr>
            <a:r>
              <a:rPr lang="fr-FR" sz="3400" dirty="0">
                <a:solidFill>
                  <a:schemeClr val="bg1"/>
                </a:solidFill>
                <a:latin typeface="Arial Black" pitchFamily="34" charset="0"/>
              </a:rPr>
              <a:t>EST LE GRAND JE SUIS</a:t>
            </a:r>
          </a:p>
          <a:p>
            <a:pPr algn="ctr">
              <a:lnSpc>
                <a:spcPct val="110000"/>
              </a:lnSpc>
            </a:pPr>
            <a:endParaRPr lang="fr-FR" sz="34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124" name="Text Box 5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8166100" y="6083300"/>
            <a:ext cx="9779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162</Words>
  <Application>Microsoft PowerPoint</Application>
  <PresentationFormat>Affichage à l'écran (4:3)</PresentationFormat>
  <Paragraphs>60</Paragraphs>
  <Slides>4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82</cp:revision>
  <dcterms:created xsi:type="dcterms:W3CDTF">2002-08-17T10:50:50Z</dcterms:created>
  <dcterms:modified xsi:type="dcterms:W3CDTF">2021-12-10T21:34:03Z</dcterms:modified>
</cp:coreProperties>
</file>