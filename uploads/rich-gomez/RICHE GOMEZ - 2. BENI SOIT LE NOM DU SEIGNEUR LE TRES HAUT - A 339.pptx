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60" r:id="rId3"/>
    <p:sldId id="261" r:id="rId4"/>
    <p:sldId id="262" r:id="rId5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30488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4" d="100"/>
          <a:sy n="34" d="100"/>
        </p:scale>
        <p:origin x="-78" y="-6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4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143173B-2882-402B-87A2-43E17EA67E5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23EE61-CEB8-4A3D-8DAB-1981FF0B2AEE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B85179-0095-4AC6-8A40-241263E4E931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FA747B-6259-48F6-994B-65FF1DEF0752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DA4DBD-CA6D-4864-8462-A1B816D09AA8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E8157-41FF-4D27-B31D-5AE418868AA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7870D1-C4B4-4201-B129-1DBABF0C619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75BD-1788-44B8-87DE-C368D15C7B0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8737B-EA8D-4428-976C-6C887E5B1C8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2B210-2A02-456D-81AB-6E0761A1C64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7170A-DEAF-4A53-9B9E-2689B38A184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BEF0D-D62E-43C7-8DC7-86EB73A9660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EBEAC-4834-46A4-926A-4E2704A084C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59476-3FBC-4857-84AE-7859EC61B44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C1D61-9A89-4409-8570-4CA7B1D1D00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F6120-38EC-451E-89F5-F63643E40E9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01732354-FA3D-4E6C-B31D-88CBD4A1F00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0" y="-269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BÉNI SOIT LE NOM DU SEIGNEUR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BÉNI SOIT LE NOM DU SEIGNEUR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TRÈS-HAUT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NOM DU SEIGNEUR EST UN REFUGE    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M’APPROCHE DE LUI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JE SUIS SAUVÉ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SAINT EST LE NOM DU SEIGNEUR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SAINT EST LE NOM DU SEIGNEUR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TRÈS-HAUT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8158163" y="6192838"/>
            <a:ext cx="912812" cy="66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339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-269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 EST LE NOM DU SEIGNEUR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 EST LE NOM DU SEIGNEUR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TRÈS-HAUT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NOM DU SEIGNEUR EST UN REFUGE    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M’APPROCHE DE LUI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JE SUIS SAUVÉ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SAINT EST LE NOM DU SEIGNEUR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SAINT EST LE NOM DU SEIGNEUR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TRÈS-HAUT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8158163" y="6192838"/>
            <a:ext cx="912812" cy="66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339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0" y="-269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BLESSED BE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BLESSED BE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BLESSED BE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MOST HIGH</a:t>
            </a: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HOLY IS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HOLY IS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HOLY IS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MOST HIGH.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8158163" y="6192838"/>
            <a:ext cx="912812" cy="66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339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ChangeArrowheads="1"/>
          </p:cNvSpPr>
          <p:nvPr/>
        </p:nvSpPr>
        <p:spPr bwMode="auto">
          <a:xfrm>
            <a:off x="0" y="-269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 NAME OF THE LORD IS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 STRONG TOWER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 RIGHTEOUS RUN INTO IT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THEY ARE SAFE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BLESSED BE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BLESSED BE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BLESSED BE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MOST HIGH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GLORY TO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GLORY TO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GLORY TO THE NAME OF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MOST HIGH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8158163" y="6192838"/>
            <a:ext cx="912812" cy="66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339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107</Words>
  <Application>Microsoft Office PowerPoint</Application>
  <PresentationFormat>On-screen Show (4:3)</PresentationFormat>
  <Paragraphs>47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Arial Black</vt:lpstr>
      <vt:lpstr>Arial Narrow</vt:lpstr>
      <vt:lpstr>Modèle par défaut</vt:lpstr>
      <vt:lpstr>Diapositive 1</vt:lpstr>
      <vt:lpstr>Diapositive 2</vt:lpstr>
      <vt:lpstr>Diapositive 3</vt:lpstr>
      <vt:lpstr>Diapositive 4</vt:lpstr>
    </vt:vector>
  </TitlesOfParts>
  <Company>Corp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JMZ</dc:creator>
  <cp:lastModifiedBy>Incrustation</cp:lastModifiedBy>
  <cp:revision>42</cp:revision>
  <dcterms:created xsi:type="dcterms:W3CDTF">2006-09-15T00:57:24Z</dcterms:created>
  <dcterms:modified xsi:type="dcterms:W3CDTF">2015-05-30T15:50:21Z</dcterms:modified>
</cp:coreProperties>
</file>