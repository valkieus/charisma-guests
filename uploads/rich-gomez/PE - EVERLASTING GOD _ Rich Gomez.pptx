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7" d="100"/>
          <a:sy n="37" d="100"/>
        </p:scale>
        <p:origin x="-2094" y="-8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0B8D7-ECD8-42DA-A483-B162E3E054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28803-306D-4A60-9373-15162A689E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C6D31-FF97-4EA4-B966-5E3CE7CCA5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6DC291-BB71-439A-9194-FDCFAEFE74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EF407-1B02-4122-B9DF-6D9F561FD5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5EC49-19D7-4B09-AD96-D5FFF0F67D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F6FA7-0455-4CD3-8ACA-D60AD64754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71DCF-228B-4CA6-BA46-15AC967CBC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F51FF-1A75-4616-AEAA-6FA94BE469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2981C-E42B-4CBC-895A-C92F9F031C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EC16B-B968-45AD-B61A-2E552BD239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fld id="{8CC8B507-1C55-4FDF-9F28-7D7881C0C9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LORD’S MY LIGHT AND SALVATION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WHOM SHALL I FEAR? OF WHOM SHALL I BE AFRAID?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LORD’S MY LIGHT AND SALVATION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WHOM SHALL I FEAR? OF WHOM SHALL I BE AFRAID?</a:t>
            </a: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TRUST IN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TRUST IN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TRUST IN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WILL REMAIN CONFIDENT IN THIS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I WILL SEEK THE GOODNESS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OF THE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REMAIN CONFIDENT IN THIS I WILL SEEK THE GOODNESS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OF THE LORD   </a:t>
            </a:r>
            <a:r>
              <a:rPr lang="en-US" sz="2000">
                <a:solidFill>
                  <a:schemeClr val="bg1"/>
                </a:solidFill>
                <a:latin typeface="Arial Black" pitchFamily="-107" charset="0"/>
              </a:rPr>
              <a:t>X2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WE SET OUR HOPE ON YOU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WE SET OUR HOPE ON YOUR LOVE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WE SET OUR HOPE ON THE ONE WHO IS THE EVERLASTING GOD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ARE THE EVERLASTING GOD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ARE THE EVERLASTING   </a:t>
            </a:r>
            <a:r>
              <a:rPr lang="en-US" sz="2000">
                <a:solidFill>
                  <a:schemeClr val="bg1"/>
                </a:solidFill>
                <a:latin typeface="Arial Black" pitchFamily="-107" charset="0"/>
              </a:rPr>
              <a:t>X2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243888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86</Words>
  <Application>Microsoft Office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ESPINOZA CELIA</cp:lastModifiedBy>
  <cp:revision>68</cp:revision>
  <dcterms:created xsi:type="dcterms:W3CDTF">2002-08-17T10:50:50Z</dcterms:created>
  <dcterms:modified xsi:type="dcterms:W3CDTF">2010-11-01T20:00:28Z</dcterms:modified>
</cp:coreProperties>
</file>