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60" r:id="rId4"/>
    <p:sldId id="261" r:id="rId5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-107" charset="0"/>
        <a:ea typeface="ＭＳ Ｐゴシック" pitchFamily="-107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-107" charset="0"/>
        <a:ea typeface="ＭＳ Ｐゴシック" pitchFamily="-107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-107" charset="0"/>
        <a:ea typeface="ＭＳ Ｐゴシック" pitchFamily="-107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-107" charset="0"/>
        <a:ea typeface="ＭＳ Ｐゴシック" pitchFamily="-107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-107" charset="0"/>
        <a:ea typeface="ＭＳ Ｐゴシック" pitchFamily="-107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-107" charset="0"/>
        <a:ea typeface="ＭＳ Ｐゴシック" pitchFamily="-107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-107" charset="0"/>
        <a:ea typeface="ＭＳ Ｐゴシック" pitchFamily="-107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-107" charset="0"/>
        <a:ea typeface="ＭＳ Ｐゴシック" pitchFamily="-107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-107" charset="0"/>
        <a:ea typeface="ＭＳ Ｐゴシック" pitchFamily="-107" charset="-128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4" d="100"/>
          <a:sy n="74" d="100"/>
        </p:scale>
        <p:origin x="-1038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E42FB14-8C81-40B7-9BB2-2ABAC2A3CCD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8DBE3A-17EC-4AD4-8B85-E1B357E2C2D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2B4FDEF-927C-4F48-881B-4B19A5236DA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B84F713-FEBF-4C1C-9340-48209FE4F78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0AAD0A-715C-47A5-9929-673E6979919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CD6A0B8-13CE-40FD-9082-7C3A97D9918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9AF0161-E5DB-40E5-9B0E-40BDCA1551C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942E636-34A8-4208-94D4-A6721751410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F0B2EC-AB21-47BF-842B-AB92583C48E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1E03819-DD99-40B2-82CB-13C02FAA910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EA632F1-96D9-4CF2-B7FF-62980E5961D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339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E19E5A98-679D-42BD-85B0-DACA3FB100A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pitchFamily="-107" charset="-128"/>
          <a:cs typeface="ＭＳ Ｐゴシック" pitchFamily="-107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  <a:ea typeface="ＭＳ Ｐゴシック" pitchFamily="-107" charset="-128"/>
          <a:cs typeface="ＭＳ Ｐゴシック" pitchFamily="-107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  <a:ea typeface="ＭＳ Ｐゴシック" pitchFamily="-107" charset="-128"/>
          <a:cs typeface="ＭＳ Ｐゴシック" pitchFamily="-107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  <a:ea typeface="ＭＳ Ｐゴシック" pitchFamily="-107" charset="-128"/>
          <a:cs typeface="ＭＳ Ｐゴシック" pitchFamily="-107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  <a:ea typeface="ＭＳ Ｐゴシック" pitchFamily="-107" charset="-128"/>
          <a:cs typeface="ＭＳ Ｐゴシック" pitchFamily="-107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ＭＳ Ｐゴシック" pitchFamily="-107" charset="-128"/>
          <a:cs typeface="ＭＳ Ｐゴシック" pitchFamily="-107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ＭＳ Ｐゴシック" pitchFamily="-107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ＭＳ Ｐゴシック" pitchFamily="-107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pitchFamily="-107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pitchFamily="-107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Image 3" descr="Fond d'écran Chant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51" name="Rectangle 8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THE LORD REIGNS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LET THE PEOPLE SHOUT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HE REIGNS IN RIGHTEOUSNESS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LET THE HEAVENS BE GLAD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LET THE EARTH REJOICE 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THE LORD REIGNS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LET THE PEOPLE CLAP THEIR HANDS ANGELS SHOUT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THE REDEEMED HAVE COME TO DANCE TO CELEBRATE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TO CELEBRATE HE REIGNS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Image 3" descr="Fond d'écran Chant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075" name="Rectangle 8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THE LORD REIGNS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THE LORD REIGNS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THE LORD REIGNS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WE WILL SING AND SHOUT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YOU REIGN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YOU REIGN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YOU REIGN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FOREVER KING OF ALL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Image 3" descr="Fond d'écran Chant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099" name="Rectangle 8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LET ALL THE PEOPLE SING OF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YOUR AWESOME POWER 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IN ALL THE EARTH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LET DARKNESS TREMBLE 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AT YOUR NAME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WHY DO THE NATIONS RAGE WHEN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THE KING IS ON HIS THRONE</a:t>
            </a:r>
          </a:p>
          <a:p>
            <a:pPr algn="ctr">
              <a:lnSpc>
                <a:spcPct val="110000"/>
              </a:lnSpc>
            </a:pPr>
            <a:r>
              <a:rPr lang="en-US" sz="3500">
                <a:solidFill>
                  <a:schemeClr val="bg1"/>
                </a:solidFill>
                <a:latin typeface="Arial Black" pitchFamily="-107" charset="0"/>
              </a:rPr>
              <a:t>NOW AND FOREVER YOU WILL REIGN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Image 3" descr="Fond d'écran Chant.jp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123" name="Rectangle 8"/>
          <p:cNvSpPr>
            <a:spLocks noChangeArrowheads="1"/>
          </p:cNvSpPr>
          <p:nvPr/>
        </p:nvSpPr>
        <p:spPr bwMode="auto">
          <a:xfrm>
            <a:off x="0" y="0"/>
            <a:ext cx="9144000" cy="6859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MON DIEU RÈGNE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MON DIEU RÈGNE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MON DIEU RÈGNE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JE LE PROCLAMERAI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TU RÈGNES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TU RÈGNES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TU RÈGNES</a:t>
            </a:r>
          </a:p>
          <a:p>
            <a:pPr algn="ctr">
              <a:lnSpc>
                <a:spcPct val="110000"/>
              </a:lnSpc>
            </a:pPr>
            <a:r>
              <a:rPr lang="fr-FR" sz="3500">
                <a:solidFill>
                  <a:schemeClr val="bg1"/>
                </a:solidFill>
                <a:latin typeface="Arial Black" pitchFamily="-107" charset="0"/>
              </a:rPr>
              <a:t>POUR TOUJOURS, À JAMAIS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780</TotalTime>
  <Words>127</Words>
  <Application>Microsoft Office PowerPoint</Application>
  <PresentationFormat>On-screen Show (4:3)</PresentationFormat>
  <Paragraphs>33</Paragraphs>
  <Slides>4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</vt:i4>
      </vt:variant>
    </vt:vector>
  </HeadingPairs>
  <TitlesOfParts>
    <vt:vector size="10" baseType="lpstr">
      <vt:lpstr>Franklin Gothic Medium</vt:lpstr>
      <vt:lpstr>ＭＳ Ｐゴシック</vt:lpstr>
      <vt:lpstr>Arial</vt:lpstr>
      <vt:lpstr>Calibri</vt:lpstr>
      <vt:lpstr>Arial Black</vt:lpstr>
      <vt:lpstr>Default Design</vt:lpstr>
      <vt:lpstr>Diapositive 1</vt:lpstr>
      <vt:lpstr>Diapositive 2</vt:lpstr>
      <vt:lpstr>Diapositive 3</vt:lpstr>
      <vt:lpstr>Diapositive 4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ESPINOZA CELIA</cp:lastModifiedBy>
  <cp:revision>67</cp:revision>
  <dcterms:created xsi:type="dcterms:W3CDTF">2002-08-17T10:50:50Z</dcterms:created>
  <dcterms:modified xsi:type="dcterms:W3CDTF">2010-11-01T21:16:45Z</dcterms:modified>
</cp:coreProperties>
</file>