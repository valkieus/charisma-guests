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08" y="-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B7AD9-A9E8-4733-B718-EE2A43971A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C3057-E44A-44CF-B9BB-9CE2C0CB11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0B6B0-470D-4BB3-A52C-1E0EED58BB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144A3-89D8-46E4-A5E7-B90BAF1AF4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D9A-2C70-4C82-81C8-88F2D2BE48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C9946-3EF7-4C1B-8D5A-5E9E55F8C7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D8CE7-2433-40D3-B5B6-3B8563C6A3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C7561-E4B2-4C8C-B4BB-E8A9355BEF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A73F6-A9AD-43D3-9D31-AF34DE3A5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68555-DD32-44EE-B5B2-0788AF3DF5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D4EEC-9A63-47C0-A215-852BB45BCE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B5818F-DBA8-4D36-9693-AEEF359A9E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 LORD’S MY LIGHT AND SALVATION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WHOM SHALL I FEAR?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OF WHOM SHALL I BE AFRAID?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 LORD’S MY LIGHT AND SALVATION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WHOM SHALL I FEAR?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OF WHOM SHALL I BE AFRAID?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WILL REMAIN CONFIDENT IN THIS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 I WILL SEEK THE GOODNESS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OF THE LORD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WE SET OUR HOPE ON YOU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WE SET OUR HOPE ON YOUR LOVE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WE SET OUR HOPE ON THE ONE WHO IS THE EVERLASTING GOD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ARE THE EVERLASTING GOD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ARE THE EVERLASTING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NOUS AVONS FOI EN TOI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NOUS CROYONS EN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NOUS AVONS FOI EN TOI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ÉTERNELLEMENT TU REGNERAS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ÉTERNELLEMENT TU REGNERAS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106</Words>
  <Application>Microsoft Office PowerPoint</Application>
  <PresentationFormat>On-screen Show (4:3)</PresentationFormat>
  <Paragraphs>33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71</cp:revision>
  <dcterms:created xsi:type="dcterms:W3CDTF">2010-10-18T20:00:07Z</dcterms:created>
  <dcterms:modified xsi:type="dcterms:W3CDTF">2010-11-07T14:40:28Z</dcterms:modified>
</cp:coreProperties>
</file>