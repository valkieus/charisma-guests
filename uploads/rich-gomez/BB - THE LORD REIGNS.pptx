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EA500-DEFA-4A1C-9B3B-6BA26B06FE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0DE9B-DDD0-4DCF-BE9E-781ABCE400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F3A67-7D4E-4E73-924C-2BC8A30EEF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8ADC1-997A-4D49-A438-24FC8638C0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28908A-7E8E-4F80-B684-0670649342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D75EE-1926-479F-98EC-8F94D848EC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EDA55-9CEC-4568-8B77-A265842461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57CA5-C485-43B8-861E-945BC7DB46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E8BD9-9D8E-4CAB-82C5-3590798B05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689F1-A418-444E-8CD0-275CDDA88C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AFC7-9462-4F2F-A6D7-2445F8C59D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CCB0218-5993-49CA-9B83-640F81170E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LORD REIGNS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 THE PEOPLE SHOUT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HE REIGNS IN RIGHTEOUSNESS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 THE HEAVENS BE GLAD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 THE EARTH REJOICE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LORD REIGNS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 THE PEOPLE CLAP THEIR HANDS ANGELS SHOUT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REDEEMED HAVE COME TO DANCE TO CELEBRATE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TO CELEBRATE, HE REIGNS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LORD REIGNS, THE LORD REIGNS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LORD REIGNS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WE WILL SING AND SHOUT</a:t>
            </a: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YOU REIGN, YOU REIGN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YOU REIGN</a:t>
            </a: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FOREVER KING OF ALL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 ALL THE PEOPLE SING OF</a:t>
            </a: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YOUR AWESOME POWER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IN ALL THE EARTH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 DARKNESS TREMBLE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AT YOUR NAME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WHY DO THE NATIONS RAGE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THE KING IS ON HIS THRONE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NOW AND FOREVER YOU WILL REIGN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MON DIEU RÈGNE, MON DIEU RÈGNE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MON DIEU RÈGNE</a:t>
            </a: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JE LE PROCLAMERAI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>
                <a:solidFill>
                  <a:schemeClr val="bg1"/>
                </a:solidFill>
                <a:latin typeface="+mj-lt"/>
              </a:rPr>
              <a:t>TU RÈGNES, TU </a:t>
            </a:r>
            <a:r>
              <a:rPr lang="fr-FR" sz="4000" dirty="0">
                <a:solidFill>
                  <a:schemeClr val="bg1"/>
                </a:solidFill>
                <a:latin typeface="+mj-lt"/>
              </a:rPr>
              <a:t>RÈGNES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TU RÈGNES</a:t>
            </a: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TU RÈGNES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TOUJOURS, À JAMAIS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134</Words>
  <Application>Microsoft Office PowerPoint</Application>
  <PresentationFormat>On-screen Show (4:3)</PresentationFormat>
  <Paragraphs>65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62</cp:revision>
  <dcterms:created xsi:type="dcterms:W3CDTF">2010-10-18T20:00:07Z</dcterms:created>
  <dcterms:modified xsi:type="dcterms:W3CDTF">2010-11-04T20:05:00Z</dcterms:modified>
</cp:coreProperties>
</file>