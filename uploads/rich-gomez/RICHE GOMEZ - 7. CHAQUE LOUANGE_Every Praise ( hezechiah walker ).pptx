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2" r:id="rId4"/>
    <p:sldId id="260" r:id="rId5"/>
    <p:sldId id="261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30" d="100"/>
          <a:sy n="30" d="100"/>
        </p:scale>
        <p:origin x="-390" y="-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0454C9E-2498-4FCD-8A48-493412FB75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8B9C2-F2E8-4051-BE78-EB205386B58C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1CDCDB-EDA4-4452-A5C4-4DBD8D663FDF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D7C119-5904-416B-B65E-F6400AB67FDA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322795-1A2B-4446-806A-39AD09DE4CF2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816D06-8F7F-48CF-ABA0-BD4B37C6D97C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A2253-D9FB-4A74-B94D-9851B1EE4D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A9694-C59C-4412-9A71-2D53A59190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58C89-891B-48F9-A86E-567B7798F4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AFE99-D0A1-4638-A9AF-B430FAF0B0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DAF5A-25A6-4107-B18E-5E04CC7D4F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8217E-1D2A-4461-B05B-1F57C777D4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0AAB7-7B2C-4D0D-8541-FE49EEFA05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AA1F8-F429-46C6-9398-9671B0AB3E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0A139-C601-40E8-9738-9ED999CB4B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AF462-33F4-42C7-9720-4B46E1C866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AF72C-4E2E-4C9A-901F-7A11ABE264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57A1E03-0654-4196-B13B-0094411B2B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 EST À NOTRE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UNIS D’UN MÊME ACCORD MÉLODIEUX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 À NOTRE DIEU</a:t>
            </a: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CHANTE ALLÉLUIA À NOTRE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GLOIRE ET ALLÉLUIA POUR NOTRE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 EST POUR LUI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NOTRE DIEU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DIEU MON SAUVEUR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DIEU GUÉRISSEUR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DIEU LIBÉRATEUR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IL EST, OUI IL EST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TU ES, OUI TU ES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 EST À NOTRE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UNIS D’UN MÊME ACCORD MÉLODIEUX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 À NOTRE DIEU</a:t>
            </a:r>
          </a:p>
          <a:p>
            <a:pPr algn="ctr">
              <a:lnSpc>
                <a:spcPct val="110000"/>
              </a:lnSpc>
            </a:pPr>
            <a:endParaRPr lang="fr-FR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CHANTE ALLÉLUIA À NOTRE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GLOIRE ET ALLÉLUIA POUR NOTRE DIEU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LOUANGE, LA LOUANGE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LOUANGE POUR NOTRE DIEU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PRAISE IS TO OUR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WORD OF WORSHIP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WITH ONE ACCORD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PRAISE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PRAISE IS TO OUR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SING HALLELUJAH TO OUR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GLORY HALLELUJAH IS TO OUR GOD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PRAISE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EVERY PRAISE IS TO OUR GOD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GOD MY SAVIOR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GOD MY HEALER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GOD MY DELIVERER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HE IS, YES HE IS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YES HE IS, YES HE IS [REPEAT]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PRAISE IS TO OUR GOD.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WORD OF WORSHIP WITH ONE ACCORD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 PRAISE EVERY PRAISE [REPEAT]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IS TO OUR GOD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147</Words>
  <Application>Microsoft Office PowerPoint</Application>
  <PresentationFormat>On-screen Show (4:3)</PresentationFormat>
  <Paragraphs>52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79</cp:revision>
  <dcterms:created xsi:type="dcterms:W3CDTF">2002-08-17T12:16:38Z</dcterms:created>
  <dcterms:modified xsi:type="dcterms:W3CDTF">2015-05-31T07:20:50Z</dcterms:modified>
</cp:coreProperties>
</file>