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78" autoAdjust="0"/>
    <p:restoredTop sz="90929"/>
  </p:normalViewPr>
  <p:slideViewPr>
    <p:cSldViewPr>
      <p:cViewPr>
        <p:scale>
          <a:sx n="30" d="100"/>
          <a:sy n="30" d="100"/>
        </p:scale>
        <p:origin x="-174" y="-7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F06DA93-64AC-4EA7-A91A-AF891FBD79F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169E55-8D54-43EC-9829-7AABD0195D09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51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7736AE-2BCB-409A-B724-39318B1E0559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FC5B45-2A54-42FE-973A-F05B1D8108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CDAF59-A28A-45A1-861D-1F11B663FB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5CA789-50DA-4934-8237-2A526BB0AF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F6F186-10C8-41BB-97AD-40B6BFBF2A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BAA7C4-91F5-480F-80A6-6B29D91E74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1713E5-BFD2-46E6-9FD7-A44AE87FF7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301E3D-0026-41F2-8DCC-DFAF5160D1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CE9F0E-B928-4C06-B837-AB8ED7CC7C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38DADF-FFCD-41A2-8779-752136EB15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4FB8-04D7-4C51-8904-7CDDF20A98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FC97A2-9DC0-4B04-BA3E-86361FA8C3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ECDA6AA-D26D-4B8B-A3ED-7475FAB65A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SEIGNEUR MON DIEU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TE DÉSIRE PLUS QUE TOUT  </a:t>
            </a: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(X2)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PLUS PRÉCIEUX QUE L’ARGENT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PLUS PRÉCIEUX QUE L’OR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AUCUNE RICHESSE NE SE COMPARE À TOI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PEUT BIEN M’OFFRIR CE MONDE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CAR JE TE DÉSIRE PLUS QUE TOUT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 LORD, MY GOD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ALL I DESIRE IS YOU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 LORD, MY GOD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ALL I DESIRE IS YOU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MORE PRECIOUS THAN SILVER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MORE COSTLY THAN GOLD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NO RICHES ON THE EARTH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COMPARE WITH YOU 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WHAT CAN THIS WORLD OFFER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WHEN ALL I DESIRE IS YOU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34</Words>
  <Application>Microsoft Office PowerPoint</Application>
  <PresentationFormat>On-screen Show (4:3)</PresentationFormat>
  <Paragraphs>23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76</cp:revision>
  <dcterms:created xsi:type="dcterms:W3CDTF">2002-08-17T12:16:38Z</dcterms:created>
  <dcterms:modified xsi:type="dcterms:W3CDTF">2015-05-31T07:17:32Z</dcterms:modified>
</cp:coreProperties>
</file>