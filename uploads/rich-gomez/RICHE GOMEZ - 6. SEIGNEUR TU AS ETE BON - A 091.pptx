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334" autoAdjust="0"/>
    <p:restoredTop sz="90929"/>
  </p:normalViewPr>
  <p:slideViewPr>
    <p:cSldViewPr>
      <p:cViewPr varScale="1">
        <p:scale>
          <a:sx n="50" d="100"/>
          <a:sy n="50" d="100"/>
        </p:scale>
        <p:origin x="-918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124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875E6B12-7C14-4902-812B-1485FF2B3923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AB55779-E547-4198-A5F1-3CA0F3D3BF5D}" type="slidenum">
              <a:rPr lang="fr-FR" smtClean="0"/>
              <a:pPr/>
              <a:t>1</a:t>
            </a:fld>
            <a:endParaRPr lang="fr-FR" smtClean="0"/>
          </a:p>
        </p:txBody>
      </p:sp>
      <p:sp>
        <p:nvSpPr>
          <p:cNvPr id="614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D1C09DA-13E7-4279-81B0-33FC30CDD1E2}" type="slidenum">
              <a:rPr lang="fr-FR" smtClean="0"/>
              <a:pPr/>
              <a:t>2</a:t>
            </a:fld>
            <a:endParaRPr lang="fr-FR" smtClean="0"/>
          </a:p>
        </p:txBody>
      </p:sp>
      <p:sp>
        <p:nvSpPr>
          <p:cNvPr id="717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271358C-2689-4800-86B6-D1431B7B4276}" type="slidenum">
              <a:rPr lang="fr-FR" smtClean="0"/>
              <a:pPr/>
              <a:t>3</a:t>
            </a:fld>
            <a:endParaRPr lang="fr-FR" smtClean="0"/>
          </a:p>
        </p:txBody>
      </p:sp>
      <p:sp>
        <p:nvSpPr>
          <p:cNvPr id="819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306302-0A01-4ADD-A20F-28E60B6325A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2DDD3B-6738-4F02-88BF-44E5A8CF261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981D51-9A04-41D3-9F7A-67E503BF52E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698CE5-0DC4-49B4-B3A6-16019240827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FC56DA-12ED-4DA6-BF39-2A1E403707A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D5D5CB-40B7-49C1-97CA-0589EC30530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455CFA-8670-458A-B623-0E626B0EF31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486157-33A6-43DF-999A-7A2AAA73A58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A0BFB1-B5C5-4C85-B3F7-C82946A57AE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30207F-F934-4B27-A55A-92D7A58B6C0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5751C9-FF30-451C-86C4-A30DA4CF3F6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62514165-64CB-4D4A-AD20-3DA0DDE7CF6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en-GB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SEIGNEUR, TU AS ÉTÉ BON 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ET TRÈS FIDÈLE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PENDANT TOUT CE TEMPS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 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SEIGNEUR TON GRAND AMOUR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ET TA TENDRESSE SONT NOTRE SALUT</a:t>
            </a:r>
          </a:p>
          <a:p>
            <a:pPr algn="ctr">
              <a:lnSpc>
                <a:spcPct val="110000"/>
              </a:lnSpc>
            </a:pPr>
            <a:endParaRPr lang="en-GB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ET PAR TA MAIN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TU NOUS NOURRIS</a:t>
            </a:r>
          </a:p>
          <a:p>
            <a:pPr algn="ctr">
              <a:lnSpc>
                <a:spcPct val="110000"/>
              </a:lnSpc>
            </a:pPr>
            <a:endParaRPr lang="en-GB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PAR TON ESPRIT</a:t>
            </a:r>
          </a:p>
          <a:p>
            <a:pPr algn="ctr">
              <a:lnSpc>
                <a:spcPct val="110000"/>
              </a:lnSpc>
            </a:pPr>
            <a:r>
              <a:rPr lang="en-GB" sz="2800">
                <a:solidFill>
                  <a:schemeClr val="bg1"/>
                </a:solidFill>
                <a:latin typeface="Arial Black" pitchFamily="34" charset="0"/>
              </a:rPr>
              <a:t>NOUS SOMMES CONDUITS</a:t>
            </a:r>
          </a:p>
          <a:p>
            <a:pPr algn="ctr">
              <a:lnSpc>
                <a:spcPct val="110000"/>
              </a:lnSpc>
            </a:pPr>
            <a:endParaRPr lang="en-GB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GB" sz="28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2072" name="Text Box 24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r>
              <a:rPr lang="fr-FR" sz="280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  <a:cs typeface="Arial" charset="0"/>
              </a:rPr>
              <a:t>91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en-GB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O LORD YOU HAVE BEEN GOOD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 YOU HAVE BEEN FAITHFUL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 TO ALL GENERATIONS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 O LORD YOUR STEADFAST LOVE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 AND TENDER MERCY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 HAVE BEEN OUR SALVATION</a:t>
            </a:r>
          </a:p>
          <a:p>
            <a:pPr algn="ctr">
              <a:lnSpc>
                <a:spcPct val="110000"/>
              </a:lnSpc>
            </a:pPr>
            <a:endParaRPr lang="en-US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FOR BY YOUR HAND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 WE HAVE BEEN FED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 AND BY YOUR SPIRIT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 WE HAVE BEEN LED</a:t>
            </a:r>
          </a:p>
          <a:p>
            <a:pPr algn="ctr">
              <a:lnSpc>
                <a:spcPct val="110000"/>
              </a:lnSpc>
            </a:pPr>
            <a:endParaRPr lang="en-GB" sz="28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2072" name="Text Box 24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r>
              <a:rPr lang="fr-FR" sz="280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  <a:cs typeface="Arial" charset="0"/>
              </a:rPr>
              <a:t>91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O LORD YOU HAVE BEEN GOOD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 YOU HAVE BEEN FAITHFUL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 TO ALL GENERATIONS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O LORD ALMIGHTY GOD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 FATHER UNCHANGING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 UPRIGHT AND HOLY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 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FOR BY YOUR HAND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 WE HAVE BEEN FED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 AND BY YOUR SPIRIT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 WE HAVE BEEN LED</a:t>
            </a:r>
          </a:p>
          <a:p>
            <a:pPr algn="ctr">
              <a:lnSpc>
                <a:spcPct val="110000"/>
              </a:lnSpc>
            </a:pPr>
            <a:endParaRPr lang="en-GB" sz="28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2072" name="Text Box 24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r>
              <a:rPr lang="fr-FR" sz="280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  <a:cs typeface="Arial" charset="0"/>
              </a:rPr>
              <a:t>91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</TotalTime>
  <Words>138</Words>
  <Application>Microsoft PowerPoint</Application>
  <PresentationFormat>On-screen Show (4:3)</PresentationFormat>
  <Paragraphs>43</Paragraphs>
  <Slides>3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8" baseType="lpstr">
      <vt:lpstr>Times New Roman</vt:lpstr>
      <vt:lpstr>Arial</vt:lpstr>
      <vt:lpstr>Arial Black</vt:lpstr>
      <vt:lpstr>Arial Narrow</vt:lpstr>
      <vt:lpstr>Default Design</vt:lpstr>
      <vt:lpstr>Diapositive 1</vt:lpstr>
      <vt:lpstr>Diapositive 2</vt:lpstr>
      <vt:lpstr>Diapositive 3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Slim</cp:lastModifiedBy>
  <cp:revision>31</cp:revision>
  <dcterms:created xsi:type="dcterms:W3CDTF">2002-08-17T13:34:08Z</dcterms:created>
  <dcterms:modified xsi:type="dcterms:W3CDTF">2015-05-30T19:27:48Z</dcterms:modified>
</cp:coreProperties>
</file>