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2" r:id="rId4"/>
    <p:sldId id="263" r:id="rId5"/>
    <p:sldId id="264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51" autoAdjust="0"/>
    <p:restoredTop sz="90929"/>
  </p:normalViewPr>
  <p:slideViewPr>
    <p:cSldViewPr>
      <p:cViewPr varScale="1">
        <p:scale>
          <a:sx n="30" d="100"/>
          <a:sy n="30" d="100"/>
        </p:scale>
        <p:origin x="-78" y="-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E1CB5FD-FC80-432D-A76B-C75AE8F4A83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78097A-DE15-431A-BF49-49F300568C85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6FAC7F-282B-4C6D-A1DA-44B59682546D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CB8019-425F-493E-B977-F9CB55948621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B124B0-55F7-411D-B19C-9870B9374ECA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FFED77-BA73-4C56-86D7-5A95F5AB3149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9C228-0D4D-4EE2-9161-4F694C83C2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9FC34-921C-47B5-B762-710AE05581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3BECB-86C7-476D-92AD-DBE9690DC7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EBD88-2E96-4E9E-9806-C72325C290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428165-CDE4-472A-B971-0AA43FBB1B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7ECAD-3B8C-42BD-A031-924B49D804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CCB96D-1729-4D66-A09D-108A537F7B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220505-67FD-4384-B7F5-88F257ED8F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5E00A-0403-4D53-94C0-97DC03CD9F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775F1-510B-409B-BCB5-B2552AD4FD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290D9-1F3C-43D6-9F8D-9ED2FC51A7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D800D56-21AF-47C2-B8E6-4E92DE925F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ENTRE DANS SES PORTES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EN LE REMERCIANT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VIENS DANS SES PARVIS EN LE LOUANT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ENTRE AVEC JOIE DANS SA PRÉSENCE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CHANTANT : GRAND ET PUISSANT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EST SON NOM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LOUE-LE AU SON DES TROMPETTES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AVEC LES TAMBOURINS ET LES CHŒURS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QUE TOUTE CRÉATURE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AU CIEL ET SUR TERRE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LOUE LE SEIGNEUR EN CHANTANT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DE TOUT SON CŒUR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246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 SEIGNEUR EST BON</a:t>
            </a:r>
          </a:p>
          <a:p>
            <a:pPr algn="ctr">
              <a:lnSpc>
                <a:spcPct val="110000"/>
              </a:lnSpc>
            </a:pPr>
            <a:endParaRPr lang="es-ES_tradnl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 SEIGNEUR EST BON</a:t>
            </a:r>
            <a:endParaRPr lang="es-ES_tradnl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 MISÉRICORDE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DURE À JAMAIS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JÉSUS, LE FILS, EST EXALTÉ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C’EST LUI QUI A TOUT CRÉÉ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VIENS DEVANT LUI TE PROSTERNER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LÈVE LES MAINS EN CHANTANT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POUR LE LOUER</a:t>
            </a:r>
          </a:p>
        </p:txBody>
      </p: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246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ENTER HIS GATES WITH THANKSGIVING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INTO HIS COURTS WITH PRAISE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ENTER HIS PRESENCE REJOICING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SINGING GREAT AND MIGHTY IS HIS NAME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PRAISE HIM WITH THE SOUND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OF THE TRUMPET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PRAISE HIM WITH THE TIMBREL AND HARP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LET EVERY CREATURE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IN HEAVEN AND EARTH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LIFT A SOUND OF PRAISE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SING WITH ALL THEIR HEART</a:t>
            </a:r>
          </a:p>
        </p:txBody>
      </p: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246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THE LORD IS GOOD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(FOR THE LORD IS GOOD)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THE LORD IS GOOD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(FOR THE LORD IS GOOD)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THE LORD IS GOOD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HIS MERCY ENDURES FOREVER</a:t>
            </a:r>
          </a:p>
        </p:txBody>
      </p: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246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JESUS THE SON IS EXALTED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MAKER OF EVERYTHING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NOW AND BOW DOWN BEFORE HIM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LIFT YOUR HANDS IN PRAISE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LIFT YOUR VOICE TO SING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THE LORD IS GOOD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HIS MERCY ENDURES FOREVER</a:t>
            </a:r>
          </a:p>
        </p:txBody>
      </p: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246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196</Words>
  <Application>Microsoft PowerPoint</Application>
  <PresentationFormat>On-screen Show (4:3)</PresentationFormat>
  <Paragraphs>60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44</cp:revision>
  <dcterms:created xsi:type="dcterms:W3CDTF">2002-08-17T10:48:15Z</dcterms:created>
  <dcterms:modified xsi:type="dcterms:W3CDTF">2015-05-31T07:12:58Z</dcterms:modified>
</cp:coreProperties>
</file>