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3" r:id="rId6"/>
    <p:sldId id="261" r:id="rId7"/>
    <p:sldId id="262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8" autoAdjust="0"/>
    <p:restoredTop sz="90929"/>
  </p:normalViewPr>
  <p:slideViewPr>
    <p:cSldViewPr>
      <p:cViewPr>
        <p:scale>
          <a:sx n="50" d="100"/>
          <a:sy n="50" d="100"/>
        </p:scale>
        <p:origin x="432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22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D016E2B-2821-4CC7-9218-3A7C2B0E681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FBF695B-B761-4489-9B75-89FC7A368A14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E90A88-2EA3-4B5E-810F-5A28A7E8CBB5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80DE57-B7B7-4345-8626-923E14317708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A9296C-F02C-4FCF-89CE-C63020857BAA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CF0FC6-3C18-430A-9397-7C3A13C3557F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10CA67-1C2C-47D0-8D39-0369BB6B1E3D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CC8CB6-28E1-4C3A-8E58-3CE46D47FAC0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243C2-7D20-4BE2-B42E-6EC65563F8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41C90-3076-4AD2-8EB0-00B43E4F3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7C313-8B32-4351-8F79-5959596D67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6DB5E-F71E-4CCA-8F74-0E1EEEFCEA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021FC4-6AFF-42EB-8229-07013BC139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66D729-496D-483D-842E-0EDBFCA47A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A06953-9CF6-4E28-9DD1-5D6B98C37C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5BB7C2-7938-4A5D-A0C9-EB76B729B0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A258B3-EF28-41ED-835E-6D94F7B28B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74CB32-04BD-4714-9CF0-B60851CFB2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3C1D93-3CD2-4801-AD4C-B274FB571A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3344D79-8813-4518-B8EF-4651BDA61B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(NOUS) DISONS OUI AU PÈRE ET À SA VOLONTÉ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 À L’AMOUR DE SON FILS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SA SAINTE PAROLE NOUS EST ANNONCÉE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AVONS-NOUS LA FOI POUR LA PRATIQUER ?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TOUTES SES PROMESSES, POUVONS-NOUS CROIRE SA FIDÉLITÉ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500">
                <a:solidFill>
                  <a:schemeClr val="bg1"/>
                </a:solidFill>
                <a:latin typeface="Arial Black" pitchFamily="34" charset="0"/>
              </a:rPr>
              <a:t>REFRAIN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 (ÉCHO), OUI (ÉCHO), OUI (ÉCHO)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SON ESPRIT-SAINT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N’AURONS PEUR DE RIEN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SI NOUS POUVONS LUI DIRE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 (ÉCHO), OUI (ÉCHO), OUI (ÉCHO)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OUVRE–LUI TON CŒUR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DONNANT TON MEILLEUR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COMMENCE PAR DIRE…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OUI, AU PÈRE ET À SA VOLONTÉ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 À L’AMOUR DE SON FILS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SA SAINTE PAROLE NOUS EST ANNONCÉE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AVONS-NOUS LA FOI POUR LA PRATIQUER ?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TOUTES SES PROMESSES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POUVONS-NOUS CROIRE SA FIDÉLITÉ ?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POUVONS-NOUS CROIRE SA FIDÉLITÉ ? POUVONS-NOUS CROIRE SA FIDÉLITÉ ?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SAY YES TO THE WILL OF OUR FATHER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YES TO THE LOVE OF HIS SON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FOR AS HE SPEAKS TO US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FROM HIS HOLY WORD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DO WE TRUST ENOUGH TO DO ALL THAT WE’VE LEARNT?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WHEN HE PROMISES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DO WE BELIEVE THAT HE IS ABLE? 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5124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We say yes to the will of our father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Yes to the love of His son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For as He speaks to us from His holy word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Do we trust enough to do all that we</a:t>
            </a:r>
            <a:r>
              <a:rPr lang="en-US" sz="1200">
                <a:solidFill>
                  <a:srgbClr val="000000"/>
                </a:solidFill>
                <a:ea typeface="Times New Roman" pitchFamily="18" charset="0"/>
                <a:cs typeface="Tahoma" pitchFamily="34" charset="0"/>
              </a:rPr>
              <a:t>’</a:t>
            </a:r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ve learnt?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And when the promises, do we believe that He is able? </a:t>
            </a:r>
            <a:endParaRPr lang="en-US">
              <a:ea typeface="Times New Roman" pitchFamily="18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YES (YES) 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TO THE SPIRIT’S CALL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NEED NOT FEAR AT ALL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IF WE START BY SAYING 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YES (YES) X3 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HARDEN NOT YOUR HEART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GIVE HIM ALL YOU ARE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6148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We say yes to the will of our father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Yes to the love of His son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For as He speaks to us from His holy word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Do we trust enough to do all that we</a:t>
            </a:r>
            <a:r>
              <a:rPr lang="en-US" sz="1200">
                <a:solidFill>
                  <a:srgbClr val="000000"/>
                </a:solidFill>
                <a:ea typeface="Times New Roman" pitchFamily="18" charset="0"/>
                <a:cs typeface="Tahoma" pitchFamily="34" charset="0"/>
              </a:rPr>
              <a:t>’</a:t>
            </a:r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ve learnt?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And when the promises, do we believe that He is able? </a:t>
            </a:r>
            <a:endParaRPr lang="en-US">
              <a:ea typeface="Times New Roman" pitchFamily="18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START BY SAYING YES TO THE WILL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OF OUR FATHER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YES TO THE LOVE OF HIS SON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FOR AS HE SPEAKS TO US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FROM HIS HOLY WORD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DO WE TRUST ENOUGH TO DO ALL THAT WE’VE LEARNT?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WHEN HE PROMISES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DO WE BELIEVE THAT HE IS ABLE?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172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We say yes to the will of our father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Yes to the love of His son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For as He speaks to us from His holy word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Do we trust enough to do all that we</a:t>
            </a:r>
            <a:r>
              <a:rPr lang="en-US" sz="1200">
                <a:solidFill>
                  <a:srgbClr val="000000"/>
                </a:solidFill>
                <a:ea typeface="Times New Roman" pitchFamily="18" charset="0"/>
                <a:cs typeface="Tahoma" pitchFamily="34" charset="0"/>
              </a:rPr>
              <a:t>’</a:t>
            </a:r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ve learnt?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And when the promises, do we believe that He is able? </a:t>
            </a:r>
            <a:endParaRPr lang="en-US">
              <a:ea typeface="Times New Roman" pitchFamily="18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YES (YES) X3 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TO THE SPIRIT’S CALL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NEED NOT FEAR AT ALL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IF WE START BY SAYING 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YES (YES) X3 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HARDEN NOT YOUR HEART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GIVE  HIM ALL YOU ARE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8196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We say yes to the will of our father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Yes to the love of His son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For as He speaks to us from His holy word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Do we trust enough to do all that we</a:t>
            </a:r>
            <a:r>
              <a:rPr lang="en-US" sz="1200">
                <a:solidFill>
                  <a:srgbClr val="000000"/>
                </a:solidFill>
                <a:ea typeface="Times New Roman" pitchFamily="18" charset="0"/>
                <a:cs typeface="Tahoma" pitchFamily="34" charset="0"/>
              </a:rPr>
              <a:t>’</a:t>
            </a:r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ve learnt?</a:t>
            </a:r>
            <a:endParaRPr lang="fr-FR" sz="800">
              <a:ea typeface="Times New Roman" pitchFamily="18" charset="0"/>
              <a:cs typeface="Tahoma" pitchFamily="34" charset="0"/>
            </a:endParaRP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Tahoma" pitchFamily="34" charset="0"/>
                <a:ea typeface="Times New Roman" pitchFamily="18" charset="0"/>
                <a:cs typeface="Tahoma" pitchFamily="34" charset="0"/>
              </a:rPr>
              <a:t>And when the promises, do we believe that He is able? </a:t>
            </a:r>
            <a:endParaRPr lang="en-US">
              <a:ea typeface="Times New Roman" pitchFamily="18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454</Words>
  <Application>Microsoft Office PowerPoint</Application>
  <PresentationFormat>On-screen Show (4:3)</PresentationFormat>
  <Paragraphs>78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Times New Roman</vt:lpstr>
      <vt:lpstr>Arial</vt:lpstr>
      <vt:lpstr>Arial Black</vt:lpstr>
      <vt:lpstr>Arial Narrow</vt:lpstr>
      <vt:lpstr>Tahoma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81</cp:revision>
  <dcterms:created xsi:type="dcterms:W3CDTF">2002-08-17T12:16:38Z</dcterms:created>
  <dcterms:modified xsi:type="dcterms:W3CDTF">2015-05-31T07:20:05Z</dcterms:modified>
</cp:coreProperties>
</file>