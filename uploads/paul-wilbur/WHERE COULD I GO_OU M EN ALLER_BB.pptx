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3" r:id="rId2"/>
    <p:sldId id="292" r:id="rId3"/>
    <p:sldId id="291" r:id="rId4"/>
    <p:sldId id="290" r:id="rId5"/>
    <p:sldId id="289" r:id="rId6"/>
    <p:sldId id="288" r:id="rId7"/>
    <p:sldId id="287" r:id="rId8"/>
    <p:sldId id="285" r:id="rId9"/>
    <p:sldId id="284" r:id="rId10"/>
    <p:sldId id="283" r:id="rId11"/>
    <p:sldId id="282" r:id="rId12"/>
    <p:sldId id="281" r:id="rId13"/>
    <p:sldId id="280" r:id="rId14"/>
    <p:sldId id="279" r:id="rId15"/>
    <p:sldId id="278" r:id="rId16"/>
    <p:sldId id="277" r:id="rId17"/>
    <p:sldId id="274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600" autoAdjust="0"/>
    <p:restoredTop sz="38698" autoAdjust="0"/>
  </p:normalViewPr>
  <p:slideViewPr>
    <p:cSldViewPr>
      <p:cViewPr varScale="1">
        <p:scale>
          <a:sx n="25" d="100"/>
          <a:sy n="25" d="100"/>
        </p:scale>
        <p:origin x="-84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30/12/2018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LES CIEUX ET LA TERRE PASSERONT MAIS TU DEMEURERAS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OH, OÙ M’EN ALLER ? 
	7-  JE NE PEUX FUIR DE TOI YESHOUA OÙ ? OÙ ME CACHER ? 
	8-  TON AMOUR ME TROUVERAIT YESHOUA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DANS MES JOURS ET MES NUITS LEVÉ OU ENDORMI 
10-  TU ES AVEC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TU SAIS CE QUE CACHE MON CŒUR LE PIRE ET LE MEILLEUR 
12-  TU SAIS TOUT DE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ET SI JE M’ÉLÈVE SUR LES AILES  DE L’AURORE 
14-  TA DROITE ME SAISIRA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YESHOUA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mtClean="0"/>
              <a:t>5-  LES CIEUX ET LA TERRE PASSERONT MAIS TU DEMEURERAS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OH, OÙ M’EN ALLER ? 
	7-  JE NE PEUX FUIR DE TOI YESHOUA OÙ ? OÙ ME CACHER ? 
	8-  TON AMOUR ME TROUVERAIT YESHOUA 
</a:t>
            </a:r>
          </a:p>
          <a:p>
            <a:r>
              <a:rPr lang="fr-FR" smtClean="0"/>
              <a:t>9-  DANS MES JOURS ET MES NUITS LEVÉ OU ENDORMI 
10-  TU ES AVEC MOI 
</a:t>
            </a:r>
          </a:p>
          <a:p>
            <a:r>
              <a:rPr lang="fr-FR" smtClean="0"/>
              <a:t>11-  TU SAIS CE QUE CACHE MON CŒUR LE PIRE ET LE MEILLEUR 
12-  TU SAIS TOUT DE MOI 
</a:t>
            </a:r>
          </a:p>
          <a:p>
            <a:r>
              <a:rPr lang="fr-FR" smtClean="0"/>
              <a:t>13-  ET SI JE M’ÉLÈVE SUR LES AILES  DE L’AURORE 
14-  TA DROITE ME SAISIRA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18-  YESHOUA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LES CIEUX ET LA TERRE PASSERONT MAIS TU DEMEURERAS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OH, OÙ M’EN ALLER ? 
	7-  JE NE PEUX FUIR DE TOI YESHOUA OÙ ? OÙ ME CACHER ? 
	8-  TON AMOUR ME TROUVERAIT YESHOUA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DANS MES JOURS ET MES NUITS LEVÉ OU ENDORMI 
10-  TU ES AVEC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TU SAIS CE QUE CACHE MON CŒUR LE PIRE ET LE MEILLEUR 
12-  TU SAIS TOUT DE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ET SI JE M’ÉLÈVE SUR LES AILES  DE L’AURORE 
14-  TA DROITE ME SAISIRA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YESHOUA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mtClean="0"/>
              <a:t>5-  LES CIEUX ET LA TERRE PASSERONT MAIS TU DEMEURERAS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OH, OÙ M’EN ALLER ? 
	7-  JE NE PEUX FUIR DE TOI YESHOUA OÙ ? OÙ ME CACHER ? 
	8-  TON AMOUR ME TROUVERAIT YESHOUA 
</a:t>
            </a:r>
          </a:p>
          <a:p>
            <a:r>
              <a:rPr lang="fr-FR" smtClean="0"/>
              <a:t>9-  DANS MES JOURS ET MES NUITS LEVÉ OU ENDORMI 
10-  TU ES AVEC MOI 
</a:t>
            </a:r>
          </a:p>
          <a:p>
            <a:r>
              <a:rPr lang="fr-FR" smtClean="0"/>
              <a:t>11-  TU SAIS CE QUE CACHE MON CŒUR LE PIRE ET LE MEILLEUR 
12-  TU SAIS TOUT DE MOI 
</a:t>
            </a:r>
          </a:p>
          <a:p>
            <a:r>
              <a:rPr lang="fr-FR" smtClean="0"/>
              <a:t>13-  ET SI JE M’ÉLÈVE SUR LES AILES  DE L’AURORE 
14-  TA DROITE ME SAISIRA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18-  YESHOUA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LES CIEUX ET LA TERRE PASSERONT MAIS TU DEMEURERAS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OH, OÙ M’EN ALLER ? 
	7-  JE NE PEUX FUIR DE TOI YESHOUA OÙ ? OÙ ME CACHER ? 
	8-  TON AMOUR ME TROUVERAIT YESHOUA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DANS MES JOURS ET MES NUITS LEVÉ OU ENDORMI 
10-  TU ES AVEC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TU SAIS CE QUE CACHE MON CŒUR LE PIRE ET LE MEILLEUR 
12-  TU SAIS TOUT DE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ET SI JE M’ÉLÈVE SUR LES AILES  DE L’AURORE 
14-  TA DROITE ME SAISIRA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YESHOUA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mtClean="0"/>
              <a:t>5-  LES CIEUX ET LA TERRE PASSERONT MAIS TU DEMEURERAS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OH, OÙ M’EN ALLER ? 
	7-  JE NE PEUX FUIR DE TOI YESHOUA OÙ ? OÙ ME CACHER ? 
	8-  TON AMOUR ME TROUVERAIT YESHOUA 
</a:t>
            </a:r>
          </a:p>
          <a:p>
            <a:r>
              <a:rPr lang="fr-FR" smtClean="0"/>
              <a:t>9-  DANS MES JOURS ET MES NUITS LEVÉ OU ENDORMI 
10-  TU ES AVEC MOI 
</a:t>
            </a:r>
          </a:p>
          <a:p>
            <a:r>
              <a:rPr lang="fr-FR" smtClean="0"/>
              <a:t>11-  TU SAIS CE QUE CACHE MON CŒUR LE PIRE ET LE MEILLEUR 
12-  TU SAIS TOUT DE MOI 
</a:t>
            </a:r>
          </a:p>
          <a:p>
            <a:r>
              <a:rPr lang="fr-FR" smtClean="0"/>
              <a:t>13-  ET SI JE M’ÉLÈVE SUR LES AILES  DE L’AURORE 
14-  TA DROITE ME SAISIRA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18-  YESHOUA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LES CIEUX ET LA TERRE PASSERONT MAIS TU DEMEURERAS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OH, OÙ M’EN ALLER ? 
	7-  JE NE PEUX FUIR DE TOI YESHOUA OÙ ? OÙ ME CACHER ? 
	8-  TON AMOUR ME TROUVERAIT YESHOUA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DANS MES JOURS ET MES NUITS LEVÉ OU ENDORMI 
10-  TU ES AVEC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TU SAIS CE QUE CACHE MON CŒUR LE PIRE ET LE MEILLEUR 
12-  TU SAIS TOUT DE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ET SI JE M’ÉLÈVE SUR LES AILES  DE L’AURORE 
14-  TA DROITE ME SAISIRA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YESHOUA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mtClean="0"/>
              <a:t>5-  LES CIEUX ET LA TERRE PASSERONT MAIS TU DEMEURERAS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OH, OÙ M’EN ALLER ? 
	7-  JE NE PEUX FUIR DE TOI YESHOUA OÙ ? OÙ ME CACHER ? 
	8-  TON AMOUR ME TROUVERAIT YESHOUA 
</a:t>
            </a:r>
          </a:p>
          <a:p>
            <a:r>
              <a:rPr lang="fr-FR" smtClean="0"/>
              <a:t>9-  DANS MES JOURS ET MES NUITS LEVÉ OU ENDORMI 
10-  TU ES AVEC MOI 
</a:t>
            </a:r>
          </a:p>
          <a:p>
            <a:r>
              <a:rPr lang="fr-FR" smtClean="0"/>
              <a:t>11-  TU SAIS CE QUE CACHE MON CŒUR LE PIRE ET LE MEILLEUR 
12-  TU SAIS TOUT DE MOI 
</a:t>
            </a:r>
          </a:p>
          <a:p>
            <a:r>
              <a:rPr lang="fr-FR" smtClean="0"/>
              <a:t>13-  ET SI JE M’ÉLÈVE SUR LES AILES  DE L’AURORE 
14-  TA DROITE ME SAISIRA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18-  YESHOUA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LES CIEUX ET LA TERRE PASSERONT MAIS TU DEMEURERAS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OH, OÙ M’EN ALLER ? 
	7-  JE NE PEUX FUIR DE TOI YESHOUA OÙ ? OÙ ME CACHER ? 
	8-  TON AMOUR ME TROUVERAIT YESHOUA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DANS MES JOURS ET MES NUITS LEVÉ OU ENDORMI 
10-  TU ES AVEC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TU SAIS CE QUE CACHE MON CŒUR LE PIRE ET LE MEILLEUR 
12-  TU SAIS TOUT DE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ET SI JE M’ÉLÈVE SUR LES AILES  DE L’AURORE 
14-  TA DROITE ME SAISIRA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YESHOUA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mtClean="0"/>
              <a:t>5-  LES CIEUX ET LA TERRE PASSERONT MAIS TU DEMEURERAS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OH, OÙ M’EN ALLER ? 
	7-  JE NE PEUX FUIR DE TOI YESHOUA OÙ ? OÙ ME CACHER ? 
	8-  TON AMOUR ME TROUVERAIT YESHOUA 
</a:t>
            </a:r>
          </a:p>
          <a:p>
            <a:r>
              <a:rPr lang="fr-FR" smtClean="0"/>
              <a:t>9-  DANS MES JOURS ET MES NUITS LEVÉ OU ENDORMI 
10-  TU ES AVEC MOI 
</a:t>
            </a:r>
          </a:p>
          <a:p>
            <a:r>
              <a:rPr lang="fr-FR" smtClean="0"/>
              <a:t>11-  TU SAIS CE QUE CACHE MON CŒUR LE PIRE ET LE MEILLEUR 
12-  TU SAIS TOUT DE MOI 
</a:t>
            </a:r>
          </a:p>
          <a:p>
            <a:r>
              <a:rPr lang="fr-FR" smtClean="0"/>
              <a:t>13-  ET SI JE M’ÉLÈVE SUR LES AILES  DE L’AURORE 
14-  TA DROITE ME SAISIRA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18-  YESHOUA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LES CIEUX ET LA TERRE PASSERONT MAIS TU DEMEURERAS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OH! OÙ M’EN ALLER ? 
	7-  JE NE PEUX FUIR DE TOI YESHOUA OÙ ? OÙ ME CACHER ? 
	8-  TON AMOUR ME TROUVERAIT YESHOUA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DANS MES JOURS ET MES NUITS LEVÉ OU ENDORMI 
10-  TU ES AVEC MOI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TU SAIS CE QUE CACHE MON CŒUR LE PIRE ET LE MEILLEUR 
12-  TU SAIS TOUT DE MOI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ET SI JE M’ÉLÈVE SUR LES AILES  DE L’AURORE 
14-  TA DROITE ME SAISIRA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YESHOUA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mtClean="0"/>
              <a:t>5-  LES CIEUX ET LA TERRE PASSERONT MAIS TU DEMEURERAS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OH, OÙ M’EN ALLER ? 
	7-  JE NE PEUX FUIR DE TOI YESHOUA OÙ ? OÙ ME CACHER ? 
	8-  TON AMOUR ME TROUVERAIT YESHOUA 
</a:t>
            </a:r>
          </a:p>
          <a:p>
            <a:r>
              <a:rPr lang="fr-FR" smtClean="0"/>
              <a:t>9-  DANS MES JOURS ET MES NUITS LEVÉ OU ENDORMI 
10-  TU ES AVEC MOI 
</a:t>
            </a:r>
          </a:p>
          <a:p>
            <a:r>
              <a:rPr lang="fr-FR" smtClean="0"/>
              <a:t>11-  TU SAIS CE QUE CACHE MON CŒUR LE PIRE ET LE MEILLEUR 
12-  TU SAIS TOUT DE MOI 
</a:t>
            </a:r>
          </a:p>
          <a:p>
            <a:r>
              <a:rPr lang="fr-FR" smtClean="0"/>
              <a:t>13-  ET SI JE M’ÉLÈVE SUR LES AILES  DE L’AURORE 
14-  TA DROITE ME SAISIRA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18-  YESHOUA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LES CIEUX ET LA TERRE PASSERONT MAIS TU DEMEURERAS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OH, OÙ M’EN ALLER ? 
	7-  JE NE PEUX FUIR DE TOI YESHOUA OÙ ? OÙ ME CACHER ? 
	8-  TON AMOUR ME TROUVERAIT YESHOUA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DANS MES JOURS ET MES NUITS LEVÉ OU ENDORMI 
10-  TU ES AVEC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TU SAIS CE QUE CACHE MON CŒUR LE PIRE ET LE MEILLEUR 
12-  TU SAIS TOUT DE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ET SI JE M’ÉLÈVE SUR LES AILES  DE L’AURORE 
14-  TA DROITE ME SAISIRA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YESHOUA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mtClean="0"/>
              <a:t>5-  LES CIEUX ET LA TERRE PASSERONT MAIS TU DEMEURERAS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OH, OÙ M’EN ALLER ? 
	7-  JE NE PEUX FUIR DE TOI YESHOUA OÙ ? OÙ ME CACHER ? 
	8-  TON AMOUR ME TROUVERAIT YESHOUA 
</a:t>
            </a:r>
          </a:p>
          <a:p>
            <a:r>
              <a:rPr lang="fr-FR" smtClean="0"/>
              <a:t>9-  DANS MES JOURS ET MES NUITS LEVÉ OU ENDORMI 
10-  TU ES AVEC MOI 
</a:t>
            </a:r>
          </a:p>
          <a:p>
            <a:r>
              <a:rPr lang="fr-FR" smtClean="0"/>
              <a:t>11-  TU SAIS CE QUE CACHE MON CŒUR LE PIRE ET LE MEILLEUR 
12-  TU SAIS TOUT DE MOI 
</a:t>
            </a:r>
          </a:p>
          <a:p>
            <a:r>
              <a:rPr lang="fr-FR" smtClean="0"/>
              <a:t>13-  ET SI JE M’ÉLÈVE SUR LES AILES  DE L’AURORE 
14-  TA DROITE ME SAISIRA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18-  YESHOUA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LES CIEUX ET LA TERRE PASSERONT MAIS TU DEMEURERAS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OH, OÙ M’EN ALLER ? 
	7-  JE NE PEUX FUIR DE TOI YESHOUA OÙ ? OÙ ME CACHER ? 
	8-  TON AMOUR ME TROUVERAIT YESHOUA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DANS MES JOURS ET MES NUITS LEVÉ OU ENDORMI 
10-  TU ES AVEC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TU SAIS CE QUE CACHE MON CŒUR LE PIRE ET LE MEILLEUR 
12-  TU SAIS TOUT DE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ET SI JE M’ÉLÈVE SUR LES AILES  DE L’AURORE 
14-  TA DROITE ME SAISIRA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YESHOUA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mtClean="0"/>
              <a:t>5-  LES CIEUX ET LA TERRE PASSERONT MAIS TU DEMEURERAS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OH, OÙ M’EN ALLER ? 
	7-  JE NE PEUX FUIR DE TOI YESHOUA OÙ ? OÙ ME CACHER ? 
	8-  TON AMOUR ME TROUVERAIT YESHOUA 
</a:t>
            </a:r>
          </a:p>
          <a:p>
            <a:r>
              <a:rPr lang="fr-FR" smtClean="0"/>
              <a:t>9-  DANS MES JOURS ET MES NUITS LEVÉ OU ENDORMI 
10-  TU ES AVEC MOI 
</a:t>
            </a:r>
          </a:p>
          <a:p>
            <a:r>
              <a:rPr lang="fr-FR" smtClean="0"/>
              <a:t>11-  TU SAIS CE QUE CACHE MON CŒUR LE PIRE ET LE MEILLEUR 
12-  TU SAIS TOUT DE MOI 
</a:t>
            </a:r>
          </a:p>
          <a:p>
            <a:r>
              <a:rPr lang="fr-FR" smtClean="0"/>
              <a:t>13-  ET SI JE M’ÉLÈVE SUR LES AILES  DE L’AURORE 
14-  TA DROITE ME SAISIRA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18-  YESHOUA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LES CIEUX ET LA TERRE PASSERONT MAIS TU DEMEURERAS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OH, OÙ M’EN ALLER ? 
	7-  JE NE PEUX FUIR DE TOI YESHOUA OÙ ? OÙ ME CACHER ? 
	8-  TON AMOUR ME TROUVERAIT YESHOUA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DANS MES JOURS ET MES NUITS LEVÉ OU ENDORMI 
10-  TU ES AVEC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TU SAIS CE QUE CACHE MON CŒUR LE PIRE ET LE MEILLEUR 
12-  TU SAIS TOUT DE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ET SI JE M’ÉLÈVE SUR LES AILES  DE L’AURORE 
14-  TA DROITE ME SAISIRA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YESHOUA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mtClean="0"/>
              <a:t>5-  LES CIEUX ET LA TERRE PASSERONT MAIS TU DEMEURERAS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OH, OÙ M’EN ALLER ? 
	7-  JE NE PEUX FUIR DE TOI YESHOUA OÙ ? OÙ ME CACHER ? 
	8-  TON AMOUR ME TROUVERAIT YESHOUA 
</a:t>
            </a:r>
          </a:p>
          <a:p>
            <a:r>
              <a:rPr lang="fr-FR" smtClean="0"/>
              <a:t>9-  DANS MES JOURS ET MES NUITS LEVÉ OU ENDORMI 
10-  TU ES AVEC MOI 
</a:t>
            </a:r>
          </a:p>
          <a:p>
            <a:r>
              <a:rPr lang="fr-FR" smtClean="0"/>
              <a:t>11-  TU SAIS CE QUE CACHE MON CŒUR LE PIRE ET LE MEILLEUR 
12-  TU SAIS TOUT DE MOI 
</a:t>
            </a:r>
          </a:p>
          <a:p>
            <a:r>
              <a:rPr lang="fr-FR" smtClean="0"/>
              <a:t>13-  ET SI JE M’ÉLÈVE SUR LES AILES  DE L’AURORE 
14-  TA DROITE ME SAISIRA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18-  YESHOUA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LES CIEUX ET LA TERRE PASSERONT MAIS TU DEMEURERAS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OH, OÙ M’EN ALLER ? 
	7-  JE NE PEUX FUIR DE TOI YESHOUA OÙ ? OÙ ME CACHER ? 
	8-  TON AMOUR ME TROUVERAIT YESHOUA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DANS MES JOURS ET MES NUITS LEVÉ OU ENDORMI 
10-  TU ES AVEC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TU SAIS CE QUE CACHE MON CŒUR LE PIRE ET LE MEILLEUR 
12-  TU SAIS TOUT DE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ET SI JE M’ÉLÈVE SUR LES AILES  DE L’AURORE 
14-  TA DROITE ME SAISIRA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YESHOUA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mtClean="0"/>
              <a:t>5-  LES CIEUX ET LA TERRE PASSERONT MAIS TU DEMEURERAS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OH, OÙ M’EN ALLER ? 
	7-  JE NE PEUX FUIR DE TOI YESHOUA OÙ ? OÙ ME CACHER ? 
	8-  TON AMOUR ME TROUVERAIT YESHOUA 
</a:t>
            </a:r>
          </a:p>
          <a:p>
            <a:r>
              <a:rPr lang="fr-FR" smtClean="0"/>
              <a:t>9-  DANS MES JOURS ET MES NUITS LEVÉ OU ENDORMI 
10-  TU ES AVEC MOI 
</a:t>
            </a:r>
          </a:p>
          <a:p>
            <a:r>
              <a:rPr lang="fr-FR" smtClean="0"/>
              <a:t>11-  TU SAIS CE QUE CACHE MON CŒUR LE PIRE ET LE MEILLEUR 
12-  TU SAIS TOUT DE MOI 
</a:t>
            </a:r>
          </a:p>
          <a:p>
            <a:r>
              <a:rPr lang="fr-FR" smtClean="0"/>
              <a:t>13-  ET SI JE M’ÉLÈVE SUR LES AILES  DE L’AURORE 
14-  TA DROITE ME SAISIRA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18-  YESHOUA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LES CIEUX ET LA TERRE PASSERONT MAIS TU DEMEURERAS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OH, OÙ M’EN ALLER ? 
	7-  JE NE PEUX FUIR DE TOI YESHOUA OÙ ? OÙ ME CACHER ? 
	8-  TON AMOUR ME TROUVERAIT YESHOUA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DANS MES JOURS ET MES NUITS LEVÉ OU ENDORMI 
10-  TU ES AVEC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TU SAIS CE QUE CACHE MON CŒUR LE PIRE ET LE MEILLEUR 
12-  TU SAIS TOUT DE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ET SI JE M’ÉLÈVE SUR LES AILES  DE L’AURORE 
14-  TA DROITE ME SAISIRA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YESHOUA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mtClean="0"/>
              <a:t>5-  LES CIEUX ET LA TERRE PASSERONT MAIS TU DEMEURERAS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OH, OÙ M’EN ALLER ? 
	7-  JE NE PEUX FUIR DE TOI YESHOUA OÙ ? OÙ ME CACHER ? 
	8-  TON AMOUR ME TROUVERAIT YESHOUA 
</a:t>
            </a:r>
          </a:p>
          <a:p>
            <a:r>
              <a:rPr lang="fr-FR" smtClean="0"/>
              <a:t>9-  DANS MES JOURS ET MES NUITS LEVÉ OU ENDORMI 
10-  TU ES AVEC MOI 
</a:t>
            </a:r>
          </a:p>
          <a:p>
            <a:r>
              <a:rPr lang="fr-FR" smtClean="0"/>
              <a:t>11-  TU SAIS CE QUE CACHE MON CŒUR LE PIRE ET LE MEILLEUR 
12-  TU SAIS TOUT DE MOI 
</a:t>
            </a:r>
          </a:p>
          <a:p>
            <a:r>
              <a:rPr lang="fr-FR" smtClean="0"/>
              <a:t>13-  ET SI JE M’ÉLÈVE SUR LES AILES  DE L’AURORE 
14-  TA DROITE ME SAISIRA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18-  YESHOUA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LES CIEUX ET LA TERRE PASSERONT MAIS TU DEMEURERAS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OH, OÙ M’EN ALLER ? 
	7-  JE NE PEUX FUIR DE TOI YESHOUA OÙ ? OÙ ME CACHER ? 
	8-  TON AMOUR ME TROUVERAIT YESHOUA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DANS MES JOURS ET MES NUITS LEVÉ OU ENDORMI 
10-  TU ES AVEC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TU SAIS CE QUE CACHE MON CŒUR LE PIRE ET LE MEILLEUR 
12-  TU SAIS TOUT DE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ET SI JE M’ÉLÈVE SUR LES AILES  DE L’AURORE 
14-  TA DROITE ME SAISIRA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YESHOUA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mtClean="0"/>
              <a:t>5-  LES CIEUX ET LA TERRE PASSERONT MAIS TU DEMEURERAS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OH, OÙ M’EN ALLER ? 
	7-  JE NE PEUX FUIR DE TOI YESHOUA OÙ ? OÙ ME CACHER ? 
	8-  TON AMOUR ME TROUVERAIT YESHOUA 
</a:t>
            </a:r>
          </a:p>
          <a:p>
            <a:r>
              <a:rPr lang="fr-FR" smtClean="0"/>
              <a:t>9-  DANS MES JOURS ET MES NUITS LEVÉ OU ENDORMI 
10-  TU ES AVEC MOI 
</a:t>
            </a:r>
          </a:p>
          <a:p>
            <a:r>
              <a:rPr lang="fr-FR" smtClean="0"/>
              <a:t>11-  TU SAIS CE QUE CACHE MON CŒUR LE PIRE ET LE MEILLEUR 
12-  TU SAIS TOUT DE MOI 
</a:t>
            </a:r>
          </a:p>
          <a:p>
            <a:r>
              <a:rPr lang="fr-FR" smtClean="0"/>
              <a:t>13-  ET SI JE M’ÉLÈVE SUR LES AILES  DE L’AURORE 
14-  TA DROITE ME SAISIRA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18-  YESHOUA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LES CIEUX ET LA TERRE PASSERONT MAIS TU DEMEURERAS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OH, OÙ M’EN ALLER ? 
	7-  JE NE PEUX FUIR DE TOI YESHOUA OÙ ? OÙ ME CACHER ? 
	8-  TON AMOUR ME TROUVERAIT YESHOUA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DANS MES JOURS ET MES NUITS LEVÉ OU ENDORMI 
10-  TU ES AVEC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TU SAIS CE QUE CACHE MON CŒUR LE PIRE ET LE MEILLEUR 
12-  TU SAIS TOUT DE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ET SI JE M’ÉLÈVE SUR LES AILES  DE L’AURORE 
14-  TA DROITE ME SAISIRA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YESHOUA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mtClean="0"/>
              <a:t>5-  LES CIEUX ET LA TERRE PASSERONT MAIS TU DEMEURERAS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OH, OÙ M’EN ALLER ? 
	7-  JE NE PEUX FUIR DE TOI YESHOUA OÙ ? OÙ ME CACHER ? 
	8-  TON AMOUR ME TROUVERAIT YESHOUA 
</a:t>
            </a:r>
          </a:p>
          <a:p>
            <a:r>
              <a:rPr lang="fr-FR" smtClean="0"/>
              <a:t>9-  DANS MES JOURS ET MES NUITS LEVÉ OU ENDORMI 
10-  TU ES AVEC MOI 
</a:t>
            </a:r>
          </a:p>
          <a:p>
            <a:r>
              <a:rPr lang="fr-FR" smtClean="0"/>
              <a:t>11-  TU SAIS CE QUE CACHE MON CŒUR LE PIRE ET LE MEILLEUR 
12-  TU SAIS TOUT DE MOI 
</a:t>
            </a:r>
          </a:p>
          <a:p>
            <a:r>
              <a:rPr lang="fr-FR" smtClean="0"/>
              <a:t>13-  ET SI JE M’ÉLÈVE SUR LES AILES  DE L’AURORE 
14-  TA DROITE ME SAISIRA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18-  YESHOUA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LES CIEUX ET LA TERRE PASSERONT MAIS TU DEMEURERAS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OH, OÙ M’EN ALLER ? 
	7-  JE NE PEUX FUIR DE TOI YESHOUA OÙ ? OÙ ME CACHER ? 
	8-  TON AMOUR ME TROUVERAIT YESHOUA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DANS MES JOURS ET MES NUITS LEVÉ OU ENDORMI 
10-  TU ES AVEC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TU SAIS CE QUE CACHE MON CŒUR LE PIRE ET LE MEILLEUR 
12-  TU SAIS TOUT DE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ET SI JE M’ÉLÈVE SUR LES AILES  DE L’AURORE 
14-  TA DROITE ME SAISIRA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YESHOUA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mtClean="0"/>
              <a:t>5-  LES CIEUX ET LA TERRE PASSERONT MAIS TU DEMEURERAS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OH, OÙ M’EN ALLER ? 
	7-  JE NE PEUX FUIR DE TOI YESHOUA OÙ ? OÙ ME CACHER ? 
	8-  TON AMOUR ME TROUVERAIT YESHOUA 
</a:t>
            </a:r>
          </a:p>
          <a:p>
            <a:r>
              <a:rPr lang="fr-FR" smtClean="0"/>
              <a:t>9-  DANS MES JOURS ET MES NUITS LEVÉ OU ENDORMI 
10-  TU ES AVEC MOI 
</a:t>
            </a:r>
          </a:p>
          <a:p>
            <a:r>
              <a:rPr lang="fr-FR" smtClean="0"/>
              <a:t>11-  TU SAIS CE QUE CACHE MON CŒUR LE PIRE ET LE MEILLEUR 
12-  TU SAIS TOUT DE MOI 
</a:t>
            </a:r>
          </a:p>
          <a:p>
            <a:r>
              <a:rPr lang="fr-FR" smtClean="0"/>
              <a:t>13-  ET SI JE M’ÉLÈVE SUR LES AILES  DE L’AURORE 
14-  TA DROITE ME SAISIRA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18-  YESHOUA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LES CIEUX ET LA TERRE PASSERONT MAIS TU DEMEURERAS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OH, OÙ M’EN ALLER ? 
	7-  JE NE PEUX FUIR DE TOI YESHOUA OÙ ? OÙ ME CACHER ? 
	8-  TON AMOUR ME TROUVERAIT YESHOUA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DANS MES JOURS ET MES NUITS LEVÉ OU ENDORMI 
10-  TU ES AVEC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TU SAIS CE QUE CACHE MON CŒUR LE PIRE ET LE MEILLEUR 
12-  TU SAIS TOUT DE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ET SI JE M’ÉLÈVE SUR LES AILES  DE L’AURORE 
14-  TA DROITE ME SAISIRA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YESHOUA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mtClean="0"/>
              <a:t>5-  LES CIEUX ET LA TERRE PASSERONT MAIS TU DEMEURERAS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OH, OÙ M’EN ALLER ? 
	7-  JE NE PEUX FUIR DE TOI YESHOUA OÙ ? OÙ ME CACHER ? 
	8-  TON AMOUR ME TROUVERAIT YESHOUA 
</a:t>
            </a:r>
          </a:p>
          <a:p>
            <a:r>
              <a:rPr lang="fr-FR" smtClean="0"/>
              <a:t>9-  DANS MES JOURS ET MES NUITS LEVÉ OU ENDORMI 
10-  TU ES AVEC MOI 
</a:t>
            </a:r>
          </a:p>
          <a:p>
            <a:r>
              <a:rPr lang="fr-FR" smtClean="0"/>
              <a:t>11-  TU SAIS CE QUE CACHE MON CŒUR LE PIRE ET LE MEILLEUR 
12-  TU SAIS TOUT DE MOI 
</a:t>
            </a:r>
          </a:p>
          <a:p>
            <a:r>
              <a:rPr lang="fr-FR" smtClean="0"/>
              <a:t>13-  ET SI JE M’ÉLÈVE SUR LES AILES  DE L’AURORE 
14-  TA DROITE ME SAISIRA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18-  YESHOUA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LES CIEUX ET LA TERRE PASSERONT MAIS TU DEMEURERAS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OH, OÙ M’EN ALLER ? 
	7-  JE NE PEUX FUIR DE TOI YESHOUA OÙ ? OÙ ME CACHER ? 
	8-  TON AMOUR ME TROUVERAIT YESHOUA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DANS MES JOURS ET MES NUITS LEVÉ OU ENDORMI 
10-  TU ES AVEC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TU SAIS CE QUE CACHE MON CŒUR LE PIRE ET LE MEILLEUR 
12-  TU SAIS TOUT DE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ET SI JE M’ÉLÈVE SUR LES AILES  DE L’AURORE 
14-  TA DROITE ME SAISIRA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YESHOUA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mtClean="0"/>
              <a:t>5-  LES CIEUX ET LA TERRE PASSERONT MAIS TU DEMEURERAS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OH, OÙ M’EN ALLER ? 
	7-  JE NE PEUX FUIR DE TOI YESHOUA OÙ ? OÙ ME CACHER ? 
	8-  TON AMOUR ME TROUVERAIT YESHOUA 
</a:t>
            </a:r>
          </a:p>
          <a:p>
            <a:r>
              <a:rPr lang="fr-FR" smtClean="0"/>
              <a:t>9-  DANS MES JOURS ET MES NUITS LEVÉ OU ENDORMI 
10-  TU ES AVEC MOI 
</a:t>
            </a:r>
          </a:p>
          <a:p>
            <a:r>
              <a:rPr lang="fr-FR" smtClean="0"/>
              <a:t>11-  TU SAIS CE QUE CACHE MON CŒUR LE PIRE ET LE MEILLEUR 
12-  TU SAIS TOUT DE MOI 
</a:t>
            </a:r>
          </a:p>
          <a:p>
            <a:r>
              <a:rPr lang="fr-FR" smtClean="0"/>
              <a:t>13-  ET SI JE M’ÉLÈVE SUR LES AILES  DE L’AURORE 
14-  TA DROITE ME SAISIRA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18-  YESHOUA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LES CIEUX ET LA TERRE PASSERONT MAIS TU DEMEURERAS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OH, OÙ M’EN ALLER ? 
	7-  JE NE PEUX FUIR DE TOI YESHOUA OÙ ? OÙ ME CACHER ? 
	8-  TON AMOUR ME TROUVERAIT YESHOUA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DANS MES JOURS ET MES NUITS LEVÉ OU ENDORMI 
10-  TU ES AVEC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TU SAIS CE QUE CACHE MON CŒUR LE PIRE ET LE MEILLEUR 
12-  TU SAIS TOUT DE MOI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ET SI JE M’ÉLÈVE SUR LES AILES  DE L’AURORE 
14-  TA DROITE ME SAISIRA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YESHOUA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BÉNI SOIT L’AUBE CLAIRE RÉVÉLANT TA LUMIÈRE 
2-  Ô ÉTOILE DU MATIN 
3-  AUCUN LIEU ICI BAS NE PEUT ME CACHER DE TOI 
4-  Ô ROI DE GLOIRE 
</a:t>
            </a:r>
          </a:p>
          <a:p>
            <a:r>
              <a:rPr lang="fr-FR" smtClean="0"/>
              <a:t>5-  LES CIEUX ET LA TERRE PASSERONT MAIS TU DEMEURERAS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OH, OÙ M’EN ALLER ? 
	7-  JE NE PEUX FUIR DE TOI YESHOUA OÙ ? OÙ ME CACHER ? 
	8-  TON AMOUR ME TROUVERAIT YESHOUA 
</a:t>
            </a:r>
          </a:p>
          <a:p>
            <a:r>
              <a:rPr lang="fr-FR" smtClean="0"/>
              <a:t>9-  DANS MES JOURS ET MES NUITS LEVÉ OU ENDORMI 
10-  TU ES AVEC MOI 
</a:t>
            </a:r>
          </a:p>
          <a:p>
            <a:r>
              <a:rPr lang="fr-FR" smtClean="0"/>
              <a:t>11-  TU SAIS CE QUE CACHE MON CŒUR LE PIRE ET LE MEILLEUR 
12-  TU SAIS TOUT DE MOI 
</a:t>
            </a:r>
          </a:p>
          <a:p>
            <a:r>
              <a:rPr lang="fr-FR" smtClean="0"/>
              <a:t>13-  ET SI JE M’ÉLÈVE SUR LES AILES  DE L’AURORE 
14-  TA DROITE ME SAISIRA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TU TIENS LES ÉTOILES TU ES MAÎTRE DU TEMPS 
16-  TU ES L’AUTEUR DE MON HISTOIRE ALPHA OMEGA, CRÉATEUR DE TOUT 
17-  RIEN NE CONTIENT TA GLOIRE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18-  YESHOUA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SOIT L’AUBE CLAIRE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RÉVÉLANT TA LUMIÈRE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ETOILE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 MATIN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AUCUN LIEU ICI BAS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PEUT ME CACHER DE TOI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 ROI DE GLOIRE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CIEUX ET LA TERRE PASSERONT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TU DEMEURERAS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OH! OÙ M’EN ALLER ?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PEUX FUIR DE TOI, YESHOUA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 ? OÙ ME CACHER ?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ME TROUVERAIT, YESHOUA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MES JOURS ET MES NUITS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LEVÉ OU ENDORMI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AVEC MOI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SAIS CE QUE CACHE MON CŒUR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PIRE ET LE MEILLEUR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SAIS TOUT DE MOI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SI JE M’ÉLÈVE SUR LES AILES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L’AURORE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DROITE ME SAISIRA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TIENS LES ÉTOILES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MAÎTRE DU TEMPS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L’AUTEUR DE MON HISTOIRE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ALPHA,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OMEGA, CRÉATEUR DE TOUT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NE CONTIENT TA GLOIRE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YESHOUA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1670</TotalTime>
  <Words>383</Words>
  <Application>Microsoft Office PowerPoint</Application>
  <PresentationFormat>Affichage à l'écran (4:3)</PresentationFormat>
  <Paragraphs>469</Paragraphs>
  <Slides>17</Slides>
  <Notes>17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184</cp:revision>
  <dcterms:created xsi:type="dcterms:W3CDTF">2002-08-17T10:50:50Z</dcterms:created>
  <dcterms:modified xsi:type="dcterms:W3CDTF">2018-12-30T05:36:53Z</dcterms:modified>
</cp:coreProperties>
</file>