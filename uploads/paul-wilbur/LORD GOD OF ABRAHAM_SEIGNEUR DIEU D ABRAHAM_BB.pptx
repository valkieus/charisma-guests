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3" r:id="rId2"/>
    <p:sldId id="292" r:id="rId3"/>
    <p:sldId id="291" r:id="rId4"/>
    <p:sldId id="290" r:id="rId5"/>
    <p:sldId id="289" r:id="rId6"/>
    <p:sldId id="288" r:id="rId7"/>
    <p:sldId id="287" r:id="rId8"/>
    <p:sldId id="295" r:id="rId9"/>
    <p:sldId id="293" r:id="rId10"/>
    <p:sldId id="285" r:id="rId11"/>
    <p:sldId id="284" r:id="rId12"/>
    <p:sldId id="283" r:id="rId13"/>
    <p:sldId id="294" r:id="rId14"/>
    <p:sldId id="282" r:id="rId15"/>
    <p:sldId id="281" r:id="rId16"/>
    <p:sldId id="280" r:id="rId17"/>
    <p:sldId id="279" r:id="rId18"/>
    <p:sldId id="278" r:id="rId19"/>
    <p:sldId id="277" r:id="rId20"/>
    <p:sldId id="276" r:id="rId21"/>
    <p:sldId id="275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0" autoAdjust="0"/>
    <p:restoredTop sz="38698" autoAdjust="0"/>
  </p:normalViewPr>
  <p:slideViewPr>
    <p:cSldViewPr>
      <p:cViewPr varScale="1">
        <p:scale>
          <a:sx n="25" d="100"/>
          <a:sy n="25" d="100"/>
        </p:scale>
        <p:origin x="-84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30/12/2018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6701001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Abraham Isaac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Israel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ofter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lives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a living sacrifice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exalted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exalted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surrender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sovereign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Abraham...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Abraham Isaac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Israel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 Be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exalted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Abraham...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the Lord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forevermore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Evermore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the Lord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forevermore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Evermore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40666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Abraham Isaac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Israel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ofter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lives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a living sacrifice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exalted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exalted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surrender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sovereign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Abraham...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Abraham Isaac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Israel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 Be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exalted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Abraham...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the Lord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forevermore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Evermore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the Lord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forevermore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Evermore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598169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it be known today that You are God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ofter up our lives As a living sacrifice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 us with Your holy fire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Holy fire...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We've come to worship at Your holy hill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we surrender to Your sovereign will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God of Abraham...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is no other one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now and fill this place Be exalted in our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God...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God of Abraham...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642229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it be known today that You are God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ofter up our lives As a living sacrifice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 us with Your holy fire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Holy fire...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We've come to worship at Your holy hill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we surrender to Your sovereign will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God of Abraham...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is no other one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now and fill this place Be exalted in our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God...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God of Abraham...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082377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it be known today that You are God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ofter up our lives As a living sacrifice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 us with Your holy fire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Holy fire...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We've come to worship at Your holy hill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we surrender to Your sovereign will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God of Abraham...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is no other one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now and fill this place Be exalted in our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God...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God of Abraham...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563843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it be known today that You are God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ofter up our lives As a living sacrifice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 us with Your holy fire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Holy fire...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We've come to worship at Your holy hill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we surrender to Your sovereign will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God of Abraham...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is no other one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now and fill this place Be exalted in our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God...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God of Abraham...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238252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it be known today that You are God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ofter up our lives As a living sacrifice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 us with Your holy fire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Holy fire...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We've come to worship at Your holy hill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we surrender to Your sovereign will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God of Abraham...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is no other one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now and fill this place Be exalted in our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God...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God of Abraham...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578865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it be known today that You are God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ofter up our lives As a living sacrifice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 us with Your holy fire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Holy fire...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We've come to worship at Your holy hill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we surrender to Your sovereign will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God of Abraham...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is no other one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now and fill this place Be exalted in our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God...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God of Abraham...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0293017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it be known today that You are God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ofter up our lives As a living sacrifice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 us with Your holy fire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Holy fire...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We've come to worship at Your holy hill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we surrender to Your sovereign will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God of Abraham...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is no other one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now and fill this place Be exalted in our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God...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God of Abraham...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388714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it be known today that You are God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ofter up our lives As a living sacrifice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 us with Your holy fire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Holy fire...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We've come to worship at Your holy hill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we surrender to Your sovereign will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God of Abraham...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is no other one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now and fill this place Be exalted in our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God...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God of Abraham...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5479076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it be known today that You are God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ofter up our lives As a living sacrifice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 us with Your holy fire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Holy fire...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We've come to worship at Your holy hill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we surrender to Your sovereign will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God of Abraham...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is no other one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now and fill this place Be exalted in our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God...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God of Abraham...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576216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it be known today that You are God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ofter up our lives As a living sacrifice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 us with Your holy fire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Holy fire...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We've come to worship at Your holy hill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we surrender to Your sovereign will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God of Abraham...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is no other one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now and fill this place Be exalted in our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God...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God of Abraham...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447150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it be known today that You are God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ofter up our lives As a living sacrifice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 us with Your holy fire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Holy fire...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We've come to worship at Your holy hill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we surrender to Your sovereign will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God of Abraham...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is no other one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now and fill this place Be exalted in our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God...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God of Abraham...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7984138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it be known today that You are God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ofter up our lives As a living sacrifice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 us with Your holy fire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Holy fire...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We've come to worship at Your holy hill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we surrender to Your sovereign will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God of Abraham...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is no other one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now and fill this place Be exalted in our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God...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God of Abraham...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6426657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it be known today that You are God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ofter up our lives As a living sacrifice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 us with Your holy fire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Holy fire...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We've come to worship at Your holy hill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we surrender to Your sovereign will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God of Abraham...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is no other one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now and fill this place Be exalted in our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God...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God of Abraham...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1819156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it be known today that You are God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ofter up our lives As a living sacrifice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 us with Your holy fire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Holy fire...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We've come to worship at Your holy hill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we surrender to Your sovereign will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God of Abraham...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is no other one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now and fill this place Be exalted in our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God...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God of Abraham...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8752845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it be known today that You are God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ofter up our lives As a living sacrifice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 us with Your holy fire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Holy fire...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We've come to worship at Your holy hill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we surrender to Your sovereign will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God of Abraham...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is no other one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now and fill this place Be exalted in our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God...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God of Abraham...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375542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it be known today that You are God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ofter up our lives As a living sacrifice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 us with Your holy fire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Holy fire...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We've come to worship at Your holy hill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we surrender to Your sovereign will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God of Abraham...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is no other one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now and fill this place Be exalted in our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God...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God of Abraham...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1775530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it be known today that You are God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ofter up our lives As a living sacrifice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 us with Your holy fire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Holy fire...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We've come to worship at Your holy hill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we surrender to Your sovereign will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God of Abraham...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is no other one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now and fill this place Be exalted in our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God...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God of Abraham...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0021447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it be known today that You are God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ofter up our lives As a living sacrifice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 us with Your holy fire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Holy fire...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We've come to worship at Your holy hill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we surrender to Your sovereign will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God of Abraham...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is no other one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now and fill this place Be exalted in our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God...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God of Abraham...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0480418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QUE L’ON SACHE AUJOURD’HUI  QUE TU ES DIEU 
Let it be known today that You are God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NOUS TE DONNONS NOS VIES TEL UN SACRIFICE VIVANT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ofter up our lives As a living sacrifice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PURIFIE-NOUS  DE TON DIVIN FEU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Purify us with Your holy fire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DIVIN FEU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Holy fire...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CELUI QUI EST SAINT 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NOUS VENONS ADORER  À TA MONTAGNE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We've come to worship at Your holy hill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CELUI QUI EST SAINT TU ES HAUTEMENT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holy One Highly exalted One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9-  NOUS NOUS SOUMETTONS  À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And we surrender to Your sovereign will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OH ! SEIGNEUR DIEU D’ABRAHAM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Oh Lord God of Abraham...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SEIGNEUR DIEU D’ABRAHAM ISAAC ET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God of Abraham Isaac and Israel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L’ON SACHE AUJOURD’HUI  QUE TU ES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IL N’Y A PERSONNE COMME TOI 
There is no other one like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VIENS ET REMPLIS CE LIEU SOIS EXALTÉ PAR NOS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 now and fill this place Be exalted in our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L’ON SACHE AUJOURD’HUI  QUE TU ES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it be known today that You are God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ES DIEU 
You are God...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OH ! SEIGNEUR DIEU D’ABRAHAM 
Oh Lord God of Abraham...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CAR LE SEIGNEUR EST DIEU CAR LE SEIGNEUR EST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CAR LE SEIGNEUR EST DIEU CAR LE SEIGNEUR EST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the Lord He is God For the Lord He is God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ET IL RÉGNERA À JAMAIS À JAMAIS 
And He shall reign forevermore Evermore...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2-  QUE L’ON SACHE AUJOURD’HUI  QUE TU ES DIEU 
Let it be known today that You are God</a:t>
            </a:r>
          </a:p>
          <a:p>
            <a:endParaRPr lang="fr-FR" smtClean="0"/>
          </a:p>
          <a:p>
            <a:r>
              <a:rPr lang="fr-FR" smtClean="0"/>
              <a:t>3-  NOUS TE DONNONS NOS VIES TEL UN SACRIFICE VIVANT </a:t>
            </a:r>
          </a:p>
          <a:p>
            <a:r>
              <a:rPr lang="fr-FR" smtClean="0"/>
              <a:t>We ofter up our lives As a living sacrifice</a:t>
            </a:r>
          </a:p>
          <a:p>
            <a:r>
              <a:rPr lang="fr-FR" smtClean="0"/>
              <a:t>
4-  PURIFIE-NOUS  DE TON DIVIN FEU </a:t>
            </a:r>
          </a:p>
          <a:p>
            <a:r>
              <a:rPr lang="fr-FR" smtClean="0"/>
              <a:t>Purify us with Your holy fire</a:t>
            </a:r>
          </a:p>
          <a:p>
            <a:r>
              <a:rPr lang="fr-FR" smtClean="0"/>
              <a:t>
5-  DIVIN FEU</a:t>
            </a:r>
          </a:p>
          <a:p>
            <a:r>
              <a:rPr lang="fr-FR" smtClean="0"/>
              <a:t> Holy fire...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CELUI QUI EST SAINT 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
	7-  NOUS VENONS ADORER  À TA MONTAGNE </a:t>
            </a:r>
          </a:p>
          <a:p>
            <a:r>
              <a:rPr lang="fr-FR" smtClean="0"/>
              <a:t>	We've come to worship at Your holy hill</a:t>
            </a:r>
            <a:br>
              <a:rPr lang="fr-FR" smtClean="0"/>
            </a:br>
            <a:r>
              <a:rPr lang="fr-FR" smtClean="0"/>
              <a:t>
	8-  CELUI QUI EST SAINT TU ES HAUTEMENT ÉLEVÉ </a:t>
            </a:r>
          </a:p>
          <a:p>
            <a:r>
              <a:rPr lang="fr-FR" smtClean="0"/>
              <a:t>	You are the holy One Highly exalted One</a:t>
            </a:r>
            <a:br>
              <a:rPr lang="fr-FR" smtClean="0"/>
            </a:br>
            <a:r>
              <a:rPr lang="fr-FR" smtClean="0"/>
              <a:t> 
	9-  NOUS NOUS SOUMETTONS  À TA VOLONTÉ </a:t>
            </a:r>
          </a:p>
          <a:p>
            <a:r>
              <a:rPr lang="fr-FR" smtClean="0"/>
              <a:t>	And we surrender to Your sovereign will</a:t>
            </a:r>
            <a:br>
              <a:rPr lang="fr-FR" smtClean="0"/>
            </a:br>
            <a:r>
              <a:rPr lang="fr-FR" smtClean="0"/>
              <a:t>
	10-  OH ! SEIGNEUR DIEU D’ABRAHAM </a:t>
            </a:r>
          </a:p>
          <a:p>
            <a:r>
              <a:rPr lang="fr-FR" smtClean="0"/>
              <a:t>	Oh Lord God of Abraham...</a:t>
            </a:r>
          </a:p>
          <a:p>
            <a:r>
              <a:rPr lang="fr-FR" smtClean="0"/>
              <a:t>
11-  SEIGNEUR DIEU D’ABRAHAM ISAAC ET ISRAËL </a:t>
            </a:r>
          </a:p>
          <a:p>
            <a:r>
              <a:rPr lang="fr-FR" smtClean="0"/>
              <a:t>Lord God of Abraham Isaac and Israel</a:t>
            </a:r>
            <a:br>
              <a:rPr lang="fr-FR" smtClean="0"/>
            </a:br>
            <a:r>
              <a:rPr lang="fr-FR" smtClean="0"/>
              <a:t>
12-  QUE L’ON SACHE AUJOURD’HUI  QUE TU ES DIEU </a:t>
            </a:r>
          </a:p>
          <a:p>
            <a:r>
              <a:rPr lang="fr-FR" smtClean="0"/>
              <a:t>Let it be known today that You are God</a:t>
            </a:r>
            <a:br>
              <a:rPr lang="fr-FR" smtClean="0"/>
            </a:br>
            <a:r>
              <a:rPr lang="fr-FR" smtClean="0"/>
              <a:t>
13-  IL N’Y A PERSONNE COMME TOI 
There is no other one like You</a:t>
            </a:r>
          </a:p>
          <a:p>
            <a:endParaRPr lang="fr-FR" smtClean="0"/>
          </a:p>
          <a:p>
            <a:r>
              <a:rPr lang="fr-FR" smtClean="0"/>
              <a:t>14-  VIENS ET REMPLIS CE LIEU SOIS EXALTÉ PAR NOS LOUANGES </a:t>
            </a:r>
          </a:p>
          <a:p>
            <a:r>
              <a:rPr lang="fr-FR" smtClean="0"/>
              <a:t>Come now and fill this place Be exalted in our praise</a:t>
            </a:r>
          </a:p>
          <a:p>
            <a:r>
              <a:rPr lang="fr-FR" smtClean="0"/>
              <a:t>
15-  QUE L’ON SACHE AUJOURD’HUI  QUE TU ES DIEU</a:t>
            </a:r>
          </a:p>
          <a:p>
            <a:r>
              <a:rPr lang="fr-FR" smtClean="0"/>
              <a:t>Let it be known today that You are God </a:t>
            </a:r>
          </a:p>
          <a:p>
            <a:r>
              <a:rPr lang="fr-FR" smtClean="0"/>
              <a:t>
16-  TU ES DIEU 
You are God...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OH ! SEIGNEUR DIEU D’ABRAHAM 
Oh Lord God of Abraham...</a:t>
            </a:r>
          </a:p>
          <a:p>
            <a:endParaRPr lang="fr-FR" smtClean="0"/>
          </a:p>
          <a:p>
            <a:r>
              <a:rPr lang="fr-FR" smtClean="0"/>
              <a:t>18-  CAR LE SEIGNEUR EST DIEU CAR LE SEIGNEUR EST DIEU </a:t>
            </a:r>
          </a:p>
          <a:p>
            <a:r>
              <a:rPr lang="fr-FR" smtClean="0"/>
              <a:t>For the Lord He is God For the Lord He is God</a:t>
            </a:r>
            <a:br>
              <a:rPr lang="fr-FR" smtClean="0"/>
            </a:br>
            <a:r>
              <a:rPr lang="fr-FR" smtClean="0"/>
              <a:t>
19-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20-  CAR LE SEIGNEUR EST DIEU CAR LE SEIGNEUR EST DIEU</a:t>
            </a:r>
          </a:p>
          <a:p>
            <a:r>
              <a:rPr lang="fr-FR" smtClean="0"/>
              <a:t>For the Lord He is God For the Lord He is God</a:t>
            </a:r>
          </a:p>
          <a:p>
            <a:r>
              <a:rPr lang="fr-FR" smtClean="0"/>
              <a:t>
21-  ET IL RÉGNERA À JAMAIS À JAMAIS 
And He shall reign forevermore Evermore...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938441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DIEU D’ABRAHAM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ISAAC ET ISRAËL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L’ON SACHE AUJOURD’HUI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ES DIEU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TE DONNONS NOS VIES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TEL UN SACRIFICE VIVANT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PURIFIE-NOUS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TON DIVIN FEU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DIVIN FEU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 QUI EST SAINT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HAUTEMENT ÉLEVÉ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VENONS ADORER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TA MONTAGNE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 QUI EST SAINT TU 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HAUTEMENT ÉLEVÉ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NOUS SOUMETTONS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TA VOLONTÉ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 ! SEIGNEUR DIEU D’ABRAHAM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DIEU D’ABRAHAM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ISAAC ET ISRAËL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L’ON SACHE AUJOURD’HUI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ES DIEU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N’Y A PERSONNE COMME TOI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ET REMPLIS CE LIEU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SOIS EXALTÉ PAR NOS LOUANGES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L’ON SACHE AUJOURD’HUI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ES DIEU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DIEU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 ! SEIGNEUR DIEU D’ABRAHAM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LE SEIGNEUR EST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LE SEIGNEUR EST DIEU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RÉGNERA À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JAMAIS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LE SEIGNEUR EST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LE SEIGNEUR EST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RÉGNERA À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JAMAIS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1670</TotalTime>
  <Words>719</Words>
  <Application>Microsoft Office PowerPoint</Application>
  <PresentationFormat>Affichage à l'écran (4:3)</PresentationFormat>
  <Paragraphs>1549</Paragraphs>
  <Slides>21</Slides>
  <Notes>21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2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179</cp:revision>
  <dcterms:created xsi:type="dcterms:W3CDTF">2002-08-17T10:50:50Z</dcterms:created>
  <dcterms:modified xsi:type="dcterms:W3CDTF">2018-12-30T07:56:08Z</dcterms:modified>
</cp:coreProperties>
</file>