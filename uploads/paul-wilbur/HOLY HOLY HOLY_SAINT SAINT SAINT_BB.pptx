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82" r:id="rId3"/>
    <p:sldId id="281" r:id="rId4"/>
    <p:sldId id="280" r:id="rId5"/>
    <p:sldId id="279" r:id="rId6"/>
    <p:sldId id="278" r:id="rId7"/>
    <p:sldId id="277" r:id="rId8"/>
    <p:sldId id="283" r:id="rId9"/>
    <p:sldId id="276" r:id="rId10"/>
    <p:sldId id="275" r:id="rId11"/>
    <p:sldId id="284" r:id="rId12"/>
    <p:sldId id="274" r:id="rId13"/>
    <p:sldId id="273" r:id="rId14"/>
    <p:sldId id="285" r:id="rId15"/>
    <p:sldId id="286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56330" autoAdjust="0"/>
  </p:normalViewPr>
  <p:slideViewPr>
    <p:cSldViewPr>
      <p:cViewPr varScale="1">
        <p:scale>
          <a:sx n="38" d="100"/>
          <a:sy n="38" d="100"/>
        </p:scale>
        <p:origin x="-48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777554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1327414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3430788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3139166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3990747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2311769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2296846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4216469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215114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155431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3646994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1568286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2174611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3852008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SAINT SAINT EST LE SEIGNEUR   X2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SAINT SAINT EST LE SEIGNEUR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24288765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SAINT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SAINT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LE SEIGNEUR   X2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SAINT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14-  SAINT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LE SEIGNEUR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SAINT EST LE SEIGNEUR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 SAINT SAINT EST LE DIEU D’ISRAËL 
2-  LES ANCIENS SE PROSTERNENT QUAND LA VOIX DES ANGES S’ÉLÈVE 
3-  LE PARFUM DE L’ENCENS ENVIRONNE TON TRÔNE DE GRÂCE 
4-  PROSTERNÉS NOUS T’ADORONS DEVANT LA GLOIRE DE TA FACE 
5-  NOUS CRIONS</a:t>
            </a:r>
          </a:p>
          <a:p>
            <a:r>
              <a:rPr lang="fr-FR" smtClean="0"/>
              <a:t>
	6-  SAINT SAINT SAINT EST LE SEIGNEUR   X2
</a:t>
            </a:r>
          </a:p>
          <a:p>
            <a:r>
              <a:rPr lang="fr-FR" smtClean="0"/>
              <a:t>7-  SAINT SAINT SAINT 
8-  EST LE CHANT QU’ENTONNENT LES CIEUX 
9-  LA CRÉATION LE LOUE ALLÉLUIA ELOHIM 
10-  VIENS RÉGNER POUR TOUJOURS 
11-  ROI DES ROIS SEIGNEUR DES SEIGNEURS 
12-  LÈVE TA TÊTE OH SION OUVRE BIEN GRAND TES LINTEAUX 
13-  ET CRIE </a:t>
            </a:r>
          </a:p>
          <a:p>
            <a:r>
              <a:rPr lang="fr-FR" smtClean="0"/>
              <a:t>
	14-  SAINT SAINT SAINT EST LE SEIGNEUR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SAINT EST LE SEIGNEUR 
</a:t>
            </a:r>
          </a:p>
        </p:txBody>
      </p:sp>
    </p:spTree>
    <p:extLst>
      <p:ext uri="{BB962C8B-B14F-4D97-AF65-F5344CB8AC3E}">
        <p14:creationId xmlns="" xmlns:p14="http://schemas.microsoft.com/office/powerpoint/2010/main" val="1496408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LE DIEU D’ISRAËL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ANCIENS SE PROSTERNENT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VOIX DES ANGES S’ÉLÈVE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53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PARFUM DE L’ENCENS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ENVIRONNE TON TRÔNE DE GRÂCE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7022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PROSTERNÉS,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T’ADORONS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LA GLOIRE DE TA FACE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4200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CRIONS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6355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LE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040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2700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LE CHANT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QU’ENTONNENT LES CIEUX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3024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CRÉATION LE LOUE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 ÉLOHIM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1217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RÉGNER POUR TOUJOURS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1751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DES ROIS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DES SEIGNEURS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625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TA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TÊTE,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BIEN GRAND TES LINTEAUX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3139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CRIE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9001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LE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63771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 EST LE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7859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340</Words>
  <Application>Microsoft Office PowerPoint</Application>
  <PresentationFormat>Affichage à l'écran (4:3)</PresentationFormat>
  <Paragraphs>235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171</cp:revision>
  <dcterms:created xsi:type="dcterms:W3CDTF">2002-08-17T10:50:50Z</dcterms:created>
  <dcterms:modified xsi:type="dcterms:W3CDTF">2018-12-30T06:09:49Z</dcterms:modified>
</cp:coreProperties>
</file>