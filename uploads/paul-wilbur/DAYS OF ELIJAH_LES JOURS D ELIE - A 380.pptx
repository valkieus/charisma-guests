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327" r:id="rId2"/>
    <p:sldId id="332" r:id="rId3"/>
    <p:sldId id="341" r:id="rId4"/>
    <p:sldId id="331" r:id="rId5"/>
    <p:sldId id="354" r:id="rId6"/>
    <p:sldId id="333" r:id="rId7"/>
    <p:sldId id="355" r:id="rId8"/>
    <p:sldId id="334" r:id="rId9"/>
    <p:sldId id="335" r:id="rId10"/>
    <p:sldId id="336" r:id="rId11"/>
    <p:sldId id="356" r:id="rId12"/>
    <p:sldId id="357" r:id="rId13"/>
    <p:sldId id="337" r:id="rId14"/>
    <p:sldId id="359" r:id="rId15"/>
    <p:sldId id="360" r:id="rId16"/>
    <p:sldId id="344" r:id="rId17"/>
    <p:sldId id="361" r:id="rId18"/>
    <p:sldId id="362" r:id="rId19"/>
    <p:sldId id="345" r:id="rId20"/>
    <p:sldId id="358" r:id="rId21"/>
    <p:sldId id="363" r:id="rId22"/>
    <p:sldId id="364" r:id="rId23"/>
    <p:sldId id="365" r:id="rId24"/>
    <p:sldId id="366" r:id="rId25"/>
    <p:sldId id="367" r:id="rId26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28389" autoAdjust="0"/>
    <p:restoredTop sz="38532" autoAdjust="0"/>
  </p:normalViewPr>
  <p:slideViewPr>
    <p:cSldViewPr>
      <p:cViewPr varScale="1">
        <p:scale>
          <a:sx n="25" d="100"/>
          <a:sy n="25" d="100"/>
        </p:scale>
        <p:origin x="-570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253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1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65B529DF-46F8-404C-A7A0-3306C9DB2526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VOICI VENUS LES JOURS D’ÉLIE DÉCLARANT LA PAROLE DU SEIGNEUR </a:t>
            </a:r>
          </a:p>
          <a:p>
            <a:r>
              <a:rPr lang="fr-FR" smtClean="0"/>
              <a:t>2-  VOICI LES JOURS DE TON SERVITEUR MOÏSE</a:t>
            </a:r>
          </a:p>
          <a:p>
            <a:r>
              <a:rPr lang="fr-FR" smtClean="0"/>
              <a:t>3-  LA JUSTICE EST DANS MON COEUR</a:t>
            </a:r>
          </a:p>
          <a:p>
            <a:r>
              <a:rPr lang="fr-FR" smtClean="0"/>
              <a:t>4-  ET PENDANT CES JOURS DE GRANDE ÉPREUVE</a:t>
            </a:r>
          </a:p>
          <a:p>
            <a:r>
              <a:rPr lang="fr-FR" smtClean="0"/>
              <a:t>5-  DE FAMINE, DE TÉNÈBRE ET SOIF</a:t>
            </a:r>
          </a:p>
          <a:p>
            <a:r>
              <a:rPr lang="fr-FR" smtClean="0"/>
              <a:t>6-  NOUS SOMMES CETTE VOIX DANS LE DÉSERT QUI CRIE</a:t>
            </a:r>
          </a:p>
          <a:p>
            <a:r>
              <a:rPr lang="fr-FR" smtClean="0"/>
              <a:t>7-  PRÉPAREZ LE CHEMIN DU SEIGNEUR</a:t>
            </a:r>
          </a:p>
          <a:p>
            <a:endParaRPr lang="fr-FR" smtClean="0"/>
          </a:p>
          <a:p>
            <a:r>
              <a:rPr lang="fr-FR" smtClean="0"/>
              <a:t>	8-  GLORIEUX IL VIENT AU-DESSUS DES CIEUX</a:t>
            </a:r>
          </a:p>
          <a:p>
            <a:r>
              <a:rPr lang="fr-FR" smtClean="0"/>
              <a:t>	9-  BRILLANT COMME LE SOLEIL AU SON DES TROMPETTES</a:t>
            </a:r>
          </a:p>
          <a:p>
            <a:r>
              <a:rPr lang="fr-FR" smtClean="0"/>
              <a:t>	10-  ÉLÈVE TA VOIX C’EST L’ANNÉE DE JUBILÉ</a:t>
            </a:r>
          </a:p>
          <a:p>
            <a:r>
              <a:rPr lang="fr-FR" smtClean="0"/>
              <a:t>	11-  ET DU MONT SION LE SALUT VIENT                   X2</a:t>
            </a:r>
          </a:p>
          <a:p>
            <a:endParaRPr lang="fr-FR" smtClean="0"/>
          </a:p>
          <a:p>
            <a:r>
              <a:rPr lang="fr-FR" smtClean="0"/>
              <a:t>12-  VOICI LES JOURS DE TON PROPHÈTE</a:t>
            </a:r>
          </a:p>
          <a:p>
            <a:r>
              <a:rPr lang="fr-FR" smtClean="0"/>
              <a:t>13-  LES OSSEMENTS SONT DEVENUS CHAIR</a:t>
            </a:r>
          </a:p>
          <a:p>
            <a:r>
              <a:rPr lang="fr-FR" smtClean="0"/>
              <a:t>14-  VOICI LES JOURS DE TON SERVITEUR DAVID</a:t>
            </a:r>
          </a:p>
          <a:p>
            <a:r>
              <a:rPr lang="fr-FR" smtClean="0"/>
              <a:t>15-  CONSTRUISANT UN TEMPLE DE LOUANGES</a:t>
            </a:r>
          </a:p>
          <a:p>
            <a:r>
              <a:rPr lang="fr-FR" smtClean="0"/>
              <a:t>16-  VOICI LES JOURS DE LA RÉCOLTE</a:t>
            </a:r>
          </a:p>
          <a:p>
            <a:r>
              <a:rPr lang="fr-FR" smtClean="0"/>
              <a:t>17-  C'EST LE TEMPS DE LA GRANDE MOISSON </a:t>
            </a:r>
          </a:p>
          <a:p>
            <a:r>
              <a:rPr lang="fr-FR" smtClean="0"/>
              <a:t>18-  NOUS SOMMES LES OUVRIERS DE TA VIGNE, SEIGNEUR</a:t>
            </a:r>
          </a:p>
          <a:p>
            <a:r>
              <a:rPr lang="fr-FR" smtClean="0"/>
              <a:t>19-  DÉCLARANT LA PAROLE DU SEIGNEUR</a:t>
            </a:r>
          </a:p>
          <a:p>
            <a:endParaRPr lang="fr-FR" smtClean="0"/>
          </a:p>
          <a:p>
            <a:r>
              <a:rPr lang="fr-FR" smtClean="0"/>
              <a:t>20-  NUL N'EST SEMBLABLE À YAHVÉ</a:t>
            </a:r>
          </a:p>
          <a:p>
            <a:endParaRPr lang="fr-FR" smtClean="0"/>
          </a:p>
          <a:p>
            <a:r>
              <a:rPr lang="fr-FR" smtClean="0"/>
              <a:t>
21-  À CELUI QUI ÉTAIT  ET QUI EST, QUI REVIENT  </a:t>
            </a:r>
          </a:p>
          <a:p>
            <a:r>
              <a:rPr lang="fr-FR" smtClean="0"/>
              <a:t> 
22-  ADONAÏ, ELOHIM TSÉVAHOT </a:t>
            </a:r>
          </a:p>
          <a:p>
            <a:r>
              <a:rPr lang="fr-FR" smtClean="0"/>
              <a:t>
23-  SAINT, SAINT, SAINT </a:t>
            </a:r>
          </a:p>
          <a:p>
            <a:r>
              <a:rPr lang="fr-FR" smtClean="0"/>
              <a:t>
24-  Ô SEIGNEUR NOTRE DIEU, ROI DES CIEUX   </a:t>
            </a:r>
          </a:p>
          <a:p>
            <a:r>
              <a:rPr lang="fr-FR" smtClean="0"/>
              <a:t>
25-  KADOSH, KADOSH, KADOSH  
</a:t>
            </a:r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VOICI VENUS LES JOURS D’ÉLIE DÉCLARANT LA PAROLE DU SEIGNEUR </a:t>
            </a:r>
          </a:p>
          <a:p>
            <a:pPr eaLnBrk="1" hangingPunct="1"/>
            <a:r>
              <a:rPr lang="fr-FR" smtClean="0"/>
              <a:t>2-  VOICI LES JOURS DE TON SERVITEUR MOÏSE</a:t>
            </a:r>
          </a:p>
          <a:p>
            <a:pPr eaLnBrk="1" hangingPunct="1"/>
            <a:r>
              <a:rPr lang="fr-FR" smtClean="0"/>
              <a:t>3-  LA JUSTICE EST DANS MON COEUR</a:t>
            </a:r>
          </a:p>
          <a:p>
            <a:pPr eaLnBrk="1" hangingPunct="1"/>
            <a:r>
              <a:rPr lang="fr-FR" smtClean="0"/>
              <a:t>4-  ET PENDANT CES JOURS DE GRANDE ÉPREUVE</a:t>
            </a:r>
          </a:p>
          <a:p>
            <a:pPr eaLnBrk="1" hangingPunct="1"/>
            <a:r>
              <a:rPr lang="fr-FR" smtClean="0"/>
              <a:t>5-  DE FAMINE, DE TÉNÈBRE ET SOIF</a:t>
            </a:r>
          </a:p>
          <a:p>
            <a:pPr eaLnBrk="1" hangingPunct="1"/>
            <a:r>
              <a:rPr lang="fr-FR" smtClean="0"/>
              <a:t>6-  NOUS SOMMES CETTE VOIX DANS LE DÉSERT QUI CRIE</a:t>
            </a:r>
          </a:p>
          <a:p>
            <a:pPr eaLnBrk="1" hangingPunct="1"/>
            <a:r>
              <a:rPr lang="fr-FR" smtClean="0"/>
              <a:t>7-  PRÉPAREZ LE CHEMIN DU SEIGNEUR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8-  GLORIEUX IL VIENT AU-DESSUS DES CIEUX</a:t>
            </a:r>
          </a:p>
          <a:p>
            <a:pPr eaLnBrk="1" hangingPunct="1"/>
            <a:r>
              <a:rPr lang="fr-FR" smtClean="0"/>
              <a:t>	9-  BRILLANT COMME LE SOLEIL AU SON DES TROMPETTES</a:t>
            </a:r>
          </a:p>
          <a:p>
            <a:pPr eaLnBrk="1" hangingPunct="1"/>
            <a:r>
              <a:rPr lang="fr-FR" smtClean="0"/>
              <a:t>	10-  ÉLÈVE TA VOIX C’EST L’ANNÉE DE JUBILÉ</a:t>
            </a:r>
          </a:p>
          <a:p>
            <a:pPr eaLnBrk="1" hangingPunct="1"/>
            <a:r>
              <a:rPr lang="fr-FR" smtClean="0"/>
              <a:t>	11-  ET DU MONT SION LE SALUT VIENT                   X2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12-  VOICI LES JOURS DE TON PROPHÈTE</a:t>
            </a:r>
          </a:p>
          <a:p>
            <a:pPr eaLnBrk="1" hangingPunct="1"/>
            <a:r>
              <a:rPr lang="fr-FR" smtClean="0"/>
              <a:t>13-  LES OSSEMENTS SONT DEVENUS CHAIR</a:t>
            </a:r>
          </a:p>
          <a:p>
            <a:pPr eaLnBrk="1" hangingPunct="1"/>
            <a:r>
              <a:rPr lang="fr-FR" smtClean="0"/>
              <a:t>14-  VOICI LES JOURS DE TON SERVITEUR DAVID</a:t>
            </a:r>
          </a:p>
          <a:p>
            <a:pPr eaLnBrk="1" hangingPunct="1"/>
            <a:r>
              <a:rPr lang="fr-FR" smtClean="0"/>
              <a:t>15-  CONSTRUISANT UN TEMPLE DE LOUANGES</a:t>
            </a:r>
          </a:p>
          <a:p>
            <a:pPr eaLnBrk="1" hangingPunct="1"/>
            <a:r>
              <a:rPr lang="fr-FR" smtClean="0"/>
              <a:t>16-  VOICI LES JOURS DE LA RÉCOLTE</a:t>
            </a:r>
          </a:p>
          <a:p>
            <a:pPr eaLnBrk="1" hangingPunct="1"/>
            <a:r>
              <a:rPr lang="fr-FR" smtClean="0"/>
              <a:t>17-  C'EST LE TEMPS DE LA GRANDE MOISSON </a:t>
            </a:r>
          </a:p>
          <a:p>
            <a:pPr eaLnBrk="1" hangingPunct="1"/>
            <a:r>
              <a:rPr lang="fr-FR" smtClean="0"/>
              <a:t>18-  NOUS SOMMES LES OUVRIERS DE TA VIGNE, SEIGNEUR</a:t>
            </a:r>
          </a:p>
          <a:p>
            <a:pPr eaLnBrk="1" hangingPunct="1"/>
            <a:r>
              <a:rPr lang="fr-FR" smtClean="0"/>
              <a:t>19-  DÉCLARANT LA PAROLE DU SEIGNEUR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20-  NUL N'EST SEMBLABLE À YAHVÉ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
21-  À CELUI QUI ÉTAIT  ET QUI EST, QUI REVIENT  </a:t>
            </a:r>
          </a:p>
          <a:p>
            <a:pPr eaLnBrk="1" hangingPunct="1"/>
            <a:r>
              <a:rPr lang="fr-FR" smtClean="0"/>
              <a:t> 
22-  ADONAÏ, ELOHIM TSÉVAHOT </a:t>
            </a:r>
          </a:p>
          <a:p>
            <a:pPr eaLnBrk="1" hangingPunct="1"/>
            <a:r>
              <a:rPr lang="fr-FR" smtClean="0"/>
              <a:t>
23-  SAINT, SAINT, SAINT </a:t>
            </a:r>
          </a:p>
          <a:p>
            <a:pPr eaLnBrk="1" hangingPunct="1"/>
            <a:r>
              <a:rPr lang="fr-FR" smtClean="0"/>
              <a:t>
24-  Ô SEIGNEUR NOTRE DIEU, ROI DES CIEUX   </a:t>
            </a:r>
          </a:p>
          <a:p>
            <a:pPr eaLnBrk="1" hangingPunct="1"/>
            <a:r>
              <a:rPr lang="fr-FR" smtClean="0"/>
              <a:t>
25-  KADOSH, KADOSH, KADOSH  
</a:t>
            </a:r>
            <a:endParaRPr lang="fr-FR" dirty="0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VOICI VENUS LES JOURS D’ÉLIE DÉCLARANT LA PAROLE DU SEIGNEUR </a:t>
            </a:r>
          </a:p>
          <a:p>
            <a:r>
              <a:rPr lang="fr-FR" smtClean="0"/>
              <a:t>2-  VOICI LES JOURS DE TON SERVITEUR MOÏSE</a:t>
            </a:r>
          </a:p>
          <a:p>
            <a:r>
              <a:rPr lang="fr-FR" smtClean="0"/>
              <a:t>3-  LA JUSTICE EST DANS MON COEUR</a:t>
            </a:r>
          </a:p>
          <a:p>
            <a:r>
              <a:rPr lang="fr-FR" smtClean="0"/>
              <a:t>4-  ET PENDANT CES JOURS DE GRANDE ÉPREUVE</a:t>
            </a:r>
          </a:p>
          <a:p>
            <a:r>
              <a:rPr lang="fr-FR" smtClean="0"/>
              <a:t>5-  DE FAMINE, DE TÉNÈBRE ET SOIF</a:t>
            </a:r>
          </a:p>
          <a:p>
            <a:r>
              <a:rPr lang="fr-FR" smtClean="0"/>
              <a:t>6-  NOUS SOMMES CETTE VOIX DANS LE DÉSERT QUI CRIE</a:t>
            </a:r>
          </a:p>
          <a:p>
            <a:r>
              <a:rPr lang="fr-FR" smtClean="0"/>
              <a:t>7-  PRÉPAREZ LE CHEMIN DU SEIGNEUR</a:t>
            </a:r>
          </a:p>
          <a:p>
            <a:endParaRPr lang="fr-FR" smtClean="0"/>
          </a:p>
          <a:p>
            <a:r>
              <a:rPr lang="fr-FR" smtClean="0"/>
              <a:t>	8-  GLORIEUX IL VIENT AU-DESSUS DES CIEUX</a:t>
            </a:r>
          </a:p>
          <a:p>
            <a:r>
              <a:rPr lang="fr-FR" smtClean="0"/>
              <a:t>	9-  BRILLANT COMME LE SOLEIL AU SON DES TROMPETTES</a:t>
            </a:r>
          </a:p>
          <a:p>
            <a:r>
              <a:rPr lang="fr-FR" smtClean="0"/>
              <a:t>	10-  ÉLÈVE TA VOIX C’EST L’ANNÉE DE JUBILÉ</a:t>
            </a:r>
          </a:p>
          <a:p>
            <a:r>
              <a:rPr lang="fr-FR" smtClean="0"/>
              <a:t>	11-  ET DU MONT SION LE SALUT VIENT                   X2</a:t>
            </a:r>
          </a:p>
          <a:p>
            <a:endParaRPr lang="fr-FR" smtClean="0"/>
          </a:p>
          <a:p>
            <a:r>
              <a:rPr lang="fr-FR" smtClean="0"/>
              <a:t>12-  VOICI LES JOURS DE TON PROPHÈTE</a:t>
            </a:r>
          </a:p>
          <a:p>
            <a:r>
              <a:rPr lang="fr-FR" smtClean="0"/>
              <a:t>13-  LES OSSEMENTS SONT DEVENUS CHAIR</a:t>
            </a:r>
          </a:p>
          <a:p>
            <a:r>
              <a:rPr lang="fr-FR" smtClean="0"/>
              <a:t>14-  VOICI LES JOURS DE TON SERVITEUR DAVID</a:t>
            </a:r>
          </a:p>
          <a:p>
            <a:r>
              <a:rPr lang="fr-FR" smtClean="0"/>
              <a:t>15-  CONSTRUISANT UN TEMPLE DE LOUANGES</a:t>
            </a:r>
          </a:p>
          <a:p>
            <a:r>
              <a:rPr lang="fr-FR" smtClean="0"/>
              <a:t>16-  VOICI LES JOURS DE LA RÉCOLTE</a:t>
            </a:r>
          </a:p>
          <a:p>
            <a:r>
              <a:rPr lang="fr-FR" smtClean="0"/>
              <a:t>17-  C'EST LE TEMPS DE LA GRANDE MOISSON </a:t>
            </a:r>
          </a:p>
          <a:p>
            <a:r>
              <a:rPr lang="fr-FR" smtClean="0"/>
              <a:t>18-  NOUS SOMMES LES OUVRIERS DE TA VIGNE, SEIGNEUR</a:t>
            </a:r>
          </a:p>
          <a:p>
            <a:r>
              <a:rPr lang="fr-FR" smtClean="0"/>
              <a:t>19-  DÉCLARANT LA PAROLE DU SEIGNEUR</a:t>
            </a:r>
          </a:p>
          <a:p>
            <a:endParaRPr lang="fr-FR" smtClean="0"/>
          </a:p>
          <a:p>
            <a:r>
              <a:rPr lang="fr-FR" smtClean="0"/>
              <a:t>20-  NUL N'EST SEMBLABLE À YAHVÉ</a:t>
            </a:r>
          </a:p>
          <a:p>
            <a:endParaRPr lang="fr-FR" smtClean="0"/>
          </a:p>
          <a:p>
            <a:r>
              <a:rPr lang="fr-FR" smtClean="0"/>
              <a:t>
21-  À CELUI QUI ÉTAIT  ET QUI EST, QUI REVIENT  </a:t>
            </a:r>
          </a:p>
          <a:p>
            <a:r>
              <a:rPr lang="fr-FR" smtClean="0"/>
              <a:t> 
22-  ADONAÏ, ELOHIM TSÉVAHOT </a:t>
            </a:r>
          </a:p>
          <a:p>
            <a:r>
              <a:rPr lang="fr-FR" smtClean="0"/>
              <a:t>
23-  SAINT, SAINT, SAINT </a:t>
            </a:r>
          </a:p>
          <a:p>
            <a:r>
              <a:rPr lang="fr-FR" smtClean="0"/>
              <a:t>
24-  Ô SEIGNEUR NOTRE DIEU, ROI DES CIEUX   </a:t>
            </a:r>
          </a:p>
          <a:p>
            <a:r>
              <a:rPr lang="fr-FR" smtClean="0"/>
              <a:t>
25-  KADOSH, KADOSH, KADOSH  
</a:t>
            </a: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VOICI VENUS LES JOURS D’ÉLIE DÉCLARANT LA PAROLE DU SEIGNEUR </a:t>
            </a:r>
          </a:p>
          <a:p>
            <a:pPr eaLnBrk="1" hangingPunct="1"/>
            <a:r>
              <a:rPr lang="fr-FR" smtClean="0"/>
              <a:t>2-  VOICI LES JOURS DE TON SERVITEUR MOÏSE</a:t>
            </a:r>
          </a:p>
          <a:p>
            <a:pPr eaLnBrk="1" hangingPunct="1"/>
            <a:r>
              <a:rPr lang="fr-FR" smtClean="0"/>
              <a:t>3-  LA JUSTICE EST DANS MON COEUR</a:t>
            </a:r>
          </a:p>
          <a:p>
            <a:pPr eaLnBrk="1" hangingPunct="1"/>
            <a:r>
              <a:rPr lang="fr-FR" smtClean="0"/>
              <a:t>4-  ET PENDANT CES JOURS DE GRANDE ÉPREUVE</a:t>
            </a:r>
          </a:p>
          <a:p>
            <a:pPr eaLnBrk="1" hangingPunct="1"/>
            <a:r>
              <a:rPr lang="fr-FR" smtClean="0"/>
              <a:t>5-  DE FAMINE, DE TÉNÈBRE ET SOIF</a:t>
            </a:r>
          </a:p>
          <a:p>
            <a:pPr eaLnBrk="1" hangingPunct="1"/>
            <a:r>
              <a:rPr lang="fr-FR" smtClean="0"/>
              <a:t>6-  NOUS SOMMES CETTE VOIX DANS LE DÉSERT QUI CRIE</a:t>
            </a:r>
          </a:p>
          <a:p>
            <a:pPr eaLnBrk="1" hangingPunct="1"/>
            <a:r>
              <a:rPr lang="fr-FR" smtClean="0"/>
              <a:t>7-  PRÉPAREZ LE CHEMIN DU SEIGNEUR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8-  GLORIEUX IL VIENT AU-DESSUS DES CIEUX</a:t>
            </a:r>
          </a:p>
          <a:p>
            <a:pPr eaLnBrk="1" hangingPunct="1"/>
            <a:r>
              <a:rPr lang="fr-FR" smtClean="0"/>
              <a:t>	9-  BRILLANT COMME LE SOLEIL AU SON DES TROMPETTES</a:t>
            </a:r>
          </a:p>
          <a:p>
            <a:pPr eaLnBrk="1" hangingPunct="1"/>
            <a:r>
              <a:rPr lang="fr-FR" smtClean="0"/>
              <a:t>	10-  ÉLÈVE TA VOIX C’EST L’ANNÉE DE JUBILÉ</a:t>
            </a:r>
          </a:p>
          <a:p>
            <a:pPr eaLnBrk="1" hangingPunct="1"/>
            <a:r>
              <a:rPr lang="fr-FR" smtClean="0"/>
              <a:t>	11-  ET DU MONT SION LE SALUT VIENT                   X2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12-  VOICI LES JOURS DE TON PROPHÈTE</a:t>
            </a:r>
          </a:p>
          <a:p>
            <a:pPr eaLnBrk="1" hangingPunct="1"/>
            <a:r>
              <a:rPr lang="fr-FR" smtClean="0"/>
              <a:t>13-  LES OSSEMENTS SONT DEVENUS CHAIR</a:t>
            </a:r>
          </a:p>
          <a:p>
            <a:pPr eaLnBrk="1" hangingPunct="1"/>
            <a:r>
              <a:rPr lang="fr-FR" smtClean="0"/>
              <a:t>14-  VOICI LES JOURS DE TON SERVITEUR DAVID</a:t>
            </a:r>
          </a:p>
          <a:p>
            <a:pPr eaLnBrk="1" hangingPunct="1"/>
            <a:r>
              <a:rPr lang="fr-FR" smtClean="0"/>
              <a:t>15-  CONSTRUISANT UN TEMPLE DE LOUANGES</a:t>
            </a:r>
          </a:p>
          <a:p>
            <a:pPr eaLnBrk="1" hangingPunct="1"/>
            <a:r>
              <a:rPr lang="fr-FR" smtClean="0"/>
              <a:t>16-  VOICI LES JOURS DE LA RÉCOLTE</a:t>
            </a:r>
          </a:p>
          <a:p>
            <a:pPr eaLnBrk="1" hangingPunct="1"/>
            <a:r>
              <a:rPr lang="fr-FR" smtClean="0"/>
              <a:t>17-  C'EST LE TEMPS DE LA GRANDE MOISSON </a:t>
            </a:r>
          </a:p>
          <a:p>
            <a:pPr eaLnBrk="1" hangingPunct="1"/>
            <a:r>
              <a:rPr lang="fr-FR" smtClean="0"/>
              <a:t>18-  NOUS SOMMES LES OUVRIERS DE TA VIGNE, SEIGNEUR</a:t>
            </a:r>
          </a:p>
          <a:p>
            <a:pPr eaLnBrk="1" hangingPunct="1"/>
            <a:r>
              <a:rPr lang="fr-FR" smtClean="0"/>
              <a:t>19-  DÉCLARANT LA PAROLE DU SEIGNEUR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20-  NUL N'EST SEMBLABLE À YAHVÉ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
21-  À CELUI QUI ÉTAIT  ET QUI EST, QUI REVIENT  </a:t>
            </a:r>
          </a:p>
          <a:p>
            <a:pPr eaLnBrk="1" hangingPunct="1"/>
            <a:r>
              <a:rPr lang="fr-FR" smtClean="0"/>
              <a:t> 
22-  ADONAÏ, ELOHIM TSÉVAHOT </a:t>
            </a:r>
          </a:p>
          <a:p>
            <a:pPr eaLnBrk="1" hangingPunct="1"/>
            <a:r>
              <a:rPr lang="fr-FR" smtClean="0"/>
              <a:t>
23-  SAINT, SAINT, SAINT </a:t>
            </a:r>
          </a:p>
          <a:p>
            <a:pPr eaLnBrk="1" hangingPunct="1"/>
            <a:r>
              <a:rPr lang="fr-FR" smtClean="0"/>
              <a:t>
24-  Ô SEIGNEUR NOTRE DIEU, ROI DES CIEUX   </a:t>
            </a:r>
          </a:p>
          <a:p>
            <a:pPr eaLnBrk="1" hangingPunct="1"/>
            <a:r>
              <a:rPr lang="fr-FR" smtClean="0"/>
              <a:t>
25-  KADOSH, KADOSH, KADOSH  
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VOICI VENUS LES JOURS D’ÉLIE DÉCLARANT LA PAROLE DU SEIGNEUR </a:t>
            </a:r>
          </a:p>
          <a:p>
            <a:r>
              <a:rPr lang="fr-FR" smtClean="0"/>
              <a:t>2-  VOICI LES JOURS DE TON SERVITEUR MOÏSE</a:t>
            </a:r>
          </a:p>
          <a:p>
            <a:r>
              <a:rPr lang="fr-FR" smtClean="0"/>
              <a:t>3-  LA JUSTICE EST DANS MON COEUR</a:t>
            </a:r>
          </a:p>
          <a:p>
            <a:r>
              <a:rPr lang="fr-FR" smtClean="0"/>
              <a:t>4-  ET PENDANT CES JOURS DE GRANDE ÉPREUVE</a:t>
            </a:r>
          </a:p>
          <a:p>
            <a:r>
              <a:rPr lang="fr-FR" smtClean="0"/>
              <a:t>5-  DE FAMINE, DE TÉNÈBRE ET SOIF</a:t>
            </a:r>
          </a:p>
          <a:p>
            <a:r>
              <a:rPr lang="fr-FR" smtClean="0"/>
              <a:t>6-  NOUS SOMMES CETTE VOIX DANS LE DÉSERT QUI CRIE</a:t>
            </a:r>
          </a:p>
          <a:p>
            <a:r>
              <a:rPr lang="fr-FR" smtClean="0"/>
              <a:t>7-  PRÉPAREZ LE CHEMIN DU SEIGNEUR</a:t>
            </a:r>
          </a:p>
          <a:p>
            <a:endParaRPr lang="fr-FR" smtClean="0"/>
          </a:p>
          <a:p>
            <a:r>
              <a:rPr lang="fr-FR" smtClean="0"/>
              <a:t>	8-  GLORIEUX IL VIENT AU-DESSUS DES CIEUX</a:t>
            </a:r>
          </a:p>
          <a:p>
            <a:r>
              <a:rPr lang="fr-FR" smtClean="0"/>
              <a:t>	9-  BRILLANT COMME LE SOLEIL AU SON DES TROMPETTES</a:t>
            </a:r>
          </a:p>
          <a:p>
            <a:r>
              <a:rPr lang="fr-FR" smtClean="0"/>
              <a:t>	10-  ÉLÈVE TA VOIX C’EST L’ANNÉE DE JUBILÉ</a:t>
            </a:r>
          </a:p>
          <a:p>
            <a:r>
              <a:rPr lang="fr-FR" smtClean="0"/>
              <a:t>	11-  ET DU MONT SION LE SALUT VIENT                   X2</a:t>
            </a:r>
          </a:p>
          <a:p>
            <a:endParaRPr lang="fr-FR" smtClean="0"/>
          </a:p>
          <a:p>
            <a:r>
              <a:rPr lang="fr-FR" smtClean="0"/>
              <a:t>12-  VOICI LES JOURS DE TON PROPHÈTE</a:t>
            </a:r>
          </a:p>
          <a:p>
            <a:r>
              <a:rPr lang="fr-FR" smtClean="0"/>
              <a:t>13-  LES OSSEMENTS SONT DEVENUS CHAIR</a:t>
            </a:r>
          </a:p>
          <a:p>
            <a:r>
              <a:rPr lang="fr-FR" smtClean="0"/>
              <a:t>14-  VOICI LES JOURS DE TON SERVITEUR DAVID</a:t>
            </a:r>
          </a:p>
          <a:p>
            <a:r>
              <a:rPr lang="fr-FR" smtClean="0"/>
              <a:t>15-  CONSTRUISANT UN TEMPLE DE LOUANGES</a:t>
            </a:r>
          </a:p>
          <a:p>
            <a:r>
              <a:rPr lang="fr-FR" smtClean="0"/>
              <a:t>16-  VOICI LES JOURS DE LA RÉCOLTE</a:t>
            </a:r>
          </a:p>
          <a:p>
            <a:r>
              <a:rPr lang="fr-FR" smtClean="0"/>
              <a:t>17-  C'EST LE TEMPS DE LA GRANDE MOISSON </a:t>
            </a:r>
          </a:p>
          <a:p>
            <a:r>
              <a:rPr lang="fr-FR" smtClean="0"/>
              <a:t>18-  NOUS SOMMES LES OUVRIERS DE TA VIGNE, SEIGNEUR</a:t>
            </a:r>
          </a:p>
          <a:p>
            <a:r>
              <a:rPr lang="fr-FR" smtClean="0"/>
              <a:t>19-  DÉCLARANT LA PAROLE DU SEIGNEUR</a:t>
            </a:r>
          </a:p>
          <a:p>
            <a:endParaRPr lang="fr-FR" smtClean="0"/>
          </a:p>
          <a:p>
            <a:r>
              <a:rPr lang="fr-FR" smtClean="0"/>
              <a:t>20-  NUL N'EST SEMBLABLE À YAHVÉ</a:t>
            </a:r>
          </a:p>
          <a:p>
            <a:endParaRPr lang="fr-FR" smtClean="0"/>
          </a:p>
          <a:p>
            <a:r>
              <a:rPr lang="fr-FR" smtClean="0"/>
              <a:t>
21-  À CELUI QUI ÉTAIT  ET QUI EST, QUI REVIENT  </a:t>
            </a:r>
          </a:p>
          <a:p>
            <a:r>
              <a:rPr lang="fr-FR" smtClean="0"/>
              <a:t> 
22-  ADONAÏ, ELOHIM TSÉVAHOT </a:t>
            </a:r>
          </a:p>
          <a:p>
            <a:r>
              <a:rPr lang="fr-FR" smtClean="0"/>
              <a:t>
23-  SAINT, SAINT, SAINT </a:t>
            </a:r>
          </a:p>
          <a:p>
            <a:r>
              <a:rPr lang="fr-FR" smtClean="0"/>
              <a:t>
24-  Ô SEIGNEUR NOTRE DIEU, ROI DES CIEUX   </a:t>
            </a:r>
          </a:p>
          <a:p>
            <a:r>
              <a:rPr lang="fr-FR" smtClean="0"/>
              <a:t>
25-  KADOSH, KADOSH, KADOSH  
</a:t>
            </a:r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VOICI VENUS LES JOURS D’ÉLIE DÉCLARANT LA PAROLE DU SEIGNEUR </a:t>
            </a:r>
          </a:p>
          <a:p>
            <a:pPr eaLnBrk="1" hangingPunct="1"/>
            <a:r>
              <a:rPr lang="fr-FR" smtClean="0"/>
              <a:t>2-  VOICI LES JOURS DE TON SERVITEUR MOÏSE</a:t>
            </a:r>
          </a:p>
          <a:p>
            <a:pPr eaLnBrk="1" hangingPunct="1"/>
            <a:r>
              <a:rPr lang="fr-FR" smtClean="0"/>
              <a:t>3-  LA JUSTICE EST DANS MON COEUR</a:t>
            </a:r>
          </a:p>
          <a:p>
            <a:pPr eaLnBrk="1" hangingPunct="1"/>
            <a:r>
              <a:rPr lang="fr-FR" smtClean="0"/>
              <a:t>4-  ET PENDANT CES JOURS DE GRANDE ÉPREUVE</a:t>
            </a:r>
          </a:p>
          <a:p>
            <a:pPr eaLnBrk="1" hangingPunct="1"/>
            <a:r>
              <a:rPr lang="fr-FR" smtClean="0"/>
              <a:t>5-  DE FAMINE, DE TÉNÈBRE ET SOIF</a:t>
            </a:r>
          </a:p>
          <a:p>
            <a:pPr eaLnBrk="1" hangingPunct="1"/>
            <a:r>
              <a:rPr lang="fr-FR" smtClean="0"/>
              <a:t>6-  NOUS SOMMES CETTE VOIX DANS LE DÉSERT QUI CRIE</a:t>
            </a:r>
          </a:p>
          <a:p>
            <a:pPr eaLnBrk="1" hangingPunct="1"/>
            <a:r>
              <a:rPr lang="fr-FR" smtClean="0"/>
              <a:t>7-  PRÉPAREZ LE CHEMIN DU SEIGNEUR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8-  GLORIEUX IL VIENT AU-DESSUS DES CIEUX</a:t>
            </a:r>
          </a:p>
          <a:p>
            <a:pPr eaLnBrk="1" hangingPunct="1"/>
            <a:r>
              <a:rPr lang="fr-FR" smtClean="0"/>
              <a:t>	9-  BRILLANT COMME LE SOLEIL AU SON DES TROMPETTES</a:t>
            </a:r>
          </a:p>
          <a:p>
            <a:pPr eaLnBrk="1" hangingPunct="1"/>
            <a:r>
              <a:rPr lang="fr-FR" smtClean="0"/>
              <a:t>	10-  ÉLÈVE TA VOIX C’EST L’ANNÉE DE JUBILÉ</a:t>
            </a:r>
          </a:p>
          <a:p>
            <a:pPr eaLnBrk="1" hangingPunct="1"/>
            <a:r>
              <a:rPr lang="fr-FR" smtClean="0"/>
              <a:t>	11-  ET DU MONT SION LE SALUT VIENT                   X2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12-  VOICI LES JOURS DE TON PROPHÈTE</a:t>
            </a:r>
          </a:p>
          <a:p>
            <a:pPr eaLnBrk="1" hangingPunct="1"/>
            <a:r>
              <a:rPr lang="fr-FR" smtClean="0"/>
              <a:t>13-  LES OSSEMENTS SONT DEVENUS CHAIR</a:t>
            </a:r>
          </a:p>
          <a:p>
            <a:pPr eaLnBrk="1" hangingPunct="1"/>
            <a:r>
              <a:rPr lang="fr-FR" smtClean="0"/>
              <a:t>14-  VOICI LES JOURS DE TON SERVITEUR DAVID</a:t>
            </a:r>
          </a:p>
          <a:p>
            <a:pPr eaLnBrk="1" hangingPunct="1"/>
            <a:r>
              <a:rPr lang="fr-FR" smtClean="0"/>
              <a:t>15-  CONSTRUISANT UN TEMPLE DE LOUANGES</a:t>
            </a:r>
          </a:p>
          <a:p>
            <a:pPr eaLnBrk="1" hangingPunct="1"/>
            <a:r>
              <a:rPr lang="fr-FR" smtClean="0"/>
              <a:t>16-  VOICI LES JOURS DE LA RÉCOLTE</a:t>
            </a:r>
          </a:p>
          <a:p>
            <a:pPr eaLnBrk="1" hangingPunct="1"/>
            <a:r>
              <a:rPr lang="fr-FR" smtClean="0"/>
              <a:t>17-  C'EST LE TEMPS DE LA GRANDE MOISSON </a:t>
            </a:r>
          </a:p>
          <a:p>
            <a:pPr eaLnBrk="1" hangingPunct="1"/>
            <a:r>
              <a:rPr lang="fr-FR" smtClean="0"/>
              <a:t>18-  NOUS SOMMES LES OUVRIERS DE TA VIGNE, SEIGNEUR</a:t>
            </a:r>
          </a:p>
          <a:p>
            <a:pPr eaLnBrk="1" hangingPunct="1"/>
            <a:r>
              <a:rPr lang="fr-FR" smtClean="0"/>
              <a:t>19-  DÉCLARANT LA PAROLE DU SEIGNEUR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20-  NUL N'EST SEMBLABLE À YAHVÉ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
21-  À CELUI QUI ÉTAIT  ET QUI EST, QUI REVIENT  </a:t>
            </a:r>
          </a:p>
          <a:p>
            <a:pPr eaLnBrk="1" hangingPunct="1"/>
            <a:r>
              <a:rPr lang="fr-FR" smtClean="0"/>
              <a:t> 
22-  ADONAÏ, ELOHIM TSÉVAHOT </a:t>
            </a:r>
          </a:p>
          <a:p>
            <a:pPr eaLnBrk="1" hangingPunct="1"/>
            <a:r>
              <a:rPr lang="fr-FR" smtClean="0"/>
              <a:t>
23-  SAINT, SAINT, SAINT </a:t>
            </a:r>
          </a:p>
          <a:p>
            <a:pPr eaLnBrk="1" hangingPunct="1"/>
            <a:r>
              <a:rPr lang="fr-FR" smtClean="0"/>
              <a:t>
24-  Ô SEIGNEUR NOTRE DIEU, ROI DES CIEUX   </a:t>
            </a:r>
          </a:p>
          <a:p>
            <a:pPr eaLnBrk="1" hangingPunct="1"/>
            <a:r>
              <a:rPr lang="fr-FR" smtClean="0"/>
              <a:t>
25-  KADOSH, KADOSH, KADOSH  
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VOICI VENUS LES JOURS D’ÉLIE DÉCLARANT LA PAROLE DU SEIGNEUR </a:t>
            </a:r>
          </a:p>
          <a:p>
            <a:r>
              <a:rPr lang="fr-FR" smtClean="0"/>
              <a:t>2-  VOICI LES JOURS DE TON SERVITEUR MOÏSE</a:t>
            </a:r>
          </a:p>
          <a:p>
            <a:r>
              <a:rPr lang="fr-FR" smtClean="0"/>
              <a:t>3-  LA JUSTICE EST DANS MON COEUR</a:t>
            </a:r>
          </a:p>
          <a:p>
            <a:r>
              <a:rPr lang="fr-FR" smtClean="0"/>
              <a:t>4-  ET PENDANT CES JOURS DE GRANDE ÉPREUVE</a:t>
            </a:r>
          </a:p>
          <a:p>
            <a:r>
              <a:rPr lang="fr-FR" smtClean="0"/>
              <a:t>5-  DE FAMINE, DE TÉNÈBRE ET SOIF</a:t>
            </a:r>
          </a:p>
          <a:p>
            <a:r>
              <a:rPr lang="fr-FR" smtClean="0"/>
              <a:t>6-  NOUS SOMMES CETTE VOIX DANS LE DÉSERT QUI CRIE</a:t>
            </a:r>
          </a:p>
          <a:p>
            <a:r>
              <a:rPr lang="fr-FR" smtClean="0"/>
              <a:t>7-  PRÉPAREZ LE CHEMIN DU SEIGNEUR</a:t>
            </a:r>
          </a:p>
          <a:p>
            <a:endParaRPr lang="fr-FR" smtClean="0"/>
          </a:p>
          <a:p>
            <a:r>
              <a:rPr lang="fr-FR" smtClean="0"/>
              <a:t>	8-  GLORIEUX IL VIENT AU-DESSUS DES CIEUX</a:t>
            </a:r>
          </a:p>
          <a:p>
            <a:r>
              <a:rPr lang="fr-FR" smtClean="0"/>
              <a:t>	9-  BRILLANT COMME LE SOLEIL AU SON DES TROMPETTES</a:t>
            </a:r>
          </a:p>
          <a:p>
            <a:r>
              <a:rPr lang="fr-FR" smtClean="0"/>
              <a:t>	10-  ÉLÈVE TA VOIX C’EST L’ANNÉE DE JUBILÉ</a:t>
            </a:r>
          </a:p>
          <a:p>
            <a:r>
              <a:rPr lang="fr-FR" smtClean="0"/>
              <a:t>	11-  ET DU MONT SION LE SALUT VIENT                   X2</a:t>
            </a:r>
          </a:p>
          <a:p>
            <a:endParaRPr lang="fr-FR" smtClean="0"/>
          </a:p>
          <a:p>
            <a:r>
              <a:rPr lang="fr-FR" smtClean="0"/>
              <a:t>12-  VOICI LES JOURS DE TON PROPHÈTE</a:t>
            </a:r>
          </a:p>
          <a:p>
            <a:r>
              <a:rPr lang="fr-FR" smtClean="0"/>
              <a:t>13-  LES OSSEMENTS SONT DEVENUS CHAIR</a:t>
            </a:r>
          </a:p>
          <a:p>
            <a:r>
              <a:rPr lang="fr-FR" smtClean="0"/>
              <a:t>14-  VOICI LES JOURS DE TON SERVITEUR DAVID</a:t>
            </a:r>
          </a:p>
          <a:p>
            <a:r>
              <a:rPr lang="fr-FR" smtClean="0"/>
              <a:t>15-  CONSTRUISANT UN TEMPLE DE LOUANGES</a:t>
            </a:r>
          </a:p>
          <a:p>
            <a:r>
              <a:rPr lang="fr-FR" smtClean="0"/>
              <a:t>16-  VOICI LES JOURS DE LA RÉCOLTE</a:t>
            </a:r>
          </a:p>
          <a:p>
            <a:r>
              <a:rPr lang="fr-FR" smtClean="0"/>
              <a:t>17-  C'EST LE TEMPS DE LA GRANDE MOISSON </a:t>
            </a:r>
          </a:p>
          <a:p>
            <a:r>
              <a:rPr lang="fr-FR" smtClean="0"/>
              <a:t>18-  NOUS SOMMES LES OUVRIERS DE TA VIGNE, SEIGNEUR</a:t>
            </a:r>
          </a:p>
          <a:p>
            <a:r>
              <a:rPr lang="fr-FR" smtClean="0"/>
              <a:t>19-  DÉCLARANT LA PAROLE DU SEIGNEUR</a:t>
            </a:r>
          </a:p>
          <a:p>
            <a:endParaRPr lang="fr-FR" smtClean="0"/>
          </a:p>
          <a:p>
            <a:r>
              <a:rPr lang="fr-FR" smtClean="0"/>
              <a:t>20-  NUL N'EST SEMBLABLE À YAHVÉ</a:t>
            </a:r>
          </a:p>
          <a:p>
            <a:endParaRPr lang="fr-FR" smtClean="0"/>
          </a:p>
          <a:p>
            <a:r>
              <a:rPr lang="fr-FR" smtClean="0"/>
              <a:t>
21-  À CELUI QUI ÉTAIT  ET QUI EST, QUI REVIENT  </a:t>
            </a:r>
          </a:p>
          <a:p>
            <a:r>
              <a:rPr lang="fr-FR" smtClean="0"/>
              <a:t> 
22-  ADONAÏ, ELOHIM TSÉVAHOT </a:t>
            </a:r>
          </a:p>
          <a:p>
            <a:r>
              <a:rPr lang="fr-FR" smtClean="0"/>
              <a:t>
23-  SAINT, SAINT, SAINT </a:t>
            </a:r>
          </a:p>
          <a:p>
            <a:r>
              <a:rPr lang="fr-FR" smtClean="0"/>
              <a:t>
24-  Ô SEIGNEUR NOTRE DIEU, ROI DES CIEUX   </a:t>
            </a:r>
          </a:p>
          <a:p>
            <a:r>
              <a:rPr lang="fr-FR" smtClean="0"/>
              <a:t>
25-  KADOSH, KADOSH, KADOSH  
</a:t>
            </a: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VOICI VENUS LES JOURS D’ÉLIE DÉCLARANT LA PAROLE DU SEIGNEUR </a:t>
            </a:r>
          </a:p>
          <a:p>
            <a:pPr eaLnBrk="1" hangingPunct="1"/>
            <a:r>
              <a:rPr lang="fr-FR" smtClean="0"/>
              <a:t>2-  VOICI LES JOURS DE TON SERVITEUR MOÏSE</a:t>
            </a:r>
          </a:p>
          <a:p>
            <a:pPr eaLnBrk="1" hangingPunct="1"/>
            <a:r>
              <a:rPr lang="fr-FR" smtClean="0"/>
              <a:t>3-  LA JUSTICE EST DANS MON COEUR</a:t>
            </a:r>
          </a:p>
          <a:p>
            <a:pPr eaLnBrk="1" hangingPunct="1"/>
            <a:r>
              <a:rPr lang="fr-FR" smtClean="0"/>
              <a:t>4-  ET PENDANT CES JOURS DE GRANDE ÉPREUVE</a:t>
            </a:r>
          </a:p>
          <a:p>
            <a:pPr eaLnBrk="1" hangingPunct="1"/>
            <a:r>
              <a:rPr lang="fr-FR" smtClean="0"/>
              <a:t>5-  DE FAMINE, DE TÉNÈBRE ET SOIF</a:t>
            </a:r>
          </a:p>
          <a:p>
            <a:pPr eaLnBrk="1" hangingPunct="1"/>
            <a:r>
              <a:rPr lang="fr-FR" smtClean="0"/>
              <a:t>6-  NOUS SOMMES CETTE VOIX DANS LE DÉSERT QUI CRIE</a:t>
            </a:r>
          </a:p>
          <a:p>
            <a:pPr eaLnBrk="1" hangingPunct="1"/>
            <a:r>
              <a:rPr lang="fr-FR" smtClean="0"/>
              <a:t>7-  PRÉPAREZ LE CHEMIN DU SEIGNEUR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8-  GLORIEUX IL VIENT AU-DESSUS DES CIEUX</a:t>
            </a:r>
          </a:p>
          <a:p>
            <a:pPr eaLnBrk="1" hangingPunct="1"/>
            <a:r>
              <a:rPr lang="fr-FR" smtClean="0"/>
              <a:t>	9-  BRILLANT COMME LE SOLEIL AU SON DES TROMPETTES</a:t>
            </a:r>
          </a:p>
          <a:p>
            <a:pPr eaLnBrk="1" hangingPunct="1"/>
            <a:r>
              <a:rPr lang="fr-FR" smtClean="0"/>
              <a:t>	10-  ÉLÈVE TA VOIX C’EST L’ANNÉE DE JUBILÉ</a:t>
            </a:r>
          </a:p>
          <a:p>
            <a:pPr eaLnBrk="1" hangingPunct="1"/>
            <a:r>
              <a:rPr lang="fr-FR" smtClean="0"/>
              <a:t>	11-  ET DU MONT SION LE SALUT VIENT                   X2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12-  VOICI LES JOURS DE TON PROPHÈTE</a:t>
            </a:r>
          </a:p>
          <a:p>
            <a:pPr eaLnBrk="1" hangingPunct="1"/>
            <a:r>
              <a:rPr lang="fr-FR" smtClean="0"/>
              <a:t>13-  LES OSSEMENTS SONT DEVENUS CHAIR</a:t>
            </a:r>
          </a:p>
          <a:p>
            <a:pPr eaLnBrk="1" hangingPunct="1"/>
            <a:r>
              <a:rPr lang="fr-FR" smtClean="0"/>
              <a:t>14-  VOICI LES JOURS DE TON SERVITEUR DAVID</a:t>
            </a:r>
          </a:p>
          <a:p>
            <a:pPr eaLnBrk="1" hangingPunct="1"/>
            <a:r>
              <a:rPr lang="fr-FR" smtClean="0"/>
              <a:t>15-  CONSTRUISANT UN TEMPLE DE LOUANGES</a:t>
            </a:r>
          </a:p>
          <a:p>
            <a:pPr eaLnBrk="1" hangingPunct="1"/>
            <a:r>
              <a:rPr lang="fr-FR" smtClean="0"/>
              <a:t>16-  VOICI LES JOURS DE LA RÉCOLTE</a:t>
            </a:r>
          </a:p>
          <a:p>
            <a:pPr eaLnBrk="1" hangingPunct="1"/>
            <a:r>
              <a:rPr lang="fr-FR" smtClean="0"/>
              <a:t>17-  C'EST LE TEMPS DE LA GRANDE MOISSON </a:t>
            </a:r>
          </a:p>
          <a:p>
            <a:pPr eaLnBrk="1" hangingPunct="1"/>
            <a:r>
              <a:rPr lang="fr-FR" smtClean="0"/>
              <a:t>18-  NOUS SOMMES LES OUVRIERS DE TA VIGNE, SEIGNEUR</a:t>
            </a:r>
          </a:p>
          <a:p>
            <a:pPr eaLnBrk="1" hangingPunct="1"/>
            <a:r>
              <a:rPr lang="fr-FR" smtClean="0"/>
              <a:t>19-  DÉCLARANT LA PAROLE DU SEIGNEUR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20-  NUL N'EST SEMBLABLE À YAHVÉ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
21-  À CELUI QUI ÉTAIT  ET QUI EST, QUI REVIENT  </a:t>
            </a:r>
          </a:p>
          <a:p>
            <a:pPr eaLnBrk="1" hangingPunct="1"/>
            <a:r>
              <a:rPr lang="fr-FR" smtClean="0"/>
              <a:t> 
22-  ADONAÏ, ELOHIM TSÉVAHOT </a:t>
            </a:r>
          </a:p>
          <a:p>
            <a:pPr eaLnBrk="1" hangingPunct="1"/>
            <a:r>
              <a:rPr lang="fr-FR" smtClean="0"/>
              <a:t>
23-  SAINT, SAINT, SAINT </a:t>
            </a:r>
          </a:p>
          <a:p>
            <a:pPr eaLnBrk="1" hangingPunct="1"/>
            <a:r>
              <a:rPr lang="fr-FR" smtClean="0"/>
              <a:t>
24-  Ô SEIGNEUR NOTRE DIEU, ROI DES CIEUX   </a:t>
            </a:r>
          </a:p>
          <a:p>
            <a:pPr eaLnBrk="1" hangingPunct="1"/>
            <a:r>
              <a:rPr lang="fr-FR" smtClean="0"/>
              <a:t>
25-  KADOSH, KADOSH, KADOSH  
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VOICI VENUS LES JOURS D’ÉLIE DÉCLARANT LA PAROLE DU SEIGNEUR </a:t>
            </a:r>
          </a:p>
          <a:p>
            <a:r>
              <a:rPr lang="fr-FR" smtClean="0"/>
              <a:t>2-  VOICI LES JOURS DE TON SERVITEUR MOÏSE</a:t>
            </a:r>
          </a:p>
          <a:p>
            <a:r>
              <a:rPr lang="fr-FR" smtClean="0"/>
              <a:t>3-  LA JUSTICE EST DANS MON COEUR</a:t>
            </a:r>
          </a:p>
          <a:p>
            <a:r>
              <a:rPr lang="fr-FR" smtClean="0"/>
              <a:t>4-  ET PENDANT CES JOURS DE GRANDE ÉPREUVE</a:t>
            </a:r>
          </a:p>
          <a:p>
            <a:r>
              <a:rPr lang="fr-FR" smtClean="0"/>
              <a:t>5-  DE FAMINE, DE TÉNÈBRE ET SOIF</a:t>
            </a:r>
          </a:p>
          <a:p>
            <a:r>
              <a:rPr lang="fr-FR" smtClean="0"/>
              <a:t>6-  NOUS SOMMES CETTE VOIX DANS LE DÉSERT QUI CRIE</a:t>
            </a:r>
          </a:p>
          <a:p>
            <a:r>
              <a:rPr lang="fr-FR" smtClean="0"/>
              <a:t>7-  PRÉPAREZ LE CHEMIN DU SEIGNEUR</a:t>
            </a:r>
          </a:p>
          <a:p>
            <a:endParaRPr lang="fr-FR" smtClean="0"/>
          </a:p>
          <a:p>
            <a:r>
              <a:rPr lang="fr-FR" smtClean="0"/>
              <a:t>	8-  GLORIEUX IL VIENT AU-DESSUS DES CIEUX</a:t>
            </a:r>
          </a:p>
          <a:p>
            <a:r>
              <a:rPr lang="fr-FR" smtClean="0"/>
              <a:t>	9-  BRILLANT COMME LE SOLEIL AU SON DES TROMPETTES</a:t>
            </a:r>
          </a:p>
          <a:p>
            <a:r>
              <a:rPr lang="fr-FR" smtClean="0"/>
              <a:t>	10-  ÉLÈVE TA VOIX C’EST L’ANNÉE DE JUBILÉ</a:t>
            </a:r>
          </a:p>
          <a:p>
            <a:r>
              <a:rPr lang="fr-FR" smtClean="0"/>
              <a:t>	11-  ET DU MONT SION LE SALUT VIENT                   X2</a:t>
            </a:r>
          </a:p>
          <a:p>
            <a:endParaRPr lang="fr-FR" smtClean="0"/>
          </a:p>
          <a:p>
            <a:r>
              <a:rPr lang="fr-FR" smtClean="0"/>
              <a:t>12-  VOICI LES JOURS DE TON PROPHÈTE</a:t>
            </a:r>
          </a:p>
          <a:p>
            <a:r>
              <a:rPr lang="fr-FR" smtClean="0"/>
              <a:t>13-  LES OSSEMENTS SONT DEVENUS CHAIR</a:t>
            </a:r>
          </a:p>
          <a:p>
            <a:r>
              <a:rPr lang="fr-FR" smtClean="0"/>
              <a:t>14-  VOICI LES JOURS DE TON SERVITEUR DAVID</a:t>
            </a:r>
          </a:p>
          <a:p>
            <a:r>
              <a:rPr lang="fr-FR" smtClean="0"/>
              <a:t>15-  CONSTRUISANT UN TEMPLE DE LOUANGES</a:t>
            </a:r>
          </a:p>
          <a:p>
            <a:r>
              <a:rPr lang="fr-FR" smtClean="0"/>
              <a:t>16-  VOICI LES JOURS DE LA RÉCOLTE</a:t>
            </a:r>
          </a:p>
          <a:p>
            <a:r>
              <a:rPr lang="fr-FR" smtClean="0"/>
              <a:t>17-  C'EST LE TEMPS DE LA GRANDE MOISSON </a:t>
            </a:r>
          </a:p>
          <a:p>
            <a:r>
              <a:rPr lang="fr-FR" smtClean="0"/>
              <a:t>18-  NOUS SOMMES LES OUVRIERS DE TA VIGNE, SEIGNEUR</a:t>
            </a:r>
          </a:p>
          <a:p>
            <a:r>
              <a:rPr lang="fr-FR" smtClean="0"/>
              <a:t>19-  DÉCLARANT LA PAROLE DU SEIGNEUR</a:t>
            </a:r>
          </a:p>
          <a:p>
            <a:endParaRPr lang="fr-FR" smtClean="0"/>
          </a:p>
          <a:p>
            <a:r>
              <a:rPr lang="fr-FR" smtClean="0"/>
              <a:t>20-  NUL N'EST SEMBLABLE À YAHVÉ</a:t>
            </a:r>
          </a:p>
          <a:p>
            <a:endParaRPr lang="fr-FR" smtClean="0"/>
          </a:p>
          <a:p>
            <a:r>
              <a:rPr lang="fr-FR" smtClean="0"/>
              <a:t>
21-  À CELUI QUI ÉTAIT  ET QUI EST, QUI REVIENT  </a:t>
            </a:r>
          </a:p>
          <a:p>
            <a:r>
              <a:rPr lang="fr-FR" smtClean="0"/>
              <a:t> 
22-  ADONAÏ, ELOHIM TSÉVAHOT </a:t>
            </a:r>
          </a:p>
          <a:p>
            <a:r>
              <a:rPr lang="fr-FR" smtClean="0"/>
              <a:t>
23-  SAINT, SAINT, SAINT </a:t>
            </a:r>
          </a:p>
          <a:p>
            <a:r>
              <a:rPr lang="fr-FR" smtClean="0"/>
              <a:t>
24-  Ô SEIGNEUR NOTRE DIEU, ROI DES CIEUX   </a:t>
            </a:r>
          </a:p>
          <a:p>
            <a:r>
              <a:rPr lang="fr-FR" smtClean="0"/>
              <a:t>
25-  KADOSH, KADOSH, KADOSH  
</a:t>
            </a:r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VOICI VENUS LES JOURS D’ÉLIE DÉCLARANT LA PAROLE DU SEIGNEUR </a:t>
            </a:r>
          </a:p>
          <a:p>
            <a:pPr eaLnBrk="1" hangingPunct="1"/>
            <a:r>
              <a:rPr lang="fr-FR" smtClean="0"/>
              <a:t>2-  VOICI LES JOURS DE TON SERVITEUR MOÏSE</a:t>
            </a:r>
          </a:p>
          <a:p>
            <a:pPr eaLnBrk="1" hangingPunct="1"/>
            <a:r>
              <a:rPr lang="fr-FR" smtClean="0"/>
              <a:t>3-  LA JUSTICE EST DANS MON COEUR</a:t>
            </a:r>
          </a:p>
          <a:p>
            <a:pPr eaLnBrk="1" hangingPunct="1"/>
            <a:r>
              <a:rPr lang="fr-FR" smtClean="0"/>
              <a:t>4-  ET PENDANT CES JOURS DE GRANDE ÉPREUVE</a:t>
            </a:r>
          </a:p>
          <a:p>
            <a:pPr eaLnBrk="1" hangingPunct="1"/>
            <a:r>
              <a:rPr lang="fr-FR" smtClean="0"/>
              <a:t>5-  DE FAMINE, DE TÉNÈBRE ET SOIF</a:t>
            </a:r>
          </a:p>
          <a:p>
            <a:pPr eaLnBrk="1" hangingPunct="1"/>
            <a:r>
              <a:rPr lang="fr-FR" smtClean="0"/>
              <a:t>6-  NOUS SOMMES CETTE VOIX DANS LE DÉSERT QUI CRIE</a:t>
            </a:r>
          </a:p>
          <a:p>
            <a:pPr eaLnBrk="1" hangingPunct="1"/>
            <a:r>
              <a:rPr lang="fr-FR" smtClean="0"/>
              <a:t>7-  PRÉPAREZ LE CHEMIN DU SEIGNEUR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8-  GLORIEUX IL VIENT AU-DESSUS DES CIEUX</a:t>
            </a:r>
          </a:p>
          <a:p>
            <a:pPr eaLnBrk="1" hangingPunct="1"/>
            <a:r>
              <a:rPr lang="fr-FR" smtClean="0"/>
              <a:t>	9-  BRILLANT COMME LE SOLEIL AU SON DES TROMPETTES</a:t>
            </a:r>
          </a:p>
          <a:p>
            <a:pPr eaLnBrk="1" hangingPunct="1"/>
            <a:r>
              <a:rPr lang="fr-FR" smtClean="0"/>
              <a:t>	10-  ÉLÈVE TA VOIX C’EST L’ANNÉE DE JUBILÉ</a:t>
            </a:r>
          </a:p>
          <a:p>
            <a:pPr eaLnBrk="1" hangingPunct="1"/>
            <a:r>
              <a:rPr lang="fr-FR" smtClean="0"/>
              <a:t>	11-  ET DU MONT SION LE SALUT VIENT                   X2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12-  VOICI LES JOURS DE TON PROPHÈTE</a:t>
            </a:r>
          </a:p>
          <a:p>
            <a:pPr eaLnBrk="1" hangingPunct="1"/>
            <a:r>
              <a:rPr lang="fr-FR" smtClean="0"/>
              <a:t>13-  LES OSSEMENTS SONT DEVENUS CHAIR</a:t>
            </a:r>
          </a:p>
          <a:p>
            <a:pPr eaLnBrk="1" hangingPunct="1"/>
            <a:r>
              <a:rPr lang="fr-FR" smtClean="0"/>
              <a:t>14-  VOICI LES JOURS DE TON SERVITEUR DAVID</a:t>
            </a:r>
          </a:p>
          <a:p>
            <a:pPr eaLnBrk="1" hangingPunct="1"/>
            <a:r>
              <a:rPr lang="fr-FR" smtClean="0"/>
              <a:t>15-  CONSTRUISANT UN TEMPLE DE LOUANGES</a:t>
            </a:r>
          </a:p>
          <a:p>
            <a:pPr eaLnBrk="1" hangingPunct="1"/>
            <a:r>
              <a:rPr lang="fr-FR" smtClean="0"/>
              <a:t>16-  VOICI LES JOURS DE LA RÉCOLTE</a:t>
            </a:r>
          </a:p>
          <a:p>
            <a:pPr eaLnBrk="1" hangingPunct="1"/>
            <a:r>
              <a:rPr lang="fr-FR" smtClean="0"/>
              <a:t>17-  C'EST LE TEMPS DE LA GRANDE MOISSON </a:t>
            </a:r>
          </a:p>
          <a:p>
            <a:pPr eaLnBrk="1" hangingPunct="1"/>
            <a:r>
              <a:rPr lang="fr-FR" smtClean="0"/>
              <a:t>18-  NOUS SOMMES LES OUVRIERS DE TA VIGNE, SEIGNEUR</a:t>
            </a:r>
          </a:p>
          <a:p>
            <a:pPr eaLnBrk="1" hangingPunct="1"/>
            <a:r>
              <a:rPr lang="fr-FR" smtClean="0"/>
              <a:t>19-  DÉCLARANT LA PAROLE DU SEIGNEUR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20-  NUL N'EST SEMBLABLE À YAHVÉ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
21-  À CELUI QUI ÉTAIT  ET QUI EST, QUI REVIENT  </a:t>
            </a:r>
          </a:p>
          <a:p>
            <a:pPr eaLnBrk="1" hangingPunct="1"/>
            <a:r>
              <a:rPr lang="fr-FR" smtClean="0"/>
              <a:t> 
22-  ADONAÏ, ELOHIM TSÉVAHOT </a:t>
            </a:r>
          </a:p>
          <a:p>
            <a:pPr eaLnBrk="1" hangingPunct="1"/>
            <a:r>
              <a:rPr lang="fr-FR" smtClean="0"/>
              <a:t>
23-  SAINT, SAINT, SAINT </a:t>
            </a:r>
          </a:p>
          <a:p>
            <a:pPr eaLnBrk="1" hangingPunct="1"/>
            <a:r>
              <a:rPr lang="fr-FR" smtClean="0"/>
              <a:t>
24-  Ô SEIGNEUR NOTRE DIEU, ROI DES CIEUX   </a:t>
            </a:r>
          </a:p>
          <a:p>
            <a:pPr eaLnBrk="1" hangingPunct="1"/>
            <a:r>
              <a:rPr lang="fr-FR" smtClean="0"/>
              <a:t>
25-  KADOSH, KADOSH, KADOSH  
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VOICI VENUS LES JOURS D’ÉLIE DÉCLARANT LA PAROLE DU SEIGNEUR </a:t>
            </a:r>
          </a:p>
          <a:p>
            <a:r>
              <a:rPr lang="fr-FR" smtClean="0"/>
              <a:t>2-  VOICI LES JOURS DE TON SERVITEUR MOÏSE</a:t>
            </a:r>
          </a:p>
          <a:p>
            <a:r>
              <a:rPr lang="fr-FR" smtClean="0"/>
              <a:t>3-  LA JUSTICE EST DANS MON COEUR</a:t>
            </a:r>
          </a:p>
          <a:p>
            <a:r>
              <a:rPr lang="fr-FR" smtClean="0"/>
              <a:t>4-  ET PENDANT CES JOURS DE GRANDE ÉPREUVE</a:t>
            </a:r>
          </a:p>
          <a:p>
            <a:r>
              <a:rPr lang="fr-FR" smtClean="0"/>
              <a:t>5-  DE FAMINE, DE TÉNÈBRE ET SOIF</a:t>
            </a:r>
          </a:p>
          <a:p>
            <a:r>
              <a:rPr lang="fr-FR" smtClean="0"/>
              <a:t>6-  NOUS SOMMES CETTE VOIX DANS LE DÉSERT QUI CRIE</a:t>
            </a:r>
          </a:p>
          <a:p>
            <a:r>
              <a:rPr lang="fr-FR" smtClean="0"/>
              <a:t>7-  PRÉPAREZ LE CHEMIN DU SEIGNEUR</a:t>
            </a:r>
          </a:p>
          <a:p>
            <a:endParaRPr lang="fr-FR" smtClean="0"/>
          </a:p>
          <a:p>
            <a:r>
              <a:rPr lang="fr-FR" smtClean="0"/>
              <a:t>	8-  GLORIEUX IL VIENT AU-DESSUS DES CIEUX</a:t>
            </a:r>
          </a:p>
          <a:p>
            <a:r>
              <a:rPr lang="fr-FR" smtClean="0"/>
              <a:t>	9-  BRILLANT COMME LE SOLEIL AU SON DES TROMPETTES</a:t>
            </a:r>
          </a:p>
          <a:p>
            <a:r>
              <a:rPr lang="fr-FR" smtClean="0"/>
              <a:t>	10-  ÉLÈVE TA VOIX C’EST L’ANNÉE DE JUBILÉ</a:t>
            </a:r>
          </a:p>
          <a:p>
            <a:r>
              <a:rPr lang="fr-FR" smtClean="0"/>
              <a:t>	11-  ET DU MONT SION LE SALUT VIENT                   X2</a:t>
            </a:r>
          </a:p>
          <a:p>
            <a:endParaRPr lang="fr-FR" smtClean="0"/>
          </a:p>
          <a:p>
            <a:r>
              <a:rPr lang="fr-FR" smtClean="0"/>
              <a:t>12-  VOICI LES JOURS DE TON PROPHÈTE</a:t>
            </a:r>
          </a:p>
          <a:p>
            <a:r>
              <a:rPr lang="fr-FR" smtClean="0"/>
              <a:t>13-  LES OSSEMENTS SONT DEVENUS CHAIR</a:t>
            </a:r>
          </a:p>
          <a:p>
            <a:r>
              <a:rPr lang="fr-FR" smtClean="0"/>
              <a:t>14-  VOICI LES JOURS DE TON SERVITEUR DAVID</a:t>
            </a:r>
          </a:p>
          <a:p>
            <a:r>
              <a:rPr lang="fr-FR" smtClean="0"/>
              <a:t>15-  CONSTRUISANT UN TEMPLE DE LOUANGES</a:t>
            </a:r>
          </a:p>
          <a:p>
            <a:r>
              <a:rPr lang="fr-FR" smtClean="0"/>
              <a:t>16-  VOICI LES JOURS DE LA RÉCOLTE</a:t>
            </a:r>
          </a:p>
          <a:p>
            <a:r>
              <a:rPr lang="fr-FR" smtClean="0"/>
              <a:t>17-  C'EST LE TEMPS DE LA GRANDE MOISSON </a:t>
            </a:r>
          </a:p>
          <a:p>
            <a:r>
              <a:rPr lang="fr-FR" smtClean="0"/>
              <a:t>18-  NOUS SOMMES LES OUVRIERS DE TA VIGNE, SEIGNEUR</a:t>
            </a:r>
          </a:p>
          <a:p>
            <a:r>
              <a:rPr lang="fr-FR" smtClean="0"/>
              <a:t>19-  DÉCLARANT LA PAROLE DU SEIGNEUR</a:t>
            </a:r>
          </a:p>
          <a:p>
            <a:endParaRPr lang="fr-FR" smtClean="0"/>
          </a:p>
          <a:p>
            <a:r>
              <a:rPr lang="fr-FR" smtClean="0"/>
              <a:t>20-  NUL N'EST SEMBLABLE À YAHVÉ</a:t>
            </a:r>
          </a:p>
          <a:p>
            <a:endParaRPr lang="fr-FR" smtClean="0"/>
          </a:p>
          <a:p>
            <a:r>
              <a:rPr lang="fr-FR" smtClean="0"/>
              <a:t>
21-  À CELUI QUI ÉTAIT  ET QUI EST, QUI REVIENT  </a:t>
            </a:r>
          </a:p>
          <a:p>
            <a:r>
              <a:rPr lang="fr-FR" smtClean="0"/>
              <a:t> 
22-  ADONAÏ, ELOHIM TSÉVAHOT </a:t>
            </a:r>
          </a:p>
          <a:p>
            <a:r>
              <a:rPr lang="fr-FR" smtClean="0"/>
              <a:t>
23-  SAINT, SAINT, SAINT </a:t>
            </a:r>
          </a:p>
          <a:p>
            <a:r>
              <a:rPr lang="fr-FR" smtClean="0"/>
              <a:t>
24-  Ô SEIGNEUR NOTRE DIEU, ROI DES CIEUX   </a:t>
            </a:r>
          </a:p>
          <a:p>
            <a:r>
              <a:rPr lang="fr-FR" smtClean="0"/>
              <a:t>
25-  KADOSH, KADOSH, KADOSH  
</a:t>
            </a:r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VOICI VENUS LES JOURS D’ÉLIE DÉCLARANT LA PAROLE DU SEIGNEUR </a:t>
            </a:r>
          </a:p>
          <a:p>
            <a:pPr eaLnBrk="1" hangingPunct="1"/>
            <a:r>
              <a:rPr lang="fr-FR" smtClean="0"/>
              <a:t>2-  VOICI LES JOURS DE TON SERVITEUR MOÏSE</a:t>
            </a:r>
          </a:p>
          <a:p>
            <a:pPr eaLnBrk="1" hangingPunct="1"/>
            <a:r>
              <a:rPr lang="fr-FR" smtClean="0"/>
              <a:t>3-  LA JUSTICE EST DANS MON COEUR</a:t>
            </a:r>
          </a:p>
          <a:p>
            <a:pPr eaLnBrk="1" hangingPunct="1"/>
            <a:r>
              <a:rPr lang="fr-FR" smtClean="0"/>
              <a:t>4-  ET PENDANT CES JOURS DE GRANDE ÉPREUVE</a:t>
            </a:r>
          </a:p>
          <a:p>
            <a:pPr eaLnBrk="1" hangingPunct="1"/>
            <a:r>
              <a:rPr lang="fr-FR" smtClean="0"/>
              <a:t>5-  DE FAMINE, DE TÉNÈBRE ET SOIF</a:t>
            </a:r>
          </a:p>
          <a:p>
            <a:pPr eaLnBrk="1" hangingPunct="1"/>
            <a:r>
              <a:rPr lang="fr-FR" smtClean="0"/>
              <a:t>6-  NOUS SOMMES CETTE VOIX DANS LE DÉSERT QUI CRIE</a:t>
            </a:r>
          </a:p>
          <a:p>
            <a:pPr eaLnBrk="1" hangingPunct="1"/>
            <a:r>
              <a:rPr lang="fr-FR" smtClean="0"/>
              <a:t>7-  PRÉPAREZ LE CHEMIN DU SEIGNEUR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8-  GLORIEUX IL VIENT AU-DESSUS DES CIEUX</a:t>
            </a:r>
          </a:p>
          <a:p>
            <a:pPr eaLnBrk="1" hangingPunct="1"/>
            <a:r>
              <a:rPr lang="fr-FR" smtClean="0"/>
              <a:t>	9-  BRILLANT COMME LE SOLEIL AU SON DES TROMPETTES</a:t>
            </a:r>
          </a:p>
          <a:p>
            <a:pPr eaLnBrk="1" hangingPunct="1"/>
            <a:r>
              <a:rPr lang="fr-FR" smtClean="0"/>
              <a:t>	10-  ÉLÈVE TA VOIX C’EST L’ANNÉE DE JUBILÉ</a:t>
            </a:r>
          </a:p>
          <a:p>
            <a:pPr eaLnBrk="1" hangingPunct="1"/>
            <a:r>
              <a:rPr lang="fr-FR" smtClean="0"/>
              <a:t>	11-  ET DU MONT SION LE SALUT VIENT                   X2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12-  VOICI LES JOURS DE TON PROPHÈTE</a:t>
            </a:r>
          </a:p>
          <a:p>
            <a:pPr eaLnBrk="1" hangingPunct="1"/>
            <a:r>
              <a:rPr lang="fr-FR" smtClean="0"/>
              <a:t>13-  LES OSSEMENTS SONT DEVENUS CHAIR</a:t>
            </a:r>
          </a:p>
          <a:p>
            <a:pPr eaLnBrk="1" hangingPunct="1"/>
            <a:r>
              <a:rPr lang="fr-FR" smtClean="0"/>
              <a:t>14-  VOICI LES JOURS DE TON SERVITEUR DAVID</a:t>
            </a:r>
          </a:p>
          <a:p>
            <a:pPr eaLnBrk="1" hangingPunct="1"/>
            <a:r>
              <a:rPr lang="fr-FR" smtClean="0"/>
              <a:t>15-  CONSTRUISANT UN TEMPLE DE LOUANGES</a:t>
            </a:r>
          </a:p>
          <a:p>
            <a:pPr eaLnBrk="1" hangingPunct="1"/>
            <a:r>
              <a:rPr lang="fr-FR" smtClean="0"/>
              <a:t>16-  VOICI LES JOURS DE LA RÉCOLTE</a:t>
            </a:r>
          </a:p>
          <a:p>
            <a:pPr eaLnBrk="1" hangingPunct="1"/>
            <a:r>
              <a:rPr lang="fr-FR" smtClean="0"/>
              <a:t>17-  C'EST LE TEMPS DE LA GRANDE MOISSON </a:t>
            </a:r>
          </a:p>
          <a:p>
            <a:pPr eaLnBrk="1" hangingPunct="1"/>
            <a:r>
              <a:rPr lang="fr-FR" smtClean="0"/>
              <a:t>18-  NOUS SOMMES LES OUVRIERS DE TA VIGNE, SEIGNEUR</a:t>
            </a:r>
          </a:p>
          <a:p>
            <a:pPr eaLnBrk="1" hangingPunct="1"/>
            <a:r>
              <a:rPr lang="fr-FR" smtClean="0"/>
              <a:t>19-  DÉCLARANT LA PAROLE DU SEIGNEUR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20-  NUL N'EST SEMBLABLE À YAHVÉ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
21-  À CELUI QUI ÉTAIT  ET QUI EST, QUI REVIENT  </a:t>
            </a:r>
          </a:p>
          <a:p>
            <a:pPr eaLnBrk="1" hangingPunct="1"/>
            <a:r>
              <a:rPr lang="fr-FR" smtClean="0"/>
              <a:t> 
22-  ADONAÏ, ELOHIM TSÉVAHOT </a:t>
            </a:r>
          </a:p>
          <a:p>
            <a:pPr eaLnBrk="1" hangingPunct="1"/>
            <a:r>
              <a:rPr lang="fr-FR" smtClean="0"/>
              <a:t>
23-  SAINT, SAINT, SAINT </a:t>
            </a:r>
          </a:p>
          <a:p>
            <a:pPr eaLnBrk="1" hangingPunct="1"/>
            <a:r>
              <a:rPr lang="fr-FR" smtClean="0"/>
              <a:t>
24-  Ô SEIGNEUR NOTRE DIEU, ROI DES CIEUX   </a:t>
            </a:r>
          </a:p>
          <a:p>
            <a:pPr eaLnBrk="1" hangingPunct="1"/>
            <a:r>
              <a:rPr lang="fr-FR" smtClean="0"/>
              <a:t>
25-  KADOSH, KADOSH, KADOSH  
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VOICI VENUS LES JOURS D’ÉLIE DÉCLARANT LA PAROLE DU SEIGNEUR </a:t>
            </a:r>
          </a:p>
          <a:p>
            <a:r>
              <a:rPr lang="fr-FR" smtClean="0"/>
              <a:t>2-  VOICI LES JOURS DE TON SERVITEUR MOÏSE</a:t>
            </a:r>
          </a:p>
          <a:p>
            <a:r>
              <a:rPr lang="fr-FR" smtClean="0"/>
              <a:t>3-  LA JUSTICE EST DANS MON COEUR</a:t>
            </a:r>
          </a:p>
          <a:p>
            <a:r>
              <a:rPr lang="fr-FR" smtClean="0"/>
              <a:t>4-  ET PENDANT CES JOURS DE GRANDE ÉPREUVE</a:t>
            </a:r>
          </a:p>
          <a:p>
            <a:r>
              <a:rPr lang="fr-FR" smtClean="0"/>
              <a:t>5-  DE FAMINE, DE TÉNÈBRE ET SOIF</a:t>
            </a:r>
          </a:p>
          <a:p>
            <a:r>
              <a:rPr lang="fr-FR" smtClean="0"/>
              <a:t>6-  NOUS SOMMES CETTE VOIX DANS LE DÉSERT QUI CRIE</a:t>
            </a:r>
          </a:p>
          <a:p>
            <a:r>
              <a:rPr lang="fr-FR" smtClean="0"/>
              <a:t>7-  PRÉPAREZ LE CHEMIN DU SEIGNEUR</a:t>
            </a:r>
          </a:p>
          <a:p>
            <a:endParaRPr lang="fr-FR" smtClean="0"/>
          </a:p>
          <a:p>
            <a:r>
              <a:rPr lang="fr-FR" smtClean="0"/>
              <a:t>	8-  GLORIEUX IL VIENT AU-DESSUS DES CIEUX</a:t>
            </a:r>
          </a:p>
          <a:p>
            <a:r>
              <a:rPr lang="fr-FR" smtClean="0"/>
              <a:t>	9-  BRILLANT COMME LE SOLEIL AU SON DES TROMPETTES</a:t>
            </a:r>
          </a:p>
          <a:p>
            <a:r>
              <a:rPr lang="fr-FR" smtClean="0"/>
              <a:t>	10-  ÉLÈVE TA VOIX C’EST L’ANNÉE DE JUBILÉ</a:t>
            </a:r>
          </a:p>
          <a:p>
            <a:r>
              <a:rPr lang="fr-FR" smtClean="0"/>
              <a:t>	11-  ET DU MONT SION LE SALUT VIENT                   X2</a:t>
            </a:r>
          </a:p>
          <a:p>
            <a:endParaRPr lang="fr-FR" smtClean="0"/>
          </a:p>
          <a:p>
            <a:r>
              <a:rPr lang="fr-FR" smtClean="0"/>
              <a:t>12-  VOICI LES JOURS DE TON PROPHÈTE</a:t>
            </a:r>
          </a:p>
          <a:p>
            <a:r>
              <a:rPr lang="fr-FR" smtClean="0"/>
              <a:t>13-  LES OSSEMENTS SONT DEVENUS CHAIR</a:t>
            </a:r>
          </a:p>
          <a:p>
            <a:r>
              <a:rPr lang="fr-FR" smtClean="0"/>
              <a:t>14-  VOICI LES JOURS DE TON SERVITEUR DAVID</a:t>
            </a:r>
          </a:p>
          <a:p>
            <a:r>
              <a:rPr lang="fr-FR" smtClean="0"/>
              <a:t>15-  CONSTRUISANT UN TEMPLE DE LOUANGES</a:t>
            </a:r>
          </a:p>
          <a:p>
            <a:r>
              <a:rPr lang="fr-FR" smtClean="0"/>
              <a:t>16-  VOICI LES JOURS DE LA RÉCOLTE</a:t>
            </a:r>
          </a:p>
          <a:p>
            <a:r>
              <a:rPr lang="fr-FR" smtClean="0"/>
              <a:t>17-  C'EST LE TEMPS DE LA GRANDE MOISSON </a:t>
            </a:r>
          </a:p>
          <a:p>
            <a:r>
              <a:rPr lang="fr-FR" smtClean="0"/>
              <a:t>18-  NOUS SOMMES LES OUVRIERS DE TA VIGNE, SEIGNEUR</a:t>
            </a:r>
          </a:p>
          <a:p>
            <a:r>
              <a:rPr lang="fr-FR" smtClean="0"/>
              <a:t>19-  DÉCLARANT LA PAROLE DU SEIGNEUR</a:t>
            </a:r>
          </a:p>
          <a:p>
            <a:endParaRPr lang="fr-FR" smtClean="0"/>
          </a:p>
          <a:p>
            <a:r>
              <a:rPr lang="fr-FR" smtClean="0"/>
              <a:t>20-  NUL N'EST SEMBLABLE À YAHVÉ</a:t>
            </a:r>
          </a:p>
          <a:p>
            <a:endParaRPr lang="fr-FR" smtClean="0"/>
          </a:p>
          <a:p>
            <a:r>
              <a:rPr lang="fr-FR" smtClean="0"/>
              <a:t>
21-  À CELUI QUI ÉTAIT  ET QUI EST, QUI REVIENT  </a:t>
            </a:r>
          </a:p>
          <a:p>
            <a:r>
              <a:rPr lang="fr-FR" smtClean="0"/>
              <a:t> 
22-  ADONAÏ, ELOHIM TSÉVAHOT </a:t>
            </a:r>
          </a:p>
          <a:p>
            <a:r>
              <a:rPr lang="fr-FR" smtClean="0"/>
              <a:t>
23-  SAINT, SAINT, SAINT </a:t>
            </a:r>
          </a:p>
          <a:p>
            <a:r>
              <a:rPr lang="fr-FR" smtClean="0"/>
              <a:t>
24-  Ô SEIGNEUR NOTRE DIEU, ROI DES CIEUX   </a:t>
            </a:r>
          </a:p>
          <a:p>
            <a:r>
              <a:rPr lang="fr-FR" smtClean="0"/>
              <a:t>
25-  KADOSH, KADOSH, KADOSH  
</a:t>
            </a:r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VOICI VENUS LES JOURS D’ÉLIE DÉCLARANT LA PAROLE DU SEIGNEUR </a:t>
            </a:r>
          </a:p>
          <a:p>
            <a:pPr eaLnBrk="1" hangingPunct="1"/>
            <a:r>
              <a:rPr lang="fr-FR" smtClean="0"/>
              <a:t>2-  VOICI LES JOURS DE TON SERVITEUR MOÏSE</a:t>
            </a:r>
          </a:p>
          <a:p>
            <a:pPr eaLnBrk="1" hangingPunct="1"/>
            <a:r>
              <a:rPr lang="fr-FR" smtClean="0"/>
              <a:t>3-  LA JUSTICE EST DANS MON COEUR</a:t>
            </a:r>
          </a:p>
          <a:p>
            <a:pPr eaLnBrk="1" hangingPunct="1"/>
            <a:r>
              <a:rPr lang="fr-FR" smtClean="0"/>
              <a:t>4-  ET PENDANT CES JOURS DE GRANDE ÉPREUVE</a:t>
            </a:r>
          </a:p>
          <a:p>
            <a:pPr eaLnBrk="1" hangingPunct="1"/>
            <a:r>
              <a:rPr lang="fr-FR" smtClean="0"/>
              <a:t>5-  DE FAMINE, DE TÉNÈBRE ET SOIF</a:t>
            </a:r>
          </a:p>
          <a:p>
            <a:pPr eaLnBrk="1" hangingPunct="1"/>
            <a:r>
              <a:rPr lang="fr-FR" smtClean="0"/>
              <a:t>6-  NOUS SOMMES CETTE VOIX DANS LE DÉSERT QUI CRIE</a:t>
            </a:r>
          </a:p>
          <a:p>
            <a:pPr eaLnBrk="1" hangingPunct="1"/>
            <a:r>
              <a:rPr lang="fr-FR" smtClean="0"/>
              <a:t>7-  PRÉPAREZ LE CHEMIN DU SEIGNEUR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8-  GLORIEUX IL VIENT AU-DESSUS DES CIEUX</a:t>
            </a:r>
          </a:p>
          <a:p>
            <a:pPr eaLnBrk="1" hangingPunct="1"/>
            <a:r>
              <a:rPr lang="fr-FR" smtClean="0"/>
              <a:t>	9-  BRILLANT COMME LE SOLEIL AU SON DES TROMPETTES</a:t>
            </a:r>
          </a:p>
          <a:p>
            <a:pPr eaLnBrk="1" hangingPunct="1"/>
            <a:r>
              <a:rPr lang="fr-FR" smtClean="0"/>
              <a:t>	10-  ÉLÈVE TA VOIX C’EST L’ANNÉE DE JUBILÉ</a:t>
            </a:r>
          </a:p>
          <a:p>
            <a:pPr eaLnBrk="1" hangingPunct="1"/>
            <a:r>
              <a:rPr lang="fr-FR" smtClean="0"/>
              <a:t>	11-  ET DU MONT SION LE SALUT VIENT                   X2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12-  VOICI LES JOURS DE TON PROPHÈTE</a:t>
            </a:r>
          </a:p>
          <a:p>
            <a:pPr eaLnBrk="1" hangingPunct="1"/>
            <a:r>
              <a:rPr lang="fr-FR" smtClean="0"/>
              <a:t>13-  LES OSSEMENTS SONT DEVENUS CHAIR</a:t>
            </a:r>
          </a:p>
          <a:p>
            <a:pPr eaLnBrk="1" hangingPunct="1"/>
            <a:r>
              <a:rPr lang="fr-FR" smtClean="0"/>
              <a:t>14-  VOICI LES JOURS DE TON SERVITEUR DAVID</a:t>
            </a:r>
          </a:p>
          <a:p>
            <a:pPr eaLnBrk="1" hangingPunct="1"/>
            <a:r>
              <a:rPr lang="fr-FR" smtClean="0"/>
              <a:t>15-  CONSTRUISANT UN TEMPLE DE LOUANGES</a:t>
            </a:r>
          </a:p>
          <a:p>
            <a:pPr eaLnBrk="1" hangingPunct="1"/>
            <a:r>
              <a:rPr lang="fr-FR" smtClean="0"/>
              <a:t>16-  VOICI LES JOURS DE LA RÉCOLTE</a:t>
            </a:r>
          </a:p>
          <a:p>
            <a:pPr eaLnBrk="1" hangingPunct="1"/>
            <a:r>
              <a:rPr lang="fr-FR" smtClean="0"/>
              <a:t>17-  C'EST LE TEMPS DE LA GRANDE MOISSON </a:t>
            </a:r>
          </a:p>
          <a:p>
            <a:pPr eaLnBrk="1" hangingPunct="1"/>
            <a:r>
              <a:rPr lang="fr-FR" smtClean="0"/>
              <a:t>18-  NOUS SOMMES LES OUVRIERS DE TA VIGNE, SEIGNEUR</a:t>
            </a:r>
          </a:p>
          <a:p>
            <a:pPr eaLnBrk="1" hangingPunct="1"/>
            <a:r>
              <a:rPr lang="fr-FR" smtClean="0"/>
              <a:t>19-  DÉCLARANT LA PAROLE DU SEIGNEUR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20-  NUL N'EST SEMBLABLE À YAHVÉ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
21-  À CELUI QUI ÉTAIT  ET QUI EST, QUI REVIENT  </a:t>
            </a:r>
          </a:p>
          <a:p>
            <a:pPr eaLnBrk="1" hangingPunct="1"/>
            <a:r>
              <a:rPr lang="fr-FR" smtClean="0"/>
              <a:t> 
22-  ADONAÏ, ELOHIM TSÉVAHOT </a:t>
            </a:r>
          </a:p>
          <a:p>
            <a:pPr eaLnBrk="1" hangingPunct="1"/>
            <a:r>
              <a:rPr lang="fr-FR" smtClean="0"/>
              <a:t>
23-  SAINT, SAINT, SAINT </a:t>
            </a:r>
          </a:p>
          <a:p>
            <a:pPr eaLnBrk="1" hangingPunct="1"/>
            <a:r>
              <a:rPr lang="fr-FR" smtClean="0"/>
              <a:t>
24-  Ô SEIGNEUR NOTRE DIEU, ROI DES CIEUX   </a:t>
            </a:r>
          </a:p>
          <a:p>
            <a:pPr eaLnBrk="1" hangingPunct="1"/>
            <a:r>
              <a:rPr lang="fr-FR" smtClean="0"/>
              <a:t>
25-  KADOSH, KADOSH, KADOSH  
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VOICI VENUS LES JOURS D’ÉLIE DÉCLARANT LA PAROLE DU SEIGNEUR </a:t>
            </a:r>
          </a:p>
          <a:p>
            <a:r>
              <a:rPr lang="fr-FR" smtClean="0"/>
              <a:t>2-  VOICI LES JOURS DE TON SERVITEUR MOÏSE</a:t>
            </a:r>
          </a:p>
          <a:p>
            <a:r>
              <a:rPr lang="fr-FR" smtClean="0"/>
              <a:t>3-  LA JUSTICE EST DANS MON COEUR</a:t>
            </a:r>
          </a:p>
          <a:p>
            <a:r>
              <a:rPr lang="fr-FR" smtClean="0"/>
              <a:t>4-  ET PENDANT CES JOURS DE GRANDE ÉPREUVE</a:t>
            </a:r>
          </a:p>
          <a:p>
            <a:r>
              <a:rPr lang="fr-FR" smtClean="0"/>
              <a:t>5-  DE FAMINE, DE TÉNÈBRE ET SOIF</a:t>
            </a:r>
          </a:p>
          <a:p>
            <a:r>
              <a:rPr lang="fr-FR" smtClean="0"/>
              <a:t>6-  NOUS SOMMES CETTE VOIX DANS LE DÉSERT QUI CRIE</a:t>
            </a:r>
          </a:p>
          <a:p>
            <a:r>
              <a:rPr lang="fr-FR" smtClean="0"/>
              <a:t>7-  PRÉPAREZ LE CHEMIN DU SEIGNEUR</a:t>
            </a:r>
          </a:p>
          <a:p>
            <a:endParaRPr lang="fr-FR" smtClean="0"/>
          </a:p>
          <a:p>
            <a:r>
              <a:rPr lang="fr-FR" smtClean="0"/>
              <a:t>	8-  GLORIEUX IL VIENT AU-DESSUS DES CIEUX</a:t>
            </a:r>
          </a:p>
          <a:p>
            <a:r>
              <a:rPr lang="fr-FR" smtClean="0"/>
              <a:t>	9-  BRILLANT COMME LE SOLEIL AU SON DES TROMPETTES</a:t>
            </a:r>
          </a:p>
          <a:p>
            <a:r>
              <a:rPr lang="fr-FR" smtClean="0"/>
              <a:t>	10-  ÉLÈVE TA VOIX C’EST L’ANNÉE DE JUBILÉ</a:t>
            </a:r>
          </a:p>
          <a:p>
            <a:r>
              <a:rPr lang="fr-FR" smtClean="0"/>
              <a:t>	11-  ET DU MONT SION LE SALUT VIENT                   X2</a:t>
            </a:r>
          </a:p>
          <a:p>
            <a:endParaRPr lang="fr-FR" smtClean="0"/>
          </a:p>
          <a:p>
            <a:r>
              <a:rPr lang="fr-FR" smtClean="0"/>
              <a:t>12-  VOICI LES JOURS DE TON PROPHÈTE</a:t>
            </a:r>
          </a:p>
          <a:p>
            <a:r>
              <a:rPr lang="fr-FR" smtClean="0"/>
              <a:t>13-  LES OSSEMENTS SONT DEVENUS CHAIR</a:t>
            </a:r>
          </a:p>
          <a:p>
            <a:r>
              <a:rPr lang="fr-FR" smtClean="0"/>
              <a:t>14-  VOICI LES JOURS DE TON SERVITEUR DAVID</a:t>
            </a:r>
          </a:p>
          <a:p>
            <a:r>
              <a:rPr lang="fr-FR" smtClean="0"/>
              <a:t>15-  CONSTRUISANT UN TEMPLE DE LOUANGES</a:t>
            </a:r>
          </a:p>
          <a:p>
            <a:r>
              <a:rPr lang="fr-FR" smtClean="0"/>
              <a:t>16-  VOICI LES JOURS DE LA RÉCOLTE</a:t>
            </a:r>
          </a:p>
          <a:p>
            <a:r>
              <a:rPr lang="fr-FR" smtClean="0"/>
              <a:t>17-  C'EST LE TEMPS DE LA GRANDE MOISSON </a:t>
            </a:r>
          </a:p>
          <a:p>
            <a:r>
              <a:rPr lang="fr-FR" smtClean="0"/>
              <a:t>18-  NOUS SOMMES LES OUVRIERS DE TA VIGNE, SEIGNEUR</a:t>
            </a:r>
          </a:p>
          <a:p>
            <a:r>
              <a:rPr lang="fr-FR" smtClean="0"/>
              <a:t>19-  DÉCLARANT LA PAROLE DU SEIGNEUR</a:t>
            </a:r>
          </a:p>
          <a:p>
            <a:endParaRPr lang="fr-FR" smtClean="0"/>
          </a:p>
          <a:p>
            <a:r>
              <a:rPr lang="fr-FR" smtClean="0"/>
              <a:t>20-  NUL N'EST SEMBLABLE À YAHVÉ</a:t>
            </a:r>
          </a:p>
          <a:p>
            <a:endParaRPr lang="fr-FR" smtClean="0"/>
          </a:p>
          <a:p>
            <a:r>
              <a:rPr lang="fr-FR" smtClean="0"/>
              <a:t>
21-  À CELUI QUI ÉTAIT  ET QUI EST, QUI REVIENT  </a:t>
            </a:r>
          </a:p>
          <a:p>
            <a:r>
              <a:rPr lang="fr-FR" smtClean="0"/>
              <a:t> 
22-  ADONAÏ, ELOHIM TSÉVAHOT </a:t>
            </a:r>
          </a:p>
          <a:p>
            <a:r>
              <a:rPr lang="fr-FR" smtClean="0"/>
              <a:t>
23-  SAINT, SAINT, SAINT </a:t>
            </a:r>
          </a:p>
          <a:p>
            <a:r>
              <a:rPr lang="fr-FR" smtClean="0"/>
              <a:t>
24-  Ô SEIGNEUR NOTRE DIEU, ROI DES CIEUX   </a:t>
            </a:r>
          </a:p>
          <a:p>
            <a:r>
              <a:rPr lang="fr-FR" smtClean="0"/>
              <a:t>
25-  KADOSH, KADOSH, KADOSH  
</a:t>
            </a:r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VOICI VENUS LES JOURS D’ÉLIE DÉCLARANT LA PAROLE DU SEIGNEUR </a:t>
            </a:r>
          </a:p>
          <a:p>
            <a:pPr eaLnBrk="1" hangingPunct="1"/>
            <a:r>
              <a:rPr lang="fr-FR" smtClean="0"/>
              <a:t>2-  VOICI LES JOURS DE TON SERVITEUR MOÏSE</a:t>
            </a:r>
          </a:p>
          <a:p>
            <a:pPr eaLnBrk="1" hangingPunct="1"/>
            <a:r>
              <a:rPr lang="fr-FR" smtClean="0"/>
              <a:t>3-  LA JUSTICE EST DANS MON COEUR</a:t>
            </a:r>
          </a:p>
          <a:p>
            <a:pPr eaLnBrk="1" hangingPunct="1"/>
            <a:r>
              <a:rPr lang="fr-FR" smtClean="0"/>
              <a:t>4-  ET PENDANT CES JOURS DE GRANDE ÉPREUVE</a:t>
            </a:r>
          </a:p>
          <a:p>
            <a:pPr eaLnBrk="1" hangingPunct="1"/>
            <a:r>
              <a:rPr lang="fr-FR" smtClean="0"/>
              <a:t>5-  DE FAMINE, DE TÉNÈBRE ET SOIF</a:t>
            </a:r>
          </a:p>
          <a:p>
            <a:pPr eaLnBrk="1" hangingPunct="1"/>
            <a:r>
              <a:rPr lang="fr-FR" smtClean="0"/>
              <a:t>6-  NOUS SOMMES CETTE VOIX DANS LE DÉSERT QUI CRIE</a:t>
            </a:r>
          </a:p>
          <a:p>
            <a:pPr eaLnBrk="1" hangingPunct="1"/>
            <a:r>
              <a:rPr lang="fr-FR" smtClean="0"/>
              <a:t>7-  PRÉPAREZ LE CHEMIN DU SEIGNEUR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8-  GLORIEUX IL VIENT AU-DESSUS DES CIEUX</a:t>
            </a:r>
          </a:p>
          <a:p>
            <a:pPr eaLnBrk="1" hangingPunct="1"/>
            <a:r>
              <a:rPr lang="fr-FR" smtClean="0"/>
              <a:t>	9-  BRILLANT COMME LE SOLEIL AU SON DES TROMPETTES</a:t>
            </a:r>
          </a:p>
          <a:p>
            <a:pPr eaLnBrk="1" hangingPunct="1"/>
            <a:r>
              <a:rPr lang="fr-FR" smtClean="0"/>
              <a:t>	10-  ÉLÈVE TA VOIX C’EST L’ANNÉE DE JUBILÉ</a:t>
            </a:r>
          </a:p>
          <a:p>
            <a:pPr eaLnBrk="1" hangingPunct="1"/>
            <a:r>
              <a:rPr lang="fr-FR" smtClean="0"/>
              <a:t>	11-  ET DU MONT SION LE SALUT VIENT                   X2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12-  VOICI LES JOURS DE TON PROPHÈTE</a:t>
            </a:r>
          </a:p>
          <a:p>
            <a:pPr eaLnBrk="1" hangingPunct="1"/>
            <a:r>
              <a:rPr lang="fr-FR" smtClean="0"/>
              <a:t>13-  LES OSSEMENTS SONT DEVENUS CHAIR</a:t>
            </a:r>
          </a:p>
          <a:p>
            <a:pPr eaLnBrk="1" hangingPunct="1"/>
            <a:r>
              <a:rPr lang="fr-FR" smtClean="0"/>
              <a:t>14-  VOICI LES JOURS DE TON SERVITEUR DAVID</a:t>
            </a:r>
          </a:p>
          <a:p>
            <a:pPr eaLnBrk="1" hangingPunct="1"/>
            <a:r>
              <a:rPr lang="fr-FR" smtClean="0"/>
              <a:t>15-  CONSTRUISANT UN TEMPLE DE LOUANGES</a:t>
            </a:r>
          </a:p>
          <a:p>
            <a:pPr eaLnBrk="1" hangingPunct="1"/>
            <a:r>
              <a:rPr lang="fr-FR" smtClean="0"/>
              <a:t>16-  VOICI LES JOURS DE LA RÉCOLTE</a:t>
            </a:r>
          </a:p>
          <a:p>
            <a:pPr eaLnBrk="1" hangingPunct="1"/>
            <a:r>
              <a:rPr lang="fr-FR" smtClean="0"/>
              <a:t>17-  C'EST LE TEMPS DE LA GRANDE MOISSON </a:t>
            </a:r>
          </a:p>
          <a:p>
            <a:pPr eaLnBrk="1" hangingPunct="1"/>
            <a:r>
              <a:rPr lang="fr-FR" smtClean="0"/>
              <a:t>18-  NOUS SOMMES LES OUVRIERS DE TA VIGNE, SEIGNEUR</a:t>
            </a:r>
          </a:p>
          <a:p>
            <a:pPr eaLnBrk="1" hangingPunct="1"/>
            <a:r>
              <a:rPr lang="fr-FR" smtClean="0"/>
              <a:t>19-  DÉCLARANT LA PAROLE DU SEIGNEUR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20-  NUL N'EST SEMBLABLE À YAHVÉ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
21-  À CELUI QUI ÉTAIT  ET QUI EST, QUI REVIENT  </a:t>
            </a:r>
          </a:p>
          <a:p>
            <a:pPr eaLnBrk="1" hangingPunct="1"/>
            <a:r>
              <a:rPr lang="fr-FR" smtClean="0"/>
              <a:t> 
22-  ADONAÏ, ELOHIM TSÉVAHOT </a:t>
            </a:r>
          </a:p>
          <a:p>
            <a:pPr eaLnBrk="1" hangingPunct="1"/>
            <a:r>
              <a:rPr lang="fr-FR" smtClean="0"/>
              <a:t>
23-  SAINT, SAINT, SAINT </a:t>
            </a:r>
          </a:p>
          <a:p>
            <a:pPr eaLnBrk="1" hangingPunct="1"/>
            <a:r>
              <a:rPr lang="fr-FR" smtClean="0"/>
              <a:t>
24-  Ô SEIGNEUR NOTRE DIEU, ROI DES CIEUX   </a:t>
            </a:r>
          </a:p>
          <a:p>
            <a:pPr eaLnBrk="1" hangingPunct="1"/>
            <a:r>
              <a:rPr lang="fr-FR" smtClean="0"/>
              <a:t>
25-  KADOSH, KADOSH, KADOSH  
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VOICI VENUS LES JOURS D’ÉLIE DÉCLARANT LA PAROLE DU SEIGNEUR </a:t>
            </a:r>
          </a:p>
          <a:p>
            <a:r>
              <a:rPr lang="fr-FR" smtClean="0"/>
              <a:t>2-  VOICI LES JOURS DE TON SERVITEUR MOÏSE</a:t>
            </a:r>
          </a:p>
          <a:p>
            <a:r>
              <a:rPr lang="fr-FR" smtClean="0"/>
              <a:t>3-  LA JUSTICE EST DANS MON COEUR</a:t>
            </a:r>
          </a:p>
          <a:p>
            <a:r>
              <a:rPr lang="fr-FR" smtClean="0"/>
              <a:t>4-  ET PENDANT CES JOURS DE GRANDE ÉPREUVE</a:t>
            </a:r>
          </a:p>
          <a:p>
            <a:r>
              <a:rPr lang="fr-FR" smtClean="0"/>
              <a:t>5-  DE FAMINE, DE TÉNÈBRE ET SOIF</a:t>
            </a:r>
          </a:p>
          <a:p>
            <a:r>
              <a:rPr lang="fr-FR" smtClean="0"/>
              <a:t>6-  NOUS SOMMES CETTE VOIX DANS LE DÉSERT QUI CRIE</a:t>
            </a:r>
          </a:p>
          <a:p>
            <a:r>
              <a:rPr lang="fr-FR" smtClean="0"/>
              <a:t>7-  PRÉPAREZ LE CHEMIN DU SEIGNEUR</a:t>
            </a:r>
          </a:p>
          <a:p>
            <a:endParaRPr lang="fr-FR" smtClean="0"/>
          </a:p>
          <a:p>
            <a:r>
              <a:rPr lang="fr-FR" smtClean="0"/>
              <a:t>	8-  GLORIEUX IL VIENT AU-DESSUS DES CIEUX</a:t>
            </a:r>
          </a:p>
          <a:p>
            <a:r>
              <a:rPr lang="fr-FR" smtClean="0"/>
              <a:t>	9-  BRILLANT COMME LE SOLEIL AU SON DES TROMPETTES</a:t>
            </a:r>
          </a:p>
          <a:p>
            <a:r>
              <a:rPr lang="fr-FR" smtClean="0"/>
              <a:t>	10-  ÉLÈVE TA VOIX C’EST L’ANNÉE DE JUBILÉ</a:t>
            </a:r>
          </a:p>
          <a:p>
            <a:r>
              <a:rPr lang="fr-FR" smtClean="0"/>
              <a:t>	11-  ET DU MONT SION LE SALUT VIENT                   X2</a:t>
            </a:r>
          </a:p>
          <a:p>
            <a:endParaRPr lang="fr-FR" smtClean="0"/>
          </a:p>
          <a:p>
            <a:r>
              <a:rPr lang="fr-FR" smtClean="0"/>
              <a:t>12-  VOICI LES JOURS DE TON PROPHÈTE</a:t>
            </a:r>
          </a:p>
          <a:p>
            <a:r>
              <a:rPr lang="fr-FR" smtClean="0"/>
              <a:t>13-  LES OSSEMENTS SONT DEVENUS CHAIR</a:t>
            </a:r>
          </a:p>
          <a:p>
            <a:r>
              <a:rPr lang="fr-FR" smtClean="0"/>
              <a:t>14-  VOICI LES JOURS DE TON SERVITEUR DAVID</a:t>
            </a:r>
          </a:p>
          <a:p>
            <a:r>
              <a:rPr lang="fr-FR" smtClean="0"/>
              <a:t>15-  CONSTRUISANT UN TEMPLE DE LOUANGES</a:t>
            </a:r>
          </a:p>
          <a:p>
            <a:r>
              <a:rPr lang="fr-FR" smtClean="0"/>
              <a:t>16-  VOICI LES JOURS DE LA RÉCOLTE</a:t>
            </a:r>
          </a:p>
          <a:p>
            <a:r>
              <a:rPr lang="fr-FR" smtClean="0"/>
              <a:t>17-  C'EST LE TEMPS DE LA GRANDE MOISSON </a:t>
            </a:r>
          </a:p>
          <a:p>
            <a:r>
              <a:rPr lang="fr-FR" smtClean="0"/>
              <a:t>18-  NOUS SOMMES LES OUVRIERS DE TA VIGNE, SEIGNEUR</a:t>
            </a:r>
          </a:p>
          <a:p>
            <a:r>
              <a:rPr lang="fr-FR" smtClean="0"/>
              <a:t>19-  DÉCLARANT LA PAROLE DU SEIGNEUR</a:t>
            </a:r>
          </a:p>
          <a:p>
            <a:endParaRPr lang="fr-FR" smtClean="0"/>
          </a:p>
          <a:p>
            <a:r>
              <a:rPr lang="fr-FR" smtClean="0"/>
              <a:t>20-  NUL N'EST SEMBLABLE À YAHVÉ</a:t>
            </a:r>
          </a:p>
          <a:p>
            <a:endParaRPr lang="fr-FR" smtClean="0"/>
          </a:p>
          <a:p>
            <a:r>
              <a:rPr lang="fr-FR" smtClean="0"/>
              <a:t>
21-  À CELUI QUI ÉTAIT  ET QUI EST, QUI REVIENT  </a:t>
            </a:r>
          </a:p>
          <a:p>
            <a:r>
              <a:rPr lang="fr-FR" smtClean="0"/>
              <a:t> 
22-  ADONAÏ, ELOHIM TSÉVAHOT </a:t>
            </a:r>
          </a:p>
          <a:p>
            <a:r>
              <a:rPr lang="fr-FR" smtClean="0"/>
              <a:t>
23-  SAINT, SAINT, SAINT </a:t>
            </a:r>
          </a:p>
          <a:p>
            <a:r>
              <a:rPr lang="fr-FR" smtClean="0"/>
              <a:t>
24-  Ô SEIGNEUR NOTRE DIEU, ROI DES CIEUX   </a:t>
            </a:r>
          </a:p>
          <a:p>
            <a:r>
              <a:rPr lang="fr-FR" smtClean="0"/>
              <a:t>
25-  KADOSH, KADOSH, KADOSH  
</a:t>
            </a:r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VOICI VENUS LES JOURS D’ÉLIE DÉCLARANT LA PAROLE DU SEIGNEUR </a:t>
            </a:r>
          </a:p>
          <a:p>
            <a:pPr eaLnBrk="1" hangingPunct="1"/>
            <a:r>
              <a:rPr lang="fr-FR" smtClean="0"/>
              <a:t>2-  VOICI LES JOURS DE TON SERVITEUR MOÏSE</a:t>
            </a:r>
          </a:p>
          <a:p>
            <a:pPr eaLnBrk="1" hangingPunct="1"/>
            <a:r>
              <a:rPr lang="fr-FR" smtClean="0"/>
              <a:t>3-  LA JUSTICE EST DANS MON COEUR</a:t>
            </a:r>
          </a:p>
          <a:p>
            <a:pPr eaLnBrk="1" hangingPunct="1"/>
            <a:r>
              <a:rPr lang="fr-FR" smtClean="0"/>
              <a:t>4-  ET PENDANT CES JOURS DE GRANDE ÉPREUVE</a:t>
            </a:r>
          </a:p>
          <a:p>
            <a:pPr eaLnBrk="1" hangingPunct="1"/>
            <a:r>
              <a:rPr lang="fr-FR" smtClean="0"/>
              <a:t>5-  DE FAMINE, DE TÉNÈBRE ET SOIF</a:t>
            </a:r>
          </a:p>
          <a:p>
            <a:pPr eaLnBrk="1" hangingPunct="1"/>
            <a:r>
              <a:rPr lang="fr-FR" smtClean="0"/>
              <a:t>6-  NOUS SOMMES CETTE VOIX DANS LE DÉSERT QUI CRIE</a:t>
            </a:r>
          </a:p>
          <a:p>
            <a:pPr eaLnBrk="1" hangingPunct="1"/>
            <a:r>
              <a:rPr lang="fr-FR" smtClean="0"/>
              <a:t>7-  PRÉPAREZ LE CHEMIN DU SEIGNEUR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8-  GLORIEUX IL VIENT AU-DESSUS DES CIEUX</a:t>
            </a:r>
          </a:p>
          <a:p>
            <a:pPr eaLnBrk="1" hangingPunct="1"/>
            <a:r>
              <a:rPr lang="fr-FR" smtClean="0"/>
              <a:t>	9-  BRILLANT COMME LE SOLEIL AU SON DES TROMPETTES</a:t>
            </a:r>
          </a:p>
          <a:p>
            <a:pPr eaLnBrk="1" hangingPunct="1"/>
            <a:r>
              <a:rPr lang="fr-FR" smtClean="0"/>
              <a:t>	10-  ÉLÈVE TA VOIX C’EST L’ANNÉE DE JUBILÉ</a:t>
            </a:r>
          </a:p>
          <a:p>
            <a:pPr eaLnBrk="1" hangingPunct="1"/>
            <a:r>
              <a:rPr lang="fr-FR" smtClean="0"/>
              <a:t>	11-  ET DU MONT SION LE SALUT VIENT                   X2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12-  VOICI LES JOURS DE TON PROPHÈTE</a:t>
            </a:r>
          </a:p>
          <a:p>
            <a:pPr eaLnBrk="1" hangingPunct="1"/>
            <a:r>
              <a:rPr lang="fr-FR" smtClean="0"/>
              <a:t>13-  LES OSSEMENTS SONT DEVENUS CHAIR</a:t>
            </a:r>
          </a:p>
          <a:p>
            <a:pPr eaLnBrk="1" hangingPunct="1"/>
            <a:r>
              <a:rPr lang="fr-FR" smtClean="0"/>
              <a:t>14-  VOICI LES JOURS DE TON SERVITEUR DAVID</a:t>
            </a:r>
          </a:p>
          <a:p>
            <a:pPr eaLnBrk="1" hangingPunct="1"/>
            <a:r>
              <a:rPr lang="fr-FR" smtClean="0"/>
              <a:t>15-  CONSTRUISANT UN TEMPLE DE LOUANGES</a:t>
            </a:r>
          </a:p>
          <a:p>
            <a:pPr eaLnBrk="1" hangingPunct="1"/>
            <a:r>
              <a:rPr lang="fr-FR" smtClean="0"/>
              <a:t>16-  VOICI LES JOURS DE LA RÉCOLTE</a:t>
            </a:r>
          </a:p>
          <a:p>
            <a:pPr eaLnBrk="1" hangingPunct="1"/>
            <a:r>
              <a:rPr lang="fr-FR" smtClean="0"/>
              <a:t>17-  C'EST LE TEMPS DE LA GRANDE MOISSON </a:t>
            </a:r>
          </a:p>
          <a:p>
            <a:pPr eaLnBrk="1" hangingPunct="1"/>
            <a:r>
              <a:rPr lang="fr-FR" smtClean="0"/>
              <a:t>18-  NOUS SOMMES LES OUVRIERS DE TA VIGNE, SEIGNEUR</a:t>
            </a:r>
          </a:p>
          <a:p>
            <a:pPr eaLnBrk="1" hangingPunct="1"/>
            <a:r>
              <a:rPr lang="fr-FR" smtClean="0"/>
              <a:t>19-  DÉCLARANT LA PAROLE DU SEIGNEUR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20-  NUL N'EST SEMBLABLE À YAHVÉ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
21-  À CELUI QUI ÉTAIT  ET QUI EST, QUI REVIENT  </a:t>
            </a:r>
          </a:p>
          <a:p>
            <a:pPr eaLnBrk="1" hangingPunct="1"/>
            <a:r>
              <a:rPr lang="fr-FR" smtClean="0"/>
              <a:t> 
22-  ADONAÏ, ELOHIM TSÉVAHOT </a:t>
            </a:r>
          </a:p>
          <a:p>
            <a:pPr eaLnBrk="1" hangingPunct="1"/>
            <a:r>
              <a:rPr lang="fr-FR" smtClean="0"/>
              <a:t>
23-  SAINT, SAINT, SAINT </a:t>
            </a:r>
          </a:p>
          <a:p>
            <a:pPr eaLnBrk="1" hangingPunct="1"/>
            <a:r>
              <a:rPr lang="fr-FR" smtClean="0"/>
              <a:t>
24-  Ô SEIGNEUR NOTRE DIEU, ROI DES CIEUX   </a:t>
            </a:r>
          </a:p>
          <a:p>
            <a:pPr eaLnBrk="1" hangingPunct="1"/>
            <a:r>
              <a:rPr lang="fr-FR" smtClean="0"/>
              <a:t>
25-  KADOSH, KADOSH, KADOSH  
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VOICI VENUS LES JOURS D’ÉLIE DÉCLARANT LA PAROLE DU SEIGNEUR </a:t>
            </a:r>
          </a:p>
          <a:p>
            <a:r>
              <a:rPr lang="fr-FR" smtClean="0"/>
              <a:t>2-  VOICI LES JOURS DE TON SERVITEUR MOÏSE</a:t>
            </a:r>
          </a:p>
          <a:p>
            <a:r>
              <a:rPr lang="fr-FR" smtClean="0"/>
              <a:t>3-  LA JUSTICE EST DANS MON COEUR</a:t>
            </a:r>
          </a:p>
          <a:p>
            <a:r>
              <a:rPr lang="fr-FR" smtClean="0"/>
              <a:t>4-  ET PENDANT CES JOURS DE GRANDE ÉPREUVE</a:t>
            </a:r>
          </a:p>
          <a:p>
            <a:r>
              <a:rPr lang="fr-FR" smtClean="0"/>
              <a:t>5-  DE FAMINE, DE TÉNÈBRE ET SOIF</a:t>
            </a:r>
          </a:p>
          <a:p>
            <a:r>
              <a:rPr lang="fr-FR" smtClean="0"/>
              <a:t>6-  NOUS SOMMES CETTE VOIX DANS LE DÉSERT QUI CRIE</a:t>
            </a:r>
          </a:p>
          <a:p>
            <a:r>
              <a:rPr lang="fr-FR" smtClean="0"/>
              <a:t>7-  PRÉPAREZ LE CHEMIN DU SEIGNEUR</a:t>
            </a:r>
          </a:p>
          <a:p>
            <a:endParaRPr lang="fr-FR" smtClean="0"/>
          </a:p>
          <a:p>
            <a:r>
              <a:rPr lang="fr-FR" smtClean="0"/>
              <a:t>	8-  GLORIEUX IL VIENT AU-DESSUS DES CIEUX</a:t>
            </a:r>
          </a:p>
          <a:p>
            <a:r>
              <a:rPr lang="fr-FR" smtClean="0"/>
              <a:t>	9-  BRILLANT COMME LE SOLEIL AU SON DES TROMPETTES</a:t>
            </a:r>
          </a:p>
          <a:p>
            <a:r>
              <a:rPr lang="fr-FR" smtClean="0"/>
              <a:t>	10-  ÉLÈVE TA VOIX C’EST L’ANNÉE DE JUBILÉ</a:t>
            </a:r>
          </a:p>
          <a:p>
            <a:r>
              <a:rPr lang="fr-FR" smtClean="0"/>
              <a:t>	11-  ET DU MONT SION LE SALUT VIENT                   X2</a:t>
            </a:r>
          </a:p>
          <a:p>
            <a:endParaRPr lang="fr-FR" smtClean="0"/>
          </a:p>
          <a:p>
            <a:r>
              <a:rPr lang="fr-FR" smtClean="0"/>
              <a:t>12-  VOICI LES JOURS DE TON PROPHÈTE</a:t>
            </a:r>
          </a:p>
          <a:p>
            <a:r>
              <a:rPr lang="fr-FR" smtClean="0"/>
              <a:t>13-  LES OSSEMENTS SONT DEVENUS CHAIR</a:t>
            </a:r>
          </a:p>
          <a:p>
            <a:r>
              <a:rPr lang="fr-FR" smtClean="0"/>
              <a:t>14-  VOICI LES JOURS DE TON SERVITEUR DAVID</a:t>
            </a:r>
          </a:p>
          <a:p>
            <a:r>
              <a:rPr lang="fr-FR" smtClean="0"/>
              <a:t>15-  CONSTRUISANT UN TEMPLE DE LOUANGES</a:t>
            </a:r>
          </a:p>
          <a:p>
            <a:r>
              <a:rPr lang="fr-FR" smtClean="0"/>
              <a:t>16-  VOICI LES JOURS DE LA RÉCOLTE</a:t>
            </a:r>
          </a:p>
          <a:p>
            <a:r>
              <a:rPr lang="fr-FR" smtClean="0"/>
              <a:t>17-  C'EST LE TEMPS DE LA GRANDE MOISSON </a:t>
            </a:r>
          </a:p>
          <a:p>
            <a:r>
              <a:rPr lang="fr-FR" smtClean="0"/>
              <a:t>18-  NOUS SOMMES LES OUVRIERS DE TA VIGNE, SEIGNEUR</a:t>
            </a:r>
          </a:p>
          <a:p>
            <a:r>
              <a:rPr lang="fr-FR" smtClean="0"/>
              <a:t>19-  DÉCLARANT LA PAROLE DU SEIGNEUR</a:t>
            </a:r>
          </a:p>
          <a:p>
            <a:endParaRPr lang="fr-FR" smtClean="0"/>
          </a:p>
          <a:p>
            <a:r>
              <a:rPr lang="fr-FR" smtClean="0"/>
              <a:t>20-  NUL N'EST SEMBLABLE À YAHVÉ</a:t>
            </a:r>
          </a:p>
          <a:p>
            <a:endParaRPr lang="fr-FR" smtClean="0"/>
          </a:p>
          <a:p>
            <a:r>
              <a:rPr lang="fr-FR" smtClean="0"/>
              <a:t>
21-  À CELUI QUI ÉTAIT  ET QUI EST, QUI REVIENT  </a:t>
            </a:r>
          </a:p>
          <a:p>
            <a:r>
              <a:rPr lang="fr-FR" smtClean="0"/>
              <a:t> 
22-  ADONAÏ, ELOHIM TSÉVAHOT </a:t>
            </a:r>
          </a:p>
          <a:p>
            <a:r>
              <a:rPr lang="fr-FR" smtClean="0"/>
              <a:t>
23-  SAINT, SAINT, SAINT </a:t>
            </a:r>
          </a:p>
          <a:p>
            <a:r>
              <a:rPr lang="fr-FR" smtClean="0"/>
              <a:t>
24-  Ô SEIGNEUR NOTRE DIEU, ROI DES CIEUX   </a:t>
            </a:r>
          </a:p>
          <a:p>
            <a:r>
              <a:rPr lang="fr-FR" smtClean="0"/>
              <a:t>
25-  KADOSH, KADOSH, KADOSH  
</a:t>
            </a:r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VOICI VENUS LES JOURS D’ÉLIE DÉCLARANT LA PAROLE DU SEIGNEUR </a:t>
            </a:r>
          </a:p>
          <a:p>
            <a:pPr eaLnBrk="1" hangingPunct="1"/>
            <a:r>
              <a:rPr lang="fr-FR" smtClean="0"/>
              <a:t>2-  VOICI LES JOURS DE TON SERVITEUR MOÏSE</a:t>
            </a:r>
          </a:p>
          <a:p>
            <a:pPr eaLnBrk="1" hangingPunct="1"/>
            <a:r>
              <a:rPr lang="fr-FR" smtClean="0"/>
              <a:t>3-  LA JUSTICE EST DANS MON COEUR</a:t>
            </a:r>
          </a:p>
          <a:p>
            <a:pPr eaLnBrk="1" hangingPunct="1"/>
            <a:r>
              <a:rPr lang="fr-FR" smtClean="0"/>
              <a:t>4-  ET PENDANT CES JOURS DE GRANDE ÉPREUVE</a:t>
            </a:r>
          </a:p>
          <a:p>
            <a:pPr eaLnBrk="1" hangingPunct="1"/>
            <a:r>
              <a:rPr lang="fr-FR" smtClean="0"/>
              <a:t>5-  DE FAMINE, DE TÉNÈBRE ET SOIF</a:t>
            </a:r>
          </a:p>
          <a:p>
            <a:pPr eaLnBrk="1" hangingPunct="1"/>
            <a:r>
              <a:rPr lang="fr-FR" smtClean="0"/>
              <a:t>6-  NOUS SOMMES CETTE VOIX DANS LE DÉSERT QUI CRIE</a:t>
            </a:r>
          </a:p>
          <a:p>
            <a:pPr eaLnBrk="1" hangingPunct="1"/>
            <a:r>
              <a:rPr lang="fr-FR" smtClean="0"/>
              <a:t>7-  PRÉPAREZ LE CHEMIN DU SEIGNEUR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8-  GLORIEUX IL VIENT AU-DESSUS DES CIEUX</a:t>
            </a:r>
          </a:p>
          <a:p>
            <a:pPr eaLnBrk="1" hangingPunct="1"/>
            <a:r>
              <a:rPr lang="fr-FR" smtClean="0"/>
              <a:t>	9-  BRILLANT COMME LE SOLEIL AU SON DES TROMPETTES</a:t>
            </a:r>
          </a:p>
          <a:p>
            <a:pPr eaLnBrk="1" hangingPunct="1"/>
            <a:r>
              <a:rPr lang="fr-FR" smtClean="0"/>
              <a:t>	10-  ÉLÈVE TA VOIX C’EST L’ANNÉE DE JUBILÉ</a:t>
            </a:r>
          </a:p>
          <a:p>
            <a:pPr eaLnBrk="1" hangingPunct="1"/>
            <a:r>
              <a:rPr lang="fr-FR" smtClean="0"/>
              <a:t>	11-  ET DU MONT SION LE SALUT VIENT                   X2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12-  VOICI LES JOURS DE TON PROPHÈTE</a:t>
            </a:r>
          </a:p>
          <a:p>
            <a:pPr eaLnBrk="1" hangingPunct="1"/>
            <a:r>
              <a:rPr lang="fr-FR" smtClean="0"/>
              <a:t>13-  LES OSSEMENTS SONT DEVENUS CHAIR</a:t>
            </a:r>
          </a:p>
          <a:p>
            <a:pPr eaLnBrk="1" hangingPunct="1"/>
            <a:r>
              <a:rPr lang="fr-FR" smtClean="0"/>
              <a:t>14-  VOICI LES JOURS DE TON SERVITEUR DAVID</a:t>
            </a:r>
          </a:p>
          <a:p>
            <a:pPr eaLnBrk="1" hangingPunct="1"/>
            <a:r>
              <a:rPr lang="fr-FR" smtClean="0"/>
              <a:t>15-  CONSTRUISANT UN TEMPLE DE LOUANGES</a:t>
            </a:r>
          </a:p>
          <a:p>
            <a:pPr eaLnBrk="1" hangingPunct="1"/>
            <a:r>
              <a:rPr lang="fr-FR" smtClean="0"/>
              <a:t>16-  VOICI LES JOURS DE LA RÉCOLTE</a:t>
            </a:r>
          </a:p>
          <a:p>
            <a:pPr eaLnBrk="1" hangingPunct="1"/>
            <a:r>
              <a:rPr lang="fr-FR" smtClean="0"/>
              <a:t>17-  C'EST LE TEMPS DE LA GRANDE MOISSON </a:t>
            </a:r>
          </a:p>
          <a:p>
            <a:pPr eaLnBrk="1" hangingPunct="1"/>
            <a:r>
              <a:rPr lang="fr-FR" smtClean="0"/>
              <a:t>18-  NOUS SOMMES LES OUVRIERS DE TA VIGNE, SEIGNEUR</a:t>
            </a:r>
          </a:p>
          <a:p>
            <a:pPr eaLnBrk="1" hangingPunct="1"/>
            <a:r>
              <a:rPr lang="fr-FR" smtClean="0"/>
              <a:t>19-  DÉCLARANT LA PAROLE DU SEIGNEUR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20-  NUL N'EST SEMBLABLE À YAHVÉ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
21-  À CELUI QUI ÉTAIT  ET QUI EST, QUI REVIENT  </a:t>
            </a:r>
          </a:p>
          <a:p>
            <a:pPr eaLnBrk="1" hangingPunct="1"/>
            <a:r>
              <a:rPr lang="fr-FR" smtClean="0"/>
              <a:t> 
22-  ADONAÏ, ELOHIM TSÉVAHOT </a:t>
            </a:r>
          </a:p>
          <a:p>
            <a:pPr eaLnBrk="1" hangingPunct="1"/>
            <a:r>
              <a:rPr lang="fr-FR" smtClean="0"/>
              <a:t>
23-  SAINT, SAINT, SAINT </a:t>
            </a:r>
          </a:p>
          <a:p>
            <a:pPr eaLnBrk="1" hangingPunct="1"/>
            <a:r>
              <a:rPr lang="fr-FR" smtClean="0"/>
              <a:t>
24-  Ô SEIGNEUR NOTRE DIEU, ROI DES CIEUX   </a:t>
            </a:r>
          </a:p>
          <a:p>
            <a:pPr eaLnBrk="1" hangingPunct="1"/>
            <a:r>
              <a:rPr lang="fr-FR" smtClean="0"/>
              <a:t>
25-  KADOSH, KADOSH, KADOSH  
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VOICI VENUS LES JOURS D’ÉLIE DÉCLARANT LA PAROLE DU SEIGNEUR </a:t>
            </a:r>
          </a:p>
          <a:p>
            <a:r>
              <a:rPr lang="fr-FR" smtClean="0"/>
              <a:t>2-  VOICI LES JOURS DE TON SERVITEUR MOÏSE</a:t>
            </a:r>
          </a:p>
          <a:p>
            <a:r>
              <a:rPr lang="fr-FR" smtClean="0"/>
              <a:t>3-  LA JUSTICE EST DANS MON COEUR</a:t>
            </a:r>
          </a:p>
          <a:p>
            <a:r>
              <a:rPr lang="fr-FR" smtClean="0"/>
              <a:t>4-  ET PENDANT CES JOURS DE GRANDE ÉPREUVE</a:t>
            </a:r>
          </a:p>
          <a:p>
            <a:r>
              <a:rPr lang="fr-FR" smtClean="0"/>
              <a:t>5-  DE FAMINE, DE TÉNÈBRE ET SOIF</a:t>
            </a:r>
          </a:p>
          <a:p>
            <a:r>
              <a:rPr lang="fr-FR" smtClean="0"/>
              <a:t>6-  NOUS SOMMES CETTE VOIX DANS LE DÉSERT QUI CRIE</a:t>
            </a:r>
          </a:p>
          <a:p>
            <a:r>
              <a:rPr lang="fr-FR" smtClean="0"/>
              <a:t>7-  PRÉPAREZ LE CHEMIN DU SEIGNEUR</a:t>
            </a:r>
          </a:p>
          <a:p>
            <a:endParaRPr lang="fr-FR" smtClean="0"/>
          </a:p>
          <a:p>
            <a:r>
              <a:rPr lang="fr-FR" smtClean="0"/>
              <a:t>	8-  GLORIEUX IL VIENT AU-DESSUS DES CIEUX</a:t>
            </a:r>
          </a:p>
          <a:p>
            <a:r>
              <a:rPr lang="fr-FR" smtClean="0"/>
              <a:t>	9-  BRILLANT COMME LE SOLEIL AU SON DES TROMPETTES</a:t>
            </a:r>
          </a:p>
          <a:p>
            <a:r>
              <a:rPr lang="fr-FR" smtClean="0"/>
              <a:t>	10-  ÉLÈVE TA VOIX C’EST L’ANNÉE DE JUBILÉ</a:t>
            </a:r>
          </a:p>
          <a:p>
            <a:r>
              <a:rPr lang="fr-FR" smtClean="0"/>
              <a:t>	11-  ET DU MONT SION LE SALUT VIENT                   X2</a:t>
            </a:r>
          </a:p>
          <a:p>
            <a:endParaRPr lang="fr-FR" smtClean="0"/>
          </a:p>
          <a:p>
            <a:r>
              <a:rPr lang="fr-FR" smtClean="0"/>
              <a:t>12-  VOICI LES JOURS DE TON PROPHÈTE</a:t>
            </a:r>
          </a:p>
          <a:p>
            <a:r>
              <a:rPr lang="fr-FR" smtClean="0"/>
              <a:t>13-  LES OSSEMENTS SONT DEVENUS CHAIR</a:t>
            </a:r>
          </a:p>
          <a:p>
            <a:r>
              <a:rPr lang="fr-FR" smtClean="0"/>
              <a:t>14-  VOICI LES JOURS DE TON SERVITEUR DAVID</a:t>
            </a:r>
          </a:p>
          <a:p>
            <a:r>
              <a:rPr lang="fr-FR" smtClean="0"/>
              <a:t>15-  CONSTRUISANT UN TEMPLE DE LOUANGES</a:t>
            </a:r>
          </a:p>
          <a:p>
            <a:r>
              <a:rPr lang="fr-FR" smtClean="0"/>
              <a:t>16-  VOICI LES JOURS DE LA RÉCOLTE</a:t>
            </a:r>
          </a:p>
          <a:p>
            <a:r>
              <a:rPr lang="fr-FR" smtClean="0"/>
              <a:t>17-  C'EST LE TEMPS DE LA GRANDE MOISSON </a:t>
            </a:r>
          </a:p>
          <a:p>
            <a:r>
              <a:rPr lang="fr-FR" smtClean="0"/>
              <a:t>18-  NOUS SOMMES LES OUVRIERS DE TA VIGNE, SEIGNEUR</a:t>
            </a:r>
          </a:p>
          <a:p>
            <a:r>
              <a:rPr lang="fr-FR" smtClean="0"/>
              <a:t>19-  DÉCLARANT LA PAROLE DU SEIGNEUR</a:t>
            </a:r>
          </a:p>
          <a:p>
            <a:endParaRPr lang="fr-FR" smtClean="0"/>
          </a:p>
          <a:p>
            <a:r>
              <a:rPr lang="fr-FR" smtClean="0"/>
              <a:t>20-  NUL N'EST SEMBLABLE À YAHVÉ</a:t>
            </a:r>
          </a:p>
          <a:p>
            <a:endParaRPr lang="fr-FR" smtClean="0"/>
          </a:p>
          <a:p>
            <a:r>
              <a:rPr lang="fr-FR" smtClean="0"/>
              <a:t>
21-  À CELUI QUI ÉTAIT  ET QUI EST, QUI REVIENT  </a:t>
            </a:r>
          </a:p>
          <a:p>
            <a:r>
              <a:rPr lang="fr-FR" smtClean="0"/>
              <a:t> 
22-  ADONAÏ, ELOHIM TSÉVAHOT </a:t>
            </a:r>
          </a:p>
          <a:p>
            <a:r>
              <a:rPr lang="fr-FR" smtClean="0"/>
              <a:t>
23-  SAINT, SAINT, SAINT </a:t>
            </a:r>
          </a:p>
          <a:p>
            <a:r>
              <a:rPr lang="fr-FR" smtClean="0"/>
              <a:t>
24-  Ô SEIGNEUR NOTRE DIEU, ROI DES CIEUX   </a:t>
            </a:r>
          </a:p>
          <a:p>
            <a:r>
              <a:rPr lang="fr-FR" smtClean="0"/>
              <a:t>
25-  KADOSH, KADOSH, KADOSH  
</a:t>
            </a:r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VOICI VENUS LES JOURS D’ÉLIE DÉCLARANT LA PAROLE DU SEIGNEUR </a:t>
            </a:r>
          </a:p>
          <a:p>
            <a:pPr eaLnBrk="1" hangingPunct="1"/>
            <a:r>
              <a:rPr lang="fr-FR" smtClean="0"/>
              <a:t>2-  VOICI LES JOURS DE TON SERVITEUR MOÏSE</a:t>
            </a:r>
          </a:p>
          <a:p>
            <a:pPr eaLnBrk="1" hangingPunct="1"/>
            <a:r>
              <a:rPr lang="fr-FR" smtClean="0"/>
              <a:t>3-  LA JUSTICE EST DANS MON COEUR</a:t>
            </a:r>
          </a:p>
          <a:p>
            <a:pPr eaLnBrk="1" hangingPunct="1"/>
            <a:r>
              <a:rPr lang="fr-FR" smtClean="0"/>
              <a:t>4-  ET PENDANT CES JOURS DE GRANDE ÉPREUVE</a:t>
            </a:r>
          </a:p>
          <a:p>
            <a:pPr eaLnBrk="1" hangingPunct="1"/>
            <a:r>
              <a:rPr lang="fr-FR" smtClean="0"/>
              <a:t>5-  DE FAMINE, DE TÉNÈBRE ET SOIF</a:t>
            </a:r>
          </a:p>
          <a:p>
            <a:pPr eaLnBrk="1" hangingPunct="1"/>
            <a:r>
              <a:rPr lang="fr-FR" smtClean="0"/>
              <a:t>6-  NOUS SOMMES CETTE VOIX DANS LE DÉSERT QUI CRIE</a:t>
            </a:r>
          </a:p>
          <a:p>
            <a:pPr eaLnBrk="1" hangingPunct="1"/>
            <a:r>
              <a:rPr lang="fr-FR" smtClean="0"/>
              <a:t>7-  PRÉPAREZ LE CHEMIN DU SEIGNEUR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8-  GLORIEUX IL VIENT AU-DESSUS DES CIEUX</a:t>
            </a:r>
          </a:p>
          <a:p>
            <a:pPr eaLnBrk="1" hangingPunct="1"/>
            <a:r>
              <a:rPr lang="fr-FR" smtClean="0"/>
              <a:t>	9-  BRILLANT COMME LE SOLEIL AU SON DES TROMPETTES</a:t>
            </a:r>
          </a:p>
          <a:p>
            <a:pPr eaLnBrk="1" hangingPunct="1"/>
            <a:r>
              <a:rPr lang="fr-FR" smtClean="0"/>
              <a:t>	10-  ÉLÈVE TA VOIX C’EST L’ANNÉE DE JUBILÉ</a:t>
            </a:r>
          </a:p>
          <a:p>
            <a:pPr eaLnBrk="1" hangingPunct="1"/>
            <a:r>
              <a:rPr lang="fr-FR" smtClean="0"/>
              <a:t>	11-  ET DU MONT SION LE SALUT VIENT                   X2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12-  VOICI LES JOURS DE TON PROPHÈTE</a:t>
            </a:r>
          </a:p>
          <a:p>
            <a:pPr eaLnBrk="1" hangingPunct="1"/>
            <a:r>
              <a:rPr lang="fr-FR" smtClean="0"/>
              <a:t>13-  LES OSSEMENTS SONT DEVENUS CHAIR</a:t>
            </a:r>
          </a:p>
          <a:p>
            <a:pPr eaLnBrk="1" hangingPunct="1"/>
            <a:r>
              <a:rPr lang="fr-FR" smtClean="0"/>
              <a:t>14-  VOICI LES JOURS DE TON SERVITEUR DAVID</a:t>
            </a:r>
          </a:p>
          <a:p>
            <a:pPr eaLnBrk="1" hangingPunct="1"/>
            <a:r>
              <a:rPr lang="fr-FR" smtClean="0"/>
              <a:t>15-  CONSTRUISANT UN TEMPLE DE LOUANGES</a:t>
            </a:r>
          </a:p>
          <a:p>
            <a:pPr eaLnBrk="1" hangingPunct="1"/>
            <a:r>
              <a:rPr lang="fr-FR" smtClean="0"/>
              <a:t>16-  VOICI LES JOURS DE LA RÉCOLTE</a:t>
            </a:r>
          </a:p>
          <a:p>
            <a:pPr eaLnBrk="1" hangingPunct="1"/>
            <a:r>
              <a:rPr lang="fr-FR" smtClean="0"/>
              <a:t>17-  C'EST LE TEMPS DE LA GRANDE MOISSON </a:t>
            </a:r>
          </a:p>
          <a:p>
            <a:pPr eaLnBrk="1" hangingPunct="1"/>
            <a:r>
              <a:rPr lang="fr-FR" smtClean="0"/>
              <a:t>18-  NOUS SOMMES LES OUVRIERS DE TA VIGNE, SEIGNEUR</a:t>
            </a:r>
          </a:p>
          <a:p>
            <a:pPr eaLnBrk="1" hangingPunct="1"/>
            <a:r>
              <a:rPr lang="fr-FR" smtClean="0"/>
              <a:t>19-  DÉCLARANT LA PAROLE DU SEIGNEUR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20-  NUL N'EST SEMBLABLE À YAHVÉ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
21-  À CELUI QUI ÉTAIT  ET QUI EST, QUI REVIENT  </a:t>
            </a:r>
          </a:p>
          <a:p>
            <a:pPr eaLnBrk="1" hangingPunct="1"/>
            <a:r>
              <a:rPr lang="fr-FR" smtClean="0"/>
              <a:t> 
22-  ADONAÏ, ELOHIM TSÉVAHOT </a:t>
            </a:r>
          </a:p>
          <a:p>
            <a:pPr eaLnBrk="1" hangingPunct="1"/>
            <a:r>
              <a:rPr lang="fr-FR" smtClean="0"/>
              <a:t>
23-  SAINT, SAINT, SAINT </a:t>
            </a:r>
          </a:p>
          <a:p>
            <a:pPr eaLnBrk="1" hangingPunct="1"/>
            <a:r>
              <a:rPr lang="fr-FR" smtClean="0"/>
              <a:t>
24-  Ô SEIGNEUR NOTRE DIEU, ROI DES CIEUX   </a:t>
            </a:r>
          </a:p>
          <a:p>
            <a:pPr eaLnBrk="1" hangingPunct="1"/>
            <a:r>
              <a:rPr lang="fr-FR" smtClean="0"/>
              <a:t>
25-  KADOSH, KADOSH, KADOSH  
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VOICI VENUS LES JOURS D’ÉLIE DÉCLARANT LA PAROLE DU SEIGNEUR </a:t>
            </a:r>
          </a:p>
          <a:p>
            <a:r>
              <a:rPr lang="fr-FR" smtClean="0"/>
              <a:t>2-  VOICI LES JOURS DE TON SERVITEUR MOÏSE</a:t>
            </a:r>
          </a:p>
          <a:p>
            <a:r>
              <a:rPr lang="fr-FR" smtClean="0"/>
              <a:t>3-  LA JUSTICE EST DANS MON COEUR</a:t>
            </a:r>
          </a:p>
          <a:p>
            <a:r>
              <a:rPr lang="fr-FR" smtClean="0"/>
              <a:t>4-  ET PENDANT CES JOURS DE GRANDE ÉPREUVE</a:t>
            </a:r>
          </a:p>
          <a:p>
            <a:r>
              <a:rPr lang="fr-FR" smtClean="0"/>
              <a:t>5-  DE FAMINE, DE TÉNÈBRE ET SOIF</a:t>
            </a:r>
          </a:p>
          <a:p>
            <a:r>
              <a:rPr lang="fr-FR" smtClean="0"/>
              <a:t>6-  NOUS SOMMES CETTE VOIX DANS LE DÉSERT QUI CRIE</a:t>
            </a:r>
          </a:p>
          <a:p>
            <a:r>
              <a:rPr lang="fr-FR" smtClean="0"/>
              <a:t>7-  PRÉPAREZ LE CHEMIN DU SEIGNEUR</a:t>
            </a:r>
          </a:p>
          <a:p>
            <a:endParaRPr lang="fr-FR" smtClean="0"/>
          </a:p>
          <a:p>
            <a:r>
              <a:rPr lang="fr-FR" smtClean="0"/>
              <a:t>	8-  GLORIEUX IL VIENT AU-DESSUS DES CIEUX</a:t>
            </a:r>
          </a:p>
          <a:p>
            <a:r>
              <a:rPr lang="fr-FR" smtClean="0"/>
              <a:t>	9-  BRILLANT COMME LE SOLEIL AU SON DES TROMPETTES</a:t>
            </a:r>
          </a:p>
          <a:p>
            <a:r>
              <a:rPr lang="fr-FR" smtClean="0"/>
              <a:t>	10-  ÉLÈVE TA VOIX C’EST L’ANNÉE DE JUBILÉ</a:t>
            </a:r>
          </a:p>
          <a:p>
            <a:r>
              <a:rPr lang="fr-FR" smtClean="0"/>
              <a:t>	11-  ET DU MONT SION LE SALUT VIENT                   X2</a:t>
            </a:r>
          </a:p>
          <a:p>
            <a:endParaRPr lang="fr-FR" smtClean="0"/>
          </a:p>
          <a:p>
            <a:r>
              <a:rPr lang="fr-FR" smtClean="0"/>
              <a:t>12-  VOICI LES JOURS DE TON PROPHÈTE</a:t>
            </a:r>
          </a:p>
          <a:p>
            <a:r>
              <a:rPr lang="fr-FR" smtClean="0"/>
              <a:t>13-  LES OSSEMENTS SONT DEVENUS CHAIR</a:t>
            </a:r>
          </a:p>
          <a:p>
            <a:r>
              <a:rPr lang="fr-FR" smtClean="0"/>
              <a:t>14-  VOICI LES JOURS DE TON SERVITEUR DAVID</a:t>
            </a:r>
          </a:p>
          <a:p>
            <a:r>
              <a:rPr lang="fr-FR" smtClean="0"/>
              <a:t>15-  CONSTRUISANT UN TEMPLE DE LOUANGES</a:t>
            </a:r>
          </a:p>
          <a:p>
            <a:r>
              <a:rPr lang="fr-FR" smtClean="0"/>
              <a:t>16-  VOICI LES JOURS DE LA RÉCOLTE</a:t>
            </a:r>
          </a:p>
          <a:p>
            <a:r>
              <a:rPr lang="fr-FR" smtClean="0"/>
              <a:t>17-  C'EST LE TEMPS DE LA GRANDE MOISSON </a:t>
            </a:r>
          </a:p>
          <a:p>
            <a:r>
              <a:rPr lang="fr-FR" smtClean="0"/>
              <a:t>18-  NOUS SOMMES LES OUVRIERS DE TA VIGNE, SEIGNEUR</a:t>
            </a:r>
          </a:p>
          <a:p>
            <a:r>
              <a:rPr lang="fr-FR" smtClean="0"/>
              <a:t>19-  DÉCLARANT LA PAROLE DU SEIGNEUR</a:t>
            </a:r>
          </a:p>
          <a:p>
            <a:endParaRPr lang="fr-FR" smtClean="0"/>
          </a:p>
          <a:p>
            <a:r>
              <a:rPr lang="fr-FR" smtClean="0"/>
              <a:t>20-  NUL N'EST SEMBLABLE À YAHVÉ</a:t>
            </a:r>
          </a:p>
          <a:p>
            <a:endParaRPr lang="fr-FR" smtClean="0"/>
          </a:p>
          <a:p>
            <a:r>
              <a:rPr lang="fr-FR" smtClean="0"/>
              <a:t>
21-  À CELUI QUI ÉTAIT  ET QUI EST, QUI REVIENT  </a:t>
            </a:r>
          </a:p>
          <a:p>
            <a:r>
              <a:rPr lang="fr-FR" smtClean="0"/>
              <a:t> 
22-  ADONAÏ, ELOHIM TSÉVAHOT </a:t>
            </a:r>
          </a:p>
          <a:p>
            <a:r>
              <a:rPr lang="fr-FR" smtClean="0"/>
              <a:t>
23-  SAINT, SAINT, SAINT </a:t>
            </a:r>
          </a:p>
          <a:p>
            <a:r>
              <a:rPr lang="fr-FR" smtClean="0"/>
              <a:t>
24-  Ô SEIGNEUR NOTRE DIEU, ROI DES CIEUX   </a:t>
            </a:r>
          </a:p>
          <a:p>
            <a:r>
              <a:rPr lang="fr-FR" smtClean="0"/>
              <a:t>
25-  KADOSH, KADOSH, KADOSH  
</a:t>
            </a:r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VOICI VENUS LES JOURS D’ÉLIE DÉCLARANT LA PAROLE DU SEIGNEUR </a:t>
            </a:r>
          </a:p>
          <a:p>
            <a:pPr eaLnBrk="1" hangingPunct="1"/>
            <a:r>
              <a:rPr lang="fr-FR" smtClean="0"/>
              <a:t>2-  VOICI LES JOURS DE TON SERVITEUR MOÏSE</a:t>
            </a:r>
          </a:p>
          <a:p>
            <a:pPr eaLnBrk="1" hangingPunct="1"/>
            <a:r>
              <a:rPr lang="fr-FR" smtClean="0"/>
              <a:t>3-  LA JUSTICE EST DANS MON COEUR</a:t>
            </a:r>
          </a:p>
          <a:p>
            <a:pPr eaLnBrk="1" hangingPunct="1"/>
            <a:r>
              <a:rPr lang="fr-FR" smtClean="0"/>
              <a:t>4-  ET PENDANT CES JOURS DE GRANDE ÉPREUVE</a:t>
            </a:r>
          </a:p>
          <a:p>
            <a:pPr eaLnBrk="1" hangingPunct="1"/>
            <a:r>
              <a:rPr lang="fr-FR" smtClean="0"/>
              <a:t>5-  DE FAMINE, DE TÉNÈBRE ET SOIF</a:t>
            </a:r>
          </a:p>
          <a:p>
            <a:pPr eaLnBrk="1" hangingPunct="1"/>
            <a:r>
              <a:rPr lang="fr-FR" smtClean="0"/>
              <a:t>6-  NOUS SOMMES CETTE VOIX DANS LE DÉSERT QUI CRIE</a:t>
            </a:r>
          </a:p>
          <a:p>
            <a:pPr eaLnBrk="1" hangingPunct="1"/>
            <a:r>
              <a:rPr lang="fr-FR" smtClean="0"/>
              <a:t>7-  PRÉPAREZ LE CHEMIN DU SEIGNEUR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8-  GLORIEUX IL VIENT AU-DESSUS DES CIEUX</a:t>
            </a:r>
          </a:p>
          <a:p>
            <a:pPr eaLnBrk="1" hangingPunct="1"/>
            <a:r>
              <a:rPr lang="fr-FR" smtClean="0"/>
              <a:t>	9-  BRILLANT COMME LE SOLEIL AU SON DES TROMPETTES</a:t>
            </a:r>
          </a:p>
          <a:p>
            <a:pPr eaLnBrk="1" hangingPunct="1"/>
            <a:r>
              <a:rPr lang="fr-FR" smtClean="0"/>
              <a:t>	10-  ÉLÈVE TA VOIX C’EST L’ANNÉE DE JUBILÉ</a:t>
            </a:r>
          </a:p>
          <a:p>
            <a:pPr eaLnBrk="1" hangingPunct="1"/>
            <a:r>
              <a:rPr lang="fr-FR" smtClean="0"/>
              <a:t>	11-  ET DU MONT SION LE SALUT VIENT                   X2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12-  VOICI LES JOURS DE TON PROPHÈTE</a:t>
            </a:r>
          </a:p>
          <a:p>
            <a:pPr eaLnBrk="1" hangingPunct="1"/>
            <a:r>
              <a:rPr lang="fr-FR" smtClean="0"/>
              <a:t>13-  LES OSSEMENTS SONT DEVENUS CHAIR</a:t>
            </a:r>
          </a:p>
          <a:p>
            <a:pPr eaLnBrk="1" hangingPunct="1"/>
            <a:r>
              <a:rPr lang="fr-FR" smtClean="0"/>
              <a:t>14-  VOICI LES JOURS DE TON SERVITEUR DAVID</a:t>
            </a:r>
          </a:p>
          <a:p>
            <a:pPr eaLnBrk="1" hangingPunct="1"/>
            <a:r>
              <a:rPr lang="fr-FR" smtClean="0"/>
              <a:t>15-  CONSTRUISANT UN TEMPLE DE LOUANGES</a:t>
            </a:r>
          </a:p>
          <a:p>
            <a:pPr eaLnBrk="1" hangingPunct="1"/>
            <a:r>
              <a:rPr lang="fr-FR" smtClean="0"/>
              <a:t>16-  VOICI LES JOURS DE LA RÉCOLTE</a:t>
            </a:r>
          </a:p>
          <a:p>
            <a:pPr eaLnBrk="1" hangingPunct="1"/>
            <a:r>
              <a:rPr lang="fr-FR" smtClean="0"/>
              <a:t>17-  C'EST LE TEMPS DE LA GRANDE MOISSON </a:t>
            </a:r>
          </a:p>
          <a:p>
            <a:pPr eaLnBrk="1" hangingPunct="1"/>
            <a:r>
              <a:rPr lang="fr-FR" smtClean="0"/>
              <a:t>18-  NOUS SOMMES LES OUVRIERS DE TA VIGNE, SEIGNEUR</a:t>
            </a:r>
          </a:p>
          <a:p>
            <a:pPr eaLnBrk="1" hangingPunct="1"/>
            <a:r>
              <a:rPr lang="fr-FR" smtClean="0"/>
              <a:t>19-  DÉCLARANT LA PAROLE DU SEIGNEUR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20-  NUL N'EST SEMBLABLE À YAHVÉ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
21-  À CELUI QUI ÉTAIT  ET QUI EST, QUI REVIENT  </a:t>
            </a:r>
          </a:p>
          <a:p>
            <a:pPr eaLnBrk="1" hangingPunct="1"/>
            <a:r>
              <a:rPr lang="fr-FR" smtClean="0"/>
              <a:t> 
22-  ADONAÏ, ELOHIM TSÉVAHOT </a:t>
            </a:r>
          </a:p>
          <a:p>
            <a:pPr eaLnBrk="1" hangingPunct="1"/>
            <a:r>
              <a:rPr lang="fr-FR" smtClean="0"/>
              <a:t>
23-  SAINT, SAINT, SAINT </a:t>
            </a:r>
          </a:p>
          <a:p>
            <a:pPr eaLnBrk="1" hangingPunct="1"/>
            <a:r>
              <a:rPr lang="fr-FR" smtClean="0"/>
              <a:t>
24-  Ô SEIGNEUR NOTRE DIEU, ROI DES CIEUX   </a:t>
            </a:r>
          </a:p>
          <a:p>
            <a:pPr eaLnBrk="1" hangingPunct="1"/>
            <a:r>
              <a:rPr lang="fr-FR" smtClean="0"/>
              <a:t>
25-  KADOSH, KADOSH, KADOSH  
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VOICI VENUS LES JOURS D’ÉLIE DÉCLARANT LA PAROLE DU SEIGNEUR </a:t>
            </a:r>
          </a:p>
          <a:p>
            <a:r>
              <a:rPr lang="fr-FR" smtClean="0"/>
              <a:t>2-  VOICI LES JOURS DE TON SERVITEUR MOÏSE</a:t>
            </a:r>
          </a:p>
          <a:p>
            <a:r>
              <a:rPr lang="fr-FR" smtClean="0"/>
              <a:t>3-  LA JUSTICE EST DANS MON COEUR</a:t>
            </a:r>
          </a:p>
          <a:p>
            <a:r>
              <a:rPr lang="fr-FR" smtClean="0"/>
              <a:t>4-  ET PENDANT CES JOURS DE GRANDE ÉPREUVE</a:t>
            </a:r>
          </a:p>
          <a:p>
            <a:r>
              <a:rPr lang="fr-FR" smtClean="0"/>
              <a:t>5-  DE FAMINE, DE TÉNÈBRE ET SOIF</a:t>
            </a:r>
          </a:p>
          <a:p>
            <a:r>
              <a:rPr lang="fr-FR" smtClean="0"/>
              <a:t>6-  NOUS SOMMES CETTE VOIX DANS LE DÉSERT QUI CRIE</a:t>
            </a:r>
          </a:p>
          <a:p>
            <a:r>
              <a:rPr lang="fr-FR" smtClean="0"/>
              <a:t>7-  PRÉPAREZ LE CHEMIN DU SEIGNEUR</a:t>
            </a:r>
          </a:p>
          <a:p>
            <a:endParaRPr lang="fr-FR" smtClean="0"/>
          </a:p>
          <a:p>
            <a:r>
              <a:rPr lang="fr-FR" smtClean="0"/>
              <a:t>	8-  GLORIEUX IL VIENT AU-DESSUS DES CIEUX</a:t>
            </a:r>
          </a:p>
          <a:p>
            <a:r>
              <a:rPr lang="fr-FR" smtClean="0"/>
              <a:t>	9-  BRILLANT COMME LE SOLEIL AU SON DES TROMPETTES</a:t>
            </a:r>
          </a:p>
          <a:p>
            <a:r>
              <a:rPr lang="fr-FR" smtClean="0"/>
              <a:t>	10-  ÉLÈVE TA VOIX C’EST L’ANNÉE DE JUBILÉ</a:t>
            </a:r>
          </a:p>
          <a:p>
            <a:r>
              <a:rPr lang="fr-FR" smtClean="0"/>
              <a:t>	11-  ET DU MONT SION LE SALUT VIENT                   X2</a:t>
            </a:r>
          </a:p>
          <a:p>
            <a:endParaRPr lang="fr-FR" smtClean="0"/>
          </a:p>
          <a:p>
            <a:r>
              <a:rPr lang="fr-FR" smtClean="0"/>
              <a:t>12-  VOICI LES JOURS DE TON PROPHÈTE</a:t>
            </a:r>
          </a:p>
          <a:p>
            <a:r>
              <a:rPr lang="fr-FR" smtClean="0"/>
              <a:t>13-  LES OSSEMENTS SONT DEVENUS CHAIR</a:t>
            </a:r>
          </a:p>
          <a:p>
            <a:r>
              <a:rPr lang="fr-FR" smtClean="0"/>
              <a:t>14-  VOICI LES JOURS DE TON SERVITEUR DAVID</a:t>
            </a:r>
          </a:p>
          <a:p>
            <a:r>
              <a:rPr lang="fr-FR" smtClean="0"/>
              <a:t>15-  CONSTRUISANT UN TEMPLE DE LOUANGES</a:t>
            </a:r>
          </a:p>
          <a:p>
            <a:r>
              <a:rPr lang="fr-FR" smtClean="0"/>
              <a:t>16-  VOICI LES JOURS DE LA RÉCOLTE</a:t>
            </a:r>
          </a:p>
          <a:p>
            <a:r>
              <a:rPr lang="fr-FR" smtClean="0"/>
              <a:t>17-  C'EST LE TEMPS DE LA GRANDE MOISSON </a:t>
            </a:r>
          </a:p>
          <a:p>
            <a:r>
              <a:rPr lang="fr-FR" smtClean="0"/>
              <a:t>18-  NOUS SOMMES LES OUVRIERS DE TA VIGNE, SEIGNEUR</a:t>
            </a:r>
          </a:p>
          <a:p>
            <a:r>
              <a:rPr lang="fr-FR" smtClean="0"/>
              <a:t>19-  DÉCLARANT LA PAROLE DU SEIGNEUR</a:t>
            </a:r>
          </a:p>
          <a:p>
            <a:endParaRPr lang="fr-FR" smtClean="0"/>
          </a:p>
          <a:p>
            <a:r>
              <a:rPr lang="fr-FR" smtClean="0"/>
              <a:t>20-  NUL N'EST SEMBLABLE À YAHVÉ</a:t>
            </a:r>
          </a:p>
          <a:p>
            <a:endParaRPr lang="fr-FR" smtClean="0"/>
          </a:p>
          <a:p>
            <a:r>
              <a:rPr lang="fr-FR" smtClean="0"/>
              <a:t>
21-  À CELUI QUI ÉTAIT  ET QUI EST, QUI REVIENT  </a:t>
            </a:r>
          </a:p>
          <a:p>
            <a:r>
              <a:rPr lang="fr-FR" smtClean="0"/>
              <a:t> 
22-  ADONAÏ, ELOHIM TSÉVAHOT </a:t>
            </a:r>
          </a:p>
          <a:p>
            <a:r>
              <a:rPr lang="fr-FR" smtClean="0"/>
              <a:t>
23-  SAINT, SAINT, SAINT </a:t>
            </a:r>
          </a:p>
          <a:p>
            <a:r>
              <a:rPr lang="fr-FR" smtClean="0"/>
              <a:t>
24-  Ô SEIGNEUR NOTRE DIEU, ROI DES CIEUX   </a:t>
            </a:r>
          </a:p>
          <a:p>
            <a:r>
              <a:rPr lang="fr-FR" smtClean="0"/>
              <a:t>
25-  KADOSH, KADOSH, KADOSH  
</a:t>
            </a:r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VOICI VENUS LES JOURS D’ÉLIE DÉCLARANT LA PAROLE DU SEIGNEUR </a:t>
            </a:r>
          </a:p>
          <a:p>
            <a:pPr eaLnBrk="1" hangingPunct="1"/>
            <a:r>
              <a:rPr lang="fr-FR" smtClean="0"/>
              <a:t>2-  VOICI LES JOURS DE TON SERVITEUR MOÏSE</a:t>
            </a:r>
          </a:p>
          <a:p>
            <a:pPr eaLnBrk="1" hangingPunct="1"/>
            <a:r>
              <a:rPr lang="fr-FR" smtClean="0"/>
              <a:t>3-  LA JUSTICE EST DANS MON COEUR</a:t>
            </a:r>
          </a:p>
          <a:p>
            <a:pPr eaLnBrk="1" hangingPunct="1"/>
            <a:r>
              <a:rPr lang="fr-FR" smtClean="0"/>
              <a:t>4-  ET PENDANT CES JOURS DE GRANDE ÉPREUVE</a:t>
            </a:r>
          </a:p>
          <a:p>
            <a:pPr eaLnBrk="1" hangingPunct="1"/>
            <a:r>
              <a:rPr lang="fr-FR" smtClean="0"/>
              <a:t>5-  DE FAMINE, DE TÉNÈBRE ET SOIF</a:t>
            </a:r>
          </a:p>
          <a:p>
            <a:pPr eaLnBrk="1" hangingPunct="1"/>
            <a:r>
              <a:rPr lang="fr-FR" smtClean="0"/>
              <a:t>6-  NOUS SOMMES CETTE VOIX DANS LE DÉSERT QUI CRIE</a:t>
            </a:r>
          </a:p>
          <a:p>
            <a:pPr eaLnBrk="1" hangingPunct="1"/>
            <a:r>
              <a:rPr lang="fr-FR" smtClean="0"/>
              <a:t>7-  PRÉPAREZ LE CHEMIN DU SEIGNEUR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8-  GLORIEUX IL VIENT AU-DESSUS DES CIEUX</a:t>
            </a:r>
          </a:p>
          <a:p>
            <a:pPr eaLnBrk="1" hangingPunct="1"/>
            <a:r>
              <a:rPr lang="fr-FR" smtClean="0"/>
              <a:t>	9-  BRILLANT COMME LE SOLEIL AU SON DES TROMPETTES</a:t>
            </a:r>
          </a:p>
          <a:p>
            <a:pPr eaLnBrk="1" hangingPunct="1"/>
            <a:r>
              <a:rPr lang="fr-FR" smtClean="0"/>
              <a:t>	10-  ÉLÈVE TA VOIX C’EST L’ANNÉE DE JUBILÉ</a:t>
            </a:r>
          </a:p>
          <a:p>
            <a:pPr eaLnBrk="1" hangingPunct="1"/>
            <a:r>
              <a:rPr lang="fr-FR" smtClean="0"/>
              <a:t>	11-  ET DU MONT SION LE SALUT VIENT                   X2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12-  VOICI LES JOURS DE TON PROPHÈTE</a:t>
            </a:r>
          </a:p>
          <a:p>
            <a:pPr eaLnBrk="1" hangingPunct="1"/>
            <a:r>
              <a:rPr lang="fr-FR" smtClean="0"/>
              <a:t>13-  LES OSSEMENTS SONT DEVENUS CHAIR</a:t>
            </a:r>
          </a:p>
          <a:p>
            <a:pPr eaLnBrk="1" hangingPunct="1"/>
            <a:r>
              <a:rPr lang="fr-FR" smtClean="0"/>
              <a:t>14-  VOICI LES JOURS DE TON SERVITEUR DAVID</a:t>
            </a:r>
          </a:p>
          <a:p>
            <a:pPr eaLnBrk="1" hangingPunct="1"/>
            <a:r>
              <a:rPr lang="fr-FR" smtClean="0"/>
              <a:t>15-  CONSTRUISANT UN TEMPLE DE LOUANGES</a:t>
            </a:r>
          </a:p>
          <a:p>
            <a:pPr eaLnBrk="1" hangingPunct="1"/>
            <a:r>
              <a:rPr lang="fr-FR" smtClean="0"/>
              <a:t>16-  VOICI LES JOURS DE LA RÉCOLTE</a:t>
            </a:r>
          </a:p>
          <a:p>
            <a:pPr eaLnBrk="1" hangingPunct="1"/>
            <a:r>
              <a:rPr lang="fr-FR" smtClean="0"/>
              <a:t>17-  C'EST LE TEMPS DE LA GRANDE MOISSON </a:t>
            </a:r>
          </a:p>
          <a:p>
            <a:pPr eaLnBrk="1" hangingPunct="1"/>
            <a:r>
              <a:rPr lang="fr-FR" smtClean="0"/>
              <a:t>18-  NOUS SOMMES LES OUVRIERS DE TA VIGNE, SEIGNEUR</a:t>
            </a:r>
          </a:p>
          <a:p>
            <a:pPr eaLnBrk="1" hangingPunct="1"/>
            <a:r>
              <a:rPr lang="fr-FR" smtClean="0"/>
              <a:t>19-  DÉCLARANT LA PAROLE DU SEIGNEUR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20-  NUL N'EST SEMBLABLE À YAHVÉ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
21-  À CELUI QUI ÉTAIT  ET QUI EST, QUI REVIENT  </a:t>
            </a:r>
          </a:p>
          <a:p>
            <a:pPr eaLnBrk="1" hangingPunct="1"/>
            <a:r>
              <a:rPr lang="fr-FR" smtClean="0"/>
              <a:t> 
22-  ADONAÏ, ELOHIM TSÉVAHOT </a:t>
            </a:r>
          </a:p>
          <a:p>
            <a:pPr eaLnBrk="1" hangingPunct="1"/>
            <a:r>
              <a:rPr lang="fr-FR" smtClean="0"/>
              <a:t>
23-  SAINT, SAINT, SAINT </a:t>
            </a:r>
          </a:p>
          <a:p>
            <a:pPr eaLnBrk="1" hangingPunct="1"/>
            <a:r>
              <a:rPr lang="fr-FR" smtClean="0"/>
              <a:t>
24-  Ô SEIGNEUR NOTRE DIEU, ROI DES CIEUX   </a:t>
            </a:r>
          </a:p>
          <a:p>
            <a:pPr eaLnBrk="1" hangingPunct="1"/>
            <a:r>
              <a:rPr lang="fr-FR" smtClean="0"/>
              <a:t>
25-  KADOSH, KADOSH, KADOSH  
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VOICI VENUS LES JOURS D’ÉLIE DÉCLARANT LA PAROLE DU SEIGNEUR </a:t>
            </a:r>
          </a:p>
          <a:p>
            <a:r>
              <a:rPr lang="fr-FR" smtClean="0"/>
              <a:t>2-  VOICI LES JOURS DE TON SERVITEUR MOÏSE</a:t>
            </a:r>
          </a:p>
          <a:p>
            <a:r>
              <a:rPr lang="fr-FR" smtClean="0"/>
              <a:t>3-  LA JUSTICE EST DANS MON COEUR</a:t>
            </a:r>
          </a:p>
          <a:p>
            <a:r>
              <a:rPr lang="fr-FR" smtClean="0"/>
              <a:t>4-  ET PENDANT CES JOURS DE GRANDE ÉPREUVE</a:t>
            </a:r>
          </a:p>
          <a:p>
            <a:r>
              <a:rPr lang="fr-FR" smtClean="0"/>
              <a:t>5-  DE FAMINE, DE TÉNÈBRE ET SOIF</a:t>
            </a:r>
          </a:p>
          <a:p>
            <a:r>
              <a:rPr lang="fr-FR" smtClean="0"/>
              <a:t>6-  NOUS SOMMES CETTE VOIX DANS LE DÉSERT QUI CRIE</a:t>
            </a:r>
          </a:p>
          <a:p>
            <a:r>
              <a:rPr lang="fr-FR" smtClean="0"/>
              <a:t>7-  PRÉPAREZ LE CHEMIN DU SEIGNEUR</a:t>
            </a:r>
          </a:p>
          <a:p>
            <a:endParaRPr lang="fr-FR" smtClean="0"/>
          </a:p>
          <a:p>
            <a:r>
              <a:rPr lang="fr-FR" smtClean="0"/>
              <a:t>	8-  GLORIEUX IL VIENT AU-DESSUS DES CIEUX</a:t>
            </a:r>
          </a:p>
          <a:p>
            <a:r>
              <a:rPr lang="fr-FR" smtClean="0"/>
              <a:t>	9-  BRILLANT COMME LE SOLEIL AU SON DES TROMPETTES</a:t>
            </a:r>
          </a:p>
          <a:p>
            <a:r>
              <a:rPr lang="fr-FR" smtClean="0"/>
              <a:t>	10-  ÉLÈVE TA VOIX C’EST L’ANNÉE DE JUBILÉ</a:t>
            </a:r>
          </a:p>
          <a:p>
            <a:r>
              <a:rPr lang="fr-FR" smtClean="0"/>
              <a:t>	11-  ET DU MONT SION LE SALUT VIENT                   X2</a:t>
            </a:r>
          </a:p>
          <a:p>
            <a:endParaRPr lang="fr-FR" smtClean="0"/>
          </a:p>
          <a:p>
            <a:r>
              <a:rPr lang="fr-FR" smtClean="0"/>
              <a:t>12-  VOICI LES JOURS DE TON PROPHÈTE</a:t>
            </a:r>
          </a:p>
          <a:p>
            <a:r>
              <a:rPr lang="fr-FR" smtClean="0"/>
              <a:t>13-  LES OSSEMENTS SONT DEVENUS CHAIR</a:t>
            </a:r>
          </a:p>
          <a:p>
            <a:r>
              <a:rPr lang="fr-FR" smtClean="0"/>
              <a:t>14-  VOICI LES JOURS DE TON SERVITEUR DAVID</a:t>
            </a:r>
          </a:p>
          <a:p>
            <a:r>
              <a:rPr lang="fr-FR" smtClean="0"/>
              <a:t>15-  CONSTRUISANT UN TEMPLE DE LOUANGES</a:t>
            </a:r>
          </a:p>
          <a:p>
            <a:r>
              <a:rPr lang="fr-FR" smtClean="0"/>
              <a:t>16-  VOICI LES JOURS DE LA RÉCOLTE</a:t>
            </a:r>
          </a:p>
          <a:p>
            <a:r>
              <a:rPr lang="fr-FR" smtClean="0"/>
              <a:t>17-  C'EST LE TEMPS DE LA GRANDE MOISSON </a:t>
            </a:r>
          </a:p>
          <a:p>
            <a:r>
              <a:rPr lang="fr-FR" smtClean="0"/>
              <a:t>18-  NOUS SOMMES LES OUVRIERS DE TA VIGNE, SEIGNEUR</a:t>
            </a:r>
          </a:p>
          <a:p>
            <a:r>
              <a:rPr lang="fr-FR" smtClean="0"/>
              <a:t>19-  DÉCLARANT LA PAROLE DU SEIGNEUR</a:t>
            </a:r>
          </a:p>
          <a:p>
            <a:endParaRPr lang="fr-FR" smtClean="0"/>
          </a:p>
          <a:p>
            <a:r>
              <a:rPr lang="fr-FR" smtClean="0"/>
              <a:t>20-  NUL N'EST SEMBLABLE À YAHVÉ</a:t>
            </a:r>
          </a:p>
          <a:p>
            <a:endParaRPr lang="fr-FR" smtClean="0"/>
          </a:p>
          <a:p>
            <a:r>
              <a:rPr lang="fr-FR" smtClean="0"/>
              <a:t>
21-  À CELUI QUI ÉTAIT  ET QUI EST, QUI REVIENT  </a:t>
            </a:r>
          </a:p>
          <a:p>
            <a:r>
              <a:rPr lang="fr-FR" smtClean="0"/>
              <a:t> 
22-  ADONAÏ, ELOHIM TSÉVAHOT </a:t>
            </a:r>
          </a:p>
          <a:p>
            <a:r>
              <a:rPr lang="fr-FR" smtClean="0"/>
              <a:t>
23-  SAINT, SAINT, SAINT </a:t>
            </a:r>
          </a:p>
          <a:p>
            <a:r>
              <a:rPr lang="fr-FR" smtClean="0"/>
              <a:t>
24-  Ô SEIGNEUR NOTRE DIEU, ROI DES CIEUX   </a:t>
            </a:r>
          </a:p>
          <a:p>
            <a:r>
              <a:rPr lang="fr-FR" smtClean="0"/>
              <a:t>
25-  KADOSH, KADOSH, KADOSH  
</a:t>
            </a:r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VOICI VENUS LES JOURS D’ÉLIE DÉCLARANT LA PAROLE DU SEIGNEUR </a:t>
            </a:r>
          </a:p>
          <a:p>
            <a:pPr eaLnBrk="1" hangingPunct="1"/>
            <a:r>
              <a:rPr lang="fr-FR" smtClean="0"/>
              <a:t>2-  VOICI LES JOURS DE TON SERVITEUR MOÏSE</a:t>
            </a:r>
          </a:p>
          <a:p>
            <a:pPr eaLnBrk="1" hangingPunct="1"/>
            <a:r>
              <a:rPr lang="fr-FR" smtClean="0"/>
              <a:t>3-  LA JUSTICE EST DANS MON COEUR</a:t>
            </a:r>
          </a:p>
          <a:p>
            <a:pPr eaLnBrk="1" hangingPunct="1"/>
            <a:r>
              <a:rPr lang="fr-FR" smtClean="0"/>
              <a:t>4-  ET PENDANT CES JOURS DE GRANDE ÉPREUVE</a:t>
            </a:r>
          </a:p>
          <a:p>
            <a:pPr eaLnBrk="1" hangingPunct="1"/>
            <a:r>
              <a:rPr lang="fr-FR" smtClean="0"/>
              <a:t>5-  DE FAMINE, DE TÉNÈBRE ET SOIF</a:t>
            </a:r>
          </a:p>
          <a:p>
            <a:pPr eaLnBrk="1" hangingPunct="1"/>
            <a:r>
              <a:rPr lang="fr-FR" smtClean="0"/>
              <a:t>6-  NOUS SOMMES CETTE VOIX DANS LE DÉSERT QUI CRIE</a:t>
            </a:r>
          </a:p>
          <a:p>
            <a:pPr eaLnBrk="1" hangingPunct="1"/>
            <a:r>
              <a:rPr lang="fr-FR" smtClean="0"/>
              <a:t>7-  PRÉPAREZ LE CHEMIN DU SEIGNEUR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8-  GLORIEUX IL VIENT AU-DESSUS DES CIEUX</a:t>
            </a:r>
          </a:p>
          <a:p>
            <a:pPr eaLnBrk="1" hangingPunct="1"/>
            <a:r>
              <a:rPr lang="fr-FR" smtClean="0"/>
              <a:t>	9-  BRILLANT COMME LE SOLEIL AU SON DES TROMPETTES</a:t>
            </a:r>
          </a:p>
          <a:p>
            <a:pPr eaLnBrk="1" hangingPunct="1"/>
            <a:r>
              <a:rPr lang="fr-FR" smtClean="0"/>
              <a:t>	10-  ÉLÈVE TA VOIX C’EST L’ANNÉE DE JUBILÉ</a:t>
            </a:r>
          </a:p>
          <a:p>
            <a:pPr eaLnBrk="1" hangingPunct="1"/>
            <a:r>
              <a:rPr lang="fr-FR" smtClean="0"/>
              <a:t>	11-  ET DU MONT SION LE SALUT VIENT                   X2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12-  VOICI LES JOURS DE TON PROPHÈTE</a:t>
            </a:r>
          </a:p>
          <a:p>
            <a:pPr eaLnBrk="1" hangingPunct="1"/>
            <a:r>
              <a:rPr lang="fr-FR" smtClean="0"/>
              <a:t>13-  LES OSSEMENTS SONT DEVENUS CHAIR</a:t>
            </a:r>
          </a:p>
          <a:p>
            <a:pPr eaLnBrk="1" hangingPunct="1"/>
            <a:r>
              <a:rPr lang="fr-FR" smtClean="0"/>
              <a:t>14-  VOICI LES JOURS DE TON SERVITEUR DAVID</a:t>
            </a:r>
          </a:p>
          <a:p>
            <a:pPr eaLnBrk="1" hangingPunct="1"/>
            <a:r>
              <a:rPr lang="fr-FR" smtClean="0"/>
              <a:t>15-  CONSTRUISANT UN TEMPLE DE LOUANGES</a:t>
            </a:r>
          </a:p>
          <a:p>
            <a:pPr eaLnBrk="1" hangingPunct="1"/>
            <a:r>
              <a:rPr lang="fr-FR" smtClean="0"/>
              <a:t>16-  VOICI LES JOURS DE LA RÉCOLTE</a:t>
            </a:r>
          </a:p>
          <a:p>
            <a:pPr eaLnBrk="1" hangingPunct="1"/>
            <a:r>
              <a:rPr lang="fr-FR" smtClean="0"/>
              <a:t>17-  C'EST LE TEMPS DE LA GRANDE MOISSON </a:t>
            </a:r>
          </a:p>
          <a:p>
            <a:pPr eaLnBrk="1" hangingPunct="1"/>
            <a:r>
              <a:rPr lang="fr-FR" smtClean="0"/>
              <a:t>18-  NOUS SOMMES LES OUVRIERS DE TA VIGNE, SEIGNEUR</a:t>
            </a:r>
          </a:p>
          <a:p>
            <a:pPr eaLnBrk="1" hangingPunct="1"/>
            <a:r>
              <a:rPr lang="fr-FR" smtClean="0"/>
              <a:t>19-  DÉCLARANT LA PAROLE DU SEIGNEUR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20-  NUL N'EST SEMBLABLE À YAHVÉ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
21-  À CELUI QUI ÉTAIT  ET QUI EST, QUI REVIENT  </a:t>
            </a:r>
          </a:p>
          <a:p>
            <a:pPr eaLnBrk="1" hangingPunct="1"/>
            <a:r>
              <a:rPr lang="fr-FR" smtClean="0"/>
              <a:t> 
22-  ADONAÏ, ELOHIM TSÉVAHOT </a:t>
            </a:r>
          </a:p>
          <a:p>
            <a:pPr eaLnBrk="1" hangingPunct="1"/>
            <a:r>
              <a:rPr lang="fr-FR" smtClean="0"/>
              <a:t>
23-  SAINT, SAINT, SAINT </a:t>
            </a:r>
          </a:p>
          <a:p>
            <a:pPr eaLnBrk="1" hangingPunct="1"/>
            <a:r>
              <a:rPr lang="fr-FR" smtClean="0"/>
              <a:t>
24-  Ô SEIGNEUR NOTRE DIEU, ROI DES CIEUX   </a:t>
            </a:r>
          </a:p>
          <a:p>
            <a:pPr eaLnBrk="1" hangingPunct="1"/>
            <a:r>
              <a:rPr lang="fr-FR" smtClean="0"/>
              <a:t>
25-  KADOSH, KADOSH, KADOSH  
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VOICI VENUS LES JOURS D’ÉLIE DÉCLARANT LA PAROLE DU SEIGNEUR </a:t>
            </a:r>
          </a:p>
          <a:p>
            <a:r>
              <a:rPr lang="fr-FR" smtClean="0"/>
              <a:t>2-  VOICI LES JOURS DE TON SERVITEUR MOÏSE</a:t>
            </a:r>
          </a:p>
          <a:p>
            <a:r>
              <a:rPr lang="fr-FR" smtClean="0"/>
              <a:t>3-  LA JUSTICE EST DANS MON COEUR</a:t>
            </a:r>
          </a:p>
          <a:p>
            <a:r>
              <a:rPr lang="fr-FR" smtClean="0"/>
              <a:t>4-  ET PENDANT CES JOURS DE GRANDE ÉPREUVE</a:t>
            </a:r>
          </a:p>
          <a:p>
            <a:r>
              <a:rPr lang="fr-FR" smtClean="0"/>
              <a:t>5-  DE FAMINE, DE TÉNÈBRE ET SOIF</a:t>
            </a:r>
          </a:p>
          <a:p>
            <a:r>
              <a:rPr lang="fr-FR" smtClean="0"/>
              <a:t>6-  NOUS SOMMES CETTE VOIX DANS LE DÉSERT QUI CRIE</a:t>
            </a:r>
          </a:p>
          <a:p>
            <a:r>
              <a:rPr lang="fr-FR" smtClean="0"/>
              <a:t>7-  PRÉPAREZ LE CHEMIN DU SEIGNEUR</a:t>
            </a:r>
          </a:p>
          <a:p>
            <a:endParaRPr lang="fr-FR" smtClean="0"/>
          </a:p>
          <a:p>
            <a:r>
              <a:rPr lang="fr-FR" smtClean="0"/>
              <a:t>	8-  GLORIEUX IL VIENT AU-DESSUS DES CIEUX</a:t>
            </a:r>
          </a:p>
          <a:p>
            <a:r>
              <a:rPr lang="fr-FR" smtClean="0"/>
              <a:t>	9-  BRILLANT COMME LE SOLEIL AU SON DES TROMPETTES</a:t>
            </a:r>
          </a:p>
          <a:p>
            <a:r>
              <a:rPr lang="fr-FR" smtClean="0"/>
              <a:t>	10-  ÉLÈVE TA VOIX C’EST L’ANNÉE DE JUBILÉ</a:t>
            </a:r>
          </a:p>
          <a:p>
            <a:r>
              <a:rPr lang="fr-FR" smtClean="0"/>
              <a:t>	11-  ET DU MONT SION LE SALUT VIENT                   X2</a:t>
            </a:r>
          </a:p>
          <a:p>
            <a:endParaRPr lang="fr-FR" smtClean="0"/>
          </a:p>
          <a:p>
            <a:r>
              <a:rPr lang="fr-FR" smtClean="0"/>
              <a:t>12-  VOICI LES JOURS DE TON PROPHÈTE</a:t>
            </a:r>
          </a:p>
          <a:p>
            <a:r>
              <a:rPr lang="fr-FR" smtClean="0"/>
              <a:t>13-  LES OSSEMENTS SONT DEVENUS CHAIR</a:t>
            </a:r>
          </a:p>
          <a:p>
            <a:r>
              <a:rPr lang="fr-FR" smtClean="0"/>
              <a:t>14-  VOICI LES JOURS DE TON SERVITEUR DAVID</a:t>
            </a:r>
          </a:p>
          <a:p>
            <a:r>
              <a:rPr lang="fr-FR" smtClean="0"/>
              <a:t>15-  CONSTRUISANT UN TEMPLE DE LOUANGES</a:t>
            </a:r>
          </a:p>
          <a:p>
            <a:r>
              <a:rPr lang="fr-FR" smtClean="0"/>
              <a:t>16-  VOICI LES JOURS DE LA RÉCOLTE</a:t>
            </a:r>
          </a:p>
          <a:p>
            <a:r>
              <a:rPr lang="fr-FR" smtClean="0"/>
              <a:t>17-  C'EST LE TEMPS DE LA GRANDE MOISSON </a:t>
            </a:r>
          </a:p>
          <a:p>
            <a:r>
              <a:rPr lang="fr-FR" smtClean="0"/>
              <a:t>18-  NOUS SOMMES LES OUVRIERS DE TA VIGNE, SEIGNEUR</a:t>
            </a:r>
          </a:p>
          <a:p>
            <a:r>
              <a:rPr lang="fr-FR" smtClean="0"/>
              <a:t>19-  DÉCLARANT LA PAROLE DU SEIGNEUR</a:t>
            </a:r>
          </a:p>
          <a:p>
            <a:endParaRPr lang="fr-FR" smtClean="0"/>
          </a:p>
          <a:p>
            <a:r>
              <a:rPr lang="fr-FR" smtClean="0"/>
              <a:t>20-  NUL N'EST SEMBLABLE À YAHVÉ</a:t>
            </a:r>
          </a:p>
          <a:p>
            <a:endParaRPr lang="fr-FR" smtClean="0"/>
          </a:p>
          <a:p>
            <a:r>
              <a:rPr lang="fr-FR" smtClean="0"/>
              <a:t>
21-  À CELUI QUI ÉTAIT  ET QUI EST, QUI REVIENT  </a:t>
            </a:r>
          </a:p>
          <a:p>
            <a:r>
              <a:rPr lang="fr-FR" smtClean="0"/>
              <a:t> 
22-  ADONAÏ, ELOHIM TSÉVAHOT </a:t>
            </a:r>
          </a:p>
          <a:p>
            <a:r>
              <a:rPr lang="fr-FR" smtClean="0"/>
              <a:t>
23-  SAINT, SAINT, SAINT </a:t>
            </a:r>
          </a:p>
          <a:p>
            <a:r>
              <a:rPr lang="fr-FR" smtClean="0"/>
              <a:t>
24-  Ô SEIGNEUR NOTRE DIEU, ROI DES CIEUX   </a:t>
            </a:r>
          </a:p>
          <a:p>
            <a:r>
              <a:rPr lang="fr-FR" smtClean="0"/>
              <a:t>
25-  KADOSH, KADOSH, KADOSH  
</a:t>
            </a:r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VOICI VENUS LES JOURS D’ÉLIE DÉCLARANT LA PAROLE DU SEIGNEUR </a:t>
            </a:r>
          </a:p>
          <a:p>
            <a:pPr eaLnBrk="1" hangingPunct="1"/>
            <a:r>
              <a:rPr lang="fr-FR" smtClean="0"/>
              <a:t>2-  VOICI LES JOURS DE TON SERVITEUR MOÏSE</a:t>
            </a:r>
          </a:p>
          <a:p>
            <a:pPr eaLnBrk="1" hangingPunct="1"/>
            <a:r>
              <a:rPr lang="fr-FR" smtClean="0"/>
              <a:t>3-  LA JUSTICE EST DANS MON COEUR</a:t>
            </a:r>
          </a:p>
          <a:p>
            <a:pPr eaLnBrk="1" hangingPunct="1"/>
            <a:r>
              <a:rPr lang="fr-FR" smtClean="0"/>
              <a:t>4-  ET PENDANT CES JOURS DE GRANDE ÉPREUVE</a:t>
            </a:r>
          </a:p>
          <a:p>
            <a:pPr eaLnBrk="1" hangingPunct="1"/>
            <a:r>
              <a:rPr lang="fr-FR" smtClean="0"/>
              <a:t>5-  DE FAMINE, DE TÉNÈBRE ET SOIF</a:t>
            </a:r>
          </a:p>
          <a:p>
            <a:pPr eaLnBrk="1" hangingPunct="1"/>
            <a:r>
              <a:rPr lang="fr-FR" smtClean="0"/>
              <a:t>6-  NOUS SOMMES CETTE VOIX DANS LE DÉSERT QUI CRIE</a:t>
            </a:r>
          </a:p>
          <a:p>
            <a:pPr eaLnBrk="1" hangingPunct="1"/>
            <a:r>
              <a:rPr lang="fr-FR" smtClean="0"/>
              <a:t>7-  PRÉPAREZ LE CHEMIN DU SEIGNEUR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8-  GLORIEUX IL VIENT AU-DESSUS DES CIEUX</a:t>
            </a:r>
          </a:p>
          <a:p>
            <a:pPr eaLnBrk="1" hangingPunct="1"/>
            <a:r>
              <a:rPr lang="fr-FR" smtClean="0"/>
              <a:t>	9-  BRILLANT COMME LE SOLEIL AU SON DES TROMPETTES</a:t>
            </a:r>
          </a:p>
          <a:p>
            <a:pPr eaLnBrk="1" hangingPunct="1"/>
            <a:r>
              <a:rPr lang="fr-FR" smtClean="0"/>
              <a:t>	10-  ÉLÈVE TA VOIX C’EST L’ANNÉE DE JUBILÉ</a:t>
            </a:r>
          </a:p>
          <a:p>
            <a:pPr eaLnBrk="1" hangingPunct="1"/>
            <a:r>
              <a:rPr lang="fr-FR" smtClean="0"/>
              <a:t>	11-  ET DU MONT SION LE SALUT VIENT                   X2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12-  VOICI LES JOURS DE TON PROPHÈTE</a:t>
            </a:r>
          </a:p>
          <a:p>
            <a:pPr eaLnBrk="1" hangingPunct="1"/>
            <a:r>
              <a:rPr lang="fr-FR" smtClean="0"/>
              <a:t>13-  LES OSSEMENTS SONT DEVENUS CHAIR</a:t>
            </a:r>
          </a:p>
          <a:p>
            <a:pPr eaLnBrk="1" hangingPunct="1"/>
            <a:r>
              <a:rPr lang="fr-FR" smtClean="0"/>
              <a:t>14-  VOICI LES JOURS DE TON SERVITEUR DAVID</a:t>
            </a:r>
          </a:p>
          <a:p>
            <a:pPr eaLnBrk="1" hangingPunct="1"/>
            <a:r>
              <a:rPr lang="fr-FR" smtClean="0"/>
              <a:t>15-  CONSTRUISANT UN TEMPLE DE LOUANGES</a:t>
            </a:r>
          </a:p>
          <a:p>
            <a:pPr eaLnBrk="1" hangingPunct="1"/>
            <a:r>
              <a:rPr lang="fr-FR" smtClean="0"/>
              <a:t>16-  VOICI LES JOURS DE LA RÉCOLTE</a:t>
            </a:r>
          </a:p>
          <a:p>
            <a:pPr eaLnBrk="1" hangingPunct="1"/>
            <a:r>
              <a:rPr lang="fr-FR" smtClean="0"/>
              <a:t>17-  C'EST LE TEMPS DE LA GRANDE MOISSON </a:t>
            </a:r>
          </a:p>
          <a:p>
            <a:pPr eaLnBrk="1" hangingPunct="1"/>
            <a:r>
              <a:rPr lang="fr-FR" smtClean="0"/>
              <a:t>18-  NOUS SOMMES LES OUVRIERS DE TA VIGNE, SEIGNEUR</a:t>
            </a:r>
          </a:p>
          <a:p>
            <a:pPr eaLnBrk="1" hangingPunct="1"/>
            <a:r>
              <a:rPr lang="fr-FR" smtClean="0"/>
              <a:t>19-  DÉCLARANT LA PAROLE DU SEIGNEUR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20-  NUL N'EST SEMBLABLE À YAHVÉ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
21-  À CELUI QUI ÉTAIT  ET QUI EST, QUI REVIENT  </a:t>
            </a:r>
          </a:p>
          <a:p>
            <a:pPr eaLnBrk="1" hangingPunct="1"/>
            <a:r>
              <a:rPr lang="fr-FR" smtClean="0"/>
              <a:t> 
22-  ADONAÏ, ELOHIM TSÉVAHOT </a:t>
            </a:r>
          </a:p>
          <a:p>
            <a:pPr eaLnBrk="1" hangingPunct="1"/>
            <a:r>
              <a:rPr lang="fr-FR" smtClean="0"/>
              <a:t>
23-  SAINT, SAINT, SAINT </a:t>
            </a:r>
          </a:p>
          <a:p>
            <a:pPr eaLnBrk="1" hangingPunct="1"/>
            <a:r>
              <a:rPr lang="fr-FR" smtClean="0"/>
              <a:t>
24-  Ô SEIGNEUR NOTRE DIEU, ROI DES CIEUX   </a:t>
            </a:r>
          </a:p>
          <a:p>
            <a:pPr eaLnBrk="1" hangingPunct="1"/>
            <a:r>
              <a:rPr lang="fr-FR" smtClean="0"/>
              <a:t>
25-  KADOSH, KADOSH, KADOSH  
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VOICI VENUS LES JOURS D’ÉLIE DÉCLARANT LA PAROLE DU SEIGNEUR </a:t>
            </a:r>
          </a:p>
          <a:p>
            <a:r>
              <a:rPr lang="fr-FR" smtClean="0"/>
              <a:t>2-  VOICI LES JOURS DE TON SERVITEUR MOÏSE</a:t>
            </a:r>
          </a:p>
          <a:p>
            <a:r>
              <a:rPr lang="fr-FR" smtClean="0"/>
              <a:t>3-  LA JUSTICE EST DANS MON COEUR</a:t>
            </a:r>
          </a:p>
          <a:p>
            <a:r>
              <a:rPr lang="fr-FR" smtClean="0"/>
              <a:t>4-  ET PENDANT CES JOURS DE GRANDE ÉPREUVE</a:t>
            </a:r>
          </a:p>
          <a:p>
            <a:r>
              <a:rPr lang="fr-FR" smtClean="0"/>
              <a:t>5-  DE FAMINE, DE TÉNÈBRE ET SOIF</a:t>
            </a:r>
          </a:p>
          <a:p>
            <a:r>
              <a:rPr lang="fr-FR" smtClean="0"/>
              <a:t>6-  NOUS SOMMES CETTE VOIX DANS LE DÉSERT QUI CRIE</a:t>
            </a:r>
          </a:p>
          <a:p>
            <a:r>
              <a:rPr lang="fr-FR" smtClean="0"/>
              <a:t>7-  PRÉPAREZ LE CHEMIN DU SEIGNEUR</a:t>
            </a:r>
          </a:p>
          <a:p>
            <a:endParaRPr lang="fr-FR" smtClean="0"/>
          </a:p>
          <a:p>
            <a:r>
              <a:rPr lang="fr-FR" smtClean="0"/>
              <a:t>	8-  GLORIEUX IL VIENT AU-DESSUS DES CIEUX</a:t>
            </a:r>
          </a:p>
          <a:p>
            <a:r>
              <a:rPr lang="fr-FR" smtClean="0"/>
              <a:t>	9-  BRILLANT COMME LE SOLEIL AU SON DES TROMPETTES</a:t>
            </a:r>
          </a:p>
          <a:p>
            <a:r>
              <a:rPr lang="fr-FR" smtClean="0"/>
              <a:t>	10-  ÉLÈVE TA VOIX C’EST L’ANNÉE DE JUBILÉ</a:t>
            </a:r>
          </a:p>
          <a:p>
            <a:r>
              <a:rPr lang="fr-FR" smtClean="0"/>
              <a:t>	11-  ET DU MONT SION LE SALUT VIENT                   X2</a:t>
            </a:r>
          </a:p>
          <a:p>
            <a:endParaRPr lang="fr-FR" smtClean="0"/>
          </a:p>
          <a:p>
            <a:r>
              <a:rPr lang="fr-FR" smtClean="0"/>
              <a:t>12-  VOICI LES JOURS DE TON PROPHÈTE</a:t>
            </a:r>
          </a:p>
          <a:p>
            <a:r>
              <a:rPr lang="fr-FR" smtClean="0"/>
              <a:t>13-  LES OSSEMENTS SONT DEVENUS CHAIR</a:t>
            </a:r>
          </a:p>
          <a:p>
            <a:r>
              <a:rPr lang="fr-FR" smtClean="0"/>
              <a:t>14-  VOICI LES JOURS DE TON SERVITEUR DAVID</a:t>
            </a:r>
          </a:p>
          <a:p>
            <a:r>
              <a:rPr lang="fr-FR" smtClean="0"/>
              <a:t>15-  CONSTRUISANT UN TEMPLE DE LOUANGES</a:t>
            </a:r>
          </a:p>
          <a:p>
            <a:r>
              <a:rPr lang="fr-FR" smtClean="0"/>
              <a:t>16-  VOICI LES JOURS DE LA RÉCOLTE</a:t>
            </a:r>
          </a:p>
          <a:p>
            <a:r>
              <a:rPr lang="fr-FR" smtClean="0"/>
              <a:t>17-  C'EST LE TEMPS DE LA GRANDE MOISSON </a:t>
            </a:r>
          </a:p>
          <a:p>
            <a:r>
              <a:rPr lang="fr-FR" smtClean="0"/>
              <a:t>18-  NOUS SOMMES LES OUVRIERS DE TA VIGNE, SEIGNEUR</a:t>
            </a:r>
          </a:p>
          <a:p>
            <a:r>
              <a:rPr lang="fr-FR" smtClean="0"/>
              <a:t>19-  DÉCLARANT LA PAROLE DU SEIGNEUR</a:t>
            </a:r>
          </a:p>
          <a:p>
            <a:endParaRPr lang="fr-FR" smtClean="0"/>
          </a:p>
          <a:p>
            <a:r>
              <a:rPr lang="fr-FR" smtClean="0"/>
              <a:t>20-  NUL N'EST SEMBLABLE À YAHVÉ</a:t>
            </a:r>
          </a:p>
          <a:p>
            <a:endParaRPr lang="fr-FR" smtClean="0"/>
          </a:p>
          <a:p>
            <a:r>
              <a:rPr lang="fr-FR" smtClean="0"/>
              <a:t>
21-  À CELUI QUI ÉTAIT  ET QUI EST, QUI REVIENT  </a:t>
            </a:r>
          </a:p>
          <a:p>
            <a:r>
              <a:rPr lang="fr-FR" smtClean="0"/>
              <a:t> 
22-  ADONAÏ, ELOHIM TSÉVAHOT </a:t>
            </a:r>
          </a:p>
          <a:p>
            <a:r>
              <a:rPr lang="fr-FR" smtClean="0"/>
              <a:t>
23-  SAINT, SAINT, SAINT </a:t>
            </a:r>
          </a:p>
          <a:p>
            <a:r>
              <a:rPr lang="fr-FR" smtClean="0"/>
              <a:t>
24-  Ô SEIGNEUR NOTRE DIEU, ROI DES CIEUX   </a:t>
            </a:r>
          </a:p>
          <a:p>
            <a:r>
              <a:rPr lang="fr-FR" smtClean="0"/>
              <a:t>
25-  KADOSH, KADOSH, KADOSH  
</a:t>
            </a:r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VOICI VENUS LES JOURS D’ÉLIE DÉCLARANT LA PAROLE DU SEIGNEUR </a:t>
            </a:r>
          </a:p>
          <a:p>
            <a:pPr eaLnBrk="1" hangingPunct="1"/>
            <a:r>
              <a:rPr lang="fr-FR" smtClean="0"/>
              <a:t>2-  VOICI LES JOURS DE TON SERVITEUR MOÏSE</a:t>
            </a:r>
          </a:p>
          <a:p>
            <a:pPr eaLnBrk="1" hangingPunct="1"/>
            <a:r>
              <a:rPr lang="fr-FR" smtClean="0"/>
              <a:t>3-  LA JUSTICE EST DANS MON COEUR</a:t>
            </a:r>
          </a:p>
          <a:p>
            <a:pPr eaLnBrk="1" hangingPunct="1"/>
            <a:r>
              <a:rPr lang="fr-FR" smtClean="0"/>
              <a:t>4-  ET PENDANT CES JOURS DE GRANDE ÉPREUVE</a:t>
            </a:r>
          </a:p>
          <a:p>
            <a:pPr eaLnBrk="1" hangingPunct="1"/>
            <a:r>
              <a:rPr lang="fr-FR" smtClean="0"/>
              <a:t>5-  DE FAMINE, DE TÉNÈBRE ET SOIF</a:t>
            </a:r>
          </a:p>
          <a:p>
            <a:pPr eaLnBrk="1" hangingPunct="1"/>
            <a:r>
              <a:rPr lang="fr-FR" smtClean="0"/>
              <a:t>6-  NOUS SOMMES CETTE VOIX DANS LE DÉSERT QUI CRIE</a:t>
            </a:r>
          </a:p>
          <a:p>
            <a:pPr eaLnBrk="1" hangingPunct="1"/>
            <a:r>
              <a:rPr lang="fr-FR" smtClean="0"/>
              <a:t>7-  PRÉPAREZ LE CHEMIN DU SEIGNEUR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8-  GLORIEUX IL VIENT AU-DESSUS DES CIEUX</a:t>
            </a:r>
          </a:p>
          <a:p>
            <a:pPr eaLnBrk="1" hangingPunct="1"/>
            <a:r>
              <a:rPr lang="fr-FR" smtClean="0"/>
              <a:t>	9-  BRILLANT COMME LE SOLEIL AU SON DES TROMPETTES</a:t>
            </a:r>
          </a:p>
          <a:p>
            <a:pPr eaLnBrk="1" hangingPunct="1"/>
            <a:r>
              <a:rPr lang="fr-FR" smtClean="0"/>
              <a:t>	10-  ÉLÈVE TA VOIX C’EST L’ANNÉE DE JUBILÉ</a:t>
            </a:r>
          </a:p>
          <a:p>
            <a:pPr eaLnBrk="1" hangingPunct="1"/>
            <a:r>
              <a:rPr lang="fr-FR" smtClean="0"/>
              <a:t>	11-  ET DU MONT SION LE SALUT VIENT                   X2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12-  VOICI LES JOURS DE TON PROPHÈTE</a:t>
            </a:r>
          </a:p>
          <a:p>
            <a:pPr eaLnBrk="1" hangingPunct="1"/>
            <a:r>
              <a:rPr lang="fr-FR" smtClean="0"/>
              <a:t>13-  LES OSSEMENTS SONT DEVENUS CHAIR</a:t>
            </a:r>
          </a:p>
          <a:p>
            <a:pPr eaLnBrk="1" hangingPunct="1"/>
            <a:r>
              <a:rPr lang="fr-FR" smtClean="0"/>
              <a:t>14-  VOICI LES JOURS DE TON SERVITEUR DAVID</a:t>
            </a:r>
          </a:p>
          <a:p>
            <a:pPr eaLnBrk="1" hangingPunct="1"/>
            <a:r>
              <a:rPr lang="fr-FR" smtClean="0"/>
              <a:t>15-  CONSTRUISANT UN TEMPLE DE LOUANGES</a:t>
            </a:r>
          </a:p>
          <a:p>
            <a:pPr eaLnBrk="1" hangingPunct="1"/>
            <a:r>
              <a:rPr lang="fr-FR" smtClean="0"/>
              <a:t>16-  VOICI LES JOURS DE LA RÉCOLTE</a:t>
            </a:r>
          </a:p>
          <a:p>
            <a:pPr eaLnBrk="1" hangingPunct="1"/>
            <a:r>
              <a:rPr lang="fr-FR" smtClean="0"/>
              <a:t>17-  C'EST LE TEMPS DE LA GRANDE MOISSON </a:t>
            </a:r>
          </a:p>
          <a:p>
            <a:pPr eaLnBrk="1" hangingPunct="1"/>
            <a:r>
              <a:rPr lang="fr-FR" smtClean="0"/>
              <a:t>18-  NOUS SOMMES LES OUVRIERS DE TA VIGNE, SEIGNEUR</a:t>
            </a:r>
          </a:p>
          <a:p>
            <a:pPr eaLnBrk="1" hangingPunct="1"/>
            <a:r>
              <a:rPr lang="fr-FR" smtClean="0"/>
              <a:t>19-  DÉCLARANT LA PAROLE DU SEIGNEUR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20-  NUL N'EST SEMBLABLE À YAHVÉ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
21-  À CELUI QUI ÉTAIT  ET QUI EST, QUI REVIENT  </a:t>
            </a:r>
          </a:p>
          <a:p>
            <a:pPr eaLnBrk="1" hangingPunct="1"/>
            <a:r>
              <a:rPr lang="fr-FR" smtClean="0"/>
              <a:t> 
22-  ADONAÏ, ELOHIM TSÉVAHOT </a:t>
            </a:r>
          </a:p>
          <a:p>
            <a:pPr eaLnBrk="1" hangingPunct="1"/>
            <a:r>
              <a:rPr lang="fr-FR" smtClean="0"/>
              <a:t>
23-  SAINT, SAINT, SAINT </a:t>
            </a:r>
          </a:p>
          <a:p>
            <a:pPr eaLnBrk="1" hangingPunct="1"/>
            <a:r>
              <a:rPr lang="fr-FR" smtClean="0"/>
              <a:t>
24-  Ô SEIGNEUR NOTRE DIEU, ROI DES CIEUX   </a:t>
            </a:r>
          </a:p>
          <a:p>
            <a:pPr eaLnBrk="1" hangingPunct="1"/>
            <a:r>
              <a:rPr lang="fr-FR" smtClean="0"/>
              <a:t>
25-  KADOSH, KADOSH, KADOSH  
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VOICI VENUS LES JOURS D’ÉLIE DÉCLARANT LA PAROLE DU SEIGNEUR </a:t>
            </a:r>
          </a:p>
          <a:p>
            <a:r>
              <a:rPr lang="fr-FR" smtClean="0"/>
              <a:t>2-  VOICI LES JOURS DE TON SERVITEUR MOÏSE</a:t>
            </a:r>
          </a:p>
          <a:p>
            <a:r>
              <a:rPr lang="fr-FR" smtClean="0"/>
              <a:t>3-  LA JUSTICE EST DANS MON COEUR</a:t>
            </a:r>
          </a:p>
          <a:p>
            <a:r>
              <a:rPr lang="fr-FR" smtClean="0"/>
              <a:t>4-  ET PENDANT CES JOURS DE GRANDE ÉPREUVE</a:t>
            </a:r>
          </a:p>
          <a:p>
            <a:r>
              <a:rPr lang="fr-FR" smtClean="0"/>
              <a:t>5-  DE FAMINE, DE TÉNÈBRE ET SOIF</a:t>
            </a:r>
          </a:p>
          <a:p>
            <a:r>
              <a:rPr lang="fr-FR" smtClean="0"/>
              <a:t>6-  NOUS SOMMES CETTE VOIX DANS LE DÉSERT QUI CRIE</a:t>
            </a:r>
          </a:p>
          <a:p>
            <a:r>
              <a:rPr lang="fr-FR" smtClean="0"/>
              <a:t>7-  PRÉPAREZ LE CHEMIN DU SEIGNEUR</a:t>
            </a:r>
          </a:p>
          <a:p>
            <a:endParaRPr lang="fr-FR" smtClean="0"/>
          </a:p>
          <a:p>
            <a:r>
              <a:rPr lang="fr-FR" smtClean="0"/>
              <a:t>	8-  GLORIEUX IL VIENT AU-DESSUS DES CIEUX</a:t>
            </a:r>
          </a:p>
          <a:p>
            <a:r>
              <a:rPr lang="fr-FR" smtClean="0"/>
              <a:t>	9-  BRILLANT COMME LE SOLEIL AU SON DES TROMPETTES</a:t>
            </a:r>
          </a:p>
          <a:p>
            <a:r>
              <a:rPr lang="fr-FR" smtClean="0"/>
              <a:t>	10-  ÉLÈVE TA VOIX C’EST L’ANNÉE DE JUBILÉ</a:t>
            </a:r>
          </a:p>
          <a:p>
            <a:r>
              <a:rPr lang="fr-FR" smtClean="0"/>
              <a:t>	11-  ET DU MONT SION LE SALUT VIENT                   X2</a:t>
            </a:r>
          </a:p>
          <a:p>
            <a:endParaRPr lang="fr-FR" smtClean="0"/>
          </a:p>
          <a:p>
            <a:r>
              <a:rPr lang="fr-FR" smtClean="0"/>
              <a:t>12-  VOICI LES JOURS DE TON PROPHÈTE</a:t>
            </a:r>
          </a:p>
          <a:p>
            <a:r>
              <a:rPr lang="fr-FR" smtClean="0"/>
              <a:t>13-  LES OSSEMENTS SONT DEVENUS CHAIR</a:t>
            </a:r>
          </a:p>
          <a:p>
            <a:r>
              <a:rPr lang="fr-FR" smtClean="0"/>
              <a:t>14-  VOICI LES JOURS DE TON SERVITEUR DAVID</a:t>
            </a:r>
          </a:p>
          <a:p>
            <a:r>
              <a:rPr lang="fr-FR" smtClean="0"/>
              <a:t>15-  CONSTRUISANT UN TEMPLE DE LOUANGES</a:t>
            </a:r>
          </a:p>
          <a:p>
            <a:r>
              <a:rPr lang="fr-FR" smtClean="0"/>
              <a:t>16-  VOICI LES JOURS DE LA RÉCOLTE</a:t>
            </a:r>
          </a:p>
          <a:p>
            <a:r>
              <a:rPr lang="fr-FR" smtClean="0"/>
              <a:t>17-  C'EST LE TEMPS DE LA GRANDE MOISSON </a:t>
            </a:r>
          </a:p>
          <a:p>
            <a:r>
              <a:rPr lang="fr-FR" smtClean="0"/>
              <a:t>18-  NOUS SOMMES LES OUVRIERS DE TA VIGNE, SEIGNEUR</a:t>
            </a:r>
          </a:p>
          <a:p>
            <a:r>
              <a:rPr lang="fr-FR" smtClean="0"/>
              <a:t>19-  DÉCLARANT LA PAROLE DU SEIGNEUR</a:t>
            </a:r>
          </a:p>
          <a:p>
            <a:endParaRPr lang="fr-FR" smtClean="0"/>
          </a:p>
          <a:p>
            <a:r>
              <a:rPr lang="fr-FR" smtClean="0"/>
              <a:t>20-  NUL N'EST SEMBLABLE À YAHVÉ</a:t>
            </a:r>
          </a:p>
          <a:p>
            <a:endParaRPr lang="fr-FR" smtClean="0"/>
          </a:p>
          <a:p>
            <a:r>
              <a:rPr lang="fr-FR" smtClean="0"/>
              <a:t>
21-  À CELUI QUI ÉTAIT  ET QUI EST, QUI REVIENT  </a:t>
            </a:r>
          </a:p>
          <a:p>
            <a:r>
              <a:rPr lang="fr-FR" smtClean="0"/>
              <a:t> 
22-  ADONAÏ, ELOHIM TSÉVAHOT </a:t>
            </a:r>
          </a:p>
          <a:p>
            <a:r>
              <a:rPr lang="fr-FR" smtClean="0"/>
              <a:t>
23-  SAINT, SAINT, SAINT </a:t>
            </a:r>
          </a:p>
          <a:p>
            <a:r>
              <a:rPr lang="fr-FR" smtClean="0"/>
              <a:t>
24-  Ô SEIGNEUR NOTRE DIEU, ROI DES CIEUX   </a:t>
            </a:r>
          </a:p>
          <a:p>
            <a:r>
              <a:rPr lang="fr-FR" smtClean="0"/>
              <a:t>
25-  KADOSH, KADOSH, KADOSH  
</a:t>
            </a:r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VOICI VENUS LES JOURS D’ÉLIE DÉCLARANT LA PAROLE DU SEIGNEUR </a:t>
            </a:r>
          </a:p>
          <a:p>
            <a:pPr eaLnBrk="1" hangingPunct="1"/>
            <a:r>
              <a:rPr lang="fr-FR" smtClean="0"/>
              <a:t>2-  VOICI LES JOURS DE TON SERVITEUR MOÏSE</a:t>
            </a:r>
          </a:p>
          <a:p>
            <a:pPr eaLnBrk="1" hangingPunct="1"/>
            <a:r>
              <a:rPr lang="fr-FR" smtClean="0"/>
              <a:t>3-  LA JUSTICE EST DANS MON COEUR</a:t>
            </a:r>
          </a:p>
          <a:p>
            <a:pPr eaLnBrk="1" hangingPunct="1"/>
            <a:r>
              <a:rPr lang="fr-FR" smtClean="0"/>
              <a:t>4-  ET PENDANT CES JOURS DE GRANDE ÉPREUVE</a:t>
            </a:r>
          </a:p>
          <a:p>
            <a:pPr eaLnBrk="1" hangingPunct="1"/>
            <a:r>
              <a:rPr lang="fr-FR" smtClean="0"/>
              <a:t>5-  DE FAMINE, DE TÉNÈBRE ET SOIF</a:t>
            </a:r>
          </a:p>
          <a:p>
            <a:pPr eaLnBrk="1" hangingPunct="1"/>
            <a:r>
              <a:rPr lang="fr-FR" smtClean="0"/>
              <a:t>6-  NOUS SOMMES CETTE VOIX DANS LE DÉSERT QUI CRIE</a:t>
            </a:r>
          </a:p>
          <a:p>
            <a:pPr eaLnBrk="1" hangingPunct="1"/>
            <a:r>
              <a:rPr lang="fr-FR" smtClean="0"/>
              <a:t>7-  PRÉPAREZ LE CHEMIN DU SEIGNEUR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8-  GLORIEUX IL VIENT AU-DESSUS DES CIEUX</a:t>
            </a:r>
          </a:p>
          <a:p>
            <a:pPr eaLnBrk="1" hangingPunct="1"/>
            <a:r>
              <a:rPr lang="fr-FR" smtClean="0"/>
              <a:t>	9-  BRILLANT COMME LE SOLEIL AU SON DES TROMPETTES</a:t>
            </a:r>
          </a:p>
          <a:p>
            <a:pPr eaLnBrk="1" hangingPunct="1"/>
            <a:r>
              <a:rPr lang="fr-FR" smtClean="0"/>
              <a:t>	10-  ÉLÈVE TA VOIX C’EST L’ANNÉE DE JUBILÉ</a:t>
            </a:r>
          </a:p>
          <a:p>
            <a:pPr eaLnBrk="1" hangingPunct="1"/>
            <a:r>
              <a:rPr lang="fr-FR" smtClean="0"/>
              <a:t>	11-  ET DU MONT SION LE SALUT VIENT                   X2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12-  VOICI LES JOURS DE TON PROPHÈTE</a:t>
            </a:r>
          </a:p>
          <a:p>
            <a:pPr eaLnBrk="1" hangingPunct="1"/>
            <a:r>
              <a:rPr lang="fr-FR" smtClean="0"/>
              <a:t>13-  LES OSSEMENTS SONT DEVENUS CHAIR</a:t>
            </a:r>
          </a:p>
          <a:p>
            <a:pPr eaLnBrk="1" hangingPunct="1"/>
            <a:r>
              <a:rPr lang="fr-FR" smtClean="0"/>
              <a:t>14-  VOICI LES JOURS DE TON SERVITEUR DAVID</a:t>
            </a:r>
          </a:p>
          <a:p>
            <a:pPr eaLnBrk="1" hangingPunct="1"/>
            <a:r>
              <a:rPr lang="fr-FR" smtClean="0"/>
              <a:t>15-  CONSTRUISANT UN TEMPLE DE LOUANGES</a:t>
            </a:r>
          </a:p>
          <a:p>
            <a:pPr eaLnBrk="1" hangingPunct="1"/>
            <a:r>
              <a:rPr lang="fr-FR" smtClean="0"/>
              <a:t>16-  VOICI LES JOURS DE LA RÉCOLTE</a:t>
            </a:r>
          </a:p>
          <a:p>
            <a:pPr eaLnBrk="1" hangingPunct="1"/>
            <a:r>
              <a:rPr lang="fr-FR" smtClean="0"/>
              <a:t>17-  C'EST LE TEMPS DE LA GRANDE MOISSON </a:t>
            </a:r>
          </a:p>
          <a:p>
            <a:pPr eaLnBrk="1" hangingPunct="1"/>
            <a:r>
              <a:rPr lang="fr-FR" smtClean="0"/>
              <a:t>18-  NOUS SOMMES LES OUVRIERS DE TA VIGNE, SEIGNEUR</a:t>
            </a:r>
          </a:p>
          <a:p>
            <a:pPr eaLnBrk="1" hangingPunct="1"/>
            <a:r>
              <a:rPr lang="fr-FR" smtClean="0"/>
              <a:t>19-  DÉCLARANT LA PAROLE DU SEIGNEUR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20-  NUL N'EST SEMBLABLE À YAHVÉ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
21-  À CELUI QUI ÉTAIT  ET QUI EST, QUI REVIENT  </a:t>
            </a:r>
          </a:p>
          <a:p>
            <a:pPr eaLnBrk="1" hangingPunct="1"/>
            <a:r>
              <a:rPr lang="fr-FR" smtClean="0"/>
              <a:t> 
22-  ADONAÏ, ELOHIM TSÉVAHOT </a:t>
            </a:r>
          </a:p>
          <a:p>
            <a:pPr eaLnBrk="1" hangingPunct="1"/>
            <a:r>
              <a:rPr lang="fr-FR" smtClean="0"/>
              <a:t>
23-  SAINT, SAINT, SAINT </a:t>
            </a:r>
          </a:p>
          <a:p>
            <a:pPr eaLnBrk="1" hangingPunct="1"/>
            <a:r>
              <a:rPr lang="fr-FR" smtClean="0"/>
              <a:t>
24-  Ô SEIGNEUR NOTRE DIEU, ROI DES CIEUX   </a:t>
            </a:r>
          </a:p>
          <a:p>
            <a:pPr eaLnBrk="1" hangingPunct="1"/>
            <a:r>
              <a:rPr lang="fr-FR" smtClean="0"/>
              <a:t>
25-  KADOSH, KADOSH, KADOSH  
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VOICI VENUS LES JOURS D’ÉLIE DÉCLARANT LA PAROLE DU SEIGNEUR </a:t>
            </a:r>
          </a:p>
          <a:p>
            <a:r>
              <a:rPr lang="fr-FR" smtClean="0"/>
              <a:t>2-  VOICI LES JOURS DE TON SERVITEUR MOÏSE</a:t>
            </a:r>
          </a:p>
          <a:p>
            <a:r>
              <a:rPr lang="fr-FR" smtClean="0"/>
              <a:t>3-  LA JUSTICE EST DANS MON COEUR</a:t>
            </a:r>
          </a:p>
          <a:p>
            <a:r>
              <a:rPr lang="fr-FR" smtClean="0"/>
              <a:t>4-  ET PENDANT CES JOURS DE GRANDE ÉPREUVE</a:t>
            </a:r>
          </a:p>
          <a:p>
            <a:r>
              <a:rPr lang="fr-FR" smtClean="0"/>
              <a:t>5-  DE FAMINE, DE TÉNÈBRE ET SOIF</a:t>
            </a:r>
          </a:p>
          <a:p>
            <a:r>
              <a:rPr lang="fr-FR" smtClean="0"/>
              <a:t>6-  NOUS SOMMES CETTE VOIX DANS LE DÉSERT QUI CRIE</a:t>
            </a:r>
          </a:p>
          <a:p>
            <a:r>
              <a:rPr lang="fr-FR" smtClean="0"/>
              <a:t>7-  PRÉPAREZ LE CHEMIN DU SEIGNEUR</a:t>
            </a:r>
          </a:p>
          <a:p>
            <a:endParaRPr lang="fr-FR" smtClean="0"/>
          </a:p>
          <a:p>
            <a:r>
              <a:rPr lang="fr-FR" smtClean="0"/>
              <a:t>	8-  GLORIEUX IL VIENT AU-DESSUS DES CIEUX</a:t>
            </a:r>
          </a:p>
          <a:p>
            <a:r>
              <a:rPr lang="fr-FR" smtClean="0"/>
              <a:t>	9-  BRILLANT COMME LE SOLEIL AU SON DES TROMPETTES</a:t>
            </a:r>
          </a:p>
          <a:p>
            <a:r>
              <a:rPr lang="fr-FR" smtClean="0"/>
              <a:t>	10-  ÉLÈVE TA VOIX C’EST L’ANNÉE DE JUBILÉ</a:t>
            </a:r>
          </a:p>
          <a:p>
            <a:r>
              <a:rPr lang="fr-FR" smtClean="0"/>
              <a:t>	11-  ET DU MONT SION LE SALUT VIENT                   X2</a:t>
            </a:r>
          </a:p>
          <a:p>
            <a:endParaRPr lang="fr-FR" smtClean="0"/>
          </a:p>
          <a:p>
            <a:r>
              <a:rPr lang="fr-FR" smtClean="0"/>
              <a:t>12-  VOICI LES JOURS DE TON PROPHÈTE</a:t>
            </a:r>
          </a:p>
          <a:p>
            <a:r>
              <a:rPr lang="fr-FR" smtClean="0"/>
              <a:t>13-  LES OSSEMENTS SONT DEVENUS CHAIR</a:t>
            </a:r>
          </a:p>
          <a:p>
            <a:r>
              <a:rPr lang="fr-FR" smtClean="0"/>
              <a:t>14-  VOICI LES JOURS DE TON SERVITEUR DAVID</a:t>
            </a:r>
          </a:p>
          <a:p>
            <a:r>
              <a:rPr lang="fr-FR" smtClean="0"/>
              <a:t>15-  CONSTRUISANT UN TEMPLE DE LOUANGES</a:t>
            </a:r>
          </a:p>
          <a:p>
            <a:r>
              <a:rPr lang="fr-FR" smtClean="0"/>
              <a:t>16-  VOICI LES JOURS DE LA RÉCOLTE</a:t>
            </a:r>
          </a:p>
          <a:p>
            <a:r>
              <a:rPr lang="fr-FR" smtClean="0"/>
              <a:t>17-  C'EST LE TEMPS DE LA GRANDE MOISSON </a:t>
            </a:r>
          </a:p>
          <a:p>
            <a:r>
              <a:rPr lang="fr-FR" smtClean="0"/>
              <a:t>18-  NOUS SOMMES LES OUVRIERS DE TA VIGNE, SEIGNEUR</a:t>
            </a:r>
          </a:p>
          <a:p>
            <a:r>
              <a:rPr lang="fr-FR" smtClean="0"/>
              <a:t>19-  DÉCLARANT LA PAROLE DU SEIGNEUR</a:t>
            </a:r>
          </a:p>
          <a:p>
            <a:endParaRPr lang="fr-FR" smtClean="0"/>
          </a:p>
          <a:p>
            <a:r>
              <a:rPr lang="fr-FR" smtClean="0"/>
              <a:t>20-  NUL N'EST SEMBLABLE À YAHVÉ</a:t>
            </a:r>
          </a:p>
          <a:p>
            <a:endParaRPr lang="fr-FR" smtClean="0"/>
          </a:p>
          <a:p>
            <a:r>
              <a:rPr lang="fr-FR" smtClean="0"/>
              <a:t>
21-  À CELUI QUI ÉTAIT  ET QUI EST, QUI REVIENT  </a:t>
            </a:r>
          </a:p>
          <a:p>
            <a:r>
              <a:rPr lang="fr-FR" smtClean="0"/>
              <a:t> 
22-  ADONAÏ, ELOHIM TSÉVAHOT </a:t>
            </a:r>
          </a:p>
          <a:p>
            <a:r>
              <a:rPr lang="fr-FR" smtClean="0"/>
              <a:t>
23-  SAINT, SAINT, SAINT </a:t>
            </a:r>
          </a:p>
          <a:p>
            <a:r>
              <a:rPr lang="fr-FR" smtClean="0"/>
              <a:t>
24-  Ô SEIGNEUR NOTRE DIEU, ROI DES CIEUX   </a:t>
            </a:r>
          </a:p>
          <a:p>
            <a:r>
              <a:rPr lang="fr-FR" smtClean="0"/>
              <a:t>
25-  KADOSH, KADOSH, KADOSH  
</a:t>
            </a:r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VOICI VENUS LES JOURS D’ÉLIE DÉCLARANT LA PAROLE DU SEIGNEUR </a:t>
            </a:r>
          </a:p>
          <a:p>
            <a:pPr eaLnBrk="1" hangingPunct="1"/>
            <a:r>
              <a:rPr lang="fr-FR" smtClean="0"/>
              <a:t>2-  VOICI LES JOURS DE TON SERVITEUR MOÏSE</a:t>
            </a:r>
          </a:p>
          <a:p>
            <a:pPr eaLnBrk="1" hangingPunct="1"/>
            <a:r>
              <a:rPr lang="fr-FR" smtClean="0"/>
              <a:t>3-  LA JUSTICE EST DANS MON COEUR</a:t>
            </a:r>
          </a:p>
          <a:p>
            <a:pPr eaLnBrk="1" hangingPunct="1"/>
            <a:r>
              <a:rPr lang="fr-FR" smtClean="0"/>
              <a:t>4-  ET PENDANT CES JOURS DE GRANDE ÉPREUVE</a:t>
            </a:r>
          </a:p>
          <a:p>
            <a:pPr eaLnBrk="1" hangingPunct="1"/>
            <a:r>
              <a:rPr lang="fr-FR" smtClean="0"/>
              <a:t>5-  DE FAMINE, DE TÉNÈBRE ET SOIF</a:t>
            </a:r>
          </a:p>
          <a:p>
            <a:pPr eaLnBrk="1" hangingPunct="1"/>
            <a:r>
              <a:rPr lang="fr-FR" smtClean="0"/>
              <a:t>6-  NOUS SOMMES CETTE VOIX DANS LE DÉSERT QUI CRIE</a:t>
            </a:r>
          </a:p>
          <a:p>
            <a:pPr eaLnBrk="1" hangingPunct="1"/>
            <a:r>
              <a:rPr lang="fr-FR" smtClean="0"/>
              <a:t>7-  PRÉPAREZ LE CHEMIN DU SEIGNEUR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8-  GLORIEUX IL VIENT AU-DESSUS DES CIEUX</a:t>
            </a:r>
          </a:p>
          <a:p>
            <a:pPr eaLnBrk="1" hangingPunct="1"/>
            <a:r>
              <a:rPr lang="fr-FR" smtClean="0"/>
              <a:t>	9-  BRILLANT COMME LE SOLEIL AU SON DES TROMPETTES</a:t>
            </a:r>
          </a:p>
          <a:p>
            <a:pPr eaLnBrk="1" hangingPunct="1"/>
            <a:r>
              <a:rPr lang="fr-FR" smtClean="0"/>
              <a:t>	10-  ÉLÈVE TA VOIX C’EST L’ANNÉE DE JUBILÉ</a:t>
            </a:r>
          </a:p>
          <a:p>
            <a:pPr eaLnBrk="1" hangingPunct="1"/>
            <a:r>
              <a:rPr lang="fr-FR" smtClean="0"/>
              <a:t>	11-  ET DU MONT SION LE SALUT VIENT                   X2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12-  VOICI LES JOURS DE TON PROPHÈTE</a:t>
            </a:r>
          </a:p>
          <a:p>
            <a:pPr eaLnBrk="1" hangingPunct="1"/>
            <a:r>
              <a:rPr lang="fr-FR" smtClean="0"/>
              <a:t>13-  LES OSSEMENTS SONT DEVENUS CHAIR</a:t>
            </a:r>
          </a:p>
          <a:p>
            <a:pPr eaLnBrk="1" hangingPunct="1"/>
            <a:r>
              <a:rPr lang="fr-FR" smtClean="0"/>
              <a:t>14-  VOICI LES JOURS DE TON SERVITEUR DAVID</a:t>
            </a:r>
          </a:p>
          <a:p>
            <a:pPr eaLnBrk="1" hangingPunct="1"/>
            <a:r>
              <a:rPr lang="fr-FR" smtClean="0"/>
              <a:t>15-  CONSTRUISANT UN TEMPLE DE LOUANGES</a:t>
            </a:r>
          </a:p>
          <a:p>
            <a:pPr eaLnBrk="1" hangingPunct="1"/>
            <a:r>
              <a:rPr lang="fr-FR" smtClean="0"/>
              <a:t>16-  VOICI LES JOURS DE LA RÉCOLTE</a:t>
            </a:r>
          </a:p>
          <a:p>
            <a:pPr eaLnBrk="1" hangingPunct="1"/>
            <a:r>
              <a:rPr lang="fr-FR" smtClean="0"/>
              <a:t>17-  C'EST LE TEMPS DE LA GRANDE MOISSON </a:t>
            </a:r>
          </a:p>
          <a:p>
            <a:pPr eaLnBrk="1" hangingPunct="1"/>
            <a:r>
              <a:rPr lang="fr-FR" smtClean="0"/>
              <a:t>18-  NOUS SOMMES LES OUVRIERS DE TA VIGNE, SEIGNEUR</a:t>
            </a:r>
          </a:p>
          <a:p>
            <a:pPr eaLnBrk="1" hangingPunct="1"/>
            <a:r>
              <a:rPr lang="fr-FR" smtClean="0"/>
              <a:t>19-  DÉCLARANT LA PAROLE DU SEIGNEUR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20-  NUL N'EST SEMBLABLE À YAHVÉ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
21-  À CELUI QUI ÉTAIT  ET QUI EST, QUI REVIENT  </a:t>
            </a:r>
          </a:p>
          <a:p>
            <a:pPr eaLnBrk="1" hangingPunct="1"/>
            <a:r>
              <a:rPr lang="fr-FR" smtClean="0"/>
              <a:t> 
22-  ADONAÏ, ELOHIM TSÉVAHOT </a:t>
            </a:r>
          </a:p>
          <a:p>
            <a:pPr eaLnBrk="1" hangingPunct="1"/>
            <a:r>
              <a:rPr lang="fr-FR" smtClean="0"/>
              <a:t>
23-  SAINT, SAINT, SAINT </a:t>
            </a:r>
          </a:p>
          <a:p>
            <a:pPr eaLnBrk="1" hangingPunct="1"/>
            <a:r>
              <a:rPr lang="fr-FR" smtClean="0"/>
              <a:t>
24-  Ô SEIGNEUR NOTRE DIEU, ROI DES CIEUX   </a:t>
            </a:r>
          </a:p>
          <a:p>
            <a:pPr eaLnBrk="1" hangingPunct="1"/>
            <a:r>
              <a:rPr lang="fr-FR" smtClean="0"/>
              <a:t>
25-  KADOSH, KADOSH, KADOSH  
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VOICI VENUS LES JOURS D’ÉLIE DÉCLARANT LA PAROLE DU SEIGNEUR </a:t>
            </a:r>
          </a:p>
          <a:p>
            <a:r>
              <a:rPr lang="fr-FR" smtClean="0"/>
              <a:t>2-  VOICI LES JOURS DE TON SERVITEUR MOÏSE</a:t>
            </a:r>
          </a:p>
          <a:p>
            <a:r>
              <a:rPr lang="fr-FR" smtClean="0"/>
              <a:t>3-  LA JUSTICE EST DANS MON COEUR</a:t>
            </a:r>
          </a:p>
          <a:p>
            <a:r>
              <a:rPr lang="fr-FR" smtClean="0"/>
              <a:t>4-  ET PENDANT CES JOURS DE GRANDE ÉPREUVE</a:t>
            </a:r>
          </a:p>
          <a:p>
            <a:r>
              <a:rPr lang="fr-FR" smtClean="0"/>
              <a:t>5-  DE FAMINE, DE TÉNÈBRE ET SOIF</a:t>
            </a:r>
          </a:p>
          <a:p>
            <a:r>
              <a:rPr lang="fr-FR" smtClean="0"/>
              <a:t>6-  NOUS SOMMES CETTE VOIX DANS LE DÉSERT QUI CRIE</a:t>
            </a:r>
          </a:p>
          <a:p>
            <a:r>
              <a:rPr lang="fr-FR" smtClean="0"/>
              <a:t>7-  PRÉPAREZ LE CHEMIN DU SEIGNEUR</a:t>
            </a:r>
          </a:p>
          <a:p>
            <a:endParaRPr lang="fr-FR" smtClean="0"/>
          </a:p>
          <a:p>
            <a:r>
              <a:rPr lang="fr-FR" smtClean="0"/>
              <a:t>	8-  GLORIEUX IL VIENT AU-DESSUS DES CIEUX</a:t>
            </a:r>
          </a:p>
          <a:p>
            <a:r>
              <a:rPr lang="fr-FR" smtClean="0"/>
              <a:t>	9-  BRILLANT COMME LE SOLEIL AU SON DES TROMPETTES</a:t>
            </a:r>
          </a:p>
          <a:p>
            <a:r>
              <a:rPr lang="fr-FR" smtClean="0"/>
              <a:t>	10-  ÉLÈVE TA VOIX C’EST L’ANNÉE DE JUBILÉ</a:t>
            </a:r>
          </a:p>
          <a:p>
            <a:r>
              <a:rPr lang="fr-FR" smtClean="0"/>
              <a:t>	11-  ET DU MONT SION LE SALUT VIENT                   X2</a:t>
            </a:r>
          </a:p>
          <a:p>
            <a:endParaRPr lang="fr-FR" smtClean="0"/>
          </a:p>
          <a:p>
            <a:r>
              <a:rPr lang="fr-FR" smtClean="0"/>
              <a:t>12-  VOICI LES JOURS DE TON PROPHÈTE</a:t>
            </a:r>
          </a:p>
          <a:p>
            <a:r>
              <a:rPr lang="fr-FR" smtClean="0"/>
              <a:t>13-  LES OSSEMENTS SONT DEVENUS CHAIR</a:t>
            </a:r>
          </a:p>
          <a:p>
            <a:r>
              <a:rPr lang="fr-FR" smtClean="0"/>
              <a:t>14-  VOICI LES JOURS DE TON SERVITEUR DAVID</a:t>
            </a:r>
          </a:p>
          <a:p>
            <a:r>
              <a:rPr lang="fr-FR" smtClean="0"/>
              <a:t>15-  CONSTRUISANT UN TEMPLE DE LOUANGES</a:t>
            </a:r>
          </a:p>
          <a:p>
            <a:r>
              <a:rPr lang="fr-FR" smtClean="0"/>
              <a:t>16-  VOICI LES JOURS DE LA RÉCOLTE</a:t>
            </a:r>
          </a:p>
          <a:p>
            <a:r>
              <a:rPr lang="fr-FR" smtClean="0"/>
              <a:t>17-  C'EST LE TEMPS DE LA GRANDE MOISSON </a:t>
            </a:r>
          </a:p>
          <a:p>
            <a:r>
              <a:rPr lang="fr-FR" smtClean="0"/>
              <a:t>18-  NOUS SOMMES LES OUVRIERS DE TA VIGNE, SEIGNEUR</a:t>
            </a:r>
          </a:p>
          <a:p>
            <a:r>
              <a:rPr lang="fr-FR" smtClean="0"/>
              <a:t>19-  DÉCLARANT LA PAROLE DU SEIGNEUR</a:t>
            </a:r>
          </a:p>
          <a:p>
            <a:endParaRPr lang="fr-FR" smtClean="0"/>
          </a:p>
          <a:p>
            <a:r>
              <a:rPr lang="fr-FR" smtClean="0"/>
              <a:t>20-  NUL N'EST SEMBLABLE À YAHVÉ</a:t>
            </a:r>
          </a:p>
          <a:p>
            <a:endParaRPr lang="fr-FR" smtClean="0"/>
          </a:p>
          <a:p>
            <a:r>
              <a:rPr lang="fr-FR" smtClean="0"/>
              <a:t>
21-  À CELUI QUI ÉTAIT  ET QUI EST, QUI REVIENT  </a:t>
            </a:r>
          </a:p>
          <a:p>
            <a:r>
              <a:rPr lang="fr-FR" smtClean="0"/>
              <a:t> 
22-  ADONAÏ, ELOHIM TSÉVAHOT </a:t>
            </a:r>
          </a:p>
          <a:p>
            <a:r>
              <a:rPr lang="fr-FR" smtClean="0"/>
              <a:t>
23-  SAINT, SAINT, SAINT </a:t>
            </a:r>
          </a:p>
          <a:p>
            <a:r>
              <a:rPr lang="fr-FR" smtClean="0"/>
              <a:t>
24-  Ô SEIGNEUR NOTRE DIEU, ROI DES CIEUX   </a:t>
            </a:r>
          </a:p>
          <a:p>
            <a:r>
              <a:rPr lang="fr-FR" smtClean="0"/>
              <a:t>
25-  KADOSH, KADOSH, KADOSH  
</a:t>
            </a: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VOICI VENUS LES JOURS D’ÉLIE DÉCLARANT LA PAROLE DU SEIGNEUR </a:t>
            </a:r>
          </a:p>
          <a:p>
            <a:pPr eaLnBrk="1" hangingPunct="1"/>
            <a:r>
              <a:rPr lang="fr-FR" smtClean="0"/>
              <a:t>2-  VOICI LES JOURS DE TON SERVITEUR MOÏSE</a:t>
            </a:r>
          </a:p>
          <a:p>
            <a:pPr eaLnBrk="1" hangingPunct="1"/>
            <a:r>
              <a:rPr lang="fr-FR" smtClean="0"/>
              <a:t>3-  LA JUSTICE EST DANS MON COEUR</a:t>
            </a:r>
          </a:p>
          <a:p>
            <a:pPr eaLnBrk="1" hangingPunct="1"/>
            <a:r>
              <a:rPr lang="fr-FR" smtClean="0"/>
              <a:t>4-  ET PENDANT CES JOURS DE GRANDE ÉPREUVE</a:t>
            </a:r>
          </a:p>
          <a:p>
            <a:pPr eaLnBrk="1" hangingPunct="1"/>
            <a:r>
              <a:rPr lang="fr-FR" smtClean="0"/>
              <a:t>5-  DE FAMINE, DE TÉNÈBRE ET SOIF</a:t>
            </a:r>
          </a:p>
          <a:p>
            <a:pPr eaLnBrk="1" hangingPunct="1"/>
            <a:r>
              <a:rPr lang="fr-FR" smtClean="0"/>
              <a:t>6-  NOUS SOMMES CETTE VOIX DANS LE DÉSERT QUI CRIE</a:t>
            </a:r>
          </a:p>
          <a:p>
            <a:pPr eaLnBrk="1" hangingPunct="1"/>
            <a:r>
              <a:rPr lang="fr-FR" smtClean="0"/>
              <a:t>7-  PRÉPAREZ LE CHEMIN DU SEIGNEUR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8-  GLORIEUX IL VIENT AU-DESSUS DES CIEUX</a:t>
            </a:r>
          </a:p>
          <a:p>
            <a:pPr eaLnBrk="1" hangingPunct="1"/>
            <a:r>
              <a:rPr lang="fr-FR" smtClean="0"/>
              <a:t>	9-  BRILLANT COMME LE SOLEIL AU SON DES TROMPETTES</a:t>
            </a:r>
          </a:p>
          <a:p>
            <a:pPr eaLnBrk="1" hangingPunct="1"/>
            <a:r>
              <a:rPr lang="fr-FR" smtClean="0"/>
              <a:t>	10-  ÉLÈVE TA VOIX C’EST L’ANNÉE DE JUBILÉ</a:t>
            </a:r>
          </a:p>
          <a:p>
            <a:pPr eaLnBrk="1" hangingPunct="1"/>
            <a:r>
              <a:rPr lang="fr-FR" smtClean="0"/>
              <a:t>	11-  ET DU MONT SION LE SALUT VIENT                   X2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12-  VOICI LES JOURS DE TON PROPHÈTE</a:t>
            </a:r>
          </a:p>
          <a:p>
            <a:pPr eaLnBrk="1" hangingPunct="1"/>
            <a:r>
              <a:rPr lang="fr-FR" smtClean="0"/>
              <a:t>13-  LES OSSEMENTS SONT DEVENUS CHAIR</a:t>
            </a:r>
          </a:p>
          <a:p>
            <a:pPr eaLnBrk="1" hangingPunct="1"/>
            <a:r>
              <a:rPr lang="fr-FR" smtClean="0"/>
              <a:t>14-  VOICI LES JOURS DE TON SERVITEUR DAVID</a:t>
            </a:r>
          </a:p>
          <a:p>
            <a:pPr eaLnBrk="1" hangingPunct="1"/>
            <a:r>
              <a:rPr lang="fr-FR" smtClean="0"/>
              <a:t>15-  CONSTRUISANT UN TEMPLE DE LOUANGES</a:t>
            </a:r>
          </a:p>
          <a:p>
            <a:pPr eaLnBrk="1" hangingPunct="1"/>
            <a:r>
              <a:rPr lang="fr-FR" smtClean="0"/>
              <a:t>16-  VOICI LES JOURS DE LA RÉCOLTE</a:t>
            </a:r>
          </a:p>
          <a:p>
            <a:pPr eaLnBrk="1" hangingPunct="1"/>
            <a:r>
              <a:rPr lang="fr-FR" smtClean="0"/>
              <a:t>17-  C'EST LE TEMPS DE LA GRANDE MOISSON </a:t>
            </a:r>
          </a:p>
          <a:p>
            <a:pPr eaLnBrk="1" hangingPunct="1"/>
            <a:r>
              <a:rPr lang="fr-FR" smtClean="0"/>
              <a:t>18-  NOUS SOMMES LES OUVRIERS DE TA VIGNE, SEIGNEUR</a:t>
            </a:r>
          </a:p>
          <a:p>
            <a:pPr eaLnBrk="1" hangingPunct="1"/>
            <a:r>
              <a:rPr lang="fr-FR" smtClean="0"/>
              <a:t>19-  DÉCLARANT LA PAROLE DU SEIGNEUR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20-  NUL N'EST SEMBLABLE À YAHVÉ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
21-  À CELUI QUI ÉTAIT  ET QUI EST, QUI REVIENT  </a:t>
            </a:r>
          </a:p>
          <a:p>
            <a:pPr eaLnBrk="1" hangingPunct="1"/>
            <a:r>
              <a:rPr lang="fr-FR" smtClean="0"/>
              <a:t> 
22-  ADONAÏ, ELOHIM TSÉVAHOT </a:t>
            </a:r>
          </a:p>
          <a:p>
            <a:pPr eaLnBrk="1" hangingPunct="1"/>
            <a:r>
              <a:rPr lang="fr-FR" smtClean="0"/>
              <a:t>
23-  SAINT, SAINT, SAINT </a:t>
            </a:r>
          </a:p>
          <a:p>
            <a:pPr eaLnBrk="1" hangingPunct="1"/>
            <a:r>
              <a:rPr lang="fr-FR" smtClean="0"/>
              <a:t>
24-  Ô SEIGNEUR NOTRE DIEU, ROI DES CIEUX   </a:t>
            </a:r>
          </a:p>
          <a:p>
            <a:pPr eaLnBrk="1" hangingPunct="1"/>
            <a:r>
              <a:rPr lang="fr-FR" smtClean="0"/>
              <a:t>
25-  KADOSH, KADOSH, KADOSH  
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VOICI VENUS LES JOURS D’ÉLIE DÉCLARANT LA PAROLE DU SEIGNEUR </a:t>
            </a:r>
          </a:p>
          <a:p>
            <a:r>
              <a:rPr lang="fr-FR" smtClean="0"/>
              <a:t>2-  VOICI LES JOURS DE TON SERVITEUR MOÏSE</a:t>
            </a:r>
          </a:p>
          <a:p>
            <a:r>
              <a:rPr lang="fr-FR" smtClean="0"/>
              <a:t>3-  LA JUSTICE EST DANS MON COEUR</a:t>
            </a:r>
          </a:p>
          <a:p>
            <a:r>
              <a:rPr lang="fr-FR" smtClean="0"/>
              <a:t>4-  ET PENDANT CES JOURS DE GRANDE ÉPREUVE</a:t>
            </a:r>
          </a:p>
          <a:p>
            <a:r>
              <a:rPr lang="fr-FR" smtClean="0"/>
              <a:t>5-  DE FAMINE, DE TÉNÈBRE ET SOIF</a:t>
            </a:r>
          </a:p>
          <a:p>
            <a:r>
              <a:rPr lang="fr-FR" smtClean="0"/>
              <a:t>6-  NOUS SOMMES CETTE VOIX DANS LE DÉSERT QUI CRIE</a:t>
            </a:r>
          </a:p>
          <a:p>
            <a:r>
              <a:rPr lang="fr-FR" smtClean="0"/>
              <a:t>7-  PRÉPAREZ LE CHEMIN DU SEIGNEUR</a:t>
            </a:r>
          </a:p>
          <a:p>
            <a:endParaRPr lang="fr-FR" smtClean="0"/>
          </a:p>
          <a:p>
            <a:r>
              <a:rPr lang="fr-FR" smtClean="0"/>
              <a:t>	8-  GLORIEUX IL VIENT AU-DESSUS DES CIEUX</a:t>
            </a:r>
          </a:p>
          <a:p>
            <a:r>
              <a:rPr lang="fr-FR" smtClean="0"/>
              <a:t>	9-  BRILLANT COMME LE SOLEIL AU SON DES TROMPETTES</a:t>
            </a:r>
          </a:p>
          <a:p>
            <a:r>
              <a:rPr lang="fr-FR" smtClean="0"/>
              <a:t>	10-  ÉLÈVE TA VOIX C’EST L’ANNÉE DE JUBILÉ</a:t>
            </a:r>
          </a:p>
          <a:p>
            <a:r>
              <a:rPr lang="fr-FR" smtClean="0"/>
              <a:t>	11-  ET DU MONT SION LE SALUT VIENT                   X2</a:t>
            </a:r>
          </a:p>
          <a:p>
            <a:endParaRPr lang="fr-FR" smtClean="0"/>
          </a:p>
          <a:p>
            <a:r>
              <a:rPr lang="fr-FR" smtClean="0"/>
              <a:t>12-  VOICI LES JOURS DE TON PROPHÈTE</a:t>
            </a:r>
          </a:p>
          <a:p>
            <a:r>
              <a:rPr lang="fr-FR" smtClean="0"/>
              <a:t>13-  LES OSSEMENTS SONT DEVENUS CHAIR</a:t>
            </a:r>
          </a:p>
          <a:p>
            <a:r>
              <a:rPr lang="fr-FR" smtClean="0"/>
              <a:t>14-  VOICI LES JOURS DE TON SERVITEUR DAVID</a:t>
            </a:r>
          </a:p>
          <a:p>
            <a:r>
              <a:rPr lang="fr-FR" smtClean="0"/>
              <a:t>15-  CONSTRUISANT UN TEMPLE DE LOUANGES</a:t>
            </a:r>
          </a:p>
          <a:p>
            <a:r>
              <a:rPr lang="fr-FR" smtClean="0"/>
              <a:t>16-  VOICI LES JOURS DE LA RÉCOLTE</a:t>
            </a:r>
          </a:p>
          <a:p>
            <a:r>
              <a:rPr lang="fr-FR" smtClean="0"/>
              <a:t>17-  C'EST LE TEMPS DE LA GRANDE MOISSON </a:t>
            </a:r>
          </a:p>
          <a:p>
            <a:r>
              <a:rPr lang="fr-FR" smtClean="0"/>
              <a:t>18-  NOUS SOMMES LES OUVRIERS DE TA VIGNE, SEIGNEUR</a:t>
            </a:r>
          </a:p>
          <a:p>
            <a:r>
              <a:rPr lang="fr-FR" smtClean="0"/>
              <a:t>19-  DÉCLARANT LA PAROLE DU SEIGNEUR</a:t>
            </a:r>
          </a:p>
          <a:p>
            <a:endParaRPr lang="fr-FR" smtClean="0"/>
          </a:p>
          <a:p>
            <a:r>
              <a:rPr lang="fr-FR" smtClean="0"/>
              <a:t>20-  NUL N'EST SEMBLABLE À YAHVÉ</a:t>
            </a:r>
          </a:p>
          <a:p>
            <a:endParaRPr lang="fr-FR" smtClean="0"/>
          </a:p>
          <a:p>
            <a:r>
              <a:rPr lang="fr-FR" smtClean="0"/>
              <a:t>
21-  À CELUI QUI ÉTAIT  ET QUI EST, QUI REVIENT  </a:t>
            </a:r>
          </a:p>
          <a:p>
            <a:r>
              <a:rPr lang="fr-FR" smtClean="0"/>
              <a:t> 
22-  ADONAÏ, ELOHIM TSÉVAHOT </a:t>
            </a:r>
          </a:p>
          <a:p>
            <a:r>
              <a:rPr lang="fr-FR" smtClean="0"/>
              <a:t>
23-  SAINT, SAINT, SAINT </a:t>
            </a:r>
          </a:p>
          <a:p>
            <a:r>
              <a:rPr lang="fr-FR" smtClean="0"/>
              <a:t>
24-  Ô SEIGNEUR NOTRE DIEU, ROI DES CIEUX   </a:t>
            </a:r>
          </a:p>
          <a:p>
            <a:r>
              <a:rPr lang="fr-FR" smtClean="0"/>
              <a:t>
25-  KADOSH, KADOSH, KADOSH  
</a:t>
            </a:r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VOICI VENUS LES JOURS D’ÉLIE DÉCLARANT LA PAROLE DU SEIGNEUR </a:t>
            </a:r>
          </a:p>
          <a:p>
            <a:pPr eaLnBrk="1" hangingPunct="1"/>
            <a:r>
              <a:rPr lang="fr-FR" smtClean="0"/>
              <a:t>2-  VOICI LES JOURS DE TON SERVITEUR MOÏSE</a:t>
            </a:r>
          </a:p>
          <a:p>
            <a:pPr eaLnBrk="1" hangingPunct="1"/>
            <a:r>
              <a:rPr lang="fr-FR" smtClean="0"/>
              <a:t>3-  LA JUSTICE EST DANS MON COEUR</a:t>
            </a:r>
          </a:p>
          <a:p>
            <a:pPr eaLnBrk="1" hangingPunct="1"/>
            <a:r>
              <a:rPr lang="fr-FR" smtClean="0"/>
              <a:t>4-  ET PENDANT CES JOURS DE GRANDE ÉPREUVE</a:t>
            </a:r>
          </a:p>
          <a:p>
            <a:pPr eaLnBrk="1" hangingPunct="1"/>
            <a:r>
              <a:rPr lang="fr-FR" smtClean="0"/>
              <a:t>5-  DE FAMINE, DE TÉNÈBRE ET SOIF</a:t>
            </a:r>
          </a:p>
          <a:p>
            <a:pPr eaLnBrk="1" hangingPunct="1"/>
            <a:r>
              <a:rPr lang="fr-FR" smtClean="0"/>
              <a:t>6-  NOUS SOMMES CETTE VOIX DANS LE DÉSERT QUI CRIE</a:t>
            </a:r>
          </a:p>
          <a:p>
            <a:pPr eaLnBrk="1" hangingPunct="1"/>
            <a:r>
              <a:rPr lang="fr-FR" smtClean="0"/>
              <a:t>7-  PRÉPAREZ LE CHEMIN DU SEIGNEUR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8-  GLORIEUX IL VIENT AU-DESSUS DES CIEUX</a:t>
            </a:r>
          </a:p>
          <a:p>
            <a:pPr eaLnBrk="1" hangingPunct="1"/>
            <a:r>
              <a:rPr lang="fr-FR" smtClean="0"/>
              <a:t>	9-  BRILLANT COMME LE SOLEIL AU SON DES TROMPETTES</a:t>
            </a:r>
          </a:p>
          <a:p>
            <a:pPr eaLnBrk="1" hangingPunct="1"/>
            <a:r>
              <a:rPr lang="fr-FR" smtClean="0"/>
              <a:t>	10-  ÉLÈVE TA VOIX C’EST L’ANNÉE DE JUBILÉ</a:t>
            </a:r>
          </a:p>
          <a:p>
            <a:pPr eaLnBrk="1" hangingPunct="1"/>
            <a:r>
              <a:rPr lang="fr-FR" smtClean="0"/>
              <a:t>	11-  ET DU MONT SION LE SALUT VIENT                   X2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12-  VOICI LES JOURS DE TON PROPHÈTE</a:t>
            </a:r>
          </a:p>
          <a:p>
            <a:pPr eaLnBrk="1" hangingPunct="1"/>
            <a:r>
              <a:rPr lang="fr-FR" smtClean="0"/>
              <a:t>13-  LES OSSEMENTS SONT DEVENUS CHAIR</a:t>
            </a:r>
          </a:p>
          <a:p>
            <a:pPr eaLnBrk="1" hangingPunct="1"/>
            <a:r>
              <a:rPr lang="fr-FR" smtClean="0"/>
              <a:t>14-  VOICI LES JOURS DE TON SERVITEUR DAVID</a:t>
            </a:r>
          </a:p>
          <a:p>
            <a:pPr eaLnBrk="1" hangingPunct="1"/>
            <a:r>
              <a:rPr lang="fr-FR" smtClean="0"/>
              <a:t>15-  CONSTRUISANT UN TEMPLE DE LOUANGES</a:t>
            </a:r>
          </a:p>
          <a:p>
            <a:pPr eaLnBrk="1" hangingPunct="1"/>
            <a:r>
              <a:rPr lang="fr-FR" smtClean="0"/>
              <a:t>16-  VOICI LES JOURS DE LA RÉCOLTE</a:t>
            </a:r>
          </a:p>
          <a:p>
            <a:pPr eaLnBrk="1" hangingPunct="1"/>
            <a:r>
              <a:rPr lang="fr-FR" smtClean="0"/>
              <a:t>17-  C'EST LE TEMPS DE LA GRANDE MOISSON </a:t>
            </a:r>
          </a:p>
          <a:p>
            <a:pPr eaLnBrk="1" hangingPunct="1"/>
            <a:r>
              <a:rPr lang="fr-FR" smtClean="0"/>
              <a:t>18-  NOUS SOMMES LES OUVRIERS DE TA VIGNE, SEIGNEUR</a:t>
            </a:r>
          </a:p>
          <a:p>
            <a:pPr eaLnBrk="1" hangingPunct="1"/>
            <a:r>
              <a:rPr lang="fr-FR" smtClean="0"/>
              <a:t>19-  DÉCLARANT LA PAROLE DU SEIGNEUR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20-  NUL N'EST SEMBLABLE À YAHVÉ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
21-  À CELUI QUI ÉTAIT  ET QUI EST, QUI REVIENT  </a:t>
            </a:r>
          </a:p>
          <a:p>
            <a:pPr eaLnBrk="1" hangingPunct="1"/>
            <a:r>
              <a:rPr lang="fr-FR" smtClean="0"/>
              <a:t> 
22-  ADONAÏ, ELOHIM TSÉVAHOT </a:t>
            </a:r>
          </a:p>
          <a:p>
            <a:pPr eaLnBrk="1" hangingPunct="1"/>
            <a:r>
              <a:rPr lang="fr-FR" smtClean="0"/>
              <a:t>
23-  SAINT, SAINT, SAINT </a:t>
            </a:r>
          </a:p>
          <a:p>
            <a:pPr eaLnBrk="1" hangingPunct="1"/>
            <a:r>
              <a:rPr lang="fr-FR" smtClean="0"/>
              <a:t>
24-  Ô SEIGNEUR NOTRE DIEU, ROI DES CIEUX   </a:t>
            </a:r>
          </a:p>
          <a:p>
            <a:pPr eaLnBrk="1" hangingPunct="1"/>
            <a:r>
              <a:rPr lang="fr-FR" smtClean="0"/>
              <a:t>
25-  KADOSH, KADOSH, KADOSH  
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VOICI VENUS LES JOURS D’ÉLIE DÉCLARANT LA PAROLE DU SEIGNEUR </a:t>
            </a:r>
          </a:p>
          <a:p>
            <a:r>
              <a:rPr lang="fr-FR" smtClean="0"/>
              <a:t>2-  VOICI LES JOURS DE TON SERVITEUR MOÏSE</a:t>
            </a:r>
          </a:p>
          <a:p>
            <a:r>
              <a:rPr lang="fr-FR" smtClean="0"/>
              <a:t>3-  LA JUSTICE EST DANS MON COEUR</a:t>
            </a:r>
          </a:p>
          <a:p>
            <a:r>
              <a:rPr lang="fr-FR" smtClean="0"/>
              <a:t>4-  ET PENDANT CES JOURS DE GRANDE ÉPREUVE</a:t>
            </a:r>
          </a:p>
          <a:p>
            <a:r>
              <a:rPr lang="fr-FR" smtClean="0"/>
              <a:t>5-  DE FAMINE, DE TÉNÈBRE ET SOIF</a:t>
            </a:r>
          </a:p>
          <a:p>
            <a:r>
              <a:rPr lang="fr-FR" smtClean="0"/>
              <a:t>6-  NOUS SOMMES CETTE VOIX DANS LE DÉSERT QUI CRIE</a:t>
            </a:r>
          </a:p>
          <a:p>
            <a:r>
              <a:rPr lang="fr-FR" smtClean="0"/>
              <a:t>7-  PRÉPAREZ LE CHEMIN DU SEIGNEUR</a:t>
            </a:r>
          </a:p>
          <a:p>
            <a:endParaRPr lang="fr-FR" smtClean="0"/>
          </a:p>
          <a:p>
            <a:r>
              <a:rPr lang="fr-FR" smtClean="0"/>
              <a:t>	8-  GLORIEUX IL VIENT AU-DESSUS DES CIEUX</a:t>
            </a:r>
          </a:p>
          <a:p>
            <a:r>
              <a:rPr lang="fr-FR" smtClean="0"/>
              <a:t>	9-  BRILLANT COMME LE SOLEIL AU SON DES TROMPETTES</a:t>
            </a:r>
          </a:p>
          <a:p>
            <a:r>
              <a:rPr lang="fr-FR" smtClean="0"/>
              <a:t>	10-  ÉLÈVE TA VOIX C’EST L’ANNÉE DE JUBILÉ</a:t>
            </a:r>
          </a:p>
          <a:p>
            <a:r>
              <a:rPr lang="fr-FR" smtClean="0"/>
              <a:t>	11-  ET DU MONT SION LE SALUT VIENT                   X2</a:t>
            </a:r>
          </a:p>
          <a:p>
            <a:endParaRPr lang="fr-FR" smtClean="0"/>
          </a:p>
          <a:p>
            <a:r>
              <a:rPr lang="fr-FR" smtClean="0"/>
              <a:t>12-  VOICI LES JOURS DE TON PROPHÈTE</a:t>
            </a:r>
          </a:p>
          <a:p>
            <a:r>
              <a:rPr lang="fr-FR" smtClean="0"/>
              <a:t>13-  LES OSSEMENTS SONT DEVENUS CHAIR</a:t>
            </a:r>
          </a:p>
          <a:p>
            <a:r>
              <a:rPr lang="fr-FR" smtClean="0"/>
              <a:t>14-  VOICI LES JOURS DE TON SERVITEUR DAVID</a:t>
            </a:r>
          </a:p>
          <a:p>
            <a:r>
              <a:rPr lang="fr-FR" smtClean="0"/>
              <a:t>15-  CONSTRUISANT UN TEMPLE DE LOUANGES</a:t>
            </a:r>
          </a:p>
          <a:p>
            <a:r>
              <a:rPr lang="fr-FR" smtClean="0"/>
              <a:t>16-  VOICI LES JOURS DE LA RÉCOLTE</a:t>
            </a:r>
          </a:p>
          <a:p>
            <a:r>
              <a:rPr lang="fr-FR" smtClean="0"/>
              <a:t>17-  C'EST LE TEMPS DE LA GRANDE MOISSON </a:t>
            </a:r>
          </a:p>
          <a:p>
            <a:r>
              <a:rPr lang="fr-FR" smtClean="0"/>
              <a:t>18-  NOUS SOMMES LES OUVRIERS DE TA VIGNE, SEIGNEUR</a:t>
            </a:r>
          </a:p>
          <a:p>
            <a:r>
              <a:rPr lang="fr-FR" smtClean="0"/>
              <a:t>19-  DÉCLARANT LA PAROLE DU SEIGNEUR</a:t>
            </a:r>
          </a:p>
          <a:p>
            <a:endParaRPr lang="fr-FR" smtClean="0"/>
          </a:p>
          <a:p>
            <a:r>
              <a:rPr lang="fr-FR" smtClean="0"/>
              <a:t>20-  NUL N'EST SEMBLABLE À YAHVÉ</a:t>
            </a:r>
          </a:p>
          <a:p>
            <a:endParaRPr lang="fr-FR" smtClean="0"/>
          </a:p>
          <a:p>
            <a:r>
              <a:rPr lang="fr-FR" smtClean="0"/>
              <a:t>
21-  À CELUI QUI ÉTAIT  ET QUI EST, QUI REVIENT  </a:t>
            </a:r>
          </a:p>
          <a:p>
            <a:r>
              <a:rPr lang="fr-FR" smtClean="0"/>
              <a:t> 
22-  ADONAÏ, ELOHIM TSÉVAHOT </a:t>
            </a:r>
          </a:p>
          <a:p>
            <a:r>
              <a:rPr lang="fr-FR" smtClean="0"/>
              <a:t>
23-  SAINT, SAINT, SAINT </a:t>
            </a:r>
          </a:p>
          <a:p>
            <a:r>
              <a:rPr lang="fr-FR" smtClean="0"/>
              <a:t>
24-  Ô SEIGNEUR NOTRE DIEU, ROI DES CIEUX   </a:t>
            </a:r>
          </a:p>
          <a:p>
            <a:r>
              <a:rPr lang="fr-FR" smtClean="0"/>
              <a:t>
25-  KADOSH, KADOSH, KADOSH  
</a:t>
            </a:r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dirty="0" smtClean="0"/>
              <a:t>1-  VOICI VENUS LES JOURS D’ÉLIE DÉCLARANT LA PAROLE DU SEIGNEUR </a:t>
            </a:r>
          </a:p>
          <a:p>
            <a:pPr eaLnBrk="1" hangingPunct="1"/>
            <a:r>
              <a:rPr lang="fr-FR" dirty="0" smtClean="0"/>
              <a:t>2-  VOICI LES JOURS DE TON SERVITEUR MOÏSE</a:t>
            </a:r>
          </a:p>
          <a:p>
            <a:pPr eaLnBrk="1" hangingPunct="1"/>
            <a:r>
              <a:rPr lang="fr-FR" dirty="0" smtClean="0"/>
              <a:t>3-  LA JUSTICE EST DANS MON COEUR</a:t>
            </a:r>
          </a:p>
          <a:p>
            <a:pPr eaLnBrk="1" hangingPunct="1"/>
            <a:r>
              <a:rPr lang="fr-FR" dirty="0" smtClean="0"/>
              <a:t>4-  ET PENDANT CES JOURS DE GRANDE ÉPREUVE</a:t>
            </a:r>
          </a:p>
          <a:p>
            <a:pPr eaLnBrk="1" hangingPunct="1"/>
            <a:r>
              <a:rPr lang="fr-FR" dirty="0" smtClean="0"/>
              <a:t>5-  DE FAMINE, DE TÉNÈBRE ET SOIF</a:t>
            </a:r>
          </a:p>
          <a:p>
            <a:pPr eaLnBrk="1" hangingPunct="1"/>
            <a:r>
              <a:rPr lang="fr-FR" dirty="0" smtClean="0"/>
              <a:t>6-  NOUS SOMMES CETTE VOIX DANS LE DÉSERT QUI CRIE</a:t>
            </a:r>
          </a:p>
          <a:p>
            <a:pPr eaLnBrk="1" hangingPunct="1"/>
            <a:r>
              <a:rPr lang="fr-FR" dirty="0" smtClean="0"/>
              <a:t>7-  PRÉPAREZ LE CHEMIN DU SEIGNEUR</a:t>
            </a:r>
          </a:p>
          <a:p>
            <a:pPr eaLnBrk="1" hangingPunct="1"/>
            <a:endParaRPr lang="fr-FR" dirty="0" smtClean="0"/>
          </a:p>
          <a:p>
            <a:pPr eaLnBrk="1" hangingPunct="1"/>
            <a:r>
              <a:rPr lang="fr-FR" dirty="0" smtClean="0"/>
              <a:t>	8-  GLORIEUX IL VIENT AU-DESSUS DES CIEUX</a:t>
            </a:r>
          </a:p>
          <a:p>
            <a:pPr eaLnBrk="1" hangingPunct="1"/>
            <a:r>
              <a:rPr lang="fr-FR" dirty="0" smtClean="0"/>
              <a:t>	9-  BRILLANT COMME LE SOLEIL AU SON DES TROMPETTES</a:t>
            </a:r>
          </a:p>
          <a:p>
            <a:pPr eaLnBrk="1" hangingPunct="1"/>
            <a:r>
              <a:rPr lang="fr-FR" dirty="0" smtClean="0"/>
              <a:t>	10-  ÉLÈVE TA VOIX C’EST L’ANNÉE DE JUBILÉ</a:t>
            </a:r>
          </a:p>
          <a:p>
            <a:pPr eaLnBrk="1" hangingPunct="1"/>
            <a:r>
              <a:rPr lang="fr-FR" dirty="0" smtClean="0"/>
              <a:t>	11-  ET DU MONT SION LE SALUT VIENT                   X2</a:t>
            </a:r>
          </a:p>
          <a:p>
            <a:pPr eaLnBrk="1" hangingPunct="1"/>
            <a:endParaRPr lang="fr-FR" dirty="0" smtClean="0"/>
          </a:p>
          <a:p>
            <a:pPr eaLnBrk="1" hangingPunct="1"/>
            <a:r>
              <a:rPr lang="fr-FR" dirty="0" smtClean="0"/>
              <a:t>12-  VOICI LES JOURS DE TON PROPHÈTE</a:t>
            </a:r>
          </a:p>
          <a:p>
            <a:pPr eaLnBrk="1" hangingPunct="1"/>
            <a:r>
              <a:rPr lang="fr-FR" dirty="0" smtClean="0"/>
              <a:t>13-  LES OSSEMENTS SONT DEVENUS CHAIR</a:t>
            </a:r>
          </a:p>
          <a:p>
            <a:pPr eaLnBrk="1" hangingPunct="1"/>
            <a:r>
              <a:rPr lang="fr-FR" dirty="0" smtClean="0"/>
              <a:t>14-  VOICI LES JOURS DE TON SERVITEUR DAVID</a:t>
            </a:r>
          </a:p>
          <a:p>
            <a:pPr eaLnBrk="1" hangingPunct="1"/>
            <a:r>
              <a:rPr lang="fr-FR" dirty="0" smtClean="0"/>
              <a:t>15-  CONSTRUISANT UN TEMPLE DE LOUANGES</a:t>
            </a:r>
          </a:p>
          <a:p>
            <a:pPr eaLnBrk="1" hangingPunct="1"/>
            <a:r>
              <a:rPr lang="fr-FR" dirty="0" smtClean="0"/>
              <a:t>16-  VOICI LES JOURS DE LA RÉCOLTE</a:t>
            </a:r>
          </a:p>
          <a:p>
            <a:pPr eaLnBrk="1" hangingPunct="1"/>
            <a:r>
              <a:rPr lang="fr-FR" dirty="0" smtClean="0"/>
              <a:t>17-  C'EST LE TEMPS DE LA GRANDE MOISSON </a:t>
            </a:r>
          </a:p>
          <a:p>
            <a:pPr eaLnBrk="1" hangingPunct="1"/>
            <a:r>
              <a:rPr lang="fr-FR" dirty="0" smtClean="0"/>
              <a:t>18-  NOUS SOMMES LES OUVRIERS DE TA VIGNE, SEIGNEUR</a:t>
            </a:r>
          </a:p>
          <a:p>
            <a:pPr eaLnBrk="1" hangingPunct="1"/>
            <a:r>
              <a:rPr lang="fr-FR" dirty="0" smtClean="0"/>
              <a:t>19-  DÉCLARANT LA PAROLE DU SEIGNEUR</a:t>
            </a:r>
          </a:p>
          <a:p>
            <a:pPr eaLnBrk="1" hangingPunct="1"/>
            <a:endParaRPr lang="fr-FR" dirty="0" smtClean="0"/>
          </a:p>
          <a:p>
            <a:pPr eaLnBrk="1" hangingPunct="1"/>
            <a:r>
              <a:rPr lang="fr-FR" dirty="0" smtClean="0"/>
              <a:t>20-  NUL N'EST SEMBLABLE À YAHVÉ</a:t>
            </a:r>
          </a:p>
          <a:p>
            <a:pPr eaLnBrk="1" hangingPunct="1"/>
            <a:endParaRPr lang="fr-FR" dirty="0" smtClean="0"/>
          </a:p>
          <a:p>
            <a:pPr eaLnBrk="1" hangingPunct="1"/>
            <a:r>
              <a:rPr lang="fr-FR" dirty="0" smtClean="0"/>
              <a:t>
21-  À CELUI QUI ÉTAIT  ET QUI EST, QUI REVIENT  </a:t>
            </a:r>
          </a:p>
          <a:p>
            <a:pPr eaLnBrk="1" hangingPunct="1"/>
            <a:r>
              <a:rPr lang="fr-FR" dirty="0" smtClean="0"/>
              <a:t> 
22-  ADONAÏ, ELOHIM TSÉVAHOT </a:t>
            </a:r>
          </a:p>
          <a:p>
            <a:pPr eaLnBrk="1" hangingPunct="1"/>
            <a:r>
              <a:rPr lang="fr-FR" dirty="0" smtClean="0"/>
              <a:t>
23-  SAINT, SAINT, SAINT </a:t>
            </a:r>
          </a:p>
          <a:p>
            <a:pPr eaLnBrk="1" hangingPunct="1"/>
            <a:r>
              <a:rPr lang="fr-FR" dirty="0" smtClean="0"/>
              <a:t>
24-  Ô SEIGNEUR NOTRE DIEU, ROI DES CIEUX   </a:t>
            </a:r>
          </a:p>
          <a:p>
            <a:pPr eaLnBrk="1" hangingPunct="1"/>
            <a:r>
              <a:rPr lang="fr-FR" dirty="0" smtClean="0"/>
              <a:t>
25-  KADOSH, KADOSH, KADOSH  
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VOICI VENUS LES JOURS D’ÉLIE DÉCLARANT LA PAROLE DU SEIGNEUR </a:t>
            </a:r>
          </a:p>
          <a:p>
            <a:r>
              <a:rPr lang="fr-FR" smtClean="0"/>
              <a:t>2-  VOICI LES JOURS DE TON SERVITEUR MOÏSE</a:t>
            </a:r>
          </a:p>
          <a:p>
            <a:r>
              <a:rPr lang="fr-FR" smtClean="0"/>
              <a:t>3-  LA JUSTICE EST DANS MON COEUR</a:t>
            </a:r>
          </a:p>
          <a:p>
            <a:r>
              <a:rPr lang="fr-FR" smtClean="0"/>
              <a:t>4-  ET PENDANT CES JOURS DE GRANDE ÉPREUVE</a:t>
            </a:r>
          </a:p>
          <a:p>
            <a:r>
              <a:rPr lang="fr-FR" smtClean="0"/>
              <a:t>5-  DE FAMINE, DE TÉNÈBRE ET SOIF</a:t>
            </a:r>
          </a:p>
          <a:p>
            <a:r>
              <a:rPr lang="fr-FR" smtClean="0"/>
              <a:t>6-  NOUS SOMMES CETTE VOIX DANS LE DÉSERT QUI CRIE</a:t>
            </a:r>
          </a:p>
          <a:p>
            <a:r>
              <a:rPr lang="fr-FR" smtClean="0"/>
              <a:t>7-  PRÉPAREZ LE CHEMIN DU SEIGNEUR</a:t>
            </a:r>
          </a:p>
          <a:p>
            <a:endParaRPr lang="fr-FR" smtClean="0"/>
          </a:p>
          <a:p>
            <a:r>
              <a:rPr lang="fr-FR" smtClean="0"/>
              <a:t>	8-  GLORIEUX IL VIENT AU-DESSUS DES CIEUX</a:t>
            </a:r>
          </a:p>
          <a:p>
            <a:r>
              <a:rPr lang="fr-FR" smtClean="0"/>
              <a:t>	9-  BRILLANT COMME LE SOLEIL AU SON DES TROMPETTES</a:t>
            </a:r>
          </a:p>
          <a:p>
            <a:r>
              <a:rPr lang="fr-FR" smtClean="0"/>
              <a:t>	10-  ÉLÈVE TA VOIX C’EST L’ANNÉE DE JUBILÉ</a:t>
            </a:r>
          </a:p>
          <a:p>
            <a:r>
              <a:rPr lang="fr-FR" smtClean="0"/>
              <a:t>	11-  ET DU MONT SION LE SALUT VIENT                   X2</a:t>
            </a:r>
          </a:p>
          <a:p>
            <a:endParaRPr lang="fr-FR" smtClean="0"/>
          </a:p>
          <a:p>
            <a:r>
              <a:rPr lang="fr-FR" smtClean="0"/>
              <a:t>12-  VOICI LES JOURS DE TON PROPHÈTE</a:t>
            </a:r>
          </a:p>
          <a:p>
            <a:r>
              <a:rPr lang="fr-FR" smtClean="0"/>
              <a:t>13-  LES OSSEMENTS SONT DEVENUS CHAIR</a:t>
            </a:r>
          </a:p>
          <a:p>
            <a:r>
              <a:rPr lang="fr-FR" smtClean="0"/>
              <a:t>14-  VOICI LES JOURS DE TON SERVITEUR DAVID</a:t>
            </a:r>
          </a:p>
          <a:p>
            <a:r>
              <a:rPr lang="fr-FR" smtClean="0"/>
              <a:t>15-  CONSTRUISANT UN TEMPLE DE LOUANGES</a:t>
            </a:r>
          </a:p>
          <a:p>
            <a:r>
              <a:rPr lang="fr-FR" smtClean="0"/>
              <a:t>16-  VOICI LES JOURS DE LA RÉCOLTE</a:t>
            </a:r>
          </a:p>
          <a:p>
            <a:r>
              <a:rPr lang="fr-FR" smtClean="0"/>
              <a:t>17-  C'EST LE TEMPS DE LA GRANDE MOISSON </a:t>
            </a:r>
          </a:p>
          <a:p>
            <a:r>
              <a:rPr lang="fr-FR" smtClean="0"/>
              <a:t>18-  NOUS SOMMES LES OUVRIERS DE TA VIGNE, SEIGNEUR</a:t>
            </a:r>
          </a:p>
          <a:p>
            <a:r>
              <a:rPr lang="fr-FR" smtClean="0"/>
              <a:t>19-  DÉCLARANT LA PAROLE DU SEIGNEUR</a:t>
            </a:r>
          </a:p>
          <a:p>
            <a:endParaRPr lang="fr-FR" smtClean="0"/>
          </a:p>
          <a:p>
            <a:r>
              <a:rPr lang="fr-FR" smtClean="0"/>
              <a:t>20-  NUL N'EST SEMBLABLE À YAHVÉ</a:t>
            </a:r>
          </a:p>
          <a:p>
            <a:endParaRPr lang="fr-FR" smtClean="0"/>
          </a:p>
          <a:p>
            <a:r>
              <a:rPr lang="fr-FR" smtClean="0"/>
              <a:t>
21-  À CELUI QUI ÉTAIT  ET QUI EST, QUI REVIENT  </a:t>
            </a:r>
          </a:p>
          <a:p>
            <a:r>
              <a:rPr lang="fr-FR" smtClean="0"/>
              <a:t> 
22-  ADONAÏ, ELOHIM TSÉVAHOT </a:t>
            </a:r>
          </a:p>
          <a:p>
            <a:r>
              <a:rPr lang="fr-FR" smtClean="0"/>
              <a:t>
23-  SAINT, SAINT, SAINT </a:t>
            </a:r>
          </a:p>
          <a:p>
            <a:r>
              <a:rPr lang="fr-FR" smtClean="0"/>
              <a:t>
24-  Ô SEIGNEUR NOTRE DIEU, ROI DES CIEUX   </a:t>
            </a:r>
          </a:p>
          <a:p>
            <a:r>
              <a:rPr lang="fr-FR" smtClean="0"/>
              <a:t>
25-  KADOSH, KADOSH, KADOSH  
</a:t>
            </a:r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VOICI VENUS LES JOURS D’ÉLIE DÉCLARANT LA PAROLE DU SEIGNEUR </a:t>
            </a:r>
          </a:p>
          <a:p>
            <a:pPr eaLnBrk="1" hangingPunct="1"/>
            <a:r>
              <a:rPr lang="fr-FR" smtClean="0"/>
              <a:t>2-  VOICI LES JOURS DE TON SERVITEUR MOÏSE</a:t>
            </a:r>
          </a:p>
          <a:p>
            <a:pPr eaLnBrk="1" hangingPunct="1"/>
            <a:r>
              <a:rPr lang="fr-FR" smtClean="0"/>
              <a:t>3-  LA JUSTICE EST DANS MON COEUR</a:t>
            </a:r>
          </a:p>
          <a:p>
            <a:pPr eaLnBrk="1" hangingPunct="1"/>
            <a:r>
              <a:rPr lang="fr-FR" smtClean="0"/>
              <a:t>4-  ET PENDANT CES JOURS DE GRANDE ÉPREUVE</a:t>
            </a:r>
          </a:p>
          <a:p>
            <a:pPr eaLnBrk="1" hangingPunct="1"/>
            <a:r>
              <a:rPr lang="fr-FR" smtClean="0"/>
              <a:t>5-  DE FAMINE, DE TÉNÈBRE ET SOIF</a:t>
            </a:r>
          </a:p>
          <a:p>
            <a:pPr eaLnBrk="1" hangingPunct="1"/>
            <a:r>
              <a:rPr lang="fr-FR" smtClean="0"/>
              <a:t>6-  NOUS SOMMES CETTE VOIX DANS LE DÉSERT QUI CRIE</a:t>
            </a:r>
          </a:p>
          <a:p>
            <a:pPr eaLnBrk="1" hangingPunct="1"/>
            <a:r>
              <a:rPr lang="fr-FR" smtClean="0"/>
              <a:t>7-  PRÉPAREZ LE CHEMIN DU SEIGNEUR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8-  GLORIEUX IL VIENT AU-DESSUS DES CIEUX</a:t>
            </a:r>
          </a:p>
          <a:p>
            <a:pPr eaLnBrk="1" hangingPunct="1"/>
            <a:r>
              <a:rPr lang="fr-FR" smtClean="0"/>
              <a:t>	9-  BRILLANT COMME LE SOLEIL AU SON DES TROMPETTES</a:t>
            </a:r>
          </a:p>
          <a:p>
            <a:pPr eaLnBrk="1" hangingPunct="1"/>
            <a:r>
              <a:rPr lang="fr-FR" smtClean="0"/>
              <a:t>	10-  ÉLÈVE TA VOIX C’EST L’ANNÉE DE JUBILÉ</a:t>
            </a:r>
          </a:p>
          <a:p>
            <a:pPr eaLnBrk="1" hangingPunct="1"/>
            <a:r>
              <a:rPr lang="fr-FR" smtClean="0"/>
              <a:t>	11-  ET DU MONT SION LE SALUT VIENT                   X2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12-  VOICI LES JOURS DE TON PROPHÈTE</a:t>
            </a:r>
          </a:p>
          <a:p>
            <a:pPr eaLnBrk="1" hangingPunct="1"/>
            <a:r>
              <a:rPr lang="fr-FR" smtClean="0"/>
              <a:t>13-  LES OSSEMENTS SONT DEVENUS CHAIR</a:t>
            </a:r>
          </a:p>
          <a:p>
            <a:pPr eaLnBrk="1" hangingPunct="1"/>
            <a:r>
              <a:rPr lang="fr-FR" smtClean="0"/>
              <a:t>14-  VOICI LES JOURS DE TON SERVITEUR DAVID</a:t>
            </a:r>
          </a:p>
          <a:p>
            <a:pPr eaLnBrk="1" hangingPunct="1"/>
            <a:r>
              <a:rPr lang="fr-FR" smtClean="0"/>
              <a:t>15-  CONSTRUISANT UN TEMPLE DE LOUANGES</a:t>
            </a:r>
          </a:p>
          <a:p>
            <a:pPr eaLnBrk="1" hangingPunct="1"/>
            <a:r>
              <a:rPr lang="fr-FR" smtClean="0"/>
              <a:t>16-  VOICI LES JOURS DE LA RÉCOLTE</a:t>
            </a:r>
          </a:p>
          <a:p>
            <a:pPr eaLnBrk="1" hangingPunct="1"/>
            <a:r>
              <a:rPr lang="fr-FR" smtClean="0"/>
              <a:t>17-  C'EST LE TEMPS DE LA GRANDE MOISSON </a:t>
            </a:r>
          </a:p>
          <a:p>
            <a:pPr eaLnBrk="1" hangingPunct="1"/>
            <a:r>
              <a:rPr lang="fr-FR" smtClean="0"/>
              <a:t>18-  NOUS SOMMES LES OUVRIERS DE TA VIGNE, SEIGNEUR</a:t>
            </a:r>
          </a:p>
          <a:p>
            <a:pPr eaLnBrk="1" hangingPunct="1"/>
            <a:r>
              <a:rPr lang="fr-FR" smtClean="0"/>
              <a:t>19-  DÉCLARANT LA PAROLE DU SEIGNEUR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20-  NUL N'EST SEMBLABLE À YAHVÉ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
21-  À CELUI QUI ÉTAIT  ET QUI EST, QUI REVIENT  </a:t>
            </a:r>
          </a:p>
          <a:p>
            <a:pPr eaLnBrk="1" hangingPunct="1"/>
            <a:r>
              <a:rPr lang="fr-FR" smtClean="0"/>
              <a:t> 
22-  ADONAÏ, ELOHIM TSÉVAHOT </a:t>
            </a:r>
          </a:p>
          <a:p>
            <a:pPr eaLnBrk="1" hangingPunct="1"/>
            <a:r>
              <a:rPr lang="fr-FR" smtClean="0"/>
              <a:t>
23-  SAINT, SAINT, SAINT </a:t>
            </a:r>
          </a:p>
          <a:p>
            <a:pPr eaLnBrk="1" hangingPunct="1"/>
            <a:r>
              <a:rPr lang="fr-FR" smtClean="0"/>
              <a:t>
24-  Ô SEIGNEUR NOTRE DIEU, ROI DES CIEUX   </a:t>
            </a:r>
          </a:p>
          <a:p>
            <a:pPr eaLnBrk="1" hangingPunct="1"/>
            <a:r>
              <a:rPr lang="fr-FR" smtClean="0"/>
              <a:t>
25-  KADOSH, KADOSH, KADOSH  
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VOICI VENUS LES JOURS D’ÉLIE DÉCLARANT LA PAROLE DU SEIGNEUR </a:t>
            </a:r>
          </a:p>
          <a:p>
            <a:r>
              <a:rPr lang="fr-FR" smtClean="0"/>
              <a:t>2-  VOICI LES JOURS DE TON SERVITEUR MOÏSE</a:t>
            </a:r>
          </a:p>
          <a:p>
            <a:r>
              <a:rPr lang="fr-FR" smtClean="0"/>
              <a:t>3-  LA JUSTICE EST DANS MON COEUR</a:t>
            </a:r>
          </a:p>
          <a:p>
            <a:r>
              <a:rPr lang="fr-FR" smtClean="0"/>
              <a:t>4-  ET PENDANT CES JOURS DE GRANDE ÉPREUVE</a:t>
            </a:r>
          </a:p>
          <a:p>
            <a:r>
              <a:rPr lang="fr-FR" smtClean="0"/>
              <a:t>5-  DE FAMINE, DE TÉNÈBRE ET SOIF</a:t>
            </a:r>
          </a:p>
          <a:p>
            <a:r>
              <a:rPr lang="fr-FR" smtClean="0"/>
              <a:t>6-  NOUS SOMMES CETTE VOIX DANS LE DÉSERT QUI CRIE</a:t>
            </a:r>
          </a:p>
          <a:p>
            <a:r>
              <a:rPr lang="fr-FR" smtClean="0"/>
              <a:t>7-  PRÉPAREZ LE CHEMIN DU SEIGNEUR</a:t>
            </a:r>
          </a:p>
          <a:p>
            <a:endParaRPr lang="fr-FR" smtClean="0"/>
          </a:p>
          <a:p>
            <a:r>
              <a:rPr lang="fr-FR" smtClean="0"/>
              <a:t>	8-  GLORIEUX IL VIENT AU-DESSUS DES CIEUX</a:t>
            </a:r>
          </a:p>
          <a:p>
            <a:r>
              <a:rPr lang="fr-FR" smtClean="0"/>
              <a:t>	9-  BRILLANT COMME LE SOLEIL AU SON DES TROMPETTES</a:t>
            </a:r>
          </a:p>
          <a:p>
            <a:r>
              <a:rPr lang="fr-FR" smtClean="0"/>
              <a:t>	10-  ÉLÈVE TA VOIX C’EST L’ANNÉE DE JUBILÉ</a:t>
            </a:r>
          </a:p>
          <a:p>
            <a:r>
              <a:rPr lang="fr-FR" smtClean="0"/>
              <a:t>	11-  ET DU MONT SION LE SALUT VIENT                   X2</a:t>
            </a:r>
          </a:p>
          <a:p>
            <a:endParaRPr lang="fr-FR" smtClean="0"/>
          </a:p>
          <a:p>
            <a:r>
              <a:rPr lang="fr-FR" smtClean="0"/>
              <a:t>12-  VOICI LES JOURS DE TON PROPHÈTE</a:t>
            </a:r>
          </a:p>
          <a:p>
            <a:r>
              <a:rPr lang="fr-FR" smtClean="0"/>
              <a:t>13-  LES OSSEMENTS SONT DEVENUS CHAIR</a:t>
            </a:r>
          </a:p>
          <a:p>
            <a:r>
              <a:rPr lang="fr-FR" smtClean="0"/>
              <a:t>14-  VOICI LES JOURS DE TON SERVITEUR DAVID</a:t>
            </a:r>
          </a:p>
          <a:p>
            <a:r>
              <a:rPr lang="fr-FR" smtClean="0"/>
              <a:t>15-  CONSTRUISANT UN TEMPLE DE LOUANGES</a:t>
            </a:r>
          </a:p>
          <a:p>
            <a:r>
              <a:rPr lang="fr-FR" smtClean="0"/>
              <a:t>16-  VOICI LES JOURS DE LA RÉCOLTE</a:t>
            </a:r>
          </a:p>
          <a:p>
            <a:r>
              <a:rPr lang="fr-FR" smtClean="0"/>
              <a:t>17-  C'EST LE TEMPS DE LA GRANDE MOISSON </a:t>
            </a:r>
          </a:p>
          <a:p>
            <a:r>
              <a:rPr lang="fr-FR" smtClean="0"/>
              <a:t>18-  NOUS SOMMES LES OUVRIERS DE TA VIGNE, SEIGNEUR</a:t>
            </a:r>
          </a:p>
          <a:p>
            <a:r>
              <a:rPr lang="fr-FR" smtClean="0"/>
              <a:t>19-  DÉCLARANT LA PAROLE DU SEIGNEUR</a:t>
            </a:r>
          </a:p>
          <a:p>
            <a:endParaRPr lang="fr-FR" smtClean="0"/>
          </a:p>
          <a:p>
            <a:r>
              <a:rPr lang="fr-FR" smtClean="0"/>
              <a:t>20-  NUL N'EST SEMBLABLE À YAHVÉ</a:t>
            </a:r>
          </a:p>
          <a:p>
            <a:endParaRPr lang="fr-FR" smtClean="0"/>
          </a:p>
          <a:p>
            <a:r>
              <a:rPr lang="fr-FR" smtClean="0"/>
              <a:t>
21-  À CELUI QUI ÉTAIT  ET QUI EST, QUI REVIENT  </a:t>
            </a:r>
          </a:p>
          <a:p>
            <a:r>
              <a:rPr lang="fr-FR" smtClean="0"/>
              <a:t> 
22-  ADONAÏ, ELOHIM TSÉVAHOT </a:t>
            </a:r>
          </a:p>
          <a:p>
            <a:r>
              <a:rPr lang="fr-FR" smtClean="0"/>
              <a:t>
23-  SAINT, SAINT, SAINT </a:t>
            </a:r>
          </a:p>
          <a:p>
            <a:r>
              <a:rPr lang="fr-FR" smtClean="0"/>
              <a:t>
24-  Ô SEIGNEUR NOTRE DIEU, ROI DES CIEUX   </a:t>
            </a:r>
          </a:p>
          <a:p>
            <a:r>
              <a:rPr lang="fr-FR" smtClean="0"/>
              <a:t>
25-  KADOSH, KADOSH, KADOSH  
</a:t>
            </a:r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1-  VOICI VENUS LES JOURS D’ÉLIE DÉCLARANT LA PAROLE DU SEIGNEUR </a:t>
            </a:r>
          </a:p>
          <a:p>
            <a:pPr eaLnBrk="1" hangingPunct="1"/>
            <a:r>
              <a:rPr lang="fr-FR" smtClean="0"/>
              <a:t>2-  VOICI LES JOURS DE TON SERVITEUR MOÏSE</a:t>
            </a:r>
          </a:p>
          <a:p>
            <a:pPr eaLnBrk="1" hangingPunct="1"/>
            <a:r>
              <a:rPr lang="fr-FR" smtClean="0"/>
              <a:t>3-  LA JUSTICE EST DANS MON COEUR</a:t>
            </a:r>
          </a:p>
          <a:p>
            <a:pPr eaLnBrk="1" hangingPunct="1"/>
            <a:r>
              <a:rPr lang="fr-FR" smtClean="0"/>
              <a:t>4-  ET PENDANT CES JOURS DE GRANDE ÉPREUVE</a:t>
            </a:r>
          </a:p>
          <a:p>
            <a:pPr eaLnBrk="1" hangingPunct="1"/>
            <a:r>
              <a:rPr lang="fr-FR" smtClean="0"/>
              <a:t>5-  DE FAMINE, DE TÉNÈBRE ET SOIF</a:t>
            </a:r>
          </a:p>
          <a:p>
            <a:pPr eaLnBrk="1" hangingPunct="1"/>
            <a:r>
              <a:rPr lang="fr-FR" smtClean="0"/>
              <a:t>6-  NOUS SOMMES CETTE VOIX DANS LE DÉSERT QUI CRIE</a:t>
            </a:r>
          </a:p>
          <a:p>
            <a:pPr eaLnBrk="1" hangingPunct="1"/>
            <a:r>
              <a:rPr lang="fr-FR" smtClean="0"/>
              <a:t>7-  PRÉPAREZ LE CHEMIN DU SEIGNEUR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8-  GLORIEUX IL VIENT AU-DESSUS DES CIEUX</a:t>
            </a:r>
          </a:p>
          <a:p>
            <a:pPr eaLnBrk="1" hangingPunct="1"/>
            <a:r>
              <a:rPr lang="fr-FR" smtClean="0"/>
              <a:t>	9-  BRILLANT COMME LE SOLEIL AU SON DES TROMPETTES</a:t>
            </a:r>
          </a:p>
          <a:p>
            <a:pPr eaLnBrk="1" hangingPunct="1"/>
            <a:r>
              <a:rPr lang="fr-FR" smtClean="0"/>
              <a:t>	10-  ÉLÈVE TA VOIX C’EST L’ANNÉE DE JUBILÉ</a:t>
            </a:r>
          </a:p>
          <a:p>
            <a:pPr eaLnBrk="1" hangingPunct="1"/>
            <a:r>
              <a:rPr lang="fr-FR" smtClean="0"/>
              <a:t>	11-  ET DU MONT SION LE SALUT VIENT                   X2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12-  VOICI LES JOURS DE TON PROPHÈTE</a:t>
            </a:r>
          </a:p>
          <a:p>
            <a:pPr eaLnBrk="1" hangingPunct="1"/>
            <a:r>
              <a:rPr lang="fr-FR" smtClean="0"/>
              <a:t>13-  LES OSSEMENTS SONT DEVENUS CHAIR</a:t>
            </a:r>
          </a:p>
          <a:p>
            <a:pPr eaLnBrk="1" hangingPunct="1"/>
            <a:r>
              <a:rPr lang="fr-FR" smtClean="0"/>
              <a:t>14-  VOICI LES JOURS DE TON SERVITEUR DAVID</a:t>
            </a:r>
          </a:p>
          <a:p>
            <a:pPr eaLnBrk="1" hangingPunct="1"/>
            <a:r>
              <a:rPr lang="fr-FR" smtClean="0"/>
              <a:t>15-  CONSTRUISANT UN TEMPLE DE LOUANGES</a:t>
            </a:r>
          </a:p>
          <a:p>
            <a:pPr eaLnBrk="1" hangingPunct="1"/>
            <a:r>
              <a:rPr lang="fr-FR" smtClean="0"/>
              <a:t>16-  VOICI LES JOURS DE LA RÉCOLTE</a:t>
            </a:r>
          </a:p>
          <a:p>
            <a:pPr eaLnBrk="1" hangingPunct="1"/>
            <a:r>
              <a:rPr lang="fr-FR" smtClean="0"/>
              <a:t>17-  C'EST LE TEMPS DE LA GRANDE MOISSON </a:t>
            </a:r>
          </a:p>
          <a:p>
            <a:pPr eaLnBrk="1" hangingPunct="1"/>
            <a:r>
              <a:rPr lang="fr-FR" smtClean="0"/>
              <a:t>18-  NOUS SOMMES LES OUVRIERS DE TA VIGNE, SEIGNEUR</a:t>
            </a:r>
          </a:p>
          <a:p>
            <a:pPr eaLnBrk="1" hangingPunct="1"/>
            <a:r>
              <a:rPr lang="fr-FR" smtClean="0"/>
              <a:t>19-  DÉCLARANT LA PAROLE DU SEIGNEUR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20-  NUL N'EST SEMBLABLE À YAHVÉ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
21-  À CELUI QUI ÉTAIT  ET QUI EST, QUI REVIENT  </a:t>
            </a:r>
          </a:p>
          <a:p>
            <a:pPr eaLnBrk="1" hangingPunct="1"/>
            <a:r>
              <a:rPr lang="fr-FR" smtClean="0"/>
              <a:t> 
22-  ADONAÏ, ELOHIM TSÉVAHOT </a:t>
            </a:r>
          </a:p>
          <a:p>
            <a:pPr eaLnBrk="1" hangingPunct="1"/>
            <a:r>
              <a:rPr lang="fr-FR" smtClean="0"/>
              <a:t>
23-  SAINT, SAINT, SAINT </a:t>
            </a:r>
          </a:p>
          <a:p>
            <a:pPr eaLnBrk="1" hangingPunct="1"/>
            <a:r>
              <a:rPr lang="fr-FR" smtClean="0"/>
              <a:t>
24-  Ô SEIGNEUR NOTRE DIEU, ROI DES CIEUX   </a:t>
            </a:r>
          </a:p>
          <a:p>
            <a:pPr eaLnBrk="1" hangingPunct="1"/>
            <a:r>
              <a:rPr lang="fr-FR" smtClean="0"/>
              <a:t>
25-  KADOSH, KADOSH, KADOSH  
</a:t>
            </a:r>
            <a:endParaRPr lang="fr-FR" dirty="0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VOICI VENUS LES JOURS D’ÉLIE DÉCLARANT LA PAROLE DU SEIGNEUR </a:t>
            </a:r>
          </a:p>
          <a:p>
            <a:r>
              <a:rPr lang="fr-FR" smtClean="0"/>
              <a:t>2-  VOICI LES JOURS DE TON SERVITEUR MOÏSE</a:t>
            </a:r>
          </a:p>
          <a:p>
            <a:r>
              <a:rPr lang="fr-FR" smtClean="0"/>
              <a:t>3-  LA JUSTICE EST DANS MON COEUR</a:t>
            </a:r>
          </a:p>
          <a:p>
            <a:r>
              <a:rPr lang="fr-FR" smtClean="0"/>
              <a:t>4-  ET PENDANT CES JOURS DE GRANDE ÉPREUVE</a:t>
            </a:r>
          </a:p>
          <a:p>
            <a:r>
              <a:rPr lang="fr-FR" smtClean="0"/>
              <a:t>5-  DE FAMINE, DE TÉNÈBRE ET SOIF</a:t>
            </a:r>
          </a:p>
          <a:p>
            <a:r>
              <a:rPr lang="fr-FR" smtClean="0"/>
              <a:t>6-  NOUS SOMMES CETTE VOIX DANS LE DÉSERT QUI CRIE</a:t>
            </a:r>
          </a:p>
          <a:p>
            <a:r>
              <a:rPr lang="fr-FR" smtClean="0"/>
              <a:t>7-  PRÉPAREZ LE CHEMIN DU SEIGNEUR</a:t>
            </a:r>
          </a:p>
          <a:p>
            <a:endParaRPr lang="fr-FR" smtClean="0"/>
          </a:p>
          <a:p>
            <a:r>
              <a:rPr lang="fr-FR" smtClean="0"/>
              <a:t>	8-  GLORIEUX IL VIENT AU-DESSUS DES CIEUX</a:t>
            </a:r>
          </a:p>
          <a:p>
            <a:r>
              <a:rPr lang="fr-FR" smtClean="0"/>
              <a:t>	9-  BRILLANT COMME LE SOLEIL AU SON DES TROMPETTES</a:t>
            </a:r>
          </a:p>
          <a:p>
            <a:r>
              <a:rPr lang="fr-FR" smtClean="0"/>
              <a:t>	10-  ÉLÈVE TA VOIX C’EST L’ANNÉE DE JUBILÉ</a:t>
            </a:r>
          </a:p>
          <a:p>
            <a:r>
              <a:rPr lang="fr-FR" smtClean="0"/>
              <a:t>	11-  ET DU MONT SION LE SALUT VIENT                   X2</a:t>
            </a:r>
          </a:p>
          <a:p>
            <a:endParaRPr lang="fr-FR" smtClean="0"/>
          </a:p>
          <a:p>
            <a:r>
              <a:rPr lang="fr-FR" smtClean="0"/>
              <a:t>12-  VOICI LES JOURS DE TON PROPHÈTE</a:t>
            </a:r>
          </a:p>
          <a:p>
            <a:r>
              <a:rPr lang="fr-FR" smtClean="0"/>
              <a:t>13-  LES OSSEMENTS SONT DEVENUS CHAIR</a:t>
            </a:r>
          </a:p>
          <a:p>
            <a:r>
              <a:rPr lang="fr-FR" smtClean="0"/>
              <a:t>14-  VOICI LES JOURS DE TON SERVITEUR DAVID</a:t>
            </a:r>
          </a:p>
          <a:p>
            <a:r>
              <a:rPr lang="fr-FR" smtClean="0"/>
              <a:t>15-  CONSTRUISANT UN TEMPLE DE LOUANGES</a:t>
            </a:r>
          </a:p>
          <a:p>
            <a:r>
              <a:rPr lang="fr-FR" smtClean="0"/>
              <a:t>16-  VOICI LES JOURS DE LA RÉCOLTE</a:t>
            </a:r>
          </a:p>
          <a:p>
            <a:r>
              <a:rPr lang="fr-FR" smtClean="0"/>
              <a:t>17-  C'EST LE TEMPS DE LA GRANDE MOISSON </a:t>
            </a:r>
          </a:p>
          <a:p>
            <a:r>
              <a:rPr lang="fr-FR" smtClean="0"/>
              <a:t>18-  NOUS SOMMES LES OUVRIERS DE TA VIGNE, SEIGNEUR</a:t>
            </a:r>
          </a:p>
          <a:p>
            <a:r>
              <a:rPr lang="fr-FR" smtClean="0"/>
              <a:t>19-  DÉCLARANT LA PAROLE DU SEIGNEUR</a:t>
            </a:r>
          </a:p>
          <a:p>
            <a:endParaRPr lang="fr-FR" smtClean="0"/>
          </a:p>
          <a:p>
            <a:r>
              <a:rPr lang="fr-FR" smtClean="0"/>
              <a:t>20-  NUL N'EST SEMBLABLE À YAHVÉ</a:t>
            </a:r>
          </a:p>
          <a:p>
            <a:endParaRPr lang="fr-FR" smtClean="0"/>
          </a:p>
          <a:p>
            <a:r>
              <a:rPr lang="fr-FR" smtClean="0"/>
              <a:t>
21-  À CELUI QUI ÉTAIT  ET QUI EST, QUI REVIENT  </a:t>
            </a:r>
          </a:p>
          <a:p>
            <a:r>
              <a:rPr lang="fr-FR" smtClean="0"/>
              <a:t> 
22-  ADONAÏ, ELOHIM TSÉVAHOT </a:t>
            </a:r>
          </a:p>
          <a:p>
            <a:r>
              <a:rPr lang="fr-FR" smtClean="0"/>
              <a:t>
23-  SAINT, SAINT, SAINT </a:t>
            </a:r>
          </a:p>
          <a:p>
            <a:r>
              <a:rPr lang="fr-FR" smtClean="0"/>
              <a:t>
24-  Ô SEIGNEUR NOTRE DIEU, ROI DES CIEUX   </a:t>
            </a:r>
          </a:p>
          <a:p>
            <a:r>
              <a:rPr lang="fr-FR" smtClean="0"/>
              <a:t>
25-  KADOSH, KADOSH, KADOSH  
</a:t>
            </a:r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dirty="0" smtClean="0"/>
              <a:t>1-  VOICI VENUS LES JOURS D’ÉLIE DÉCLARANT LA PAROLE DU SEIGNEUR </a:t>
            </a:r>
          </a:p>
          <a:p>
            <a:pPr eaLnBrk="1" hangingPunct="1"/>
            <a:r>
              <a:rPr lang="fr-FR" dirty="0" smtClean="0"/>
              <a:t>2-  VOICI LES JOURS DE TON SERVITEUR MOÏSE</a:t>
            </a:r>
          </a:p>
          <a:p>
            <a:pPr eaLnBrk="1" hangingPunct="1"/>
            <a:r>
              <a:rPr lang="fr-FR" dirty="0" smtClean="0"/>
              <a:t>3-  LA JUSTICE EST DANS MON COEUR</a:t>
            </a:r>
          </a:p>
          <a:p>
            <a:pPr eaLnBrk="1" hangingPunct="1"/>
            <a:r>
              <a:rPr lang="fr-FR" dirty="0" smtClean="0"/>
              <a:t>4-  ET PENDANT CES JOURS DE GRANDE ÉPREUVE</a:t>
            </a:r>
          </a:p>
          <a:p>
            <a:pPr eaLnBrk="1" hangingPunct="1"/>
            <a:r>
              <a:rPr lang="fr-FR" dirty="0" smtClean="0"/>
              <a:t>5-  DE FAMINE, DE TÉNÈBRE ET SOIF</a:t>
            </a:r>
          </a:p>
          <a:p>
            <a:pPr eaLnBrk="1" hangingPunct="1"/>
            <a:r>
              <a:rPr lang="fr-FR" dirty="0" smtClean="0"/>
              <a:t>6-  NOUS SOMMES CETTE VOIX DANS LE DÉSERT QUI CRIE</a:t>
            </a:r>
          </a:p>
          <a:p>
            <a:pPr eaLnBrk="1" hangingPunct="1"/>
            <a:r>
              <a:rPr lang="fr-FR" dirty="0" smtClean="0"/>
              <a:t>7-  PRÉPAREZ LE CHEMIN DU SEIGNEUR</a:t>
            </a:r>
          </a:p>
          <a:p>
            <a:pPr eaLnBrk="1" hangingPunct="1"/>
            <a:endParaRPr lang="fr-FR" dirty="0" smtClean="0"/>
          </a:p>
          <a:p>
            <a:pPr eaLnBrk="1" hangingPunct="1"/>
            <a:r>
              <a:rPr lang="fr-FR" dirty="0" smtClean="0"/>
              <a:t>	8-  GLORIEUX IL VIENT AU-DESSUS DES CIEUX</a:t>
            </a:r>
          </a:p>
          <a:p>
            <a:pPr eaLnBrk="1" hangingPunct="1"/>
            <a:r>
              <a:rPr lang="fr-FR" dirty="0" smtClean="0"/>
              <a:t>	9-  BRILLANT COMME LE SOLEIL AU SON DES TROMPETTES</a:t>
            </a:r>
          </a:p>
          <a:p>
            <a:pPr eaLnBrk="1" hangingPunct="1"/>
            <a:r>
              <a:rPr lang="fr-FR" dirty="0" smtClean="0"/>
              <a:t>	10-  ÉLÈVE TA VOIX C’EST L’ANNÉE DE JUBILÉ</a:t>
            </a:r>
          </a:p>
          <a:p>
            <a:pPr eaLnBrk="1" hangingPunct="1"/>
            <a:r>
              <a:rPr lang="fr-FR" dirty="0" smtClean="0"/>
              <a:t>	11-  ET DU MONT SION LE SALUT VIENT                   X2</a:t>
            </a:r>
          </a:p>
          <a:p>
            <a:pPr eaLnBrk="1" hangingPunct="1"/>
            <a:endParaRPr lang="fr-FR" dirty="0" smtClean="0"/>
          </a:p>
          <a:p>
            <a:pPr eaLnBrk="1" hangingPunct="1"/>
            <a:r>
              <a:rPr lang="fr-FR" dirty="0" smtClean="0"/>
              <a:t>12-  VOICI LES JOURS DE TON PROPHÈTE</a:t>
            </a:r>
          </a:p>
          <a:p>
            <a:pPr eaLnBrk="1" hangingPunct="1"/>
            <a:r>
              <a:rPr lang="fr-FR" dirty="0" smtClean="0"/>
              <a:t>13-  LES OSSEMENTS SONT DEVENUS CHAIR</a:t>
            </a:r>
          </a:p>
          <a:p>
            <a:pPr eaLnBrk="1" hangingPunct="1"/>
            <a:r>
              <a:rPr lang="fr-FR" dirty="0" smtClean="0"/>
              <a:t>14-  VOICI LES JOURS DE TON SERVITEUR DAVID</a:t>
            </a:r>
          </a:p>
          <a:p>
            <a:pPr eaLnBrk="1" hangingPunct="1"/>
            <a:r>
              <a:rPr lang="fr-FR" dirty="0" smtClean="0"/>
              <a:t>15-  CONSTRUISANT UN TEMPLE DE LOUANGES</a:t>
            </a:r>
          </a:p>
          <a:p>
            <a:pPr eaLnBrk="1" hangingPunct="1"/>
            <a:r>
              <a:rPr lang="fr-FR" dirty="0" smtClean="0"/>
              <a:t>16-  VOICI LES JOURS DE LA RÉCOLTE</a:t>
            </a:r>
          </a:p>
          <a:p>
            <a:pPr eaLnBrk="1" hangingPunct="1"/>
            <a:r>
              <a:rPr lang="fr-FR" dirty="0" smtClean="0"/>
              <a:t>17-  C'EST LE TEMPS DE LA GRANDE MOISSON </a:t>
            </a:r>
          </a:p>
          <a:p>
            <a:pPr eaLnBrk="1" hangingPunct="1"/>
            <a:r>
              <a:rPr lang="fr-FR" dirty="0" smtClean="0"/>
              <a:t>18-  NOUS SOMMES LES OUVRIERS DE TA VIGNE, SEIGNEUR</a:t>
            </a:r>
          </a:p>
          <a:p>
            <a:pPr eaLnBrk="1" hangingPunct="1"/>
            <a:r>
              <a:rPr lang="fr-FR" dirty="0" smtClean="0"/>
              <a:t>19-  DÉCLARANT LA PAROLE DU SEIGNEUR</a:t>
            </a:r>
          </a:p>
          <a:p>
            <a:pPr eaLnBrk="1" hangingPunct="1"/>
            <a:endParaRPr lang="fr-FR" dirty="0" smtClean="0"/>
          </a:p>
          <a:p>
            <a:pPr eaLnBrk="1" hangingPunct="1"/>
            <a:r>
              <a:rPr lang="fr-FR" dirty="0" smtClean="0"/>
              <a:t>20-  NUL N'EST SEMBLABLE À YAHVÉ</a:t>
            </a:r>
          </a:p>
          <a:p>
            <a:pPr eaLnBrk="1" hangingPunct="1"/>
            <a:endParaRPr lang="fr-FR" dirty="0" smtClean="0"/>
          </a:p>
          <a:p>
            <a:pPr eaLnBrk="1" hangingPunct="1"/>
            <a:r>
              <a:rPr lang="fr-FR" dirty="0" smtClean="0"/>
              <a:t>
21-  À CELUI QUI ÉTAIT  ET QUI EST, QUI REVIENT  </a:t>
            </a:r>
          </a:p>
          <a:p>
            <a:pPr eaLnBrk="1" hangingPunct="1"/>
            <a:r>
              <a:rPr lang="fr-FR" dirty="0" smtClean="0"/>
              <a:t> 
22-  ADONAÏ, ELOHIM TSÉVAHOT </a:t>
            </a:r>
          </a:p>
          <a:p>
            <a:pPr eaLnBrk="1" hangingPunct="1"/>
            <a:r>
              <a:rPr lang="fr-FR" dirty="0" smtClean="0"/>
              <a:t>
23-  SAINT, SAINT, SAINT </a:t>
            </a:r>
          </a:p>
          <a:p>
            <a:pPr eaLnBrk="1" hangingPunct="1"/>
            <a:r>
              <a:rPr lang="fr-FR" dirty="0" smtClean="0"/>
              <a:t>
24-  Ô SEIGNEUR NOTRE DIEU, ROI DES CIEUX   </a:t>
            </a:r>
          </a:p>
          <a:p>
            <a:pPr eaLnBrk="1" hangingPunct="1"/>
            <a:r>
              <a:rPr lang="fr-FR" dirty="0" smtClean="0"/>
              <a:t>
25-  KADOSH, KADOSH, KADOSH  
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VOICI VENUS LES JOURS D’ÉLIE DÉCLARANT LA PAROLE DU SEIGNEUR </a:t>
            </a:r>
          </a:p>
          <a:p>
            <a:r>
              <a:rPr lang="fr-FR" smtClean="0"/>
              <a:t>2-  VOICI LES JOURS DE TON SERVITEUR MOÏSE</a:t>
            </a:r>
          </a:p>
          <a:p>
            <a:r>
              <a:rPr lang="fr-FR" smtClean="0"/>
              <a:t>3-  LA JUSTICE EST DANS MON COEUR</a:t>
            </a:r>
          </a:p>
          <a:p>
            <a:r>
              <a:rPr lang="fr-FR" smtClean="0"/>
              <a:t>4-  ET PENDANT CES JOURS DE GRANDE ÉPREUVE</a:t>
            </a:r>
          </a:p>
          <a:p>
            <a:r>
              <a:rPr lang="fr-FR" smtClean="0"/>
              <a:t>5-  DE FAMINE, DE TÉNÈBRE ET SOIF</a:t>
            </a:r>
          </a:p>
          <a:p>
            <a:r>
              <a:rPr lang="fr-FR" smtClean="0"/>
              <a:t>6-  NOUS SOMMES CETTE VOIX DANS LE DÉSERT QUI CRIE</a:t>
            </a:r>
          </a:p>
          <a:p>
            <a:r>
              <a:rPr lang="fr-FR" smtClean="0"/>
              <a:t>7-  PRÉPAREZ LE CHEMIN DU SEIGNEUR</a:t>
            </a:r>
          </a:p>
          <a:p>
            <a:endParaRPr lang="fr-FR" smtClean="0"/>
          </a:p>
          <a:p>
            <a:r>
              <a:rPr lang="fr-FR" smtClean="0"/>
              <a:t>	8-  GLORIEUX IL VIENT AU-DESSUS DES CIEUX</a:t>
            </a:r>
          </a:p>
          <a:p>
            <a:r>
              <a:rPr lang="fr-FR" smtClean="0"/>
              <a:t>	9-  BRILLANT COMME LE SOLEIL AU SON DES TROMPETTES</a:t>
            </a:r>
          </a:p>
          <a:p>
            <a:r>
              <a:rPr lang="fr-FR" smtClean="0"/>
              <a:t>	10-  ÉLÈVE TA VOIX C’EST L’ANNÉE DE JUBILÉ</a:t>
            </a:r>
          </a:p>
          <a:p>
            <a:r>
              <a:rPr lang="fr-FR" smtClean="0"/>
              <a:t>	11-  ET DU MONT SION LE SALUT VIENT                   X2</a:t>
            </a:r>
          </a:p>
          <a:p>
            <a:endParaRPr lang="fr-FR" smtClean="0"/>
          </a:p>
          <a:p>
            <a:r>
              <a:rPr lang="fr-FR" smtClean="0"/>
              <a:t>12-  VOICI LES JOURS DE TON PROPHÈTE</a:t>
            </a:r>
          </a:p>
          <a:p>
            <a:r>
              <a:rPr lang="fr-FR" smtClean="0"/>
              <a:t>13-  LES OSSEMENTS SONT DEVENUS CHAIR</a:t>
            </a:r>
          </a:p>
          <a:p>
            <a:r>
              <a:rPr lang="fr-FR" smtClean="0"/>
              <a:t>14-  VOICI LES JOURS DE TON SERVITEUR DAVID</a:t>
            </a:r>
          </a:p>
          <a:p>
            <a:r>
              <a:rPr lang="fr-FR" smtClean="0"/>
              <a:t>15-  CONSTRUISANT UN TEMPLE DE LOUANGES</a:t>
            </a:r>
          </a:p>
          <a:p>
            <a:r>
              <a:rPr lang="fr-FR" smtClean="0"/>
              <a:t>16-  VOICI LES JOURS DE LA RÉCOLTE</a:t>
            </a:r>
          </a:p>
          <a:p>
            <a:r>
              <a:rPr lang="fr-FR" smtClean="0"/>
              <a:t>17-  C'EST LE TEMPS DE LA GRANDE MOISSON </a:t>
            </a:r>
          </a:p>
          <a:p>
            <a:r>
              <a:rPr lang="fr-FR" smtClean="0"/>
              <a:t>18-  NOUS SOMMES LES OUVRIERS DE TA VIGNE, SEIGNEUR</a:t>
            </a:r>
          </a:p>
          <a:p>
            <a:r>
              <a:rPr lang="fr-FR" smtClean="0"/>
              <a:t>19-  DÉCLARANT LA PAROLE DU SEIGNEUR</a:t>
            </a:r>
          </a:p>
          <a:p>
            <a:endParaRPr lang="fr-FR" smtClean="0"/>
          </a:p>
          <a:p>
            <a:r>
              <a:rPr lang="fr-FR" smtClean="0"/>
              <a:t>20-  NUL N'EST SEMBLABLE À YAHVÉ</a:t>
            </a:r>
          </a:p>
          <a:p>
            <a:endParaRPr lang="fr-FR" smtClean="0"/>
          </a:p>
          <a:p>
            <a:r>
              <a:rPr lang="fr-FR" smtClean="0"/>
              <a:t>
21-  À CELUI QUI ÉTAIT  ET QUI EST, QUI REVIENT  </a:t>
            </a:r>
          </a:p>
          <a:p>
            <a:r>
              <a:rPr lang="fr-FR" smtClean="0"/>
              <a:t> 
22-  ADONAÏ, ELOHIM TSÉVAHOT </a:t>
            </a:r>
          </a:p>
          <a:p>
            <a:r>
              <a:rPr lang="fr-FR" smtClean="0"/>
              <a:t>
23-  SAINT, SAINT, SAINT </a:t>
            </a:r>
          </a:p>
          <a:p>
            <a:r>
              <a:rPr lang="fr-FR" smtClean="0"/>
              <a:t>
24-  Ô SEIGNEUR NOTRE DIEU, ROI DES CIEUX   </a:t>
            </a:r>
          </a:p>
          <a:p>
            <a:r>
              <a:rPr lang="fr-FR" smtClean="0"/>
              <a:t>
25-  KADOSH, KADOSH, KADOSH  
</a:t>
            </a:r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dirty="0" smtClean="0"/>
              <a:t>1-  VOICI VENUS LES JOURS D’ÉLIE DÉCLARANT LA PAROLE DU SEIGNEUR </a:t>
            </a:r>
          </a:p>
          <a:p>
            <a:pPr eaLnBrk="1" hangingPunct="1"/>
            <a:r>
              <a:rPr lang="fr-FR" dirty="0" smtClean="0"/>
              <a:t>2-  VOICI LES JOURS DE TON SERVITEUR MOÏSE</a:t>
            </a:r>
          </a:p>
          <a:p>
            <a:pPr eaLnBrk="1" hangingPunct="1"/>
            <a:r>
              <a:rPr lang="fr-FR" dirty="0" smtClean="0"/>
              <a:t>3-  LA JUSTICE EST DANS MON COEUR</a:t>
            </a:r>
          </a:p>
          <a:p>
            <a:pPr eaLnBrk="1" hangingPunct="1"/>
            <a:r>
              <a:rPr lang="fr-FR" dirty="0" smtClean="0"/>
              <a:t>4-  ET PENDANT CES JOURS DE GRANDE ÉPREUVE</a:t>
            </a:r>
          </a:p>
          <a:p>
            <a:pPr eaLnBrk="1" hangingPunct="1"/>
            <a:r>
              <a:rPr lang="fr-FR" dirty="0" smtClean="0"/>
              <a:t>5-  DE FAMINE, DE TÉNÈBRE ET SOIF</a:t>
            </a:r>
          </a:p>
          <a:p>
            <a:pPr eaLnBrk="1" hangingPunct="1"/>
            <a:r>
              <a:rPr lang="fr-FR" dirty="0" smtClean="0"/>
              <a:t>6-  NOUS SOMMES CETTE VOIX DANS LE DÉSERT QUI CRIE</a:t>
            </a:r>
          </a:p>
          <a:p>
            <a:pPr eaLnBrk="1" hangingPunct="1"/>
            <a:r>
              <a:rPr lang="fr-FR" dirty="0" smtClean="0"/>
              <a:t>7-  PRÉPAREZ LE CHEMIN DU SEIGNEUR</a:t>
            </a:r>
          </a:p>
          <a:p>
            <a:pPr eaLnBrk="1" hangingPunct="1"/>
            <a:endParaRPr lang="fr-FR" dirty="0" smtClean="0"/>
          </a:p>
          <a:p>
            <a:pPr eaLnBrk="1" hangingPunct="1"/>
            <a:r>
              <a:rPr lang="fr-FR" dirty="0" smtClean="0"/>
              <a:t>	8-  GLORIEUX IL VIENT AU-DESSUS DES CIEUX</a:t>
            </a:r>
          </a:p>
          <a:p>
            <a:pPr eaLnBrk="1" hangingPunct="1"/>
            <a:r>
              <a:rPr lang="fr-FR" dirty="0" smtClean="0"/>
              <a:t>	9-  BRILLANT COMME LE SOLEIL AU SON DES TROMPETTES</a:t>
            </a:r>
          </a:p>
          <a:p>
            <a:pPr eaLnBrk="1" hangingPunct="1"/>
            <a:r>
              <a:rPr lang="fr-FR" dirty="0" smtClean="0"/>
              <a:t>	10-  ÉLÈVE TA VOIX C’EST L’ANNÉE DE JUBILÉ</a:t>
            </a:r>
          </a:p>
          <a:p>
            <a:pPr eaLnBrk="1" hangingPunct="1"/>
            <a:r>
              <a:rPr lang="fr-FR" dirty="0" smtClean="0"/>
              <a:t>	11-  ET DU MONT SION LE SALUT VIENT                   X2</a:t>
            </a:r>
          </a:p>
          <a:p>
            <a:pPr eaLnBrk="1" hangingPunct="1"/>
            <a:endParaRPr lang="fr-FR" dirty="0" smtClean="0"/>
          </a:p>
          <a:p>
            <a:pPr eaLnBrk="1" hangingPunct="1"/>
            <a:r>
              <a:rPr lang="fr-FR" dirty="0" smtClean="0"/>
              <a:t>12-  VOICI LES JOURS DE TON PROPHÈTE</a:t>
            </a:r>
          </a:p>
          <a:p>
            <a:pPr eaLnBrk="1" hangingPunct="1"/>
            <a:r>
              <a:rPr lang="fr-FR" dirty="0" smtClean="0"/>
              <a:t>13-  LES OSSEMENTS SONT DEVENUS CHAIR</a:t>
            </a:r>
          </a:p>
          <a:p>
            <a:pPr eaLnBrk="1" hangingPunct="1"/>
            <a:r>
              <a:rPr lang="fr-FR" dirty="0" smtClean="0"/>
              <a:t>14-  VOICI LES JOURS DE TON SERVITEUR DAVID</a:t>
            </a:r>
          </a:p>
          <a:p>
            <a:pPr eaLnBrk="1" hangingPunct="1"/>
            <a:r>
              <a:rPr lang="fr-FR" dirty="0" smtClean="0"/>
              <a:t>15-  CONSTRUISANT UN TEMPLE DE LOUANGES</a:t>
            </a:r>
          </a:p>
          <a:p>
            <a:pPr eaLnBrk="1" hangingPunct="1"/>
            <a:r>
              <a:rPr lang="fr-FR" dirty="0" smtClean="0"/>
              <a:t>16-  VOICI LES JOURS DE LA RÉCOLTE</a:t>
            </a:r>
          </a:p>
          <a:p>
            <a:pPr eaLnBrk="1" hangingPunct="1"/>
            <a:r>
              <a:rPr lang="fr-FR" dirty="0" smtClean="0"/>
              <a:t>17-  C'EST LE TEMPS DE LA GRANDE MOISSON </a:t>
            </a:r>
          </a:p>
          <a:p>
            <a:pPr eaLnBrk="1" hangingPunct="1"/>
            <a:r>
              <a:rPr lang="fr-FR" dirty="0" smtClean="0"/>
              <a:t>18-  NOUS SOMMES LES OUVRIERS DE TA VIGNE, SEIGNEUR</a:t>
            </a:r>
          </a:p>
          <a:p>
            <a:pPr eaLnBrk="1" hangingPunct="1"/>
            <a:r>
              <a:rPr lang="fr-FR" dirty="0" smtClean="0"/>
              <a:t>19-  DÉCLARANT LA PAROLE DU SEIGNEUR</a:t>
            </a:r>
          </a:p>
          <a:p>
            <a:pPr eaLnBrk="1" hangingPunct="1"/>
            <a:endParaRPr lang="fr-FR" dirty="0" smtClean="0"/>
          </a:p>
          <a:p>
            <a:pPr eaLnBrk="1" hangingPunct="1"/>
            <a:r>
              <a:rPr lang="fr-FR" dirty="0" smtClean="0"/>
              <a:t>20-  NUL N'EST SEMBLABLE À YAHVÉ</a:t>
            </a:r>
          </a:p>
          <a:p>
            <a:pPr eaLnBrk="1" hangingPunct="1"/>
            <a:endParaRPr lang="fr-FR" dirty="0" smtClean="0"/>
          </a:p>
          <a:p>
            <a:pPr eaLnBrk="1" hangingPunct="1"/>
            <a:r>
              <a:rPr lang="fr-FR" dirty="0" smtClean="0"/>
              <a:t>
21-  À CELUI QUI ÉTAIT  ET QUI EST, QUI REVIENT  </a:t>
            </a:r>
          </a:p>
          <a:p>
            <a:pPr eaLnBrk="1" hangingPunct="1"/>
            <a:r>
              <a:rPr lang="fr-FR" dirty="0" smtClean="0"/>
              <a:t> 
22-  ADONAÏ, ELOHIM TSÉVAHOT </a:t>
            </a:r>
          </a:p>
          <a:p>
            <a:pPr eaLnBrk="1" hangingPunct="1"/>
            <a:r>
              <a:rPr lang="fr-FR" dirty="0" smtClean="0"/>
              <a:t>
23-  SAINT, SAINT, SAINT </a:t>
            </a:r>
          </a:p>
          <a:p>
            <a:pPr eaLnBrk="1" hangingPunct="1"/>
            <a:r>
              <a:rPr lang="fr-FR" dirty="0" smtClean="0"/>
              <a:t>
24-  Ô SEIGNEUR NOTRE DIEU, ROI DES CIEUX   </a:t>
            </a:r>
          </a:p>
          <a:p>
            <a:pPr eaLnBrk="1" hangingPunct="1"/>
            <a:r>
              <a:rPr lang="fr-FR" dirty="0" smtClean="0"/>
              <a:t>
25-  KADOSH, KADOSH, KADOSH  
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22670E-DD54-4147-9F88-13FC7B7D632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C775FE-CA0E-4096-85C6-78783507A11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DDA41B-C5EB-4258-9ED9-5B92C4A6565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089A2D-49A5-4B9E-B38F-0958996D7ACE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565256-9CB5-45EC-B009-631A16BBEA4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11998A-5E60-4B80-B6BD-D556B63B1262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EB0C79-C644-4BA2-8208-43F90E17864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827279-6EC2-4659-A819-09298D80D8D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2FEC0D-9914-41DD-8175-DB54C11622DB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00E235-F2C6-4F2D-90C9-96F030717E0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0D3680-AB70-409D-B6FD-EB6698060177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D08803B6-C56E-4BD3-8800-243B3834B11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VOICI VENUS LES JOURS D’ÉLIE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DÉCLARANT LA PAROLE DU SEIGNEUR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VOICI LES JOURS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TON SERVITEUR MOÏSE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JUSTICE EST DANS MON COEUR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PENDANT CES JOURS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GRANDE ÉPREUVE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FAMINE, DE TÉNÈBRE ET SOIF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SOMMES CETTE VOIX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LE DÉSERT QUI CRIE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PRÉPAREZ LE CHEMIN DU SEIGNEUR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GLORIEUX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VIENT AU-DESSUS DES CIEUX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BRILLANT COMME LE SOLEIL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AU SON DES TROMPETTES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ÉLÈVE TA VOIX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C’EST L’ANNÉE DE JUBILÉ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DU MONT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SION,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SALUT VIENT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VOICI LES JOURS DE TON PROPHÈTE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LES OSSEMENTS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SONT DEVENUS CHAIR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VOICI LES JOURS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TON SERVITEUR DAVID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CONSTRUISANT UN TEMPLE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LOUANGES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VOICI LES JOURS DE LA RÉCOLTE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C'EST LE TEMPS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LA GRANDE MOISSON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SOMMES LES OUVRIERS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TA VIGNE, SEIGNEUR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DÉCLARANT LA PAROLE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DU SEIGNEUR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NUL N'EST SEMBLABLE À YAHVÉ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À CELUI QUI ÉTAIT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ET QUI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EST QUI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REVIENT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ADONAÏ, ELOHIM TSÉVAHOT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SAINT, SAINT, SAINT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Ô SEIGNEUR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NOTRE DIEU, ROI DES CIEUX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KADOSH, KADOSH, KADOSH 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585</TotalTime>
  <Words>3068</Words>
  <Application>Microsoft Office PowerPoint</Application>
  <PresentationFormat>Affichage à l'écran (4:3)</PresentationFormat>
  <Paragraphs>1491</Paragraphs>
  <Slides>25</Slides>
  <Notes>25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25</vt:i4>
      </vt:variant>
    </vt:vector>
  </HeadingPairs>
  <TitlesOfParts>
    <vt:vector size="26" baseType="lpstr"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  <vt:lpstr>Diapositive 21</vt:lpstr>
      <vt:lpstr>Diapositive 22</vt:lpstr>
      <vt:lpstr>Diapositive 23</vt:lpstr>
      <vt:lpstr>Diapositive 24</vt:lpstr>
      <vt:lpstr>Diapositive 25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</cp:lastModifiedBy>
  <cp:revision>70</cp:revision>
  <dcterms:created xsi:type="dcterms:W3CDTF">2002-08-17T13:23:56Z</dcterms:created>
  <dcterms:modified xsi:type="dcterms:W3CDTF">2018-12-30T05:34:01Z</dcterms:modified>
</cp:coreProperties>
</file>