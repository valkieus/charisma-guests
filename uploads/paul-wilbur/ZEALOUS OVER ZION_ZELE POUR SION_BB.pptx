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72" r:id="rId2"/>
    <p:sldId id="288" r:id="rId3"/>
    <p:sldId id="287" r:id="rId4"/>
    <p:sldId id="286" r:id="rId5"/>
    <p:sldId id="289" r:id="rId6"/>
    <p:sldId id="293" r:id="rId7"/>
    <p:sldId id="294" r:id="rId8"/>
    <p:sldId id="284" r:id="rId9"/>
    <p:sldId id="283" r:id="rId10"/>
    <p:sldId id="282" r:id="rId11"/>
    <p:sldId id="290" r:id="rId12"/>
    <p:sldId id="295" r:id="rId13"/>
    <p:sldId id="296" r:id="rId14"/>
    <p:sldId id="280" r:id="rId15"/>
    <p:sldId id="291" r:id="rId16"/>
    <p:sldId id="279" r:id="rId17"/>
    <p:sldId id="277" r:id="rId18"/>
    <p:sldId id="276" r:id="rId19"/>
    <p:sldId id="297" r:id="rId20"/>
    <p:sldId id="298" r:id="rId21"/>
    <p:sldId id="274" r:id="rId22"/>
    <p:sldId id="292" r:id="rId23"/>
    <p:sldId id="299" r:id="rId24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28A4"/>
    <a:srgbClr val="DF9245"/>
    <a:srgbClr val="CB69CD"/>
    <a:srgbClr val="000099"/>
    <a:srgbClr val="B2B2B2"/>
    <a:srgbClr val="DDDDDD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00" autoAdjust="0"/>
    <p:restoredTop sz="38698" autoAdjust="0"/>
  </p:normalViewPr>
  <p:slideViewPr>
    <p:cSldViewPr>
      <p:cViewPr varScale="1">
        <p:scale>
          <a:sx n="38" d="100"/>
          <a:sy n="38" d="100"/>
        </p:scale>
        <p:origin x="-2172" y="-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2DBCF637-A6AD-4758-8371-19EDEFB4AAE6}" type="datetimeFigureOut">
              <a:rPr lang="fr-FR"/>
              <a:pPr>
                <a:defRPr/>
              </a:pPr>
              <a:t>29/12/2018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5B516598-CD51-4708-99B5-B31EE0152903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37394976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1-  JE SUIS ZÉLÉ POUR SION JE SUIS ZÉLÉ POUR SION 
	2-  JE SUIS ZÉLÉ POUR SION J’HABITERAI JÉRUSALEM 
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3-  ON L’APPELLERA CITÉ DE VÉRITÉ LA MONTAGNE DU SEIGNEUR DES CIEUX 
4-  HAR HAKADOSH CAR AINSI DIT LE SEIGNEUR 
5-  « JE SAUVERAI MON PEUPLE » 
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6-  JE SUIS ZÉLÉ POUR SION JE SUIS ZÉLÉ POUR SION 
	7-  JE SUIS ZÉLÉ POUR SION J’HABITERAI JÉRUSALEM 
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 DIEU MARCHERA DEVANT AU SON DE LA TROMPETTE 
9-  ET AUX CRIS DES ANGES DU SEIGNEUR 
10-  LE SEIGNEUR SERA ROI SUR TOUTE CETTE TERRE 
11-  ADONAÏ ECHAD 
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12-  JE SUIS ZÉLÉ POUR SION JE SUIS ZÉLÉ POUR SION 
	13-  JE SUIS ZÉLÉ POUR SION J’HABITERAI JÉRUSALEM 
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14-  KIN'ATI LETZIYON KIN'ATI LETZIYON 
15-  KIN'ATI LETZIYON J’HABITERAI JÉRUSALEM 
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 ET IL PARAÎTRA FIDÈLE ET VRAI IL JUGERA ET FERA LA GUERRE 
17-  SES YEUX SONT UN FEU SA LANGUE UNE ÉPÉE 
18-  LE LION DE JUDA RUGIRA 
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19-  JE SUIS ZÉLÉ POUR SION JE SUIS ZÉLÉ POUR SION 
	20-  JE SUIS ZÉLÉ POUR SION J’HABITERAI JÉRUSALEM 
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21-  KIN'ATI LETZIYON KIN'ATI LETZIYON 
22-  KIN'ATI LETZIYON J’HABITERAI JÉRUSALEM 
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23-  J’HABITERAI JÉRUSALEM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JE SUIS ZÉLÉ POUR SION JE SUIS ZÉLÉ POUR SION 
	2-  JE SUIS ZÉLÉ POUR SION J’HABITERAI JÉRUSALEM 
</a:t>
            </a:r>
          </a:p>
          <a:p>
            <a:r>
              <a:rPr lang="fr-FR" smtClean="0"/>
              <a:t>3-  ON L’APPELLERA CITÉ DE VÉRITÉ LA MONTAGNE DU SEIGNEUR DES CIEUX 
4-  HAR HAKADOSH CAR AINSI DIT LE SEIGNEUR 
5-  « JE SAUVERAI MON PEUPLE » 
</a:t>
            </a:r>
          </a:p>
          <a:p>
            <a:r>
              <a:rPr lang="fr-FR" smtClean="0"/>
              <a:t>	6-  JE SUIS ZÉLÉ POUR SION JE SUIS ZÉLÉ POUR SION 
	7-  JE SUIS ZÉLÉ POUR SION J’HABITERAI JÉRUSALEM 
</a:t>
            </a:r>
          </a:p>
          <a:p>
            <a:r>
              <a:rPr lang="fr-FR" smtClean="0"/>
              <a:t>8-  DIEU MARCHERA DEVANT AU SON DE LA TROMPETTE 
9-  ET AUX CRIS DES ANGES DU SEIGNEUR 
10-  LE SEIGNEUR SERA ROI SUR TOUTE CETTE TERRE 
11-  ADONAÏ ECHAD 
</a:t>
            </a:r>
          </a:p>
          <a:p>
            <a:r>
              <a:rPr lang="fr-FR" smtClean="0"/>
              <a:t>	12-  JE SUIS ZÉLÉ POUR SION JE SUIS ZÉLÉ POUR SION 
	13-  JE SUIS ZÉLÉ POUR SION J’HABITERAI JÉRUSALEM 
</a:t>
            </a:r>
          </a:p>
          <a:p>
            <a:r>
              <a:rPr lang="fr-FR" smtClean="0"/>
              <a:t>14-  KIN'ATI LETZIYON KIN'ATI LETZIYON 
15-  KIN'ATI LETZIYON J’HABITERAI JÉRUSALEM 
</a:t>
            </a:r>
          </a:p>
          <a:p>
            <a:r>
              <a:rPr lang="fr-FR" smtClean="0"/>
              <a:t>16-  ET IL PARAÎTRA FIDÈLE ET VRAI IL JUGERA ET FERA LA GUERRE 
17-  SES YEUX SONT UN FEU SA LANGUE UNE ÉPÉE 
18-  LE LION DE JUDA RUGIRA 
</a:t>
            </a:r>
          </a:p>
          <a:p>
            <a:r>
              <a:rPr lang="fr-FR" smtClean="0"/>
              <a:t>	19-  JE SUIS ZÉLÉ POUR SION JE SUIS ZÉLÉ POUR SION 
	20-  JE SUIS ZÉLÉ POUR SION J’HABITERAI JÉRUSALEM 
</a:t>
            </a:r>
          </a:p>
          <a:p>
            <a:r>
              <a:rPr lang="fr-FR" smtClean="0"/>
              <a:t>21-  KIN'ATI LETZIYON KIN'ATI LETZIYON 
22-  KIN'ATI LETZIYON J’HABITERAI JÉRUSALEM 
</a:t>
            </a:r>
          </a:p>
          <a:p>
            <a:r>
              <a:rPr lang="fr-FR" smtClean="0"/>
              <a:t>23-  J’HABITERAI JÉRUSALEM 
</a:t>
            </a:r>
          </a:p>
        </p:txBody>
      </p:sp>
    </p:spTree>
    <p:extLst>
      <p:ext uri="{BB962C8B-B14F-4D97-AF65-F5344CB8AC3E}">
        <p14:creationId xmlns:p14="http://schemas.microsoft.com/office/powerpoint/2010/main" xmlns="" val="11719600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1-  JE SUIS ZÉLÉ POUR SION JE SUIS ZÉLÉ POUR SION 
	2-  JE SUIS ZÉLÉ POUR SION J’HABITERAI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3-  ON L’APPELLERA CITÉ DE VÉRITÉ LA MONTAGNE DU SEIGNEUR DES CIEUX 
4-  HAR HAKADOSH CAR AINSI DIT LE SEIGNEUR 
5-  « JE SAUVERAI MON PEUPLE »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6-  JE SUIS ZÉLÉ POUR SION JE SUIS ZÉLÉ POUR SION 
	7-  JE SUIS ZÉLÉ POUR SION J’HABITERAI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 DIEU MARCHERA DEVANT AU SON DE LA TROMPETTE 
9-  ET AUX CRIS DES ANGES DU SEIGNEUR 
10-  LE SEIGNEUR SERA ROI SUR TOUTE CETTE TERRE 
11-  ADONAÏ ECHAD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12-  JE SUIS ZÉLÉ POUR SION JE SUIS ZÉLÉ POUR SION 
	13-  JE SUIS ZÉLÉ POUR SION J’HABITERAI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14-  KIN'ATI LETZIYON KIN'ATI LETZIYON 
15-  KIN'ATI LETZIYON J’HABITERAI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 ET IL PARAÎTRA FIDÈLE ET VRAI IL JUGERA ET FERA LA GUERRE 
17-  SES YEUX SONT UN FEU SA LANGUE UNE ÉPÉE 
18-  LE LION DE JUDA RUGIRA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19-  JE SUIS ZÉLÉ POUR SION JE SUIS ZÉLÉ POUR SION 
	20-  JE SUIS ZÉLÉ POUR SION J’HABITERAI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21-  KIN'ATI LETZIYON KIN'ATI LETZIYON 
22-  KIN'ATI LETZIYON J’HABITERAI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23-  J’HABITERAI JÉRUSALEM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JE SUIS ZÉLÉ POUR SION JE SUIS ZÉLÉ POUR SION 
	2-  JE SUIS ZÉLÉ POUR SION J’HABITERAI JÉRUSALEM 
</a:t>
            </a:r>
          </a:p>
          <a:p>
            <a:r>
              <a:rPr lang="fr-FR" smtClean="0"/>
              <a:t>3-  ON L’APPELLERA CITÉ DE VÉRITÉ LA MONTAGNE DU SEIGNEUR DES CIEUX 
4-  HAR HAKADOSH CAR AINSI DIT LE SEIGNEUR 
5-  « JE SAUVERAI MON PEUPLE » 
</a:t>
            </a:r>
          </a:p>
          <a:p>
            <a:r>
              <a:rPr lang="fr-FR" smtClean="0"/>
              <a:t>	6-  JE SUIS ZÉLÉ POUR SION JE SUIS ZÉLÉ POUR SION 
	7-  JE SUIS ZÉLÉ POUR SION J’HABITERAI JÉRUSALEM 
</a:t>
            </a:r>
          </a:p>
          <a:p>
            <a:r>
              <a:rPr lang="fr-FR" smtClean="0"/>
              <a:t>8-  DIEU MARCHERA DEVANT AU SON DE LA TROMPETTE 
9-  ET AUX CRIS DES ANGES DU SEIGNEUR 
10-  LE SEIGNEUR SERA ROI SUR TOUTE CETTE TERRE 
11-  ADONAÏ ECHAD 
</a:t>
            </a:r>
          </a:p>
          <a:p>
            <a:r>
              <a:rPr lang="fr-FR" smtClean="0"/>
              <a:t>	12-  JE SUIS ZÉLÉ POUR SION JE SUIS ZÉLÉ POUR SION 
	13-  JE SUIS ZÉLÉ POUR SION J’HABITERAI JÉRUSALEM 
</a:t>
            </a:r>
          </a:p>
          <a:p>
            <a:r>
              <a:rPr lang="fr-FR" smtClean="0"/>
              <a:t>14-  KIN'ATI LETZIYON KIN'ATI LETZIYON 
15-  KIN'ATI LETZIYON J’HABITERAI JÉRUSALEM 
</a:t>
            </a:r>
          </a:p>
          <a:p>
            <a:r>
              <a:rPr lang="fr-FR" smtClean="0"/>
              <a:t>16-  ET IL PARAÎTRA FIDÈLE ET VRAI IL JUGERA ET FERA LA GUERRE 
17-  SES YEUX SONT UN FEU SA LANGUE UNE ÉPÉE 
18-  LE LION DE JUDA RUGIRA 
</a:t>
            </a:r>
          </a:p>
          <a:p>
            <a:r>
              <a:rPr lang="fr-FR" smtClean="0"/>
              <a:t>	19-  JE SUIS ZÉLÉ POUR SION JE SUIS ZÉLÉ POUR SION 
	20-  JE SUIS ZÉLÉ POUR SION J’HABITERAI JÉRUSALEM 
</a:t>
            </a:r>
          </a:p>
          <a:p>
            <a:r>
              <a:rPr lang="fr-FR" smtClean="0"/>
              <a:t>21-  KIN'ATI LETZIYON KIN'ATI LETZIYON 
22-  KIN'ATI LETZIYON J’HABITERAI JÉRUSALEM 
</a:t>
            </a:r>
          </a:p>
          <a:p>
            <a:r>
              <a:rPr lang="fr-FR" smtClean="0"/>
              <a:t>23-  J’HABITERAI JÉRUSALEM 
</a:t>
            </a:r>
          </a:p>
        </p:txBody>
      </p:sp>
    </p:spTree>
    <p:extLst>
      <p:ext uri="{BB962C8B-B14F-4D97-AF65-F5344CB8AC3E}">
        <p14:creationId xmlns:p14="http://schemas.microsoft.com/office/powerpoint/2010/main" xmlns="" val="39035032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1-  JE SUIS ZÉLÉ POUR SION JE SUIS ZÉLÉ POUR SION 
	2-  JE SUIS ZÉLÉ POUR SION J’HABITERAI JÉRUSALEM 
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3-  ON L’APPELLERA CITÉ DE VÉRITÉ LA MONTAGNE DU SEIGNEUR DES CIEUX 
4-  HAR HAKADOSH CAR AINSI DIT LE SEIGNEUR 
5-  « JE SAUVERAI MON PEUPLE » 
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6-  JE SUIS ZÉLÉ POUR SION JE SUIS ZÉLÉ POUR SION 
	7-  JE SUIS ZÉLÉ POUR SION J’HABITERAI JÉRUSALEM 
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 DIEU MARCHERA DEVANT AU SON DE LA TROMPETTE 
9-  ET AUX CRIS DES ANGES DU SEIGNEUR 
10-  LE SEIGNEUR SERA ROI SUR TOUTE CETTE TERRE 
11-  ADONAÏ ECHAD 
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12-  JE SUIS ZÉLÉ POUR SION JE SUIS ZÉLÉ POUR SION 
	13-  JE SUIS ZÉLÉ POUR SION J’HABITERAI JÉRUSALEM 
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14-  KIN'ATI LETZIYON KIN'ATI LETZIYON 
15-  KIN'ATI LETZIYON J’HABITERAI JÉRUSALEM 
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 ET IL PARAÎTRA FIDÈLE ET VRAI IL JUGERA ET FERA LA GUERRE 
17-  SES YEUX SONT UN FEU SA LANGUE UNE ÉPÉE 
18-  LE LION DE JUDA RUGIRA 
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19-  JE SUIS ZÉLÉ POUR SION JE SUIS ZÉLÉ POUR SION 
	20-  JE SUIS ZÉLÉ POUR SION J’HABITERAI JÉRUSALEM 
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21-  KIN'ATI LETZIYON KIN'ATI LETZIYON 
22-  KIN'ATI LETZIYON J’HABITERAI JÉRUSALEM 
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23-  J’HABITERAI JÉRUSALEM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JE SUIS ZÉLÉ POUR SION JE SUIS ZÉLÉ POUR SION 
	2-  JE SUIS ZÉLÉ POUR SION J’HABITERAI JÉRUSALEM 
</a:t>
            </a:r>
          </a:p>
          <a:p>
            <a:r>
              <a:rPr lang="fr-FR" smtClean="0"/>
              <a:t>3-  ON L’APPELLERA CITÉ DE VÉRITÉ LA MONTAGNE DU SEIGNEUR DES CIEUX 
4-  HAR HAKADOSH CAR AINSI DIT LE SEIGNEUR 
5-  « JE SAUVERAI MON PEUPLE » 
</a:t>
            </a:r>
          </a:p>
          <a:p>
            <a:r>
              <a:rPr lang="fr-FR" smtClean="0"/>
              <a:t>	6-  JE SUIS ZÉLÉ POUR SION JE SUIS ZÉLÉ POUR SION 
	7-  JE SUIS ZÉLÉ POUR SION J’HABITERAI JÉRUSALEM 
</a:t>
            </a:r>
          </a:p>
          <a:p>
            <a:r>
              <a:rPr lang="fr-FR" smtClean="0"/>
              <a:t>8-  DIEU MARCHERA DEVANT AU SON DE LA TROMPETTE 
9-  ET AUX CRIS DES ANGES DU SEIGNEUR 
10-  LE SEIGNEUR SERA ROI SUR TOUTE CETTE TERRE 
11-  ADONAÏ ECHAD 
</a:t>
            </a:r>
          </a:p>
          <a:p>
            <a:r>
              <a:rPr lang="fr-FR" smtClean="0"/>
              <a:t>	12-  JE SUIS ZÉLÉ POUR SION JE SUIS ZÉLÉ POUR SION 
	13-  JE SUIS ZÉLÉ POUR SION J’HABITERAI JÉRUSALEM 
</a:t>
            </a:r>
          </a:p>
          <a:p>
            <a:r>
              <a:rPr lang="fr-FR" smtClean="0"/>
              <a:t>14-  KIN'ATI LETZIYON KIN'ATI LETZIYON 
15-  KIN'ATI LETZIYON J’HABITERAI JÉRUSALEM 
</a:t>
            </a:r>
          </a:p>
          <a:p>
            <a:r>
              <a:rPr lang="fr-FR" smtClean="0"/>
              <a:t>16-  ET IL PARAÎTRA FIDÈLE ET VRAI IL JUGERA ET FERA LA GUERRE 
17-  SES YEUX SONT UN FEU SA LANGUE UNE ÉPÉE 
18-  LE LION DE JUDA RUGIRA 
</a:t>
            </a:r>
          </a:p>
          <a:p>
            <a:r>
              <a:rPr lang="fr-FR" smtClean="0"/>
              <a:t>	19-  JE SUIS ZÉLÉ POUR SION JE SUIS ZÉLÉ POUR SION 
	20-  JE SUIS ZÉLÉ POUR SION J’HABITERAI JÉRUSALEM 
</a:t>
            </a:r>
          </a:p>
          <a:p>
            <a:r>
              <a:rPr lang="fr-FR" smtClean="0"/>
              <a:t>21-  KIN'ATI LETZIYON KIN'ATI LETZIYON 
22-  KIN'ATI LETZIYON J’HABITERAI JÉRUSALEM 
</a:t>
            </a:r>
          </a:p>
          <a:p>
            <a:r>
              <a:rPr lang="fr-FR" smtClean="0"/>
              <a:t>23-  J’HABITERAI JÉRUSALEM 
</a:t>
            </a:r>
          </a:p>
        </p:txBody>
      </p:sp>
    </p:spTree>
    <p:extLst>
      <p:ext uri="{BB962C8B-B14F-4D97-AF65-F5344CB8AC3E}">
        <p14:creationId xmlns:p14="http://schemas.microsoft.com/office/powerpoint/2010/main" xmlns="" val="7569692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1-  JE SUIS ZÉLÉ POUR SION JE SUIS ZÉLÉ POUR SION 
	2-  JE SUIS ZÉLÉ POUR SION J’HABITERAI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3-  ON L’APPELLERA CITÉ DE VÉRITÉ LA MONTAGNE DU SEIGNEUR DES CIEUX 
4-  HAR HAKADOSH CAR AINSI DIT LE SEIGNEUR 
5-  « JE SAUVERAI MON PEUPLE »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6-  JE SUIS ZÉLÉ POUR SION JE SUIS ZÉLÉ POUR SION 
	7-  JE SUIS ZÉLÉ POUR SION J’HABITERAI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 DIEU MARCHERA DEVANT AU SON DE LA TROMPETTE 
9-  ET AUX CRIS DES ANGES DU SEIGNEUR 
10-  LE SEIGNEUR SERA ROI SUR TOUTE CETTE TERRE 
11-  ADONAÏ ECHAD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12-  JE SUIS ZÉLÉ POUR SION JE SUIS ZÉLÉ POUR SION 
	13-  JE SUIS ZÉLÉ POUR SION J’HABITERAI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14-  KIN'ATI LETZIYON KIN'ATI LETZIYON 
15-  KIN'ATI LETZIYON J’HABITERAI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 ET IL PARAÎTRA FIDÈLE ET VRAI IL JUGERA ET FERA LA GUERRE 
17-  SES YEUX SONT UN FEU SA LANGUE UNE ÉPÉE 
18-  LE LION DE JUDA RUGIRA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19-  JE SUIS ZÉLÉ POUR SION JE SUIS ZÉLÉ POUR SION 
	20-  JE SUIS ZÉLÉ POUR SION J’HABITERAI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21-  KIN'ATI LETZIYON KIN'ATI LETZIYON 
22-  KIN'ATI LETZIYON J’HABITERAI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23-  J’HABITERAI JÉRUSALEM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JE SUIS ZÉLÉ POUR SION JE SUIS ZÉLÉ POUR SION 
	2-  JE SUIS ZÉLÉ POUR SION J’HABITERAI JÉRUSALEM 
</a:t>
            </a:r>
          </a:p>
          <a:p>
            <a:r>
              <a:rPr lang="fr-FR" smtClean="0"/>
              <a:t>3-  ON L’APPELLERA CITÉ DE VÉRITÉ LA MONTAGNE DU SEIGNEUR DES CIEUX 
4-  HAR HAKADOSH CAR AINSI DIT LE SEIGNEUR 
5-  « JE SAUVERAI MON PEUPLE » 
</a:t>
            </a:r>
          </a:p>
          <a:p>
            <a:r>
              <a:rPr lang="fr-FR" smtClean="0"/>
              <a:t>	6-  JE SUIS ZÉLÉ POUR SION JE SUIS ZÉLÉ POUR SION 
	7-  JE SUIS ZÉLÉ POUR SION J’HABITERAI JÉRUSALEM 
</a:t>
            </a:r>
          </a:p>
          <a:p>
            <a:r>
              <a:rPr lang="fr-FR" smtClean="0"/>
              <a:t>8-  DIEU MARCHERA DEVANT AU SON DE LA TROMPETTE 
9-  ET AUX CRIS DES ANGES DU SEIGNEUR 
10-  LE SEIGNEUR SERA ROI SUR TOUTE CETTE TERRE 
11-  ADONAÏ ECHAD 
</a:t>
            </a:r>
          </a:p>
          <a:p>
            <a:r>
              <a:rPr lang="fr-FR" smtClean="0"/>
              <a:t>	12-  JE SUIS ZÉLÉ POUR SION JE SUIS ZÉLÉ POUR SION 
	13-  JE SUIS ZÉLÉ POUR SION J’HABITERAI JÉRUSALEM 
</a:t>
            </a:r>
          </a:p>
          <a:p>
            <a:r>
              <a:rPr lang="fr-FR" smtClean="0"/>
              <a:t>14-  KIN'ATI LETZIYON KIN'ATI LETZIYON 
15-  KIN'ATI LETZIYON J’HABITERAI JÉRUSALEM 
</a:t>
            </a:r>
          </a:p>
          <a:p>
            <a:r>
              <a:rPr lang="fr-FR" smtClean="0"/>
              <a:t>16-  ET IL PARAÎTRA FIDÈLE ET VRAI IL JUGERA ET FERA LA GUERRE 
17-  SES YEUX SONT UN FEU SA LANGUE UNE ÉPÉE 
18-  LE LION DE JUDA RUGIRA 
</a:t>
            </a:r>
          </a:p>
          <a:p>
            <a:r>
              <a:rPr lang="fr-FR" smtClean="0"/>
              <a:t>	19-  JE SUIS ZÉLÉ POUR SION JE SUIS ZÉLÉ POUR SION 
	20-  JE SUIS ZÉLÉ POUR SION J’HABITERAI JÉRUSALEM 
</a:t>
            </a:r>
          </a:p>
          <a:p>
            <a:r>
              <a:rPr lang="fr-FR" smtClean="0"/>
              <a:t>21-  KIN'ATI LETZIYON KIN'ATI LETZIYON 
22-  KIN'ATI LETZIYON J’HABITERAI JÉRUSALEM 
</a:t>
            </a:r>
          </a:p>
          <a:p>
            <a:r>
              <a:rPr lang="fr-FR" smtClean="0"/>
              <a:t>23-  J’HABITERAI JÉRUSALEM 
</a:t>
            </a:r>
          </a:p>
        </p:txBody>
      </p:sp>
    </p:spTree>
    <p:extLst>
      <p:ext uri="{BB962C8B-B14F-4D97-AF65-F5344CB8AC3E}">
        <p14:creationId xmlns:p14="http://schemas.microsoft.com/office/powerpoint/2010/main" xmlns="" val="18364282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1-  JE SUIS ZÉLÉ POUR SION JE SUIS ZÉLÉ POUR SION 
	2-  JE SUIS ZÉLÉ POUR SION J’HABITERAI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3-  ON L’APPELLERA CITÉ DE VÉRITÉ LA MONTAGNE DU SEIGNEUR DES CIEUX 
4-  HAR HAKADOSH CAR AINSI DIT LE SEIGNEUR 
5-  « JE SAUVERAI MON PEUPLE »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6-  JE SUIS ZÉLÉ POUR SION JE SUIS ZÉLÉ POUR SION 
	7-  JE SUIS ZÉLÉ POUR SION J’HABITERAI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 DIEU MARCHERA DEVANT AU SON DE LA TROMPETTE 
9-  ET AUX CRIS DES ANGES DU SEIGNEUR 
10-  LE SEIGNEUR SERA ROI SUR TOUTE CETTE TERRE 
11-  ADONAÏ ECHAD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12-  JE SUIS ZÉLÉ POUR SION JE SUIS ZÉLÉ POUR SION 
	13-  JE SUIS ZÉLÉ POUR SION J’HABITERAI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14-  KIN'ATI LETZIYON KIN'ATI LETZIYON 
15-  KIN'ATI LETZIYON J’HABITERAI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 ET IL PARAÎTRA FIDÈLE ET VRAI IL JUGERA ET FERA LA GUERRE 
17-  SES YEUX SONT UN FEU SA LANGUE UNE ÉPÉE 
18-  LE LION DE JUDA RUGIRA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19-  JE SUIS ZÉLÉ POUR SION JE SUIS ZÉLÉ POUR SION 
	20-  JE SUIS ZÉLÉ POUR SION J’HABITERAI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21-  KIN'ATI LETZIYON KIN'ATI LETZIYON 
22-  KIN'ATI LETZIYON J’HABITERAI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23-  J’HABITERAI JÉRUSALEM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JE SUIS ZÉLÉ POUR SION JE SUIS ZÉLÉ POUR SION 
	2-  JE SUIS ZÉLÉ POUR SION J’HABITERAI JÉRUSALEM 
</a:t>
            </a:r>
          </a:p>
          <a:p>
            <a:r>
              <a:rPr lang="fr-FR" smtClean="0"/>
              <a:t>3-  ON L’APPELLERA CITÉ DE VÉRITÉ LA MONTAGNE DU SEIGNEUR DES CIEUX 
4-  HAR HAKADOSH CAR AINSI DIT LE SEIGNEUR 
5-  « JE SAUVERAI MON PEUPLE » 
</a:t>
            </a:r>
          </a:p>
          <a:p>
            <a:r>
              <a:rPr lang="fr-FR" smtClean="0"/>
              <a:t>	6-  JE SUIS ZÉLÉ POUR SION JE SUIS ZÉLÉ POUR SION 
	7-  JE SUIS ZÉLÉ POUR SION J’HABITERAI JÉRUSALEM 
</a:t>
            </a:r>
          </a:p>
          <a:p>
            <a:r>
              <a:rPr lang="fr-FR" smtClean="0"/>
              <a:t>8-  DIEU MARCHERA DEVANT AU SON DE LA TROMPETTE 
9-  ET AUX CRIS DES ANGES DU SEIGNEUR 
10-  LE SEIGNEUR SERA ROI SUR TOUTE CETTE TERRE 
11-  ADONAÏ ECHAD 
</a:t>
            </a:r>
          </a:p>
          <a:p>
            <a:r>
              <a:rPr lang="fr-FR" smtClean="0"/>
              <a:t>	12-  JE SUIS ZÉLÉ POUR SION JE SUIS ZÉLÉ POUR SION 
	13-  JE SUIS ZÉLÉ POUR SION J’HABITERAI JÉRUSALEM 
</a:t>
            </a:r>
          </a:p>
          <a:p>
            <a:r>
              <a:rPr lang="fr-FR" smtClean="0"/>
              <a:t>14-  KIN'ATI LETZIYON KIN'ATI LETZIYON 
15-  KIN'ATI LETZIYON J’HABITERAI JÉRUSALEM 
</a:t>
            </a:r>
          </a:p>
          <a:p>
            <a:r>
              <a:rPr lang="fr-FR" smtClean="0"/>
              <a:t>16-  ET IL PARAÎTRA FIDÈLE ET VRAI IL JUGERA ET FERA LA GUERRE 
17-  SES YEUX SONT UN FEU SA LANGUE UNE ÉPÉE 
18-  LE LION DE JUDA RUGIRA 
</a:t>
            </a:r>
          </a:p>
          <a:p>
            <a:r>
              <a:rPr lang="fr-FR" smtClean="0"/>
              <a:t>	19-  JE SUIS ZÉLÉ POUR SION JE SUIS ZÉLÉ POUR SION 
	20-  JE SUIS ZÉLÉ POUR SION J’HABITERAI JÉRUSALEM 
</a:t>
            </a:r>
          </a:p>
          <a:p>
            <a:r>
              <a:rPr lang="fr-FR" smtClean="0"/>
              <a:t>21-  KIN'ATI LETZIYON KIN'ATI LETZIYON 
22-  KIN'ATI LETZIYON J’HABITERAI JÉRUSALEM 
</a:t>
            </a:r>
          </a:p>
          <a:p>
            <a:r>
              <a:rPr lang="fr-FR" smtClean="0"/>
              <a:t>23-  J’HABITERAI JÉRUSALEM 
</a:t>
            </a:r>
          </a:p>
        </p:txBody>
      </p:sp>
    </p:spTree>
    <p:extLst>
      <p:ext uri="{BB962C8B-B14F-4D97-AF65-F5344CB8AC3E}">
        <p14:creationId xmlns:p14="http://schemas.microsoft.com/office/powerpoint/2010/main" xmlns="" val="27384972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1-  JE SUIS ZÉLÉ POUR SION JE SUIS ZÉLÉ POUR SION 
	2-  JE SUIS ZÉLÉ POUR SION J’HABITERAI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3-  ON L’APPELLERA CITÉ DE VÉRITÉ LA MONTAGNE DU SEIGNEUR DES CIEUX 
4-  HAR HAKADOSH CAR AINSI DIT LE SEIGNEUR 
5-  « JE SAUVERAI MON PEUPLE »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6-  JE SUIS ZÉLÉ POUR SION JE SUIS ZÉLÉ POUR SION 
	7-  JE SUIS ZÉLÉ POUR SION J’HABITERAI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 DIEU MARCHERA DEVANT AU SON DE LA TROMPETTE 
9-  ET AUX CRIS DES ANGES DU SEIGNEUR 
10-  LE SEIGNEUR SERA ROI SUR TOUTE CETTE TERRE 
11-  ADONAÏ ECHAD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12-  JE SUIS ZÉLÉ POUR SION JE SUIS ZÉLÉ POUR SION 
	13-  JE SUIS ZÉLÉ POUR SION J’HABITERAI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14-  KIN'ATI LETZIYON KIN'ATI LETZIYON 
15-  KIN'ATI LETZIYON J’HABITERAI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 ET IL PARAÎTRA FIDÈLE ET VRAI IL JUGERA ET FERA LA GUERRE 
17-  SES YEUX SONT UN FEU SA LANGUE UNE ÉPÉE 
18-  LE LION DE JUDA RUGIRA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19-  JE SUIS ZÉLÉ POUR SION JE SUIS ZÉLÉ POUR SION 
	20-  JE SUIS ZÉLÉ POUR SION J’HABITERAI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21-  KIN'ATI LETZIYON KIN'ATI LETZIYON 
22-  KIN'ATI LETZIYON J’HABITERAI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23-  J’HABITERAI JÉRUSALEM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JE SUIS ZÉLÉ POUR SION JE SUIS ZÉLÉ POUR SION 
	2-  JE SUIS ZÉLÉ POUR SION J’HABITERAI JÉRUSALEM 
</a:t>
            </a:r>
          </a:p>
          <a:p>
            <a:r>
              <a:rPr lang="fr-FR" smtClean="0"/>
              <a:t>3-  ON L’APPELLERA CITÉ DE VÉRITÉ LA MONTAGNE DU SEIGNEUR DES CIEUX 
4-  HAR HAKADOSH CAR AINSI DIT LE SEIGNEUR 
5-  « JE SAUVERAI MON PEUPLE » 
</a:t>
            </a:r>
          </a:p>
          <a:p>
            <a:r>
              <a:rPr lang="fr-FR" smtClean="0"/>
              <a:t>	6-  JE SUIS ZÉLÉ POUR SION JE SUIS ZÉLÉ POUR SION 
	7-  JE SUIS ZÉLÉ POUR SION J’HABITERAI JÉRUSALEM 
</a:t>
            </a:r>
          </a:p>
          <a:p>
            <a:r>
              <a:rPr lang="fr-FR" smtClean="0"/>
              <a:t>8-  DIEU MARCHERA DEVANT AU SON DE LA TROMPETTE 
9-  ET AUX CRIS DES ANGES DU SEIGNEUR 
10-  LE SEIGNEUR SERA ROI SUR TOUTE CETTE TERRE 
11-  ADONAÏ ECHAD 
</a:t>
            </a:r>
          </a:p>
          <a:p>
            <a:r>
              <a:rPr lang="fr-FR" smtClean="0"/>
              <a:t>	12-  JE SUIS ZÉLÉ POUR SION JE SUIS ZÉLÉ POUR SION 
	13-  JE SUIS ZÉLÉ POUR SION J’HABITERAI JÉRUSALEM 
</a:t>
            </a:r>
          </a:p>
          <a:p>
            <a:r>
              <a:rPr lang="fr-FR" smtClean="0"/>
              <a:t>14-  KIN'ATI LETZIYON KIN'ATI LETZIYON 
15-  KIN'ATI LETZIYON J’HABITERAI JÉRUSALEM 
</a:t>
            </a:r>
          </a:p>
          <a:p>
            <a:r>
              <a:rPr lang="fr-FR" smtClean="0"/>
              <a:t>16-  ET IL PARAÎTRA FIDÈLE ET VRAI IL JUGERA ET FERA LA GUERRE 
17-  SES YEUX SONT UN FEU SA LANGUE UNE ÉPÉE 
18-  LE LION DE JUDA RUGIRA 
</a:t>
            </a:r>
          </a:p>
          <a:p>
            <a:r>
              <a:rPr lang="fr-FR" smtClean="0"/>
              <a:t>	19-  JE SUIS ZÉLÉ POUR SION JE SUIS ZÉLÉ POUR SION 
	20-  JE SUIS ZÉLÉ POUR SION J’HABITERAI JÉRUSALEM 
</a:t>
            </a:r>
          </a:p>
          <a:p>
            <a:r>
              <a:rPr lang="fr-FR" smtClean="0"/>
              <a:t>21-  KIN'ATI LETZIYON KIN'ATI LETZIYON 
22-  KIN'ATI LETZIYON J’HABITERAI JÉRUSALEM 
</a:t>
            </a:r>
          </a:p>
          <a:p>
            <a:r>
              <a:rPr lang="fr-FR" smtClean="0"/>
              <a:t>23-  J’HABITERAI JÉRUSALEM 
</a:t>
            </a:r>
          </a:p>
        </p:txBody>
      </p:sp>
    </p:spTree>
    <p:extLst>
      <p:ext uri="{BB962C8B-B14F-4D97-AF65-F5344CB8AC3E}">
        <p14:creationId xmlns:p14="http://schemas.microsoft.com/office/powerpoint/2010/main" xmlns="" val="33379070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1-  JE SUIS ZÉLÉ POUR SION JE SUIS ZÉLÉ POUR SION 
	2-  JE SUIS ZÉLÉ POUR SION J’HABITERAI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3-  ON L’APPELLERA CITÉ DE VÉRITÉ LA MONTAGNE DU SEIGNEUR DES CIEUX 
4-  HAR HAKADOSH CAR AINSI DIT LE SEIGNEUR 
5-  « JE SAUVERAI MON PEUPLE »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6-  JE SUIS ZÉLÉ POUR SION JE SUIS ZÉLÉ POUR SION 
	7-  JE SUIS ZÉLÉ POUR SION J’HABITERAI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 DIEU MARCHERA DEVANT AU SON DE LA TROMPETTE 
9-  ET AUX CRIS DES ANGES DU SEIGNEUR 
10-  LE SEIGNEUR SERA ROI SUR TOUTE CETTE TERRE 
11-  ADONAÏ ECHAD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12-  JE SUIS ZÉLÉ POUR SION JE SUIS ZÉLÉ POUR SION 
	13-  JE SUIS ZÉLÉ POUR SION J’HABITERAI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14-  KIN'ATI LETZIYON KIN'ATI LETZIYON 
15-  KIN'ATI LETZIYON J’HABITERAI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 ET IL PARAÎTRA FIDÈLE ET VRAI IL JUGERA ET FERA LA GUERRE 
17-  SES YEUX SONT UN FEU SA LANGUE UNE ÉPÉE 
18-  LE LION DE JUDA RUGIRA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19-  JE SUIS ZÉLÉ POUR SION JE SUIS ZÉLÉ POUR SION 
	20-  JE SUIS ZÉLÉ POUR SION J’HABITERAI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21-  KIN'ATI LETZIYON KIN'ATI LETZIYON 
22-  KIN'ATI LETZIYON J’HABITERAI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23-  J’HABITERAI JÉRUSALEM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JE SUIS ZÉLÉ POUR SION JE SUIS ZÉLÉ POUR SION 
	2-  JE SUIS ZÉLÉ POUR SION J’HABITERAI JÉRUSALEM 
</a:t>
            </a:r>
          </a:p>
          <a:p>
            <a:r>
              <a:rPr lang="fr-FR" smtClean="0"/>
              <a:t>3-  ON L’APPELLERA CITÉ DE VÉRITÉ LA MONTAGNE DU SEIGNEUR DES CIEUX 
4-  HAR HAKADOSH CAR AINSI DIT LE SEIGNEUR 
5-  « JE SAUVERAI MON PEUPLE » 
</a:t>
            </a:r>
          </a:p>
          <a:p>
            <a:r>
              <a:rPr lang="fr-FR" smtClean="0"/>
              <a:t>	6-  JE SUIS ZÉLÉ POUR SION JE SUIS ZÉLÉ POUR SION 
	7-  JE SUIS ZÉLÉ POUR SION J’HABITERAI JÉRUSALEM 
</a:t>
            </a:r>
          </a:p>
          <a:p>
            <a:r>
              <a:rPr lang="fr-FR" smtClean="0"/>
              <a:t>8-  DIEU MARCHERA DEVANT AU SON DE LA TROMPETTE 
9-  ET AUX CRIS DES ANGES DU SEIGNEUR 
10-  LE SEIGNEUR SERA ROI SUR TOUTE CETTE TERRE 
11-  ADONAÏ ECHAD 
</a:t>
            </a:r>
          </a:p>
          <a:p>
            <a:r>
              <a:rPr lang="fr-FR" smtClean="0"/>
              <a:t>	12-  JE SUIS ZÉLÉ POUR SION JE SUIS ZÉLÉ POUR SION 
	13-  JE SUIS ZÉLÉ POUR SION J’HABITERAI JÉRUSALEM 
</a:t>
            </a:r>
          </a:p>
          <a:p>
            <a:r>
              <a:rPr lang="fr-FR" smtClean="0"/>
              <a:t>14-  KIN'ATI LETZIYON KIN'ATI LETZIYON 
15-  KIN'ATI LETZIYON J’HABITERAI JÉRUSALEM 
</a:t>
            </a:r>
          </a:p>
          <a:p>
            <a:r>
              <a:rPr lang="fr-FR" smtClean="0"/>
              <a:t>16-  ET IL PARAÎTRA FIDÈLE ET VRAI IL JUGERA ET FERA LA GUERRE 
17-  SES YEUX SONT UN FEU SA LANGUE UNE ÉPÉE 
18-  LE LION DE JUDA RUGIRA 
</a:t>
            </a:r>
          </a:p>
          <a:p>
            <a:r>
              <a:rPr lang="fr-FR" smtClean="0"/>
              <a:t>	19-  JE SUIS ZÉLÉ POUR SION JE SUIS ZÉLÉ POUR SION 
	20-  JE SUIS ZÉLÉ POUR SION J’HABITERAI JÉRUSALEM 
</a:t>
            </a:r>
          </a:p>
          <a:p>
            <a:r>
              <a:rPr lang="fr-FR" smtClean="0"/>
              <a:t>21-  KIN'ATI LETZIYON KIN'ATI LETZIYON 
22-  KIN'ATI LETZIYON J’HABITERAI JÉRUSALEM 
</a:t>
            </a:r>
          </a:p>
          <a:p>
            <a:r>
              <a:rPr lang="fr-FR" smtClean="0"/>
              <a:t>23-  J’HABITERAI JÉRUSALEM 
</a:t>
            </a:r>
          </a:p>
        </p:txBody>
      </p:sp>
    </p:spTree>
    <p:extLst>
      <p:ext uri="{BB962C8B-B14F-4D97-AF65-F5344CB8AC3E}">
        <p14:creationId xmlns:p14="http://schemas.microsoft.com/office/powerpoint/2010/main" xmlns="" val="11621517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1-  JE SUIS ZÉLÉ POUR SION JE SUIS ZÉLÉ POUR SION 
	2-  JE SUIS ZÉLÉ POUR SION J’HABITERAI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3-  ON L’APPELLERA CITÉ DE VÉRITÉ LA MONTAGNE DU SEIGNEUR DES CIEUX 
4-  HAR HAKADOSH CAR AINSI DIT LE SEIGNEUR 
5-  « JE SAUVERAI MON PEUPLE »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6-  JE SUIS ZÉLÉ POUR SION JE SUIS ZÉLÉ POUR SION 
	7-  JE SUIS ZÉLÉ POUR SION J’HABITERAI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 DIEU MARCHERA DEVANT AU SON DE LA TROMPETTE 
9-  ET AUX CRIS DES ANGES DU SEIGNEUR 
10-  LE SEIGNEUR SERA ROI SUR TOUTE CETTE TERRE 
11-  ADONAÏ ECHAD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12-  JE SUIS ZÉLÉ POUR SION JE SUIS ZÉLÉ POUR SION 
	13-  JE SUIS ZÉLÉ POUR SION J’HABITERAI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14-  KIN'ATI LETZIYON KIN'ATI LETZIYON 
15-  KIN'ATI LETZIYON J’HABITERAI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 ET IL PARAÎTRA FIDÈLE ET VRAI IL JUGERA ET FERA LA GUERRE 
17-  SES YEUX SONT UN FEU SA LANGUE UNE ÉPÉE 
18-  LE LION DE JUDA RUGIRA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19-  JE SUIS ZÉLÉ POUR SION JE SUIS ZÉLÉ POUR SION 
	20-  JE SUIS ZÉLÉ POUR SION J’HABITERAI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21-  KIN'ATI LETZIYON KIN'ATI LETZIYON 
22-  KIN'ATI LETZIYON J’HABITERAI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23-  J’HABITERAI JÉRUSALEM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JE SUIS ZÉLÉ POUR SION JE SUIS ZÉLÉ POUR SION 
	2-  JE SUIS ZÉLÉ POUR SION J’HABITERAI JÉRUSALEM 
</a:t>
            </a:r>
          </a:p>
          <a:p>
            <a:r>
              <a:rPr lang="fr-FR" smtClean="0"/>
              <a:t>3-  ON L’APPELLERA CITÉ DE VÉRITÉ LA MONTAGNE DU SEIGNEUR DES CIEUX 
4-  HAR HAKADOSH CAR AINSI DIT LE SEIGNEUR 
5-  « JE SAUVERAI MON PEUPLE » 
</a:t>
            </a:r>
          </a:p>
          <a:p>
            <a:r>
              <a:rPr lang="fr-FR" smtClean="0"/>
              <a:t>	6-  JE SUIS ZÉLÉ POUR SION JE SUIS ZÉLÉ POUR SION 
	7-  JE SUIS ZÉLÉ POUR SION J’HABITERAI JÉRUSALEM 
</a:t>
            </a:r>
          </a:p>
          <a:p>
            <a:r>
              <a:rPr lang="fr-FR" smtClean="0"/>
              <a:t>8-  DIEU MARCHERA DEVANT AU SON DE LA TROMPETTE 
9-  ET AUX CRIS DES ANGES DU SEIGNEUR 
10-  LE SEIGNEUR SERA ROI SUR TOUTE CETTE TERRE 
11-  ADONAÏ ECHAD 
</a:t>
            </a:r>
          </a:p>
          <a:p>
            <a:r>
              <a:rPr lang="fr-FR" smtClean="0"/>
              <a:t>	12-  JE SUIS ZÉLÉ POUR SION JE SUIS ZÉLÉ POUR SION 
	13-  JE SUIS ZÉLÉ POUR SION J’HABITERAI JÉRUSALEM 
</a:t>
            </a:r>
          </a:p>
          <a:p>
            <a:r>
              <a:rPr lang="fr-FR" smtClean="0"/>
              <a:t>14-  KIN'ATI LETZIYON KIN'ATI LETZIYON 
15-  KIN'ATI LETZIYON J’HABITERAI JÉRUSALEM 
</a:t>
            </a:r>
          </a:p>
          <a:p>
            <a:r>
              <a:rPr lang="fr-FR" smtClean="0"/>
              <a:t>16-  ET IL PARAÎTRA FIDÈLE ET VRAI IL JUGERA ET FERA LA GUERRE 
17-  SES YEUX SONT UN FEU SA LANGUE UNE ÉPÉE 
18-  LE LION DE JUDA RUGIRA 
</a:t>
            </a:r>
          </a:p>
          <a:p>
            <a:r>
              <a:rPr lang="fr-FR" smtClean="0"/>
              <a:t>	19-  JE SUIS ZÉLÉ POUR SION JE SUIS ZÉLÉ POUR SION 
	20-  JE SUIS ZÉLÉ POUR SION J’HABITERAI JÉRUSALEM 
</a:t>
            </a:r>
          </a:p>
          <a:p>
            <a:r>
              <a:rPr lang="fr-FR" smtClean="0"/>
              <a:t>21-  KIN'ATI LETZIYON KIN'ATI LETZIYON 
22-  KIN'ATI LETZIYON J’HABITERAI JÉRUSALEM 
</a:t>
            </a:r>
          </a:p>
          <a:p>
            <a:r>
              <a:rPr lang="fr-FR" smtClean="0"/>
              <a:t>23-  J’HABITERAI JÉRUSALEM 
</a:t>
            </a:r>
          </a:p>
        </p:txBody>
      </p:sp>
    </p:spTree>
    <p:extLst>
      <p:ext uri="{BB962C8B-B14F-4D97-AF65-F5344CB8AC3E}">
        <p14:creationId xmlns:p14="http://schemas.microsoft.com/office/powerpoint/2010/main" xmlns="" val="25947095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1-  JE SUIS ZÉLÉ POUR SION JE SUIS ZÉLÉ POUR SION 
	2-  JE SUIS ZÉLÉ POUR SION J’HABITERAI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3-  ON L’APPELLERA CITÉ DE VÉRITÉ LA MONTAGNE DU SEIGNEUR DES CIEUX 
4-  HAR HAKADOSH CAR AINSI DIT LE SEIGNEUR 
5-  « JE SAUVERAI MON PEUPLE »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6-  JE SUIS ZÉLÉ POUR SION JE SUIS ZÉLÉ POUR SION 
	7-  JE SUIS ZÉLÉ POUR SION J’HABITERAI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 DIEU MARCHERA DEVANT AU SON DE LA TROMPETTE 
9-  ET AUX CRIS DES ANGES DU SEIGNEUR 
10-  LE SEIGNEUR SERA ROI SUR TOUTE CETTE TERRE 
11-  ADONAÏ ECHAD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12-  JE SUIS ZÉLÉ POUR SION JE SUIS ZÉLÉ POUR SION 
	13-  JE SUIS ZÉLÉ POUR SION J’HABITERAI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14-  KIN'ATI LETZIYON KIN'ATI LETZIYON 
15-  KIN'ATI LETZIYON J’HABITERAI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 ET IL PARAÎTRA FIDÈLE ET VRAI IL JUGERA ET FERA LA GUERRE 
17-  SES YEUX SONT UN FEU SA LANGUE UNE ÉPÉE 
18-  LE LION DE JUDA RUGIRA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19-  JE SUIS ZÉLÉ POUR SION JE SUIS ZÉLÉ POUR SION 
	20-  JE SUIS ZÉLÉ POUR SION J’HABITERAI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21-  KIN'ATI LETZIYON KIN'ATI LETZIYON 
22-  KIN'ATI LETZIYON J’HABITERAI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23-  J’HABITERAI JÉRUSALEM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JE SUIS ZÉLÉ POUR SION JE SUIS ZÉLÉ POUR SION 
	2-  JE SUIS ZÉLÉ POUR SION J’HABITERAI JÉRUSALEM 
</a:t>
            </a:r>
          </a:p>
          <a:p>
            <a:r>
              <a:rPr lang="fr-FR" smtClean="0"/>
              <a:t>3-  ON L’APPELLERA CITÉ DE VÉRITÉ LA MONTAGNE DU SEIGNEUR DES CIEUX 
4-  HAR HAKADOSH CAR AINSI DIT LE SEIGNEUR 
5-  « JE SAUVERAI MON PEUPLE » 
</a:t>
            </a:r>
          </a:p>
          <a:p>
            <a:r>
              <a:rPr lang="fr-FR" smtClean="0"/>
              <a:t>	6-  JE SUIS ZÉLÉ POUR SION JE SUIS ZÉLÉ POUR SION 
	7-  JE SUIS ZÉLÉ POUR SION J’HABITERAI JÉRUSALEM 
</a:t>
            </a:r>
          </a:p>
          <a:p>
            <a:r>
              <a:rPr lang="fr-FR" smtClean="0"/>
              <a:t>8-  DIEU MARCHERA DEVANT AU SON DE LA TROMPETTE 
9-  ET AUX CRIS DES ANGES DU SEIGNEUR 
10-  LE SEIGNEUR SERA ROI SUR TOUTE CETTE TERRE 
11-  ADONAÏ ECHAD 
</a:t>
            </a:r>
          </a:p>
          <a:p>
            <a:r>
              <a:rPr lang="fr-FR" smtClean="0"/>
              <a:t>	12-  JE SUIS ZÉLÉ POUR SION JE SUIS ZÉLÉ POUR SION 
	13-  JE SUIS ZÉLÉ POUR SION J’HABITERAI JÉRUSALEM 
</a:t>
            </a:r>
          </a:p>
          <a:p>
            <a:r>
              <a:rPr lang="fr-FR" smtClean="0"/>
              <a:t>14-  KIN'ATI LETZIYON KIN'ATI LETZIYON 
15-  KIN'ATI LETZIYON J’HABITERAI JÉRUSALEM 
</a:t>
            </a:r>
          </a:p>
          <a:p>
            <a:r>
              <a:rPr lang="fr-FR" smtClean="0"/>
              <a:t>16-  ET IL PARAÎTRA FIDÈLE ET VRAI IL JUGERA ET FERA LA GUERRE 
17-  SES YEUX SONT UN FEU SA LANGUE UNE ÉPÉE 
18-  LE LION DE JUDA RUGIRA 
</a:t>
            </a:r>
          </a:p>
          <a:p>
            <a:r>
              <a:rPr lang="fr-FR" smtClean="0"/>
              <a:t>	19-  JE SUIS ZÉLÉ POUR SION JE SUIS ZÉLÉ POUR SION 
	20-  JE SUIS ZÉLÉ POUR SION J’HABITERAI JÉRUSALEM 
</a:t>
            </a:r>
          </a:p>
          <a:p>
            <a:r>
              <a:rPr lang="fr-FR" smtClean="0"/>
              <a:t>21-  KIN'ATI LETZIYON KIN'ATI LETZIYON 
22-  KIN'ATI LETZIYON J’HABITERAI JÉRUSALEM 
</a:t>
            </a:r>
          </a:p>
          <a:p>
            <a:r>
              <a:rPr lang="fr-FR" smtClean="0"/>
              <a:t>23-  J’HABITERAI JÉRUSALEM 
</a:t>
            </a:r>
          </a:p>
        </p:txBody>
      </p:sp>
    </p:spTree>
    <p:extLst>
      <p:ext uri="{BB962C8B-B14F-4D97-AF65-F5344CB8AC3E}">
        <p14:creationId xmlns:p14="http://schemas.microsoft.com/office/powerpoint/2010/main" xmlns="" val="16738331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1-  JE SUIS ZÉLÉ POUR SION JE SUIS ZÉLÉ POUR SION 
	2-  JE SUIS ZÉLÉ POUR SION J’HABITERAI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3-  ON L’APPELLERA CITÉ DE VÉRITÉ LA MONTAGNE DU SEIGNEUR DES CIEUX 
4-  HAR HAKADOSH CAR AINSI DIT LE SEIGNEUR 
5-  « JE SAUVERAI MON PEUPLE »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6-  JE SUIS ZÉLÉ POUR SION JE SUIS ZÉLÉ POUR SION 
	7-  JE SUIS ZÉLÉ POUR SION J’HABITERAI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 DIEU MARCHERA DEVANT AU SON DE LA TROMPETTE 
9-  ET AUX CRIS DES ANGES DU SEIGNEUR 
10-  LE SEIGNEUR SERA ROI SUR TOUTE CETTE TERRE 
11-  ADONAÏ ECHAD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12-  JE SUIS ZÉLÉ POUR SION JE SUIS ZÉLÉ POUR SION 
	13-  JE SUIS ZÉLÉ POUR SION J’HABITERAI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14-  KIN'ATI LETZIYON KIN'ATI LETZIYON 
15-  KIN'ATI LETZIYON J’HABITERAI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 ET IL PARAÎTRA FIDÈLE ET VRAI IL JUGERA ET FERA LA GUERRE 
17-  SES YEUX SONT UN FEU SA LANGUE UNE ÉPÉE 
18-  LE LION DE JUDA RUGIRA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19-  JE SUIS ZÉLÉ POUR SION JE SUIS ZÉLÉ POUR SION 
	20-  JE SUIS ZÉLÉ POUR SION J’HABITERAI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21-  KIN'ATI LETZIYON KIN'ATI LETZIYON 
22-  KIN'ATI LETZIYON J’HABITERAI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23-  J’HABITERAI JÉRUSALEM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JE SUIS ZÉLÉ POUR SION JE SUIS ZÉLÉ POUR SION 
	2-  JE SUIS ZÉLÉ POUR SION J’HABITERAI JÉRUSALEM 
</a:t>
            </a:r>
          </a:p>
          <a:p>
            <a:r>
              <a:rPr lang="fr-FR" smtClean="0"/>
              <a:t>3-  ON L’APPELLERA CITÉ DE VÉRITÉ LA MONTAGNE DU SEIGNEUR DES CIEUX 
4-  HAR HAKADOSH CAR AINSI DIT LE SEIGNEUR 
5-  « JE SAUVERAI MON PEUPLE » 
</a:t>
            </a:r>
          </a:p>
          <a:p>
            <a:r>
              <a:rPr lang="fr-FR" smtClean="0"/>
              <a:t>	6-  JE SUIS ZÉLÉ POUR SION JE SUIS ZÉLÉ POUR SION 
	7-  JE SUIS ZÉLÉ POUR SION J’HABITERAI JÉRUSALEM 
</a:t>
            </a:r>
          </a:p>
          <a:p>
            <a:r>
              <a:rPr lang="fr-FR" smtClean="0"/>
              <a:t>8-  DIEU MARCHERA DEVANT AU SON DE LA TROMPETTE 
9-  ET AUX CRIS DES ANGES DU SEIGNEUR 
10-  LE SEIGNEUR SERA ROI SUR TOUTE CETTE TERRE 
11-  ADONAÏ ECHAD 
</a:t>
            </a:r>
          </a:p>
          <a:p>
            <a:r>
              <a:rPr lang="fr-FR" smtClean="0"/>
              <a:t>	12-  JE SUIS ZÉLÉ POUR SION JE SUIS ZÉLÉ POUR SION 
	13-  JE SUIS ZÉLÉ POUR SION J’HABITERAI JÉRUSALEM 
</a:t>
            </a:r>
          </a:p>
          <a:p>
            <a:r>
              <a:rPr lang="fr-FR" smtClean="0"/>
              <a:t>14-  KIN'ATI LETZIYON KIN'ATI LETZIYON 
15-  KIN'ATI LETZIYON J’HABITERAI JÉRUSALEM 
</a:t>
            </a:r>
          </a:p>
          <a:p>
            <a:r>
              <a:rPr lang="fr-FR" smtClean="0"/>
              <a:t>16-  ET IL PARAÎTRA FIDÈLE ET VRAI IL JUGERA ET FERA LA GUERRE 
17-  SES YEUX SONT UN FEU SA LANGUE UNE ÉPÉE 
18-  LE LION DE JUDA RUGIRA 
</a:t>
            </a:r>
          </a:p>
          <a:p>
            <a:r>
              <a:rPr lang="fr-FR" smtClean="0"/>
              <a:t>	19-  JE SUIS ZÉLÉ POUR SION JE SUIS ZÉLÉ POUR SION 
	20-  JE SUIS ZÉLÉ POUR SION J’HABITERAI JÉRUSALEM 
</a:t>
            </a:r>
          </a:p>
          <a:p>
            <a:r>
              <a:rPr lang="fr-FR" smtClean="0"/>
              <a:t>21-  KIN'ATI LETZIYON KIN'ATI LETZIYON 
22-  KIN'ATI LETZIYON J’HABITERAI JÉRUSALEM 
</a:t>
            </a:r>
          </a:p>
          <a:p>
            <a:r>
              <a:rPr lang="fr-FR" smtClean="0"/>
              <a:t>23-  J’HABITERAI JÉRUSALEM 
</a:t>
            </a:r>
          </a:p>
        </p:txBody>
      </p:sp>
    </p:spTree>
    <p:extLst>
      <p:ext uri="{BB962C8B-B14F-4D97-AF65-F5344CB8AC3E}">
        <p14:creationId xmlns:p14="http://schemas.microsoft.com/office/powerpoint/2010/main" xmlns="" val="10604528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1-  JE SUIS ZÉLÉ POUR SION JE SUIS ZÉLÉ POUR SION 
	2-  JE SUIS ZÉLÉ POUR SION J’HABITERAI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3-  ON L’APPELLERA CITÉ DE VÉRITÉ LA MONTAGNE DU SEIGNEUR DES CIEUX 
4-  HAR HAKADOSH CAR AINSI DIT LE SEIGNEUR 
5-  « JE SAUVERAI MON PEUPLE »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6-  JE SUIS ZÉLÉ POUR SION JE SUIS ZÉLÉ POUR SION 
	7-  JE SUIS ZÉLÉ POUR SION J’HABITERAI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 DIEU MARCHERA DEVANT AU SON DE LA TROMPETTE 
9-  ET AUX CRIS DES ANGES DU SEIGNEUR 
10-  LE SEIGNEUR SERA ROI SUR TOUTE CETTE TERRE 
11-  ADONAÏ ECHAD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12-  JE SUIS ZÉLÉ POUR SION JE SUIS ZÉLÉ POUR SION 
	13-  JE SUIS ZÉLÉ POUR SION J’HABITERAI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14-  KIN'ATI LETZIYON KIN'ATI LETZIYON 
15-  KIN'ATI LETZIYON J’HABITERAI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 ET IL PARAÎTRA FIDÈLE ET VRAI IL JUGERA ET FERA LA GUERRE 
17-  SES YEUX SONT UN FEU SA LANGUE UNE ÉPÉE 
18-  LE LION DE JUDA RUGIRA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19-  JE SUIS ZÉLÉ POUR SION JE SUIS ZÉLÉ POUR SION 
	20-  JE SUIS ZÉLÉ POUR SION J’HABITERAI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21-  KIN'ATI LETZIYON KIN'ATI LETZIYON 
22-  KIN'ATI LETZIYON J’HABITERAI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23-  J’HABITERAI JÉRUSALEM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JE SUIS ZÉLÉ POUR SION JE SUIS ZÉLÉ POUR SION 
	2-  JE SUIS ZÉLÉ POUR SION J’HABITERAI JÉRUSALEM 
</a:t>
            </a:r>
          </a:p>
          <a:p>
            <a:r>
              <a:rPr lang="fr-FR" smtClean="0"/>
              <a:t>3-  ON L’APPELLERA CITÉ DE VÉRITÉ LA MONTAGNE DU SEIGNEUR DES CIEUX 
4-  HAR HAKADOSH CAR AINSI DIT LE SEIGNEUR 
5-  « JE SAUVERAI MON PEUPLE » 
</a:t>
            </a:r>
          </a:p>
          <a:p>
            <a:r>
              <a:rPr lang="fr-FR" smtClean="0"/>
              <a:t>	6-  JE SUIS ZÉLÉ POUR SION JE SUIS ZÉLÉ POUR SION 
	7-  JE SUIS ZÉLÉ POUR SION J’HABITERAI JÉRUSALEM 
</a:t>
            </a:r>
          </a:p>
          <a:p>
            <a:r>
              <a:rPr lang="fr-FR" smtClean="0"/>
              <a:t>8-  DIEU MARCHERA DEVANT AU SON DE LA TROMPETTE 
9-  ET AUX CRIS DES ANGES DU SEIGNEUR 
10-  LE SEIGNEUR SERA ROI SUR TOUTE CETTE TERRE 
11-  ADONAÏ ECHAD 
</a:t>
            </a:r>
          </a:p>
          <a:p>
            <a:r>
              <a:rPr lang="fr-FR" smtClean="0"/>
              <a:t>	12-  JE SUIS ZÉLÉ POUR SION JE SUIS ZÉLÉ POUR SION 
	13-  JE SUIS ZÉLÉ POUR SION J’HABITERAI JÉRUSALEM 
</a:t>
            </a:r>
          </a:p>
          <a:p>
            <a:r>
              <a:rPr lang="fr-FR" smtClean="0"/>
              <a:t>14-  KIN'ATI LETZIYON KIN'ATI LETZIYON 
15-  KIN'ATI LETZIYON J’HABITERAI JÉRUSALEM 
</a:t>
            </a:r>
          </a:p>
          <a:p>
            <a:r>
              <a:rPr lang="fr-FR" smtClean="0"/>
              <a:t>16-  ET IL PARAÎTRA FIDÈLE ET VRAI IL JUGERA ET FERA LA GUERRE 
17-  SES YEUX SONT UN FEU SA LANGUE UNE ÉPÉE 
18-  LE LION DE JUDA RUGIRA 
</a:t>
            </a:r>
          </a:p>
          <a:p>
            <a:r>
              <a:rPr lang="fr-FR" smtClean="0"/>
              <a:t>	19-  JE SUIS ZÉLÉ POUR SION JE SUIS ZÉLÉ POUR SION 
	20-  JE SUIS ZÉLÉ POUR SION J’HABITERAI JÉRUSALEM 
</a:t>
            </a:r>
          </a:p>
          <a:p>
            <a:r>
              <a:rPr lang="fr-FR" smtClean="0"/>
              <a:t>21-  KIN'ATI LETZIYON KIN'ATI LETZIYON 
22-  KIN'ATI LETZIYON J’HABITERAI JÉRUSALEM 
</a:t>
            </a:r>
          </a:p>
          <a:p>
            <a:r>
              <a:rPr lang="fr-FR" smtClean="0"/>
              <a:t>23-  J’HABITERAI JÉRUSALEM 
</a:t>
            </a:r>
          </a:p>
        </p:txBody>
      </p:sp>
    </p:spTree>
    <p:extLst>
      <p:ext uri="{BB962C8B-B14F-4D97-AF65-F5344CB8AC3E}">
        <p14:creationId xmlns:p14="http://schemas.microsoft.com/office/powerpoint/2010/main" xmlns="" val="18777659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1-  JE SUIS ZÉLÉ POUR SION JE SUIS ZÉLÉ POUR SION 
	2-  JE SUIS ZÉLÉ POUR SION J’HABITERAI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3-  ON L’APPELLERA CITÉ DE VÉRITÉ LA MONTAGNE DU SEIGNEUR DES CIEUX 
4-  HAR HAKADOSH CAR AINSI DIT LE SEIGNEUR 
5-  « JE SAUVERAI MON PEUPLE »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6-  JE SUIS ZÉLÉ POUR SION JE SUIS ZÉLÉ POUR SION 
	7-  JE SUIS ZÉLÉ POUR SION J’HABITERAI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 DIEU MARCHERA DEVANT AU SON DE LA TROMPETTE 
9-  ET AUX CRIS DES ANGES DU SEIGNEUR 
10-  LE SEIGNEUR SERA ROI SUR TOUTE CETTE TERRE 
11-  ADONAÏ ECHAD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12-  JE SUIS ZÉLÉ POUR SION JE SUIS ZÉLÉ POUR SION 
	13-  JE SUIS ZÉLÉ POUR SION J’HABITERAI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14-  KIN'ATI LETZIYON KIN'ATI LETZIYON 
15-  KIN'ATI LETZIYON J’HABITERAI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 ET IL PARAÎTRA FIDÈLE ET VRAI IL JUGERA ET FERA LA GUERRE 
17-  SES YEUX SONT UN FEU SA LANGUE UNE ÉPÉE 
18-  LE LION DE JUDA RUGIRA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19-  JE SUIS ZÉLÉ POUR SION JE SUIS ZÉLÉ POUR SION 
	20-  JE SUIS ZÉLÉ POUR SION J’HABITERAI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21-  KIN'ATI LETZIYON KIN'ATI LETZIYON 
22-  KIN'ATI LETZIYON J’HABITERAI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23-  J’HABITERAI JÉRUSALEM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JE SUIS ZÉLÉ POUR SION JE SUIS ZÉLÉ POUR SION 
	2-  JE SUIS ZÉLÉ POUR SION J’HABITERAI JÉRUSALEM 
</a:t>
            </a:r>
          </a:p>
          <a:p>
            <a:r>
              <a:rPr lang="fr-FR" smtClean="0"/>
              <a:t>3-  ON L’APPELLERA CITÉ DE VÉRITÉ LA MONTAGNE DU SEIGNEUR DES CIEUX 
4-  HAR HAKADOSH CAR AINSI DIT LE SEIGNEUR 
5-  « JE SAUVERAI MON PEUPLE » 
</a:t>
            </a:r>
          </a:p>
          <a:p>
            <a:r>
              <a:rPr lang="fr-FR" smtClean="0"/>
              <a:t>	6-  JE SUIS ZÉLÉ POUR SION JE SUIS ZÉLÉ POUR SION 
	7-  JE SUIS ZÉLÉ POUR SION J’HABITERAI JÉRUSALEM 
</a:t>
            </a:r>
          </a:p>
          <a:p>
            <a:r>
              <a:rPr lang="fr-FR" smtClean="0"/>
              <a:t>8-  DIEU MARCHERA DEVANT AU SON DE LA TROMPETTE 
9-  ET AUX CRIS DES ANGES DU SEIGNEUR 
10-  LE SEIGNEUR SERA ROI SUR TOUTE CETTE TERRE 
11-  ADONAÏ ECHAD 
</a:t>
            </a:r>
          </a:p>
          <a:p>
            <a:r>
              <a:rPr lang="fr-FR" smtClean="0"/>
              <a:t>	12-  JE SUIS ZÉLÉ POUR SION JE SUIS ZÉLÉ POUR SION 
	13-  JE SUIS ZÉLÉ POUR SION J’HABITERAI JÉRUSALEM 
</a:t>
            </a:r>
          </a:p>
          <a:p>
            <a:r>
              <a:rPr lang="fr-FR" smtClean="0"/>
              <a:t>14-  KIN'ATI LETZIYON KIN'ATI LETZIYON 
15-  KIN'ATI LETZIYON J’HABITERAI JÉRUSALEM 
</a:t>
            </a:r>
          </a:p>
          <a:p>
            <a:r>
              <a:rPr lang="fr-FR" smtClean="0"/>
              <a:t>16-  ET IL PARAÎTRA FIDÈLE ET VRAI IL JUGERA ET FERA LA GUERRE 
17-  SES YEUX SONT UN FEU SA LANGUE UNE ÉPÉE 
18-  LE LION DE JUDA RUGIRA 
</a:t>
            </a:r>
          </a:p>
          <a:p>
            <a:r>
              <a:rPr lang="fr-FR" smtClean="0"/>
              <a:t>	19-  JE SUIS ZÉLÉ POUR SION JE SUIS ZÉLÉ POUR SION 
	20-  JE SUIS ZÉLÉ POUR SION J’HABITERAI JÉRUSALEM 
</a:t>
            </a:r>
          </a:p>
          <a:p>
            <a:r>
              <a:rPr lang="fr-FR" smtClean="0"/>
              <a:t>21-  KIN'ATI LETZIYON KIN'ATI LETZIYON 
22-  KIN'ATI LETZIYON J’HABITERAI JÉRUSALEM 
</a:t>
            </a:r>
          </a:p>
          <a:p>
            <a:r>
              <a:rPr lang="fr-FR" smtClean="0"/>
              <a:t>23-  J’HABITERAI JÉRUSALEM 
</a:t>
            </a:r>
          </a:p>
        </p:txBody>
      </p:sp>
    </p:spTree>
    <p:extLst>
      <p:ext uri="{BB962C8B-B14F-4D97-AF65-F5344CB8AC3E}">
        <p14:creationId xmlns:p14="http://schemas.microsoft.com/office/powerpoint/2010/main" xmlns="" val="43167789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1-  JE SUIS ZÉLÉ POUR SION JE SUIS ZÉLÉ POUR SION 
	2-  JE SUIS ZÉLÉ POUR SION J’HABITERAI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3-  ON L’APPELLERA CITÉ DE VÉRITÉ LA MONTAGNE DU SEIGNEUR DES CIEUX 
4-  HAR HAKADOSH CAR AINSI DIT LE SEIGNEUR 
5-  « JE SAUVERAI MON PEUPLE »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6-  JE SUIS ZÉLÉ POUR SION JE SUIS ZÉLÉ POUR SION 
	7-  JE SUIS ZÉLÉ POUR SION J’HABITERAI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 DIEU MARCHERA DEVANT AU SON DE LA TROMPETTE 
9-  ET AUX CRIS DES ANGES DU SEIGNEUR 
10-  LE SEIGNEUR SERA ROI SUR TOUTE CETTE TERRE 
11-  ADONAÏ ECHAD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12-  JE SUIS ZÉLÉ POUR SION JE SUIS ZÉLÉ POUR SION 
	13-  JE SUIS ZÉLÉ POUR SION J’HABITERAI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14-  KIN'ATI LETZIYON KIN'ATI LETZIYON 
15-  KIN'ATI LETZIYON J’HABITERAI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 ET IL PARAÎTRA FIDÈLE ET VRAI IL JUGERA ET FERA LA GUERRE 
17-  SES YEUX SONT UN FEU SA LANGUE UNE ÉPÉE 
18-  LE LION DE JUDA RUGIRA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19-  JE SUIS ZÉLÉ POUR SION JE SUIS ZÉLÉ POUR SION 
	20-  JE SUIS ZÉLÉ POUR SION J’HABITERAI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21-  KIN'ATI LETZIYON KIN'ATI LETZIYON 
22-  KIN'ATI LETZIYON J’HABITERAI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23-  J’HABITERAI JÉRUSALEM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JE SUIS ZÉLÉ POUR SION JE SUIS ZÉLÉ POUR SION 
	2-  JE SUIS ZÉLÉ POUR SION J’HABITERAI JÉRUSALEM 
</a:t>
            </a:r>
          </a:p>
          <a:p>
            <a:r>
              <a:rPr lang="fr-FR" smtClean="0"/>
              <a:t>3-  ON L’APPELLERA CITÉ DE VÉRITÉ LA MONTAGNE DU SEIGNEUR DES CIEUX 
4-  HAR HAKADOSH CAR AINSI DIT LE SEIGNEUR 
5-  « JE SAUVERAI MON PEUPLE » 
</a:t>
            </a:r>
          </a:p>
          <a:p>
            <a:r>
              <a:rPr lang="fr-FR" smtClean="0"/>
              <a:t>	6-  JE SUIS ZÉLÉ POUR SION JE SUIS ZÉLÉ POUR SION 
	7-  JE SUIS ZÉLÉ POUR SION J’HABITERAI JÉRUSALEM 
</a:t>
            </a:r>
          </a:p>
          <a:p>
            <a:r>
              <a:rPr lang="fr-FR" smtClean="0"/>
              <a:t>8-  DIEU MARCHERA DEVANT AU SON DE LA TROMPETTE 
9-  ET AUX CRIS DES ANGES DU SEIGNEUR 
10-  LE SEIGNEUR SERA ROI SUR TOUTE CETTE TERRE 
11-  ADONAÏ ECHAD 
</a:t>
            </a:r>
          </a:p>
          <a:p>
            <a:r>
              <a:rPr lang="fr-FR" smtClean="0"/>
              <a:t>	12-  JE SUIS ZÉLÉ POUR SION JE SUIS ZÉLÉ POUR SION 
	13-  JE SUIS ZÉLÉ POUR SION J’HABITERAI JÉRUSALEM 
</a:t>
            </a:r>
          </a:p>
          <a:p>
            <a:r>
              <a:rPr lang="fr-FR" smtClean="0"/>
              <a:t>14-  KIN'ATI LETZIYON KIN'ATI LETZIYON 
15-  KIN'ATI LETZIYON J’HABITERAI JÉRUSALEM 
</a:t>
            </a:r>
          </a:p>
          <a:p>
            <a:r>
              <a:rPr lang="fr-FR" smtClean="0"/>
              <a:t>16-  ET IL PARAÎTRA FIDÈLE ET VRAI IL JUGERA ET FERA LA GUERRE 
17-  SES YEUX SONT UN FEU SA LANGUE UNE ÉPÉE 
18-  LE LION DE JUDA RUGIRA 
</a:t>
            </a:r>
          </a:p>
          <a:p>
            <a:r>
              <a:rPr lang="fr-FR" smtClean="0"/>
              <a:t>	19-  JE SUIS ZÉLÉ POUR SION JE SUIS ZÉLÉ POUR SION 
	20-  JE SUIS ZÉLÉ POUR SION J’HABITERAI JÉRUSALEM 
</a:t>
            </a:r>
          </a:p>
          <a:p>
            <a:r>
              <a:rPr lang="fr-FR" smtClean="0"/>
              <a:t>21-  KIN'ATI LETZIYON KIN'ATI LETZIYON 
22-  KIN'ATI LETZIYON J’HABITERAI JÉRUSALEM 
</a:t>
            </a:r>
          </a:p>
          <a:p>
            <a:r>
              <a:rPr lang="fr-FR" smtClean="0"/>
              <a:t>23-  J’HABITERAI JÉRUSALEM 
</a:t>
            </a:r>
          </a:p>
        </p:txBody>
      </p:sp>
    </p:spTree>
    <p:extLst>
      <p:ext uri="{BB962C8B-B14F-4D97-AF65-F5344CB8AC3E}">
        <p14:creationId xmlns:p14="http://schemas.microsoft.com/office/powerpoint/2010/main" xmlns="" val="143678586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1-  JE SUIS ZÉLÉ POUR SION JE SUIS ZÉLÉ POUR SION 
	2-  JE SUIS ZÉLÉ POUR SION J’HABITERAI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3-  ON L’APPELLERA CITÉ DE VÉRITÉ LA MONTAGNE DU SEIGNEUR DES CIEUX 
4-  HAR HAKADOSH CAR AINSI DIT LE SEIGNEUR 
5-  « JE SAUVERAI MON PEUPLE »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6-  JE SUIS ZÉLÉ POUR SION JE SUIS ZÉLÉ POUR SION 
	7-  JE SUIS ZÉLÉ POUR SION J’HABITERAI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 DIEU MARCHERA DEVANT AU SON DE LA TROMPETTE 
9-  ET AUX CRIS DES ANGES DU SEIGNEUR 
10-  LE SEIGNEUR SERA ROI SUR TOUTE CETTE TERRE 
11-  ADONAÏ ECHAD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12-  JE SUIS ZÉLÉ POUR SION JE SUIS ZÉLÉ POUR SION 
	13-  JE SUIS ZÉLÉ POUR SION J’HABITERAI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14-  KIN'ATI LETZIYON KIN'ATI LETZIYON 
15-  KIN'ATI LETZIYON J’HABITERAI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 ET IL PARAÎTRA FIDÈLE ET VRAI IL JUGERA ET FERA LA GUERRE 
17-  SES YEUX SONT UN FEU SA LANGUE UNE ÉPÉE 
18-  LE LION DE JUDA RUGIRA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19-  JE SUIS ZÉLÉ POUR SION JE SUIS ZÉLÉ POUR SION 
	20-  JE SUIS ZÉLÉ POUR SION J’HABITERAI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21-  KIN'ATI LETZIYON KIN'ATI LETZIYON 
22-  KIN'ATI LETZIYON J’HABITERAI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23-  J’HABITERAI JÉRUSALEM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JE SUIS ZÉLÉ POUR SION JE SUIS ZÉLÉ POUR SION 
	2-  JE SUIS ZÉLÉ POUR SION J’HABITERAI JÉRUSALEM 
</a:t>
            </a:r>
          </a:p>
          <a:p>
            <a:r>
              <a:rPr lang="fr-FR" smtClean="0"/>
              <a:t>3-  ON L’APPELLERA CITÉ DE VÉRITÉ LA MONTAGNE DU SEIGNEUR DES CIEUX 
4-  HAR HAKADOSH CAR AINSI DIT LE SEIGNEUR 
5-  « JE SAUVERAI MON PEUPLE » 
</a:t>
            </a:r>
          </a:p>
          <a:p>
            <a:r>
              <a:rPr lang="fr-FR" smtClean="0"/>
              <a:t>	6-  JE SUIS ZÉLÉ POUR SION JE SUIS ZÉLÉ POUR SION 
	7-  JE SUIS ZÉLÉ POUR SION J’HABITERAI JÉRUSALEM 
</a:t>
            </a:r>
          </a:p>
          <a:p>
            <a:r>
              <a:rPr lang="fr-FR" smtClean="0"/>
              <a:t>8-  DIEU MARCHERA DEVANT AU SON DE LA TROMPETTE 
9-  ET AUX CRIS DES ANGES DU SEIGNEUR 
10-  LE SEIGNEUR SERA ROI SUR TOUTE CETTE TERRE 
11-  ADONAÏ ECHAD 
</a:t>
            </a:r>
          </a:p>
          <a:p>
            <a:r>
              <a:rPr lang="fr-FR" smtClean="0"/>
              <a:t>	12-  JE SUIS ZÉLÉ POUR SION JE SUIS ZÉLÉ POUR SION 
	13-  JE SUIS ZÉLÉ POUR SION J’HABITERAI JÉRUSALEM 
</a:t>
            </a:r>
          </a:p>
          <a:p>
            <a:r>
              <a:rPr lang="fr-FR" smtClean="0"/>
              <a:t>14-  KIN'ATI LETZIYON KIN'ATI LETZIYON 
15-  KIN'ATI LETZIYON J’HABITERAI JÉRUSALEM 
</a:t>
            </a:r>
          </a:p>
          <a:p>
            <a:r>
              <a:rPr lang="fr-FR" smtClean="0"/>
              <a:t>16-  ET IL PARAÎTRA FIDÈLE ET VRAI IL JUGERA ET FERA LA GUERRE 
17-  SES YEUX SONT UN FEU SA LANGUE UNE ÉPÉE 
18-  LE LION DE JUDA RUGIRA 
</a:t>
            </a:r>
          </a:p>
          <a:p>
            <a:r>
              <a:rPr lang="fr-FR" smtClean="0"/>
              <a:t>	19-  JE SUIS ZÉLÉ POUR SION JE SUIS ZÉLÉ POUR SION 
	20-  JE SUIS ZÉLÉ POUR SION J’HABITERAI JÉRUSALEM 
</a:t>
            </a:r>
          </a:p>
          <a:p>
            <a:r>
              <a:rPr lang="fr-FR" smtClean="0"/>
              <a:t>21-  KIN'ATI LETZIYON KIN'ATI LETZIYON 
22-  KIN'ATI LETZIYON J’HABITERAI JÉRUSALEM 
</a:t>
            </a:r>
          </a:p>
          <a:p>
            <a:r>
              <a:rPr lang="fr-FR" smtClean="0"/>
              <a:t>23-  J’HABITERAI JÉRUSALEM 
</a:t>
            </a:r>
          </a:p>
        </p:txBody>
      </p:sp>
    </p:spTree>
    <p:extLst>
      <p:ext uri="{BB962C8B-B14F-4D97-AF65-F5344CB8AC3E}">
        <p14:creationId xmlns:p14="http://schemas.microsoft.com/office/powerpoint/2010/main" xmlns="" val="165419498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1-  JE SUIS ZÉLÉ POUR SION JE SUIS ZÉLÉ POUR SION 
	2-  JE SUIS ZÉLÉ POUR SION J’HABITERAI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3-  ON L’APPELLERA CITÉ DE VÉRITÉ LA MONTAGNE DU SEIGNEUR DES CIEUX 
4-  HAR HAKADOSH CAR AINSI DIT LE SEIGNEUR 
5-  « JE SAUVERAI MON PEUPLE »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6-  JE SUIS ZÉLÉ POUR SION JE SUIS ZÉLÉ POUR SION 
	7-  JE SUIS ZÉLÉ POUR SION J’HABITERAI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 DIEU MARCHERA DEVANT AU SON DE LA TROMPETTE 
9-  ET AUX CRIS DES ANGES DU SEIGNEUR 
10-  LE SEIGNEUR SERA ROI SUR TOUTE CETTE TERRE 
11-  ADONAÏ ECHAD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12-  JE SUIS ZÉLÉ POUR SION JE SUIS ZÉLÉ POUR SION 
	13-  JE SUIS ZÉLÉ POUR SION J’HABITERAI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14-  KIN'ATI LETZIYON KIN'ATI LETZIYON 
15-  KIN'ATI LETZIYON J’HABITERAI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 ET IL PARAÎTRA FIDÈLE ET VRAI IL JUGERA ET FERA LA GUERRE 
17-  SES YEUX SONT UN FEU SA LANGUE UNE ÉPÉE 
18-  LE LION DE JUDA RUGIRA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19-  JE SUIS ZÉLÉ POUR SION JE SUIS ZÉLÉ POUR SION 
	20-  JE SUIS ZÉLÉ POUR SION J’HABITERAI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21-  KIN'ATI LETZIYON KIN'ATI LETZIYON 
22-  KIN'ATI LETZIYON J’HABITERAI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23-  J’HABITERAI JÉRUSALEM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JE SUIS ZÉLÉ POUR SION JE SUIS ZÉLÉ POUR SION 
	2-  JE SUIS ZÉLÉ POUR SION J’HABITERAI JÉRUSALEM 
</a:t>
            </a:r>
          </a:p>
          <a:p>
            <a:r>
              <a:rPr lang="fr-FR" smtClean="0"/>
              <a:t>3-  ON L’APPELLERA CITÉ DE VÉRITÉ LA MONTAGNE DU SEIGNEUR DES CIEUX 
4-  HAR HAKADOSH CAR AINSI DIT LE SEIGNEUR 
5-  « JE SAUVERAI MON PEUPLE » 
</a:t>
            </a:r>
          </a:p>
          <a:p>
            <a:r>
              <a:rPr lang="fr-FR" smtClean="0"/>
              <a:t>	6-  JE SUIS ZÉLÉ POUR SION JE SUIS ZÉLÉ POUR SION 
	7-  JE SUIS ZÉLÉ POUR SION J’HABITERAI JÉRUSALEM 
</a:t>
            </a:r>
          </a:p>
          <a:p>
            <a:r>
              <a:rPr lang="fr-FR" smtClean="0"/>
              <a:t>8-  DIEU MARCHERA DEVANT AU SON DE LA TROMPETTE 
9-  ET AUX CRIS DES ANGES DU SEIGNEUR 
10-  LE SEIGNEUR SERA ROI SUR TOUTE CETTE TERRE 
11-  ADONAÏ ECHAD 
</a:t>
            </a:r>
          </a:p>
          <a:p>
            <a:r>
              <a:rPr lang="fr-FR" smtClean="0"/>
              <a:t>	12-  JE SUIS ZÉLÉ POUR SION JE SUIS ZÉLÉ POUR SION 
	13-  JE SUIS ZÉLÉ POUR SION J’HABITERAI JÉRUSALEM 
</a:t>
            </a:r>
          </a:p>
          <a:p>
            <a:r>
              <a:rPr lang="fr-FR" smtClean="0"/>
              <a:t>14-  KIN'ATI LETZIYON KIN'ATI LETZIYON 
15-  KIN'ATI LETZIYON J’HABITERAI JÉRUSALEM 
</a:t>
            </a:r>
          </a:p>
          <a:p>
            <a:r>
              <a:rPr lang="fr-FR" smtClean="0"/>
              <a:t>16-  ET IL PARAÎTRA FIDÈLE ET VRAI IL JUGERA ET FERA LA GUERRE 
17-  SES YEUX SONT UN FEU SA LANGUE UNE ÉPÉE 
18-  LE LION DE JUDA RUGIRA 
</a:t>
            </a:r>
          </a:p>
          <a:p>
            <a:r>
              <a:rPr lang="fr-FR" smtClean="0"/>
              <a:t>	19-  JE SUIS ZÉLÉ POUR SION JE SUIS ZÉLÉ POUR SION 
	20-  JE SUIS ZÉLÉ POUR SION J’HABITERAI JÉRUSALEM 
</a:t>
            </a:r>
          </a:p>
          <a:p>
            <a:r>
              <a:rPr lang="fr-FR" smtClean="0"/>
              <a:t>21-  KIN'ATI LETZIYON KIN'ATI LETZIYON 
22-  KIN'ATI LETZIYON J’HABITERAI JÉRUSALEM 
</a:t>
            </a:r>
          </a:p>
          <a:p>
            <a:r>
              <a:rPr lang="fr-FR" smtClean="0"/>
              <a:t>23-  J’HABITERAI JÉRUSALEM 
</a:t>
            </a:r>
          </a:p>
        </p:txBody>
      </p:sp>
    </p:spTree>
    <p:extLst>
      <p:ext uri="{BB962C8B-B14F-4D97-AF65-F5344CB8AC3E}">
        <p14:creationId xmlns:p14="http://schemas.microsoft.com/office/powerpoint/2010/main" xmlns="" val="299960068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1-  JE SUIS ZÉLÉ POUR SION JE SUIS ZÉLÉ POUR SION 
	2-  JE SUIS ZÉLÉ POUR SION J’HABITERAI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3-  ON L’APPELLERA CITÉ DE VÉRITÉ LA MONTAGNE DU SEIGNEUR DES CIEUX 
4-  HAR HAKADOSH CAR AINSI DIT LE SEIGNEUR 
5-  « JE SAUVERAI MON PEUPLE »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6-  JE SUIS ZÉLÉ POUR SION JE SUIS ZÉLÉ POUR SION 
	7-  JE SUIS ZÉLÉ POUR SION J’HABITERAI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 DIEU MARCHERA DEVANT AU SON DE LA TROMPETTE 
9-  ET AUX CRIS DES ANGES DU SEIGNEUR 
10-  LE SEIGNEUR SERA ROI SUR TOUTE CETTE TERRE 
11-  ADONAÏ ECHAD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12-  JE SUIS ZÉLÉ POUR SION JE SUIS ZÉLÉ POUR SION 
	13-  JE SUIS ZÉLÉ POUR SION J’HABITERAI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14-  KIN'ATI LETZIYON KIN'ATI LETZIYON 
15-  KIN'ATI LETZIYON J’HABITERAI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 ET IL PARAÎTRA FIDÈLE ET VRAI IL JUGERA ET FERA LA GUERRE 
17-  SES YEUX SONT UN FEU SA LANGUE UNE ÉPÉE 
18-  LE LION DE JUDA RUGIRA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19-  JE SUIS ZÉLÉ POUR SION JE SUIS ZÉLÉ POUR SION 
	20-  JE SUIS ZÉLÉ POUR SION J’HABITERAI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21-  KIN'ATI LETZIYON KIN'ATI LETZIYON 
22-  KIN'ATI LETZIYON J’HABITERAI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23-  J’HABITERAI JÉRUSALEM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JE SUIS ZÉLÉ POUR SION JE SUIS ZÉLÉ POUR SION 
	2-  JE SUIS ZÉLÉ POUR SION J’HABITERAI JÉRUSALEM 
</a:t>
            </a:r>
          </a:p>
          <a:p>
            <a:r>
              <a:rPr lang="fr-FR" smtClean="0"/>
              <a:t>3-  ON L’APPELLERA CITÉ DE VÉRITÉ LA MONTAGNE DU SEIGNEUR DES CIEUX 
4-  HAR HAKADOSH CAR AINSI DIT LE SEIGNEUR 
5-  « JE SAUVERAI MON PEUPLE » 
</a:t>
            </a:r>
          </a:p>
          <a:p>
            <a:r>
              <a:rPr lang="fr-FR" smtClean="0"/>
              <a:t>	6-  JE SUIS ZÉLÉ POUR SION JE SUIS ZÉLÉ POUR SION 
	7-  JE SUIS ZÉLÉ POUR SION J’HABITERAI JÉRUSALEM 
</a:t>
            </a:r>
          </a:p>
          <a:p>
            <a:r>
              <a:rPr lang="fr-FR" smtClean="0"/>
              <a:t>8-  DIEU MARCHERA DEVANT AU SON DE LA TROMPETTE 
9-  ET AUX CRIS DES ANGES DU SEIGNEUR 
10-  LE SEIGNEUR SERA ROI SUR TOUTE CETTE TERRE 
11-  ADONAÏ ECHAD 
</a:t>
            </a:r>
          </a:p>
          <a:p>
            <a:r>
              <a:rPr lang="fr-FR" smtClean="0"/>
              <a:t>	12-  JE SUIS ZÉLÉ POUR SION JE SUIS ZÉLÉ POUR SION 
	13-  JE SUIS ZÉLÉ POUR SION J’HABITERAI JÉRUSALEM 
</a:t>
            </a:r>
          </a:p>
          <a:p>
            <a:r>
              <a:rPr lang="fr-FR" smtClean="0"/>
              <a:t>14-  KIN'ATI LETZIYON KIN'ATI LETZIYON 
15-  KIN'ATI LETZIYON J’HABITERAI JÉRUSALEM 
</a:t>
            </a:r>
          </a:p>
          <a:p>
            <a:r>
              <a:rPr lang="fr-FR" smtClean="0"/>
              <a:t>16-  ET IL PARAÎTRA FIDÈLE ET VRAI IL JUGERA ET FERA LA GUERRE 
17-  SES YEUX SONT UN FEU SA LANGUE UNE ÉPÉE 
18-  LE LION DE JUDA RUGIRA 
</a:t>
            </a:r>
          </a:p>
          <a:p>
            <a:r>
              <a:rPr lang="fr-FR" smtClean="0"/>
              <a:t>	19-  JE SUIS ZÉLÉ POUR SION JE SUIS ZÉLÉ POUR SION 
	20-  JE SUIS ZÉLÉ POUR SION J’HABITERAI JÉRUSALEM 
</a:t>
            </a:r>
          </a:p>
          <a:p>
            <a:r>
              <a:rPr lang="fr-FR" smtClean="0"/>
              <a:t>21-  KIN'ATI LETZIYON KIN'ATI LETZIYON 
22-  KIN'ATI LETZIYON J’HABITERAI JÉRUSALEM 
</a:t>
            </a:r>
          </a:p>
          <a:p>
            <a:r>
              <a:rPr lang="fr-FR" smtClean="0"/>
              <a:t>23-  J’HABITERAI JÉRUSALEM 
</a:t>
            </a:r>
          </a:p>
        </p:txBody>
      </p:sp>
    </p:spTree>
    <p:extLst>
      <p:ext uri="{BB962C8B-B14F-4D97-AF65-F5344CB8AC3E}">
        <p14:creationId xmlns:p14="http://schemas.microsoft.com/office/powerpoint/2010/main" xmlns="" val="80885933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1-  JE SUIS ZÉLÉ POUR SION JE SUIS ZÉLÉ POUR SION 
	2-  JE SUIS ZÉLÉ POUR SION J’HABITERAI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3-  ON L’APPELLERA CITÉ DE VÉRITÉ LA MONTAGNE DU SEIGNEUR DES CIEUX 
4-  HAR HAKADOSH CAR AINSI DIT LE SEIGNEUR 
5-  « JE SAUVERAI MON PEUPLE »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6-  JE SUIS ZÉLÉ POUR SION JE SUIS ZÉLÉ POUR SION 
	7-  JE SUIS ZÉLÉ POUR SION J’HABITERAI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 DIEU MARCHERA DEVANT AU SON DE LA TROMPETTE 
9-  ET AUX CRIS DES ANGES DU SEIGNEUR 
10-  LE SEIGNEUR SERA ROI SUR TOUTE CETTE TERRE 
11-  ADONAÏ ECHAD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12-  JE SUIS ZÉLÉ POUR SION JE SUIS ZÉLÉ POUR SION 
	13-  JE SUIS ZÉLÉ POUR SION J’HABITERAI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14-  KIN'ATI LETZIYON KIN'ATI LETZIYON 
15-  KIN'ATI LETZIYON J’HABITERAI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 ET IL PARAÎTRA FIDÈLE ET VRAI IL JUGERA ET FERA LA GUERRE 
17-  SES YEUX SONT UN FEU SA LANGUE UNE ÉPÉE 
18-  LE LION DE JUDA RUGIRA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19-  JE SUIS ZÉLÉ POUR SION JE SUIS ZÉLÉ POUR SION 
	20-  JE SUIS ZÉLÉ POUR SION J’HABITERAI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21-  KIN'ATI LETZIYON KIN'ATI LETZIYON 
22-  KIN'ATI LETZIYON J’HABITERAI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23-  J’HABITERAI JÉRUSALEM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JE SUIS ZÉLÉ POUR SION JE SUIS ZÉLÉ POUR SION 
	2-  JE SUIS ZÉLÉ POUR SION J’HABITERAI JÉRUSALEM 
</a:t>
            </a:r>
          </a:p>
          <a:p>
            <a:r>
              <a:rPr lang="fr-FR" smtClean="0"/>
              <a:t>3-  ON L’APPELLERA CITÉ DE VÉRITÉ LA MONTAGNE DU SEIGNEUR DES CIEUX 
4-  HAR HAKADOSH CAR AINSI DIT LE SEIGNEUR 
5-  « JE SAUVERAI MON PEUPLE » 
</a:t>
            </a:r>
          </a:p>
          <a:p>
            <a:r>
              <a:rPr lang="fr-FR" smtClean="0"/>
              <a:t>	6-  JE SUIS ZÉLÉ POUR SION JE SUIS ZÉLÉ POUR SION 
	7-  JE SUIS ZÉLÉ POUR SION J’HABITERAI JÉRUSALEM 
</a:t>
            </a:r>
          </a:p>
          <a:p>
            <a:r>
              <a:rPr lang="fr-FR" smtClean="0"/>
              <a:t>8-  DIEU MARCHERA DEVANT AU SON DE LA TROMPETTE 
9-  ET AUX CRIS DES ANGES DU SEIGNEUR 
10-  LE SEIGNEUR SERA ROI SUR TOUTE CETTE TERRE 
11-  ADONAÏ ECHAD 
</a:t>
            </a:r>
          </a:p>
          <a:p>
            <a:r>
              <a:rPr lang="fr-FR" smtClean="0"/>
              <a:t>	12-  JE SUIS ZÉLÉ POUR SION JE SUIS ZÉLÉ POUR SION 
	13-  JE SUIS ZÉLÉ POUR SION J’HABITERAI JÉRUSALEM 
</a:t>
            </a:r>
          </a:p>
          <a:p>
            <a:r>
              <a:rPr lang="fr-FR" smtClean="0"/>
              <a:t>14-  KIN'ATI LETZIYON KIN'ATI LETZIYON 
15-  KIN'ATI LETZIYON J’HABITERAI JÉRUSALEM 
</a:t>
            </a:r>
          </a:p>
          <a:p>
            <a:r>
              <a:rPr lang="fr-FR" smtClean="0"/>
              <a:t>16-  ET IL PARAÎTRA FIDÈLE ET VRAI IL JUGERA ET FERA LA GUERRE 
17-  SES YEUX SONT UN FEU SA LANGUE UNE ÉPÉE 
18-  LE LION DE JUDA RUGIRA 
</a:t>
            </a:r>
          </a:p>
          <a:p>
            <a:r>
              <a:rPr lang="fr-FR" smtClean="0"/>
              <a:t>	19-  JE SUIS ZÉLÉ POUR SION JE SUIS ZÉLÉ POUR SION 
	20-  JE SUIS ZÉLÉ POUR SION J’HABITERAI JÉRUSALEM 
</a:t>
            </a:r>
          </a:p>
          <a:p>
            <a:r>
              <a:rPr lang="fr-FR" smtClean="0"/>
              <a:t>21-  KIN'ATI LETZIYON KIN'ATI LETZIYON 
22-  KIN'ATI LETZIYON J’HABITERAI JÉRUSALEM 
</a:t>
            </a:r>
          </a:p>
          <a:p>
            <a:r>
              <a:rPr lang="fr-FR" smtClean="0"/>
              <a:t>23-  J’HABITERAI JÉRUSALEM 
</a:t>
            </a:r>
          </a:p>
        </p:txBody>
      </p:sp>
    </p:spTree>
    <p:extLst>
      <p:ext uri="{BB962C8B-B14F-4D97-AF65-F5344CB8AC3E}">
        <p14:creationId xmlns:p14="http://schemas.microsoft.com/office/powerpoint/2010/main" xmlns="" val="53770047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1-  JE SUIS ZÉLÉ POUR SION JE SUIS ZÉLÉ POUR SION 
	2-  JE SUIS ZÉLÉ POUR SION J’HABITERAI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3-  ON L’APPELLERA CITÉ DE VÉRITÉ LA MONTAGNE DU SEIGNEUR DES CIEUX 
4-  HAR HAKADOSH CAR AINSI DIT LE SEIGNEUR 
5-  « JE SAUVERAI MON PEUPLE »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6-  JE SUIS ZÉLÉ POUR SION JE SUIS ZÉLÉ POUR SION 
	7-  JE SUIS ZÉLÉ POUR SION J’HABITERAI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 DIEU MARCHERA DEVANT AU SON DE LA TROMPETTE 
9-  ET AUX CRIS DES ANGES DU SEIGNEUR 
10-  LE SEIGNEUR SERA ROI SUR TOUTE CETTE TERRE 
11-  ADONAÏ ECHAD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12-  JE SUIS ZÉLÉ POUR SION JE SUIS ZÉLÉ POUR SION 
	13-  JE SUIS ZÉLÉ POUR SION J’HABITERAI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14-  KIN'ATI LETZIYON KIN'ATI LETZIYON 
15-  KIN'ATI LETZIYON J’HABITERAI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 ET IL PARAÎTRA FIDÈLE ET VRAI IL JUGERA ET FERA LA GUERRE 
17-  SES YEUX SONT UN FEU SA LANGUE UNE ÉPÉE 
18-  LE LION DE JUDA RUGIRA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19-  JE SUIS ZÉLÉ POUR SION JE SUIS ZÉLÉ POUR SION 
	20-  JE SUIS ZÉLÉ POUR SION J’HABITERAI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21-  KIN'ATI LETZIYON KIN'ATI LETZIYON 
22-  KIN'ATI LETZIYON J’HABITERAI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23-  J’HABITERAI JÉRUSALEM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JE SUIS ZÉLÉ POUR SION JE SUIS ZÉLÉ POUR SION 
	2-  JE SUIS ZÉLÉ POUR SION J’HABITERAI JÉRUSALEM 
</a:t>
            </a:r>
          </a:p>
          <a:p>
            <a:r>
              <a:rPr lang="fr-FR" smtClean="0"/>
              <a:t>3-  ON L’APPELLERA CITÉ DE VÉRITÉ LA MONTAGNE DU SEIGNEUR DES CIEUX 
4-  HAR HAKADOSH CAR AINSI DIT LE SEIGNEUR 
5-  « JE SAUVERAI MON PEUPLE » 
</a:t>
            </a:r>
          </a:p>
          <a:p>
            <a:r>
              <a:rPr lang="fr-FR" smtClean="0"/>
              <a:t>	6-  JE SUIS ZÉLÉ POUR SION JE SUIS ZÉLÉ POUR SION 
	7-  JE SUIS ZÉLÉ POUR SION J’HABITERAI JÉRUSALEM 
</a:t>
            </a:r>
          </a:p>
          <a:p>
            <a:r>
              <a:rPr lang="fr-FR" smtClean="0"/>
              <a:t>8-  DIEU MARCHERA DEVANT AU SON DE LA TROMPETTE 
9-  ET AUX CRIS DES ANGES DU SEIGNEUR 
10-  LE SEIGNEUR SERA ROI SUR TOUTE CETTE TERRE 
11-  ADONAÏ ECHAD 
</a:t>
            </a:r>
          </a:p>
          <a:p>
            <a:r>
              <a:rPr lang="fr-FR" smtClean="0"/>
              <a:t>	12-  JE SUIS ZÉLÉ POUR SION JE SUIS ZÉLÉ POUR SION 
	13-  JE SUIS ZÉLÉ POUR SION J’HABITERAI JÉRUSALEM 
</a:t>
            </a:r>
          </a:p>
          <a:p>
            <a:r>
              <a:rPr lang="fr-FR" smtClean="0"/>
              <a:t>14-  KIN'ATI LETZIYON KIN'ATI LETZIYON 
15-  KIN'ATI LETZIYON J’HABITERAI JÉRUSALEM 
</a:t>
            </a:r>
          </a:p>
          <a:p>
            <a:r>
              <a:rPr lang="fr-FR" smtClean="0"/>
              <a:t>16-  ET IL PARAÎTRA FIDÈLE ET VRAI IL JUGERA ET FERA LA GUERRE 
17-  SES YEUX SONT UN FEU SA LANGUE UNE ÉPÉE 
18-  LE LION DE JUDA RUGIRA 
</a:t>
            </a:r>
          </a:p>
          <a:p>
            <a:r>
              <a:rPr lang="fr-FR" smtClean="0"/>
              <a:t>	19-  JE SUIS ZÉLÉ POUR SION JE SUIS ZÉLÉ POUR SION 
	20-  JE SUIS ZÉLÉ POUR SION J’HABITERAI JÉRUSALEM 
</a:t>
            </a:r>
          </a:p>
          <a:p>
            <a:r>
              <a:rPr lang="fr-FR" smtClean="0"/>
              <a:t>21-  KIN'ATI LETZIYON KIN'ATI LETZIYON 
22-  KIN'ATI LETZIYON J’HABITERAI JÉRUSALEM 
</a:t>
            </a:r>
          </a:p>
          <a:p>
            <a:r>
              <a:rPr lang="fr-FR" smtClean="0"/>
              <a:t>23-  J’HABITERAI JÉRUSALEM 
</a:t>
            </a:r>
          </a:p>
        </p:txBody>
      </p:sp>
    </p:spTree>
    <p:extLst>
      <p:ext uri="{BB962C8B-B14F-4D97-AF65-F5344CB8AC3E}">
        <p14:creationId xmlns:p14="http://schemas.microsoft.com/office/powerpoint/2010/main" xmlns="" val="72099606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1-  JE SUIS ZÉLÉ POUR SION JE SUIS ZÉLÉ POUR SION 
	2-  JE SUIS ZÉLÉ POUR SION J’HABITERAI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3-  ON L’APPELLERA CITÉ DE VÉRITÉ LA MONTAGNE DU SEIGNEUR DES CIEUX 
4-  HAR HAKADOSH CAR AINSI DIT LE SEIGNEUR 
5-  « JE SAUVERAI MON PEUPLE »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6-  JE SUIS ZÉLÉ POUR SION JE SUIS ZÉLÉ POUR SION 
	7-  JE SUIS ZÉLÉ POUR SION J’HABITERAI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 DIEU MARCHERA DEVANT AU SON DE LA TROMPETTE 
9-  ET AUX CRIS DES ANGES DU SEIGNEUR 
10-  LE SEIGNEUR SERA ROI SUR TOUTE CETTE TERRE 
11-  ADONAÏ ECHAD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12-  JE SUIS ZÉLÉ POUR SION JE SUIS ZÉLÉ POUR SION 
	13-  JE SUIS ZÉLÉ POUR SION J’HABITERAI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14-  KIN'ATI LETZIYON KIN'ATI LETZIYON 
15-  KIN'ATI LETZIYON J’HABITERAI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 ET IL PARAÎTRA FIDÈLE ET VRAI IL JUGERA ET FERA LA GUERRE 
17-  SES YEUX SONT UN FEU SA LANGUE UNE ÉPÉE 
18-  LE LION DE JUDA RUGIRA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19-  JE SUIS ZÉLÉ POUR SION JE SUIS ZÉLÉ POUR SION 
	20-  JE SUIS ZÉLÉ POUR SION J’HABITERAI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21-  KIN'ATI LETZIYON KIN'ATI LETZIYON 
22-  KIN'ATI LETZIYON J’HABITERAI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23-  J’HABITERAI JÉRUSALEM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JE SUIS ZÉLÉ POUR SION JE SUIS ZÉLÉ POUR SION 
	2-  JE SUIS ZÉLÉ POUR SION J’HABITERAI JÉRUSALEM 
</a:t>
            </a:r>
          </a:p>
          <a:p>
            <a:r>
              <a:rPr lang="fr-FR" smtClean="0"/>
              <a:t>3-  ON L’APPELLERA CITÉ DE VÉRITÉ LA MONTAGNE DU SEIGNEUR DES CIEUX 
4-  HAR HAKADOSH CAR AINSI DIT LE SEIGNEUR 
5-  « JE SAUVERAI MON PEUPLE » 
</a:t>
            </a:r>
          </a:p>
          <a:p>
            <a:r>
              <a:rPr lang="fr-FR" smtClean="0"/>
              <a:t>	6-  JE SUIS ZÉLÉ POUR SION JE SUIS ZÉLÉ POUR SION 
	7-  JE SUIS ZÉLÉ POUR SION J’HABITERAI JÉRUSALEM 
</a:t>
            </a:r>
          </a:p>
          <a:p>
            <a:r>
              <a:rPr lang="fr-FR" smtClean="0"/>
              <a:t>8-  DIEU MARCHERA DEVANT AU SON DE LA TROMPETTE 
9-  ET AUX CRIS DES ANGES DU SEIGNEUR 
10-  LE SEIGNEUR SERA ROI SUR TOUTE CETTE TERRE 
11-  ADONAÏ ECHAD 
</a:t>
            </a:r>
          </a:p>
          <a:p>
            <a:r>
              <a:rPr lang="fr-FR" smtClean="0"/>
              <a:t>	12-  JE SUIS ZÉLÉ POUR SION JE SUIS ZÉLÉ POUR SION 
	13-  JE SUIS ZÉLÉ POUR SION J’HABITERAI JÉRUSALEM 
</a:t>
            </a:r>
          </a:p>
          <a:p>
            <a:r>
              <a:rPr lang="fr-FR" smtClean="0"/>
              <a:t>14-  KIN'ATI LETZIYON KIN'ATI LETZIYON 
15-  KIN'ATI LETZIYON J’HABITERAI JÉRUSALEM 
</a:t>
            </a:r>
          </a:p>
          <a:p>
            <a:r>
              <a:rPr lang="fr-FR" smtClean="0"/>
              <a:t>16-  ET IL PARAÎTRA FIDÈLE ET VRAI IL JUGERA ET FERA LA GUERRE 
17-  SES YEUX SONT UN FEU SA LANGUE UNE ÉPÉE 
18-  LE LION DE JUDA RUGIRA 
</a:t>
            </a:r>
          </a:p>
          <a:p>
            <a:r>
              <a:rPr lang="fr-FR" smtClean="0"/>
              <a:t>	19-  JE SUIS ZÉLÉ POUR SION JE SUIS ZÉLÉ POUR SION 
	20-  JE SUIS ZÉLÉ POUR SION J’HABITERAI JÉRUSALEM 
</a:t>
            </a:r>
          </a:p>
          <a:p>
            <a:r>
              <a:rPr lang="fr-FR" smtClean="0"/>
              <a:t>21-  KIN'ATI LETZIYON KIN'ATI LETZIYON 
22-  KIN'ATI LETZIYON J’HABITERAI JÉRUSALEM 
</a:t>
            </a:r>
          </a:p>
          <a:p>
            <a:r>
              <a:rPr lang="fr-FR" smtClean="0"/>
              <a:t>23-  J’HABITERAI JÉRUSALEM 
</a:t>
            </a:r>
          </a:p>
        </p:txBody>
      </p:sp>
    </p:spTree>
    <p:extLst>
      <p:ext uri="{BB962C8B-B14F-4D97-AF65-F5344CB8AC3E}">
        <p14:creationId xmlns:p14="http://schemas.microsoft.com/office/powerpoint/2010/main" xmlns="" val="206819524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1-  JE SUIS ZÉLÉ POUR SION JE SUIS ZÉLÉ POUR SION 
	2-  JE SUIS ZÉLÉ POUR SION J’HABITERAI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3-  ON L’APPELLERA CITÉ DE VÉRITÉ LA MONTAGNE DU SEIGNEUR DES CIEUX 
4-  HAR HAKADOSH CAR AINSI DIT LE SEIGNEUR 
5-  « JE SAUVERAI MON PEUPLE »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6-  JE SUIS ZÉLÉ POUR SION JE SUIS ZÉLÉ POUR SION 
	7-  JE SUIS ZÉLÉ POUR SION J’HABITERAI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 DIEU MARCHERA DEVANT AU SON DE LA TROMPETTE 
9-  ET AUX CRIS DES ANGES DU SEIGNEUR 
10-  LE SEIGNEUR SERA ROI SUR TOUTE CETTE TERRE 
11-  ADONAÏ ECHAD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12-  JE SUIS ZÉLÉ POUR SION JE SUIS ZÉLÉ POUR SION 
	13-  JE SUIS ZÉLÉ POUR SION J’HABITERAI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14-  KIN'ATI LETZIYON KIN'ATI LETZIYON 
15-  KIN'ATI LETZIYON J’HABITERAI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 ET IL PARAÎTRA FIDÈLE ET VRAI IL JUGERA ET FERA LA GUERRE 
17-  SES YEUX SONT UN FEU SA LANGUE UNE ÉPÉE 
18-  LE LION DE JUDA RUGIRA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19-  JE SUIS ZÉLÉ POUR SION JE SUIS ZÉLÉ POUR SION 
	20-  JE SUIS ZÉLÉ POUR SION J’HABITERAI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21-  KIN'ATI LETZIYON KIN'ATI LETZIYON 
22-  KIN'ATI LETZIYON J’HABITERAI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23-  J’HABITERAI JÉRUSALEM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JE SUIS ZÉLÉ POUR SION JE SUIS ZÉLÉ POUR SION 
	2-  JE SUIS ZÉLÉ POUR SION J’HABITERAI JÉRUSALEM 
</a:t>
            </a:r>
          </a:p>
          <a:p>
            <a:r>
              <a:rPr lang="fr-FR" smtClean="0"/>
              <a:t>3-  ON L’APPELLERA CITÉ DE VÉRITÉ LA MONTAGNE DU SEIGNEUR DES CIEUX 
4-  HAR HAKADOSH CAR AINSI DIT LE SEIGNEUR 
5-  « JE SAUVERAI MON PEUPLE » 
</a:t>
            </a:r>
          </a:p>
          <a:p>
            <a:r>
              <a:rPr lang="fr-FR" smtClean="0"/>
              <a:t>	6-  JE SUIS ZÉLÉ POUR SION JE SUIS ZÉLÉ POUR SION 
	7-  JE SUIS ZÉLÉ POUR SION J’HABITERAI JÉRUSALEM 
</a:t>
            </a:r>
          </a:p>
          <a:p>
            <a:r>
              <a:rPr lang="fr-FR" smtClean="0"/>
              <a:t>8-  DIEU MARCHERA DEVANT AU SON DE LA TROMPETTE 
9-  ET AUX CRIS DES ANGES DU SEIGNEUR 
10-  LE SEIGNEUR SERA ROI SUR TOUTE CETTE TERRE 
11-  ADONAÏ ECHAD 
</a:t>
            </a:r>
          </a:p>
          <a:p>
            <a:r>
              <a:rPr lang="fr-FR" smtClean="0"/>
              <a:t>	12-  JE SUIS ZÉLÉ POUR SION JE SUIS ZÉLÉ POUR SION 
	13-  JE SUIS ZÉLÉ POUR SION J’HABITERAI JÉRUSALEM 
</a:t>
            </a:r>
          </a:p>
          <a:p>
            <a:r>
              <a:rPr lang="fr-FR" smtClean="0"/>
              <a:t>14-  KIN'ATI LETZIYON KIN'ATI LETZIYON 
15-  KIN'ATI LETZIYON J’HABITERAI JÉRUSALEM 
</a:t>
            </a:r>
          </a:p>
          <a:p>
            <a:r>
              <a:rPr lang="fr-FR" smtClean="0"/>
              <a:t>16-  ET IL PARAÎTRA FIDÈLE ET VRAI IL JUGERA ET FERA LA GUERRE 
17-  SES YEUX SONT UN FEU SA LANGUE UNE ÉPÉE 
18-  LE LION DE JUDA RUGIRA 
</a:t>
            </a:r>
          </a:p>
          <a:p>
            <a:r>
              <a:rPr lang="fr-FR" smtClean="0"/>
              <a:t>	19-  JE SUIS ZÉLÉ POUR SION JE SUIS ZÉLÉ POUR SION 
	20-  JE SUIS ZÉLÉ POUR SION J’HABITERAI JÉRUSALEM 
</a:t>
            </a:r>
          </a:p>
          <a:p>
            <a:r>
              <a:rPr lang="fr-FR" smtClean="0"/>
              <a:t>21-  KIN'ATI LETZIYON KIN'ATI LETZIYON 
22-  KIN'ATI LETZIYON J’HABITERAI JÉRUSALEM 
</a:t>
            </a:r>
          </a:p>
          <a:p>
            <a:r>
              <a:rPr lang="fr-FR" smtClean="0"/>
              <a:t>23-  J’HABITERAI JÉRUSALEM 
</a:t>
            </a:r>
          </a:p>
        </p:txBody>
      </p:sp>
    </p:spTree>
    <p:extLst>
      <p:ext uri="{BB962C8B-B14F-4D97-AF65-F5344CB8AC3E}">
        <p14:creationId xmlns:p14="http://schemas.microsoft.com/office/powerpoint/2010/main" xmlns="" val="59417402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1-  JE SUIS ZÉLÉ POUR SION JE SUIS ZÉLÉ POUR SION 
	2-  JE SUIS ZÉLÉ POUR SION J’HABITERAI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3-  ON L’APPELLERA CITÉ DE VÉRITÉ LA MONTAGNE DU SEIGNEUR DES CIEUX 
4-  HAR HAKADOSH CAR AINSI DIT LE SEIGNEUR 
5-  « JE SAUVERAI MON PEUPLE »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6-  JE SUIS ZÉLÉ POUR SION JE SUIS ZÉLÉ POUR SION 
	7-  JE SUIS ZÉLÉ POUR SION J’HABITERAI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 DIEU MARCHERA DEVANT AU SON DE LA TROMPETTE 
9-  ET AUX CRIS DES ANGES DU SEIGNEUR 
10-  LE SEIGNEUR SERA ROI SUR TOUTE CETTE TERRE 
11-  ADONAÏ ECHAD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12-  JE SUIS ZÉLÉ POUR SION JE SUIS ZÉLÉ POUR SION 
	13-  JE SUIS ZÉLÉ POUR SION J’HABITERAI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14-  KIN'ATI LETZIYON KIN'ATI LETZIYON 
15-  KIN'ATI LETZIYON J’HABITERAI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 ET IL PARAÎTRA FIDÈLE ET VRAI IL JUGERA ET FERA LA GUERRE 
17-  SES YEUX SONT UN FEU SA LANGUE UNE ÉPÉE 
18-  LE LION DE JUDA RUGIRA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19-  JE SUIS ZÉLÉ POUR SION JE SUIS ZÉLÉ POUR SION 
	20-  JE SUIS ZÉLÉ POUR SION J’HABITERAI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21-  KIN'ATI LETZIYON KIN'ATI LETZIYON 
22-  KIN'ATI LETZIYON J’HABITERAI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23-  J’HABITERAI JÉRUSALEM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JE SUIS ZÉLÉ POUR SION JE SUIS ZÉLÉ POUR SION 
	2-  JE SUIS ZÉLÉ POUR SION J’HABITERAI JÉRUSALEM 
</a:t>
            </a:r>
          </a:p>
          <a:p>
            <a:r>
              <a:rPr lang="fr-FR" smtClean="0"/>
              <a:t>3-  ON L’APPELLERA CITÉ DE VÉRITÉ LA MONTAGNE DU SEIGNEUR DES CIEUX 
4-  HAR HAKADOSH CAR AINSI DIT LE SEIGNEUR 
5-  « JE SAUVERAI MON PEUPLE » 
</a:t>
            </a:r>
          </a:p>
          <a:p>
            <a:r>
              <a:rPr lang="fr-FR" smtClean="0"/>
              <a:t>	6-  JE SUIS ZÉLÉ POUR SION JE SUIS ZÉLÉ POUR SION 
	7-  JE SUIS ZÉLÉ POUR SION J’HABITERAI JÉRUSALEM 
</a:t>
            </a:r>
          </a:p>
          <a:p>
            <a:r>
              <a:rPr lang="fr-FR" smtClean="0"/>
              <a:t>8-  DIEU MARCHERA DEVANT AU SON DE LA TROMPETTE 
9-  ET AUX CRIS DES ANGES DU SEIGNEUR 
10-  LE SEIGNEUR SERA ROI SUR TOUTE CETTE TERRE 
11-  ADONAÏ ECHAD 
</a:t>
            </a:r>
          </a:p>
          <a:p>
            <a:r>
              <a:rPr lang="fr-FR" smtClean="0"/>
              <a:t>	12-  JE SUIS ZÉLÉ POUR SION JE SUIS ZÉLÉ POUR SION 
	13-  JE SUIS ZÉLÉ POUR SION J’HABITERAI JÉRUSALEM 
</a:t>
            </a:r>
          </a:p>
          <a:p>
            <a:r>
              <a:rPr lang="fr-FR" smtClean="0"/>
              <a:t>14-  KIN'ATI LETZIYON KIN'ATI LETZIYON 
15-  KIN'ATI LETZIYON J’HABITERAI JÉRUSALEM 
</a:t>
            </a:r>
          </a:p>
          <a:p>
            <a:r>
              <a:rPr lang="fr-FR" smtClean="0"/>
              <a:t>16-  ET IL PARAÎTRA FIDÈLE ET VRAI IL JUGERA ET FERA LA GUERRE 
17-  SES YEUX SONT UN FEU SA LANGUE UNE ÉPÉE 
18-  LE LION DE JUDA RUGIRA 
</a:t>
            </a:r>
          </a:p>
          <a:p>
            <a:r>
              <a:rPr lang="fr-FR" smtClean="0"/>
              <a:t>	19-  JE SUIS ZÉLÉ POUR SION JE SUIS ZÉLÉ POUR SION 
	20-  JE SUIS ZÉLÉ POUR SION J’HABITERAI JÉRUSALEM 
</a:t>
            </a:r>
          </a:p>
          <a:p>
            <a:r>
              <a:rPr lang="fr-FR" smtClean="0"/>
              <a:t>21-  KIN'ATI LETZIYON KIN'ATI LETZIYON 
22-  KIN'ATI LETZIYON J’HABITERAI JÉRUSALEM 
</a:t>
            </a:r>
          </a:p>
          <a:p>
            <a:r>
              <a:rPr lang="fr-FR" smtClean="0"/>
              <a:t>23-  J’HABITERAI JÉRUSALEM 
</a:t>
            </a:r>
          </a:p>
        </p:txBody>
      </p:sp>
    </p:spTree>
    <p:extLst>
      <p:ext uri="{BB962C8B-B14F-4D97-AF65-F5344CB8AC3E}">
        <p14:creationId xmlns:p14="http://schemas.microsoft.com/office/powerpoint/2010/main" xmlns="" val="134372488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1-  JE SUIS ZÉLÉ POUR SION JE SUIS ZÉLÉ POUR SION 
	2-  JE SUIS ZÉLÉ POUR SION J’HABITERAI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3-  ON L’APPELLERA CITÉ DE VÉRITÉ LA MONTAGNE DU SEIGNEUR DES CIEUX 
4-  HAR HAKADOSH CAR AINSI DIT LE SEIGNEUR 
5-  « JE SAUVERAI MON PEUPLE »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6-  JE SUIS ZÉLÉ POUR SION JE SUIS ZÉLÉ POUR SION 
	7-  JE SUIS ZÉLÉ POUR SION J’HABITERAI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 DIEU MARCHERA DEVANT AU SON DE LA TROMPETTE 
9-  ET AUX CRIS DES ANGES DU SEIGNEUR 
10-  LE SEIGNEUR SERA ROI SUR TOUTE CETTE TERRE 
11-  ADONAÏ ECHAD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12-  JE SUIS ZÉLÉ POUR SION JE SUIS ZÉLÉ POUR SION 
	13-  JE SUIS ZÉLÉ POUR SION J’HABITERAI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14-  KIN'ATI LETZIYON KIN'ATI LETZIYON 
15-  KIN'ATI LETZIYON J’HABITERAI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 ET IL PARAÎTRA FIDÈLE ET VRAI IL JUGERA ET FERA LA GUERRE 
17-  SES YEUX SONT UN FEU SA LANGUE UNE ÉPÉE 
18-  LE LION DE JUDA RUGIRA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19-  JE SUIS ZÉLÉ POUR SION JE SUIS ZÉLÉ POUR SION 
	20-  JE SUIS ZÉLÉ POUR SION J’HABITERAI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21-  KIN'ATI LETZIYON KIN'ATI LETZIYON 
22-  KIN'ATI LETZIYON J’HABITERAI JÉRUSALEM 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23-  J’HABITERAI JÉRUSALEM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JE SUIS ZÉLÉ POUR SION JE SUIS ZÉLÉ POUR SION 
	2-  JE SUIS ZÉLÉ POUR SION J’HABITERAI JÉRUSALEM 
</a:t>
            </a:r>
          </a:p>
          <a:p>
            <a:r>
              <a:rPr lang="fr-FR" smtClean="0"/>
              <a:t>3-  ON L’APPELLERA CITÉ DE VÉRITÉ LA MONTAGNE DU SEIGNEUR DES CIEUX 
4-  HAR HAKADOSH CAR AINSI DIT LE SEIGNEUR 
5-  « JE SAUVERAI MON PEUPLE » 
</a:t>
            </a:r>
          </a:p>
          <a:p>
            <a:r>
              <a:rPr lang="fr-FR" smtClean="0"/>
              <a:t>	6-  JE SUIS ZÉLÉ POUR SION JE SUIS ZÉLÉ POUR SION 
	7-  JE SUIS ZÉLÉ POUR SION J’HABITERAI JÉRUSALEM 
</a:t>
            </a:r>
          </a:p>
          <a:p>
            <a:r>
              <a:rPr lang="fr-FR" smtClean="0"/>
              <a:t>8-  DIEU MARCHERA DEVANT AU SON DE LA TROMPETTE 
9-  ET AUX CRIS DES ANGES DU SEIGNEUR 
10-  LE SEIGNEUR SERA ROI SUR TOUTE CETTE TERRE 
11-  ADONAÏ ECHAD 
</a:t>
            </a:r>
          </a:p>
          <a:p>
            <a:r>
              <a:rPr lang="fr-FR" smtClean="0"/>
              <a:t>	12-  JE SUIS ZÉLÉ POUR SION JE SUIS ZÉLÉ POUR SION 
	13-  JE SUIS ZÉLÉ POUR SION J’HABITERAI JÉRUSALEM 
</a:t>
            </a:r>
          </a:p>
          <a:p>
            <a:r>
              <a:rPr lang="fr-FR" smtClean="0"/>
              <a:t>14-  KIN'ATI LETZIYON KIN'ATI LETZIYON 
15-  KIN'ATI LETZIYON J’HABITERAI JÉRUSALEM 
</a:t>
            </a:r>
          </a:p>
          <a:p>
            <a:r>
              <a:rPr lang="fr-FR" smtClean="0"/>
              <a:t>16-  ET IL PARAÎTRA FIDÈLE ET VRAI IL JUGERA ET FERA LA GUERRE 
17-  SES YEUX SONT UN FEU SA LANGUE UNE ÉPÉE 
18-  LE LION DE JUDA RUGIRA 
</a:t>
            </a:r>
          </a:p>
          <a:p>
            <a:r>
              <a:rPr lang="fr-FR" smtClean="0"/>
              <a:t>	19-  JE SUIS ZÉLÉ POUR SION JE SUIS ZÉLÉ POUR SION 
	20-  JE SUIS ZÉLÉ POUR SION J’HABITERAI JÉRUSALEM 
</a:t>
            </a:r>
          </a:p>
          <a:p>
            <a:r>
              <a:rPr lang="fr-FR" smtClean="0"/>
              <a:t>21-  KIN'ATI LETZIYON KIN'ATI LETZIYON 
22-  KIN'ATI LETZIYON J’HABITERAI JÉRUSALEM 
</a:t>
            </a:r>
          </a:p>
          <a:p>
            <a:r>
              <a:rPr lang="fr-FR" smtClean="0"/>
              <a:t>23-  J’HABITERAI JÉRUSALEM 
</a:t>
            </a:r>
          </a:p>
        </p:txBody>
      </p:sp>
    </p:spTree>
    <p:extLst>
      <p:ext uri="{BB962C8B-B14F-4D97-AF65-F5344CB8AC3E}">
        <p14:creationId xmlns:p14="http://schemas.microsoft.com/office/powerpoint/2010/main" xmlns="" val="363983053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1-  JE SUIS ZÉLÉ POUR SION JE SUIS ZÉLÉ POUR SION 
	2-  JE SUIS ZÉLÉ POUR SION J’HABITERAI JÉRUSALEM 
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3-  ON L’APPELLERA CITÉ DE VÉRITÉ LA MONTAGNE DU SEIGNEUR DES CIEUX 
4-  HAR HAKADOSH CAR AINSI DIT LE SEIGNEUR 
5-  « JE SAUVERAI MON PEUPLE » 
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6-  JE SUIS ZÉLÉ POUR SION JE SUIS ZÉLÉ POUR SION 
	7-  JE SUIS ZÉLÉ POUR SION J’HABITERAI JÉRUSALEM 
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 DIEU MARCHERA DEVANT AU SON DE LA TROMPETTE 
9-  ET AUX CRIS DES ANGES DU SEIGNEUR 
10-  LE SEIGNEUR SERA ROI SUR TOUTE CETTE TERRE 
11-  ADONAÏ ECHAD 
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12-  JE SUIS ZÉLÉ POUR SION JE SUIS ZÉLÉ POUR SION 
	13-  JE SUIS ZÉLÉ POUR SION J’HABITERAI JÉRUSALEM 
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14-  KIN'ATI LETZIYON KIN'ATI LETZIYON 
15-  KIN'ATI LETZIYON J’HABITERAI JÉRUSALEM 
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16-  ET IL PARAÎTRA FIDÈLE ET VRAI IL JUGERA ET FERA LA GUERRE 
17-  SES YEUX SONT UN FEU SA LANGUE UNE ÉPÉE 
18-  LE LION DE JUDA RUGIRA 
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19-  JE SUIS ZÉLÉ POUR SION JE SUIS ZÉLÉ POUR SION 
	20-  JE SUIS ZÉLÉ POUR SION J’HABITERAI JÉRUSALEM 
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21-  KIN'ATI LETZIYON KIN'ATI LETZIYON 
22-  KIN'ATI LETZIYON J’HABITERAI JÉRUSALEM 
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23-  J’HABITERAI JÉRUSALEM 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JE SUIS ZÉLÉ POUR SION JE SUIS ZÉLÉ POUR SION 
	2-  JE SUIS ZÉLÉ POUR SION J’HABITERAI JÉRUSALEM 
</a:t>
            </a:r>
          </a:p>
          <a:p>
            <a:r>
              <a:rPr lang="fr-FR" smtClean="0"/>
              <a:t>3-  ON L’APPELLERA CITÉ DE VÉRITÉ LA MONTAGNE DU SEIGNEUR DES CIEUX 
4-  HAR HAKADOSH CAR AINSI DIT LE SEIGNEUR 
5-  « JE SAUVERAI MON PEUPLE » 
</a:t>
            </a:r>
          </a:p>
          <a:p>
            <a:r>
              <a:rPr lang="fr-FR" smtClean="0"/>
              <a:t>	6-  JE SUIS ZÉLÉ POUR SION JE SUIS ZÉLÉ POUR SION 
	7-  JE SUIS ZÉLÉ POUR SION J’HABITERAI JÉRUSALEM 
</a:t>
            </a:r>
          </a:p>
          <a:p>
            <a:r>
              <a:rPr lang="fr-FR" smtClean="0"/>
              <a:t>8-  DIEU MARCHERA DEVANT AU SON DE LA TROMPETTE 
9-  ET AUX CRIS DES ANGES DU SEIGNEUR 
10-  LE SEIGNEUR SERA ROI SUR TOUTE CETTE TERRE 
11-  ADONAÏ ECHAD 
</a:t>
            </a:r>
          </a:p>
          <a:p>
            <a:r>
              <a:rPr lang="fr-FR" smtClean="0"/>
              <a:t>	12-  JE SUIS ZÉLÉ POUR SION JE SUIS ZÉLÉ POUR SION 
	13-  JE SUIS ZÉLÉ POUR SION J’HABITERAI JÉRUSALEM 
</a:t>
            </a:r>
          </a:p>
          <a:p>
            <a:r>
              <a:rPr lang="fr-FR" smtClean="0"/>
              <a:t>14-  KIN'ATI LETZIYON KIN'ATI LETZIYON 
15-  KIN'ATI LETZIYON J’HABITERAI JÉRUSALEM 
</a:t>
            </a:r>
          </a:p>
          <a:p>
            <a:r>
              <a:rPr lang="fr-FR" smtClean="0"/>
              <a:t>16-  ET IL PARAÎTRA FIDÈLE ET VRAI IL JUGERA ET FERA LA GUERRE 
17-  SES YEUX SONT UN FEU SA LANGUE UNE ÉPÉE 
18-  LE LION DE JUDA RUGIRA 
</a:t>
            </a:r>
          </a:p>
          <a:p>
            <a:r>
              <a:rPr lang="fr-FR" smtClean="0"/>
              <a:t>	19-  JE SUIS ZÉLÉ POUR SION JE SUIS ZÉLÉ POUR SION 
	20-  JE SUIS ZÉLÉ POUR SION J’HABITERAI JÉRUSALEM 
</a:t>
            </a:r>
          </a:p>
          <a:p>
            <a:r>
              <a:rPr lang="fr-FR" smtClean="0"/>
              <a:t>21-  KIN'ATI LETZIYON KIN'ATI LETZIYON 
22-  KIN'ATI LETZIYON J’HABITERAI JÉRUSALEM 
</a:t>
            </a:r>
          </a:p>
          <a:p>
            <a:r>
              <a:rPr lang="fr-FR" smtClean="0"/>
              <a:t>23-  J’HABITERAI JÉRUSALEM 
</a:t>
            </a:r>
          </a:p>
        </p:txBody>
      </p:sp>
    </p:spTree>
    <p:extLst>
      <p:ext uri="{BB962C8B-B14F-4D97-AF65-F5344CB8AC3E}">
        <p14:creationId xmlns:p14="http://schemas.microsoft.com/office/powerpoint/2010/main" xmlns="" val="39080110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5CC59E-7D1E-4F01-9F56-5E381E9D621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7821F4-FCF3-4E59-99F6-41BA84B2C09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240ECE-20E6-4946-A7EF-79E7396C5CD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8BC1BB-849D-43A7-B866-1CB92D567A4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EC5B45-4095-4228-BDBC-2A564303231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1E1DA2-E99B-4B4C-9271-FCE4A8903E4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0BA51E-E4AE-4097-89B8-F79FBA162A8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B32D6D-9D18-4971-9E34-6BC0833C02B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D728AC-FBA5-4A8B-8058-AB296DE2A77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3DB35A-6AB0-4873-B73C-8E6E224E5D0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3231ED-B4C7-4F0B-A493-3E9A104EEE7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D7AEA990-3CAF-4C04-AF86-A9B781D94F8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SUIS ZÉLÉ POUR SION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SUIS ZÉLÉ POUR SION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SUIS ZÉLÉ POUR SION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J’HABITERAI JÉRUSALEM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3164528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ON L’APPELLERA CITÉ DE VÉRITÉ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 MONTAGNE DU SEIGNEUR DES CIEUX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13724082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HAR HAKADOSH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CAR AINSI DIT LE SEIGNEUR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12794742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« JE SAUVERAI MON PEUPLE »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13653080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SUIS ZÉLÉ POUR SION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SUIS ZÉLÉ POUR SION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3765436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SUIS ZÉLÉ POUR SION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J’HABITERAI JÉRUSALEM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3296920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DIEU MARCHERA DEVANT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AU SON DE LA TROMPETTE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3557838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AUX CRIS DES ANGES DU SEIGNEUR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4718978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SEIGNEUR SERA ROI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SUR TOUTE CETTE TERRE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3395958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ADONAÏ ECHAD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1024689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SUIS ZÉLÉ POUR SION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SUIS ZÉLÉ POUR SION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447923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SUIS ZÉLÉ POUR SION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J’HABITERAI JÉRUSALEM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3673949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KIN'ATI LETZIYON</a:t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KIN'ATI LETZIYON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124002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KIN'ATI LETZIYON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J’HABITERAI </a:t>
            </a: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JÉRUSALEM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4114639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IL PARAÎTRA FIDÈLE ET VRAI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JUGERA ET FERA LA GUERRE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3681171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SES YEUX SONT UN FEU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SA LANGUE UNE ÉPÉE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2088519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LION DE JUDA RUGIRA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42081429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SUIS ZÉLÉ POUR SION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SUIS ZÉLÉ POUR SION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784814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SUIS ZÉLÉ POUR SION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J’HABITERAI JÉRUSALEM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3532058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KIN'ATI LETZIYON</a:t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KIN'ATI LETZIYON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258397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KIN'ATI LETZIYON</a:t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J’HABITERAI JÉRUSALEM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16346096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J’HABITERAI  JÉRUSALEM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22096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1592</TotalTime>
  <Words>150</Words>
  <Application>Microsoft Office PowerPoint</Application>
  <PresentationFormat>Affichage à l'écran (4:3)</PresentationFormat>
  <Paragraphs>498</Paragraphs>
  <Slides>23</Slides>
  <Notes>23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23</vt:i4>
      </vt:variant>
    </vt:vector>
  </HeadingPairs>
  <TitlesOfParts>
    <vt:vector size="24" baseType="lpstr"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  <vt:lpstr>Diapositive 19</vt:lpstr>
      <vt:lpstr>Diapositive 20</vt:lpstr>
      <vt:lpstr>Diapositive 21</vt:lpstr>
      <vt:lpstr>Diapositive 22</vt:lpstr>
      <vt:lpstr>Diapositive 23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Incrustations_NT</cp:lastModifiedBy>
  <cp:revision>172</cp:revision>
  <dcterms:created xsi:type="dcterms:W3CDTF">2002-08-17T10:50:50Z</dcterms:created>
  <dcterms:modified xsi:type="dcterms:W3CDTF">2018-12-29T14:44:57Z</dcterms:modified>
</cp:coreProperties>
</file>