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73" r:id="rId2"/>
    <p:sldId id="289" r:id="rId3"/>
    <p:sldId id="288" r:id="rId4"/>
    <p:sldId id="287" r:id="rId5"/>
    <p:sldId id="286" r:id="rId6"/>
    <p:sldId id="285" r:id="rId7"/>
    <p:sldId id="284" r:id="rId8"/>
    <p:sldId id="283" r:id="rId9"/>
    <p:sldId id="282" r:id="rId10"/>
    <p:sldId id="281" r:id="rId11"/>
    <p:sldId id="280" r:id="rId12"/>
    <p:sldId id="278" r:id="rId13"/>
    <p:sldId id="277" r:id="rId14"/>
    <p:sldId id="276" r:id="rId15"/>
    <p:sldId id="275" r:id="rId16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28A4"/>
    <a:srgbClr val="DF9245"/>
    <a:srgbClr val="CB69CD"/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3600" autoAdjust="0"/>
    <p:restoredTop sz="40367" autoAdjust="0"/>
  </p:normalViewPr>
  <p:slideViewPr>
    <p:cSldViewPr>
      <p:cViewPr varScale="1">
        <p:scale>
          <a:sx n="26" d="100"/>
          <a:sy n="26" d="100"/>
        </p:scale>
        <p:origin x="-816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2DBCF637-A6AD-4758-8371-19EDEFB4AAE6}" type="datetimeFigureOut">
              <a:rPr lang="fr-FR"/>
              <a:pPr>
                <a:defRPr/>
              </a:pPr>
              <a:t>30/12/2018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5B516598-CD51-4708-99B5-B31EE0152903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DANS LES DÉSERTS OU MERS PROFONDES 
2-  LE TROUBLE NOUS MET À GENOU 
3-  TU ES LÀ INFINIMENT TU ES NOTRE CHANT 
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4-  TU ES BON, TU ES BON 
	5-  TON AMOUR EST GRAND TON AMOUR DURE 
	6-  A TRAVERS TOUT NOS CŒURS SONT SURE 
	7-  QUE TU ES BON, À JAMAIS BON 
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 DANS LE NOIR LES JOURS TROUBLÉS 
9-  LES PEURS SE LÈVENT NOUS NE CRAIGNONS PAS 
10-  TU NE CHANGES JAMAIS DANS TOUTE L’ÉTERNITÉ 
11-  C’EST QUI TU ES NOUS TE CHANTONS 
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 GÉNÉRATION EN GÉNÉRATION TU ES NOTRE ESPÉRANCE 
13-  ET NOTRE SALUT NOUS CHANTONS AVEC LE CIEL 
14-  ET TOUTE LA CRÉATION NOUS NE SOMMES PAS SEULS ICI 
15-  NI ABANDONNÉS </a:t>
            </a: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DANS LES DÉSERTS OU MERS PROFONDES 
2-  LE TROUBLE NOUS MET À GENOU 
3-  TU ES LÀ INFINIMENT TU ES NOTRE CHANT 
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	4-  TU ES BON, TU ES BON 
	5-  TON AMOUR EST GRAND TON AMOUR DURE 
	6-  A TRAVERS TOUT NOS CŒURS SONT SURE 
	7-  QUE TU ES BON, À JAMAIS BON 
</a:t>
            </a:r>
          </a:p>
          <a:p>
            <a:r>
              <a:rPr lang="fr-FR" smtClean="0"/>
              <a:t>8-  DANS LE NOIR LES JOURS TROUBLÉS 
9-  LES PEURS SE LÈVENT NOUS NE CRAIGNONS PAS 
10-  TU NE CHANGES JAMAIS DANS TOUTE L’ÉTERNITÉ 
11-  C’EST QUI TU ES NOUS TE CHANTONS 
</a:t>
            </a:r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DE GÉNÉRATION EN GÉNÉRATION TU ES NOTRE ESPÉRANCE 
13-  ET NOTRE SALUT NOUS CHANTONS AVEC LE CIEL 
14-  ET TOUTE LA CRÉATION NOUS NE SOMMES PAS SEULS ICI 
15-  NI ABANDONNÉS </a:t>
            </a:r>
          </a:p>
          <a:p>
            <a:endParaRPr lang="fr-FR" smtClean="0"/>
          </a:p>
          <a:p>
            <a:r>
              <a:rPr lang="fr-FR" smtClean="0"/>
              <a:t>	Refrain:
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DANS LES DÉSERTS OU MERS PROFONDES 
2-  LE TROUBLE NOUS MET À GENOU 
3-  TU ES LÀ INFINIMENT TU ES NOTRE CHANT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4-  TU ES BON, TU ES BON 
	5-  TON AMOUR EST GRAND TON AMOUR DURE 
	6-  A TRAVERS TOUT NOS CŒURS SONT SURE 
	7-  QUE TU ES BON, À JAMAIS BON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 DANS LE NOIR LES JOURS TROUBLÉS 
9-  LES PEURS SE LÈVENT NOUS NE CRAIGNONS PAS 
10-  TU NE CHANGES JAMAIS DANS TOUTE L’ÉTERNITÉ 
11-  C’EST QUI TU ES NOUS TE CHANTONS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 GÉNÉRATION EN GÉNÉRATION TU ES NOTRE ESPÉRANCE 
13-  ET NOTRE SALUT NOUS CHANTONS AVEC LE CIEL 
14-  ET TOUTE LA CRÉATION NOUS NE SOMMES PAS SEULS ICI 
15-  NI ABANDONNÉS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DANS LES DÉSERTS OU MERS PROFONDES 
2-  LE TROUBLE NOUS MET À GENOU 
3-  TU ES LÀ INFINIMENT TU ES NOTRE CHANT 
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	4-  TU ES BON, TU ES BON 
	5-  TON AMOUR EST GRAND TON AMOUR DURE 
	6-  A TRAVERS TOUT NOS CŒURS SONT SURE 
	7-  QUE TU ES BON, À JAMAIS BON 
</a:t>
            </a:r>
          </a:p>
          <a:p>
            <a:r>
              <a:rPr lang="fr-FR" smtClean="0"/>
              <a:t>8-  DANS LE NOIR LES JOURS TROUBLÉS 
9-  LES PEURS SE LÈVENT NOUS NE CRAIGNONS PAS 
10-  TU NE CHANGES JAMAIS DANS TOUTE L’ÉTERNITÉ 
11-  C’EST QUI TU ES NOUS TE CHANTONS 
</a:t>
            </a:r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DE GÉNÉRATION EN GÉNÉRATION TU ES NOTRE ESPÉRANCE 
13-  ET NOTRE SALUT NOUS CHANTONS AVEC LE CIEL 
14-  ET TOUTE LA CRÉATION NOUS NE SOMMES PAS SEULS ICI 
15-  NI ABANDONNÉS </a:t>
            </a:r>
          </a:p>
          <a:p>
            <a:endParaRPr lang="fr-FR" smtClean="0"/>
          </a:p>
          <a:p>
            <a:r>
              <a:rPr lang="fr-FR" smtClean="0"/>
              <a:t>	Refrain:
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DANS LES DÉSERTS OU MERS PROFONDES 
2-  LE TROUBLE NOUS MET À GENOU 
3-  TU ES LÀ INFINIMENT TU ES NOTRE CHANT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4-  TU ES BON, TU ES BON 
	5-  TON AMOUR EST GRAND TON AMOUR DURE 
	6-  A TRAVERS TOUT NOS CŒURS SONT SURE 
	7-  QUE TU ES BON, À JAMAIS BON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 DANS LE NOIR LES JOURS TROUBLÉS 
9-  LES PEURS SE LÈVENT NOUS NE CRAIGNONS PAS 
10-  TU NE CHANGES JAMAIS DANS TOUTE L’ÉTERNITÉ 
11-  C’EST QUI TU ES NOUS TE CHANTONS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 GÉNÉRATION EN GÉNÉRATION TU ES NOTRE ESPÉRANCE 
13-  ET NOTRE SALUT NOUS CHANTONS AVEC LE CIEL 
14-  ET TOUTE LA CRÉATION NOUS NE SOMMES PAS SEULS ICI 
15-  NI ABANDONNÉS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DANS LES DÉSERTS OU MERS PROFONDES 
2-  LE TROUBLE NOUS MET À GENOU 
3-  TU ES LÀ INFINIMENT TU ES NOTRE CHANT 
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	4-  TU ES BON, TU ES BON 
	5-  TON AMOUR EST GRAND TON AMOUR DURE 
	6-  A TRAVERS TOUT NOS CŒURS SONT SURE 
	7-  QUE TU ES BON, À JAMAIS BON 
</a:t>
            </a:r>
          </a:p>
          <a:p>
            <a:r>
              <a:rPr lang="fr-FR" smtClean="0"/>
              <a:t>8-  DANS LE NOIR LES JOURS TROUBLÉS 
9-  LES PEURS SE LÈVENT NOUS NE CRAIGNONS PAS 
10-  TU NE CHANGES JAMAIS DANS TOUTE L’ÉTERNITÉ 
11-  C’EST QUI TU ES NOUS TE CHANTONS 
</a:t>
            </a:r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DE GÉNÉRATION EN GÉNÉRATION TU ES NOTRE ESPÉRANCE 
13-  ET NOTRE SALUT NOUS CHANTONS AVEC LE CIEL 
14-  ET TOUTE LA CRÉATION NOUS NE SOMMES PAS SEULS ICI 
15-  NI ABANDONNÉS </a:t>
            </a:r>
          </a:p>
          <a:p>
            <a:endParaRPr lang="fr-FR" smtClean="0"/>
          </a:p>
          <a:p>
            <a:r>
              <a:rPr lang="fr-FR" smtClean="0"/>
              <a:t>	Refrain:
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DANS LES DÉSERTS OU MERS PROFONDES 
2-  LE TROUBLE NOUS MET À GENOU 
3-  TU ES LÀ INFINIMENT TU ES NOTRE CHANT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4-  TU ES BON, TU ES BON 
	5-  TON AMOUR EST GRAND TON AMOUR DURE 
	6-  A TRAVERS TOUT NOS CŒURS SONT SURE 
	7-  QUE TU ES BON, À JAMAIS BON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 DANS LE NOIR LES JOURS TROUBLÉS 
9-  LES PEURS SE LÈVENT NOUS NE CRAIGNONS PAS 
10-  TU NE CHANGES JAMAIS DANS TOUTE L’ÉTERNITÉ 
11-  C’EST QUI TU ES NOUS TE CHANTONS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 GÉNÉRATION EN GÉNÉRATION TU ES NOTRE ESPÉRANCE 
13-  ET NOTRE SALUT NOUS CHANTONS AVEC LE CIEL 
14-  ET TOUTE LA CRÉATION NOUS NE SOMMES PAS SEULS ICI 
15-  NI ABANDONNÉS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DANS LES DÉSERTS OU MERS PROFONDES 
2-  LE TROUBLE NOUS MET À GENOU 
3-  TU ES LÀ INFINIMENT TU ES NOTRE CHANT 
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	4-  TU ES BON, TU ES BON 
	5-  TON AMOUR EST GRAND TON AMOUR DURE 
	6-  A TRAVERS TOUT NOS CŒURS SONT SURE 
	7-  QUE TU ES BON, À JAMAIS BON 
</a:t>
            </a:r>
          </a:p>
          <a:p>
            <a:r>
              <a:rPr lang="fr-FR" smtClean="0"/>
              <a:t>8-  DANS LE NOIR LES JOURS TROUBLÉS 
9-  LES PEURS SE LÈVENT NOUS NE CRAIGNONS PAS 
10-  TU NE CHANGES JAMAIS DANS TOUTE L’ÉTERNITÉ 
11-  C’EST QUI TU ES NOUS TE CHANTONS 
</a:t>
            </a:r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DE GÉNÉRATION EN GÉNÉRATION TU ES NOTRE ESPÉRANCE 
13-  ET NOTRE SALUT NOUS CHANTONS AVEC LE CIEL 
14-  ET TOUTE LA CRÉATION NOUS NE SOMMES PAS SEULS ICI 
15-  NI ABANDONNÉS </a:t>
            </a:r>
          </a:p>
          <a:p>
            <a:endParaRPr lang="fr-FR" smtClean="0"/>
          </a:p>
          <a:p>
            <a:r>
              <a:rPr lang="fr-FR" smtClean="0"/>
              <a:t>	Refrain:
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DANS LES DÉSERTS OU MERS PROFONDES 
2-  LE TROUBLE NOUS MET À GENOU 
3-  TU ES LÀ INFINIMENT TU ES NOTRE CHANT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4-  TU ES BON, TU ES BON 
	5-  TON AMOUR EST GRAND TON AMOUR DURE 
	6-  A TRAVERS TOUT NOS CŒURS SONT SURE 
	7-  QUE TU ES BON, À JAMAIS BON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 DANS LE NOIR LES JOURS TROUBLÉS 
9-  LES PEURS SE LÈVENT NOUS NE CRAIGNONS PAS 
10-  TU NE CHANGES JAMAIS DANS TOUTE L’ÉTERNITÉ 
11-  C’EST QUI TU ES NOUS TE CHANTONS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 GÉNÉRATION EN GÉNÉRATION TU ES NOTRE ESPÉRANCE 
13-  ET NOTRE SALUT NOUS CHANTONS AVEC LE CIEL 
14-  ET TOUTE LA CRÉATION NOUS NE SOMMES PAS SEULS ICI 
15-  NI ABANDONNÉS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DANS LES DÉSERTS OU MERS PROFONDES 
2-  LE TROUBLE NOUS MET À GENOU 
3-  TU ES LÀ INFINIMENT TU ES NOTRE CHANT 
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	4-  TU ES BON, TU ES BON 
	5-  TON AMOUR EST GRAND TON AMOUR DURE 
	6-  A TRAVERS TOUT NOS CŒURS SONT SURE 
	7-  QUE TU ES BON, À JAMAIS BON 
</a:t>
            </a:r>
          </a:p>
          <a:p>
            <a:r>
              <a:rPr lang="fr-FR" smtClean="0"/>
              <a:t>8-  DANS LE NOIR LES JOURS TROUBLÉS 
9-  LES PEURS SE LÈVENT NOUS NE CRAIGNONS PAS 
10-  TU NE CHANGES JAMAIS DANS TOUTE L’ÉTERNITÉ 
11-  C’EST QUI TU ES NOUS TE CHANTONS 
</a:t>
            </a:r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DE GÉNÉRATION EN GÉNÉRATION TU ES NOTRE ESPÉRANCE 
13-  ET NOTRE SALUT NOUS CHANTONS AVEC LE CIEL 
14-  ET TOUTE LA CRÉATION NOUS NE SOMMES PAS SEULS ICI 
15-  NI ABANDONNÉS </a:t>
            </a:r>
          </a:p>
          <a:p>
            <a:endParaRPr lang="fr-FR" smtClean="0"/>
          </a:p>
          <a:p>
            <a:r>
              <a:rPr lang="fr-FR" smtClean="0"/>
              <a:t>	Refrain:
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DANS LES DÉSERTS OU MERS PROFONDES 
2-  LE TROUBLE NOUS MET À GENOU 
3-  TU ES LÀ INFINIMENT TU ES NOTRE CHANT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4-  TU ES BON, TU ES BON 
	5-  TON AMOUR EST GRAND TON AMOUR DURE 
	6-  A TRAVERS TOUT NOS CŒURS SONT SURE 
	7-  QUE TU ES BON, À JAMAIS BON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 DANS LE NOIR LES JOURS TROUBLÉS 
9-  LES PEURS SE LÈVENT NOUS NE CRAIGNONS PAS 
10-  TU NE CHANGES JAMAIS DANS TOUTE L’ÉTERNITÉ 
11-  C’EST QUI TU ES NOUS TE CHANTONS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 GÉNÉRATION EN GÉNÉRATION TU ES NOTRE ESPÉRANCE 
13-  ET NOTRE SALUT NOUS CHANTONS AVEC LE CIEL 
14-  ET TOUTE LA CRÉATION NOUS NE SOMMES PAS SEULS ICI 
15-  NI ABANDONNÉS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DANS LES DÉSERTS OU MERS PROFONDES 
2-  LE TROUBLE NOUS MET À GENOU 
3-  TU ES LÀ INFINIMENT TU ES NOTRE CHANT 
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	4-  TU ES BON, TU ES BON 
	5-  TON AMOUR EST GRAND TON AMOUR DURE 
	6-  A TRAVERS TOUT NOS CŒURS SONT SURE 
	7-  QUE TU ES BON, À JAMAIS BON 
</a:t>
            </a:r>
          </a:p>
          <a:p>
            <a:r>
              <a:rPr lang="fr-FR" smtClean="0"/>
              <a:t>8-  DANS LE NOIR LES JOURS TROUBLÉS 
9-  LES PEURS SE LÈVENT NOUS NE CRAIGNONS PAS 
10-  TU NE CHANGES JAMAIS DANS TOUTE L’ÉTERNITÉ 
11-  C’EST QUI TU ES NOUS TE CHANTONS 
</a:t>
            </a:r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DE GÉNÉRATION EN GÉNÉRATION TU ES NOTRE ESPÉRANCE 
13-  ET NOTRE SALUT NOUS CHANTONS AVEC LE CIEL 
14-  ET TOUTE LA CRÉATION NOUS NE SOMMES PAS SEULS ICI 
15-  NI ABANDONNÉS </a:t>
            </a:r>
          </a:p>
          <a:p>
            <a:endParaRPr lang="fr-FR" smtClean="0"/>
          </a:p>
          <a:p>
            <a:r>
              <a:rPr lang="fr-FR" smtClean="0"/>
              <a:t>	Refrain:
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DANS LES DÉSERTS OU MERS PROFONDES 
2-  LE TROUBLE NOUS MET À GENOU 
3-  TU ES LÀ INFINIMENT TU ES NOTRE CHANT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4-  TU ES BON, TU ES BON 
	5-  TON AMOUR EST GRAND TON AMOUR DURE 
	6-  A TRAVERS TOUT NOS CŒURS SONT SURE 
	7-  QUE TU ES BON, À JAMAIS BON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 DANS LE NOIR LES JOURS TROUBLÉS 
9-  LES PEURS SE LÈVENT NOUS NE CRAIGNONS PAS 
10-  TU NE CHANGES JAMAIS DANS TOUTE L’ÉTERNITÉ 
11-  C’EST QUI TU ES NOUS TE CHANTONS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 GÉNÉRATION EN GÉNÉRATION TU ES NOTRE ESPÉRANCE 
13-  ET NOTRE SALUT NOUS CHANTONS AVEC LE CIEL 
14-  ET TOUTE LA CRÉATION NOUS NE SOMMES PAS SEULS ICI 
15-  NI ABANDONNÉS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DANS LES DÉSERTS OU MERS PROFONDES 
2-  LE TROUBLE NOUS MET À GENOU 
3-  TU ES LÀ INFINIMENT TU ES NOTRE CHANT 
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	4-  TU ES BON, TU ES BON 
	5-  TON AMOUR EST GRAND TON AMOUR DURE 
	6-  A TRAVERS TOUT NOS CŒURS SONT SURE 
	7-  QUE TU ES BON, À JAMAIS BON 
</a:t>
            </a:r>
          </a:p>
          <a:p>
            <a:r>
              <a:rPr lang="fr-FR" smtClean="0"/>
              <a:t>8-  DANS LE NOIR LES JOURS TROUBLÉS 
9-  LES PEURS SE LÈVENT NOUS NE CRAIGNONS PAS 
10-  TU NE CHANGES JAMAIS DANS TOUTE L’ÉTERNITÉ 
11-  C’EST QUI TU ES NOUS TE CHANTONS 
</a:t>
            </a:r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DE GÉNÉRATION EN GÉNÉRATION TU ES NOTRE ESPÉRANCE 
13-  ET NOTRE SALUT NOUS CHANTONS AVEC LE CIEL 
14-  ET TOUTE LA CRÉATION NOUS NE SOMMES PAS SEULS ICI 
15-  NI ABANDONNÉS </a:t>
            </a:r>
          </a:p>
          <a:p>
            <a:endParaRPr lang="fr-FR" smtClean="0"/>
          </a:p>
          <a:p>
            <a:r>
              <a:rPr lang="fr-FR" smtClean="0"/>
              <a:t>	Refrain:
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DANS LES DÉSERTS OU MERS PROFONDES 
2-  LE TROUBLE NOUS MET À GENOU 
3-  TU ES LÀ INFINIMENT TU ES NOTRE CHANT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4-  TU ES BON, TU ES BON 
	5-  TON AMOUR EST GRAND TON AMOUR DURE 
	6-  A TRAVERS TOUT NOS CŒURS SONT SURE 
	7-  QUE TU ES BON, À JAMAIS BON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 DANS LE NOIR LES JOURS TROUBLÉS 
9-  LES PEURS SE LÈVENT NOUS NE CRAIGNONS PAS 
10-  TU NE CHANGES JAMAIS DANS TOUTE L’ÉTERNITÉ 
11-  C’EST QUI TU ES NOUS TE CHANTONS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 GÉNÉRATION EN GÉNÉRATION TU ES NOTRE ESPÉRANCE 
13-  ET NOTRE SALUT NOUS CHANTONS AVEC LE CIEL 
14-  ET TOUTE LA CRÉATION NOUS NE SOMMES PAS SEULS ICI 
15-  NI ABANDONNÉS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DANS LES DÉSERTS OU MERS PROFONDES 
2-  LE TROUBLE NOUS MET À GENOU 
3-  TU ES LÀ INFINIMENT TU ES NOTRE CHANT 
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	4-  TU ES BON, TU ES BON 
	5-  TON AMOUR EST GRAND TON AMOUR DURE 
	6-  A TRAVERS TOUT NOS CŒURS SONT SURE 
	7-  QUE TU ES BON, À JAMAIS BON 
</a:t>
            </a:r>
          </a:p>
          <a:p>
            <a:r>
              <a:rPr lang="fr-FR" smtClean="0"/>
              <a:t>8-  DANS LE NOIR LES JOURS TROUBLÉS 
9-  LES PEURS SE LÈVENT NOUS NE CRAIGNONS PAS 
10-  TU NE CHANGES JAMAIS DANS TOUTE L’ÉTERNITÉ 
11-  C’EST QUI TU ES NOUS TE CHANTONS 
</a:t>
            </a:r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DE GÉNÉRATION EN GÉNÉRATION TU ES NOTRE ESPÉRANCE 
13-  ET NOTRE SALUT NOUS CHANTONS AVEC LE CIEL 
14-  ET TOUTE LA CRÉATION NOUS NE SOMMES PAS SEULS ICI 
15-  NI ABANDONNÉS </a:t>
            </a:r>
          </a:p>
          <a:p>
            <a:endParaRPr lang="fr-FR" smtClean="0"/>
          </a:p>
          <a:p>
            <a:r>
              <a:rPr lang="fr-FR" smtClean="0"/>
              <a:t>	Refrain:
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DANS LES DÉSERTS OU MERS PROFONDES 
2-  LE TROUBLE NOUS MET À GENOU 
3-  TU ES LÀ INFINIMENT TU ES NOTRE CHANT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4-  TU ES BON, TU ES BON 
	5-  TON AMOUR EST GRAND TON AMOUR DURE 
	6-  A TRAVERS TOUT NOS CŒURS SONT SURE 
	7-  QUE TU ES BON, À JAMAIS BON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 DANS LE NOIR LES JOURS TROUBLÉS 
9-  LES PEURS SE LÈVENT NOUS NE CRAIGNONS PAS 
10-  TU NE CHANGES JAMAIS DANS TOUTE L’ÉTERNITÉ 
11-  C’EST QUI TU ES NOUS TE CHANTONS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 GÉNÉRATION EN GÉNÉRATION TU ES NOTRE ESPÉRANCE 
13-  ET NOTRE SALUT NOUS CHANTONS AVEC LE CIEL 
14-  ET TOUTE LA CRÉATION NOUS NE SOMMES PAS SEULS ICI 
15-  NI ABANDONNÉS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DANS LES DÉSERTS OU MERS PROFONDES 
2-  LE TROUBLE NOUS MET À GENOU 
3-  TU ES LÀ INFINIMENT TU ES NOTRE CHANT 
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	4-  TU ES BON, TU ES BON 
	5-  TON AMOUR EST GRAND TON AMOUR DURE 
	6-  A TRAVERS TOUT NOS CŒURS SONT SURE 
	7-  QUE TU ES BON, À JAMAIS BON 
</a:t>
            </a:r>
          </a:p>
          <a:p>
            <a:r>
              <a:rPr lang="fr-FR" smtClean="0"/>
              <a:t>8-  DANS LE NOIR LES JOURS TROUBLÉS 
9-  LES PEURS SE LÈVENT NOUS NE CRAIGNONS PAS 
10-  TU NE CHANGES JAMAIS DANS TOUTE L’ÉTERNITÉ 
11-  C’EST QUI TU ES NOUS TE CHANTONS 
</a:t>
            </a:r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DE GÉNÉRATION EN GÉNÉRATION TU ES NOTRE ESPÉRANCE 
13-  ET NOTRE SALUT NOUS CHANTONS AVEC LE CIEL 
14-  ET TOUTE LA CRÉATION NOUS NE SOMMES PAS SEULS ICI 
15-  NI ABANDONNÉS </a:t>
            </a:r>
          </a:p>
          <a:p>
            <a:endParaRPr lang="fr-FR" smtClean="0"/>
          </a:p>
          <a:p>
            <a:r>
              <a:rPr lang="fr-FR" smtClean="0"/>
              <a:t>	Refrain:
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DANS LES DÉSERTS OU MERS PROFONDES 
2-  LE TROUBLE NOUS MET À GENOU 
3-  TU ES LÀ INFINIMENT TU ES NOTRE CHANT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4-  TU ES BON, TU ES BON 
	5-  TON AMOUR EST GRAND TON AMOUR DURE 
	6-  A TRAVERS TOUT NOS CŒURS SONT SURE 
	7-  QUE TU ES BON, À JAMAIS BON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 DANS LE NOIR LES JOURS TROUBLÉS 
9-  LES PEURS SE LÈVENT NOUS NE CRAIGNONS PAS 
10-  TU NE CHANGES JAMAIS DANS TOUTE L’ÉTERNITÉ 
11-  C’EST QUI TU ES NOUS TE CHANTONS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 GÉNÉRATION EN GÉNÉRATION TU ES NOTRE ESPÉRANCE 
13-  ET NOTRE SALUT NOUS CHANTONS AVEC LE CIEL 
14-  ET TOUTE LA CRÉATION NOUS NE SOMMES PAS SEULS ICI 
15-  NI ABANDONNÉS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DANS LES DÉSERTS OU MERS PROFONDES 
2-  LE TROUBLE NOUS MET À GENOU 
3-  TU ES LÀ INFINIMENT TU ES NOTRE CHANT 
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	4-  TU ES BON, TU ES BON 
	5-  TON AMOUR EST GRAND TON AMOUR DURE 
	6-  A TRAVERS TOUT NOS CŒURS SONT SURE 
	7-  QUE TU ES BON, À JAMAIS BON 
</a:t>
            </a:r>
          </a:p>
          <a:p>
            <a:r>
              <a:rPr lang="fr-FR" smtClean="0"/>
              <a:t>8-  DANS LE NOIR LES JOURS TROUBLÉS 
9-  LES PEURS SE LÈVENT NOUS NE CRAIGNONS PAS 
10-  TU NE CHANGES JAMAIS DANS TOUTE L’ÉTERNITÉ 
11-  C’EST QUI TU ES NOUS TE CHANTONS 
</a:t>
            </a:r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DE GÉNÉRATION EN GÉNÉRATION TU ES NOTRE ESPÉRANCE 
13-  ET NOTRE SALUT NOUS CHANTONS AVEC LE CIEL 
14-  ET TOUTE LA CRÉATION NOUS NE SOMMES PAS SEULS ICI 
15-  NI ABANDONNÉS </a:t>
            </a:r>
          </a:p>
          <a:p>
            <a:endParaRPr lang="fr-FR" smtClean="0"/>
          </a:p>
          <a:p>
            <a:r>
              <a:rPr lang="fr-FR" smtClean="0"/>
              <a:t>	Refrain:
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DANS LES DÉSERTS OU MERS PROFONDES 
2-  LE TROUBLE NOUS MET À GENOU 
3-  TU ES LÀ INFINIMENT TU ES NOTRE CHANT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4-  TU ES BON, TU ES BON 
	5-  TON AMOUR EST GRAND TON AMOUR DURE 
	6-  A TRAVERS TOUT NOS CŒURS SONT SURE 
	7-  QUE TU ES BON, À JAMAIS BON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 DANS LE NOIR LES JOURS TROUBLÉS 
9-  LES PEURS SE LÈVENT NOUS NE CRAIGNONS PAS 
10-  TU NE CHANGES JAMAIS DANS TOUTE L’ÉTERNITÉ 
11-  C’EST QUI TU ES NOUS TE CHANTONS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 GÉNÉRATION EN GÉNÉRATION TU ES NOTRE ESPÉRANCE 
13-  ET NOTRE SALUT NOUS CHANTONS AVEC LE CIEL 
14-  ET TOUTE LA CRÉATION NOUS NE SOMMES PAS SEULS ICI 
15-  NI ABANDONNÉS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DANS LES DÉSERTS OU MERS PROFONDES 
2-  LE TROUBLE NOUS MET À GENOU 
3-  TU ES LÀ INFINIMENT TU ES NOTRE CHANT 
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	4-  TU ES BON, TU ES BON 
	5-  TON AMOUR EST GRAND TON AMOUR DURE 
	6-  A TRAVERS TOUT NOS CŒURS SONT SURE 
	7-  QUE TU ES BON, À JAMAIS BON 
</a:t>
            </a:r>
          </a:p>
          <a:p>
            <a:r>
              <a:rPr lang="fr-FR" smtClean="0"/>
              <a:t>8-  DANS LE NOIR LES JOURS TROUBLÉS 
9-  LES PEURS SE LÈVENT NOUS NE CRAIGNONS PAS 
10-  TU NE CHANGES JAMAIS DANS TOUTE L’ÉTERNITÉ 
11-  C’EST QUI TU ES NOUS TE CHANTONS 
</a:t>
            </a:r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DE GÉNÉRATION EN GÉNÉRATION TU ES NOTRE ESPÉRANCE 
13-  ET NOTRE SALUT NOUS CHANTONS AVEC LE CIEL 
14-  ET TOUTE LA CRÉATION NOUS NE SOMMES PAS SEULS ICI 
15-  NI ABANDONNÉS </a:t>
            </a:r>
          </a:p>
          <a:p>
            <a:endParaRPr lang="fr-FR" smtClean="0"/>
          </a:p>
          <a:p>
            <a:r>
              <a:rPr lang="fr-FR" smtClean="0"/>
              <a:t>	Refrain:
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DANS LES DÉSERTS OU MERS PROFONDES 
2-  LE TROUBLE NOUS MET À GENOU 
3-  TU ES LÀ INFINIMENT TU ES NOTRE CHANT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4-  TU ES BON, TU ES BON 
	5-  TON AMOUR EST GRAND TON AMOUR DURE 
	6-  A TRAVERS TOUT NOS CŒURS SONT SURE 
	7-  QUE TU ES BON, À JAMAIS BON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 DANS LE NOIR LES JOURS TROUBLÉS 
9-  LES PEURS SE LÈVENT NOUS NE CRAIGNONS PAS 
10-  TU NE CHANGES JAMAIS DANS TOUTE L’ÉTERNITÉ 
11-  C’EST QUI TU ES NOUS TE CHANTONS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 GÉNÉRATION EN GÉNÉRATION TU ES NOTRE ESPÉRANCE 
13-  ET NOTRE SALUT NOUS CHANTONS AVEC LE CIEL 
14-  ET TOUTE LA CRÉATION NOUS NE SOMMES PAS SEULS ICI 
15-  NI ABANDONNÉS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DANS LES DÉSERTS OU MERS PROFONDES 
2-  LE TROUBLE NOUS MET À GENOU 
3-  TU ES LÀ INFINIMENT TU ES NOTRE CHANT 
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	4-  TU ES BON, TU ES BON 
	5-  TON AMOUR EST GRAND TON AMOUR DURE 
	6-  A TRAVERS TOUT NOS CŒURS SONT SURE 
	7-  QUE TU ES BON, À JAMAIS BON 
</a:t>
            </a:r>
          </a:p>
          <a:p>
            <a:r>
              <a:rPr lang="fr-FR" smtClean="0"/>
              <a:t>8-  DANS LE NOIR LES JOURS TROUBLÉS 
9-  LES PEURS SE LÈVENT NOUS NE CRAIGNONS PAS 
10-  TU NE CHANGES JAMAIS DANS TOUTE L’ÉTERNITÉ 
11-  C’EST QUI TU ES NOUS TE CHANTONS 
</a:t>
            </a:r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DE GÉNÉRATION EN GÉNÉRATION TU ES NOTRE ESPÉRANCE 
13-  ET NOTRE SALUT NOUS CHANTONS AVEC LE CIEL 
14-  ET TOUTE LA CRÉATION NOUS NE SOMMES PAS SEULS ICI 
15-  NI ABANDONNÉS </a:t>
            </a:r>
          </a:p>
          <a:p>
            <a:endParaRPr lang="fr-FR" smtClean="0"/>
          </a:p>
          <a:p>
            <a:r>
              <a:rPr lang="fr-FR" smtClean="0"/>
              <a:t>	Refrain:
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DANS LES DÉSERTS OU MERS PROFONDES 
2-  LE TROUBLE NOUS MET À GENOU 
3-  TU ES LÀ INFINIMENT TU ES NOTRE CHANT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4-  TU ES BON, TU ES BON 
	5-  TON AMOUR EST GRAND TON AMOUR DURE 
	6-  A TRAVERS TOUT NOS CŒURS SONT SURE 
	7-  QUE TU ES BON, À JAMAIS BON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 DANS LE NOIR LES JOURS TROUBLÉS 
9-  LES PEURS SE LÈVENT NOUS NE CRAIGNONS PAS 
10-  TU NE CHANGES JAMAIS DANS TOUTE L’ÉTERNITÉ 
11-  C’EST QUI TU ES NOUS TE CHANTONS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 GÉNÉRATION EN GÉNÉRATION TU ES NOTRE ESPÉRANCE 
13-  ET NOTRE SALUT NOUS CHANTONS AVEC LE CIEL 
14-  ET TOUTE LA CRÉATION NOUS NE SOMMES PAS SEULS ICI 
15-  NI ABANDONNÉS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DANS LES DÉSERTS OU MERS PROFONDES 
2-  LE TROUBLE NOUS MET À GENOU 
3-  TU ES LÀ INFINIMENT TU ES NOTRE CHANT 
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	4-  TU ES BON, TU ES BON 
	5-  TON AMOUR EST GRAND TON AMOUR DURE 
	6-  A TRAVERS TOUT NOS CŒURS SONT SURE 
	7-  QUE TU ES BON, À JAMAIS BON 
</a:t>
            </a:r>
          </a:p>
          <a:p>
            <a:r>
              <a:rPr lang="fr-FR" smtClean="0"/>
              <a:t>8-  DANS LE NOIR LES JOURS TROUBLÉS 
9-  LES PEURS SE LÈVENT NOUS NE CRAIGNONS PAS 
10-  TU NE CHANGES JAMAIS DANS TOUTE L’ÉTERNITÉ 
11-  C’EST QUI TU ES NOUS TE CHANTONS 
</a:t>
            </a:r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DE GÉNÉRATION EN GÉNÉRATION TU ES NOTRE ESPÉRANCE 
13-  ET NOTRE SALUT NOUS CHANTONS AVEC LE CIEL 
14-  ET TOUTE LA CRÉATION NOUS NE SOMMES PAS SEULS ICI 
15-  NI ABANDONNÉS </a:t>
            </a:r>
          </a:p>
          <a:p>
            <a:endParaRPr lang="fr-FR" smtClean="0"/>
          </a:p>
          <a:p>
            <a:r>
              <a:rPr lang="fr-FR" smtClean="0"/>
              <a:t>	Refrain:
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DANS LES DÉSERTS OU MERS PROFONDES 
2-  LE TROUBLE NOUS MET À GENOU 
3-  TU ES LÀ INFINIMENT TU ES NOTRE CHANT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4-  TU ES BON, TU ES BON 
	5-  TON AMOUR EST GRAND TON AMOUR DURE 
	6-  A TRAVERS TOUT NOS CŒURS SONT SURE 
	7-  QUE TU ES BON, À JAMAIS BON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 DANS LE NOIR LES JOURS TROUBLÉS 
9-  LES PEURS SE LÈVENT NOUS NE CRAIGNONS PAS 
10-  TU NE CHANGES JAMAIS DANS TOUTE L’ÉTERNITÉ 
11-  C’EST QUI TU ES NOUS TE CHANTONS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 GÉNÉRATION EN GÉNÉRATION TU ES NOTRE ESPÉRANCE 
13-  ET NOTRE SALUT NOUS CHANTONS AVEC LE CIEL 
14-  ET TOUTE LA CRÉATION NOUS NE SOMMES PAS SEULS ICI 
15-  NI ABANDONNÉS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DANS LES DÉSERTS OU MERS PROFONDES 
2-  LE TROUBLE NOUS MET À GENOU 
3-  TU ES LÀ INFINIMENT TU ES NOTRE CHANT 
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	4-  TU ES BON, TU ES BON 
	5-  TON AMOUR EST GRAND TON AMOUR DURE 
	6-  A TRAVERS TOUT NOS CŒURS SONT SURE 
	7-  QUE TU ES BON, À JAMAIS BON 
</a:t>
            </a:r>
          </a:p>
          <a:p>
            <a:r>
              <a:rPr lang="fr-FR" smtClean="0"/>
              <a:t>8-  DANS LE NOIR LES JOURS TROUBLÉS 
9-  LES PEURS SE LÈVENT NOUS NE CRAIGNONS PAS 
10-  TU NE CHANGES JAMAIS DANS TOUTE L’ÉTERNITÉ 
11-  C’EST QUI TU ES NOUS TE CHANTONS 
</a:t>
            </a:r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DE GÉNÉRATION EN GÉNÉRATION TU ES NOTRE ESPÉRANCE 
13-  ET NOTRE SALUT NOUS CHANTONS AVEC LE CIEL 
14-  ET TOUTE LA CRÉATION NOUS NE SOMMES PAS SEULS ICI 
15-  NI ABANDONNÉS </a:t>
            </a:r>
          </a:p>
          <a:p>
            <a:endParaRPr lang="fr-FR" smtClean="0"/>
          </a:p>
          <a:p>
            <a:r>
              <a:rPr lang="fr-FR" smtClean="0"/>
              <a:t>	Refrain:
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DANS LES DÉSERTS OU MERS PROFONDES 
2-  LE TROUBLE NOUS MET À GENOU 
3-  TU ES LÀ INFINIMENT TU ES NOTRE CHANT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4-  TU ES BON, TU ES BON 
	5-  TON AMOUR EST GRAND TON AMOUR DURE 
	6-  A TRAVERS TOUT NOS CŒURS SONT SURE 
	7-  QUE TU ES BON, À JAMAIS BON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8-  DANS LE NOIR LES JOURS TROUBLÉS 
9-  LES PEURS SE LÈVENT NOUS NE CRAIGNONS PAS 
10-  TU NE CHANGES JAMAIS DANS TOUTE L’ÉTERNITÉ 
11-  C’EST QUI TU ES NOUS TE CHANTONS 
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 GÉNÉRATION EN GÉNÉRATION TU ES NOTRE ESPÉRANCE 
13-  ET NOTRE SALUT NOUS CHANTONS AVEC LE CIEL 
14-  ET TOUTE LA CRÉATION NOUS NE SOMMES PAS SEULS ICI 
15-  NI ABANDONNÉS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Refrain:
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DANS LES DÉSERTS OU MERS PROFONDES 
2-  LE TROUBLE NOUS MET À GENOU 
3-  TU ES LÀ INFINIMENT TU ES NOTRE CHANT 
</a:t>
            </a:r>
          </a:p>
          <a:p>
            <a:r>
              <a:rPr lang="fr-FR" smtClean="0"/>
              <a:t>	Refrain:</a:t>
            </a:r>
          </a:p>
          <a:p>
            <a:r>
              <a:rPr lang="fr-FR" smtClean="0"/>
              <a:t>	4-  TU ES BON, TU ES BON 
	5-  TON AMOUR EST GRAND TON AMOUR DURE 
	6-  A TRAVERS TOUT NOS CŒURS SONT SURE 
	7-  QUE TU ES BON, À JAMAIS BON 
</a:t>
            </a:r>
          </a:p>
          <a:p>
            <a:r>
              <a:rPr lang="fr-FR" smtClean="0"/>
              <a:t>8-  DANS LE NOIR LES JOURS TROUBLÉS 
9-  LES PEURS SE LÈVENT NOUS NE CRAIGNONS PAS 
10-  TU NE CHANGES JAMAIS DANS TOUTE L’ÉTERNITÉ 
11-  C’EST QUI TU ES NOUS TE CHANTONS 
</a:t>
            </a:r>
          </a:p>
          <a:p>
            <a:r>
              <a:rPr lang="fr-FR" smtClean="0"/>
              <a:t>	Refrain:</a:t>
            </a:r>
          </a:p>
          <a:p>
            <a:endParaRPr lang="fr-FR" smtClean="0"/>
          </a:p>
          <a:p>
            <a:r>
              <a:rPr lang="fr-FR" smtClean="0"/>
              <a:t>DE GÉNÉRATION EN GÉNÉRATION TU ES NOTRE ESPÉRANCE 
13-  ET NOTRE SALUT NOUS CHANTONS AVEC LE CIEL 
14-  ET TOUTE LA CRÉATION NOUS NE SOMMES PAS SEULS ICI 
15-  NI ABANDONNÉS </a:t>
            </a:r>
          </a:p>
          <a:p>
            <a:endParaRPr lang="fr-FR" smtClean="0"/>
          </a:p>
          <a:p>
            <a:r>
              <a:rPr lang="fr-FR" smtClean="0"/>
              <a:t>	Refrain:
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5CC59E-7D1E-4F01-9F56-5E381E9D621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7821F4-FCF3-4E59-99F6-41BA84B2C09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240ECE-20E6-4946-A7EF-79E7396C5CD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8BC1BB-849D-43A7-B866-1CB92D567A4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EC5B45-4095-4228-BDBC-2A564303231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1E1DA2-E99B-4B4C-9271-FCE4A8903E4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0BA51E-E4AE-4097-89B8-F79FBA162A8D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B32D6D-9D18-4971-9E34-6BC0833C02B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7D728AC-FBA5-4A8B-8058-AB296DE2A77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3DB35A-6AB0-4873-B73C-8E6E224E5D0C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3231ED-B4C7-4F0B-A493-3E9A104EEE7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D7AEA990-3CAF-4C04-AF86-A9B781D94F8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DANS LES DÉSERTS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OU MERS PROFONDES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 TROUBLE NOUS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MET À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GENOUX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ES LÀ INFINIMENT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ES NOTRE CHANT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ES BON, TU ES BON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TON AMOUR EST GRAND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TON AMOUR DURE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À 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TRAVERS TOUT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NOS CŒURS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SONT SÛRS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QUE TU ES BON, À JAMAIS BON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DANS LE NOIR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LES JOURS TROUBLÉS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LES PEURS SE LÈVENT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NOUS NE CRAIGNONS PAS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NE CHANGES JAMAIS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DANS TOUTE L’ÉTERNITÉ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C’EST QUI TU ES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NOUS TE CHANTONS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 GÉNÉRATION EN GÉNÉRATION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ES NOTRE ESPÉRANCE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NOTRE SALUT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NOUS CHANTONS AVEC LE CIEL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TOUTE LA CRÉATION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NOUS NE SOMMES PAS SEULS ICI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NI ABANDONNÉS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1648</TotalTime>
  <Words>315</Words>
  <Application>Microsoft Office PowerPoint</Application>
  <PresentationFormat>Affichage à l'écran (4:3)</PresentationFormat>
  <Paragraphs>297</Paragraphs>
  <Slides>15</Slides>
  <Notes>15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16" baseType="lpstr"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</cp:lastModifiedBy>
  <cp:revision>171</cp:revision>
  <dcterms:created xsi:type="dcterms:W3CDTF">2002-08-17T10:50:50Z</dcterms:created>
  <dcterms:modified xsi:type="dcterms:W3CDTF">2018-12-30T05:53:13Z</dcterms:modified>
</cp:coreProperties>
</file>