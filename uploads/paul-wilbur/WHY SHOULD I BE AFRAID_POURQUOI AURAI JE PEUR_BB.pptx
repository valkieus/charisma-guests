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93" r:id="rId13"/>
    <p:sldId id="288" r:id="rId14"/>
    <p:sldId id="289" r:id="rId15"/>
    <p:sldId id="292" r:id="rId16"/>
    <p:sldId id="290" r:id="rId17"/>
    <p:sldId id="291" r:id="rId18"/>
    <p:sldId id="294" r:id="rId19"/>
    <p:sldId id="295" r:id="rId20"/>
    <p:sldId id="296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7523" autoAdjust="0"/>
  </p:normalViewPr>
  <p:slideViewPr>
    <p:cSldViewPr>
      <p:cViewPr varScale="1">
        <p:scale>
          <a:sx n="42" d="100"/>
          <a:sy n="42" d="100"/>
        </p:scale>
        <p:origin x="2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xmlns="" id="{4A5CE252-306B-440F-8606-B4ECE2EBCA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59F37CE5-8061-45D6-A819-54AECDB1E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B9B58C2-A8F5-42CE-AF25-7670FCE2FF38}" type="datetimeFigureOut">
              <a:rPr lang="fr-FR"/>
              <a:pPr>
                <a:defRPr/>
              </a:pPr>
              <a:t>29/12/2018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xmlns="" id="{8F6D4BE0-591D-49B3-BD40-FC7E2DBA3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>
                <a16:creationId xmlns:a16="http://schemas.microsoft.com/office/drawing/2014/main" xmlns="" id="{2A29B5D9-7B8E-47B6-BDCB-5836C92D7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BAD9DF16-732C-40FB-ACD0-FA47327F6C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1B6B7494-C6A2-4628-96FF-942BC4ABB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BEF4D08-1F2F-4139-B234-FDC2D40285A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971499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571861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2669462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3688353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456985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2224091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4041474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2046981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2360038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3522584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3412196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512663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3495652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4018494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26062118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1802651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1753525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2903261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31595121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35600412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0E3DA5D6-7117-4401-A2DD-036840E7C3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A5EA578E-5468-4FB8-88BD-6F7DC60D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SEIGNEUR EST MA LUMIÈRE  ET MON SALUT 
2-  POURQUOI AURAI-JE PEUR ?                                        X2
3-  OOOHH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SEIGNEUR EST MA FORCE MA HAUTE RETRAITE 
5-  POURQUOI AURAI-JE PEUR ?                                            X2
6-  OOOHH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SEIGNEUR EST MON AIDE DANS LES TEMPS TROUBLÉS  
11-  POURQUOI AURAI-JE PEUR ?                                             X2
12-  OOOHH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BIEN AU-DESSUS DE MES ENNEMIS  JE ME TIENDRAI ET CRIERAI VICTOIRE 
17-  OOOHH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6DF54D8A-6DF7-42EC-9B65-7D139BD9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LE SEIGNEUR EST MA LUMIÈRE  ET MON SALUT 
2-  POURQUOI AURAI-JE PEUR ?                                        X2
3-  OOOHH        X2
</a:t>
            </a:r>
          </a:p>
          <a:p>
            <a:pPr eaLnBrk="1" hangingPunct="1"/>
            <a:r>
              <a:rPr lang="fr-FR" altLang="fr-FR" sz="1200" smtClean="0"/>
              <a:t>4-  LE SEIGNEUR EST MA FORCE MA HAUTE RETRAITE 
5-  POURQUOI AURAI-JE PEUR ?                                            X2
6-  OOOHH          X2
</a:t>
            </a:r>
          </a:p>
          <a:p>
            <a:pPr eaLnBrk="1" hangingPunct="1"/>
            <a:r>
              <a:rPr lang="fr-FR" altLang="fr-FR" sz="1200" smtClean="0"/>
              <a:t>	7-  IL ME CACHERA DANS SON SANCTUAIRE DANS LES TEMPS DE GUERRE 
	8-  ET JE VERRAI DE MES YEUX LA VICTOIRE CAR LA BATAILLE EST AU SEIGNEUR 
	9-  OOOH    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LE SEIGNEUR EST MON AIDE DANS LES TEMPS TROUBLÉS  
11-  POURQUOI AURAI-JE PEUR ?                                             X2
12-  OOOHH   X2
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13-  IL ME CACHERA DANS SON SANCTUAIRE DANS LES TEMPS DE GUERRES 
	14-  ET JE VERRAI DE MES YEUX LA VICTOIRE CAR LA BATAILLE EST AU SEIGNEUR 
	15-  OOOH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
16-  BIEN AU-DESSUS DE MES ENNEMIS  JE ME TIENDRAI ET CRIERAI VICTOIRE 
17-  OOOHH 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18-  IL ME CACHERA DANS SON SANCTUAIRE DANS LES TEMPS DE GUERRES 
	19-  ET JE VERRAI DE MES YEUX LA VICTOIRE CAR LA BATAILLE EST AU SEIGNEUR 
	20-  OOOH   X2</a:t>
            </a:r>
          </a:p>
          <a:p>
            <a:pPr eaLnBrk="1" hangingPunct="1"/>
            <a:r>
              <a:rPr lang="fr-FR" altLang="fr-FR" sz="1200" smtClean="0"/>
              <a:t>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153058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ECEA6CA1-4203-4F5E-AE77-0A2D90B4D8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75D3C50A-6F29-49F3-942C-F3E228E19C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49A75CA-D37E-483C-909E-E35E8047D8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6B2E38-357D-4508-B34F-BDB698357BB2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49447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9557F6AE-E0C2-4A1A-9621-2AB30B1074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90F1D6C7-7A3B-4733-8993-1996CB29E7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45923A2E-8964-4F66-AE17-99130606F7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2CD47F-E513-42A5-B9B4-18FBF81142F1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68152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C137CAB6-7B5F-43DF-B76C-45EE88F7D1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2B3E9121-9713-49B6-8971-E6C2E17D72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AD1E42D-C536-4F86-9B2A-29A05F7C9C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A9575-02E6-4781-B9B5-3F65ECFCA5CB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941115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13EC267-ACAE-41B8-9C54-486E31C4BC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E7C0EB7-9161-4D09-9076-E8DF943FC8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5F4E1AB-96A8-4813-9AE9-C27F091842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6253BC-A3AA-4A59-B8C5-EEF81F092DF0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25210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130ED473-6E16-4BF0-B748-BD9A2E6B36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3EDDFA3-40FE-499E-881C-CEE08784A9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A007D33D-CA65-4BED-B9C8-8E8A5255BB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540273-DF88-4EA0-9DBC-1DDDC68D4DA2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37915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408512C3-80C9-49FA-A05A-04E71CD10F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B142E03A-558D-4FD3-AFD0-194B2CD65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C1325466-C73C-4291-918F-165F9FE8BF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42D308-BE9C-4FD9-B02F-2ABB7BBE0D67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31196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369E9901-63B6-4AA9-9A24-629B435FE6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188C2C6D-F890-4B73-A781-40CF1010C8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BA5F4B90-C83A-41E9-9C12-6B1A6B0B52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29AEE9-77A0-42B1-BE37-40826D3E4E54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35932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25637E1-F6CC-434B-853E-86E48A0C12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3F3A8CC-6D2F-4607-BCCD-A9D9E8E2DE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90C57F9-3219-4B62-B157-37402DAF7E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374A3-24B4-46F6-BE4E-8375BBF98944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60638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394F07D-3CFF-42C9-9127-8B3FDD6D31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482D8C0-DAFE-459A-B612-5FF2601ED1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0166B70-2FA3-4444-9810-18E6AEA78B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D2470-2D7B-404B-B333-52110381B54B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74788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434D242F-7565-4233-9ACB-66224B1487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708BC19-24B5-4459-BFC6-916D302F56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B3E147D5-3DD1-4F06-8A78-E593CBFA70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220EC9-FD37-4059-9843-CC8FD11AC564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19773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400F0246-B7D2-4830-A7C2-240378656F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7A2A8EED-01EF-41C9-987D-66387FC8DF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6F4DAD3-8BAB-4655-87D1-6BE2303ACC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8D518E-F13F-4120-B028-B12A40A734A1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47789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1311C422-BB6B-4334-9477-E4E880818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5A9D3721-9710-45F7-A720-CDAF1933F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Master text styles</a:t>
            </a:r>
          </a:p>
          <a:p>
            <a:pPr lvl="1"/>
            <a:r>
              <a:rPr lang="en-GB" altLang="fr-FR"/>
              <a:t>Second level</a:t>
            </a:r>
          </a:p>
          <a:p>
            <a:pPr lvl="2"/>
            <a:r>
              <a:rPr lang="en-GB" altLang="fr-FR"/>
              <a:t>Third level</a:t>
            </a:r>
          </a:p>
          <a:p>
            <a:pPr lvl="3"/>
            <a:r>
              <a:rPr lang="en-GB" altLang="fr-FR"/>
              <a:t>Fourth level</a:t>
            </a:r>
          </a:p>
          <a:p>
            <a:pPr lvl="4"/>
            <a:r>
              <a:rPr lang="en-GB" altLang="fr-FR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EA8DF638-B573-4F24-820A-09413AB4961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F197A831-D015-4EF2-AA1F-861CA70FB4C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B23CD228-50D9-4927-8E70-76EBDBD24CE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BAF22F1-85A4-402F-BA19-3EBBF02B90EE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 EST MA LUMIÈRE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MON SALUT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POURQUOI AURAI-JE PEUR ?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761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OOOHH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7899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 EST MA FORCE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HAUTE RETRAITE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11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POURQUOI AURAI-JE PEUR ?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3569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OOOHH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361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ME CACHERA DANS SON SANCTUAIRE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TEMPS DE GUERRE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027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VERRAI DE MES YEUX LA VICTOIRE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LA BATAILLE EST AU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205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OOOH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3323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 EST MON AIDE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TEMPS TROUBLÉS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8438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POURQUOI AURAI-JE PEUR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OOOHH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00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ME CACHERA DANS SON SANCTUAIRE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TEMPS DE GUERRES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1400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VERRAI DE MES YEUX LA VICTOIRE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LA BATAILLE EST AU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6306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OOOH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7611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 AU-DESSUS DE MES ENNEMIS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TIENDRAI ET CRIERAI VICTOIRE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7649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OOOHH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5036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ME CACHERA DANS SON SANCTUAIRE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TEMPS DE GUERRES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07033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VERRAI DE MES YEUX LA VICTOIRE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LA BATAILLE EST AU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1616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022565D2-07D7-4F3D-B7A9-F0D4E3210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OOOH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829702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490</Words>
  <Application>Microsoft Office PowerPoint</Application>
  <PresentationFormat>Affichage à l'écran (4:3)</PresentationFormat>
  <Paragraphs>550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la Centrale d'Achat Internationale</cp:lastModifiedBy>
  <cp:revision>160</cp:revision>
  <dcterms:created xsi:type="dcterms:W3CDTF">2002-08-17T10:50:50Z</dcterms:created>
  <dcterms:modified xsi:type="dcterms:W3CDTF">2018-12-29T01:03:44Z</dcterms:modified>
</cp:coreProperties>
</file>