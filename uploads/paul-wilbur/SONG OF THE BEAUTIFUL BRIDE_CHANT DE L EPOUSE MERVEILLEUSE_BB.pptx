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1" r:id="rId2"/>
    <p:sldId id="272" r:id="rId3"/>
    <p:sldId id="273" r:id="rId4"/>
    <p:sldId id="274" r:id="rId5"/>
    <p:sldId id="275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231" autoAdjust="0"/>
    <p:restoredTop sz="52110" autoAdjust="0"/>
  </p:normalViewPr>
  <p:slideViewPr>
    <p:cSldViewPr>
      <p:cViewPr varScale="1">
        <p:scale>
          <a:sx n="35" d="100"/>
          <a:sy n="35" d="100"/>
        </p:scale>
        <p:origin x="-44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xmlns="" id="{7FAA95E0-D238-40B1-80D7-95B14F7DC4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2B9CC260-BCE5-45A1-9E89-AFB6F7D080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C5998F-C20C-4DEC-9021-8C19EE4E6CE5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xmlns="" id="{63789C57-EB45-4CED-AE01-EC4EA87C4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xmlns="" id="{A1DB7683-9882-427E-97D3-46DEB1FE0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3DA3DD7E-F89E-4232-B025-2859BBA993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27A3DA09-2AE7-4957-9F3F-D1372F315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264EE6D-6358-4837-B8D4-35798B68FFB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xmlns="" val="33976482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82928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2398745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2554352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338817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2311959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146006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3449247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046276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054250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086410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054705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2767267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2930527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3315372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155988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547110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3175857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4112854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995443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5445303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4085212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>
            <a:extLst>
              <a:ext uri="{FF2B5EF4-FFF2-40B4-BE49-F238E27FC236}">
                <a16:creationId xmlns:a16="http://schemas.microsoft.com/office/drawing/2014/main" xmlns="" id="{F9A16D90-B473-4AE7-B607-AD5696567F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xmlns="" id="{8C7E27B9-7B84-4D00-88DC-4AF46E1EA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  
21-  DANCE AVEC MOI ÉCOUTE LE CHANT DE L’ÉPOUSE  
22-  AMOUR DE MON CŒUR GLOIRE AU SEIGNEUR DE TOUT  
</a:t>
            </a:r>
            <a:endParaRPr lang="fr-FR" dirty="0"/>
          </a:p>
        </p:txBody>
      </p:sp>
      <p:sp>
        <p:nvSpPr>
          <p:cNvPr id="4100" name="Espace réservé du numéro de diapositive 3">
            <a:extLst>
              <a:ext uri="{FF2B5EF4-FFF2-40B4-BE49-F238E27FC236}">
                <a16:creationId xmlns:a16="http://schemas.microsoft.com/office/drawing/2014/main" xmlns="" id="{46804C1A-1DAA-41C8-9A5A-876E8266C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anose="020B0603020102020204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IL Y A UN BRUIT IL Y A UN SON 
2-  IL Y A UN CRI DANS LE FOND   DE NOS CŒURS 
3-  QUE LES CIEUX DESCENDENT 
4-  NUL NE PEUX LE TAIRE NI LE CONTENIR 
5-  LE CRI D’UN PEUPLE UN SACERDOCE UNE NATION APPELÉE PAR TON NOM 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
	6-  RACHETÉE DES TÉNÈBRES SAUVÉE DE LA NUIT 
	7-  BAIGNÉE DE LA GLOIRE  SA LUMIÈRE IRRADIE 
	8-  OH QUELLE ÉPOUSE MERVEILLEUSE 
	9-  DE TOUTES LES NATIONS  DE TOUTES LES TRIBUS 
	10-  PLEINE DE VIE, REVÊTUE DE JUSTICE  
	11-  C’EST LE CHANT DE L’ÉPOUSE MERVEILLEUSE  
</a:t>
            </a:r>
          </a:p>
          <a:p>
            <a:pPr eaLnBrk="1" hangingPunct="1"/>
            <a:r>
              <a:rPr lang="fr-FR" altLang="fr-FR" sz="1200" smtClean="0"/>
              <a:t>12-  OH QUEL MYSTÈRE SI GRAND L’AMOUR  
13-  QUI APPELLE LES ÉLU, BRISÉS  ET ORPHELIN  
14-  POUR NOUS RENDRE UN   
15-  ET SOUS SA MAIN UNIS IL NOUS TIENT  
16-  PORTANT LA BONTÉ, LA MISÉRICORDE DU GRAND JE SUIS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</a:t>
            </a:r>
          </a:p>
          <a:p>
            <a:pPr eaLnBrk="1" hangingPunct="1"/>
            <a:r>
              <a:rPr lang="fr-FR" altLang="fr-FR" sz="1200" smtClean="0"/>
              <a:t>
17-  NOUS CHANTONS SI GRAND ET MERVEILLEUSES  
18-  SONT TOUTES TES ŒUVRES   
19-  LES NATIONS VIENDRONT  PROSTERNÉES À TES PIEDS   
20-  GLOIRE À TOI SEIGNEUR DES SEIGNEURS ROI DES ROIS  x2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Refrain:  
21-  DANCE AVEC MOI ÉCOUTE LE CHANT DE L’ÉPOUSE  
22-  AMOUR DE MON CŒUR GLOIRE AU SEIGNEUR DE TOUT  
</a:t>
            </a:r>
            <a:endParaRPr lang="fr-FR" altLang="fr-FR" sz="1200"/>
          </a:p>
        </p:txBody>
      </p:sp>
    </p:spTree>
    <p:extLst>
      <p:ext uri="{BB962C8B-B14F-4D97-AF65-F5344CB8AC3E}">
        <p14:creationId xmlns:p14="http://schemas.microsoft.com/office/powerpoint/2010/main" xmlns="" val="1730192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9E60E50D-A6C3-48AC-BA72-D4FAEB530A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B3CB19C-67BC-4B40-9E44-B8E17D8C10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B3DA1A8-304A-4782-ADDD-71702F533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90A7C4-4CF8-42AC-8A71-7529F820D7E6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2058211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FB751A70-6E13-4BEB-ACD9-6F3D0177C8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8D1563E-DC75-4D17-9ED3-8751264B1F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1846DE3-B965-4408-AFB0-DA0CFBCEEA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CAD048-0EDF-4A79-AA91-D5D073FC422E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73174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68D54371-E8AB-4C8A-8F2A-9B2778E152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6D99CAE5-F216-4C70-94CF-8F82DB22CB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04D07A63-9DBB-465A-B486-1DD65FD664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D69126-6CF9-4CCF-89B2-4AC71CCEAC29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47179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C8D7D84-1559-4A8C-A57F-CCD974378D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6F5EFFE-6373-4B43-9EC6-6A19054EEE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11AB31E-AAC7-4FFF-9E89-6DEEE5DAF7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B72EED-15CF-46AD-B085-2DD51157D7AC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169592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03762732-5E8F-491E-84A1-504221BA7A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CFCD66DF-39C4-4926-A8DF-0D4111F94B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78322E7D-9C63-431F-B8D5-131664E21D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69EDD3-7D4E-4F81-BB55-CE06C0562BFD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6792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13B5E837-12E4-4209-A076-4658E2BD68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D92C5727-9B75-4A45-AA50-3F87E291D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7F0DB05E-01CB-480F-B295-B8442EA2AD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74120E-03F9-47B8-B969-E8D69C554BAD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317768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55FF1546-6A27-4DDE-9B8C-48EECB3B46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62CD1A10-2D74-447B-9C9C-753A57E414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061E5DD7-6F5A-4C92-B8D5-3A43471F39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F52AF7-FD4F-4E53-9667-A8B8CB177998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236506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3CC3772-4ED6-4326-9F34-904A5B999D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86498E5-639D-4137-941B-2D46858F99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747EDDF-49C4-41FC-8DCD-58A95061A1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24ECA6-29FD-4DAC-A8FE-112F5BB2A542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123135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4DA6344-C540-4350-923E-94F45743EC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FC09D6F-881A-49E1-8063-2410FA20A8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22709AA-A5DC-4830-8AE4-5171584CA1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446E81-CB66-495A-B2B9-EF41B54CF174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194782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EB5901F8-A7DE-4B88-A4B1-DB6BE326CC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DAD0B319-C727-441D-8AC6-74B78BEF9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1DC5E49-C9F6-42C5-BF8C-3DA5E38B69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5AA363-C6FB-47F4-AD65-9650330299FC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25199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44C80E7-30D1-4340-9853-77FB4646CD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04C4939D-E37C-4E55-84F0-CC5D9C64CE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DC17D46-EA44-456E-813E-1EA45E4B7A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255917-AFE6-4F64-AA81-DDA8B90E77CE}" type="slidenum">
              <a:rPr lang="en-GB" altLang="fr-FR"/>
              <a:pPr/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xmlns="" val="44391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E6C84F79-41DF-4247-9D31-50C14E9DD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AF13C7AA-8F62-43B0-87BA-9282975D7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/>
              <a:t>Click to edit Master text styles</a:t>
            </a:r>
          </a:p>
          <a:p>
            <a:pPr lvl="1"/>
            <a:r>
              <a:rPr lang="en-GB" altLang="fr-FR"/>
              <a:t>Second level</a:t>
            </a:r>
          </a:p>
          <a:p>
            <a:pPr lvl="2"/>
            <a:r>
              <a:rPr lang="en-GB" altLang="fr-FR"/>
              <a:t>Third level</a:t>
            </a:r>
          </a:p>
          <a:p>
            <a:pPr lvl="3"/>
            <a:r>
              <a:rPr lang="en-GB" altLang="fr-FR"/>
              <a:t>Fourth level</a:t>
            </a:r>
          </a:p>
          <a:p>
            <a:pPr lvl="4"/>
            <a:r>
              <a:rPr lang="en-GB" altLang="fr-FR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918ABDDC-C698-4F96-AB97-421C13E6ED9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02D04A8B-8818-4684-AB14-CD4C567F44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47AA5CC9-5956-4E6B-AE30-5FEC1D7FA7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FB9B16C-1EA9-4982-A7ED-2FDE9D75C0C8}" type="slidenum">
              <a:rPr lang="en-GB" altLang="fr-FR"/>
              <a:pPr/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BRUIT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 CRI DANS LE FOND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NOS CŒURS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389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CIEUX DESCENDENT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87768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NE PEUX LE TAIRE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LE CONTENIR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5119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CRI D’UN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PEUPLE,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SACERDOCE UNE NATION APPELÉE PAR TON NOM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947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RACHETÉE DES TÉNÈBRES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SAUVÉE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24898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BAIGNÉE DE LA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LUMIÈRE IRRADIE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6746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ÉPOUSE MERVEILLEUSE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9304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TOUTES LES NATIONS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TOUTES LES TRIBUS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2236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PLEINE DE VIE, REVÊTUE DE JUSTICE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513769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LE CHANT DE L’ÉPOUSE MERVEILLEUSE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11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 MYSTÈRE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GRAND L’AMOUR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39466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APPELLE LES ÉLU, BRISÉS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ORPHELINS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82340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NOUS RENDRE UN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27717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SOUS SA MAIN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UNIS IL NOUS TIENT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5988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PORTANT LA BONTÉ, LA MISÉRICORDE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GRAND JE SUIS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8512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CHANTONS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MERVEILLEUSES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5665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TOUTES TES ŒUVRES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34810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NATIONS VIENDRONT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PROSTERNER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TES PIEDS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4035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SEIGNEURS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ROI DES ROIS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35923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DANCE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 LE CHANT DE L’ÉPOUSE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6868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>
            <a:extLst>
              <a:ext uri="{FF2B5EF4-FFF2-40B4-BE49-F238E27FC236}">
                <a16:creationId xmlns:a16="http://schemas.microsoft.com/office/drawing/2014/main" xmlns="" id="{7828F250-ACB1-4697-8C10-98DCA870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 DE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AU SEIGNEUR DE TOUT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24689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652</Words>
  <Application>Microsoft Office PowerPoint</Application>
  <PresentationFormat>Affichage à l'écran (4:3)</PresentationFormat>
  <Paragraphs>432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163</cp:revision>
  <dcterms:created xsi:type="dcterms:W3CDTF">2002-08-17T10:50:50Z</dcterms:created>
  <dcterms:modified xsi:type="dcterms:W3CDTF">2018-12-30T05:25:28Z</dcterms:modified>
</cp:coreProperties>
</file>