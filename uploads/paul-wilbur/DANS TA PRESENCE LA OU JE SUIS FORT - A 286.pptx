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8" r:id="rId3"/>
    <p:sldId id="258" r:id="rId4"/>
    <p:sldId id="279" r:id="rId5"/>
    <p:sldId id="260" r:id="rId6"/>
    <p:sldId id="262" r:id="rId7"/>
    <p:sldId id="263" r:id="rId8"/>
    <p:sldId id="275" r:id="rId9"/>
    <p:sldId id="264" r:id="rId10"/>
    <p:sldId id="266" r:id="rId11"/>
    <p:sldId id="268" r:id="rId12"/>
    <p:sldId id="276" r:id="rId13"/>
    <p:sldId id="277" r:id="rId14"/>
    <p:sldId id="272" r:id="rId15"/>
    <p:sldId id="274" r:id="rId16"/>
    <p:sldId id="280" r:id="rId17"/>
    <p:sldId id="281" r:id="rId18"/>
    <p:sldId id="282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418" autoAdjust="0"/>
    <p:restoredTop sz="40110" autoAdjust="0"/>
  </p:normalViewPr>
  <p:slideViewPr>
    <p:cSldViewPr>
      <p:cViewPr varScale="1">
        <p:scale>
          <a:sx n="26" d="100"/>
          <a:sy n="26" d="100"/>
        </p:scale>
        <p:origin x="-5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606BEAC-6BED-4E05-921E-E7F13B7F147D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21AE082-1EC4-4289-A4DA-5FBAC8E0FD2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851244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597276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04090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8468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699744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28761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893257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50591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059118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98085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144127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831459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633407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908719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893340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874817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76579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011622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DANS TA PRÉSENCE LÀ OÙ JE SUIS FORT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DANS TA PRÉSENCE SEIGNEUR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3-  DANS TA PRÉSENCE C’EST VRAIMENT MA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CHERCHANT TA FACE TOUCHANT TA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DANS LE CREUX DU ROCHER DANS TA PRÉSENCE MON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VEUX ALLER OÙ LES RIVIÈRES NE PEUVENT ME SUBMERGER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OÙ MES PIEDS SONT SUR LE ROC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VEUX ME CACHER OÙ LE FEU ARDENT NE PEUT ME BRÛLER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VEUX RESTER OÙ LES FLOTS DU MAL NE PEUVENT ME TOUCHER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OÙ JE SUIS COUVERT PAR TON SANG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JE VEUX ME CACHER OÙ LES TÉNÈBRES NE PEUVENT ACCÉDER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TA PRÉSENCE MON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TU ES MON SOLIDE FONDEMENT JE TE FAIS CONFIANCE TOUT LE TEMPS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SUIS TON SERVITEUR TON ENFANT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TU ES MA FORCE ET MON CHANT, MON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DANS TA PRÉSENCE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DANS TA PRÉSENCE LÀ OÙ JE SUIS FORT</a:t>
            </a:r>
          </a:p>
          <a:p>
            <a:r>
              <a:rPr lang="fr-FR" smtClean="0"/>
              <a:t>	2-  DANS TA PRÉSENCE SEIGNEUR MON DIEU</a:t>
            </a:r>
          </a:p>
          <a:p>
            <a:r>
              <a:rPr lang="fr-FR" smtClean="0"/>
              <a:t>	3-  DANS TA PRÉSENCE C’EST VRAIMENT MA PLACE </a:t>
            </a:r>
          </a:p>
          <a:p>
            <a:endParaRPr lang="fr-FR" smtClean="0"/>
          </a:p>
          <a:p>
            <a:r>
              <a:rPr lang="fr-FR" smtClean="0"/>
              <a:t>	4-  CHERCHANT TA FACE TOUCHANT TA GRÂCE</a:t>
            </a:r>
          </a:p>
          <a:p>
            <a:r>
              <a:rPr lang="fr-FR" smtClean="0"/>
              <a:t>	5-  DANS LE CREUX DU ROCHER DANS TA PRÉSENCE MON DIEU </a:t>
            </a:r>
          </a:p>
          <a:p>
            <a:endParaRPr lang="fr-FR" smtClean="0"/>
          </a:p>
          <a:p>
            <a:r>
              <a:rPr lang="fr-FR" smtClean="0"/>
              <a:t>6-  JE VEUX ALLER OÙ LES RIVIÈRES NE PEUVENT ME SUBMERGER</a:t>
            </a:r>
          </a:p>
          <a:p>
            <a:r>
              <a:rPr lang="fr-FR" smtClean="0"/>
              <a:t>7-  OÙ MES PIEDS SONT SUR LE ROC </a:t>
            </a:r>
          </a:p>
          <a:p>
            <a:r>
              <a:rPr lang="fr-FR" smtClean="0"/>
              <a:t>8-  JE VEUX ME CACHER OÙ LE FEU ARDENT NE PEUT ME BRÛLER</a:t>
            </a:r>
          </a:p>
          <a:p>
            <a:r>
              <a:rPr lang="fr-FR" smtClean="0"/>
              <a:t>9-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10-  JE VEUX RESTER OÙ LES FLOTS DU MAL NE PEUVENT ME TOUCHER</a:t>
            </a:r>
          </a:p>
          <a:p>
            <a:r>
              <a:rPr lang="fr-FR" smtClean="0"/>
              <a:t>11-  OÙ JE SUIS COUVERT PAR TON SANG </a:t>
            </a:r>
          </a:p>
          <a:p>
            <a:r>
              <a:rPr lang="fr-FR" smtClean="0"/>
              <a:t>12-  JE VEUX ME CACHER OÙ LES TÉNÈBRES NE PEUVENT ACCÉDER </a:t>
            </a:r>
          </a:p>
          <a:p>
            <a:r>
              <a:rPr lang="fr-FR" smtClean="0"/>
              <a:t>13-  DANS TA PRÉSENCE MON DIEU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14-  TU ES MON SOLIDE FONDEMENT JE TE FAIS CONFIANCE TOUT LE TEMPS  </a:t>
            </a:r>
          </a:p>
          <a:p>
            <a:r>
              <a:rPr lang="fr-FR" smtClean="0"/>
              <a:t>15-  JE SUIS TON SERVITEUR TON ENFANT </a:t>
            </a:r>
          </a:p>
          <a:p>
            <a:r>
              <a:rPr lang="fr-FR" smtClean="0"/>
              <a:t>16-  ET TU ES MA FORCE ET MON CHANT, MON CHANT 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endParaRPr lang="fr-FR" smtClean="0"/>
          </a:p>
          <a:p>
            <a:r>
              <a:rPr lang="fr-FR" smtClean="0"/>
              <a:t>17- DANS TA PRÉSENCE</a:t>
            </a:r>
          </a:p>
          <a:p>
            <a:r>
              <a:rPr lang="fr-FR" smtClean="0"/>
              <a:t>18- DANS TA PRÉSENCE SEIGNEUR </a:t>
            </a:r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20220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21BE3-DA2D-4B69-A52A-394BC2E7FA7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5F456C-49AE-41B3-9955-119ABAF15D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62AAF-4A16-41E7-9DBA-15BB7055AE0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8F613-BC61-40B3-B70C-0003E9BD6E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2169E0-6967-4C07-A71B-27770B5696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7A81F-D724-4EA2-B662-441A0D156F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AB215-2FCC-47D6-948A-7EA6A6B9DC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BCE5A-9F2E-4F42-B764-743221B09F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D7E94-5E6B-4522-B09B-E506B85EB3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AEC7A-8D02-4490-886B-FAD4B06586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A72073-4A87-4D7C-8C7A-9399DBE4ED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10779A1-6EA0-49A8-A16E-B904C52FAD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OÙ JE SUIS FORT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 MON DIEU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VRAIMENT MA PLACE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CHERCHANT TA FACE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TOUCHANT TA GRÂCE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CREUX DU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PRÉSENCE,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DIEU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ALLER OÙ LES RIVIÈRES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PEUVENT ME SUBMERGER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MES PIEDS SONT SUR LE ROC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ME CACHER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LE FEU ARDENT NE PEUT ME BRÛLER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 MON DIEU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RESTER OÙ LES FLOTS DU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PEUVENT ME TOUCHER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JE SUIS COUVERT PAR TON SANG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ME CACHER OÙ LES TÉNÈBRES NE PEUVENT ACCÉDER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 MON DIEU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MON SOLIDE FONDEMENT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TE FAIS CONFIANCE TOUT LE TEMPS 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TON SERVITEUR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ENFANT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TU ES MA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MON CHANT, MON CHANT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</a:t>
            </a:r>
          </a:p>
        </p:txBody>
      </p:sp>
    </p:spTree>
    <p:extLst>
      <p:ext uri="{BB962C8B-B14F-4D97-AF65-F5344CB8AC3E}">
        <p14:creationId xmlns:p14="http://schemas.microsoft.com/office/powerpoint/2010/main" xmlns="" val="307295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TA PRÉSENCE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</a:p>
        </p:txBody>
      </p:sp>
    </p:spTree>
    <p:extLst>
      <p:ext uri="{BB962C8B-B14F-4D97-AF65-F5344CB8AC3E}">
        <p14:creationId xmlns:p14="http://schemas.microsoft.com/office/powerpoint/2010/main" xmlns="" val="117812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142</Words>
  <Application>Microsoft Office PowerPoint</Application>
  <PresentationFormat>Affichage à l'écran (4:3)</PresentationFormat>
  <Paragraphs>1109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56</cp:revision>
  <dcterms:created xsi:type="dcterms:W3CDTF">2002-08-17T11:04:36Z</dcterms:created>
  <dcterms:modified xsi:type="dcterms:W3CDTF">2018-12-30T05:59:01Z</dcterms:modified>
</cp:coreProperties>
</file>