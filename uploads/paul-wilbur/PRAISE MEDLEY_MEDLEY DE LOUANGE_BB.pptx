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73" r:id="rId2"/>
    <p:sldId id="290" r:id="rId3"/>
    <p:sldId id="289" r:id="rId4"/>
    <p:sldId id="291" r:id="rId5"/>
    <p:sldId id="287" r:id="rId6"/>
    <p:sldId id="292" r:id="rId7"/>
    <p:sldId id="286" r:id="rId8"/>
    <p:sldId id="299" r:id="rId9"/>
    <p:sldId id="284" r:id="rId10"/>
    <p:sldId id="293" r:id="rId11"/>
    <p:sldId id="283" r:id="rId12"/>
    <p:sldId id="300" r:id="rId13"/>
    <p:sldId id="282" r:id="rId14"/>
    <p:sldId id="294" r:id="rId15"/>
    <p:sldId id="281" r:id="rId16"/>
    <p:sldId id="280" r:id="rId17"/>
    <p:sldId id="295" r:id="rId18"/>
    <p:sldId id="279" r:id="rId19"/>
    <p:sldId id="296" r:id="rId20"/>
    <p:sldId id="278" r:id="rId21"/>
    <p:sldId id="277" r:id="rId22"/>
    <p:sldId id="302" r:id="rId23"/>
    <p:sldId id="303" r:id="rId24"/>
    <p:sldId id="304" r:id="rId25"/>
    <p:sldId id="276" r:id="rId26"/>
    <p:sldId id="297" r:id="rId27"/>
    <p:sldId id="298" r:id="rId28"/>
    <p:sldId id="275" r:id="rId29"/>
    <p:sldId id="305" r:id="rId30"/>
    <p:sldId id="306" r:id="rId31"/>
    <p:sldId id="307" r:id="rId32"/>
    <p:sldId id="308" r:id="rId33"/>
    <p:sldId id="309" r:id="rId34"/>
    <p:sldId id="301" r:id="rId3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600" autoAdjust="0"/>
    <p:restoredTop sz="40550" autoAdjust="0"/>
  </p:normalViewPr>
  <p:slideViewPr>
    <p:cSldViewPr>
      <p:cViewPr varScale="1">
        <p:scale>
          <a:sx n="27" d="100"/>
          <a:sy n="27" d="100"/>
        </p:scale>
        <p:origin x="-269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30/12/2018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4736029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xxxxxxxxxxxxxxx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RONI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BAT ZION HARIU YISRAEL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RONI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BAT ZION HARIU YISRAEL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05543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864672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34202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745128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003087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276979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904750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367011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485637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733903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644385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048156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3068728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8070510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7609869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240983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9555935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0174771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19064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1248976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1634543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7609869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240983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9555935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6448261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620243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5932735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0445975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7609869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240983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9555935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3068728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8070510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DIEU SE LÈVE QUE DIEU SE LÈVE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                     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xxxxxxxxxxxxxxx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SOIS DANS LA JOIE, FILLE DE SION POUSSE DES CRIS DE JOIE ISRAËL 
16-  DE TOUT TON CŒUR CHANTE  ET RÉJOUIS-TOI  
17-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DIEU  A PRIS TON CHÂTIMENT 
19-  DÉTRUIT TES ENNEMIS 
20-  ROI D’ISRAËL IL EST PARMI NOUS 
21-  IL EST TOUT-PUISSANT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SOIS DANS LA JOIE, FILLE DE SION POUSSE DES CRIS DE JOIE ISRAËL 
23-  DE TOUT TON CŒUR CHANTE  ET RÉJOUIS-TOI  
24-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SOIS DANS LA JOIE, FILLE DE SION POUSSE DES CRIS DE JOIE ISRAËL 
30-  DE TOUT TON CŒUR CHANTE  ET RÉJOUIS-TOI  
31-  OH !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32-  RONI RONI BAT ZION HARIU YISRAEL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33-  SIMCHI V'ALTSI B'CHOL LEV BAT YERUSHALAYIM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34-  BAT YERUSHALAYIM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DIEU SE LÈVE QUE DIEU SE LÈVE         X2</a:t>
            </a:r>
          </a:p>
          <a:p>
            <a:r>
              <a:rPr lang="fr-FR" smtClean="0"/>
              <a:t>
2-  SES ENNEMIS SONT DISPERSÉS LES JUSTES SONT DANS LA JOIE 
3-  QU’ILS CÉLÈBRENT  ET SE RÉJOUISSENT EN LUI 
4-  DIEU EST PUISSANT ET VICTORIEUX                         X2</a:t>
            </a:r>
          </a:p>
          <a:p>
            <a:r>
              <a:rPr lang="fr-FR" smtClean="0"/>
              <a:t>
                      xxxxxxxxxxxxx</a:t>
            </a:r>
          </a:p>
          <a:p>
            <a:endParaRPr lang="fr-FR" smtClean="0"/>
          </a:p>
          <a:p>
            <a:r>
              <a:rPr lang="fr-FR" smtClean="0"/>
              <a:t>5-  C’EST SI BON DE LOUER LE SEIGNEUR FAIRE RETENTIR NOS MUSIQUES   
6-  À TON NOM DIEU TRÈS-HAUT  
7-  DE PROCLAMER TA FIDÉLITÉ CHAQUE JOUR ET CHAQUE NUIT  
8-  LAI LAI LAI LAI LAI LAI LAI LAI LAI LAI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9-  QUE JE DEMEURE  DANS TES PARVIS, SEIGNEUR 
10-  POUR Y FLEURIR COMME  LES CÈDRES DU LIBAN 
11-  PLANTÉ DANS LA MAISON D’ADONAÏ POUR Y VIVRE ÉTERNELLEMENT 
12-  LAI LAI LAI LAI LAI LAI LAI LAI LAI LAI 
</a:t>
            </a:r>
          </a:p>
          <a:p>
            <a:r>
              <a:rPr lang="fr-FR" smtClean="0"/>
              <a:t>                 xxxxxxxxxxxxxxx</a:t>
            </a:r>
          </a:p>
          <a:p>
            <a:endParaRPr lang="fr-FR" smtClean="0"/>
          </a:p>
          <a:p>
            <a:r>
              <a:rPr lang="fr-FR" smtClean="0"/>
              <a:t>13-  RONI RONI BAT ZION HARIU YISRAEL</a:t>
            </a:r>
            <a:br>
              <a:rPr lang="fr-FR" smtClean="0"/>
            </a:br>
            <a:r>
              <a:rPr lang="fr-FR" smtClean="0"/>
              <a:t>14-  SIMCHI V'ALTSI B'CHOL LEV BAT YERUSHALAYIM 
</a:t>
            </a:r>
          </a:p>
          <a:p>
            <a:r>
              <a:rPr lang="fr-FR" smtClean="0"/>
              <a:t>15-  SOIS DANS LA JOIE, FILLE DE SION POUSSE DES CRIS DE JOIE ISRAËL 
16-  DE TOUT TON CŒUR CHANTE  ET RÉJOUIS-TOI  
17-  OH ! JÉRUSALEM 
</a:t>
            </a:r>
          </a:p>
          <a:p>
            <a:r>
              <a:rPr lang="fr-FR" smtClean="0"/>
              <a:t>18-  CAR LE SEIGNEUR DIEU  A PRIS TON CHÂTIMENT 
19-  DÉTRUIT TES ENNEMIS 
20-  ROI D’ISRAËL IL EST PARMI NOUS 
21-  IL EST TOUT-PUISSANT 
</a:t>
            </a:r>
          </a:p>
          <a:p>
            <a:r>
              <a:rPr lang="fr-FR" smtClean="0"/>
              <a:t>22-  SOIS DANS LA JOIE, FILLE DE SION POUSSE DES CRIS DE JOIE ISRAËL 
23-  DE TOUT TON CŒUR CHANTE  ET RÉJOUIS-TOI  
24-  OH ! JÉRUSALEM 
</a:t>
            </a:r>
          </a:p>
          <a:p>
            <a:r>
              <a:rPr lang="fr-FR" smtClean="0"/>
              <a:t>25-  CAR LE SEIGNEUR DIEU  EST PARMI NOUS 
26-  PUISSANT EST SON NOM 
27-  ALORS RÉJOUISSONS-NOUS ÉCLATONS D’ALLÉGRESSE 
28-  SON NOM SOIT EXALTÉ  IL NOUS A SAUVÉS  
</a:t>
            </a:r>
          </a:p>
          <a:p>
            <a:r>
              <a:rPr lang="fr-FR" smtClean="0"/>
              <a:t>29-  SOIS DANS LA JOIE, FILLE DE SION POUSSE DES CRIS DE JOIE ISRAËL 
30-  DE TOUT TON CŒUR CHANTE  ET RÉJOUIS-TOI  
31-  OH ! JÉRUSALEM 
</a:t>
            </a:r>
          </a:p>
          <a:p>
            <a:r>
              <a:rPr lang="fr-FR" smtClean="0"/>
              <a:t>32-  RONI RONI BAT ZION HARIU YISRAEL</a:t>
            </a:r>
            <a:br>
              <a:rPr lang="fr-FR" smtClean="0"/>
            </a:br>
            <a:r>
              <a:rPr lang="fr-FR" smtClean="0"/>
              <a:t>33-  SIMCHI V'ALTSI B'CHOL LEV BAT YERUSHALAYIM 
</a:t>
            </a:r>
          </a:p>
          <a:p>
            <a:r>
              <a:rPr lang="fr-FR" smtClean="0"/>
              <a:t>34-  BAT YERUSHALAYIM 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807051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SE LÈVE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SE LÈVE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SES ENNEMIS SONT DISPERSÉS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JUSTES SONT DANS LA JOIE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QU’ILS CÉLÈBRENT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SE RÉJOUISSENT EN LUI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EST PUISSANT ET VICTORIEUX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SI BON DE LOUER 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FAIRE RETENTIR NOS MUSIQUES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TRÈS-HAUT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PROCLAMER TA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FIDÉLITÉ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JOUR ET CHAQUE NUIT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02456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JE DEMEURE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TES PARVIS,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Y FLEURIR COMME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CÈDRES DU LIBAN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PLANTÉ DANS LA MAISON D’ADONAÏ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Y VIVRE ÉTERNELLEMENT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6294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RONI RONI BAT ZION</a:t>
            </a:r>
            <a:b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HARIU YISRAEL</a:t>
            </a:r>
            <a:b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SIMCHI V'ALTSI B'CHOL LEV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BAT YERUSHALAYIM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SOIS DANS LA JOIE, FILLE DE 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POUSSE DES CRIS DE JOIE ISRAËL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 TON CŒUR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  ET RÉJOUIS-TOI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JÉRUSALEM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LE SEIGNEUR DIEU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PRIS TON CHÂTIMENT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DÉTRUIT TES ENNEMIS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ROI D’ISRAËL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PARMI NOUS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TOUT-PUISSANT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SOIS DANS LA JOIE, FILLE DE 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POUSSE DES CRIS DE JOIE ISRAËL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 TON CŒUR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  ET RÉJOUIS-TOI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JÉRUSALEM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LE SEIGNEUR DIEU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PARMI NOUS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PUISSANT EST SON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RÉJOUISSONS-NOUS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ÉCLATONS D’ALLÉGRESSE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NOM SOIT EXALTÉ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A SAUVÉS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SOIS DANS LA JOIE, FILLE DE 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POUSSE DES CRIS DE JOIE ISRAËL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 TON CŒUR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  ET RÉJOUIS-TOI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JÉRUSALEM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RONI RONI BAT ZION</a:t>
            </a:r>
            <a:b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HARIU YISRAEL</a:t>
            </a:r>
            <a:br>
              <a:rPr lang="it-IT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SIMCHI V'ALTSI B'CHOL LEV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BAT YERUSHALAYIM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BAT YERUSHALAYIM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1724</TotalTime>
  <Words>913</Words>
  <Application>Microsoft Office PowerPoint</Application>
  <PresentationFormat>Affichage à l'écran (4:3)</PresentationFormat>
  <Paragraphs>1210</Paragraphs>
  <Slides>34</Slides>
  <Notes>34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5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188</cp:revision>
  <dcterms:created xsi:type="dcterms:W3CDTF">2002-08-17T10:50:50Z</dcterms:created>
  <dcterms:modified xsi:type="dcterms:W3CDTF">2018-12-30T07:51:35Z</dcterms:modified>
</cp:coreProperties>
</file>