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93" r:id="rId3"/>
    <p:sldId id="290" r:id="rId4"/>
    <p:sldId id="289" r:id="rId5"/>
    <p:sldId id="288" r:id="rId6"/>
    <p:sldId id="287" r:id="rId7"/>
    <p:sldId id="286" r:id="rId8"/>
    <p:sldId id="285" r:id="rId9"/>
    <p:sldId id="284" r:id="rId10"/>
    <p:sldId id="283" r:id="rId11"/>
    <p:sldId id="282" r:id="rId12"/>
    <p:sldId id="280" r:id="rId13"/>
    <p:sldId id="279" r:id="rId14"/>
    <p:sldId id="278" r:id="rId15"/>
    <p:sldId id="292" r:id="rId16"/>
    <p:sldId id="277" r:id="rId17"/>
    <p:sldId id="276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8624" autoAdjust="0"/>
  </p:normalViewPr>
  <p:slideViewPr>
    <p:cSldViewPr>
      <p:cViewPr varScale="1">
        <p:scale>
          <a:sx n="32" d="100"/>
          <a:sy n="32" d="100"/>
        </p:scale>
        <p:origin x="-63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SEUL TU ES DIEU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SEUL TU ES DIEU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 CHAQUE LEVER DU SOLEIL TU PEINS LE CIEL DE LUMIÈRE 
2-  AVEC LA GLOIRE ET LA SPLENDEUR  DE TON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BIEN AVANT LA CRÉATION TU ÉTAIS SUR TON TRÔNE 
4-  NUL N’EST SEMBLABLE À TOI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ADONAI  ELOHAI 
	6-  MON DIEU LE GRAND JE SUIS ROI DU CIEL, FILS DE L’HOMME 
		7-  LE LION L’AGNEAU AUSSI QUI SERA, QUI SERA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SAINT, SAINT, SAINT EST LE SEIGNEUR DIEU TOUT PUISSANT 
13-  QUI ÉTAIT, QUI EST ET QUI SERA            x4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ADONAI  ELOHAI 
	15-  MON DIEU LE GRAND JE SUIS ROI DU CIEL, FILS DE L’HOMME  
	16-  LE LION L’AGNEAU AUSSI        x2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17-  QUI SERA, QUI SERA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 CHAQUE LEVER DU SOLEIL TU PEINS LE CIEL DE LUMIÈRE 
2-  AVEC LA GLOIRE ET LA SPLENDEUR  DE TON NOM 
</a:t>
            </a:r>
          </a:p>
          <a:p>
            <a:r>
              <a:rPr lang="fr-FR" smtClean="0"/>
              <a:t>3-  BIEN AVANT LA CRÉATION TU ÉTAIS SUR TON TRÔNE 
4-  NUL N’EST SEMBLABLE À TOI TOI SEUL TU ES DIEU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ADONAI  ELOHAI 
	6-  MON DIEU LE GRAND JE SUIS ROI DU CIEL, FILS DE L’HOMME 
		7-  LE LION L’AGNEAU AUSSI QUI SERA, QUI SERA 
</a:t>
            </a:r>
          </a:p>
          <a:p>
            <a:r>
              <a:rPr lang="fr-FR" smtClean="0"/>
              <a:t>8-  TU TIENS LA CRÉATION DANS LA PAUME DE TA MAIN 
9-  POURTANT TA GLOIRE DÉSIR LE CŒUR DES ÊTRES HUMAINS 
10-  LA MAJESTÉ DU CIEL EST TON TRÔNE NUL N’EST SEMBLABLE À TOI 
11-  TOI SEUL TU ES DIEU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12-  SAINT, SAINT, SAINT EST LE SEIGNEUR DIEU TOUT PUISSANT 
13-  QUI ÉTAIT, QUI EST ET QUI SERA            x4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ADONAI  ELOHAI 
	15-  MON DIEU LE GRAND JE SUIS ROI DU CIEL, FILS DE L’HOMME  
	16-  LE LION L’AGNEAU AUSSI        x2
	</a:t>
            </a:r>
          </a:p>
          <a:p>
            <a:r>
              <a:rPr lang="fr-FR" smtClean="0"/>
              <a:t>	17-  QUI SERA, QUI SERA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LEVER DU SOLEIL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PEINS LE CIEL DE LUMIÈRE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GLOIRE ET LA SPLENDEUR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AVANT LA CRÉATION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ÉTAIS SUR TON TRÔNE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SEMBLABLE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SEUL,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ADONAÏ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ELOHAI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LE GRAND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DU CIEL, FILS DE L’HOMME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LION,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L’AGNEAU AUSSI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SERA, QUI SERA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TIENS LA CRÉATION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PAUME DE TA MAIN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POURTANT TA GLOIRE DÉSIR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CŒUR DES ÊTRES HUMAINS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MAJESTÉ DU CIEL EST TON TRÔNE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SEMBLABLE À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SEUL TU ES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LE SEIGNEUR DIEU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ÉTAIT, QUI EST ET QUI SERA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ADONAÏ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ELOHAI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LE GRAND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DU CIEL, FILS DE L’HOMME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LION,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L’AGNEAU AUSSI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SERA, QUI SERA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552</Words>
  <Application>Microsoft Office PowerPoint</Application>
  <PresentationFormat>Affichage à l'écran (4:3)</PresentationFormat>
  <Paragraphs>404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175</cp:revision>
  <dcterms:created xsi:type="dcterms:W3CDTF">2002-08-17T10:50:50Z</dcterms:created>
  <dcterms:modified xsi:type="dcterms:W3CDTF">2018-12-30T05:17:11Z</dcterms:modified>
</cp:coreProperties>
</file>