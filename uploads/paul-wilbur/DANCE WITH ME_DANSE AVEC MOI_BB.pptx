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72" r:id="rId2"/>
    <p:sldId id="277" r:id="rId3"/>
    <p:sldId id="289" r:id="rId4"/>
    <p:sldId id="278" r:id="rId5"/>
    <p:sldId id="276" r:id="rId6"/>
    <p:sldId id="279" r:id="rId7"/>
    <p:sldId id="283" r:id="rId8"/>
    <p:sldId id="284" r:id="rId9"/>
    <p:sldId id="285" r:id="rId10"/>
    <p:sldId id="290" r:id="rId11"/>
    <p:sldId id="273" r:id="rId12"/>
    <p:sldId id="282" r:id="rId13"/>
    <p:sldId id="286" r:id="rId14"/>
    <p:sldId id="287" r:id="rId15"/>
    <p:sldId id="288" r:id="rId16"/>
    <p:sldId id="292" r:id="rId17"/>
    <p:sldId id="293" r:id="rId18"/>
    <p:sldId id="295" r:id="rId19"/>
    <p:sldId id="300" r:id="rId20"/>
    <p:sldId id="296" r:id="rId21"/>
    <p:sldId id="297" r:id="rId22"/>
    <p:sldId id="298" r:id="rId23"/>
    <p:sldId id="299" r:id="rId2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3600" autoAdjust="0"/>
    <p:restoredTop sz="38698" autoAdjust="0"/>
  </p:normalViewPr>
  <p:slideViewPr>
    <p:cSldViewPr>
      <p:cViewPr varScale="1">
        <p:scale>
          <a:sx n="25" d="100"/>
          <a:sy n="25" d="100"/>
        </p:scale>
        <p:origin x="-84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30/12/2018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12507395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fr-FR" smtClean="0"/>
              <a:t>	1-  DANSE AVEC MOI AMOUR DE MON CŒUR 
	2-  SUR LE PLUS BEAU DES CHANTS 
	3-  CAPTIVE-MOI OH AMOUR DE MON CŒUR 
	4-  SUR LE PLUS BEAU DES CHANTS
5-  VOICI TU ES VENU DE CETTE COLLINE JUSQU’À LA MONTAGNE
6-  TU AS COURU À MOI, BIEN AIMÉ TU AS PRIS MON CŒUR  
	7-  DANSE AVEC MOI AMOUR DE MON CŒUR 
	8-  SUR LE PLUS BEAU DES CHANTS 
	9-  ROMANCE-MOI AMOUR DE MON CŒUR 
	10-  SUR LE PLUS BEAU DES CHANTS
11-  AVEC TOI J’IRAI TU ES MON AMOUR ET TU ES SI BEAU 
12-  L’HIVER EST PASSÉ ET LE PRINTEMPS EST LÀ 
	13-  DANSE AVEC MOI AMOUR DE MON CŒUR 
	14-  SUR LE PLUS BEAU DES CHANTS 
	15-  CAPTIVE-MOI OH AMOUR DE MON CŒUR
 	16-  SUR LE PLUS BEAU DES CHANTS
17-  AVEC TOI J’IRAI TU ES MON AMOUR ET TU ES SI BEAU 
18-  L’HIVER EST PASSÉ
19-  ET LE PRINTEMPS EST LÀ 
	20-  DANSE AVEC MOI AMOUR DE MON CŒUR 
	21-  SUR LE PLUS BEAU DES CHANTS 
	22-  CAPTIVE-MOI OH  AMOUR DE MON CŒUR 
	23-  SUR LE PLUS BEAU DES CHANTS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DANSE AVEC MOI AMOUR DE MON CŒUR 
	2-  SUR LE PLUS BEAU DES CHANTS 
	3-  CAPTIVE-MOI OH AMOUR DE MON CŒUR 
	4-  SUR LE PLUS BEAU DES CHANTS
5-  VOICI TU ES VENU DE CETTE COLLINE JUSQU’À LA MONTAGNE
6-  TU AS COURU À MOI, BIEN AIMÉ TU AS PRIS MON CŒUR  
	7-  DANSE AVEC MOI AMOUR DE MON CŒUR 
	8-  SUR LE PLUS BEAU DES CHANTS 
	9-  ROMANCE-MOI AMOUR DE MON CŒUR 
	10-  SUR LE PLUS BEAU DES CHANTS
11-  AVEC TOI J’IRAI TU ES MON AMOUR ET TU ES SI BEAU 
12-  L’HIVER EST PASSÉ ET LE PRINTEMPS EST LÀ 
	13-  DANSE AVEC MOI AMOUR DE MON CŒUR 
	14-  SUR LE PLUS BEAU DES CHANTS 
	15-  CAPTIVE-MOI OH AMOUR DE MON CŒUR
 	16-  SUR LE PLUS BEAU DES CHANTS
17-  AVEC TOI J’IRAI TU ES MON AMOUR ET TU ES SI BEAU 
18-  L’HIVER EST PASSÉ
19-  ET LE PRINTEMPS EST LÀ 
	20-  DANSE AVEC MOI AMOUR DE MON CŒUR 
	21-  SUR LE PLUS BEAU DES CHANTS 
	22-  CAPTIVE-MOI OH  AMOUR DE MON CŒUR 
	23-  SUR LE PLUS BEAU DES CHANTS
</a:t>
            </a:r>
          </a:p>
        </p:txBody>
      </p:sp>
    </p:spTree>
    <p:extLst>
      <p:ext uri="{BB962C8B-B14F-4D97-AF65-F5344CB8AC3E}">
        <p14:creationId xmlns="" xmlns:p14="http://schemas.microsoft.com/office/powerpoint/2010/main" val="32089711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fr-FR" smtClean="0"/>
              <a:t>	1-  DANSE AVEC MOI AMOUR DE MON CŒUR 
	2-  SUR LE PLUS BEAU DES CHANTS 
	3-  CAPTIVE-MOI OH AMOUR DE MON CŒUR 
	4-  SUR LE PLUS BEAU DES CHANTS
5-  VOICI TU ES VENU DE CETTE COLLINE JUSQU’À LA MONTAGNE
6-  TU AS COURU À MOI, BIEN AIMÉ TU AS PRIS MON CŒUR  
	7-  DANSE AVEC MOI AMOUR DE MON CŒUR 
	8-  SUR LE PLUS BEAU DES CHANTS 
	9-  ROMANCE-MOI AMOUR DE MON CŒUR 
	10-  SUR LE PLUS BEAU DES CHANTS
11-  AVEC TOI J’IRAI TU ES MON AMOUR ET TU ES SI BEAU 
12-  L’HIVER EST PASSÉ ET LE PRINTEMPS EST LÀ 
	13-  DANSE AVEC MOI AMOUR DE MON CŒUR 
	14-  SUR LE PLUS BEAU DES CHANTS 
	15-  CAPTIVE-MOI OH AMOUR DE MON CŒUR
 	16-  SUR LE PLUS BEAU DES CHANTS
17-  AVEC TOI J’IRAI TU ES MON AMOUR ET TU ES SI BEAU 
18-  L’HIVER EST PASSÉ
19-  ET LE PRINTEMPS EST LÀ 
	20-  DANSE AVEC MOI AMOUR DE MON CŒUR 
	21-  SUR LE PLUS BEAU DES CHANTS 
	22-  CAPTIVE-MOI OH  AMOUR DE MON CŒUR 
	23-  SUR LE PLUS BEAU DES CHANTS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DANSE AVEC MOI AMOUR DE MON CŒUR 
	2-  SUR LE PLUS BEAU DES CHANTS 
	3-  CAPTIVE-MOI OH AMOUR DE MON CŒUR 
	4-  SUR LE PLUS BEAU DES CHANTS
5-  VOICI TU ES VENU DE CETTE COLLINE JUSQU’À LA MONTAGNE
6-  TU AS COURU À MOI, BIEN AIMÉ TU AS PRIS MON CŒUR  
	7-  DANSE AVEC MOI AMOUR DE MON CŒUR 
	8-  SUR LE PLUS BEAU DES CHANTS 
	9-  ROMANCE-MOI AMOUR DE MON CŒUR 
	10-  SUR LE PLUS BEAU DES CHANTS
11-  AVEC TOI J’IRAI TU ES MON AMOUR ET TU ES SI BEAU 
12-  L’HIVER EST PASSÉ ET LE PRINTEMPS EST LÀ 
	13-  DANSE AVEC MOI AMOUR DE MON CŒUR 
	14-  SUR LE PLUS BEAU DES CHANTS 
	15-  CAPTIVE-MOI OH AMOUR DE MON CŒUR
 	16-  SUR LE PLUS BEAU DES CHANTS
17-  AVEC TOI J’IRAI TU ES MON AMOUR ET TU ES SI BEAU 
18-  L’HIVER EST PASSÉ
19-  ET LE PRINTEMPS EST LÀ 
	20-  DANSE AVEC MOI AMOUR DE MON CŒUR 
	21-  SUR LE PLUS BEAU DES CHANTS 
	22-  CAPTIVE-MOI OH  AMOUR DE MON CŒUR 
	23-  SUR LE PLUS BEAU DES CHANTS
</a:t>
            </a:r>
          </a:p>
        </p:txBody>
      </p:sp>
    </p:spTree>
    <p:extLst>
      <p:ext uri="{BB962C8B-B14F-4D97-AF65-F5344CB8AC3E}">
        <p14:creationId xmlns="" xmlns:p14="http://schemas.microsoft.com/office/powerpoint/2010/main" val="5316062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fr-FR" smtClean="0"/>
              <a:t>	1-  DANSE AVEC MOI AMOUR DE MON CŒUR 
	2-  SUR LE PLUS BEAU DES CHANTS 
	3-  CAPTIVE-MOI OH AMOUR DE MON CŒUR 
	4-  SUR LE PLUS BEAU DES CHANTS
5-  VOICI TU ES VENU DE CETTE COLLINE JUSQU’À LA MONTAGNE
6-  TU AS COURU À MOI, BIEN AIMÉ TU AS PRIS MON CŒUR  
	7-  DANSE AVEC MOI AMOUR DE MON CŒUR 
	8-  SUR LE PLUS BEAU DES CHANTS 
	9-  ROMANCE-MOI AMOUR DE MON CŒUR 
	10-  SUR LE PLUS BEAU DES CHANTS
11-  AVEC TOI J’IRAI TU ES MON AMOUR ET TU ES SI BEAU 
12-  L’HIVER EST PASSÉ ET LE PRINTEMPS EST LÀ 
	13-  DANSE AVEC MOI AMOUR DE MON CŒUR 
	14-  SUR LE PLUS BEAU DES CHANTS 
	15-  CAPTIVE-MOI OH AMOUR DE MON CŒUR
 	16-  SUR LE PLUS BEAU DES CHANTS
17-  AVEC TOI J’IRAI TU ES MON AMOUR ET TU ES SI BEAU 
18-  L’HIVER EST PASSÉ
19-  ET LE PRINTEMPS EST LÀ 
	20-  DANSE AVEC MOI AMOUR DE MON CŒUR 
	21-  SUR LE PLUS BEAU DES CHANTS 
	22-  CAPTIVE-MOI OH  AMOUR DE MON CŒUR 
	23-  SUR LE PLUS BEAU DES CHANTS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DANSE AVEC MOI AMOUR DE MON CŒUR 
	2-  SUR LE PLUS BEAU DES CHANTS 
	3-  CAPTIVE-MOI OH AMOUR DE MON CŒUR 
	4-  SUR LE PLUS BEAU DES CHANTS
5-  VOICI TU ES VENU DE CETTE COLLINE JUSQU’À LA MONTAGNE
6-  TU AS COURU À MOI, BIEN AIMÉ TU AS PRIS MON CŒUR  
	7-  DANSE AVEC MOI AMOUR DE MON CŒUR 
	8-  SUR LE PLUS BEAU DES CHANTS 
	9-  ROMANCE-MOI AMOUR DE MON CŒUR 
	10-  SUR LE PLUS BEAU DES CHANTS
11-  AVEC TOI J’IRAI TU ES MON AMOUR ET TU ES SI BEAU 
12-  L’HIVER EST PASSÉ ET LE PRINTEMPS EST LÀ 
	13-  DANSE AVEC MOI AMOUR DE MON CŒUR 
	14-  SUR LE PLUS BEAU DES CHANTS 
	15-  CAPTIVE-MOI OH AMOUR DE MON CŒUR
 	16-  SUR LE PLUS BEAU DES CHANTS
17-  AVEC TOI J’IRAI TU ES MON AMOUR ET TU ES SI BEAU 
18-  L’HIVER EST PASSÉ
19-  ET LE PRINTEMPS EST LÀ 
	20-  DANSE AVEC MOI AMOUR DE MON CŒUR 
	21-  SUR LE PLUS BEAU DES CHANTS 
	22-  CAPTIVE-MOI OH  AMOUR DE MON CŒUR 
	23-  SUR LE PLUS BEAU DES CHANTS
</a:t>
            </a:r>
          </a:p>
        </p:txBody>
      </p:sp>
    </p:spTree>
    <p:extLst>
      <p:ext uri="{BB962C8B-B14F-4D97-AF65-F5344CB8AC3E}">
        <p14:creationId xmlns="" xmlns:p14="http://schemas.microsoft.com/office/powerpoint/2010/main" val="6519070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fr-FR" smtClean="0"/>
              <a:t>	1-  DANSE AVEC MOI AMOUR DE MON CŒUR 
	2-  SUR LE PLUS BEAU DES CHANTS 
	3-  CAPTIVE-MOI OH AMOUR DE MON CŒUR 
	4-  SUR LE PLUS BEAU DES CHANTS
5-  VOICI TU ES VENU DE CETTE COLLINE JUSQU’À LA MONTAGNE
6-  TU AS COURU À MOI, BIEN AIMÉ TU AS PRIS MON CŒUR  
	7-  DANSE AVEC MOI AMOUR DE MON CŒUR 
	8-  SUR LE PLUS BEAU DES CHANTS 
	9-  ROMANCE-MOI AMOUR DE MON CŒUR 
	10-  SUR LE PLUS BEAU DES CHANTS
11-  AVEC TOI J’IRAI TU ES MON AMOUR ET TU ES SI BEAU 
12-  L’HIVER EST PASSÉ ET LE PRINTEMPS EST LÀ 
	13-  DANSE AVEC MOI AMOUR DE MON CŒUR 
	14-  SUR LE PLUS BEAU DES CHANTS 
	15-  CAPTIVE-MOI OH AMOUR DE MON CŒUR
 	16-  SUR LE PLUS BEAU DES CHANTS
17-  AVEC TOI J’IRAI TU ES MON AMOUR ET TU ES SI BEAU 
18-  L’HIVER EST PASSÉ
19-  ET LE PRINTEMPS EST LÀ 
	20-  DANSE AVEC MOI AMOUR DE MON CŒUR 
	21-  SUR LE PLUS BEAU DES CHANTS 
	22-  CAPTIVE-MOI OH  AMOUR DE MON CŒUR 
	23-  SUR LE PLUS BEAU DES CHANTS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DANSE AVEC MOI AMOUR DE MON CŒUR 
	2-  SUR LE PLUS BEAU DES CHANTS 
	3-  CAPTIVE-MOI OH AMOUR DE MON CŒUR 
	4-  SUR LE PLUS BEAU DES CHANTS
5-  VOICI TU ES VENU DE CETTE COLLINE JUSQU’À LA MONTAGNE
6-  TU AS COURU À MOI, BIEN AIMÉ TU AS PRIS MON CŒUR  
	7-  DANSE AVEC MOI AMOUR DE MON CŒUR 
	8-  SUR LE PLUS BEAU DES CHANTS 
	9-  ROMANCE-MOI AMOUR DE MON CŒUR 
	10-  SUR LE PLUS BEAU DES CHANTS
11-  AVEC TOI J’IRAI TU ES MON AMOUR ET TU ES SI BEAU 
12-  L’HIVER EST PASSÉ ET LE PRINTEMPS EST LÀ 
	13-  DANSE AVEC MOI AMOUR DE MON CŒUR 
	14-  SUR LE PLUS BEAU DES CHANTS 
	15-  CAPTIVE-MOI OH AMOUR DE MON CŒUR
 	16-  SUR LE PLUS BEAU DES CHANTS
17-  AVEC TOI J’IRAI TU ES MON AMOUR ET TU ES SI BEAU 
18-  L’HIVER EST PASSÉ
19-  ET LE PRINTEMPS EST LÀ 
	20-  DANSE AVEC MOI AMOUR DE MON CŒUR 
	21-  SUR LE PLUS BEAU DES CHANTS 
	22-  CAPTIVE-MOI OH  AMOUR DE MON CŒUR 
	23-  SUR LE PLUS BEAU DES CHANTS
</a:t>
            </a:r>
          </a:p>
        </p:txBody>
      </p:sp>
    </p:spTree>
    <p:extLst>
      <p:ext uri="{BB962C8B-B14F-4D97-AF65-F5344CB8AC3E}">
        <p14:creationId xmlns="" xmlns:p14="http://schemas.microsoft.com/office/powerpoint/2010/main" val="3680482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fr-FR" smtClean="0"/>
              <a:t>	1-  DANSE AVEC MOI AMOUR DE MON CŒUR 
	2-  SUR LE PLUS BEAU DES CHANTS 
	3-  CAPTIVE-MOI OH AMOUR DE MON CŒUR 
	4-  SUR LE PLUS BEAU DES CHANTS
5-  VOICI TU ES VENU DE CETTE COLLINE JUSQU’À LA MONTAGNE
6-  TU AS COURU À MOI, BIEN AIMÉ TU AS PRIS MON CŒUR  
	7-  DANSE AVEC MOI AMOUR DE MON CŒUR 
	8-  SUR LE PLUS BEAU DES CHANTS 
	9-  ROMANCE-MOI AMOUR DE MON CŒUR 
	10-  SUR LE PLUS BEAU DES CHANTS
11-  AVEC TOI J’IRAI TU ES MON AMOUR ET TU ES SI BEAU 
12-  L’HIVER EST PASSÉ ET LE PRINTEMPS EST LÀ 
	13-  DANSE AVEC MOI AMOUR DE MON CŒUR 
	14-  SUR LE PLUS BEAU DES CHANTS 
	15-  CAPTIVE-MOI OH AMOUR DE MON CŒUR
 	16-  SUR LE PLUS BEAU DES CHANTS
17-  AVEC TOI J’IRAI TU ES MON AMOUR ET TU ES SI BEAU 
18-  L’HIVER EST PASSÉ
19-  ET LE PRINTEMPS EST LÀ 
	20-  DANSE AVEC MOI AMOUR DE MON CŒUR 
	21-  SUR LE PLUS BEAU DES CHANTS 
	22-  CAPTIVE-MOI OH  AMOUR DE MON CŒUR 
	23-  SUR LE PLUS BEAU DES CHANTS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DANSE AVEC MOI AMOUR DE MON CŒUR 
	2-  SUR LE PLUS BEAU DES CHANTS 
	3-  CAPTIVE-MOI OH AMOUR DE MON CŒUR 
	4-  SUR LE PLUS BEAU DES CHANTS
5-  VOICI TU ES VENU DE CETTE COLLINE JUSQU’À LA MONTAGNE
6-  TU AS COURU À MOI, BIEN AIMÉ TU AS PRIS MON CŒUR  
	7-  DANSE AVEC MOI AMOUR DE MON CŒUR 
	8-  SUR LE PLUS BEAU DES CHANTS 
	9-  ROMANCE-MOI AMOUR DE MON CŒUR 
	10-  SUR LE PLUS BEAU DES CHANTS
11-  AVEC TOI J’IRAI TU ES MON AMOUR ET TU ES SI BEAU 
12-  L’HIVER EST PASSÉ ET LE PRINTEMPS EST LÀ 
	13-  DANSE AVEC MOI AMOUR DE MON CŒUR 
	14-  SUR LE PLUS BEAU DES CHANTS 
	15-  CAPTIVE-MOI OH AMOUR DE MON CŒUR
 	16-  SUR LE PLUS BEAU DES CHANTS
17-  AVEC TOI J’IRAI TU ES MON AMOUR ET TU ES SI BEAU 
18-  L’HIVER EST PASSÉ
19-  ET LE PRINTEMPS EST LÀ 
	20-  DANSE AVEC MOI AMOUR DE MON CŒUR 
	21-  SUR LE PLUS BEAU DES CHANTS 
	22-  CAPTIVE-MOI OH  AMOUR DE MON CŒUR 
	23-  SUR LE PLUS BEAU DES CHANTS
</a:t>
            </a:r>
          </a:p>
        </p:txBody>
      </p:sp>
    </p:spTree>
    <p:extLst>
      <p:ext uri="{BB962C8B-B14F-4D97-AF65-F5344CB8AC3E}">
        <p14:creationId xmlns="" xmlns:p14="http://schemas.microsoft.com/office/powerpoint/2010/main" val="8902406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fr-FR" smtClean="0"/>
              <a:t>	1-  DANSE AVEC MOI AMOUR DE MON CŒUR 
	2-  SUR LE PLUS BEAU DES CHANTS 
	3-  CAPTIVE-MOI OH AMOUR DE MON CŒUR 
	4-  SUR LE PLUS BEAU DES CHANTS
5-  VOICI TU ES VENU DE CETTE COLLINE JUSQU’À LA MONTAGNE
6-  TU AS COURU À MOI, BIEN AIMÉ TU AS PRIS MON CŒUR  
	7-  DANSE AVEC MOI AMOUR DE MON CŒUR 
	8-  SUR LE PLUS BEAU DES CHANTS 
	9-  ROMANCE-MOI AMOUR DE MON CŒUR 
	10-  SUR LE PLUS BEAU DES CHANTS
11-  AVEC TOI J’IRAI TU ES MON AMOUR ET TU ES SI BEAU 
12-  L’HIVER EST PASSÉ ET LE PRINTEMPS EST LÀ 
	13-  DANSE AVEC MOI AMOUR DE MON CŒUR 
	14-  SUR LE PLUS BEAU DES CHANTS 
	15-  CAPTIVE-MOI OH AMOUR DE MON CŒUR
 	16-  SUR LE PLUS BEAU DES CHANTS
17-  AVEC TOI J’IRAI TU ES MON AMOUR ET TU ES SI BEAU 
18-  L’HIVER EST PASSÉ
19-  ET LE PRINTEMPS EST LÀ 
	20-  DANSE AVEC MOI AMOUR DE MON CŒUR 
	21-  SUR LE PLUS BEAU DES CHANTS 
	22-  CAPTIVE-MOI OH  AMOUR DE MON CŒUR 
	23-  SUR LE PLUS BEAU DES CHANTS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DANSE AVEC MOI AMOUR DE MON CŒUR 
	2-  SUR LE PLUS BEAU DES CHANTS 
	3-  CAPTIVE-MOI OH AMOUR DE MON CŒUR 
	4-  SUR LE PLUS BEAU DES CHANTS
5-  VOICI TU ES VENU DE CETTE COLLINE JUSQU’À LA MONTAGNE
6-  TU AS COURU À MOI, BIEN AIMÉ TU AS PRIS MON CŒUR  
	7-  DANSE AVEC MOI AMOUR DE MON CŒUR 
	8-  SUR LE PLUS BEAU DES CHANTS 
	9-  ROMANCE-MOI AMOUR DE MON CŒUR 
	10-  SUR LE PLUS BEAU DES CHANTS
11-  AVEC TOI J’IRAI TU ES MON AMOUR ET TU ES SI BEAU 
12-  L’HIVER EST PASSÉ ET LE PRINTEMPS EST LÀ 
	13-  DANSE AVEC MOI AMOUR DE MON CŒUR 
	14-  SUR LE PLUS BEAU DES CHANTS 
	15-  CAPTIVE-MOI OH AMOUR DE MON CŒUR
 	16-  SUR LE PLUS BEAU DES CHANTS
17-  AVEC TOI J’IRAI TU ES MON AMOUR ET TU ES SI BEAU 
18-  L’HIVER EST PASSÉ
19-  ET LE PRINTEMPS EST LÀ 
	20-  DANSE AVEC MOI AMOUR DE MON CŒUR 
	21-  SUR LE PLUS BEAU DES CHANTS 
	22-  CAPTIVE-MOI OH  AMOUR DE MON CŒUR 
	23-  SUR LE PLUS BEAU DES CHANTS
</a:t>
            </a:r>
          </a:p>
        </p:txBody>
      </p:sp>
    </p:spTree>
    <p:extLst>
      <p:ext uri="{BB962C8B-B14F-4D97-AF65-F5344CB8AC3E}">
        <p14:creationId xmlns="" xmlns:p14="http://schemas.microsoft.com/office/powerpoint/2010/main" val="31958521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fr-FR" smtClean="0"/>
              <a:t>	1-  DANSE AVEC MOI AMOUR DE MON CŒUR 
	2-  SUR LE PLUS BEAU DES CHANTS 
	3-  CAPTIVE-MOI OH AMOUR DE MON CŒUR 
	4-  SUR LE PLUS BEAU DES CHANTS
5-  VOICI TU ES VENU DE CETTE COLLINE JUSQU’À LA MONTAGNE
6-  TU AS COURU À MOI, BIEN AIMÉ TU AS PRIS MON CŒUR  
	7-  DANSE AVEC MOI AMOUR DE MON CŒUR 
	8-  SUR LE PLUS BEAU DES CHANTS 
	9-  ROMANCE-MOI AMOUR DE MON CŒUR 
	10-  SUR LE PLUS BEAU DES CHANTS
11-  AVEC TOI J’IRAI TU ES MON AMOUR ET TU ES SI BEAU 
12-  L’HIVER EST PASSÉ ET LE PRINTEMPS EST LÀ 
	13-  DANSE AVEC MOI AMOUR DE MON CŒUR 
	14-  SUR LE PLUS BEAU DES CHANTS 
	15-  CAPTIVE-MOI OH AMOUR DE MON CŒUR
 	16-  SUR LE PLUS BEAU DES CHANTS
17-  AVEC TOI J’IRAI TU ES MON AMOUR ET TU ES SI BEAU 
18-  L’HIVER EST PASSÉ
19-  ET LE PRINTEMPS EST LÀ 
	20-  DANSE AVEC MOI AMOUR DE MON CŒUR 
	21-  SUR LE PLUS BEAU DES CHANTS 
	22-  CAPTIVE-MOI OH  AMOUR DE MON CŒUR 
	23-  SUR LE PLUS BEAU DES CHANTS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DANSE AVEC MOI AMOUR DE MON CŒUR 
	2-  SUR LE PLUS BEAU DES CHANTS 
	3-  CAPTIVE-MOI OH AMOUR DE MON CŒUR 
	4-  SUR LE PLUS BEAU DES CHANTS
5-  VOICI TU ES VENU DE CETTE COLLINE JUSQU’À LA MONTAGNE
6-  TU AS COURU À MOI, BIEN AIMÉ TU AS PRIS MON CŒUR  
	7-  DANSE AVEC MOI AMOUR DE MON CŒUR 
	8-  SUR LE PLUS BEAU DES CHANTS 
	9-  ROMANCE-MOI AMOUR DE MON CŒUR 
	10-  SUR LE PLUS BEAU DES CHANTS
11-  AVEC TOI J’IRAI TU ES MON AMOUR ET TU ES SI BEAU 
12-  L’HIVER EST PASSÉ ET LE PRINTEMPS EST LÀ 
	13-  DANSE AVEC MOI AMOUR DE MON CŒUR 
	14-  SUR LE PLUS BEAU DES CHANTS 
	15-  CAPTIVE-MOI OH AMOUR DE MON CŒUR
 	16-  SUR LE PLUS BEAU DES CHANTS
17-  AVEC TOI J’IRAI TU ES MON AMOUR ET TU ES SI BEAU 
18-  L’HIVER EST PASSÉ
19-  ET LE PRINTEMPS EST LÀ 
	20-  DANSE AVEC MOI AMOUR DE MON CŒUR 
	21-  SUR LE PLUS BEAU DES CHANTS 
	22-  CAPTIVE-MOI OH  AMOUR DE MON CŒUR 
	23-  SUR LE PLUS BEAU DES CHANTS
</a:t>
            </a:r>
          </a:p>
        </p:txBody>
      </p:sp>
    </p:spTree>
    <p:extLst>
      <p:ext uri="{BB962C8B-B14F-4D97-AF65-F5344CB8AC3E}">
        <p14:creationId xmlns="" xmlns:p14="http://schemas.microsoft.com/office/powerpoint/2010/main" val="8239280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fr-FR" smtClean="0"/>
              <a:t>	1-  DANSE AVEC MOI AMOUR DE MON CŒUR 
	2-  SUR LE PLUS BEAU DES CHANTS 
	3-  CAPTIVE-MOI OH AMOUR DE MON CŒUR 
	4-  SUR LE PLUS BEAU DES CHANTS
5-  VOICI TU ES VENU DE CETTE COLLINE JUSQU’À LA MONTAGNE
6-  TU AS COURU À MOI, BIEN AIMÉ TU AS PRIS MON CŒUR  
	7-  DANSE AVEC MOI AMOUR DE MON CŒUR 
	8-  SUR LE PLUS BEAU DES CHANTS 
	9-  ROMANCE-MOI AMOUR DE MON CŒUR 
	10-  SUR LE PLUS BEAU DES CHANTS
11-  AVEC TOI J’IRAI TU ES MON AMOUR ET TU ES SI BEAU 
12-  L’HIVER EST PASSÉ ET LE PRINTEMPS EST LÀ 
	13-  DANSE AVEC MOI AMOUR DE MON CŒUR 
	14-  SUR LE PLUS BEAU DES CHANTS 
	15-  CAPTIVE-MOI OH AMOUR DE MON CŒUR
 	16-  SUR LE PLUS BEAU DES CHANTS
17-  AVEC TOI J’IRAI TU ES MON AMOUR ET TU ES SI BEAU 
18-  L’HIVER EST PASSÉ
19-  ET LE PRINTEMPS EST LÀ 
	20-  DANSE AVEC MOI AMOUR DE MON CŒUR 
	21-  SUR LE PLUS BEAU DES CHANTS 
	22-  CAPTIVE-MOI OH  AMOUR DE MON CŒUR 
	23-  SUR LE PLUS BEAU DES CHANTS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DANSE AVEC MOI AMOUR DE MON CŒUR 
	2-  SUR LE PLUS BEAU DES CHANTS 
	3-  CAPTIVE-MOI OH AMOUR DE MON CŒUR 
	4-  SUR LE PLUS BEAU DES CHANTS
5-  VOICI TU ES VENU DE CETTE COLLINE JUSQU’À LA MONTAGNE
6-  TU AS COURU À MOI, BIEN AIMÉ TU AS PRIS MON CŒUR  
	7-  DANSE AVEC MOI AMOUR DE MON CŒUR 
	8-  SUR LE PLUS BEAU DES CHANTS 
	9-  ROMANCE-MOI AMOUR DE MON CŒUR 
	10-  SUR LE PLUS BEAU DES CHANTS
11-  AVEC TOI J’IRAI TU ES MON AMOUR ET TU ES SI BEAU 
12-  L’HIVER EST PASSÉ ET LE PRINTEMPS EST LÀ 
	13-  DANSE AVEC MOI AMOUR DE MON CŒUR 
	14-  SUR LE PLUS BEAU DES CHANTS 
	15-  CAPTIVE-MOI OH AMOUR DE MON CŒUR
 	16-  SUR LE PLUS BEAU DES CHANTS
17-  AVEC TOI J’IRAI TU ES MON AMOUR ET TU ES SI BEAU 
18-  L’HIVER EST PASSÉ
19-  ET LE PRINTEMPS EST LÀ 
	20-  DANSE AVEC MOI AMOUR DE MON CŒUR 
	21-  SUR LE PLUS BEAU DES CHANTS 
	22-  CAPTIVE-MOI OH  AMOUR DE MON CŒUR 
	23-  SUR LE PLUS BEAU DES CHANTS
</a:t>
            </a:r>
          </a:p>
        </p:txBody>
      </p:sp>
    </p:spTree>
    <p:extLst>
      <p:ext uri="{BB962C8B-B14F-4D97-AF65-F5344CB8AC3E}">
        <p14:creationId xmlns="" xmlns:p14="http://schemas.microsoft.com/office/powerpoint/2010/main" val="42719280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fr-FR" smtClean="0"/>
              <a:t>	1-  DANSE AVEC MOI AMOUR DE MON CŒUR 
	2-  SUR LE PLUS BEAU DES CHANTS 
	3-  CAPTIVE-MOI OH AMOUR DE MON CŒUR 
	4-  SUR LE PLUS BEAU DES CHANTS
5-  VOICI TU ES VENU DE CETTE COLLINE JUSQU’À LA MONTAGNE
6-  TU AS COURU À MOI, BIEN AIMÉ TU AS PRIS MON CŒUR  
	7-  DANSE AVEC MOI AMOUR DE MON CŒUR 
	8-  SUR LE PLUS BEAU DES CHANTS 
	9-  ROMANCE-MOI AMOUR DE MON CŒUR 
	10-  SUR LE PLUS BEAU DES CHANTS
11-  AVEC TOI J’IRAI TU ES MON AMOUR ET TU ES SI BEAU 
12-  L’HIVER EST PASSÉ ET LE PRINTEMPS EST LÀ 
	13-  DANSE AVEC MOI AMOUR DE MON CŒUR 
	14-  SUR LE PLUS BEAU DES CHANTS 
	15-  CAPTIVE-MOI OH AMOUR DE MON CŒUR
 	16-  SUR LE PLUS BEAU DES CHANTS
17-  AVEC TOI J’IRAI TU ES MON AMOUR ET TU ES SI BEAU 
18-  L’HIVER EST PASSÉ
19-  ET LE PRINTEMPS EST LÀ 
	20-  DANSE AVEC MOI AMOUR DE MON CŒUR 
	21-  SUR LE PLUS BEAU DES CHANTS 
	22-  CAPTIVE-MOI OH  AMOUR DE MON CŒUR 
	23-  SUR LE PLUS BEAU DES CHANTS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DANSE AVEC MOI AMOUR DE MON CŒUR 
	2-  SUR LE PLUS BEAU DES CHANTS 
	3-  CAPTIVE-MOI OH AMOUR DE MON CŒUR 
	4-  SUR LE PLUS BEAU DES CHANTS
5-  VOICI TU ES VENU DE CETTE COLLINE JUSQU’À LA MONTAGNE
6-  TU AS COURU À MOI, BIEN AIMÉ TU AS PRIS MON CŒUR  
	7-  DANSE AVEC MOI AMOUR DE MON CŒUR 
	8-  SUR LE PLUS BEAU DES CHANTS 
	9-  ROMANCE-MOI AMOUR DE MON CŒUR 
	10-  SUR LE PLUS BEAU DES CHANTS
11-  AVEC TOI J’IRAI TU ES MON AMOUR ET TU ES SI BEAU 
12-  L’HIVER EST PASSÉ ET LE PRINTEMPS EST LÀ 
	13-  DANSE AVEC MOI AMOUR DE MON CŒUR 
	14-  SUR LE PLUS BEAU DES CHANTS 
	15-  CAPTIVE-MOI OH AMOUR DE MON CŒUR
 	16-  SUR LE PLUS BEAU DES CHANTS
17-  AVEC TOI J’IRAI TU ES MON AMOUR ET TU ES SI BEAU 
18-  L’HIVER EST PASSÉ
19-  ET LE PRINTEMPS EST LÀ 
	20-  DANSE AVEC MOI AMOUR DE MON CŒUR 
	21-  SUR LE PLUS BEAU DES CHANTS 
	22-  CAPTIVE-MOI OH  AMOUR DE MON CŒUR 
	23-  SUR LE PLUS BEAU DES CHANTS
</a:t>
            </a:r>
          </a:p>
        </p:txBody>
      </p:sp>
    </p:spTree>
    <p:extLst>
      <p:ext uri="{BB962C8B-B14F-4D97-AF65-F5344CB8AC3E}">
        <p14:creationId xmlns="" xmlns:p14="http://schemas.microsoft.com/office/powerpoint/2010/main" val="38631632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fr-FR" smtClean="0"/>
              <a:t>	1-  DANSE AVEC MOI AMOUR DE MON CŒUR 
	2-  SUR LE PLUS BEAU DES CHANTS 
	3-  CAPTIVE-MOI OH AMOUR DE MON CŒUR 
	4-  SUR LE PLUS BEAU DES CHANTS
5-  VOICI TU ES VENU DE CETTE COLLINE JUSQU’À LA MONTAGNE
6-  TU AS COURU À MOI, BIEN AIMÉ TU AS PRIS MON CŒUR  
	7-  DANSE AVEC MOI AMOUR DE MON CŒUR 
	8-  SUR LE PLUS BEAU DES CHANTS 
	9-  ROMANCE-MOI AMOUR DE MON CŒUR 
	10-  SUR LE PLUS BEAU DES CHANTS
11-  AVEC TOI J’IRAI TU ES MON AMOUR ET TU ES SI BEAU 
12-  L’HIVER EST PASSÉ ET LE PRINTEMPS EST LÀ 
	13-  DANSE AVEC MOI AMOUR DE MON CŒUR 
	14-  SUR LE PLUS BEAU DES CHANTS 
	15-  CAPTIVE-MOI OH AMOUR DE MON CŒUR
 	16-  SUR LE PLUS BEAU DES CHANTS
17-  AVEC TOI J’IRAI TU ES MON AMOUR ET TU ES SI BEAU 
18-  L’HIVER EST PASSÉ
19-  ET LE PRINTEMPS EST LÀ 
	20-  DANSE AVEC MOI AMOUR DE MON CŒUR 
	21-  SUR LE PLUS BEAU DES CHANTS 
	22-  CAPTIVE-MOI OH  AMOUR DE MON CŒUR 
	23-  SUR LE PLUS BEAU DES CHANTS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DANSE AVEC MOI AMOUR DE MON CŒUR 
	2-  SUR LE PLUS BEAU DES CHANTS 
	3-  CAPTIVE-MOI OH AMOUR DE MON CŒUR 
	4-  SUR LE PLUS BEAU DES CHANTS
5-  VOICI TU ES VENU DE CETTE COLLINE JUSQU’À LA MONTAGNE
6-  TU AS COURU À MOI, BIEN AIMÉ TU AS PRIS MON CŒUR  
	7-  DANSE AVEC MOI AMOUR DE MON CŒUR 
	8-  SUR LE PLUS BEAU DES CHANTS 
	9-  ROMANCE-MOI AMOUR DE MON CŒUR 
	10-  SUR LE PLUS BEAU DES CHANTS
11-  AVEC TOI J’IRAI TU ES MON AMOUR ET TU ES SI BEAU 
12-  L’HIVER EST PASSÉ ET LE PRINTEMPS EST LÀ 
	13-  DANSE AVEC MOI AMOUR DE MON CŒUR 
	14-  SUR LE PLUS BEAU DES CHANTS 
	15-  CAPTIVE-MOI OH AMOUR DE MON CŒUR
 	16-  SUR LE PLUS BEAU DES CHANTS
17-  AVEC TOI J’IRAI TU ES MON AMOUR ET TU ES SI BEAU 
18-  L’HIVER EST PASSÉ
19-  ET LE PRINTEMPS EST LÀ 
	20-  DANSE AVEC MOI AMOUR DE MON CŒUR 
	21-  SUR LE PLUS BEAU DES CHANTS 
	22-  CAPTIVE-MOI OH  AMOUR DE MON CŒUR 
	23-  SUR LE PLUS BEAU DES CHANTS
</a:t>
            </a:r>
          </a:p>
        </p:txBody>
      </p:sp>
    </p:spTree>
    <p:extLst>
      <p:ext uri="{BB962C8B-B14F-4D97-AF65-F5344CB8AC3E}">
        <p14:creationId xmlns="" xmlns:p14="http://schemas.microsoft.com/office/powerpoint/2010/main" val="33019314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fr-FR" smtClean="0"/>
              <a:t>	1-  DANSE AVEC MOI AMOUR DE MON CŒUR 
	2-  SUR LE PLUS BEAU DES CHANTS 
	3-  CAPTIVE-MOI OH AMOUR DE MON CŒUR 
	4-  SUR LE PLUS BEAU DES CHANTS
5-  VOICI TU ES VENU DE CETTE COLLINE JUSQU’À LA MONTAGNE
6-  TU AS COURU À MOI, BIEN AIMÉ TU AS PRIS MON CŒUR  
	7-  DANSE AVEC MOI AMOUR DE MON CŒUR 
	8-  SUR LE PLUS BEAU DES CHANTS 
	9-  ROMANCE-MOI AMOUR DE MON CŒUR 
	10-  SUR LE PLUS BEAU DES CHANTS
11-  AVEC TOI J’IRAI TU ES MON AMOUR ET TU ES SI BEAU 
12-  L’HIVER EST PASSÉ ET LE PRINTEMPS EST LÀ 
	13-  DANSE AVEC MOI AMOUR DE MON CŒUR 
	14-  SUR LE PLUS BEAU DES CHANTS 
	15-  CAPTIVE-MOI OH AMOUR DE MON CŒUR
 	16-  SUR LE PLUS BEAU DES CHANTS
17-  AVEC TOI J’IRAI TU ES MON AMOUR ET TU ES SI BEAU 
18-  L’HIVER EST PASSÉ
19-  ET LE PRINTEMPS EST LÀ 
	20-  DANSE AVEC MOI AMOUR DE MON CŒUR 
	21-  SUR LE PLUS BEAU DES CHANTS 
	22-  CAPTIVE-MOI OH  AMOUR DE MON CŒUR 
	23-  SUR LE PLUS BEAU DES CHANTS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DANSE AVEC MOI AMOUR DE MON CŒUR 
	2-  SUR LE PLUS BEAU DES CHANTS 
	3-  CAPTIVE-MOI OH AMOUR DE MON CŒUR 
	4-  SUR LE PLUS BEAU DES CHANTS
5-  VOICI TU ES VENU DE CETTE COLLINE JUSQU’À LA MONTAGNE
6-  TU AS COURU À MOI, BIEN AIMÉ TU AS PRIS MON CŒUR  
	7-  DANSE AVEC MOI AMOUR DE MON CŒUR 
	8-  SUR LE PLUS BEAU DES CHANTS 
	9-  ROMANCE-MOI AMOUR DE MON CŒUR 
	10-  SUR LE PLUS BEAU DES CHANTS
11-  AVEC TOI J’IRAI TU ES MON AMOUR ET TU ES SI BEAU 
12-  L’HIVER EST PASSÉ ET LE PRINTEMPS EST LÀ 
	13-  DANSE AVEC MOI AMOUR DE MON CŒUR 
	14-  SUR LE PLUS BEAU DES CHANTS 
	15-  CAPTIVE-MOI OH AMOUR DE MON CŒUR
 	16-  SUR LE PLUS BEAU DES CHANTS
17-  AVEC TOI J’IRAI TU ES MON AMOUR ET TU ES SI BEAU 
18-  L’HIVER EST PASSÉ
19-  ET LE PRINTEMPS EST LÀ 
	20-  DANSE AVEC MOI AMOUR DE MON CŒUR 
	21-  SUR LE PLUS BEAU DES CHANTS 
	22-  CAPTIVE-MOI OH  AMOUR DE MON CŒUR 
	23-  SUR LE PLUS BEAU DES CHANTS
</a:t>
            </a:r>
          </a:p>
        </p:txBody>
      </p:sp>
    </p:spTree>
    <p:extLst>
      <p:ext uri="{BB962C8B-B14F-4D97-AF65-F5344CB8AC3E}">
        <p14:creationId xmlns="" xmlns:p14="http://schemas.microsoft.com/office/powerpoint/2010/main" val="42254324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fr-FR" smtClean="0"/>
              <a:t>	1-  DANSE AVEC MOI AMOUR DE MON CŒUR 
	2-  SUR LE PLUS BEAU DES CHANTS 
	3-  CAPTIVE-MOI OH AMOUR DE MON CŒUR 
	4-  SUR LE PLUS BEAU DES CHANTS
5-  VOICI TU ES VENU DE CETTE COLLINE JUSQU’À LA MONTAGNE
6-  TU AS COURU À MOI, BIEN AIMÉ TU AS PRIS MON CŒUR  
	7-  DANSE AVEC MOI AMOUR DE MON CŒUR 
	8-  SUR LE PLUS BEAU DES CHANTS 
	9-  ROMANCE-MOI AMOUR DE MON CŒUR 
	10-  SUR LE PLUS BEAU DES CHANTS
11-  AVEC TOI J’IRAI TU ES MON AMOUR ET TU ES SI BEAU 
12-  L’HIVER EST PASSÉ ET LE PRINTEMPS EST LÀ 
	13-  DANSE AVEC MOI AMOUR DE MON CŒUR 
	14-  SUR LE PLUS BEAU DES CHANTS 
	15-  CAPTIVE-MOI OH AMOUR DE MON CŒUR
 	16-  SUR LE PLUS BEAU DES CHANTS
17-  AVEC TOI J’IRAI TU ES MON AMOUR ET TU ES SI BEAU 
18-  L’HIVER EST PASSÉ
19-  ET LE PRINTEMPS EST LÀ 
	20-  DANSE AVEC MOI AMOUR DE MON CŒUR 
	21-  SUR LE PLUS BEAU DES CHANTS 
	22-  CAPTIVE-MOI OH  AMOUR DE MON CŒUR 
	23-  SUR LE PLUS BEAU DES CHANTS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DANSE AVEC MOI AMOUR DE MON CŒUR 
	2-  SUR LE PLUS BEAU DES CHANTS 
	3-  CAPTIVE-MOI OH AMOUR DE MON CŒUR 
	4-  SUR LE PLUS BEAU DES CHANTS
5-  VOICI TU ES VENU DE CETTE COLLINE JUSQU’À LA MONTAGNE
6-  TU AS COURU À MOI, BIEN AIMÉ TU AS PRIS MON CŒUR  
	7-  DANSE AVEC MOI AMOUR DE MON CŒUR 
	8-  SUR LE PLUS BEAU DES CHANTS 
	9-  ROMANCE-MOI AMOUR DE MON CŒUR 
	10-  SUR LE PLUS BEAU DES CHANTS
11-  AVEC TOI J’IRAI TU ES MON AMOUR ET TU ES SI BEAU 
12-  L’HIVER EST PASSÉ ET LE PRINTEMPS EST LÀ 
	13-  DANSE AVEC MOI AMOUR DE MON CŒUR 
	14-  SUR LE PLUS BEAU DES CHANTS 
	15-  CAPTIVE-MOI OH AMOUR DE MON CŒUR
 	16-  SUR LE PLUS BEAU DES CHANTS
17-  AVEC TOI J’IRAI TU ES MON AMOUR ET TU ES SI BEAU 
18-  L’HIVER EST PASSÉ
19-  ET LE PRINTEMPS EST LÀ 
	20-  DANSE AVEC MOI AMOUR DE MON CŒUR 
	21-  SUR LE PLUS BEAU DES CHANTS 
	22-  CAPTIVE-MOI OH  AMOUR DE MON CŒUR 
	23-  SUR LE PLUS BEAU DES CHANTS
</a:t>
            </a:r>
          </a:p>
        </p:txBody>
      </p:sp>
    </p:spTree>
    <p:extLst>
      <p:ext uri="{BB962C8B-B14F-4D97-AF65-F5344CB8AC3E}">
        <p14:creationId xmlns="" xmlns:p14="http://schemas.microsoft.com/office/powerpoint/2010/main" val="38888701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fr-FR" smtClean="0"/>
              <a:t>	1-  DANSE AVEC MOI AMOUR DE MON CŒUR 
	2-  SUR LE PLUS BEAU DES CHANTS 
	3-  CAPTIVE-MOI OH AMOUR DE MON CŒUR 
	4-  SUR LE PLUS BEAU DES CHANTS
5-  VOICI TU ES VENU DE CETTE COLLINE JUSQU’À LA MONTAGNE
6-  TU AS COURU À MOI, BIEN AIMÉ TU AS PRIS MON CŒUR  
	7-  DANSE AVEC MOI AMOUR DE MON CŒUR 
	8-  SUR LE PLUS BEAU DES CHANTS 
	9-  ROMANCE-MOI AMOUR DE MON CŒUR 
	10-  SUR LE PLUS BEAU DES CHANTS
11-  AVEC TOI J’IRAI TU ES MON AMOUR ET TU ES SI BEAU 
12-  L’HIVER EST PASSÉ ET LE PRINTEMPS EST LÀ 
	13-  DANSE AVEC MOI AMOUR DE MON CŒUR 
	14-  SUR LE PLUS BEAU DES CHANTS 
	15-  CAPTIVE-MOI OH AMOUR DE MON CŒUR
 	16-  SUR LE PLUS BEAU DES CHANTS
17-  AVEC TOI J’IRAI TU ES MON AMOUR ET TU ES SI BEAU 
18-  L’HIVER EST PASSÉ
19-  ET LE PRINTEMPS EST LÀ 
	20-  DANSE AVEC MOI AMOUR DE MON CŒUR 
	21-  SUR LE PLUS BEAU DES CHANTS 
	22-  CAPTIVE-MOI OH  AMOUR DE MON CŒUR 
	23-  SUR LE PLUS BEAU DES CHANTS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DANSE AVEC MOI AMOUR DE MON CŒUR 
	2-  SUR LE PLUS BEAU DES CHANTS 
	3-  CAPTIVE-MOI OH AMOUR DE MON CŒUR 
	4-  SUR LE PLUS BEAU DES CHANTS
5-  VOICI TU ES VENU DE CETTE COLLINE JUSQU’À LA MONTAGNE
6-  TU AS COURU À MOI, BIEN AIMÉ TU AS PRIS MON CŒUR  
	7-  DANSE AVEC MOI AMOUR DE MON CŒUR 
	8-  SUR LE PLUS BEAU DES CHANTS 
	9-  ROMANCE-MOI AMOUR DE MON CŒUR 
	10-  SUR LE PLUS BEAU DES CHANTS
11-  AVEC TOI J’IRAI TU ES MON AMOUR ET TU ES SI BEAU 
12-  L’HIVER EST PASSÉ ET LE PRINTEMPS EST LÀ 
	13-  DANSE AVEC MOI AMOUR DE MON CŒUR 
	14-  SUR LE PLUS BEAU DES CHANTS 
	15-  CAPTIVE-MOI OH AMOUR DE MON CŒUR
 	16-  SUR LE PLUS BEAU DES CHANTS
17-  AVEC TOI J’IRAI TU ES MON AMOUR ET TU ES SI BEAU 
18-  L’HIVER EST PASSÉ
19-  ET LE PRINTEMPS EST LÀ 
	20-  DANSE AVEC MOI AMOUR DE MON CŒUR 
	21-  SUR LE PLUS BEAU DES CHANTS 
	22-  CAPTIVE-MOI OH  AMOUR DE MON CŒUR 
	23-  SUR LE PLUS BEAU DES CHANTS
</a:t>
            </a:r>
          </a:p>
        </p:txBody>
      </p:sp>
    </p:spTree>
    <p:extLst>
      <p:ext uri="{BB962C8B-B14F-4D97-AF65-F5344CB8AC3E}">
        <p14:creationId xmlns="" xmlns:p14="http://schemas.microsoft.com/office/powerpoint/2010/main" val="3798737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fr-FR" smtClean="0"/>
              <a:t>	1-  DANSE AVEC MOI AMOUR DE MON CŒUR 
	2-  SUR LE PLUS BEAU DES CHANTS 
	3-  CAPTIVE-MOI OH AMOUR DE MON CŒUR 
	4-  SUR LE PLUS BEAU DES CHANTS
5-  VOICI TU ES VENU DE CETTE COLLINE JUSQU’À LA MONTAGNE
6-  TU AS COURU À MOI, BIEN AIMÉ TU AS PRIS MON CŒUR  
	7-  DANSE AVEC MOI AMOUR DE MON CŒUR 
	8-  SUR LE PLUS BEAU DES CHANTS 
	9-  ROMANCE-MOI AMOUR DE MON CŒUR 
	10-  SUR LE PLUS BEAU DES CHANTS
11-  AVEC TOI J’IRAI TU ES MON AMOUR ET TU ES SI BEAU 
12-  L’HIVER EST PASSÉ ET LE PRINTEMPS EST LÀ 
	13-  DANSE AVEC MOI AMOUR DE MON CŒUR 
	14-  SUR LE PLUS BEAU DES CHANTS 
	15-  CAPTIVE-MOI OH AMOUR DE MON CŒUR
 	16-  SUR LE PLUS BEAU DES CHANTS
17-  AVEC TOI J’IRAI TU ES MON AMOUR ET TU ES SI BEAU 
18-  L’HIVER EST PASSÉ
19-  ET LE PRINTEMPS EST LÀ 
	20-  DANSE AVEC MOI AMOUR DE MON CŒUR 
	21-  SUR LE PLUS BEAU DES CHANTS 
	22-  CAPTIVE-MOI OH  AMOUR DE MON CŒUR 
	23-  SUR LE PLUS BEAU DES CHANTS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DANSE AVEC MOI AMOUR DE MON CŒUR 
	2-  SUR LE PLUS BEAU DES CHANTS 
	3-  CAPTIVE-MOI OH AMOUR DE MON CŒUR 
	4-  SUR LE PLUS BEAU DES CHANTS
5-  VOICI TU ES VENU DE CETTE COLLINE JUSQU’À LA MONTAGNE
6-  TU AS COURU À MOI, BIEN AIMÉ TU AS PRIS MON CŒUR  
	7-  DANSE AVEC MOI AMOUR DE MON CŒUR 
	8-  SUR LE PLUS BEAU DES CHANTS 
	9-  ROMANCE-MOI AMOUR DE MON CŒUR 
	10-  SUR LE PLUS BEAU DES CHANTS
11-  AVEC TOI J’IRAI TU ES MON AMOUR ET TU ES SI BEAU 
12-  L’HIVER EST PASSÉ ET LE PRINTEMPS EST LÀ 
	13-  DANSE AVEC MOI AMOUR DE MON CŒUR 
	14-  SUR LE PLUS BEAU DES CHANTS 
	15-  CAPTIVE-MOI OH AMOUR DE MON CŒUR
 	16-  SUR LE PLUS BEAU DES CHANTS
17-  AVEC TOI J’IRAI TU ES MON AMOUR ET TU ES SI BEAU 
18-  L’HIVER EST PASSÉ
19-  ET LE PRINTEMPS EST LÀ 
	20-  DANSE AVEC MOI AMOUR DE MON CŒUR 
	21-  SUR LE PLUS BEAU DES CHANTS 
	22-  CAPTIVE-MOI OH  AMOUR DE MON CŒUR 
	23-  SUR LE PLUS BEAU DES CHANTS
</a:t>
            </a:r>
          </a:p>
        </p:txBody>
      </p:sp>
    </p:spTree>
    <p:extLst>
      <p:ext uri="{BB962C8B-B14F-4D97-AF65-F5344CB8AC3E}">
        <p14:creationId xmlns="" xmlns:p14="http://schemas.microsoft.com/office/powerpoint/2010/main" val="42681955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fr-FR" smtClean="0"/>
              <a:t>	1-  DANSE AVEC MOI AMOUR DE MON CŒUR 
	2-  SUR LE PLUS BEAU DES CHANTS 
	3-  CAPTIVE-MOI OH AMOUR DE MON CŒUR 
	4-  SUR LE PLUS BEAU DES CHANTS
5-  VOICI TU ES VENU DE CETTE COLLINE JUSQU’À LA MONTAGNE
6-  TU AS COURU À MOI, BIEN AIMÉ TU AS PRIS MON CŒUR  
	7-  DANSE AVEC MOI AMOUR DE MON CŒUR 
	8-  SUR LE PLUS BEAU DES CHANTS 
	9-  ROMANCE-MOI AMOUR DE MON CŒUR 
	10-  SUR LE PLUS BEAU DES CHANTS
11-  AVEC TOI J’IRAI TU ES MON AMOUR ET TU ES SI BEAU 
12-  L’HIVER EST PASSÉ ET LE PRINTEMPS EST LÀ 
	13-  DANSE AVEC MOI AMOUR DE MON CŒUR 
	14-  SUR LE PLUS BEAU DES CHANTS 
	15-  CAPTIVE-MOI OH AMOUR DE MON CŒUR
 	16-  SUR LE PLUS BEAU DES CHANTS
17-  AVEC TOI J’IRAI TU ES MON AMOUR ET TU ES SI BEAU 
18-  L’HIVER EST PASSÉ
19-  ET LE PRINTEMPS EST LÀ 
	20-  DANSE AVEC MOI AMOUR DE MON CŒUR 
	21-  SUR LE PLUS BEAU DES CHANTS 
	22-  CAPTIVE-MOI OH  AMOUR DE MON CŒUR 
	23-  SUR LE PLUS BEAU DES CHANTS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DANSE AVEC MOI AMOUR DE MON CŒUR 
	2-  SUR LE PLUS BEAU DES CHANTS 
	3-  CAPTIVE-MOI OH AMOUR DE MON CŒUR 
	4-  SUR LE PLUS BEAU DES CHANTS
5-  VOICI TU ES VENU DE CETTE COLLINE JUSQU’À LA MONTAGNE
6-  TU AS COURU À MOI, BIEN AIMÉ TU AS PRIS MON CŒUR  
	7-  DANSE AVEC MOI AMOUR DE MON CŒUR 
	8-  SUR LE PLUS BEAU DES CHANTS 
	9-  ROMANCE-MOI AMOUR DE MON CŒUR 
	10-  SUR LE PLUS BEAU DES CHANTS
11-  AVEC TOI J’IRAI TU ES MON AMOUR ET TU ES SI BEAU 
12-  L’HIVER EST PASSÉ ET LE PRINTEMPS EST LÀ 
	13-  DANSE AVEC MOI AMOUR DE MON CŒUR 
	14-  SUR LE PLUS BEAU DES CHANTS 
	15-  CAPTIVE-MOI OH AMOUR DE MON CŒUR
 	16-  SUR LE PLUS BEAU DES CHANTS
17-  AVEC TOI J’IRAI TU ES MON AMOUR ET TU ES SI BEAU 
18-  L’HIVER EST PASSÉ
19-  ET LE PRINTEMPS EST LÀ 
	20-  DANSE AVEC MOI AMOUR DE MON CŒUR 
	21-  SUR LE PLUS BEAU DES CHANTS 
	22-  CAPTIVE-MOI OH  AMOUR DE MON CŒUR 
	23-  SUR LE PLUS BEAU DES CHANTS
</a:t>
            </a:r>
          </a:p>
        </p:txBody>
      </p:sp>
    </p:spTree>
    <p:extLst>
      <p:ext uri="{BB962C8B-B14F-4D97-AF65-F5344CB8AC3E}">
        <p14:creationId xmlns="" xmlns:p14="http://schemas.microsoft.com/office/powerpoint/2010/main" val="10596304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fr-FR" smtClean="0"/>
              <a:t>	1-  DANSE AVEC MOI AMOUR DE MON CŒUR 
	2-  SUR LE PLUS BEAU DES CHANTS 
	3-  CAPTIVE-MOI OH AMOUR DE MON CŒUR 
	4-  SUR LE PLUS BEAU DES CHANTS
5-  VOICI TU ES VENU DE CETTE COLLINE JUSQU’À LA MONTAGNE
6-  TU AS COURU À MOI, BIEN AIMÉ TU AS PRIS MON CŒUR  
	7-  DANSE AVEC MOI AMOUR DE MON CŒUR 
	8-  SUR LE PLUS BEAU DES CHANTS 
	9-  ROMANCE-MOI AMOUR DE MON CŒUR 
	10-  SUR LE PLUS BEAU DES CHANTS
11-  AVEC TOI J’IRAI TU ES MON AMOUR ET TU ES SI BEAU 
12-  L’HIVER EST PASSÉ ET LE PRINTEMPS EST LÀ 
	13-  DANSE AVEC MOI AMOUR DE MON CŒUR 
	14-  SUR LE PLUS BEAU DES CHANTS 
	15-  CAPTIVE-MOI OH AMOUR DE MON CŒUR
 	16-  SUR LE PLUS BEAU DES CHANTS
17-  AVEC TOI J’IRAI TU ES MON AMOUR ET TU ES SI BEAU 
18-  L’HIVER EST PASSÉ
19-  ET LE PRINTEMPS EST LÀ 
	20-  DANSE AVEC MOI AMOUR DE MON CŒUR 
	21-  SUR LE PLUS BEAU DES CHANTS 
	22-  CAPTIVE-MOI OH  AMOUR DE MON CŒUR 
	23-  SUR LE PLUS BEAU DES CHANTS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DANSE AVEC MOI AMOUR DE MON CŒUR 
	2-  SUR LE PLUS BEAU DES CHANTS 
	3-  CAPTIVE-MOI OH AMOUR DE MON CŒUR 
	4-  SUR LE PLUS BEAU DES CHANTS
5-  VOICI TU ES VENU DE CETTE COLLINE JUSQU’À LA MONTAGNE
6-  TU AS COURU À MOI, BIEN AIMÉ TU AS PRIS MON CŒUR  
	7-  DANSE AVEC MOI AMOUR DE MON CŒUR 
	8-  SUR LE PLUS BEAU DES CHANTS 
	9-  ROMANCE-MOI AMOUR DE MON CŒUR 
	10-  SUR LE PLUS BEAU DES CHANTS
11-  AVEC TOI J’IRAI TU ES MON AMOUR ET TU ES SI BEAU 
12-  L’HIVER EST PASSÉ ET LE PRINTEMPS EST LÀ 
	13-  DANSE AVEC MOI AMOUR DE MON CŒUR 
	14-  SUR LE PLUS BEAU DES CHANTS 
	15-  CAPTIVE-MOI OH AMOUR DE MON CŒUR
 	16-  SUR LE PLUS BEAU DES CHANTS
17-  AVEC TOI J’IRAI TU ES MON AMOUR ET TU ES SI BEAU 
18-  L’HIVER EST PASSÉ
19-  ET LE PRINTEMPS EST LÀ 
	20-  DANSE AVEC MOI AMOUR DE MON CŒUR 
	21-  SUR LE PLUS BEAU DES CHANTS 
	22-  CAPTIVE-MOI OH  AMOUR DE MON CŒUR 
	23-  SUR LE PLUS BEAU DES CHANTS
</a:t>
            </a:r>
          </a:p>
        </p:txBody>
      </p:sp>
    </p:spTree>
    <p:extLst>
      <p:ext uri="{BB962C8B-B14F-4D97-AF65-F5344CB8AC3E}">
        <p14:creationId xmlns="" xmlns:p14="http://schemas.microsoft.com/office/powerpoint/2010/main" val="37210124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fr-FR" smtClean="0"/>
              <a:t>	1-  DANSE AVEC MOI AMOUR DE MON CŒUR 
	2-  SUR LE PLUS BEAU DES CHANTS 
	3-  CAPTIVE-MOI OH AMOUR DE MON CŒUR 
	4-  SUR LE PLUS BEAU DES CHANTS
5-  VOICI TU ES VENU DE CETTE COLLINE JUSQU’À LA MONTAGNE
6-  TU AS COURU À MOI, BIEN AIMÉ TU AS PRIS MON CŒUR  
	7-  DANSE AVEC MOI AMOUR DE MON CŒUR 
	8-  SUR LE PLUS BEAU DES CHANTS 
	9-  ROMANCE-MOI AMOUR DE MON CŒUR 
	10-  SUR LE PLUS BEAU DES CHANTS
11-  AVEC TOI J’IRAI TU ES MON AMOUR ET TU ES SI BEAU 
12-  L’HIVER EST PASSÉ ET LE PRINTEMPS EST LÀ 
	13-  DANSE AVEC MOI AMOUR DE MON CŒUR 
	14-  SUR LE PLUS BEAU DES CHANTS 
	15-  CAPTIVE-MOI OH AMOUR DE MON CŒUR
 	16-  SUR LE PLUS BEAU DES CHANTS
17-  AVEC TOI J’IRAI TU ES MON AMOUR ET TU ES SI BEAU 
18-  L’HIVER EST PASSÉ
19-  ET LE PRINTEMPS EST LÀ 
	20-  DANSE AVEC MOI AMOUR DE MON CŒUR 
	21-  SUR LE PLUS BEAU DES CHANTS 
	22-  CAPTIVE-MOI OH  AMOUR DE MON CŒUR 
	23-  SUR LE PLUS BEAU DES CHANTS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DANSE AVEC MOI AMOUR DE MON CŒUR 
	2-  SUR LE PLUS BEAU DES CHANTS 
	3-  CAPTIVE-MOI OH AMOUR DE MON CŒUR 
	4-  SUR LE PLUS BEAU DES CHANTS
5-  VOICI TU ES VENU DE CETTE COLLINE JUSQU’À LA MONTAGNE
6-  TU AS COURU À MOI, BIEN AIMÉ TU AS PRIS MON CŒUR  
	7-  DANSE AVEC MOI AMOUR DE MON CŒUR 
	8-  SUR LE PLUS BEAU DES CHANTS 
	9-  ROMANCE-MOI AMOUR DE MON CŒUR 
	10-  SUR LE PLUS BEAU DES CHANTS
11-  AVEC TOI J’IRAI TU ES MON AMOUR ET TU ES SI BEAU 
12-  L’HIVER EST PASSÉ ET LE PRINTEMPS EST LÀ 
	13-  DANSE AVEC MOI AMOUR DE MON CŒUR 
	14-  SUR LE PLUS BEAU DES CHANTS 
	15-  CAPTIVE-MOI OH AMOUR DE MON CŒUR
 	16-  SUR LE PLUS BEAU DES CHANTS
17-  AVEC TOI J’IRAI TU ES MON AMOUR ET TU ES SI BEAU 
18-  L’HIVER EST PASSÉ
19-  ET LE PRINTEMPS EST LÀ 
	20-  DANSE AVEC MOI AMOUR DE MON CŒUR 
	21-  SUR LE PLUS BEAU DES CHANTS 
	22-  CAPTIVE-MOI OH  AMOUR DE MON CŒUR 
	23-  SUR LE PLUS BEAU DES CHANTS
</a:t>
            </a:r>
          </a:p>
        </p:txBody>
      </p:sp>
    </p:spTree>
    <p:extLst>
      <p:ext uri="{BB962C8B-B14F-4D97-AF65-F5344CB8AC3E}">
        <p14:creationId xmlns="" xmlns:p14="http://schemas.microsoft.com/office/powerpoint/2010/main" val="31730763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fr-FR" smtClean="0"/>
              <a:t>	1-  DANSE AVEC MOI AMOUR DE MON CŒUR 
	2-  SUR LE PLUS BEAU DES CHANTS 
	3-  CAPTIVE-MOI OH AMOUR DE MON CŒUR 
	4-  SUR LE PLUS BEAU DES CHANTS
5-  VOICI TU ES VENU DE CETTE COLLINE JUSQU’À LA MONTAGNE
6-  TU AS COURU À MOI, BIEN AIMÉ TU AS PRIS MON CŒUR  
	7-  DANSE AVEC MOI AMOUR DE MON CŒUR 
	8-  SUR LE PLUS BEAU DES CHANTS 
	9-  ROMANCE-MOI AMOUR DE MON CŒUR 
	10-  SUR LE PLUS BEAU DES CHANTS
11-  AVEC TOI J’IRAI TU ES MON AMOUR ET TU ES SI BEAU 
12-  L’HIVER EST PASSÉ ET LE PRINTEMPS EST LÀ 
	13-  DANSE AVEC MOI AMOUR DE MON CŒUR 
	14-  SUR LE PLUS BEAU DES CHANTS 
	15-  CAPTIVE-MOI OH AMOUR DE MON CŒUR
 	16-  SUR LE PLUS BEAU DES CHANTS
17-  AVEC TOI J’IRAI TU ES MON AMOUR ET TU ES SI BEAU 
18-  L’HIVER EST PASSÉ
19-  ET LE PRINTEMPS EST LÀ 
	20-  DANSE AVEC MOI AMOUR DE MON CŒUR 
	21-  SUR LE PLUS BEAU DES CHANTS 
	22-  CAPTIVE-MOI OH  AMOUR DE MON CŒUR 
	23-  SUR LE PLUS BEAU DES CHANTS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DANSE AVEC MOI AMOUR DE MON CŒUR 
	2-  SUR LE PLUS BEAU DES CHANTS 
	3-  CAPTIVE-MOI OH AMOUR DE MON CŒUR 
	4-  SUR LE PLUS BEAU DES CHANTS
5-  VOICI TU ES VENU DE CETTE COLLINE JUSQU’À LA MONTAGNE
6-  TU AS COURU À MOI, BIEN AIMÉ TU AS PRIS MON CŒUR  
	7-  DANSE AVEC MOI AMOUR DE MON CŒUR 
	8-  SUR LE PLUS BEAU DES CHANTS 
	9-  ROMANCE-MOI AMOUR DE MON CŒUR 
	10-  SUR LE PLUS BEAU DES CHANTS
11-  AVEC TOI J’IRAI TU ES MON AMOUR ET TU ES SI BEAU 
12-  L’HIVER EST PASSÉ ET LE PRINTEMPS EST LÀ 
	13-  DANSE AVEC MOI AMOUR DE MON CŒUR 
	14-  SUR LE PLUS BEAU DES CHANTS 
	15-  CAPTIVE-MOI OH AMOUR DE MON CŒUR
 	16-  SUR LE PLUS BEAU DES CHANTS
17-  AVEC TOI J’IRAI TU ES MON AMOUR ET TU ES SI BEAU 
18-  L’HIVER EST PASSÉ
19-  ET LE PRINTEMPS EST LÀ 
	20-  DANSE AVEC MOI AMOUR DE MON CŒUR 
	21-  SUR LE PLUS BEAU DES CHANTS 
	22-  CAPTIVE-MOI OH  AMOUR DE MON CŒUR 
	23-  SUR LE PLUS BEAU DES CHANTS
</a:t>
            </a:r>
          </a:p>
        </p:txBody>
      </p:sp>
    </p:spTree>
    <p:extLst>
      <p:ext uri="{BB962C8B-B14F-4D97-AF65-F5344CB8AC3E}">
        <p14:creationId xmlns="" xmlns:p14="http://schemas.microsoft.com/office/powerpoint/2010/main" val="38545850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fr-FR" smtClean="0"/>
              <a:t>	1-  DANSE AVEC MOI AMOUR DE MON CŒUR 
	2-  SUR LE PLUS BEAU DES CHANTS 
	3-  CAPTIVE-MOI OH AMOUR DE MON CŒUR 
	4-  SUR LE PLUS BEAU DES CHANTS
5-  VOICI TU ES VENU DE CETTE COLLINE JUSQU’À LA MONTAGNE
6-  TU AS COURU À MOI, BIEN AIMÉ TU AS PRIS MON CŒUR  
	7-  DANSE AVEC MOI AMOUR DE MON CŒUR 
	8-  SUR LE PLUS BEAU DES CHANTS 
	9-  ROMANCE-MOI AMOUR DE MON CŒUR 
	10-  SUR LE PLUS BEAU DES CHANTS
11-  AVEC TOI J’IRAI TU ES MON AMOUR ET TU ES SI BEAU 
12-  L’HIVER EST PASSÉ ET LE PRINTEMPS EST LÀ 
	13-  DANSE AVEC MOI AMOUR DE MON CŒUR 
	14-  SUR LE PLUS BEAU DES CHANTS 
	15-  CAPTIVE-MOI OH AMOUR DE MON CŒUR
 	16-  SUR LE PLUS BEAU DES CHANTS
17-  AVEC TOI J’IRAI TU ES MON AMOUR ET TU ES SI BEAU 
18-  L’HIVER EST PASSÉ
19-  ET LE PRINTEMPS EST LÀ 
	20-  DANSE AVEC MOI AMOUR DE MON CŒUR 
	21-  SUR LE PLUS BEAU DES CHANTS 
	22-  CAPTIVE-MOI OH  AMOUR DE MON CŒUR 
	23-  SUR LE PLUS BEAU DES CHANTS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DANSE AVEC MOI AMOUR DE MON CŒUR 
	2-  SUR LE PLUS BEAU DES CHANTS 
	3-  CAPTIVE-MOI OH AMOUR DE MON CŒUR 
	4-  SUR LE PLUS BEAU DES CHANTS
5-  VOICI TU ES VENU DE CETTE COLLINE JUSQU’À LA MONTAGNE
6-  TU AS COURU À MOI, BIEN AIMÉ TU AS PRIS MON CŒUR  
	7-  DANSE AVEC MOI AMOUR DE MON CŒUR 
	8-  SUR LE PLUS BEAU DES CHANTS 
	9-  ROMANCE-MOI AMOUR DE MON CŒUR 
	10-  SUR LE PLUS BEAU DES CHANTS
11-  AVEC TOI J’IRAI TU ES MON AMOUR ET TU ES SI BEAU 
12-  L’HIVER EST PASSÉ ET LE PRINTEMPS EST LÀ 
	13-  DANSE AVEC MOI AMOUR DE MON CŒUR 
	14-  SUR LE PLUS BEAU DES CHANTS 
	15-  CAPTIVE-MOI OH AMOUR DE MON CŒUR
 	16-  SUR LE PLUS BEAU DES CHANTS
17-  AVEC TOI J’IRAI TU ES MON AMOUR ET TU ES SI BEAU 
18-  L’HIVER EST PASSÉ
19-  ET LE PRINTEMPS EST LÀ 
	20-  DANSE AVEC MOI AMOUR DE MON CŒUR 
	21-  SUR LE PLUS BEAU DES CHANTS 
	22-  CAPTIVE-MOI OH  AMOUR DE MON CŒUR 
	23-  SUR LE PLUS BEAU DES CHANTS
</a:t>
            </a:r>
          </a:p>
        </p:txBody>
      </p:sp>
    </p:spTree>
    <p:extLst>
      <p:ext uri="{BB962C8B-B14F-4D97-AF65-F5344CB8AC3E}">
        <p14:creationId xmlns="" xmlns:p14="http://schemas.microsoft.com/office/powerpoint/2010/main" val="37235410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fr-FR" smtClean="0"/>
              <a:t>	1-  DANSE AVEC MOI AMOUR DE MON CŒUR 
	2-  SUR LE PLUS BEAU DES CHANTS 
	3-  CAPTIVE-MOI OH AMOUR DE MON CŒUR 
	4-  SUR LE PLUS BEAU DES CHANTS
5-  VOICI TU ES VENU DE CETTE COLLINE JUSQU’À LA MONTAGNE
6-  TU AS COURU À MOI, BIEN AIMÉ TU AS PRIS MON CŒUR  
	7-  DANSE AVEC MOI AMOUR DE MON CŒUR 
	8-  SUR LE PLUS BEAU DES CHANTS 
	9-  ROMANCE-MOI AMOUR DE MON CŒUR 
	10-  SUR LE PLUS BEAU DES CHANTS
11-  AVEC TOI J’IRAI TU ES MON AMOUR ET TU ES SI BEAU 
12-  L’HIVER EST PASSÉ ET LE PRINTEMPS EST LÀ 
	13-  DANSE AVEC MOI AMOUR DE MON CŒUR 
	14-  SUR LE PLUS BEAU DES CHANTS 
	15-  CAPTIVE-MOI OH AMOUR DE MON CŒUR
 	16-  SUR LE PLUS BEAU DES CHANTS
17-  AVEC TOI J’IRAI TU ES MON AMOUR ET TU ES SI BEAU 
18-  L’HIVER EST PASSÉ
19-  ET LE PRINTEMPS EST LÀ 
	20-  DANSE AVEC MOI AMOUR DE MON CŒUR 
	21-  SUR LE PLUS BEAU DES CHANTS 
	22-  CAPTIVE-MOI OH  AMOUR DE MON CŒUR 
	23-  SUR LE PLUS BEAU DES CHANTS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DANSE AVEC MOI AMOUR DE MON CŒUR 
	2-  SUR LE PLUS BEAU DES CHANTS 
	3-  CAPTIVE-MOI OH AMOUR DE MON CŒUR 
	4-  SUR LE PLUS BEAU DES CHANTS
5-  VOICI TU ES VENU DE CETTE COLLINE JUSQU’À LA MONTAGNE
6-  TU AS COURU À MOI, BIEN AIMÉ TU AS PRIS MON CŒUR  
	7-  DANSE AVEC MOI AMOUR DE MON CŒUR 
	8-  SUR LE PLUS BEAU DES CHANTS 
	9-  ROMANCE-MOI AMOUR DE MON CŒUR 
	10-  SUR LE PLUS BEAU DES CHANTS
11-  AVEC TOI J’IRAI TU ES MON AMOUR ET TU ES SI BEAU 
12-  L’HIVER EST PASSÉ ET LE PRINTEMPS EST LÀ 
	13-  DANSE AVEC MOI AMOUR DE MON CŒUR 
	14-  SUR LE PLUS BEAU DES CHANTS 
	15-  CAPTIVE-MOI OH AMOUR DE MON CŒUR
 	16-  SUR LE PLUS BEAU DES CHANTS
17-  AVEC TOI J’IRAI TU ES MON AMOUR ET TU ES SI BEAU 
18-  L’HIVER EST PASSÉ
19-  ET LE PRINTEMPS EST LÀ 
	20-  DANSE AVEC MOI AMOUR DE MON CŒUR 
	21-  SUR LE PLUS BEAU DES CHANTS 
	22-  CAPTIVE-MOI OH  AMOUR DE MON CŒUR 
	23-  SUR LE PLUS BEAU DES CHANTS
</a:t>
            </a:r>
          </a:p>
        </p:txBody>
      </p:sp>
    </p:spTree>
    <p:extLst>
      <p:ext uri="{BB962C8B-B14F-4D97-AF65-F5344CB8AC3E}">
        <p14:creationId xmlns="" xmlns:p14="http://schemas.microsoft.com/office/powerpoint/2010/main" val="20777392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fr-FR" smtClean="0"/>
              <a:t>	1-  DANSE AVEC MOI AMOUR DE MON CŒUR 
	2-  SUR LE PLUS BEAU DES CHANTS 
	3-  CAPTIVE-MOI OH AMOUR DE MON CŒUR 
	4-  SUR LE PLUS BEAU DES CHANTS
5-  VOICI TU ES VENU DE CETTE COLLINE JUSQU’À LA MONTAGNE
6-  TU AS COURU À MOI, BIEN AIMÉ TU AS PRIS MON CŒUR  
	7-  DANSE AVEC MOI AMOUR DE MON CŒUR 
	8-  SUR LE PLUS BEAU DES CHANTS 
	9-  ROMANCE-MOI AMOUR DE MON CŒUR 
	10-  SUR LE PLUS BEAU DES CHANTS
11-  AVEC TOI J’IRAI TU ES MON AMOUR ET TU ES SI BEAU 
12-  L’HIVER EST PASSÉ ET LE PRINTEMPS EST LÀ 
	13-  DANSE AVEC MOI AMOUR DE MON CŒUR 
	14-  SUR LE PLUS BEAU DES CHANTS 
	15-  CAPTIVE-MOI OH AMOUR DE MON CŒUR
 	16-  SUR LE PLUS BEAU DES CHANTS
17-  AVEC TOI J’IRAI TU ES MON AMOUR ET TU ES SI BEAU 
18-  L’HIVER EST PASSÉ
19-  ET LE PRINTEMPS EST LÀ 
	20-  DANSE AVEC MOI AMOUR DE MON CŒUR 
	21-  SUR LE PLUS BEAU DES CHANTS 
	22-  CAPTIVE-MOI OH  AMOUR DE MON CŒUR 
	23-  SUR LE PLUS BEAU DES CHANTS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DANSE AVEC MOI AMOUR DE MON CŒUR 
	2-  SUR LE PLUS BEAU DES CHANTS 
	3-  CAPTIVE-MOI OH AMOUR DE MON CŒUR 
	4-  SUR LE PLUS BEAU DES CHANTS
5-  VOICI TU ES VENU DE CETTE COLLINE JUSQU’À LA MONTAGNE
6-  TU AS COURU À MOI, BIEN AIMÉ TU AS PRIS MON CŒUR  
	7-  DANSE AVEC MOI AMOUR DE MON CŒUR 
	8-  SUR LE PLUS BEAU DES CHANTS 
	9-  ROMANCE-MOI AMOUR DE MON CŒUR 
	10-  SUR LE PLUS BEAU DES CHANTS
11-  AVEC TOI J’IRAI TU ES MON AMOUR ET TU ES SI BEAU 
12-  L’HIVER EST PASSÉ ET LE PRINTEMPS EST LÀ 
	13-  DANSE AVEC MOI AMOUR DE MON CŒUR 
	14-  SUR LE PLUS BEAU DES CHANTS 
	15-  CAPTIVE-MOI OH AMOUR DE MON CŒUR
 	16-  SUR LE PLUS BEAU DES CHANTS
17-  AVEC TOI J’IRAI TU ES MON AMOUR ET TU ES SI BEAU 
18-  L’HIVER EST PASSÉ
19-  ET LE PRINTEMPS EST LÀ 
	20-  DANSE AVEC MOI AMOUR DE MON CŒUR 
	21-  SUR LE PLUS BEAU DES CHANTS 
	22-  CAPTIVE-MOI OH  AMOUR DE MON CŒUR 
	23-  SUR LE PLUS BEAU DES CHANTS
</a:t>
            </a:r>
          </a:p>
        </p:txBody>
      </p:sp>
    </p:spTree>
    <p:extLst>
      <p:ext uri="{BB962C8B-B14F-4D97-AF65-F5344CB8AC3E}">
        <p14:creationId xmlns="" xmlns:p14="http://schemas.microsoft.com/office/powerpoint/2010/main" val="20897938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fr-FR" smtClean="0"/>
              <a:t>	1-  DANSE AVEC MOI AMOUR DE MON CŒUR 
	2-  SUR LE PLUS BEAU DES CHANTS 
	3-  CAPTIVE-MOI OH AMOUR DE MON CŒUR 
	4-  SUR LE PLUS BEAU DES CHANTS
5-  VOICI TU ES VENU DE CETTE COLLINE JUSQU’À LA MONTAGNE
6-  TU AS COURU À MOI, BIEN AIMÉ TU AS PRIS MON CŒUR  
	7-  DANSE AVEC MOI AMOUR DE MON CŒUR 
	8-  SUR LE PLUS BEAU DES CHANTS 
	9-  ROMANCE-MOI AMOUR DE MON CŒUR 
	10-  SUR LE PLUS BEAU DES CHANTS
11-  AVEC TOI J’IRAI TU ES MON AMOUR ET TU ES SI BEAU 
12-  L’HIVER EST PASSÉ ET LE PRINTEMPS EST LÀ 
	13-  DANSE AVEC MOI AMOUR DE MON CŒUR 
	14-  SUR LE PLUS BEAU DES CHANTS 
	15-  CAPTIVE-MOI OH AMOUR DE MON CŒUR
 	16-  SUR LE PLUS BEAU DES CHANTS
17-  AVEC TOI J’IRAI TU ES MON AMOUR ET TU ES SI BEAU 
18-  L’HIVER EST PASSÉ
19-  ET LE PRINTEMPS EST LÀ 
	20-  DANSE AVEC MOI AMOUR DE MON CŒUR 
	21-  SUR LE PLUS BEAU DES CHANTS 
	22-  CAPTIVE-MOI OH  AMOUR DE MON CŒUR 
	23-  SUR LE PLUS BEAU DES CHANTS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DANSE AVEC MOI AMOUR DE MON CŒUR 
	2-  SUR LE PLUS BEAU DES CHANTS 
	3-  CAPTIVE-MOI OH AMOUR DE MON CŒUR 
	4-  SUR LE PLUS BEAU DES CHANTS
5-  VOICI TU ES VENU DE CETTE COLLINE JUSQU’À LA MONTAGNE
6-  TU AS COURU À MOI, BIEN AIMÉ TU AS PRIS MON CŒUR  
	7-  DANSE AVEC MOI AMOUR DE MON CŒUR 
	8-  SUR LE PLUS BEAU DES CHANTS 
	9-  ROMANCE-MOI AMOUR DE MON CŒUR 
	10-  SUR LE PLUS BEAU DES CHANTS
11-  AVEC TOI J’IRAI TU ES MON AMOUR ET TU ES SI BEAU 
12-  L’HIVER EST PASSÉ ET LE PRINTEMPS EST LÀ 
	13-  DANSE AVEC MOI AMOUR DE MON CŒUR 
	14-  SUR LE PLUS BEAU DES CHANTS 
	15-  CAPTIVE-MOI OH AMOUR DE MON CŒUR
 	16-  SUR LE PLUS BEAU DES CHANTS
17-  AVEC TOI J’IRAI TU ES MON AMOUR ET TU ES SI BEAU 
18-  L’HIVER EST PASSÉ
19-  ET LE PRINTEMPS EST LÀ 
	20-  DANSE AVEC MOI AMOUR DE MON CŒUR 
	21-  SUR LE PLUS BEAU DES CHANTS 
	22-  CAPTIVE-MOI OH  AMOUR DE MON CŒUR 
	23-  SUR LE PLUS BEAU DES CHANTS
</a:t>
            </a:r>
          </a:p>
        </p:txBody>
      </p:sp>
    </p:spTree>
    <p:extLst>
      <p:ext uri="{BB962C8B-B14F-4D97-AF65-F5344CB8AC3E}">
        <p14:creationId xmlns="" xmlns:p14="http://schemas.microsoft.com/office/powerpoint/2010/main" val="35985157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fr-FR" smtClean="0"/>
              <a:t>	1-  DANSE AVEC MOI AMOUR DE MON CŒUR 
	2-  SUR LE PLUS BEAU DES CHANTS 
	3-  CAPTIVE-MOI OH AMOUR DE MON CŒUR 
	4-  SUR LE PLUS BEAU DES CHANTS
5-  VOICI TU ES VENU DE CETTE COLLINE JUSQU’À LA MONTAGNE
6-  TU AS COURU À MOI, BIEN AIMÉ TU AS PRIS MON CŒUR  
	7-  DANSE AVEC MOI AMOUR DE MON CŒUR 
	8-  SUR LE PLUS BEAU DES CHANTS 
	9-  ROMANCE-MOI AMOUR DE MON CŒUR 
	10-  SUR LE PLUS BEAU DES CHANTS
11-  AVEC TOI J’IRAI TU ES MON AMOUR ET TU ES SI BEAU 
12-  L’HIVER EST PASSÉ ET LE PRINTEMPS EST LÀ 
	13-  DANSE AVEC MOI AMOUR DE MON CŒUR 
	14-  SUR LE PLUS BEAU DES CHANTS 
	15-  CAPTIVE-MOI OH AMOUR DE MON CŒUR
 	16-  SUR LE PLUS BEAU DES CHANTS
17-  AVEC TOI J’IRAI TU ES MON AMOUR ET TU ES SI BEAU 
18-  L’HIVER EST PASSÉ
19-  ET LE PRINTEMPS EST LÀ 
	20-  DANSE AVEC MOI AMOUR DE MON CŒUR 
	21-  SUR LE PLUS BEAU DES CHANTS 
	22-  CAPTIVE-MOI OH  AMOUR DE MON CŒUR 
	23-  SUR LE PLUS BEAU DES CHANTS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DANSE AVEC MOI AMOUR DE MON CŒUR 
	2-  SUR LE PLUS BEAU DES CHANTS 
	3-  CAPTIVE-MOI OH AMOUR DE MON CŒUR 
	4-  SUR LE PLUS BEAU DES CHANTS
5-  VOICI TU ES VENU DE CETTE COLLINE JUSQU’À LA MONTAGNE
6-  TU AS COURU À MOI, BIEN AIMÉ TU AS PRIS MON CŒUR  
	7-  DANSE AVEC MOI AMOUR DE MON CŒUR 
	8-  SUR LE PLUS BEAU DES CHANTS 
	9-  ROMANCE-MOI AMOUR DE MON CŒUR 
	10-  SUR LE PLUS BEAU DES CHANTS
11-  AVEC TOI J’IRAI TU ES MON AMOUR ET TU ES SI BEAU 
12-  L’HIVER EST PASSÉ ET LE PRINTEMPS EST LÀ 
	13-  DANSE AVEC MOI AMOUR DE MON CŒUR 
	14-  SUR LE PLUS BEAU DES CHANTS 
	15-  CAPTIVE-MOI OH AMOUR DE MON CŒUR
 	16-  SUR LE PLUS BEAU DES CHANTS
17-  AVEC TOI J’IRAI TU ES MON AMOUR ET TU ES SI BEAU 
18-  L’HIVER EST PASSÉ
19-  ET LE PRINTEMPS EST LÀ 
	20-  DANSE AVEC MOI AMOUR DE MON CŒUR 
	21-  SUR LE PLUS BEAU DES CHANTS 
	22-  CAPTIVE-MOI OH  AMOUR DE MON CŒUR 
	23-  SUR LE PLUS BEAU DES CHANTS
</a:t>
            </a:r>
          </a:p>
        </p:txBody>
      </p:sp>
    </p:spTree>
    <p:extLst>
      <p:ext uri="{BB962C8B-B14F-4D97-AF65-F5344CB8AC3E}">
        <p14:creationId xmlns="" xmlns:p14="http://schemas.microsoft.com/office/powerpoint/2010/main" val="5569312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DANSE AVEC MOI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AMOUR DE MON CŒUR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SUR LE PLUS BEAU DES CHANTS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83588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CAPTIVE-MOI  OH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AMOUR DE MON CŒUR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495457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SUR LE PLUS BEAU DES CHANTS
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2113143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VOICI,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VENU DE CETTE COLLINE 
JUSQU’À LA MONTAGNE
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65722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AS COURU À MOI, BIEN AIMÉ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AS PRIS MON CŒUR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
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26225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DANSE AVEC MOI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AMOUR DE MON CŒUR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2438764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SUR LE PLUS BEAU DES CHANTS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44952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CAPTIVE-MOI OH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AMOUR DE MON CŒUR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3351830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SUR LE PLUS BEAU DES CHANTS
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2585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AVEC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TOI,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J’IRAI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MON AMOUR ET TU ES SI BEAU 
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2953342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L’HIVER EST PASSÉ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LE PRINTEMPS EST LÀ 
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97875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DANSE AVEC MOI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AMOUR DE MON CŒUR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284737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SUR LE PLUS BEAU DES CHANTS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1789879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CAPTIVE-MOI OH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AMOUR DE MON CŒUR
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2154902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SUR LE PLUS BEAU DES CHANTS
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03489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AVEC TOI J’IRAI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MON AMOUR ET TU ES SI BEAU 
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1277686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L’HIVER EST PASSÉ
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19679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LE PRINTEMPS EST LÀ 
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24293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DANSE AVEC MOI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AMOUR DE MON CŒUR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70607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SUR LE PLUS BEAU DES CHANTS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540654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CAPTIVE-MOI OH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AMOUR DE MON CŒUR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79200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SUR LE PLUS BEAU DES CHANTS
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62866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1617</TotalTime>
  <Words>163</Words>
  <Application>Microsoft Office PowerPoint</Application>
  <PresentationFormat>Affichage à l'écran (4:3)</PresentationFormat>
  <Paragraphs>82</Paragraphs>
  <Slides>23</Slides>
  <Notes>23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24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</cp:lastModifiedBy>
  <cp:revision>180</cp:revision>
  <dcterms:created xsi:type="dcterms:W3CDTF">2002-08-17T10:50:50Z</dcterms:created>
  <dcterms:modified xsi:type="dcterms:W3CDTF">2018-12-30T05:21:06Z</dcterms:modified>
</cp:coreProperties>
</file>