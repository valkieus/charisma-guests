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86" r:id="rId3"/>
    <p:sldId id="285" r:id="rId4"/>
    <p:sldId id="284" r:id="rId5"/>
    <p:sldId id="283" r:id="rId6"/>
    <p:sldId id="282" r:id="rId7"/>
    <p:sldId id="287" r:id="rId8"/>
    <p:sldId id="288" r:id="rId9"/>
    <p:sldId id="280" r:id="rId10"/>
    <p:sldId id="289" r:id="rId11"/>
    <p:sldId id="279" r:id="rId12"/>
    <p:sldId id="275" r:id="rId13"/>
    <p:sldId id="290" r:id="rId14"/>
    <p:sldId id="291" r:id="rId15"/>
    <p:sldId id="292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CHANTONS DE JOIE POUR LE SEIGNEUR LE ROCHER DE NOTRE SALUT   x4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5-  LECHU NERANENA L'ADONAI  NARIYA L'TZUR YISHENU    X4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6-  NEKPADMA PANAV BETODA BIZMIROT NARIYA LO
7-  KI EL GADOL ADONAI NEKPADMA PANAV BETODA 
8-  BIZMIROT NARIYA LO KI EL GADOL ADONAI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9-  LA TERRE ENTIÈRE EST DANS SES MAINS 
10-  LES MONTAGNES SONT À LUI                          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11-  A LUI SONT LA MER QU’IL A CRÉE ET LES DÉSERTS QU’IL A FORMÉS   X2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ADORONS, PROSTERNONS-NOUS A GENOU POUR NOTRE CRÉATEUR        X4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NEKPADMA PANAV BETODA BIZMIROT NARIYA LO
14-  KI EL GADOL ADONAI NEKPADMA PANAV BETODA 
15-  BIZMIROT NARIYA LO KI EL GADOL ADONAI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DE JOIE POUR LE SEIGNEUR LE ROCHER DE NOTRE SALUT   x4</a:t>
            </a:r>
          </a:p>
          <a:p>
            <a:r>
              <a:rPr lang="fr-FR" smtClean="0"/>
              <a:t>
	REFRAIN</a:t>
            </a:r>
          </a:p>
          <a:p>
            <a:r>
              <a:rPr lang="fr-FR" smtClean="0"/>
              <a:t>	2-  VENONS À LUI AVEC LOUANGES CHANTANT CRIANT PROCLAMANT 
	3-  QU’ADONAI EST UN DIEU SI GRAND VENONS À LUI AVEC LOUANGES 
	4-  CHANTANT CRIANT PROCLAMANT QU’ADONAI EST NOTRE ROI  
</a:t>
            </a:r>
          </a:p>
          <a:p>
            <a:endParaRPr lang="fr-FR" smtClean="0"/>
          </a:p>
          <a:p>
            <a:r>
              <a:rPr lang="fr-FR" smtClean="0"/>
              <a:t>5-  LECHU NERANENA L'ADONAI  NARIYA L'TZUR YISHENU    X4</a:t>
            </a:r>
            <a:br>
              <a:rPr lang="fr-FR" smtClean="0"/>
            </a:br>
            <a:r>
              <a:rPr lang="fr-FR" smtClean="0"/>
              <a:t> 
6-  NEKPADMA PANAV BETODA BIZMIROT NARIYA LO
7-  KI EL GADOL ADONAI NEKPADMA PANAV BETODA 
8-  BIZMIROT NARIYA LO KI EL GADOL ADONAI </a:t>
            </a:r>
          </a:p>
          <a:p>
            <a:endParaRPr lang="fr-FR" smtClean="0"/>
          </a:p>
          <a:p>
            <a:r>
              <a:rPr lang="fr-FR" smtClean="0"/>
              <a:t>
9-  LA TERRE ENTIÈRE EST DANS SES MAINS 
10-  LES MONTAGNES SONT À LUI                             X2</a:t>
            </a:r>
          </a:p>
          <a:p>
            <a:endParaRPr lang="fr-FR" smtClean="0"/>
          </a:p>
          <a:p>
            <a:r>
              <a:rPr lang="fr-FR" smtClean="0"/>
              <a:t>
11-  A LUI SONT LA MER QU’IL A CRÉE ET LES DÉSERTS QU’IL A FORMÉS   X2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12-  ADORONS, PROSTERNONS-NOUS A GENOU POUR NOTRE CRÉATEUR        X4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13-  NEKPADMA PANAV BETODA BIZMIROT NARIYA LO
14-  KI EL GADOL ADONAI NEKPADMA PANAV BETODA 
15-  BIZMIROT NARIYA LO KI EL GADOL ADONAI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DE JOIE POUR LE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ROCHER DE NOTRE SALUT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VENONS À LUI AVEC LOUANGES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CHANTANT, CRIANT,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QU’ADONAÏ 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UN DIEU SI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VENONS À LUI AVEC LOUANGES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CHANTANT, CRIANT, PROCLAMANT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QU’ADONAÏ 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NOTRE ROI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LECHU NERANENA L'ADONAI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NARIYA L'TZUR YISHENU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NEKPADMA PANAV BETODA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BIZMIROT NARIYA LO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KI EL GADOL ADONAI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NEKPADMA PANAV BETODA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BIZMIROT NARIYA LO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KI EL GADOL ADONAI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ENTIÈRE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DANS SES 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MONTAGNES SONT À LUI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SONT LA MER QU’IL 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LES DÉSERTS QU’IL A FORMÉS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ADORONS, PROSTERNONS-NOUS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GENOUX POUR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CRÉATEUR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NEKPADMA PANAV BETODA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BIZMIROT NARIYA LO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KI EL GADOL ADONAI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NEKPADMA PANAV BETODA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BIZMIROT NARIYA LO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KI EL GADOL ADONAI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499</Words>
  <Application>Microsoft Office PowerPoint</Application>
  <PresentationFormat>Affichage à l'écran (4:3)</PresentationFormat>
  <Paragraphs>505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169</cp:revision>
  <dcterms:created xsi:type="dcterms:W3CDTF">2002-08-17T10:50:50Z</dcterms:created>
  <dcterms:modified xsi:type="dcterms:W3CDTF">2018-12-30T05:48:25Z</dcterms:modified>
</cp:coreProperties>
</file>