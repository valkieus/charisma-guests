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72" r:id="rId2"/>
    <p:sldId id="283" r:id="rId3"/>
    <p:sldId id="282" r:id="rId4"/>
    <p:sldId id="281" r:id="rId5"/>
    <p:sldId id="280" r:id="rId6"/>
    <p:sldId id="279" r:id="rId7"/>
    <p:sldId id="278" r:id="rId8"/>
    <p:sldId id="277" r:id="rId9"/>
    <p:sldId id="276" r:id="rId10"/>
    <p:sldId id="284" r:id="rId11"/>
    <p:sldId id="275" r:id="rId12"/>
    <p:sldId id="285" r:id="rId13"/>
    <p:sldId id="274" r:id="rId14"/>
    <p:sldId id="273" r:id="rId15"/>
    <p:sldId id="286" r:id="rId16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3600" autoAdjust="0"/>
    <p:restoredTop sz="38698" autoAdjust="0"/>
  </p:normalViewPr>
  <p:slideViewPr>
    <p:cSldViewPr>
      <p:cViewPr varScale="1">
        <p:scale>
          <a:sx n="40" d="100"/>
          <a:sy n="40" d="100"/>
        </p:scale>
        <p:origin x="-630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DBCF637-A6AD-4758-8371-19EDEFB4AAE6}" type="datetimeFigureOut">
              <a:rPr lang="fr-FR"/>
              <a:pPr>
                <a:defRPr/>
              </a:pPr>
              <a:t>29/12/2018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B516598-CD51-4708-99B5-B31EE015290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	</a:t>
            </a: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1-  DIGNE, DIGNE,DIGNE DE NOTRE LOUANGE 
	2-  SAINT, SAINT, SAINT TU ES FILS DE DIEU </a:t>
            </a:r>
          </a:p>
          <a:p>
            <a:pPr rtl="0" fontAlgn="base"/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
3-  TU ES SI GRAND DIEU DE PUISSANCE 
4-  SEIGNEUR DE GLOIRE VIENS REMPLIR CE LIEU 
</a:t>
            </a: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rtl="0" fontAlgn="base"/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SI GRAND PUISSANCE DE GLOIRE 
6-  REMPLIS CE LIEU
7-  TU ES SI GRAND PUISSANCE DE GLOIRE 
8-  REMPLIS CE LIEU </a:t>
            </a:r>
          </a:p>
          <a:p>
            <a:pPr rtl="0" fontAlgn="base"/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</a:t>
            </a: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SAINT, SAINT, SAINT 
10-  TU ES SI GRAND 
11-  VIENS REMPLIR CE LIEU 
12-  TU ES SI GRAND 
13-  DIEU DE GRÂCE DIEU DE JUSTICE 
14-  DIEU DE SALUT </a:t>
            </a: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REMPLIS CE LIEU 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	</a:t>
            </a:r>
          </a:p>
          <a:p>
            <a:r>
              <a:rPr lang="fr-FR" smtClean="0"/>
              <a:t>	1-  DIGNE, DIGNE,DIGNE DE NOTRE LOUANGE 
	2-  SAINT, SAINT, SAINT TU ES FILS DE DIEU </a:t>
            </a:r>
          </a:p>
          <a:p>
            <a:endParaRPr lang="fr-FR" smtClean="0"/>
          </a:p>
          <a:p>
            <a:r>
              <a:rPr lang="fr-FR" smtClean="0"/>
              <a:t>COUPLET 1
3-  TU ES SI GRAND DIEU DE PUISSANCE 
4-  SEIGNEUR DE GLOIRE VIENS REMPLIR CE LIEU 
</a:t>
            </a:r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5-  SI GRAND PUISSANCE DE GLOIRE 
6-  REMPLIS CE LIEU
7-  TU ES SI GRAND PUISSANCE DE GLOIRE 
8-  REMPLIS CE LIEU </a:t>
            </a:r>
          </a:p>
          <a:p>
            <a:endParaRPr lang="fr-FR" smtClean="0"/>
          </a:p>
          <a:p>
            <a:r>
              <a:rPr lang="fr-FR" smtClean="0"/>
              <a:t>COUPLET 1</a:t>
            </a:r>
          </a:p>
          <a:p>
            <a:r>
              <a:rPr lang="fr-FR" smtClean="0"/>
              <a:t>
9-  SAINT, SAINT, SAINT 
10-  TU ES SI GRAND 
11-  VIENS REMPLIR CE LIEU 
12-  TU ES SI GRAND 
13-  DIEU DE GRÂCE DIEU DE JUSTICE 
14-  DIEU DE SALUT </a:t>
            </a:r>
          </a:p>
          <a:p>
            <a:r>
              <a:rPr lang="fr-FR" smtClean="0"/>
              <a:t>
15-  REMPLIS CE LIEU  
</a:t>
            </a:r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	</a:t>
            </a: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1-  DIGNE, DIGNE,DIGNE DE NOTRE LOUANGE 
	2-  SAINT, SAINT, SAINT TU ES FILS DE DIEU </a:t>
            </a:r>
          </a:p>
          <a:p>
            <a:pPr rtl="0" fontAlgn="base"/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
3-  TU ES SI GRAND DIEU DE PUISSANCE 
4-  SEIGNEUR DE GLOIRE VIENS REMPLIR CE LIEU 
</a:t>
            </a: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rtl="0" fontAlgn="base"/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SI GRAND PUISSANCE DE GLOIRE 
6-  REMPLIS CE LIEU
7-  TU ES SI GRAND PUISSANCE DE GLOIRE 
8-  REMPLIS CE LIEU </a:t>
            </a:r>
          </a:p>
          <a:p>
            <a:pPr rtl="0" fontAlgn="base"/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</a:t>
            </a: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SAINT, SAINT, SAINT 
10-  TU ES SI GRAND 
11-  VIENS REMPLIR CE LIEU 
12-  TU ES SI GRAND 
13-  DIEU DE GRÂCE DIEU DE JUSTICE 
14-  DIEU DE SALUT </a:t>
            </a: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REMPLIS CE LIEU 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	</a:t>
            </a:r>
          </a:p>
          <a:p>
            <a:r>
              <a:rPr lang="fr-FR" smtClean="0"/>
              <a:t>	1-  DIGNE, DIGNE,DIGNE DE NOTRE LOUANGE 
	2-  SAINT, SAINT, SAINT TU ES FILS DE DIEU </a:t>
            </a:r>
          </a:p>
          <a:p>
            <a:endParaRPr lang="fr-FR" smtClean="0"/>
          </a:p>
          <a:p>
            <a:r>
              <a:rPr lang="fr-FR" smtClean="0"/>
              <a:t>COUPLET 1
3-  TU ES SI GRAND DIEU DE PUISSANCE 
4-  SEIGNEUR DE GLOIRE VIENS REMPLIR CE LIEU 
</a:t>
            </a:r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5-  SI GRAND PUISSANCE DE GLOIRE 
6-  REMPLIS CE LIEU
7-  TU ES SI GRAND PUISSANCE DE GLOIRE 
8-  REMPLIS CE LIEU </a:t>
            </a:r>
          </a:p>
          <a:p>
            <a:endParaRPr lang="fr-FR" smtClean="0"/>
          </a:p>
          <a:p>
            <a:r>
              <a:rPr lang="fr-FR" smtClean="0"/>
              <a:t>COUPLET 1</a:t>
            </a:r>
          </a:p>
          <a:p>
            <a:r>
              <a:rPr lang="fr-FR" smtClean="0"/>
              <a:t>
9-  SAINT, SAINT, SAINT 
10-  TU ES SI GRAND 
11-  VIENS REMPLIR CE LIEU 
12-  TU ES SI GRAND 
13-  DIEU DE GRÂCE DIEU DE JUSTICE 
14-  DIEU DE SALUT </a:t>
            </a:r>
          </a:p>
          <a:p>
            <a:r>
              <a:rPr lang="fr-FR" smtClean="0"/>
              <a:t>
15-  REMPLIS CE LIEU  
</a:t>
            </a:r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	</a:t>
            </a: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1-  DIGNE, DIGNE,DIGNE DE NOTRE LOUANGE 
	2-  SAINT, SAINT, SAINT TU ES FILS DE DIEU </a:t>
            </a:r>
          </a:p>
          <a:p>
            <a:pPr rtl="0" fontAlgn="base"/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
3-  TU ES SI GRAND DIEU DE PUISSANCE 
4-  SEIGNEUR DE GLOIRE VIENS REMPLIR CE LIEU 
</a:t>
            </a: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rtl="0" fontAlgn="base"/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SI GRAND PUISSANCE DE GLOIRE 
6-  REMPLIS CE LIEU
7-  TU ES SI GRAND PUISSANCE DE GLOIRE 
8-  REMPLIS CE LIEU </a:t>
            </a:r>
          </a:p>
          <a:p>
            <a:pPr rtl="0" fontAlgn="base"/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</a:t>
            </a: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SAINT, SAINT, SAINT 
10-  TU ES SI GRAND 
11-  VIENS REMPLIR CE LIEU 
12-  TU ES SI GRAND 
13-  DIEU DE GRÂCE DIEU DE JUSTICE 
14-  DIEU DE SALUT </a:t>
            </a: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REMPLIS CE LIEU 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	</a:t>
            </a:r>
          </a:p>
          <a:p>
            <a:r>
              <a:rPr lang="fr-FR" smtClean="0"/>
              <a:t>	1-  DIGNE, DIGNE,DIGNE DE NOTRE LOUANGE 
	2-  SAINT, SAINT, SAINT TU ES FILS DE DIEU </a:t>
            </a:r>
          </a:p>
          <a:p>
            <a:endParaRPr lang="fr-FR" smtClean="0"/>
          </a:p>
          <a:p>
            <a:r>
              <a:rPr lang="fr-FR" smtClean="0"/>
              <a:t>COUPLET 1
3-  TU ES SI GRAND DIEU DE PUISSANCE 
4-  SEIGNEUR DE GLOIRE VIENS REMPLIR CE LIEU 
</a:t>
            </a:r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5-  SI GRAND PUISSANCE DE GLOIRE 
6-  REMPLIS CE LIEU
7-  TU ES SI GRAND PUISSANCE DE GLOIRE 
8-  REMPLIS CE LIEU </a:t>
            </a:r>
          </a:p>
          <a:p>
            <a:endParaRPr lang="fr-FR" smtClean="0"/>
          </a:p>
          <a:p>
            <a:r>
              <a:rPr lang="fr-FR" smtClean="0"/>
              <a:t>COUPLET 1</a:t>
            </a:r>
          </a:p>
          <a:p>
            <a:r>
              <a:rPr lang="fr-FR" smtClean="0"/>
              <a:t>
9-  SAINT, SAINT, SAINT 
10-  TU ES SI GRAND 
11-  VIENS REMPLIR CE LIEU 
12-  TU ES SI GRAND 
13-  DIEU DE GRÂCE DIEU DE JUSTICE 
14-  DIEU DE SALUT </a:t>
            </a:r>
          </a:p>
          <a:p>
            <a:r>
              <a:rPr lang="fr-FR" smtClean="0"/>
              <a:t>
15-  REMPLIS CE LIEU  
</a:t>
            </a:r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	</a:t>
            </a: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1-  DIGNE, DIGNE,DIGNE DE NOTRE LOUANGE 
	2-  SAINT, SAINT, SAINT TU ES FILS DE DIEU </a:t>
            </a:r>
          </a:p>
          <a:p>
            <a:pPr rtl="0" fontAlgn="base"/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
3-  TU ES SI GRAND DIEU DE PUISSANCE 
4-  SEIGNEUR DE GLOIRE VIENS REMPLIR CE LIEU 
</a:t>
            </a: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rtl="0" fontAlgn="base"/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SI GRAND PUISSANCE DE GLOIRE 
6-  REMPLIS CE LIEU
7-  TU ES SI GRAND PUISSANCE DE GLOIRE 
8-  REMPLIS CE LIEU </a:t>
            </a:r>
          </a:p>
          <a:p>
            <a:pPr rtl="0" fontAlgn="base"/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</a:t>
            </a: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SAINT, SAINT, SAINT 
10-  TU ES SI GRAND 
11-  VIENS REMPLIR CE LIEU 
12-  TU ES SI GRAND 
13-  DIEU DE GRÂCE DIEU DE JUSTICE 
14-  DIEU DE SALUT </a:t>
            </a: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REMPLIS CE LIEU 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	</a:t>
            </a:r>
          </a:p>
          <a:p>
            <a:r>
              <a:rPr lang="fr-FR" smtClean="0"/>
              <a:t>	1-  DIGNE, DIGNE,DIGNE DE NOTRE LOUANGE 
	2-  SAINT, SAINT, SAINT TU ES FILS DE DIEU </a:t>
            </a:r>
          </a:p>
          <a:p>
            <a:endParaRPr lang="fr-FR" smtClean="0"/>
          </a:p>
          <a:p>
            <a:r>
              <a:rPr lang="fr-FR" smtClean="0"/>
              <a:t>COUPLET 1
3-  TU ES SI GRAND DIEU DE PUISSANCE 
4-  SEIGNEUR DE GLOIRE VIENS REMPLIR CE LIEU 
</a:t>
            </a:r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5-  SI GRAND PUISSANCE DE GLOIRE 
6-  REMPLIS CE LIEU
7-  TU ES SI GRAND PUISSANCE DE GLOIRE 
8-  REMPLIS CE LIEU </a:t>
            </a:r>
          </a:p>
          <a:p>
            <a:endParaRPr lang="fr-FR" smtClean="0"/>
          </a:p>
          <a:p>
            <a:r>
              <a:rPr lang="fr-FR" smtClean="0"/>
              <a:t>COUPLET 1</a:t>
            </a:r>
          </a:p>
          <a:p>
            <a:r>
              <a:rPr lang="fr-FR" smtClean="0"/>
              <a:t>
9-  SAINT, SAINT, SAINT 
10-  TU ES SI GRAND 
11-  VIENS REMPLIR CE LIEU 
12-  TU ES SI GRAND 
13-  DIEU DE GRÂCE DIEU DE JUSTICE 
14-  DIEU DE SALUT </a:t>
            </a:r>
          </a:p>
          <a:p>
            <a:r>
              <a:rPr lang="fr-FR" smtClean="0"/>
              <a:t>
15-  REMPLIS CE LIEU  
</a:t>
            </a:r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	</a:t>
            </a: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1-  DIGNE, DIGNE,DIGNE DE NOTRE LOUANGE 
	2-  SAINT, SAINT, SAINT TU ES FILS DE DIEU </a:t>
            </a:r>
          </a:p>
          <a:p>
            <a:pPr rtl="0" fontAlgn="base"/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
3-  TU ES SI GRAND DIEU DE PUISSANCE 
4-  SEIGNEUR DE GLOIRE VIENS REMPLIR CE LIEU 
</a:t>
            </a: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rtl="0" fontAlgn="base"/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SI GRAND PUISSANCE DE GLOIRE 
6-  REMPLIS CE LIEU
7-  TU ES SI GRAND PUISSANCE DE GLOIRE 
8-  REMPLIS CE LIEU </a:t>
            </a:r>
          </a:p>
          <a:p>
            <a:pPr rtl="0" fontAlgn="base"/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</a:t>
            </a: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SAINT, SAINT, SAINT 
10-  TU ES SI GRAND 
11-  VIENS REMPLIR CE LIEU 
12-  TU ES SI GRAND 
13-  DIEU DE GRÂCE DIEU DE JUSTICE 
14-  DIEU DE SALUT </a:t>
            </a: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REMPLIS CE LIEU 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	</a:t>
            </a:r>
          </a:p>
          <a:p>
            <a:r>
              <a:rPr lang="fr-FR" smtClean="0"/>
              <a:t>	1-  DIGNE, DIGNE,DIGNE DE NOTRE LOUANGE 
	2-  SAINT, SAINT, SAINT TU ES FILS DE DIEU </a:t>
            </a:r>
          </a:p>
          <a:p>
            <a:endParaRPr lang="fr-FR" smtClean="0"/>
          </a:p>
          <a:p>
            <a:r>
              <a:rPr lang="fr-FR" smtClean="0"/>
              <a:t>COUPLET 1
3-  TU ES SI GRAND DIEU DE PUISSANCE 
4-  SEIGNEUR DE GLOIRE VIENS REMPLIR CE LIEU 
</a:t>
            </a:r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5-  SI GRAND PUISSANCE DE GLOIRE 
6-  REMPLIS CE LIEU
7-  TU ES SI GRAND PUISSANCE DE GLOIRE 
8-  REMPLIS CE LIEU </a:t>
            </a:r>
          </a:p>
          <a:p>
            <a:endParaRPr lang="fr-FR" smtClean="0"/>
          </a:p>
          <a:p>
            <a:r>
              <a:rPr lang="fr-FR" smtClean="0"/>
              <a:t>COUPLET 1</a:t>
            </a:r>
          </a:p>
          <a:p>
            <a:r>
              <a:rPr lang="fr-FR" smtClean="0"/>
              <a:t>
9-  SAINT, SAINT, SAINT 
10-  TU ES SI GRAND 
11-  VIENS REMPLIR CE LIEU 
12-  TU ES SI GRAND 
13-  DIEU DE GRÂCE DIEU DE JUSTICE 
14-  DIEU DE SALUT </a:t>
            </a:r>
          </a:p>
          <a:p>
            <a:r>
              <a:rPr lang="fr-FR" smtClean="0"/>
              <a:t>
15-  REMPLIS CE LIEU  
</a:t>
            </a:r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	</a:t>
            </a: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1-  DIGNE, DIGNE,DIGNE DE NOTRE LOUANGE 
	2-  SAINT, SAINT, SAINT TU ES FILS DE DIEU </a:t>
            </a:r>
          </a:p>
          <a:p>
            <a:pPr rtl="0" fontAlgn="base"/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
3-  TU ES SI GRAND DIEU DE PUISSANCE 
4-  SEIGNEUR DE GLOIRE VIENS REMPLIR CE LIEU 
</a:t>
            </a: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rtl="0" fontAlgn="base"/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SI GRAND PUISSANCE DE GLOIRE 
6-  REMPLIS CE LIEU
7-  TU ES SI GRAND PUISSANCE DE GLOIRE 
8-  REMPLIS CE LIEU </a:t>
            </a:r>
          </a:p>
          <a:p>
            <a:pPr rtl="0" fontAlgn="base"/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</a:t>
            </a: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SAINT, SAINT, SAINT 
10-  TU ES SI GRAND 
11-  VIENS REMPLIR CE LIEU 
12-  TU ES SI GRAND 
13-  DIEU DE GRÂCE DIEU DE JUSTICE 
14-  DIEU DE SALUT </a:t>
            </a: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REMPLIS CE LIEU 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	</a:t>
            </a:r>
          </a:p>
          <a:p>
            <a:r>
              <a:rPr lang="fr-FR" smtClean="0"/>
              <a:t>	1-  DIGNE, DIGNE,DIGNE DE NOTRE LOUANGE 
	2-  SAINT, SAINT, SAINT TU ES FILS DE DIEU </a:t>
            </a:r>
          </a:p>
          <a:p>
            <a:endParaRPr lang="fr-FR" smtClean="0"/>
          </a:p>
          <a:p>
            <a:r>
              <a:rPr lang="fr-FR" smtClean="0"/>
              <a:t>COUPLET 1
3-  TU ES SI GRAND DIEU DE PUISSANCE 
4-  SEIGNEUR DE GLOIRE VIENS REMPLIR CE LIEU 
</a:t>
            </a:r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5-  SI GRAND PUISSANCE DE GLOIRE 
6-  REMPLIS CE LIEU
7-  TU ES SI GRAND PUISSANCE DE GLOIRE 
8-  REMPLIS CE LIEU </a:t>
            </a:r>
          </a:p>
          <a:p>
            <a:endParaRPr lang="fr-FR" smtClean="0"/>
          </a:p>
          <a:p>
            <a:r>
              <a:rPr lang="fr-FR" smtClean="0"/>
              <a:t>COUPLET 1</a:t>
            </a:r>
          </a:p>
          <a:p>
            <a:r>
              <a:rPr lang="fr-FR" smtClean="0"/>
              <a:t>
9-  SAINT, SAINT, SAINT 
10-  TU ES SI GRAND 
11-  VIENS REMPLIR CE LIEU 
12-  TU ES SI GRAND 
13-  DIEU DE GRÂCE DIEU DE JUSTICE 
14-  DIEU DE SALUT </a:t>
            </a:r>
          </a:p>
          <a:p>
            <a:r>
              <a:rPr lang="fr-FR" smtClean="0"/>
              <a:t>
15-  REMPLIS CE LIEU  
</a:t>
            </a:r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	</a:t>
            </a: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1-  DIGNE, DIGNE,DIGNE DE NOTRE LOUANGE 
	2-  SAINT, SAINT, SAINT TU ES FILS DE DIEU </a:t>
            </a:r>
          </a:p>
          <a:p>
            <a:pPr rtl="0" fontAlgn="base"/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
3-  TU ES SI GRAND DIEU DE PUISSANCE 
4-  SEIGNEUR DE GLOIRE VIENS REMPLIR CE LIEU 
</a:t>
            </a: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rtl="0" fontAlgn="base"/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SI GRAND PUISSANCE DE GLOIRE 
6-  REMPLIS CE LIEU
7-  TU ES SI GRAND PUISSANCE DE GLOIRE 
8-  REMPLIS CE LIEU </a:t>
            </a:r>
          </a:p>
          <a:p>
            <a:pPr rtl="0" fontAlgn="base"/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</a:t>
            </a: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SAINT, SAINT, SAINT 
10-  TU ES SI GRAND 
11-  VIENS REMPLIR CE LIEU 
12-  TU ES SI GRAND 
13-  DIEU DE GRÂCE DIEU DE JUSTICE 
14-  DIEU DE SALUT </a:t>
            </a: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REMPLIS CE LIEU 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	</a:t>
            </a:r>
          </a:p>
          <a:p>
            <a:r>
              <a:rPr lang="fr-FR" smtClean="0"/>
              <a:t>	1-  DIGNE, DIGNE,DIGNE DE NOTRE LOUANGE 
	2-  SAINT, SAINT, SAINT TU ES FILS DE DIEU </a:t>
            </a:r>
          </a:p>
          <a:p>
            <a:endParaRPr lang="fr-FR" smtClean="0"/>
          </a:p>
          <a:p>
            <a:r>
              <a:rPr lang="fr-FR" smtClean="0"/>
              <a:t>COUPLET 1
3-  TU ES SI GRAND DIEU DE PUISSANCE 
4-  SEIGNEUR DE GLOIRE VIENS REMPLIR CE LIEU 
</a:t>
            </a:r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5-  SI GRAND PUISSANCE DE GLOIRE 
6-  REMPLIS CE LIEU
7-  TU ES SI GRAND PUISSANCE DE GLOIRE 
8-  REMPLIS CE LIEU </a:t>
            </a:r>
          </a:p>
          <a:p>
            <a:endParaRPr lang="fr-FR" smtClean="0"/>
          </a:p>
          <a:p>
            <a:r>
              <a:rPr lang="fr-FR" smtClean="0"/>
              <a:t>COUPLET 1</a:t>
            </a:r>
          </a:p>
          <a:p>
            <a:r>
              <a:rPr lang="fr-FR" smtClean="0"/>
              <a:t>
9-  SAINT, SAINT, SAINT 
10-  TU ES SI GRAND 
11-  VIENS REMPLIR CE LIEU 
12-  TU ES SI GRAND 
13-  DIEU DE GRÂCE DIEU DE JUSTICE 
14-  DIEU DE SALUT </a:t>
            </a:r>
          </a:p>
          <a:p>
            <a:r>
              <a:rPr lang="fr-FR" smtClean="0"/>
              <a:t>
15-  REMPLIS CE LIEU  
</a:t>
            </a:r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	</a:t>
            </a: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1-  DIGNE, DIGNE,DIGNE DE NOTRE LOUANGE 
	2-  SAINT, SAINT, SAINT TU ES FILS DE DIEU </a:t>
            </a:r>
          </a:p>
          <a:p>
            <a:pPr rtl="0" fontAlgn="base"/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
3-  TU ES SI GRAND DIEU DE PUISSANCE 
4-  SEIGNEUR DE GLOIRE VIENS REMPLIR CE LIEU 
</a:t>
            </a: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rtl="0" fontAlgn="base"/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SI GRAND PUISSANCE DE GLOIRE 
6-  REMPLIS CE LIEU
7-  TU ES SI GRAND PUISSANCE DE GLOIRE 
8-  REMPLIS CE LIEU </a:t>
            </a:r>
          </a:p>
          <a:p>
            <a:pPr rtl="0" fontAlgn="base"/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</a:t>
            </a: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SAINT, SAINT, SAINT 
10-  TU ES SI GRAND 
11-  VIENS REMPLIR CE LIEU 
12-  TU ES SI GRAND 
13-  DIEU DE GRÂCE DIEU DE JUSTICE 
14-  DIEU DE SALUT </a:t>
            </a: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REMPLIS CE LIEU 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	</a:t>
            </a:r>
          </a:p>
          <a:p>
            <a:r>
              <a:rPr lang="fr-FR" smtClean="0"/>
              <a:t>	1-  DIGNE, DIGNE,DIGNE DE NOTRE LOUANGE 
	2-  SAINT, SAINT, SAINT TU ES FILS DE DIEU </a:t>
            </a:r>
          </a:p>
          <a:p>
            <a:endParaRPr lang="fr-FR" smtClean="0"/>
          </a:p>
          <a:p>
            <a:r>
              <a:rPr lang="fr-FR" smtClean="0"/>
              <a:t>COUPLET 1
3-  TU ES SI GRAND DIEU DE PUISSANCE 
4-  SEIGNEUR DE GLOIRE VIENS REMPLIR CE LIEU 
</a:t>
            </a:r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5-  SI GRAND PUISSANCE DE GLOIRE 
6-  REMPLIS CE LIEU
7-  TU ES SI GRAND PUISSANCE DE GLOIRE 
8-  REMPLIS CE LIEU </a:t>
            </a:r>
          </a:p>
          <a:p>
            <a:endParaRPr lang="fr-FR" smtClean="0"/>
          </a:p>
          <a:p>
            <a:r>
              <a:rPr lang="fr-FR" smtClean="0"/>
              <a:t>COUPLET 1</a:t>
            </a:r>
          </a:p>
          <a:p>
            <a:r>
              <a:rPr lang="fr-FR" smtClean="0"/>
              <a:t>
9-  SAINT, SAINT, SAINT 
10-  TU ES SI GRAND 
11-  VIENS REMPLIR CE LIEU 
12-  TU ES SI GRAND 
13-  DIEU DE GRÂCE DIEU DE JUSTICE 
14-  DIEU DE SALUT </a:t>
            </a:r>
          </a:p>
          <a:p>
            <a:r>
              <a:rPr lang="fr-FR" smtClean="0"/>
              <a:t>
15-  REMPLIS CE LIEU  
</a:t>
            </a:r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	</a:t>
            </a: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1-  DIGNE, DIGNE,DIGNE DE NOTRE LOUANGE 
	2-  SAINT, SAINT, SAINT TU ES FILS DE DIEU </a:t>
            </a:r>
          </a:p>
          <a:p>
            <a:pPr rtl="0" fontAlgn="base"/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
3-  TU ES SI GRAND DIEU DE PUISSANCE 
4-  SEIGNEUR DE GLOIRE VIENS REMPLIR CE LIEU 
</a:t>
            </a: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rtl="0" fontAlgn="base"/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SI GRAND PUISSANCE DE GLOIRE 
6-  REMPLIS CE LIEU
7-  TU ES SI GRAND PUISSANCE DE GLOIRE 
8-  REMPLIS CE LIEU </a:t>
            </a:r>
          </a:p>
          <a:p>
            <a:pPr rtl="0" fontAlgn="base"/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</a:t>
            </a: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SAINT, SAINT, SAINT 
10-  TU ES SI GRAND 
11-  VIENS REMPLIR CE LIEU 
12-  TU ES SI GRAND 
13-  DIEU DE GRÂCE DIEU DE JUSTICE 
14-  DIEU DE SALUT </a:t>
            </a: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REMPLIS CE LIEU 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	</a:t>
            </a:r>
          </a:p>
          <a:p>
            <a:r>
              <a:rPr lang="fr-FR" smtClean="0"/>
              <a:t>	1-  DIGNE, DIGNE,DIGNE DE NOTRE LOUANGE 
	2-  SAINT, SAINT, SAINT TU ES FILS DE DIEU </a:t>
            </a:r>
          </a:p>
          <a:p>
            <a:endParaRPr lang="fr-FR" smtClean="0"/>
          </a:p>
          <a:p>
            <a:r>
              <a:rPr lang="fr-FR" smtClean="0"/>
              <a:t>COUPLET 1
3-  TU ES SI GRAND DIEU DE PUISSANCE 
4-  SEIGNEUR DE GLOIRE VIENS REMPLIR CE LIEU 
</a:t>
            </a:r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5-  SI GRAND PUISSANCE DE GLOIRE 
6-  REMPLIS CE LIEU
7-  TU ES SI GRAND PUISSANCE DE GLOIRE 
8-  REMPLIS CE LIEU </a:t>
            </a:r>
          </a:p>
          <a:p>
            <a:endParaRPr lang="fr-FR" smtClean="0"/>
          </a:p>
          <a:p>
            <a:r>
              <a:rPr lang="fr-FR" smtClean="0"/>
              <a:t>COUPLET 1</a:t>
            </a:r>
          </a:p>
          <a:p>
            <a:r>
              <a:rPr lang="fr-FR" smtClean="0"/>
              <a:t>
9-  SAINT, SAINT, SAINT 
10-  TU ES SI GRAND 
11-  VIENS REMPLIR CE LIEU 
12-  TU ES SI GRAND 
13-  DIEU DE GRÂCE DIEU DE JUSTICE 
14-  DIEU DE SALUT </a:t>
            </a:r>
          </a:p>
          <a:p>
            <a:r>
              <a:rPr lang="fr-FR" smtClean="0"/>
              <a:t>
15-  REMPLIS CE LIEU  
</a:t>
            </a:r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	</a:t>
            </a: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1-  DIGNE, DIGNE,DIGNE DE NOTRE LOUANGE 
	2-  SAINT, SAINT, SAINT TU ES FILS DE DIEU </a:t>
            </a:r>
          </a:p>
          <a:p>
            <a:pPr rtl="0" fontAlgn="base"/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
3-  TU ES SI GRAND DIEU DE PUISSANCE 
4-  SEIGNEUR DE GLOIRE VIENS REMPLIR CE LIEU 
</a:t>
            </a: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rtl="0" fontAlgn="base"/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SI GRAND PUISSANCE DE GLOIRE 
6-  REMPLIS CE LIEU
7-  TU ES SI GRAND PUISSANCE DE GLOIRE 
8-  REMPLIS CE LIEU </a:t>
            </a:r>
          </a:p>
          <a:p>
            <a:pPr rtl="0" fontAlgn="base"/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</a:t>
            </a: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SAINT, SAINT, SAINT 
10-  TU ES SI GRAND 
11-  VIENS REMPLIR CE LIEU 
12-  TU ES SI GRAND 
13-  DIEU DE GRÂCE DIEU DE JUSTICE 
14-  DIEU DE SALUT </a:t>
            </a: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REMPLIS CE LIEU 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	</a:t>
            </a:r>
          </a:p>
          <a:p>
            <a:r>
              <a:rPr lang="fr-FR" smtClean="0"/>
              <a:t>	1-  DIGNE, DIGNE,DIGNE DE NOTRE LOUANGE 
	2-  SAINT, SAINT, SAINT TU ES FILS DE DIEU </a:t>
            </a:r>
          </a:p>
          <a:p>
            <a:endParaRPr lang="fr-FR" smtClean="0"/>
          </a:p>
          <a:p>
            <a:r>
              <a:rPr lang="fr-FR" smtClean="0"/>
              <a:t>COUPLET 1
3-  TU ES SI GRAND DIEU DE PUISSANCE 
4-  SEIGNEUR DE GLOIRE VIENS REMPLIR CE LIEU 
</a:t>
            </a:r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5-  SI GRAND PUISSANCE DE GLOIRE 
6-  REMPLIS CE LIEU
7-  TU ES SI GRAND PUISSANCE DE GLOIRE 
8-  REMPLIS CE LIEU </a:t>
            </a:r>
          </a:p>
          <a:p>
            <a:endParaRPr lang="fr-FR" smtClean="0"/>
          </a:p>
          <a:p>
            <a:r>
              <a:rPr lang="fr-FR" smtClean="0"/>
              <a:t>COUPLET 1</a:t>
            </a:r>
          </a:p>
          <a:p>
            <a:r>
              <a:rPr lang="fr-FR" smtClean="0"/>
              <a:t>
9-  SAINT, SAINT, SAINT 
10-  TU ES SI GRAND 
11-  VIENS REMPLIR CE LIEU 
12-  TU ES SI GRAND 
13-  DIEU DE GRÂCE DIEU DE JUSTICE 
14-  DIEU DE SALUT </a:t>
            </a:r>
          </a:p>
          <a:p>
            <a:r>
              <a:rPr lang="fr-FR" smtClean="0"/>
              <a:t>
15-  REMPLIS CE LIEU  
</a:t>
            </a:r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	</a:t>
            </a: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1-  DIGNE, DIGNE,DIGNE DE NOTRE LOUANGE 
	2-  SAINT, SAINT, SAINT TU ES FILS DE DIEU </a:t>
            </a:r>
          </a:p>
          <a:p>
            <a:pPr rtl="0" fontAlgn="base"/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
3-  TU ES SI GRAND DIEU DE PUISSANCE 
4-  SEIGNEUR DE GLOIRE VIENS REMPLIR CE LIEU 
</a:t>
            </a: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rtl="0" fontAlgn="base"/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SI GRAND PUISSANCE DE GLOIRE 
6-  REMPLIS CE LIEU
7-  TU ES SI GRAND PUISSANCE DE GLOIRE 
8-  REMPLIS CE LIEU </a:t>
            </a:r>
          </a:p>
          <a:p>
            <a:pPr rtl="0" fontAlgn="base"/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</a:t>
            </a: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SAINT, SAINT, SAINT 
10-  TU ES SI GRAND 
11-  VIENS REMPLIR CE LIEU 
12-  TU ES SI GRAND 
13-  DIEU DE GRÂCE DIEU DE JUSTICE 
14-  DIEU DE SALUT </a:t>
            </a: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REMPLIS CE LIEU 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	</a:t>
            </a:r>
          </a:p>
          <a:p>
            <a:r>
              <a:rPr lang="fr-FR" smtClean="0"/>
              <a:t>	1-  DIGNE, DIGNE,DIGNE DE NOTRE LOUANGE 
	2-  SAINT, SAINT, SAINT TU ES FILS DE DIEU </a:t>
            </a:r>
          </a:p>
          <a:p>
            <a:endParaRPr lang="fr-FR" smtClean="0"/>
          </a:p>
          <a:p>
            <a:r>
              <a:rPr lang="fr-FR" smtClean="0"/>
              <a:t>COUPLET 1
3-  TU ES SI GRAND DIEU DE PUISSANCE 
4-  SEIGNEUR DE GLOIRE VIENS REMPLIR CE LIEU 
</a:t>
            </a:r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5-  SI GRAND PUISSANCE DE GLOIRE 
6-  REMPLIS CE LIEU
7-  TU ES SI GRAND PUISSANCE DE GLOIRE 
8-  REMPLIS CE LIEU </a:t>
            </a:r>
          </a:p>
          <a:p>
            <a:endParaRPr lang="fr-FR" smtClean="0"/>
          </a:p>
          <a:p>
            <a:r>
              <a:rPr lang="fr-FR" smtClean="0"/>
              <a:t>COUPLET 1</a:t>
            </a:r>
          </a:p>
          <a:p>
            <a:r>
              <a:rPr lang="fr-FR" smtClean="0"/>
              <a:t>
9-  SAINT, SAINT, SAINT 
10-  TU ES SI GRAND 
11-  VIENS REMPLIR CE LIEU 
12-  TU ES SI GRAND 
13-  DIEU DE GRÂCE DIEU DE JUSTICE 
14-  DIEU DE SALUT </a:t>
            </a:r>
          </a:p>
          <a:p>
            <a:r>
              <a:rPr lang="fr-FR" smtClean="0"/>
              <a:t>
15-  REMPLIS CE LIEU  
</a:t>
            </a:r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	</a:t>
            </a: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1-  DIGNE, DIGNE,DIGNE DE NOTRE LOUANGE 
	2-  SAINT, SAINT, SAINT TU ES FILS DE DIEU </a:t>
            </a:r>
          </a:p>
          <a:p>
            <a:pPr rtl="0" fontAlgn="base"/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
3-  TU ES SI GRAND DIEU DE PUISSANCE 
4-  SEIGNEUR DE GLOIRE VIENS REMPLIR CE LIEU 
</a:t>
            </a: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rtl="0" fontAlgn="base"/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SI GRAND PUISSANCE DE GLOIRE 
6-  REMPLIS CE LIEU
7-  TU ES SI GRAND PUISSANCE DE GLOIRE 
8-  REMPLIS CE LIEU </a:t>
            </a:r>
          </a:p>
          <a:p>
            <a:pPr rtl="0" fontAlgn="base"/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</a:t>
            </a: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SAINT, SAINT, SAINT 
10-  TU ES SI GRAND 
11-  VIENS REMPLIR CE LIEU 
12-  TU ES SI GRAND 
13-  DIEU DE GRÂCE DIEU DE JUSTICE 
14-  DIEU DE SALUT </a:t>
            </a: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REMPLIS CE LIEU 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	</a:t>
            </a:r>
          </a:p>
          <a:p>
            <a:r>
              <a:rPr lang="fr-FR" smtClean="0"/>
              <a:t>	1-  DIGNE, DIGNE,DIGNE DE NOTRE LOUANGE 
	2-  SAINT, SAINT, SAINT TU ES FILS DE DIEU </a:t>
            </a:r>
          </a:p>
          <a:p>
            <a:endParaRPr lang="fr-FR" smtClean="0"/>
          </a:p>
          <a:p>
            <a:r>
              <a:rPr lang="fr-FR" smtClean="0"/>
              <a:t>COUPLET 1
3-  TU ES SI GRAND DIEU DE PUISSANCE 
4-  SEIGNEUR DE GLOIRE VIENS REMPLIR CE LIEU 
</a:t>
            </a:r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5-  SI GRAND PUISSANCE DE GLOIRE 
6-  REMPLIS CE LIEU
7-  TU ES SI GRAND PUISSANCE DE GLOIRE 
8-  REMPLIS CE LIEU </a:t>
            </a:r>
          </a:p>
          <a:p>
            <a:endParaRPr lang="fr-FR" smtClean="0"/>
          </a:p>
          <a:p>
            <a:r>
              <a:rPr lang="fr-FR" smtClean="0"/>
              <a:t>COUPLET 1</a:t>
            </a:r>
          </a:p>
          <a:p>
            <a:r>
              <a:rPr lang="fr-FR" smtClean="0"/>
              <a:t>
9-  SAINT, SAINT, SAINT 
10-  TU ES SI GRAND 
11-  VIENS REMPLIR CE LIEU 
12-  TU ES SI GRAND 
13-  DIEU DE GRÂCE DIEU DE JUSTICE 
14-  DIEU DE SALUT </a:t>
            </a:r>
          </a:p>
          <a:p>
            <a:r>
              <a:rPr lang="fr-FR" smtClean="0"/>
              <a:t>
15-  REMPLIS CE LIEU  
</a:t>
            </a:r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	</a:t>
            </a: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1-  DIGNE, DIGNE,DIGNE DE NOTRE LOUANGE 
	2-  SAINT, SAINT, SAINT TU ES FILS DE DIEU </a:t>
            </a:r>
          </a:p>
          <a:p>
            <a:pPr rtl="0" fontAlgn="base"/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
3-  TU ES SI GRAND DIEU DE PUISSANCE 
4-  SEIGNEUR DE GLOIRE VIENS REMPLIR CE LIEU 
</a:t>
            </a: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rtl="0" fontAlgn="base"/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SI GRAND PUISSANCE DE GLOIRE 
6-  REMPLIS CE LIEU
7-  TU ES SI GRAND PUISSANCE DE GLOIRE 
8-  REMPLIS CE LIEU </a:t>
            </a:r>
          </a:p>
          <a:p>
            <a:pPr rtl="0" fontAlgn="base"/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</a:t>
            </a: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SAINT, SAINT, SAINT 
10-  TU ES SI GRAND 
11-  VIENS REMPLIR CE LIEU 
12-  TU ES SI GRAND 
13-  DIEU DE GRÂCE DIEU DE JUSTICE 
14-  DIEU DE SALUT </a:t>
            </a: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REMPLIS CE LIEU 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	</a:t>
            </a:r>
          </a:p>
          <a:p>
            <a:r>
              <a:rPr lang="fr-FR" smtClean="0"/>
              <a:t>	1-  DIGNE, DIGNE,DIGNE DE NOTRE LOUANGE 
	2-  SAINT, SAINT, SAINT TU ES FILS DE DIEU </a:t>
            </a:r>
          </a:p>
          <a:p>
            <a:endParaRPr lang="fr-FR" smtClean="0"/>
          </a:p>
          <a:p>
            <a:r>
              <a:rPr lang="fr-FR" smtClean="0"/>
              <a:t>COUPLET 1
3-  TU ES SI GRAND DIEU DE PUISSANCE 
4-  SEIGNEUR DE GLOIRE VIENS REMPLIR CE LIEU 
</a:t>
            </a:r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5-  SI GRAND PUISSANCE DE GLOIRE 
6-  REMPLIS CE LIEU
7-  TU ES SI GRAND PUISSANCE DE GLOIRE 
8-  REMPLIS CE LIEU </a:t>
            </a:r>
          </a:p>
          <a:p>
            <a:endParaRPr lang="fr-FR" smtClean="0"/>
          </a:p>
          <a:p>
            <a:r>
              <a:rPr lang="fr-FR" smtClean="0"/>
              <a:t>COUPLET 1</a:t>
            </a:r>
          </a:p>
          <a:p>
            <a:r>
              <a:rPr lang="fr-FR" smtClean="0"/>
              <a:t>
9-  SAINT, SAINT, SAINT 
10-  TU ES SI GRAND 
11-  VIENS REMPLIR CE LIEU 
12-  TU ES SI GRAND 
13-  DIEU DE GRÂCE DIEU DE JUSTICE 
14-  DIEU DE SALUT </a:t>
            </a:r>
          </a:p>
          <a:p>
            <a:r>
              <a:rPr lang="fr-FR" smtClean="0"/>
              <a:t>
15-  REMPLIS CE LIEU  
</a:t>
            </a:r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	</a:t>
            </a: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1-  DIGNE, DIGNE,DIGNE DE NOTRE LOUANGE 
	2-  SAINT, SAINT, SAINT TU ES FILS DE DIEU </a:t>
            </a:r>
          </a:p>
          <a:p>
            <a:pPr rtl="0" fontAlgn="base"/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
3-  TU ES SI GRAND DIEU DE PUISSANCE 
4-  SEIGNEUR DE GLOIRE VIENS REMPLIR CE LIEU 
</a:t>
            </a: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rtl="0" fontAlgn="base"/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SI GRAND PUISSANCE DE GLOIRE 
6-  REMPLIS CE LIEU
7-  TU ES SI GRAND PUISSANCE DE GLOIRE 
8-  REMPLIS CE LIEU </a:t>
            </a:r>
          </a:p>
          <a:p>
            <a:pPr rtl="0" fontAlgn="base"/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</a:t>
            </a: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SAINT, SAINT, SAINT 
10-  TU ES SI GRAND 
11-  VIENS REMPLIR CE LIEU 
12-  TU ES SI GRAND 
13-  DIEU DE GRÂCE DIEU DE JUSTICE 
14-  DIEU DE SALUT </a:t>
            </a: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REMPLIS CE LIEU 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	</a:t>
            </a:r>
          </a:p>
          <a:p>
            <a:r>
              <a:rPr lang="fr-FR" smtClean="0"/>
              <a:t>	1-  DIGNE, DIGNE,DIGNE DE NOTRE LOUANGE 
	2-  SAINT, SAINT, SAINT TU ES FILS DE DIEU </a:t>
            </a:r>
          </a:p>
          <a:p>
            <a:endParaRPr lang="fr-FR" smtClean="0"/>
          </a:p>
          <a:p>
            <a:r>
              <a:rPr lang="fr-FR" smtClean="0"/>
              <a:t>COUPLET 1
3-  TU ES SI GRAND DIEU DE PUISSANCE 
4-  SEIGNEUR DE GLOIRE VIENS REMPLIR CE LIEU 
</a:t>
            </a:r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5-  SI GRAND PUISSANCE DE GLOIRE 
6-  REMPLIS CE LIEU
7-  TU ES SI GRAND PUISSANCE DE GLOIRE 
8-  REMPLIS CE LIEU </a:t>
            </a:r>
          </a:p>
          <a:p>
            <a:endParaRPr lang="fr-FR" smtClean="0"/>
          </a:p>
          <a:p>
            <a:r>
              <a:rPr lang="fr-FR" smtClean="0"/>
              <a:t>COUPLET 1</a:t>
            </a:r>
          </a:p>
          <a:p>
            <a:r>
              <a:rPr lang="fr-FR" smtClean="0"/>
              <a:t>
9-  SAINT, SAINT, SAINT 
10-  TU ES SI GRAND 
11-  VIENS REMPLIR CE LIEU 
12-  TU ES SI GRAND 
13-  DIEU DE GRÂCE DIEU DE JUSTICE 
14-  DIEU DE SALUT </a:t>
            </a:r>
          </a:p>
          <a:p>
            <a:r>
              <a:rPr lang="fr-FR" smtClean="0"/>
              <a:t>
15-  REMPLIS CE LIEU  
</a:t>
            </a:r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	</a:t>
            </a: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1-  DIGNE, DIGNE,DIGNE DE NOTRE LOUANGE 
	2-  SAINT, SAINT, SAINT TU ES FILS DE DIEU </a:t>
            </a:r>
          </a:p>
          <a:p>
            <a:pPr rtl="0" fontAlgn="base"/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
3-  TU ES SI GRAND DIEU DE PUISSANCE 
4-  SEIGNEUR DE GLOIRE VIENS REMPLIR CE LIEU 
</a:t>
            </a: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rtl="0" fontAlgn="base"/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SI GRAND PUISSANCE DE GLOIRE 
6-  REMPLIS CE LIEU
7-  TU ES SI GRAND PUISSANCE DE GLOIRE 
8-  REMPLIS CE LIEU </a:t>
            </a:r>
          </a:p>
          <a:p>
            <a:pPr rtl="0" fontAlgn="base"/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</a:t>
            </a: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SAINT, SAINT, SAINT 
10-  TU ES SI GRAND 
11-  VIENS REMPLIR CE LIEU 
12-  TU ES SI GRAND 
13-  DIEU DE GRÂCE DIEU DE JUSTICE 
14-  DIEU DE SALUT </a:t>
            </a:r>
          </a:p>
          <a:p>
            <a:pPr rtl="0" fontAlgn="base"/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REMPLIS CE LIEU 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	</a:t>
            </a:r>
          </a:p>
          <a:p>
            <a:r>
              <a:rPr lang="fr-FR" smtClean="0"/>
              <a:t>	1-  DIGNE, DIGNE,DIGNE DE NOTRE LOUANGE 
	2-  SAINT, SAINT, SAINT TU ES FILS DE DIEU </a:t>
            </a:r>
          </a:p>
          <a:p>
            <a:endParaRPr lang="fr-FR" smtClean="0"/>
          </a:p>
          <a:p>
            <a:r>
              <a:rPr lang="fr-FR" smtClean="0"/>
              <a:t>COUPLET 1
3-  TU ES SI GRAND DIEU DE PUISSANCE 
4-  SEIGNEUR DE GLOIRE VIENS REMPLIR CE LIEU 
</a:t>
            </a:r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5-  SI GRAND PUISSANCE DE GLOIRE 
6-  REMPLIS CE LIEU
7-  TU ES SI GRAND PUISSANCE DE GLOIRE 
8-  REMPLIS CE LIEU </a:t>
            </a:r>
          </a:p>
          <a:p>
            <a:endParaRPr lang="fr-FR" smtClean="0"/>
          </a:p>
          <a:p>
            <a:r>
              <a:rPr lang="fr-FR" smtClean="0"/>
              <a:t>COUPLET 1</a:t>
            </a:r>
          </a:p>
          <a:p>
            <a:r>
              <a:rPr lang="fr-FR" smtClean="0"/>
              <a:t>
9-  SAINT, SAINT, SAINT 
10-  TU ES SI GRAND 
11-  VIENS REMPLIR CE LIEU 
12-  TU ES SI GRAND 
13-  DIEU DE GRÂCE DIEU DE JUSTICE 
14-  DIEU DE SALUT </a:t>
            </a:r>
          </a:p>
          <a:p>
            <a:r>
              <a:rPr lang="fr-FR" smtClean="0"/>
              <a:t>
15-  REMPLIS CE LIEU  
</a:t>
            </a:r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CC59E-7D1E-4F01-9F56-5E381E9D62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821F4-FCF3-4E59-99F6-41BA84B2C09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40ECE-20E6-4946-A7EF-79E7396C5C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BC1BB-849D-43A7-B866-1CB92D567A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EC5B45-4095-4228-BDBC-2A56430323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E1DA2-E99B-4B4C-9271-FCE4A8903E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BA51E-E4AE-4097-89B8-F79FBA162A8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B32D6D-9D18-4971-9E34-6BC0833C02B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728AC-FBA5-4A8B-8058-AB296DE2A77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DB35A-6AB0-4873-B73C-8E6E224E5D0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231ED-B4C7-4F0B-A493-3E9A104EEE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7AEA990-3CAF-4C04-AF86-A9B781D94F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DIGNE, DIGNE, DIGNE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NOTRE LOUANGE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SAINT, SAINT, SAINT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FILS DE DIEU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SI GRAND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DIEU DE PUISSANCE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SEIGNEUR DE GLOIRE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VIENS REMPLIR CE LIEU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SI GRAND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PUISSANCE DE GLOIRE 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REMPLIS CE LIEU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SI GRAND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PUISSANCE DE GLOIRE 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REMPLIS CE LIEU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SAINT, SAINT, SAINT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SI GRAND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VIENS REMPLIR CE LIEU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SI GRAND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DIEU DE GRÂCE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DIEU DE JUSTICE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DIEU DE SALUT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REMPLIS CE LIEU 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1597</TotalTime>
  <Words>79</Words>
  <Application>Microsoft Office PowerPoint</Application>
  <PresentationFormat>Affichage à l'écran (4:3)</PresentationFormat>
  <Paragraphs>352</Paragraphs>
  <Slides>15</Slides>
  <Notes>15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6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</cp:lastModifiedBy>
  <cp:revision>174</cp:revision>
  <dcterms:created xsi:type="dcterms:W3CDTF">2002-08-17T10:50:50Z</dcterms:created>
  <dcterms:modified xsi:type="dcterms:W3CDTF">2018-12-29T14:03:56Z</dcterms:modified>
</cp:coreProperties>
</file>