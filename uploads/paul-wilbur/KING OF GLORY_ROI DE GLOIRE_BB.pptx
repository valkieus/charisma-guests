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2" r:id="rId2"/>
    <p:sldId id="283" r:id="rId3"/>
    <p:sldId id="282" r:id="rId4"/>
    <p:sldId id="281" r:id="rId5"/>
    <p:sldId id="280" r:id="rId6"/>
    <p:sldId id="279" r:id="rId7"/>
    <p:sldId id="284" r:id="rId8"/>
    <p:sldId id="278" r:id="rId9"/>
    <p:sldId id="276" r:id="rId10"/>
    <p:sldId id="285" r:id="rId11"/>
    <p:sldId id="275" r:id="rId12"/>
    <p:sldId id="274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38698" autoAdjust="0"/>
  </p:normalViewPr>
  <p:slideViewPr>
    <p:cSldViewPr>
      <p:cViewPr varScale="1">
        <p:scale>
          <a:sx n="25" d="100"/>
          <a:sy n="25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QUE VOS LINTEAUX SOIENT ÉLEVÉS LE ROI DE GLOIRE FASSE SON ENTRÉE 
2-  ÉLEVEZ-VOUS PORTES ÉTERNELLES ÉLEVEZ UN CHANT AU SEIGNEUR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Ô, SEIGNEUR DE LA TERRE SEIGNEUR DE NOS VIES 
	4-  Ô, ROI DE GLOIRE OUI VIENS REMPLIS CE LIEU AUJOURD’HUI 
	5-  AUJOURD’HUI, OOH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NOUS VENONS DANS TON LIEU TRÈS SAINT 
7-  LEVANT NOS YEUX POUR VOIR TA FACE 
8-  TU ES LE FEU QUI NOUS CONSUME TA PRÉSENCE EST NOTRE DÉSIR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VOS LINTEAUX SOIENT ÉLEVÉS LE ROI DE GLOIRE FASSE SON ENTRÉE 
2-  ÉLEVEZ-VOUS PORTES ÉTERNELLES ÉLEVEZ UN CHANT AU SEIGNEUR </a:t>
            </a:r>
          </a:p>
          <a:p>
            <a:endParaRPr lang="fr-FR" smtClean="0"/>
          </a:p>
          <a:p>
            <a:r>
              <a:rPr lang="fr-FR" smtClean="0"/>
              <a:t>	Refrain :
	3-  Ô, SEIGNEUR DE LA TERRE SEIGNEUR DE NOS VIES 
	4-  Ô, ROI DE GLOIRE OUI VIENS REMPLIS CE LIEU AUJOURD’HUI 
	5-  AUJOURD’HUI, OOH </a:t>
            </a:r>
          </a:p>
          <a:p>
            <a:endParaRPr lang="fr-FR" smtClean="0"/>
          </a:p>
          <a:p>
            <a:r>
              <a:rPr lang="fr-FR" smtClean="0"/>
              <a:t>
6-  NOUS VENONS DANS TON LIEU TRÈS SAINT 
7-  LEVANT NOS YEUX POUR VOIR TA FACE 
8-  TU ES LE FEU QUI NOUS CONSUME TA PRÉSENCE EST NOTRE DÉSIR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endParaRPr lang="fr-FR" smtClean="0"/>
          </a:p>
          <a:p>
            <a:r>
              <a:rPr lang="fr-FR" smtClean="0"/>
              <a:t>9-  QUI EST CE ROI DE GLOIRE 
10-  LE SEIGNEUR PUISSANT DANS LES COMBATS 
11-  QUI EST CE ROI DE GLOIRE LE SEIGNEUR DIEU TOUT-PUISSANT 
12-  TU ES LE ROI DE GLOIRE…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VOS LINTEAUX SOIENT ÉLEVÉS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ROI DE GLOIRE FASSE SON ENTRÉE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ÉLEVEZ-VOUS,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PORTES ÉTERNELLES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ÉLEVEZ UN CHANT AU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Ô, SEIGNEUR DE LA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DE NOS VIES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Ô, ROI DE GLOIRE OUI VIENS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CE LIEU AUJOURD’HUI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AUJOURD’HUI, OOH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VENONS DANS TON LIEU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TRÈS 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LEVANT NOS YEUX POUR VOIR TA FACE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FEU QUI NOUS CONSUME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NOTRE DÉSIR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CE ROI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COMBATS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CE ROI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DIEU TOUT-PUISSANT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ROI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413</Words>
  <Application>Microsoft Office PowerPoint</Application>
  <PresentationFormat>Affichage à l'écran (4:3)</PresentationFormat>
  <Paragraphs>308</Paragraphs>
  <Slides>12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171</cp:revision>
  <dcterms:created xsi:type="dcterms:W3CDTF">2002-08-17T10:50:50Z</dcterms:created>
  <dcterms:modified xsi:type="dcterms:W3CDTF">2018-12-30T05:39:12Z</dcterms:modified>
</cp:coreProperties>
</file>