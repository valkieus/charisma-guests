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1" r:id="rId2"/>
    <p:sldId id="282" r:id="rId3"/>
    <p:sldId id="283" r:id="rId4"/>
    <p:sldId id="263" r:id="rId5"/>
    <p:sldId id="264" r:id="rId6"/>
    <p:sldId id="265" r:id="rId7"/>
    <p:sldId id="266" r:id="rId8"/>
    <p:sldId id="284" r:id="rId9"/>
    <p:sldId id="285" r:id="rId10"/>
    <p:sldId id="286" r:id="rId11"/>
    <p:sldId id="270" r:id="rId12"/>
    <p:sldId id="271" r:id="rId13"/>
    <p:sldId id="272" r:id="rId14"/>
    <p:sldId id="273" r:id="rId15"/>
    <p:sldId id="277" r:id="rId16"/>
    <p:sldId id="279" r:id="rId17"/>
    <p:sldId id="27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593" autoAdjust="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C79C1AB-91B6-463F-A33A-6A928BE4032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1BBA3EF-A0FF-4A1C-A441-CE80209AE8F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9FF83-1A0E-473A-BA08-267F8075E4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E2CA7-F3F3-4B94-B56A-2FE6BB811A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09AED-4D7B-4740-A74F-4FF177DB27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F9752-E0CC-4971-AF24-19E74BA3C4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164D6-D7DF-481D-BF6E-36010EFB66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66D30-DF17-474B-964E-52EF3DF83B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52E84-F086-4BCF-BFBC-D73BE19ED6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2A71FD-2D56-406C-8833-3AC995BC7F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4032D-CF3E-488E-87B7-8B04C02E1C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E6189-5E06-4B05-B6AB-158BD0C6B9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FE341-5CA5-4087-B0A2-188D4440E3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34FA913-7306-407A-A7C8-F4D977705C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SPLENDEUR D’UN GRAND ROI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COUVERT DE MAJESTÉ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REVÊTU DE LUMIÈRE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REPOUSSANT LES TÉNÈBRES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D’ÂGE EN ÂGE, IL SE TIENT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TEMPS EST DANS SES MAINS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DE LA TRINITÉ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TROIS DANS L’UNITÉ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 AU-DESSUS DE TOUS NOMS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TOUTES NOS LOUANGES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NOS CŒURS QUI CHANTENT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113</Words>
  <Application>Microsoft PowerPoint</Application>
  <PresentationFormat>On-screen Show (4:3)</PresentationFormat>
  <Paragraphs>765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QUE DIEU EST SI GRAND </vt:lpstr>
      <vt:lpstr>CHANTONS TOUS ENSEMBLE QUE DIEU EST SI GRAND</vt:lpstr>
      <vt:lpstr>ET TOUS VERRONT QUE DIEU QUE DIEU EST SI GRAND</vt:lpstr>
      <vt:lpstr>LA SPLENDEUR D’UN GRAND ROI COUVERT DE MAJESTÉ</vt:lpstr>
      <vt:lpstr>TOUTE LA TERRE LE CÉLÈBRE TOUTE LA TERRE LE CÉLÈBRE</vt:lpstr>
      <vt:lpstr>REVÊTU DE LUMIÈRE REPOUSSANT LES TÉNÈBRES</vt:lpstr>
      <vt:lpstr>ÉBRANLÉES À SA VOIX ÉBRANLÉES À SA VOIX</vt:lpstr>
      <vt:lpstr>QUE DIEU EST SI GRAND </vt:lpstr>
      <vt:lpstr>CHANTONS TOUS ENSEMBLE QUE DIEU EST SI GRAND</vt:lpstr>
      <vt:lpstr>ET TOUS VERRONT QUE DIEU QUE DIEU EST SI GRAND</vt:lpstr>
      <vt:lpstr>D’ÂGE EN ÂGE, IL SE TIENT LE TEMPS EST DANS SES MAINS</vt:lpstr>
      <vt:lpstr>LE COMMENCEMENT, LA FIN LE COMMENCEMENT, LA FIN</vt:lpstr>
      <vt:lpstr>DIEU DE LA TRINITÉ LES TROIS DANS L’UNITÉ</vt:lpstr>
      <vt:lpstr>LE LION, L’AGNEAU, IL EST  LE LION, L’AGNEAU, IL EST</vt:lpstr>
      <vt:lpstr>NOM AU-DESSUS DE TOUS NOMS</vt:lpstr>
      <vt:lpstr>TU ES DIGNE DE TOUTES NOS LOUANGES</vt:lpstr>
      <vt:lpstr>ET NOS CŒURS QUI CHANTENT QUE DIEU EST SI GRAND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71</cp:revision>
  <dcterms:created xsi:type="dcterms:W3CDTF">2002-08-17T10:50:50Z</dcterms:created>
  <dcterms:modified xsi:type="dcterms:W3CDTF">2017-06-30T10:34:26Z</dcterms:modified>
</cp:coreProperties>
</file>