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8" r:id="rId2"/>
    <p:sldId id="259" r:id="rId3"/>
    <p:sldId id="280" r:id="rId4"/>
    <p:sldId id="260" r:id="rId5"/>
    <p:sldId id="281" r:id="rId6"/>
    <p:sldId id="282" r:id="rId7"/>
    <p:sldId id="283" r:id="rId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2593" autoAdjust="0"/>
    <p:restoredTop sz="67476" autoAdjust="0"/>
  </p:normalViewPr>
  <p:slideViewPr>
    <p:cSldViewPr>
      <p:cViewPr varScale="1">
        <p:scale>
          <a:sx n="60" d="100"/>
          <a:sy n="60" d="100"/>
        </p:scale>
        <p:origin x="-16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fld id="{CACC1EFA-B516-4B24-A6CA-09E4AC5514BE}" type="datetimeFigureOut">
              <a:rPr lang="fr-FR"/>
              <a:pPr>
                <a:defRPr/>
              </a:pPr>
              <a:t>20/10/2018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fld id="{80EE4EAE-9B20-4753-8060-ACD605F0C71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NOUS ENTRONS DANS LE LIEU TRÈS SAINT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NOUS ENTRONS PAR LE SANG DE L’AGNEAU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NOUS VENONS ADORER LE DIEU SAINT NOUS ADORONS LE GRAND JE SUIS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4-  JE T’ADORE ADONAÏ  X4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5-  CAR TON NOM EST SAINT, SAINT, SAINT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6-  ABADÉTI ADONAÏ  X4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7-  KIA SHEM SHELRAH KADOSH, KADOSH, KADOSH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NOUS ENTRONS DANS LE LIEU TRÈS SAINT</a:t>
            </a:r>
          </a:p>
          <a:p>
            <a:r>
              <a:rPr lang="fr-FR" smtClean="0"/>
              <a:t>2-  NOUS ENTRONS PAR LE SANG DE L’AGNEAU</a:t>
            </a:r>
          </a:p>
          <a:p>
            <a:r>
              <a:rPr lang="fr-FR" smtClean="0"/>
              <a:t>3-  NOUS VENONS ADORER LE DIEU SAINT NOUS ADORONS LE GRAND JE SUIS</a:t>
            </a:r>
          </a:p>
          <a:p>
            <a:endParaRPr lang="fr-FR" smtClean="0"/>
          </a:p>
          <a:p>
            <a:r>
              <a:rPr lang="fr-FR" smtClean="0"/>
              <a:t>     	4-  JE T’ADORE ADONAÏ  X4</a:t>
            </a:r>
          </a:p>
          <a:p>
            <a:r>
              <a:rPr lang="fr-FR" smtClean="0"/>
              <a:t>     	5-  CAR TON NOM EST SAINT, SAINT, SAINT  X2</a:t>
            </a:r>
          </a:p>
          <a:p>
            <a:endParaRPr lang="fr-FR" smtClean="0"/>
          </a:p>
          <a:p>
            <a:r>
              <a:rPr lang="fr-FR" smtClean="0"/>
              <a:t>     	6-  ABADÉTI ADONAÏ  X4</a:t>
            </a:r>
          </a:p>
          <a:p>
            <a:r>
              <a:rPr lang="fr-FR" smtClean="0"/>
              <a:t>     	7-  KIA SHEM SHELRAH KADOSH, KADOSH, KADOSH  X2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NOUS ENTRONS DANS LE LIEU TRÈS SAINT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NOUS ENTRONS PAR LE SANG DE L’AGNEAU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NOUS VENONS ADORER LE DIEU SAINT NOUS ADORONS LE GRAND JE SUIS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4-  JE T’ADORE ADONAÏ  X4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5-  CAR TON NOM EST SAINT, SAINT, SAINT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6-  ABADÉTI ADONAÏ  X4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7-  KIA SHEM SHELRAH KADOSH, KADOSH, KADOSH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12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NOUS ENTRONS DANS LE LIEU TRÈS SAINT</a:t>
            </a:r>
          </a:p>
          <a:p>
            <a:r>
              <a:rPr lang="fr-FR" smtClean="0"/>
              <a:t>2-  NOUS ENTRONS PAR LE SANG DE L’AGNEAU</a:t>
            </a:r>
          </a:p>
          <a:p>
            <a:r>
              <a:rPr lang="fr-FR" smtClean="0"/>
              <a:t>3-  NOUS VENONS ADORER LE DIEU SAINT NOUS ADORONS LE GRAND JE SUIS</a:t>
            </a:r>
          </a:p>
          <a:p>
            <a:endParaRPr lang="fr-FR" smtClean="0"/>
          </a:p>
          <a:p>
            <a:r>
              <a:rPr lang="fr-FR" smtClean="0"/>
              <a:t>     	4-  JE T’ADORE ADONAÏ  X4</a:t>
            </a:r>
          </a:p>
          <a:p>
            <a:r>
              <a:rPr lang="fr-FR" smtClean="0"/>
              <a:t>     	5-  CAR TON NOM EST SAINT, SAINT, SAINT  X2</a:t>
            </a:r>
          </a:p>
          <a:p>
            <a:endParaRPr lang="fr-FR" smtClean="0"/>
          </a:p>
          <a:p>
            <a:r>
              <a:rPr lang="fr-FR" smtClean="0"/>
              <a:t>     	6-  ABADÉTI ADONAÏ  X4</a:t>
            </a:r>
          </a:p>
          <a:p>
            <a:r>
              <a:rPr lang="fr-FR" smtClean="0"/>
              <a:t>     	7-  KIA SHEM SHELRAH KADOSH, KADOSH, KADOSH  X2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NOUS ENTRONS DANS LE LIEU TRÈS SAINT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NOUS ENTRONS PAR LE SANG DE L’AGNEAU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NOUS VENONS ADORER LE DIEU SAINT NOUS ADORONS LE GRAND JE SUIS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4-  JE T’ADORE ADONAÏ  X4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5-  CAR TON NOM EST SAINT, SAINT, SAINT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6-  ABADÉTI ADONAÏ  X4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7-  KIA SHEM SHELRAH KADOSH, KADOSH, KADOSH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NOUS ENTRONS DANS LE LIEU TRÈS SAINT</a:t>
            </a:r>
          </a:p>
          <a:p>
            <a:r>
              <a:rPr lang="fr-FR" smtClean="0"/>
              <a:t>2-  NOUS ENTRONS PAR LE SANG DE L’AGNEAU</a:t>
            </a:r>
          </a:p>
          <a:p>
            <a:r>
              <a:rPr lang="fr-FR" smtClean="0"/>
              <a:t>3-  NOUS VENONS ADORER LE DIEU SAINT NOUS ADORONS LE GRAND JE SUIS</a:t>
            </a:r>
          </a:p>
          <a:p>
            <a:endParaRPr lang="fr-FR" smtClean="0"/>
          </a:p>
          <a:p>
            <a:r>
              <a:rPr lang="fr-FR" smtClean="0"/>
              <a:t>     	4-  JE T’ADORE ADONAÏ  X4</a:t>
            </a:r>
          </a:p>
          <a:p>
            <a:r>
              <a:rPr lang="fr-FR" smtClean="0"/>
              <a:t>     	5-  CAR TON NOM EST SAINT, SAINT, SAINT  X2</a:t>
            </a:r>
          </a:p>
          <a:p>
            <a:endParaRPr lang="fr-FR" smtClean="0"/>
          </a:p>
          <a:p>
            <a:r>
              <a:rPr lang="fr-FR" smtClean="0"/>
              <a:t>     	6-  ABADÉTI ADONAÏ  X4</a:t>
            </a:r>
          </a:p>
          <a:p>
            <a:r>
              <a:rPr lang="fr-FR" smtClean="0"/>
              <a:t>     	7-  KIA SHEM SHELRAH KADOSH, KADOSH, KADOSH  X2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NOUS ENTRONS DANS LE LIEU TRÈS SAINT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NOUS ENTRONS PAR LE SANG DE L’AGNEAU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NOUS VENONS ADORER LE DIEU SAINT NOUS ADORONS LE GRAND JE SUIS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4-  JE T’ADORE ADONAÏ  X4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5-  CAR TON NOM EST SAINT, SAINT, SAINT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6-  ABADÉTI ADONAÏ  X4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7-  KIA SHEM SHELRAH KADOSH, KADOSH, KADOSH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NOUS ENTRONS DANS LE LIEU TRÈS SAINT</a:t>
            </a:r>
          </a:p>
          <a:p>
            <a:r>
              <a:rPr lang="fr-FR" smtClean="0"/>
              <a:t>2-  NOUS ENTRONS PAR LE SANG DE L’AGNEAU</a:t>
            </a:r>
          </a:p>
          <a:p>
            <a:r>
              <a:rPr lang="fr-FR" smtClean="0"/>
              <a:t>3-  NOUS VENONS ADORER LE DIEU SAINT NOUS ADORONS LE GRAND JE SUIS</a:t>
            </a:r>
          </a:p>
          <a:p>
            <a:endParaRPr lang="fr-FR" smtClean="0"/>
          </a:p>
          <a:p>
            <a:r>
              <a:rPr lang="fr-FR" smtClean="0"/>
              <a:t>     	4-  JE T’ADORE ADONAÏ  X4</a:t>
            </a:r>
          </a:p>
          <a:p>
            <a:r>
              <a:rPr lang="fr-FR" smtClean="0"/>
              <a:t>     	5-  CAR TON NOM EST SAINT, SAINT, SAINT  X2</a:t>
            </a:r>
          </a:p>
          <a:p>
            <a:endParaRPr lang="fr-FR" smtClean="0"/>
          </a:p>
          <a:p>
            <a:r>
              <a:rPr lang="fr-FR" smtClean="0"/>
              <a:t>     	6-  ABADÉTI ADONAÏ  X4</a:t>
            </a:r>
          </a:p>
          <a:p>
            <a:r>
              <a:rPr lang="fr-FR" smtClean="0"/>
              <a:t>     	7-  KIA SHEM SHELRAH KADOSH, KADOSH, KADOSH  X2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NOUS ENTRONS DANS LE LIEU TRÈS SAINT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NOUS ENTRONS PAR LE SANG DE L’AGNEAU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NOUS VENONS ADORER LE DIEU SAINT NOUS ADORONS LE GRAND JE SUIS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4-  JE T’ADORE ADONAÏ  X4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5-  CAR TON NOM EST SAINT, SAINT, SAINT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6-  ABADÉTI ADONAÏ  X4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7-  KIA SHEM SHELRAH KADOSH, KADOSH, KADOSH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NOUS ENTRONS DANS LE LIEU TRÈS SAINT</a:t>
            </a:r>
          </a:p>
          <a:p>
            <a:r>
              <a:rPr lang="fr-FR" smtClean="0"/>
              <a:t>2-  NOUS ENTRONS PAR LE SANG DE L’AGNEAU</a:t>
            </a:r>
          </a:p>
          <a:p>
            <a:r>
              <a:rPr lang="fr-FR" smtClean="0"/>
              <a:t>3-  NOUS VENONS ADORER LE DIEU SAINT NOUS ADORONS LE GRAND JE SUIS</a:t>
            </a:r>
          </a:p>
          <a:p>
            <a:endParaRPr lang="fr-FR" smtClean="0"/>
          </a:p>
          <a:p>
            <a:r>
              <a:rPr lang="fr-FR" smtClean="0"/>
              <a:t>     	4-  JE T’ADORE ADONAÏ  X4</a:t>
            </a:r>
          </a:p>
          <a:p>
            <a:r>
              <a:rPr lang="fr-FR" smtClean="0"/>
              <a:t>     	5-  CAR TON NOM EST SAINT, SAINT, SAINT  X2</a:t>
            </a:r>
          </a:p>
          <a:p>
            <a:endParaRPr lang="fr-FR" smtClean="0"/>
          </a:p>
          <a:p>
            <a:r>
              <a:rPr lang="fr-FR" smtClean="0"/>
              <a:t>     	6-  ABADÉTI ADONAÏ  X4</a:t>
            </a:r>
          </a:p>
          <a:p>
            <a:r>
              <a:rPr lang="fr-FR" smtClean="0"/>
              <a:t>     	7-  KIA SHEM SHELRAH KADOSH, KADOSH, KADOSH  X2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NOUS ENTRONS DANS LE LIEU TRÈS SAINT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NOUS ENTRONS PAR LE SANG DE L’AGNEAU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NOUS VENONS ADORER LE DIEU SAINT NOUS ADORONS LE GRAND JE SUIS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4-  JE T’ADORE ADONAÏ  X4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5-  CAR TON NOM EST SAINT, SAINT, SAINT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6-  ABADÉTI ADONAÏ  X4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7-  KIA SHEM SHELRAH KADOSH, KADOSH, KADOSH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NOUS ENTRONS DANS LE LIEU TRÈS SAINT</a:t>
            </a:r>
          </a:p>
          <a:p>
            <a:r>
              <a:rPr lang="fr-FR" smtClean="0"/>
              <a:t>2-  NOUS ENTRONS PAR LE SANG DE L’AGNEAU</a:t>
            </a:r>
          </a:p>
          <a:p>
            <a:r>
              <a:rPr lang="fr-FR" smtClean="0"/>
              <a:t>3-  NOUS VENONS ADORER LE DIEU SAINT NOUS ADORONS LE GRAND JE SUIS</a:t>
            </a:r>
          </a:p>
          <a:p>
            <a:endParaRPr lang="fr-FR" smtClean="0"/>
          </a:p>
          <a:p>
            <a:r>
              <a:rPr lang="fr-FR" smtClean="0"/>
              <a:t>     	4-  JE T’ADORE ADONAÏ  X4</a:t>
            </a:r>
          </a:p>
          <a:p>
            <a:r>
              <a:rPr lang="fr-FR" smtClean="0"/>
              <a:t>     	5-  CAR TON NOM EST SAINT, SAINT, SAINT  X2</a:t>
            </a:r>
          </a:p>
          <a:p>
            <a:endParaRPr lang="fr-FR" smtClean="0"/>
          </a:p>
          <a:p>
            <a:r>
              <a:rPr lang="fr-FR" smtClean="0"/>
              <a:t>     	6-  ABADÉTI ADONAÏ  X4</a:t>
            </a:r>
          </a:p>
          <a:p>
            <a:r>
              <a:rPr lang="fr-FR" smtClean="0"/>
              <a:t>     	7-  KIA SHEM SHELRAH KADOSH, KADOSH, KADOSH  X2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NOUS ENTRONS DANS LE LIEU TRÈS SAINT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NOUS ENTRONS PAR LE SANG DE L’AGNEAU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NOUS VENONS ADORER LE DIEU SAINT NOUS ADORONS LE GRAND JE SUIS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4-  JE T’ADORE ADONAÏ  X4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5-  CAR TON NOM EST SAINT, SAINT, SAINT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6-  ABADÉTI ADONAÏ  X4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7-  KIA SHEM SHELRAH KADOSH, KADOSH, KADOSH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NOUS ENTRONS DANS LE LIEU TRÈS SAINT</a:t>
            </a:r>
          </a:p>
          <a:p>
            <a:r>
              <a:rPr lang="fr-FR" smtClean="0"/>
              <a:t>2-  NOUS ENTRONS PAR LE SANG DE L’AGNEAU</a:t>
            </a:r>
          </a:p>
          <a:p>
            <a:r>
              <a:rPr lang="fr-FR" smtClean="0"/>
              <a:t>3-  NOUS VENONS ADORER LE DIEU SAINT NOUS ADORONS LE GRAND JE SUIS</a:t>
            </a:r>
          </a:p>
          <a:p>
            <a:endParaRPr lang="fr-FR" smtClean="0"/>
          </a:p>
          <a:p>
            <a:r>
              <a:rPr lang="fr-FR" smtClean="0"/>
              <a:t>     	4-  JE T’ADORE ADONAÏ  X4</a:t>
            </a:r>
          </a:p>
          <a:p>
            <a:r>
              <a:rPr lang="fr-FR" smtClean="0"/>
              <a:t>     	5-  CAR TON NOM EST SAINT, SAINT, SAINT  X2</a:t>
            </a:r>
          </a:p>
          <a:p>
            <a:endParaRPr lang="fr-FR" smtClean="0"/>
          </a:p>
          <a:p>
            <a:r>
              <a:rPr lang="fr-FR" smtClean="0"/>
              <a:t>     	6-  ABADÉTI ADONAÏ  X4</a:t>
            </a:r>
          </a:p>
          <a:p>
            <a:r>
              <a:rPr lang="fr-FR" smtClean="0"/>
              <a:t>     	7-  KIA SHEM SHELRAH KADOSH, KADOSH, KADOSH  X2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80F367-4610-4FEF-90CB-3CF50A0E4CD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CA5349-98B3-450D-BEE0-EEE616F1B22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2379E2-37F8-4AD9-8F45-6D239A01B43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5FF9A5-266E-40BF-A4F9-F029A2B05DC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EE5116-7134-49B6-8510-D58342430E9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DB0E8E-20FC-46D7-969E-581A30B6C85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8F3DE2-1B1C-4E7A-9CE4-5C545EDDAE4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76A537-0CFC-4A80-9028-D0F4C8BF5C0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0A13F2-B31B-485C-8CBD-ECA89A0A352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B33729-1BC4-4902-A04F-2E378A154EF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AC7F5D-1330-4648-AE77-4A5C0BFB1AE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fld id="{187E6713-CEC4-4A2D-8449-304DB1C8BDB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ENTRONS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LE LIEU TRÈS SAINT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ENTRONS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 LE SANG DE L’AGNEAU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VENONS ADORER LE DIEU SAINT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ADORONS LE GRAND JE SUIS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T’ADORE ADONAÏ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TON NOM EST SAINT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SAINT, SAINT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ABADÉTI ADONAÏ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KIA SHEM SHELRAH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KADOSH, KADOSH, KADOSH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</TotalTime>
  <Words>467</Words>
  <Application>Microsoft PowerPoint</Application>
  <PresentationFormat>Affichage à l'écran (4:3)</PresentationFormat>
  <Paragraphs>138</Paragraphs>
  <Slides>7</Slides>
  <Notes>7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8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GYo</cp:lastModifiedBy>
  <cp:revision>48</cp:revision>
  <dcterms:created xsi:type="dcterms:W3CDTF">2002-08-17T10:50:50Z</dcterms:created>
  <dcterms:modified xsi:type="dcterms:W3CDTF">2018-10-20T01:28:13Z</dcterms:modified>
</cp:coreProperties>
</file>