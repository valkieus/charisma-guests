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3" r:id="rId2"/>
    <p:sldId id="282" r:id="rId3"/>
    <p:sldId id="284" r:id="rId4"/>
    <p:sldId id="285" r:id="rId5"/>
    <p:sldId id="280" r:id="rId6"/>
    <p:sldId id="279" r:id="rId7"/>
    <p:sldId id="283" r:id="rId8"/>
    <p:sldId id="278" r:id="rId9"/>
    <p:sldId id="277" r:id="rId10"/>
    <p:sldId id="276" r:id="rId11"/>
    <p:sldId id="275" r:id="rId12"/>
    <p:sldId id="286" r:id="rId13"/>
    <p:sldId id="287" r:id="rId14"/>
    <p:sldId id="288" r:id="rId15"/>
    <p:sldId id="289" r:id="rId16"/>
    <p:sldId id="274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8698" autoAdjust="0"/>
  </p:normalViewPr>
  <p:slideViewPr>
    <p:cSldViewPr>
      <p:cViewPr varScale="1">
        <p:scale>
          <a:sx n="34" d="100"/>
          <a:sy n="34" d="100"/>
        </p:scale>
        <p:origin x="46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120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29/12/2018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1824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NOUS NE CHERCHONS PAS TA MAIN NOUS NE CHERCHONS QUE TA FACE 
10-  POUR TE CONNAÎTRE ET POUR TE VOIR 
11-  RÉVÈLE TA GLOIRE EN CE LIEU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xxxxxxxxxxxxxxxxx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JE T’ADORE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CAR TON NOM EST SAINT, SAINT, SAINT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
9-  NOUS NE CHERCHONS PAS TA MAIN NOUS NE CHERCHONS QUE TA FACE 
10-  POUR TE CONNAÎTRE ET POUR TE VOIR 
11-  RÉVÈLE TA GLOIRE EN CE LIEU 
</a:t>
            </a:r>
          </a:p>
          <a:p>
            <a:r>
              <a:rPr lang="fr-FR" smtClean="0"/>
              <a:t>	Refrain: </a:t>
            </a:r>
          </a:p>
          <a:p>
            <a:endParaRPr lang="fr-FR" smtClean="0"/>
          </a:p>
          <a:p>
            <a:r>
              <a:rPr lang="fr-FR" smtClean="0"/>
              <a:t>xxxxxxxxxxxxxxxxx</a:t>
            </a:r>
          </a:p>
          <a:p>
            <a:r>
              <a:rPr lang="fr-FR" smtClean="0"/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mtClean="0"/>
              <a:t>
15-  JE T’ADORE ADONAÏ </a:t>
            </a:r>
          </a:p>
          <a:p>
            <a:r>
              <a:rPr lang="fr-FR" smtClean="0"/>
              <a:t>
16-  CAR TON NOM EST SAINT, SAINT, SAINT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19124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NOUS NE CHERCHONS PAS TA MAIN NOUS NE CHERCHONS QUE TA FACE 
10-  POUR TE CONNAÎTRE ET POUR TE VOIR 
11-  RÉVÈLE TA GLOIRE EN CE LIEU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xxxxxxxxxxxxxxxxx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JE T’ADORE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CAR TON NOM EST SAINT, SAINT, SAINT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
9-  NOUS NE CHERCHONS PAS TA MAIN NOUS NE CHERCHONS QUE TA FACE 
10-  POUR TE CONNAÎTRE ET POUR TE VOIR 
11-  RÉVÈLE TA GLOIRE EN CE LIEU 
</a:t>
            </a:r>
          </a:p>
          <a:p>
            <a:r>
              <a:rPr lang="fr-FR" smtClean="0"/>
              <a:t>	Refrain: </a:t>
            </a:r>
          </a:p>
          <a:p>
            <a:endParaRPr lang="fr-FR" smtClean="0"/>
          </a:p>
          <a:p>
            <a:r>
              <a:rPr lang="fr-FR" smtClean="0"/>
              <a:t>xxxxxxxxxxxxxxxxx</a:t>
            </a:r>
          </a:p>
          <a:p>
            <a:r>
              <a:rPr lang="fr-FR" smtClean="0"/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mtClean="0"/>
              <a:t>
15-  JE T’ADORE ADONAÏ </a:t>
            </a:r>
          </a:p>
          <a:p>
            <a:r>
              <a:rPr lang="fr-FR" smtClean="0"/>
              <a:t>
16-  CAR TON NOM EST SAINT, SAINT, SAINT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78637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NOUS NE CHERCHONS PAS TA MAIN NOUS NE CHERCHONS QUE TA FACE 
10-  POUR TE CONNAÎTRE ET POUR TE VOIR 
11-  RÉVÈLE TA GLOIRE EN CE LIEU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xxxxxxxxxxxxxxxxx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JE T’ADORE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CAR TON NOM EST SAINT, SAINT, SAINT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
9-  NOUS NE CHERCHONS PAS TA MAIN NOUS NE CHERCHONS QUE TA FACE 
10-  POUR TE CONNAÎTRE ET POUR TE VOIR 
11-  RÉVÈLE TA GLOIRE EN CE LIEU 
</a:t>
            </a:r>
          </a:p>
          <a:p>
            <a:r>
              <a:rPr lang="fr-FR" smtClean="0"/>
              <a:t>	Refrain: </a:t>
            </a:r>
          </a:p>
          <a:p>
            <a:endParaRPr lang="fr-FR" smtClean="0"/>
          </a:p>
          <a:p>
            <a:r>
              <a:rPr lang="fr-FR" smtClean="0"/>
              <a:t>xxxxxxxxxxxxxxxxx</a:t>
            </a:r>
          </a:p>
          <a:p>
            <a:r>
              <a:rPr lang="fr-FR" smtClean="0"/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mtClean="0"/>
              <a:t>
15-  JE T’ADORE ADONAÏ </a:t>
            </a:r>
          </a:p>
          <a:p>
            <a:r>
              <a:rPr lang="fr-FR" smtClean="0"/>
              <a:t>
16-  CAR TON NOM EST SAINT, SAINT, SAINT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708998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NOUS NE CHERCHONS PAS TA MAIN NOUS NE CHERCHONS QUE TA FACE 
10-  POUR TE CONNAÎTRE ET POUR TE VOIR 
11-  RÉVÈLE TA GLOIRE EN CE LIEU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xxxxxxxxxxxxxxxxx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JE T’ADORE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CAR TON NOM EST SAINT, SAINT, SAINT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
9-  NOUS NE CHERCHONS PAS TA MAIN NOUS NE CHERCHONS QUE TA FACE 
10-  POUR TE CONNAÎTRE ET POUR TE VOIR 
11-  RÉVÈLE TA GLOIRE EN CE LIEU 
</a:t>
            </a:r>
          </a:p>
          <a:p>
            <a:r>
              <a:rPr lang="fr-FR" smtClean="0"/>
              <a:t>	Refrain: </a:t>
            </a:r>
          </a:p>
          <a:p>
            <a:endParaRPr lang="fr-FR" smtClean="0"/>
          </a:p>
          <a:p>
            <a:r>
              <a:rPr lang="fr-FR" smtClean="0"/>
              <a:t>xxxxxxxxxxxxxxxxx</a:t>
            </a:r>
          </a:p>
          <a:p>
            <a:r>
              <a:rPr lang="fr-FR" smtClean="0"/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mtClean="0"/>
              <a:t>
15-  JE T’ADORE ADONAÏ </a:t>
            </a:r>
          </a:p>
          <a:p>
            <a:r>
              <a:rPr lang="fr-FR" smtClean="0"/>
              <a:t>
16-  CAR TON NOM EST SAINT, SAINT, SAINT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818455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NOUS NE CHERCHONS PAS TA MAIN NOUS NE CHERCHONS QUE TA FACE 
10-  POUR TE CONNAÎTRE ET POUR TE VOIR 
11-  RÉVÈLE TA GLOIRE EN CE LIEU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xxxxxxxxxxxxxxxxx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JE T’ADORE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CAR TON NOM EST SAINT, SAINT, SAINT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
9-  NOUS NE CHERCHONS PAS TA MAIN NOUS NE CHERCHONS QUE TA FACE 
10-  POUR TE CONNAÎTRE ET POUR TE VOIR 
11-  RÉVÈLE TA GLOIRE EN CE LIEU 
</a:t>
            </a:r>
          </a:p>
          <a:p>
            <a:r>
              <a:rPr lang="fr-FR" smtClean="0"/>
              <a:t>	Refrain: </a:t>
            </a:r>
          </a:p>
          <a:p>
            <a:endParaRPr lang="fr-FR" smtClean="0"/>
          </a:p>
          <a:p>
            <a:r>
              <a:rPr lang="fr-FR" smtClean="0"/>
              <a:t>xxxxxxxxxxxxxxxxx</a:t>
            </a:r>
          </a:p>
          <a:p>
            <a:r>
              <a:rPr lang="fr-FR" smtClean="0"/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mtClean="0"/>
              <a:t>
15-  JE T’ADORE ADONAÏ </a:t>
            </a:r>
          </a:p>
          <a:p>
            <a:r>
              <a:rPr lang="fr-FR" smtClean="0"/>
              <a:t>
16-  CAR TON NOM EST SAINT, SAINT, SAINT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289193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NOUS NE CHERCHONS PAS TA MAIN NOUS NE CHERCHONS QUE TA FACE 
10-  POUR TE CONNAÎTRE ET POUR TE VOIR 
11-  RÉVÈLE TA GLOIRE EN CE LIEU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xxxxxxxxxxxxxxxxx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JE T’ADORE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CAR TON NOM EST SAINT, SAINT, SAINT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
9-  NOUS NE CHERCHONS PAS TA MAIN NOUS NE CHERCHONS QUE TA FACE 
10-  POUR TE CONNAÎTRE ET POUR TE VOIR 
11-  RÉVÈLE TA GLOIRE EN CE LIEU 
</a:t>
            </a:r>
          </a:p>
          <a:p>
            <a:r>
              <a:rPr lang="fr-FR" smtClean="0"/>
              <a:t>	Refrain: </a:t>
            </a:r>
          </a:p>
          <a:p>
            <a:endParaRPr lang="fr-FR" smtClean="0"/>
          </a:p>
          <a:p>
            <a:r>
              <a:rPr lang="fr-FR" smtClean="0"/>
              <a:t>xxxxxxxxxxxxxxxxx</a:t>
            </a:r>
          </a:p>
          <a:p>
            <a:r>
              <a:rPr lang="fr-FR" smtClean="0"/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mtClean="0"/>
              <a:t>
15-  JE T’ADORE ADONAÏ </a:t>
            </a:r>
          </a:p>
          <a:p>
            <a:r>
              <a:rPr lang="fr-FR" smtClean="0"/>
              <a:t>
16-  CAR TON NOM EST SAINT, SAINT, SAINT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281551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NOUS NE CHERCHONS PAS TA MAIN NOUS NE CHERCHONS QUE TA FACE 
10-  POUR TE CONNAÎTRE ET POUR TE VOIR 
11-  RÉVÈLE TA GLOIRE EN CE LIEU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xxxxxxxxxxxxxxxxx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JE T’ADORE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CAR TON NOM EST SAINT, SAINT, SAINT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
9-  NOUS NE CHERCHONS PAS TA MAIN NOUS NE CHERCHONS QUE TA FACE 
10-  POUR TE CONNAÎTRE ET POUR TE VOIR 
11-  RÉVÈLE TA GLOIRE EN CE LIEU 
</a:t>
            </a:r>
          </a:p>
          <a:p>
            <a:r>
              <a:rPr lang="fr-FR" smtClean="0"/>
              <a:t>	Refrain: </a:t>
            </a:r>
          </a:p>
          <a:p>
            <a:endParaRPr lang="fr-FR" smtClean="0"/>
          </a:p>
          <a:p>
            <a:r>
              <a:rPr lang="fr-FR" smtClean="0"/>
              <a:t>xxxxxxxxxxxxxxxxx</a:t>
            </a:r>
          </a:p>
          <a:p>
            <a:r>
              <a:rPr lang="fr-FR" smtClean="0"/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mtClean="0"/>
              <a:t>
15-  JE T’ADORE ADONAÏ </a:t>
            </a:r>
          </a:p>
          <a:p>
            <a:r>
              <a:rPr lang="fr-FR" smtClean="0"/>
              <a:t>
16-  CAR TON NOM EST SAINT, SAINT, SAINT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2665064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NOUS NE CHERCHONS PAS TA MAIN NOUS NE CHERCHONS QUE TA FACE 
10-  POUR TE CONNAÎTRE ET POUR TE VOIR 
11-  RÉVÈLE TA GLOIRE EN CE LIEU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xxxxxxxxxxxxxxxxx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JE T’ADORE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CAR TON NOM EST SAINT, SAINT, SAINT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
9-  NOUS NE CHERCHONS PAS TA MAIN NOUS NE CHERCHONS QUE TA FACE 
10-  POUR TE CONNAÎTRE ET POUR TE VOIR 
11-  RÉVÈLE TA GLOIRE EN CE LIEU 
</a:t>
            </a:r>
          </a:p>
          <a:p>
            <a:r>
              <a:rPr lang="fr-FR" smtClean="0"/>
              <a:t>	Refrain: </a:t>
            </a:r>
          </a:p>
          <a:p>
            <a:endParaRPr lang="fr-FR" smtClean="0"/>
          </a:p>
          <a:p>
            <a:r>
              <a:rPr lang="fr-FR" smtClean="0"/>
              <a:t>xxxxxxxxxxxxxxxxx</a:t>
            </a:r>
          </a:p>
          <a:p>
            <a:r>
              <a:rPr lang="fr-FR" smtClean="0"/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mtClean="0"/>
              <a:t>
15-  JE T’ADORE ADONAÏ </a:t>
            </a:r>
          </a:p>
          <a:p>
            <a:r>
              <a:rPr lang="fr-FR" smtClean="0"/>
              <a:t>
16-  CAR TON NOM EST SAINT, SAINT, SAINT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093222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NOUS NE CHERCHONS PAS TA MAIN NOUS NE CHERCHONS QUE TA FACE 
10-  POUR TE CONNAÎTRE ET POUR TE VOIR 
11-  RÉVÈLE TA GLOIRE EN CE LIEU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xxxxxxxxxxxxxxxxx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JE T’ADORE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CAR TON NOM EST SAINT, SAINT, SAINT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
9-  NOUS NE CHERCHONS PAS TA MAIN NOUS NE CHERCHONS QUE TA FACE 
10-  POUR TE CONNAÎTRE ET POUR TE VOIR 
11-  RÉVÈLE TA GLOIRE EN CE LIEU 
</a:t>
            </a:r>
          </a:p>
          <a:p>
            <a:r>
              <a:rPr lang="fr-FR" smtClean="0"/>
              <a:t>	Refrain: </a:t>
            </a:r>
          </a:p>
          <a:p>
            <a:endParaRPr lang="fr-FR" smtClean="0"/>
          </a:p>
          <a:p>
            <a:r>
              <a:rPr lang="fr-FR" smtClean="0"/>
              <a:t>xxxxxxxxxxxxxxxxx</a:t>
            </a:r>
          </a:p>
          <a:p>
            <a:r>
              <a:rPr lang="fr-FR" smtClean="0"/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mtClean="0"/>
              <a:t>
15-  JE T’ADORE ADONAÏ </a:t>
            </a:r>
          </a:p>
          <a:p>
            <a:r>
              <a:rPr lang="fr-FR" smtClean="0"/>
              <a:t>
16-  CAR TON NOM EST SAINT, SAINT, SAINT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948367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NOUS NE CHERCHONS PAS TA MAIN NOUS NE CHERCHONS QUE TA FACE 
10-  POUR TE CONNAÎTRE ET POUR TE VOIR 
11-  RÉVÈLE TA GLOIRE EN CE LIEU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xxxxxxxxxxxxxxxxx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JE T’ADORE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CAR TON NOM EST SAINT, SAINT, SAINT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
9-  NOUS NE CHERCHONS PAS TA MAIN NOUS NE CHERCHONS QUE TA FACE 
10-  POUR TE CONNAÎTRE ET POUR TE VOIR 
11-  RÉVÈLE TA GLOIRE EN CE LIEU 
</a:t>
            </a:r>
          </a:p>
          <a:p>
            <a:r>
              <a:rPr lang="fr-FR" smtClean="0"/>
              <a:t>	Refrain: </a:t>
            </a:r>
          </a:p>
          <a:p>
            <a:endParaRPr lang="fr-FR" smtClean="0"/>
          </a:p>
          <a:p>
            <a:r>
              <a:rPr lang="fr-FR" smtClean="0"/>
              <a:t>xxxxxxxxxxxxxxxxx</a:t>
            </a:r>
          </a:p>
          <a:p>
            <a:r>
              <a:rPr lang="fr-FR" smtClean="0"/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mtClean="0"/>
              <a:t>
15-  JE T’ADORE ADONAÏ </a:t>
            </a:r>
          </a:p>
          <a:p>
            <a:r>
              <a:rPr lang="fr-FR" smtClean="0"/>
              <a:t>
16-  CAR TON NOM EST SAINT, SAINT, SAINT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1365715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NOUS NE CHERCHONS PAS TA MAIN NOUS NE CHERCHONS QUE TA FACE 
10-  POUR TE CONNAÎTRE ET POUR TE VOIR 
11-  RÉVÈLE TA GLOIRE EN CE LIEU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xxxxxxxxxxxxxxxxx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JE T’ADORE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CAR TON NOM EST SAINT, SAINT, SAINT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
9-  NOUS NE CHERCHONS PAS TA MAIN NOUS NE CHERCHONS QUE TA FACE 
10-  POUR TE CONNAÎTRE ET POUR TE VOIR 
11-  RÉVÈLE TA GLOIRE EN CE LIEU 
</a:t>
            </a:r>
          </a:p>
          <a:p>
            <a:r>
              <a:rPr lang="fr-FR" smtClean="0"/>
              <a:t>	Refrain: </a:t>
            </a:r>
          </a:p>
          <a:p>
            <a:endParaRPr lang="fr-FR" smtClean="0"/>
          </a:p>
          <a:p>
            <a:r>
              <a:rPr lang="fr-FR" smtClean="0"/>
              <a:t>xxxxxxxxxxxxxxxxx</a:t>
            </a:r>
          </a:p>
          <a:p>
            <a:r>
              <a:rPr lang="fr-FR" smtClean="0"/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mtClean="0"/>
              <a:t>
15-  JE T’ADORE ADONAÏ </a:t>
            </a:r>
          </a:p>
          <a:p>
            <a:r>
              <a:rPr lang="fr-FR" smtClean="0"/>
              <a:t>
16-  CAR TON NOM EST SAINT, SAINT, SAINT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6352256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NOUS NE CHERCHONS PAS TA MAIN NOUS NE CHERCHONS QUE TA FACE 
10-  POUR TE CONNAÎTRE ET POUR TE VOIR 
11-  RÉVÈLE TA GLOIRE EN CE LIEU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xxxxxxxxxxxxxxxxx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JE T’ADORE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CAR TON NOM EST SAINT, SAINT, SAINT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
9-  NOUS NE CHERCHONS PAS TA MAIN NOUS NE CHERCHONS QUE TA FACE 
10-  POUR TE CONNAÎTRE ET POUR TE VOIR 
11-  RÉVÈLE TA GLOIRE EN CE LIEU 
</a:t>
            </a:r>
          </a:p>
          <a:p>
            <a:r>
              <a:rPr lang="fr-FR" smtClean="0"/>
              <a:t>	Refrain: </a:t>
            </a:r>
          </a:p>
          <a:p>
            <a:endParaRPr lang="fr-FR" smtClean="0"/>
          </a:p>
          <a:p>
            <a:r>
              <a:rPr lang="fr-FR" smtClean="0"/>
              <a:t>xxxxxxxxxxxxxxxxx</a:t>
            </a:r>
          </a:p>
          <a:p>
            <a:r>
              <a:rPr lang="fr-FR" smtClean="0"/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mtClean="0"/>
              <a:t>
15-  JE T’ADORE ADONAÏ </a:t>
            </a:r>
          </a:p>
          <a:p>
            <a:r>
              <a:rPr lang="fr-FR" smtClean="0"/>
              <a:t>
16-  CAR TON NOM EST SAINT, SAINT, SAINT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3834615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NOUS NE CHERCHONS PAS TA MAIN NOUS NE CHERCHONS QUE TA FACE 
10-  POUR TE CONNAÎTRE ET POUR TE VOIR 
11-  RÉVÈLE TA GLOIRE EN CE LIEU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xxxxxxxxxxxxxxxxx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JE T’ADORE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CAR TON NOM EST SAINT, SAINT, SAINT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
9-  NOUS NE CHERCHONS PAS TA MAIN NOUS NE CHERCHONS QUE TA FACE 
10-  POUR TE CONNAÎTRE ET POUR TE VOIR 
11-  RÉVÈLE TA GLOIRE EN CE LIEU 
</a:t>
            </a:r>
          </a:p>
          <a:p>
            <a:r>
              <a:rPr lang="fr-FR" smtClean="0"/>
              <a:t>	Refrain: </a:t>
            </a:r>
          </a:p>
          <a:p>
            <a:endParaRPr lang="fr-FR" smtClean="0"/>
          </a:p>
          <a:p>
            <a:r>
              <a:rPr lang="fr-FR" smtClean="0"/>
              <a:t>xxxxxxxxxxxxxxxxx</a:t>
            </a:r>
          </a:p>
          <a:p>
            <a:r>
              <a:rPr lang="fr-FR" smtClean="0"/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mtClean="0"/>
              <a:t>
15-  JE T’ADORE ADONAÏ </a:t>
            </a:r>
          </a:p>
          <a:p>
            <a:r>
              <a:rPr lang="fr-FR" smtClean="0"/>
              <a:t>
16-  CAR TON NOM EST SAINT, SAINT, SAINT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492262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NOUS NE CHERCHONS PAS TA MAIN NOUS NE CHERCHONS QUE TA FACE 
10-  POUR TE CONNAÎTRE ET POUR TE VOIR 
11-  RÉVÈLE TA GLOIRE EN CE LIEU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xxxxxxxxxxxxxxxxx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JE T’ADORE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CAR TON NOM EST SAINT, SAINT, SAINT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
9-  NOUS NE CHERCHONS PAS TA MAIN NOUS NE CHERCHONS QUE TA FACE 
10-  POUR TE CONNAÎTRE ET POUR TE VOIR 
11-  RÉVÈLE TA GLOIRE EN CE LIEU 
</a:t>
            </a:r>
          </a:p>
          <a:p>
            <a:r>
              <a:rPr lang="fr-FR" smtClean="0"/>
              <a:t>	Refrain: </a:t>
            </a:r>
          </a:p>
          <a:p>
            <a:endParaRPr lang="fr-FR" smtClean="0"/>
          </a:p>
          <a:p>
            <a:r>
              <a:rPr lang="fr-FR" smtClean="0"/>
              <a:t>xxxxxxxxxxxxxxxxx</a:t>
            </a:r>
          </a:p>
          <a:p>
            <a:r>
              <a:rPr lang="fr-FR" smtClean="0"/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mtClean="0"/>
              <a:t>
15-  JE T’ADORE ADONAÏ </a:t>
            </a:r>
          </a:p>
          <a:p>
            <a:r>
              <a:rPr lang="fr-FR" smtClean="0"/>
              <a:t>
16-  CAR TON NOM EST SAINT, SAINT, SAINT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3873635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NOUS NE CHERCHONS PAS TA MAIN NOUS NE CHERCHONS QUE TA FACE 
10-  POUR TE CONNAÎTRE ET POUR TE VOIR 
11-  RÉVÈLE TA GLOIRE EN CE LIEU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xxxxxxxxxxxxxxxxx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JE T’ADORE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CAR TON NOM EST SAINT, SAINT, SAINT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
9-  NOUS NE CHERCHONS PAS TA MAIN NOUS NE CHERCHONS QUE TA FACE 
10-  POUR TE CONNAÎTRE ET POUR TE VOIR 
11-  RÉVÈLE TA GLOIRE EN CE LIEU 
</a:t>
            </a:r>
          </a:p>
          <a:p>
            <a:r>
              <a:rPr lang="fr-FR" smtClean="0"/>
              <a:t>	Refrain: </a:t>
            </a:r>
          </a:p>
          <a:p>
            <a:endParaRPr lang="fr-FR" smtClean="0"/>
          </a:p>
          <a:p>
            <a:r>
              <a:rPr lang="fr-FR" smtClean="0"/>
              <a:t>xxxxxxxxxxxxxxxxx</a:t>
            </a:r>
          </a:p>
          <a:p>
            <a:r>
              <a:rPr lang="fr-FR" smtClean="0"/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mtClean="0"/>
              <a:t>
15-  JE T’ADORE ADONAÏ </a:t>
            </a:r>
          </a:p>
          <a:p>
            <a:r>
              <a:rPr lang="fr-FR" smtClean="0"/>
              <a:t>
16-  CAR TON NOM EST SAINT, SAINT, SAINT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690853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NOUS NE CHERCHONS PAS TA MAIN NOUS NE CHERCHONS QUE TA FACE 
10-  POUR TE CONNAÎTRE ET POUR TE VOIR 
11-  RÉVÈLE TA GLOIRE EN CE LIEU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xxxxxxxxxxxxxxxxx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JE T’ADORE ADONAÏ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CAR TON NOM EST SAINT, SAINT, SAINT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ESPRIT DU DIEU SOUVERAIN MANIFESTE TA PRÉSENCE 
2-  RÉVÈLE LA GLOIRE DU DIEU VIVANT 
3-  ESPRIT DU DIEU SOUVERAIN MANIFESTE TA PRÉSENCE 
4-  RÉVÈLE LA GLOIRE DU DIEU VIVANT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QUE LE POIDS DE TA GLOIRE  NOUS RECOUVRE 
	6-  QUE TON FLEUVE DE VIE COULE ICI 
	7-  LA VÉRITÉ DE TON ROYAUME  RÈGNE EN NOUS 
	8-  QUE LE POIDS DE TA GLOIRE QUE LE POIDS DE TA GLOIRE VIENNE </a:t>
            </a:r>
          </a:p>
          <a:p>
            <a:endParaRPr lang="fr-FR" smtClean="0"/>
          </a:p>
          <a:p>
            <a:r>
              <a:rPr lang="fr-FR" smtClean="0"/>
              <a:t>Couplet 1:</a:t>
            </a:r>
          </a:p>
          <a:p>
            <a:endParaRPr lang="fr-FR" smtClean="0"/>
          </a:p>
          <a:p>
            <a:r>
              <a:rPr lang="fr-FR" smtClean="0"/>
              <a:t>Refrain:</a:t>
            </a:r>
          </a:p>
          <a:p>
            <a:r>
              <a:rPr lang="fr-FR" smtClean="0"/>
              <a:t>
9-  NOUS NE CHERCHONS PAS TA MAIN NOUS NE CHERCHONS QUE TA FACE 
10-  POUR TE CONNAÎTRE ET POUR TE VOIR 
11-  RÉVÈLE TA GLOIRE EN CE LIEU 
</a:t>
            </a:r>
          </a:p>
          <a:p>
            <a:r>
              <a:rPr lang="fr-FR" smtClean="0"/>
              <a:t>	Refrain: </a:t>
            </a:r>
          </a:p>
          <a:p>
            <a:endParaRPr lang="fr-FR" smtClean="0"/>
          </a:p>
          <a:p>
            <a:r>
              <a:rPr lang="fr-FR" smtClean="0"/>
              <a:t>xxxxxxxxxxxxxxxxx</a:t>
            </a:r>
          </a:p>
          <a:p>
            <a:r>
              <a:rPr lang="fr-FR" smtClean="0"/>
              <a:t>
12-  NOUS ENTRONS DANS LE LIEU TRÈS SAINT 
13-  NOUS ENTRONS PAR LE SANG DE L’AGNEAU 
14-  NOUS VENONS ADORER LE DIEU SAINT  NOUS ADORONS LE GRAND JE SUIS</a:t>
            </a:r>
          </a:p>
          <a:p>
            <a:r>
              <a:rPr lang="fr-FR" smtClean="0"/>
              <a:t>
15-  JE T’ADORE ADONAÏ </a:t>
            </a:r>
          </a:p>
          <a:p>
            <a:r>
              <a:rPr lang="fr-FR" smtClean="0"/>
              <a:t>
16-  CAR TON NOM EST SAINT, SAINT, SAINT 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54308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ESPRIT DU DIEU SOUVERAIN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MANIFESTE TA PRÉSENCE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RÉVÈLE LA GLOIRE DU DIEU VIVANT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ESPRIT DU DIEU SOUVERAIN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MANIFESTE TA PRÉSENCE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RÉVÈLE LA GLOIRE DU DIEU VIVANT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LE POIDS DE TA GLOIRE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RECOUVRE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TON FLEUVE DE VIE COULE ICI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VÉRITÉ DE TON ROYAUME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RÈGNE EN NOUS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LE POIDS DE TA GLOIRE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LE POIDS DE TA GLOIRE VIENNE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NE CHERCHONS PAS TA MAIN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NE CHERCHONS QUE TA FACE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TE CONNAÎTRE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POUR TE VOIR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RÉVÈLE TA GLOIRE EN CE LIEU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ENTRONS DANS 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TRÈS SAINT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1293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ENTRONS PAR 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SANG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L’AGNEAU</a:t>
            </a:r>
          </a:p>
        </p:txBody>
      </p:sp>
    </p:spTree>
    <p:extLst>
      <p:ext uri="{BB962C8B-B14F-4D97-AF65-F5344CB8AC3E}">
        <p14:creationId xmlns:p14="http://schemas.microsoft.com/office/powerpoint/2010/main" val="2769073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VENONS ADORER LE DIEU SAINT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ADORONS LE GRAND JE SUIS</a:t>
            </a:r>
          </a:p>
        </p:txBody>
      </p:sp>
    </p:spTree>
    <p:extLst>
      <p:ext uri="{BB962C8B-B14F-4D97-AF65-F5344CB8AC3E}">
        <p14:creationId xmlns:p14="http://schemas.microsoft.com/office/powerpoint/2010/main" val="2668542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T’ADORE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ADONAÏ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58336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TON NOM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SAINT,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1632</TotalTime>
  <Words>477</Words>
  <Application>Microsoft Office PowerPoint</Application>
  <PresentationFormat>Affichage à l'écran (4:3)</PresentationFormat>
  <Paragraphs>507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la Centrale d'Achat Internationale</cp:lastModifiedBy>
  <cp:revision>176</cp:revision>
  <dcterms:created xsi:type="dcterms:W3CDTF">2002-08-17T10:50:50Z</dcterms:created>
  <dcterms:modified xsi:type="dcterms:W3CDTF">2018-12-29T02:58:05Z</dcterms:modified>
</cp:coreProperties>
</file>