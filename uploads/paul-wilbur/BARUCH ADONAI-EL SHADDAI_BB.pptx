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Layouts/slideLayout6.xml" ContentType="application/vnd.openxmlformats-officedocument.presentationml.slideLayout+xml"/>
  <Override PartName="/ppt/notesSlides/notesSlide38.xml" ContentType="application/vnd.openxmlformats-officedocument.presentationml.notesSlide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27.xml" ContentType="application/vnd.openxmlformats-officedocument.presentationml.notesSlide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3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notesSlides/notesSlide3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7.xml" ContentType="application/vnd.openxmlformats-officedocument.presentationml.notesSlide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4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2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29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notesSlides/notesSlide18.xml" ContentType="application/vnd.openxmlformats-officedocument.presentationml.notesSlide+xml"/>
  <Override PartName="/ppt/notesSlides/notesSlide36.xml" ContentType="application/vnd.openxmlformats-officedocument.presentationml.notesSlide+xml"/>
  <Default Extension="rels" ContentType="application/vnd.openxmlformats-package.relationship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6"/>
  </p:notesMasterIdLst>
  <p:sldIdLst>
    <p:sldId id="272" r:id="rId2"/>
    <p:sldId id="302" r:id="rId3"/>
    <p:sldId id="303" r:id="rId4"/>
    <p:sldId id="304" r:id="rId5"/>
    <p:sldId id="305" r:id="rId6"/>
    <p:sldId id="301" r:id="rId7"/>
    <p:sldId id="307" r:id="rId8"/>
    <p:sldId id="300" r:id="rId9"/>
    <p:sldId id="313" r:id="rId10"/>
    <p:sldId id="299" r:id="rId11"/>
    <p:sldId id="298" r:id="rId12"/>
    <p:sldId id="308" r:id="rId13"/>
    <p:sldId id="297" r:id="rId14"/>
    <p:sldId id="309" r:id="rId15"/>
    <p:sldId id="296" r:id="rId16"/>
    <p:sldId id="295" r:id="rId17"/>
    <p:sldId id="294" r:id="rId18"/>
    <p:sldId id="293" r:id="rId19"/>
    <p:sldId id="292" r:id="rId20"/>
    <p:sldId id="291" r:id="rId21"/>
    <p:sldId id="290" r:id="rId22"/>
    <p:sldId id="310" r:id="rId23"/>
    <p:sldId id="288" r:id="rId24"/>
    <p:sldId id="287" r:id="rId25"/>
    <p:sldId id="312" r:id="rId26"/>
    <p:sldId id="311" r:id="rId27"/>
    <p:sldId id="286" r:id="rId28"/>
    <p:sldId id="285" r:id="rId29"/>
    <p:sldId id="284" r:id="rId30"/>
    <p:sldId id="283" r:id="rId31"/>
    <p:sldId id="282" r:id="rId32"/>
    <p:sldId id="281" r:id="rId33"/>
    <p:sldId id="280" r:id="rId34"/>
    <p:sldId id="279" r:id="rId35"/>
    <p:sldId id="314" r:id="rId36"/>
    <p:sldId id="278" r:id="rId37"/>
    <p:sldId id="318" r:id="rId38"/>
    <p:sldId id="276" r:id="rId39"/>
    <p:sldId id="315" r:id="rId40"/>
    <p:sldId id="275" r:id="rId41"/>
    <p:sldId id="316" r:id="rId42"/>
    <p:sldId id="274" r:id="rId43"/>
    <p:sldId id="273" r:id="rId44"/>
    <p:sldId id="317" r:id="rId45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28A4"/>
    <a:srgbClr val="DF9245"/>
    <a:srgbClr val="CB69CD"/>
    <a:srgbClr val="000099"/>
    <a:srgbClr val="B2B2B2"/>
    <a:srgbClr val="DDDDDD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00" autoAdjust="0"/>
    <p:restoredTop sz="33377" autoAdjust="0"/>
  </p:normalViewPr>
  <p:slideViewPr>
    <p:cSldViewPr>
      <p:cViewPr varScale="1">
        <p:scale>
          <a:sx n="32" d="100"/>
          <a:sy n="32" d="100"/>
        </p:scale>
        <p:origin x="-232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2DBCF637-A6AD-4758-8371-19EDEFB4AAE6}" type="datetimeFigureOut">
              <a:rPr lang="fr-FR"/>
              <a:pPr>
                <a:defRPr/>
              </a:pPr>
              <a:t>30/12/2018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5B516598-CD51-4708-99B5-B31EE0152903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="" xmlns:p14="http://schemas.microsoft.com/office/powerpoint/2010/main" val="325405870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BARUCH ADONAÏ ELOHEY YISRAEL ADONAÏ 
2-  BÉNI SOIT LE SEIGNEUR                                                        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3-  MIN HA-OLAM, VAD HA-OLAM LOUE SON NOM ENCORE ET À JAMAIS 
4-  MIN HA-OLAM, VAD HA-OLAM BÉNI SOIT LE SEIGNEUR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5-  LE DIEU D’ISRAEL 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
	6-  QUE LES NATIONS LE CHANTENT ET LOUENT 
	7-  ET ISRAEL DIRA AMEN ! 
	8-  QUE LES NATIONS CHANTENT ALLÉLUIA 
	9-  ET ISRAEL DIRA AMEN ! 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10-  ET ISRAEL DIRA …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Couplet 1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 QUAND LE CRI DU SEIGNEUR EST DANS LE CAMP 
12-  C’EST UN SON VICTORIEUX 
13-  CAR SA PUISSANTE VOIX DISPERSE NOS ENNEMIS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14-  AUCUNE ARME NE PEUT NOUS VAINCRE ICI 
15-  NOUS TRIOMPHONSDE TOUTE PART 
16-  PLUS QUE CONQUÉRANT PAR LA FORCE D’ADONAÏ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 MALGRÉ CES MURS DEVANT NOUS DE PARTOUT ILS NOUS ENTOURENT 
18-  ILS SONT RENVERSÉS LORSQU’EST PRONONCÉ 
19-  LE NOM AU-DESSUS DE TOUT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YESHUA HAMASHIACH EL GIBBOR, TU ES DIEU PUISSANT ! 
21-  YAHVEH NISSI BIEN HAUT ÉLÈVE TA BANNIÈRE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22-  ROCHER DE NOTRE SALUT LE MESSIE ET NOTRE JUSTICE 
23-  ADONAÏ JIRÉ, DIEU QUI POURVOIT EL SHADDAI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24-  QUAND LE CRI DU SEIGNEUR EST DANS LE CAMP 
25-  C’EST UN SON VICTORIEUX 
26-  CAR SA PUISSANTE VOIX DISPERSE NOS ENNEMIS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27-  AUCUNE ARME NE PEUT NOUS VAINCRE ICI 
28-  NOUS TRIOMPHONS DE TOUTE PART 
29-  PLUS QUE CONQUÉRANT PAR LA FORCE D’ADONAÏ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30-  MALGRÉ CES MURS DEVANT NOUS DE PARTOUT ILS NOUS ENTOURENT 
31-  ILS SONT RENVERSÉS LORSQU’EST PRONONCÉ 
32-  LE NOM AU-DESSUS DE TOUT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33-  YESHUA HAMASHIACH EL GIBBOR, TU ES DIEU PUISSANT ! 
34-  YAHVEH NISSI BIEN HAUT ÉLÈVE TA BANNIÈRE 
35-  ROCHER DE NOTRE SALUT LE MESSIE ET NOTRE JUSTICE 
36-  ADONAÏ JIRÉ, DIEU QUI POURVOIT
37-  EL SHADDAI, EL SHADDAI    x2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38-  QUE LES NATIONS LE CHANTENT ET LOUENT 
	39-  ET ISRAEL DIRA AMEN ! 
	40-  QUE LES NATIONS CHANTENT ALLÉLUIA 
	41-  ET ISRAEL DIRA AMEN ! 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42-  ET ISRAEL DIRA …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43-  BARUCH ADONAÏ ELOHEY YISRAEL ADONAÏ 
	44-  BÉNI SOIT LE SEIGNEUR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1-  BARUCH ADONAÏ ELOHEY YISRAEL ADONAÏ 
2-  BÉNI SOIT LE SEIGNEUR                                                         X2</a:t>
            </a:r>
          </a:p>
          <a:p>
            <a:r>
              <a:rPr lang="fr-FR" smtClean="0"/>
              <a:t>
3-  MIN HA-OLAM, VAD HA-OLAM LOUE SON NOM ENCORE ET À JAMAIS 
4-  MIN HA-OLAM, VAD HA-OLAM BÉNI SOIT LE SEIGNEUR </a:t>
            </a:r>
          </a:p>
          <a:p>
            <a:r>
              <a:rPr lang="fr-FR" smtClean="0"/>
              <a:t>5-  LE DIEU D’ISRAEL </a:t>
            </a:r>
          </a:p>
          <a:p>
            <a:endParaRPr lang="fr-FR" smtClean="0"/>
          </a:p>
          <a:p>
            <a:r>
              <a:rPr lang="fr-FR" smtClean="0"/>
              <a:t>	Refrain :
	6-  QUE LES NATIONS LE CHANTENT ET LOUENT 
	7-  ET ISRAEL DIRA AMEN ! 
	8-  QUE LES NATIONS CHANTENT ALLÉLUIA 
	9-  ET ISRAEL DIRA AMEN ! </a:t>
            </a:r>
          </a:p>
          <a:p>
            <a:endParaRPr lang="fr-FR" smtClean="0"/>
          </a:p>
          <a:p>
            <a:r>
              <a:rPr lang="fr-FR" smtClean="0"/>
              <a:t>	X2</a:t>
            </a:r>
          </a:p>
          <a:p>
            <a:r>
              <a:rPr lang="fr-FR" smtClean="0"/>
              <a:t>
	10-  ET ISRAEL DIRA … </a:t>
            </a:r>
          </a:p>
          <a:p>
            <a:r>
              <a:rPr lang="fr-FR" smtClean="0"/>
              <a:t>
Couplet 1</a:t>
            </a:r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r>
              <a:rPr lang="fr-FR" smtClean="0"/>
              <a:t>
11-  QUAND LE CRI DU SEIGNEUR EST DANS LE CAMP 
12-  C’EST UN SON VICTORIEUX 
13-  CAR SA PUISSANTE VOIX DISPERSE NOS ENNEMIS</a:t>
            </a:r>
          </a:p>
          <a:p>
            <a:r>
              <a:rPr lang="fr-FR" smtClean="0"/>
              <a:t> 
14-  AUCUNE ARME NE PEUT NOUS VAINCRE ICI 
15-  NOUS TRIOMPHONSDE TOUTE PART 
16-  PLUS QUE CONQUÉRANT PAR LA FORCE D’ADONAÏ </a:t>
            </a:r>
          </a:p>
          <a:p>
            <a:r>
              <a:rPr lang="fr-FR" smtClean="0"/>
              <a:t>
17-  MALGRÉ CES MURS DEVANT NOUS DE PARTOUT ILS NOUS ENTOURENT 
18-  ILS SONT RENVERSÉS LORSQU’EST PRONONCÉ 
19-  LE NOM AU-DESSUS DE TOUT </a:t>
            </a:r>
          </a:p>
          <a:p>
            <a:r>
              <a:rPr lang="fr-FR" smtClean="0"/>
              <a:t>
20-  YESHUA HAMASHIACH EL GIBBOR, TU ES DIEU PUISSANT ! 
21-  YAHVEH NISSI BIEN HAUT ÉLÈVE TA BANNIÈRE </a:t>
            </a:r>
          </a:p>
          <a:p>
            <a:r>
              <a:rPr lang="fr-FR" smtClean="0"/>
              <a:t>
22-  ROCHER DE NOTRE SALUT LE MESSIE ET NOTRE JUSTICE 
23-  ADONAÏ JIRÉ, DIEU QUI POURVOIT EL SHADDAI </a:t>
            </a:r>
          </a:p>
          <a:p>
            <a:r>
              <a:rPr lang="fr-FR" smtClean="0"/>
              <a:t>
24-  QUAND LE CRI DU SEIGNEUR EST DANS LE CAMP 
25-  C’EST UN SON VICTORIEUX 
26-  CAR SA PUISSANTE VOIX DISPERSE NOS ENNEMIS</a:t>
            </a:r>
          </a:p>
          <a:p>
            <a:r>
              <a:rPr lang="fr-FR" smtClean="0"/>
              <a:t>
27-  AUCUNE ARME NE PEUT NOUS VAINCRE ICI 
28-  NOUS TRIOMPHONS DE TOUTE PART 
29-  PLUS QUE CONQUÉRANT PAR LA FORCE D’ADONAÏ </a:t>
            </a:r>
          </a:p>
          <a:p>
            <a:r>
              <a:rPr lang="fr-FR" smtClean="0"/>
              <a:t>
30-  MALGRÉ CES MURS DEVANT NOUS DE PARTOUT ILS NOUS ENTOURENT 
31-  ILS SONT RENVERSÉS LORSQU’EST PRONONCÉ 
32-  LE NOM AU-DESSUS DE TOUT </a:t>
            </a:r>
          </a:p>
          <a:p>
            <a:r>
              <a:rPr lang="fr-FR" smtClean="0"/>
              <a:t>
33-  YESHUA HAMASHIACH EL GIBBOR, TU ES DIEU PUISSANT ! 
34-  YAHVEH NISSI BIEN HAUT ÉLÈVE TA BANNIÈRE 
35-  ROCHER DE NOTRE SALUT LE MESSIE ET NOTRE JUSTICE 
36-  ADONAÏ JIRÉ, DIEU QUI POURVOIT
37-  EL SHADDAI, EL SHADDAI    x2</a:t>
            </a:r>
          </a:p>
          <a:p>
            <a:endParaRPr lang="fr-FR" smtClean="0"/>
          </a:p>
          <a:p>
            <a:r>
              <a:rPr lang="fr-FR" smtClean="0"/>
              <a:t>
	38-  QUE LES NATIONS LE CHANTENT ET LOUENT 
	39-  ET ISRAEL DIRA AMEN ! 
	40-  QUE LES NATIONS CHANTENT ALLÉLUIA 
	41-  ET ISRAEL DIRA AMEN ! </a:t>
            </a:r>
          </a:p>
          <a:p>
            <a:endParaRPr lang="fr-FR" smtClean="0"/>
          </a:p>
          <a:p>
            <a:r>
              <a:rPr lang="fr-FR" smtClean="0"/>
              <a:t>	X2</a:t>
            </a:r>
          </a:p>
          <a:p>
            <a:r>
              <a:rPr lang="fr-FR" smtClean="0"/>
              <a:t>
	42-  ET ISRAEL DIRA … </a:t>
            </a:r>
          </a:p>
          <a:p>
            <a:r>
              <a:rPr lang="fr-FR" smtClean="0"/>
              <a:t>
	43-  BARUCH ADONAÏ ELOHEY YISRAEL ADONAÏ 
	44-  BÉNI SOIT LE SEIGNEUR 
</a:t>
            </a:r>
            <a:endParaRPr lang="fr-FR" smtClean="0"/>
          </a:p>
        </p:txBody>
      </p:sp>
    </p:spTree>
    <p:extLst>
      <p:ext uri="{BB962C8B-B14F-4D97-AF65-F5344CB8AC3E}">
        <p14:creationId xmlns="" xmlns:p14="http://schemas.microsoft.com/office/powerpoint/2010/main" val="40053566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BARUCH ADONAÏ ELOHEY YISRAEL ADONAÏ 
2-  BÉNI SOIT LE SEIGNEUR                                                        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3-  MIN HA-OLAM, VAD HA-OLAM LOUE SON NOM ENCORE ET À JAMAIS 
4-  MIN HA-OLAM, VAD HA-OLAM BÉNI SOIT LE SEIGNEUR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5-  LE DIEU D’ISRAEL 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
	6-  QUE LES NATIONS LE CHANTENT ET LOUENT 
	7-  ET ISRAEL DIRA AMEN ! 
	8-  QUE LES NATIONS CHANTENT ALLÉLUIA 
	9-  ET ISRAEL DIRA AMEN ! 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10-  ET ISRAEL DIRA …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Couplet 1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 QUAND LE CRI DU SEIGNEUR EST DANS LE CAMP 
12-  C’EST UN SON VICTORIEUX 
13-  CAR SA PUISSANTE VOIX DISPERSE NOS ENNEMIS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14-  AUCUNE ARME NE PEUT NOUS VAINCRE ICI 
15-  NOUS TRIOMPHONSDE TOUTE PART 
16-  PLUS QUE CONQUÉRANT PAR LA FORCE D’ADONAÏ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 MALGRÉ CES MURS DEVANT NOUS DE PARTOUT ILS NOUS ENTOURENT 
18-  ILS SONT RENVERSÉS LORSQU’EST PRONONCÉ 
19-  LE NOM AU-DESSUS DE TOUT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YESHUA HAMASHIACH EL GIBBOR, TU ES DIEU PUISSANT ! 
21-  YAHVEH NISSI BIEN HAUT ÉLÈVE TA BANNIÈRE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22-  ROCHER DE NOTRE SALUT LE MESSIE ET NOTRE JUSTICE 
23-  ADONAÏ JIRÉ, DIEU QUI POURVOIT EL SHADDAI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24-  QUAND LE CRI DU SEIGNEUR EST DANS LE CAMP 
25-  C’EST UN SON VICTORIEUX 
26-  CAR SA PUISSANTE VOIX DISPERSE NOS ENNEMIS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27-  AUCUNE ARME NE PEUT NOUS VAINCRE ICI 
28-  NOUS TRIOMPHONS DE TOUTE PART 
29-  PLUS QUE CONQUÉRANT PAR LA FORCE D’ADONAÏ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30-  MALGRÉ CES MURS DEVANT NOUS DE PARTOUT ILS NOUS ENTOURENT 
31-  ILS SONT RENVERSÉS LORSQU’EST PRONONCÉ 
32-  LE NOM AU-DESSUS DE TOUT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33-  YESHUA HAMASHIACH EL GIBBOR, TU ES DIEU PUISSANT ! 
34-  YAHVEH NISSI BIEN HAUT ÉLÈVE TA BANNIÈRE 
35-  ROCHER DE NOTRE SALUT LE MESSIE ET NOTRE JUSTICE 
36-  ADONAÏ JIRÉ, DIEU QUI POURVOIT
37-  EL SHADDAI, EL SHADDAI    x2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38-  QUE LES NATIONS LE CHANTENT ET LOUENT 
	39-  ET ISRAEL DIRA AMEN ! 
	40-  QUE LES NATIONS CHANTENT ALLÉLUIA 
	41-  ET ISRAEL DIRA AMEN ! 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42-  ET ISRAEL DIRA …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43-  BARUCH ADONAÏ ELOHEY YISRAEL ADONAÏ 
	44-  BÉNI SOIT LE SEIGNEUR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1-  BARUCH ADONAÏ ELOHEY YISRAEL ADONAÏ 
2-  BÉNI SOIT LE SEIGNEUR                                                         X2</a:t>
            </a:r>
          </a:p>
          <a:p>
            <a:r>
              <a:rPr lang="fr-FR" smtClean="0"/>
              <a:t>
3-  MIN HA-OLAM, VAD HA-OLAM LOUE SON NOM ENCORE ET À JAMAIS 
4-  MIN HA-OLAM, VAD HA-OLAM BÉNI SOIT LE SEIGNEUR </a:t>
            </a:r>
          </a:p>
          <a:p>
            <a:r>
              <a:rPr lang="fr-FR" smtClean="0"/>
              <a:t>5-  LE DIEU D’ISRAEL </a:t>
            </a:r>
          </a:p>
          <a:p>
            <a:endParaRPr lang="fr-FR" smtClean="0"/>
          </a:p>
          <a:p>
            <a:r>
              <a:rPr lang="fr-FR" smtClean="0"/>
              <a:t>	Refrain :
	6-  QUE LES NATIONS LE CHANTENT ET LOUENT 
	7-  ET ISRAEL DIRA AMEN ! 
	8-  QUE LES NATIONS CHANTENT ALLÉLUIA 
	9-  ET ISRAEL DIRA AMEN ! </a:t>
            </a:r>
          </a:p>
          <a:p>
            <a:endParaRPr lang="fr-FR" smtClean="0"/>
          </a:p>
          <a:p>
            <a:r>
              <a:rPr lang="fr-FR" smtClean="0"/>
              <a:t>	X2</a:t>
            </a:r>
          </a:p>
          <a:p>
            <a:r>
              <a:rPr lang="fr-FR" smtClean="0"/>
              <a:t>
	10-  ET ISRAEL DIRA … </a:t>
            </a:r>
          </a:p>
          <a:p>
            <a:r>
              <a:rPr lang="fr-FR" smtClean="0"/>
              <a:t>
Couplet 1</a:t>
            </a:r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r>
              <a:rPr lang="fr-FR" smtClean="0"/>
              <a:t>
11-  QUAND LE CRI DU SEIGNEUR EST DANS LE CAMP 
12-  C’EST UN SON VICTORIEUX 
13-  CAR SA PUISSANTE VOIX DISPERSE NOS ENNEMIS</a:t>
            </a:r>
          </a:p>
          <a:p>
            <a:r>
              <a:rPr lang="fr-FR" smtClean="0"/>
              <a:t> 
14-  AUCUNE ARME NE PEUT NOUS VAINCRE ICI 
15-  NOUS TRIOMPHONSDE TOUTE PART 
16-  PLUS QUE CONQUÉRANT PAR LA FORCE D’ADONAÏ </a:t>
            </a:r>
          </a:p>
          <a:p>
            <a:r>
              <a:rPr lang="fr-FR" smtClean="0"/>
              <a:t>
17-  MALGRÉ CES MURS DEVANT NOUS DE PARTOUT ILS NOUS ENTOURENT 
18-  ILS SONT RENVERSÉS LORSQU’EST PRONONCÉ 
19-  LE NOM AU-DESSUS DE TOUT </a:t>
            </a:r>
          </a:p>
          <a:p>
            <a:r>
              <a:rPr lang="fr-FR" smtClean="0"/>
              <a:t>
20-  YESHUA HAMASHIACH EL GIBBOR, TU ES DIEU PUISSANT ! 
21-  YAHVEH NISSI BIEN HAUT ÉLÈVE TA BANNIÈRE </a:t>
            </a:r>
          </a:p>
          <a:p>
            <a:r>
              <a:rPr lang="fr-FR" smtClean="0"/>
              <a:t>
22-  ROCHER DE NOTRE SALUT LE MESSIE ET NOTRE JUSTICE 
23-  ADONAÏ JIRÉ, DIEU QUI POURVOIT EL SHADDAI </a:t>
            </a:r>
          </a:p>
          <a:p>
            <a:r>
              <a:rPr lang="fr-FR" smtClean="0"/>
              <a:t>
24-  QUAND LE CRI DU SEIGNEUR EST DANS LE CAMP 
25-  C’EST UN SON VICTORIEUX 
26-  CAR SA PUISSANTE VOIX DISPERSE NOS ENNEMIS</a:t>
            </a:r>
          </a:p>
          <a:p>
            <a:r>
              <a:rPr lang="fr-FR" smtClean="0"/>
              <a:t>
27-  AUCUNE ARME NE PEUT NOUS VAINCRE ICI 
28-  NOUS TRIOMPHONS DE TOUTE PART 
29-  PLUS QUE CONQUÉRANT PAR LA FORCE D’ADONAÏ </a:t>
            </a:r>
          </a:p>
          <a:p>
            <a:r>
              <a:rPr lang="fr-FR" smtClean="0"/>
              <a:t>
30-  MALGRÉ CES MURS DEVANT NOUS DE PARTOUT ILS NOUS ENTOURENT 
31-  ILS SONT RENVERSÉS LORSQU’EST PRONONCÉ 
32-  LE NOM AU-DESSUS DE TOUT </a:t>
            </a:r>
          </a:p>
          <a:p>
            <a:r>
              <a:rPr lang="fr-FR" smtClean="0"/>
              <a:t>
33-  YESHUA HAMASHIACH EL GIBBOR, TU ES DIEU PUISSANT ! 
34-  YAHVEH NISSI BIEN HAUT ÉLÈVE TA BANNIÈRE 
35-  ROCHER DE NOTRE SALUT LE MESSIE ET NOTRE JUSTICE 
36-  ADONAÏ JIRÉ, DIEU QUI POURVOIT
37-  EL SHADDAI, EL SHADDAI    x2</a:t>
            </a:r>
          </a:p>
          <a:p>
            <a:endParaRPr lang="fr-FR" smtClean="0"/>
          </a:p>
          <a:p>
            <a:r>
              <a:rPr lang="fr-FR" smtClean="0"/>
              <a:t>
	38-  QUE LES NATIONS LE CHANTENT ET LOUENT 
	39-  ET ISRAEL DIRA AMEN ! 
	40-  QUE LES NATIONS CHANTENT ALLÉLUIA 
	41-  ET ISRAEL DIRA AMEN ! </a:t>
            </a:r>
          </a:p>
          <a:p>
            <a:endParaRPr lang="fr-FR" smtClean="0"/>
          </a:p>
          <a:p>
            <a:r>
              <a:rPr lang="fr-FR" smtClean="0"/>
              <a:t>	X2</a:t>
            </a:r>
          </a:p>
          <a:p>
            <a:r>
              <a:rPr lang="fr-FR" smtClean="0"/>
              <a:t>
	42-  ET ISRAEL DIRA … </a:t>
            </a:r>
          </a:p>
          <a:p>
            <a:r>
              <a:rPr lang="fr-FR" smtClean="0"/>
              <a:t>
	43-  BARUCH ADONAÏ ELOHEY YISRAEL ADONAÏ 
	44-  BÉNI SOIT LE SEIGNEUR 
</a:t>
            </a:r>
            <a:endParaRPr lang="fr-FR" smtClean="0"/>
          </a:p>
        </p:txBody>
      </p:sp>
    </p:spTree>
    <p:extLst>
      <p:ext uri="{BB962C8B-B14F-4D97-AF65-F5344CB8AC3E}">
        <p14:creationId xmlns="" xmlns:p14="http://schemas.microsoft.com/office/powerpoint/2010/main" val="27577692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BARUCH ADONAÏ ELOHEY YISRAEL ADONAÏ 
2-  BÉNI SOIT LE SEIGNEUR                             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3-  MIN HA-OLAM, VAD HA-OLAM LOUE SON NOM ENCORE ET À JAMAIS 
4-  MIN HA-OLAM, VAD HA-OLAM BÉNI SOIT LE SEIGNEUR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5-  LE DIEU D’ISRAEL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
	6-  QUE LES NATIONS LE CHANTENT ET LOUENT 
	7-  ET ISRAEL DIRA AMEN ! 
	8-  QUE LES NATIONS CHANTENT ALLÉLUIA 
	9-  ET ISRAEL DIRA AMEN !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10-  ET ISRAEL DIRA …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Couplet 1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 QUAND LE CRI DU SEIGNEUR EST DANS LE CAMP 
12-  C’EST UN SON VICTORIEUX 
13-  CAR SA PUISSANTE VOIX DISPERSE NOS ENNEMIS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14-  AUCUNE ARME NE PEUT NOUS VAINCRE ICI 
15-  NOUS TRIOMPHONSDE TOUTE PART 
16-  PLUS QUE CONQUÉRANT PAR LA FORCE D’ADONAÏ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 MALGRÉ CES MURS DEVANT NOUS DE PARTOUT ILS NOUS ENTOURENT 
18-  ILS SONT RENVERSÉS LORSQU’EST PRONONCÉ 
19-  LE NOM AU-DESSUS DE TOUT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YESHUA HAMASHIACH EL GIBBOR, TU ES DIEU PUISSANT ! 
21-  YAHVEH NISSI BIEN HAUT ÉLÈVE TA BANNIÈRE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22-  ROCHER DE NOTRE SALUT LE MESSIE ET NOTRE JUSTICE 
23-  ADONAÏ JIRÉ, DIEU QUI POURVOIT EL SHADDAI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24-  QUAND LE CRI DU SEIGNEUR EST DANS LE CAMP 
25-  C’EST UN SON VICTORIEUX 
26-  CAR SA PUISSANTE VOIX DISPERSE NOS ENNEMIS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27-  AUCUNE ARME NE PEUT NOUS VAINCRE ICI 
28-  NOUS TRIOMPHONS DE TOUTE PART 
29-  PLUS QUE CONQUÉRANT PAR LA FORCE D’ADONAÏ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30-  MALGRÉ CES MURS DEVANT NOUS DE PARTOUT ILS NOUS ENTOURENT 
31-  ILS SONT RENVERSÉS LORSQU’EST PRONONCÉ 
32-  LE NOM AU-DESSUS DE TOUT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33-  YESHUA HAMASHIACH EL GIBBOR, TU ES DIEU PUISSANT ! 
34-  YAHVEH NISSI BIEN HAUT ÉLÈVE TA BANNIÈRE 
35-  ROCHER DE NOTRE SALUT LE MESSIE ET NOTRE JUSTICE 
36-  ADONAÏ JIRÉ, DIEU QUI POURVOIT
37-  EL SHADDAI, EL SHADDAI    x2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38-  QUE LES NATIONS LE CHANTENT ET LOUENT 
	39-  ET ISRAEL DIRA AMEN ! 
	40-  QUE LES NATIONS CHANTENT ALLÉLUIA 
	41-  ET ISRAEL DIRA AMEN !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42-  ET ISRAEL DIRA …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43-  BARUCH ADONAÏ ELOHEY YISRAEL ADONAÏ 
	44-  BÉNI SOIT LE SEIGNEUR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1-  BARUCH ADONAÏ ELOHEY YISRAEL ADONAÏ 
2-  BÉNI SOIT LE SEIGNEUR                                                         X2</a:t>
            </a:r>
          </a:p>
          <a:p>
            <a:r>
              <a:rPr lang="fr-FR" smtClean="0"/>
              <a:t>
3-  MIN HA-OLAM, VAD HA-OLAM LOUE SON NOM ENCORE ET À JAMAIS 
4-  MIN HA-OLAM, VAD HA-OLAM BÉNI SOIT LE SEIGNEUR </a:t>
            </a:r>
          </a:p>
          <a:p>
            <a:r>
              <a:rPr lang="fr-FR" smtClean="0"/>
              <a:t>5-  LE DIEU D’ISRAEL </a:t>
            </a:r>
          </a:p>
          <a:p>
            <a:endParaRPr lang="fr-FR" smtClean="0"/>
          </a:p>
          <a:p>
            <a:r>
              <a:rPr lang="fr-FR" smtClean="0"/>
              <a:t>	Refrain :
	6-  QUE LES NATIONS LE CHANTENT ET LOUENT 
	7-  ET ISRAEL DIRA AMEN ! 
	8-  QUE LES NATIONS CHANTENT ALLÉLUIA 
	9-  ET ISRAEL DIRA AMEN ! </a:t>
            </a:r>
          </a:p>
          <a:p>
            <a:endParaRPr lang="fr-FR" smtClean="0"/>
          </a:p>
          <a:p>
            <a:r>
              <a:rPr lang="fr-FR" smtClean="0"/>
              <a:t>	X2</a:t>
            </a:r>
          </a:p>
          <a:p>
            <a:r>
              <a:rPr lang="fr-FR" smtClean="0"/>
              <a:t>
	10-  ET ISRAEL DIRA … </a:t>
            </a:r>
          </a:p>
          <a:p>
            <a:r>
              <a:rPr lang="fr-FR" smtClean="0"/>
              <a:t>
Couplet 1</a:t>
            </a:r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r>
              <a:rPr lang="fr-FR" smtClean="0"/>
              <a:t>
11-  QUAND LE CRI DU SEIGNEUR EST DANS LE CAMP 
12-  C’EST UN SON VICTORIEUX 
13-  CAR SA PUISSANTE VOIX DISPERSE NOS ENNEMIS</a:t>
            </a:r>
          </a:p>
          <a:p>
            <a:r>
              <a:rPr lang="fr-FR" smtClean="0"/>
              <a:t> 
14-  AUCUNE ARME NE PEUT NOUS VAINCRE ICI 
15-  NOUS TRIOMPHONSDE TOUTE PART 
16-  PLUS QUE CONQUÉRANT PAR LA FORCE D’ADONAÏ </a:t>
            </a:r>
          </a:p>
          <a:p>
            <a:r>
              <a:rPr lang="fr-FR" smtClean="0"/>
              <a:t>
17-  MALGRÉ CES MURS DEVANT NOUS DE PARTOUT ILS NOUS ENTOURENT 
18-  ILS SONT RENVERSÉS LORSQU’EST PRONONCÉ 
19-  LE NOM AU-DESSUS DE TOUT </a:t>
            </a:r>
          </a:p>
          <a:p>
            <a:r>
              <a:rPr lang="fr-FR" smtClean="0"/>
              <a:t>
20-  YESHUA HAMASHIACH EL GIBBOR, TU ES DIEU PUISSANT ! 
21-  YAHVEH NISSI BIEN HAUT ÉLÈVE TA BANNIÈRE </a:t>
            </a:r>
          </a:p>
          <a:p>
            <a:r>
              <a:rPr lang="fr-FR" smtClean="0"/>
              <a:t>
22-  ROCHER DE NOTRE SALUT LE MESSIE ET NOTRE JUSTICE 
23-  ADONAÏ JIRÉ, DIEU QUI POURVOIT EL SHADDAI </a:t>
            </a:r>
          </a:p>
          <a:p>
            <a:r>
              <a:rPr lang="fr-FR" smtClean="0"/>
              <a:t>
24-  QUAND LE CRI DU SEIGNEUR EST DANS LE CAMP 
25-  C’EST UN SON VICTORIEUX 
26-  CAR SA PUISSANTE VOIX DISPERSE NOS ENNEMIS</a:t>
            </a:r>
          </a:p>
          <a:p>
            <a:r>
              <a:rPr lang="fr-FR" smtClean="0"/>
              <a:t>
27-  AUCUNE ARME NE PEUT NOUS VAINCRE ICI 
28-  NOUS TRIOMPHONS DE TOUTE PART 
29-  PLUS QUE CONQUÉRANT PAR LA FORCE D’ADONAÏ </a:t>
            </a:r>
          </a:p>
          <a:p>
            <a:r>
              <a:rPr lang="fr-FR" smtClean="0"/>
              <a:t>
30-  MALGRÉ CES MURS DEVANT NOUS DE PARTOUT ILS NOUS ENTOURENT 
31-  ILS SONT RENVERSÉS LORSQU’EST PRONONCÉ 
32-  LE NOM AU-DESSUS DE TOUT </a:t>
            </a:r>
          </a:p>
          <a:p>
            <a:r>
              <a:rPr lang="fr-FR" smtClean="0"/>
              <a:t>
33-  YESHUA HAMASHIACH EL GIBBOR, TU ES DIEU PUISSANT ! 
34-  YAHVEH NISSI BIEN HAUT ÉLÈVE TA BANNIÈRE 
35-  ROCHER DE NOTRE SALUT LE MESSIE ET NOTRE JUSTICE 
36-  ADONAÏ JIRÉ, DIEU QUI POURVOIT
37-  EL SHADDAI, EL SHADDAI    x2</a:t>
            </a:r>
          </a:p>
          <a:p>
            <a:endParaRPr lang="fr-FR" smtClean="0"/>
          </a:p>
          <a:p>
            <a:r>
              <a:rPr lang="fr-FR" smtClean="0"/>
              <a:t>
	38-  QUE LES NATIONS LE CHANTENT ET LOUENT 
	39-  ET ISRAEL DIRA AMEN ! 
	40-  QUE LES NATIONS CHANTENT ALLÉLUIA 
	41-  ET ISRAEL DIRA AMEN ! </a:t>
            </a:r>
          </a:p>
          <a:p>
            <a:endParaRPr lang="fr-FR" smtClean="0"/>
          </a:p>
          <a:p>
            <a:r>
              <a:rPr lang="fr-FR" smtClean="0"/>
              <a:t>	X2</a:t>
            </a:r>
          </a:p>
          <a:p>
            <a:r>
              <a:rPr lang="fr-FR" smtClean="0"/>
              <a:t>
	42-  ET ISRAEL DIRA … </a:t>
            </a:r>
          </a:p>
          <a:p>
            <a:r>
              <a:rPr lang="fr-FR" smtClean="0"/>
              <a:t>
	43-  BARUCH ADONAÏ ELOHEY YISRAEL ADONAÏ 
	44-  BÉNI SOIT LE SEIGNEUR 
</a:t>
            </a:r>
            <a:endParaRPr lang="fr-FR" smtClean="0"/>
          </a:p>
        </p:txBody>
      </p:sp>
    </p:spTree>
    <p:extLst>
      <p:ext uri="{BB962C8B-B14F-4D97-AF65-F5344CB8AC3E}">
        <p14:creationId xmlns="" xmlns:p14="http://schemas.microsoft.com/office/powerpoint/2010/main" val="4231695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BARUCH ADONAÏ ELOHEY YISRAEL ADONAÏ 
2-  BÉNI SOIT LE SEIGNEUR                             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3-  MIN HA-OLAM, VAD HA-OLAM LOUE SON NOM ENCORE ET À JAMAIS 
4-  MIN HA-OLAM, VAD HA-OLAM BÉNI SOIT LE SEIGNEUR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5-  LE DIEU D’ISRAEL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
	6-  QUE LES NATIONS LE CHANTENT ET LOUENT 
	7-  ET ISRAEL DIRA AMEN ! 
	8-  QUE LES NATIONS CHANTENT ALLÉLUIA 
	9-  ET ISRAEL DIRA AMEN !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10-  ET ISRAEL DIRA …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Couplet 1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 QUAND LE CRI DU SEIGNEUR EST DANS LE CAMP 
12-  C’EST UN SON VICTORIEUX 
13-  CAR SA PUISSANTE VOIX DISPERSE NOS ENNEMIS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14-  AUCUNE ARME NE PEUT NOUS VAINCRE ICI 
15-  NOUS TRIOMPHONSDE TOUTE PART 
16-  PLUS QUE CONQUÉRANT PAR LA FORCE D’ADONAÏ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 MALGRÉ CES MURS DEVANT NOUS DE PARTOUT ILS NOUS ENTOURENT 
18-  ILS SONT RENVERSÉS LORSQU’EST PRONONCÉ 
19-  LE NOM AU-DESSUS DE TOUT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YESHUA HAMASHIACH EL GIBBOR, TU ES DIEU PUISSANT ! 
21-  YAHVEH NISSI BIEN HAUT ÉLÈVE TA BANNIÈRE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22-  ROCHER DE NOTRE SALUT LE MESSIE ET NOTRE JUSTICE 
23-  ADONAÏ JIRÉ, DIEU QUI POURVOIT EL SHADDAI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24-  QUAND LE CRI DU SEIGNEUR EST DANS LE CAMP 
25-  C’EST UN SON VICTORIEUX 
26-  CAR SA PUISSANTE VOIX DISPERSE NOS ENNEMIS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27-  AUCUNE ARME NE PEUT NOUS VAINCRE ICI 
28-  NOUS TRIOMPHONS DE TOUTE PART 
29-  PLUS QUE CONQUÉRANT PAR LA FORCE D’ADONAÏ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30-  MALGRÉ CES MURS DEVANT NOUS DE PARTOUT ILS NOUS ENTOURENT 
31-  ILS SONT RENVERSÉS LORSQU’EST PRONONCÉ 
32-  LE NOM AU-DESSUS DE TOUT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33-  YESHUA HAMASHIACH EL GIBBOR, TU ES DIEU PUISSANT ! 
34-  YAHVEH NISSI BIEN HAUT ÉLÈVE TA BANNIÈRE 
35-  ROCHER DE NOTRE SALUT LE MESSIE ET NOTRE JUSTICE 
36-  ADONAÏ JIRÉ, DIEU QUI POURVOIT
37-  EL SHADDAI, EL SHADDAI    x2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38-  QUE LES NATIONS LE CHANTENT ET LOUENT 
	39-  ET ISRAEL DIRA AMEN ! 
	40-  QUE LES NATIONS CHANTENT ALLÉLUIA 
	41-  ET ISRAEL DIRA AMEN !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42-  ET ISRAEL DIRA …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43-  BARUCH ADONAÏ ELOHEY YISRAEL ADONAÏ 
	44-  BÉNI SOIT LE SEIGNEUR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1-  BARUCH ADONAÏ ELOHEY YISRAEL ADONAÏ 
2-  BÉNI SOIT LE SEIGNEUR                                                         X2</a:t>
            </a:r>
          </a:p>
          <a:p>
            <a:r>
              <a:rPr lang="fr-FR" smtClean="0"/>
              <a:t>
3-  MIN HA-OLAM, VAD HA-OLAM LOUE SON NOM ENCORE ET À JAMAIS 
4-  MIN HA-OLAM, VAD HA-OLAM BÉNI SOIT LE SEIGNEUR </a:t>
            </a:r>
          </a:p>
          <a:p>
            <a:r>
              <a:rPr lang="fr-FR" smtClean="0"/>
              <a:t>5-  LE DIEU D’ISRAEL </a:t>
            </a:r>
          </a:p>
          <a:p>
            <a:endParaRPr lang="fr-FR" smtClean="0"/>
          </a:p>
          <a:p>
            <a:r>
              <a:rPr lang="fr-FR" smtClean="0"/>
              <a:t>	Refrain :
	6-  QUE LES NATIONS LE CHANTENT ET LOUENT 
	7-  ET ISRAEL DIRA AMEN ! 
	8-  QUE LES NATIONS CHANTENT ALLÉLUIA 
	9-  ET ISRAEL DIRA AMEN ! </a:t>
            </a:r>
          </a:p>
          <a:p>
            <a:endParaRPr lang="fr-FR" smtClean="0"/>
          </a:p>
          <a:p>
            <a:r>
              <a:rPr lang="fr-FR" smtClean="0"/>
              <a:t>	X2</a:t>
            </a:r>
          </a:p>
          <a:p>
            <a:r>
              <a:rPr lang="fr-FR" smtClean="0"/>
              <a:t>
	10-  ET ISRAEL DIRA … </a:t>
            </a:r>
          </a:p>
          <a:p>
            <a:r>
              <a:rPr lang="fr-FR" smtClean="0"/>
              <a:t>
Couplet 1</a:t>
            </a:r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r>
              <a:rPr lang="fr-FR" smtClean="0"/>
              <a:t>
11-  QUAND LE CRI DU SEIGNEUR EST DANS LE CAMP 
12-  C’EST UN SON VICTORIEUX 
13-  CAR SA PUISSANTE VOIX DISPERSE NOS ENNEMIS</a:t>
            </a:r>
          </a:p>
          <a:p>
            <a:r>
              <a:rPr lang="fr-FR" smtClean="0"/>
              <a:t> 
14-  AUCUNE ARME NE PEUT NOUS VAINCRE ICI 
15-  NOUS TRIOMPHONSDE TOUTE PART 
16-  PLUS QUE CONQUÉRANT PAR LA FORCE D’ADONAÏ </a:t>
            </a:r>
          </a:p>
          <a:p>
            <a:r>
              <a:rPr lang="fr-FR" smtClean="0"/>
              <a:t>
17-  MALGRÉ CES MURS DEVANT NOUS DE PARTOUT ILS NOUS ENTOURENT 
18-  ILS SONT RENVERSÉS LORSQU’EST PRONONCÉ 
19-  LE NOM AU-DESSUS DE TOUT </a:t>
            </a:r>
          </a:p>
          <a:p>
            <a:r>
              <a:rPr lang="fr-FR" smtClean="0"/>
              <a:t>
20-  YESHUA HAMASHIACH EL GIBBOR, TU ES DIEU PUISSANT ! 
21-  YAHVEH NISSI BIEN HAUT ÉLÈVE TA BANNIÈRE </a:t>
            </a:r>
          </a:p>
          <a:p>
            <a:r>
              <a:rPr lang="fr-FR" smtClean="0"/>
              <a:t>
22-  ROCHER DE NOTRE SALUT LE MESSIE ET NOTRE JUSTICE 
23-  ADONAÏ JIRÉ, DIEU QUI POURVOIT EL SHADDAI </a:t>
            </a:r>
          </a:p>
          <a:p>
            <a:r>
              <a:rPr lang="fr-FR" smtClean="0"/>
              <a:t>
24-  QUAND LE CRI DU SEIGNEUR EST DANS LE CAMP 
25-  C’EST UN SON VICTORIEUX 
26-  CAR SA PUISSANTE VOIX DISPERSE NOS ENNEMIS</a:t>
            </a:r>
          </a:p>
          <a:p>
            <a:r>
              <a:rPr lang="fr-FR" smtClean="0"/>
              <a:t>
27-  AUCUNE ARME NE PEUT NOUS VAINCRE ICI 
28-  NOUS TRIOMPHONS DE TOUTE PART 
29-  PLUS QUE CONQUÉRANT PAR LA FORCE D’ADONAÏ </a:t>
            </a:r>
          </a:p>
          <a:p>
            <a:r>
              <a:rPr lang="fr-FR" smtClean="0"/>
              <a:t>
30-  MALGRÉ CES MURS DEVANT NOUS DE PARTOUT ILS NOUS ENTOURENT 
31-  ILS SONT RENVERSÉS LORSQU’EST PRONONCÉ 
32-  LE NOM AU-DESSUS DE TOUT </a:t>
            </a:r>
          </a:p>
          <a:p>
            <a:r>
              <a:rPr lang="fr-FR" smtClean="0"/>
              <a:t>
33-  YESHUA HAMASHIACH EL GIBBOR, TU ES DIEU PUISSANT ! 
34-  YAHVEH NISSI BIEN HAUT ÉLÈVE TA BANNIÈRE 
35-  ROCHER DE NOTRE SALUT LE MESSIE ET NOTRE JUSTICE 
36-  ADONAÏ JIRÉ, DIEU QUI POURVOIT
37-  EL SHADDAI, EL SHADDAI    x2</a:t>
            </a:r>
          </a:p>
          <a:p>
            <a:endParaRPr lang="fr-FR" smtClean="0"/>
          </a:p>
          <a:p>
            <a:r>
              <a:rPr lang="fr-FR" smtClean="0"/>
              <a:t>
	38-  QUE LES NATIONS LE CHANTENT ET LOUENT 
	39-  ET ISRAEL DIRA AMEN ! 
	40-  QUE LES NATIONS CHANTENT ALLÉLUIA 
	41-  ET ISRAEL DIRA AMEN ! </a:t>
            </a:r>
          </a:p>
          <a:p>
            <a:endParaRPr lang="fr-FR" smtClean="0"/>
          </a:p>
          <a:p>
            <a:r>
              <a:rPr lang="fr-FR" smtClean="0"/>
              <a:t>	X2</a:t>
            </a:r>
          </a:p>
          <a:p>
            <a:r>
              <a:rPr lang="fr-FR" smtClean="0"/>
              <a:t>
	42-  ET ISRAEL DIRA … </a:t>
            </a:r>
          </a:p>
          <a:p>
            <a:r>
              <a:rPr lang="fr-FR" smtClean="0"/>
              <a:t>
	43-  BARUCH ADONAÏ ELOHEY YISRAEL ADONAÏ 
	44-  BÉNI SOIT LE SEIGNEUR 
</a:t>
            </a:r>
            <a:endParaRPr lang="fr-FR" smtClean="0"/>
          </a:p>
        </p:txBody>
      </p:sp>
    </p:spTree>
    <p:extLst>
      <p:ext uri="{BB962C8B-B14F-4D97-AF65-F5344CB8AC3E}">
        <p14:creationId xmlns="" xmlns:p14="http://schemas.microsoft.com/office/powerpoint/2010/main" val="15260331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BARUCH ADONAÏ ELOHEY YISRAEL ADONAÏ 
2-  BÉNI SOIT LE SEIGNEUR                             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3-  MIN HA-OLAM, VAD HA-OLAM LOUE SON NOM ENCORE ET À JAMAIS 
4-  MIN HA-OLAM, VAD HA-OLAM BÉNI SOIT LE SEIGNEUR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5-  LE DIEU D’ISRAEL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
	6-  QUE LES NATIONS LE CHANTENT ET LOUENT 
	7-  ET ISRAEL DIRA AMEN ! 
	8-  QUE LES NATIONS CHANTENT ALLÉLUIA 
	9-  ET ISRAEL DIRA AMEN !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10-  ET ISRAEL DIRA …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Couplet 1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 QUAND LE CRI DU SEIGNEUR EST DANS LE CAMP 
12-  C’EST UN SON VICTORIEUX 
13-  CAR SA PUISSANTE VOIX DISPERSE NOS ENNEMIS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14-  AUCUNE ARME NE PEUT NOUS VAINCRE ICI 
15-  NOUS TRIOMPHONSDE TOUTE PART 
16-  PLUS QUE CONQUÉRANT PAR LA FORCE D’ADONAÏ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 MALGRÉ CES MURS DEVANT NOUS DE PARTOUT ILS NOUS ENTOURENT 
18-  ILS SONT RENVERSÉS LORSQU’EST PRONONCÉ 
19-  LE NOM AU-DESSUS DE TOUT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YESHUA HAMASHIACH EL GIBBOR, TU ES DIEU PUISSANT ! 
21-  YAHVEH NISSI BIEN HAUT ÉLÈVE TA BANNIÈRE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22-  ROCHER DE NOTRE SALUT LE MESSIE ET NOTRE JUSTICE 
23-  ADONAÏ JIRÉ, DIEU QUI POURVOIT EL SHADDAI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24-  QUAND LE CRI DU SEIGNEUR EST DANS LE CAMP 
25-  C’EST UN SON VICTORIEUX 
26-  CAR SA PUISSANTE VOIX DISPERSE NOS ENNEMIS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27-  AUCUNE ARME NE PEUT NOUS VAINCRE ICI 
28-  NOUS TRIOMPHONS DE TOUTE PART 
29-  PLUS QUE CONQUÉRANT PAR LA FORCE D’ADONAÏ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30-  MALGRÉ CES MURS DEVANT NOUS DE PARTOUT ILS NOUS ENTOURENT 
31-  ILS SONT RENVERSÉS LORSQU’EST PRONONCÉ 
32-  LE NOM AU-DESSUS DE TOUT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33-  YESHUA HAMASHIACH EL GIBBOR, TU ES DIEU PUISSANT ! 
34-  YAHVEH NISSI BIEN HAUT ÉLÈVE TA BANNIÈRE 
35-  ROCHER DE NOTRE SALUT LE MESSIE ET NOTRE JUSTICE 
36-  ADONAÏ JIRÉ, DIEU QUI POURVOIT
37-  EL SHADDAI, EL SHADDAI    x2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38-  QUE LES NATIONS LE CHANTENT ET LOUENT 
	39-  ET ISRAEL DIRA AMEN ! 
	40-  QUE LES NATIONS CHANTENT ALLÉLUIA 
	41-  ET ISRAEL DIRA AMEN !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42-  ET ISRAEL DIRA …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43-  BARUCH ADONAÏ ELOHEY YISRAEL ADONAÏ 
	44-  BÉNI SOIT LE SEIGNEUR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1-  BARUCH ADONAÏ ELOHEY YISRAEL ADONAÏ 
2-  BÉNI SOIT LE SEIGNEUR                                                         X2</a:t>
            </a:r>
          </a:p>
          <a:p>
            <a:r>
              <a:rPr lang="fr-FR" smtClean="0"/>
              <a:t>
3-  MIN HA-OLAM, VAD HA-OLAM LOUE SON NOM ENCORE ET À JAMAIS 
4-  MIN HA-OLAM, VAD HA-OLAM BÉNI SOIT LE SEIGNEUR </a:t>
            </a:r>
          </a:p>
          <a:p>
            <a:r>
              <a:rPr lang="fr-FR" smtClean="0"/>
              <a:t>5-  LE DIEU D’ISRAEL </a:t>
            </a:r>
          </a:p>
          <a:p>
            <a:endParaRPr lang="fr-FR" smtClean="0"/>
          </a:p>
          <a:p>
            <a:r>
              <a:rPr lang="fr-FR" smtClean="0"/>
              <a:t>	Refrain :
	6-  QUE LES NATIONS LE CHANTENT ET LOUENT 
	7-  ET ISRAEL DIRA AMEN ! 
	8-  QUE LES NATIONS CHANTENT ALLÉLUIA 
	9-  ET ISRAEL DIRA AMEN ! </a:t>
            </a:r>
          </a:p>
          <a:p>
            <a:endParaRPr lang="fr-FR" smtClean="0"/>
          </a:p>
          <a:p>
            <a:r>
              <a:rPr lang="fr-FR" smtClean="0"/>
              <a:t>	X2</a:t>
            </a:r>
          </a:p>
          <a:p>
            <a:r>
              <a:rPr lang="fr-FR" smtClean="0"/>
              <a:t>
	10-  ET ISRAEL DIRA … </a:t>
            </a:r>
          </a:p>
          <a:p>
            <a:r>
              <a:rPr lang="fr-FR" smtClean="0"/>
              <a:t>
Couplet 1</a:t>
            </a:r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r>
              <a:rPr lang="fr-FR" smtClean="0"/>
              <a:t>
11-  QUAND LE CRI DU SEIGNEUR EST DANS LE CAMP 
12-  C’EST UN SON VICTORIEUX 
13-  CAR SA PUISSANTE VOIX DISPERSE NOS ENNEMIS</a:t>
            </a:r>
          </a:p>
          <a:p>
            <a:r>
              <a:rPr lang="fr-FR" smtClean="0"/>
              <a:t> 
14-  AUCUNE ARME NE PEUT NOUS VAINCRE ICI 
15-  NOUS TRIOMPHONSDE TOUTE PART 
16-  PLUS QUE CONQUÉRANT PAR LA FORCE D’ADONAÏ </a:t>
            </a:r>
          </a:p>
          <a:p>
            <a:r>
              <a:rPr lang="fr-FR" smtClean="0"/>
              <a:t>
17-  MALGRÉ CES MURS DEVANT NOUS DE PARTOUT ILS NOUS ENTOURENT 
18-  ILS SONT RENVERSÉS LORSQU’EST PRONONCÉ 
19-  LE NOM AU-DESSUS DE TOUT </a:t>
            </a:r>
          </a:p>
          <a:p>
            <a:r>
              <a:rPr lang="fr-FR" smtClean="0"/>
              <a:t>
20-  YESHUA HAMASHIACH EL GIBBOR, TU ES DIEU PUISSANT ! 
21-  YAHVEH NISSI BIEN HAUT ÉLÈVE TA BANNIÈRE </a:t>
            </a:r>
          </a:p>
          <a:p>
            <a:r>
              <a:rPr lang="fr-FR" smtClean="0"/>
              <a:t>
22-  ROCHER DE NOTRE SALUT LE MESSIE ET NOTRE JUSTICE 
23-  ADONAÏ JIRÉ, DIEU QUI POURVOIT EL SHADDAI </a:t>
            </a:r>
          </a:p>
          <a:p>
            <a:r>
              <a:rPr lang="fr-FR" smtClean="0"/>
              <a:t>
24-  QUAND LE CRI DU SEIGNEUR EST DANS LE CAMP 
25-  C’EST UN SON VICTORIEUX 
26-  CAR SA PUISSANTE VOIX DISPERSE NOS ENNEMIS</a:t>
            </a:r>
          </a:p>
          <a:p>
            <a:r>
              <a:rPr lang="fr-FR" smtClean="0"/>
              <a:t>
27-  AUCUNE ARME NE PEUT NOUS VAINCRE ICI 
28-  NOUS TRIOMPHONS DE TOUTE PART 
29-  PLUS QUE CONQUÉRANT PAR LA FORCE D’ADONAÏ </a:t>
            </a:r>
          </a:p>
          <a:p>
            <a:r>
              <a:rPr lang="fr-FR" smtClean="0"/>
              <a:t>
30-  MALGRÉ CES MURS DEVANT NOUS DE PARTOUT ILS NOUS ENTOURENT 
31-  ILS SONT RENVERSÉS LORSQU’EST PRONONCÉ 
32-  LE NOM AU-DESSUS DE TOUT </a:t>
            </a:r>
          </a:p>
          <a:p>
            <a:r>
              <a:rPr lang="fr-FR" smtClean="0"/>
              <a:t>
33-  YESHUA HAMASHIACH EL GIBBOR, TU ES DIEU PUISSANT ! 
34-  YAHVEH NISSI BIEN HAUT ÉLÈVE TA BANNIÈRE 
35-  ROCHER DE NOTRE SALUT LE MESSIE ET NOTRE JUSTICE 
36-  ADONAÏ JIRÉ, DIEU QUI POURVOIT
37-  EL SHADDAI, EL SHADDAI    x2</a:t>
            </a:r>
          </a:p>
          <a:p>
            <a:endParaRPr lang="fr-FR" smtClean="0"/>
          </a:p>
          <a:p>
            <a:r>
              <a:rPr lang="fr-FR" smtClean="0"/>
              <a:t>
	38-  QUE LES NATIONS LE CHANTENT ET LOUENT 
	39-  ET ISRAEL DIRA AMEN ! 
	40-  QUE LES NATIONS CHANTENT ALLÉLUIA 
	41-  ET ISRAEL DIRA AMEN ! </a:t>
            </a:r>
          </a:p>
          <a:p>
            <a:endParaRPr lang="fr-FR" smtClean="0"/>
          </a:p>
          <a:p>
            <a:r>
              <a:rPr lang="fr-FR" smtClean="0"/>
              <a:t>	X2</a:t>
            </a:r>
          </a:p>
          <a:p>
            <a:r>
              <a:rPr lang="fr-FR" smtClean="0"/>
              <a:t>
	42-  ET ISRAEL DIRA … </a:t>
            </a:r>
          </a:p>
          <a:p>
            <a:r>
              <a:rPr lang="fr-FR" smtClean="0"/>
              <a:t>
	43-  BARUCH ADONAÏ ELOHEY YISRAEL ADONAÏ 
	44-  BÉNI SOIT LE SEIGNEUR 
</a:t>
            </a:r>
            <a:endParaRPr lang="fr-FR" smtClean="0"/>
          </a:p>
        </p:txBody>
      </p:sp>
    </p:spTree>
    <p:extLst>
      <p:ext uri="{BB962C8B-B14F-4D97-AF65-F5344CB8AC3E}">
        <p14:creationId xmlns="" xmlns:p14="http://schemas.microsoft.com/office/powerpoint/2010/main" val="16518524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BARUCH ADONAÏ ELOHEY YISRAEL ADONAÏ 
2-  BÉNI SOIT LE SEIGNEUR                             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3-  MIN HA-OLAM, VAD HA-OLAM LOUE SON NOM ENCORE ET À JAMAIS 
4-  MIN HA-OLAM, VAD HA-OLAM BÉNI SOIT LE SEIGNEUR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5-  LE DIEU D’ISRAEL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
	6-  QUE LES NATIONS LE CHANTENT ET LOUENT 
	7-  ET ISRAEL DIRA AMEN ! 
	8-  QUE LES NATIONS CHANTENT ALLÉLUIA 
	9-  ET ISRAEL DIRA AMEN !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10-  ET ISRAEL DIRA …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Couplet 1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 QUAND LE CRI DU SEIGNEUR EST DANS LE CAMP 
12-  C’EST UN SON VICTORIEUX 
13-  CAR SA PUISSANTE VOIX DISPERSE NOS ENNEMIS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14-  AUCUNE ARME NE PEUT NOUS VAINCRE ICI 
15-  NOUS TRIOMPHONSDE TOUTE PART 
16-  PLUS QUE CONQUÉRANT PAR LA FORCE D’ADONAÏ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 MALGRÉ CES MURS DEVANT NOUS DE PARTOUT ILS NOUS ENTOURENT 
18-  ILS SONT RENVERSÉS LORSQU’EST PRONONCÉ 
19-  LE NOM AU-DESSUS DE TOUT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YESHUA HAMASHIACH EL GIBBOR, TU ES DIEU PUISSANT ! 
21-  YAHVEH NISSI BIEN HAUT ÉLÈVE TA BANNIÈRE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22-  ROCHER DE NOTRE SALUT LE MESSIE ET NOTRE JUSTICE 
23-  ADONAÏ JIRÉ, DIEU QUI POURVOIT EL SHADDAI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24-  QUAND LE CRI DU SEIGNEUR EST DANS LE CAMP 
25-  C’EST UN SON VICTORIEUX 
26-  CAR SA PUISSANTE VOIX DISPERSE NOS ENNEMIS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27-  AUCUNE ARME NE PEUT NOUS VAINCRE ICI 
28-  NOUS TRIOMPHONS DE TOUTE PART 
29-  PLUS QUE CONQUÉRANT PAR LA FORCE D’ADONAÏ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30-  MALGRÉ CES MURS DEVANT NOUS DE PARTOUT ILS NOUS ENTOURENT 
31-  ILS SONT RENVERSÉS LORSQU’EST PRONONCÉ 
32-  LE NOM AU-DESSUS DE TOUT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33-  YESHUA HAMASHIACH EL GIBBOR, TU ES DIEU PUISSANT ! 
34-  YAHVEH NISSI BIEN HAUT ÉLÈVE TA BANNIÈRE 
35-  ROCHER DE NOTRE SALUT LE MESSIE ET NOTRE JUSTICE 
36-  ADONAÏ JIRÉ, DIEU QUI POURVOIT
37-  EL SHADDAI, EL SHADDAI    x2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38-  QUE LES NATIONS LE CHANTENT ET LOUENT 
	39-  ET ISRAEL DIRA AMEN ! 
	40-  QUE LES NATIONS CHANTENT ALLÉLUIA 
	41-  ET ISRAEL DIRA AMEN !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42-  ET ISRAEL DIRA …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43-  BARUCH ADONAÏ ELOHEY YISRAEL ADONAÏ 
	44-  BÉNI SOIT LE SEIGNEUR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1-  BARUCH ADONAÏ ELOHEY YISRAEL ADONAÏ 
2-  BÉNI SOIT LE SEIGNEUR                                                         X2</a:t>
            </a:r>
          </a:p>
          <a:p>
            <a:r>
              <a:rPr lang="fr-FR" smtClean="0"/>
              <a:t>
3-  MIN HA-OLAM, VAD HA-OLAM LOUE SON NOM ENCORE ET À JAMAIS 
4-  MIN HA-OLAM, VAD HA-OLAM BÉNI SOIT LE SEIGNEUR </a:t>
            </a:r>
          </a:p>
          <a:p>
            <a:r>
              <a:rPr lang="fr-FR" smtClean="0"/>
              <a:t>5-  LE DIEU D’ISRAEL </a:t>
            </a:r>
          </a:p>
          <a:p>
            <a:endParaRPr lang="fr-FR" smtClean="0"/>
          </a:p>
          <a:p>
            <a:r>
              <a:rPr lang="fr-FR" smtClean="0"/>
              <a:t>	Refrain :
	6-  QUE LES NATIONS LE CHANTENT ET LOUENT 
	7-  ET ISRAEL DIRA AMEN ! 
	8-  QUE LES NATIONS CHANTENT ALLÉLUIA 
	9-  ET ISRAEL DIRA AMEN ! </a:t>
            </a:r>
          </a:p>
          <a:p>
            <a:endParaRPr lang="fr-FR" smtClean="0"/>
          </a:p>
          <a:p>
            <a:r>
              <a:rPr lang="fr-FR" smtClean="0"/>
              <a:t>	X2</a:t>
            </a:r>
          </a:p>
          <a:p>
            <a:r>
              <a:rPr lang="fr-FR" smtClean="0"/>
              <a:t>
	10-  ET ISRAEL DIRA … </a:t>
            </a:r>
          </a:p>
          <a:p>
            <a:r>
              <a:rPr lang="fr-FR" smtClean="0"/>
              <a:t>
Couplet 1</a:t>
            </a:r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r>
              <a:rPr lang="fr-FR" smtClean="0"/>
              <a:t>
11-  QUAND LE CRI DU SEIGNEUR EST DANS LE CAMP 
12-  C’EST UN SON VICTORIEUX 
13-  CAR SA PUISSANTE VOIX DISPERSE NOS ENNEMIS</a:t>
            </a:r>
          </a:p>
          <a:p>
            <a:r>
              <a:rPr lang="fr-FR" smtClean="0"/>
              <a:t> 
14-  AUCUNE ARME NE PEUT NOUS VAINCRE ICI 
15-  NOUS TRIOMPHONSDE TOUTE PART 
16-  PLUS QUE CONQUÉRANT PAR LA FORCE D’ADONAÏ </a:t>
            </a:r>
          </a:p>
          <a:p>
            <a:r>
              <a:rPr lang="fr-FR" smtClean="0"/>
              <a:t>
17-  MALGRÉ CES MURS DEVANT NOUS DE PARTOUT ILS NOUS ENTOURENT 
18-  ILS SONT RENVERSÉS LORSQU’EST PRONONCÉ 
19-  LE NOM AU-DESSUS DE TOUT </a:t>
            </a:r>
          </a:p>
          <a:p>
            <a:r>
              <a:rPr lang="fr-FR" smtClean="0"/>
              <a:t>
20-  YESHUA HAMASHIACH EL GIBBOR, TU ES DIEU PUISSANT ! 
21-  YAHVEH NISSI BIEN HAUT ÉLÈVE TA BANNIÈRE </a:t>
            </a:r>
          </a:p>
          <a:p>
            <a:r>
              <a:rPr lang="fr-FR" smtClean="0"/>
              <a:t>
22-  ROCHER DE NOTRE SALUT LE MESSIE ET NOTRE JUSTICE 
23-  ADONAÏ JIRÉ, DIEU QUI POURVOIT EL SHADDAI </a:t>
            </a:r>
          </a:p>
          <a:p>
            <a:r>
              <a:rPr lang="fr-FR" smtClean="0"/>
              <a:t>
24-  QUAND LE CRI DU SEIGNEUR EST DANS LE CAMP 
25-  C’EST UN SON VICTORIEUX 
26-  CAR SA PUISSANTE VOIX DISPERSE NOS ENNEMIS</a:t>
            </a:r>
          </a:p>
          <a:p>
            <a:r>
              <a:rPr lang="fr-FR" smtClean="0"/>
              <a:t>
27-  AUCUNE ARME NE PEUT NOUS VAINCRE ICI 
28-  NOUS TRIOMPHONS DE TOUTE PART 
29-  PLUS QUE CONQUÉRANT PAR LA FORCE D’ADONAÏ </a:t>
            </a:r>
          </a:p>
          <a:p>
            <a:r>
              <a:rPr lang="fr-FR" smtClean="0"/>
              <a:t>
30-  MALGRÉ CES MURS DEVANT NOUS DE PARTOUT ILS NOUS ENTOURENT 
31-  ILS SONT RENVERSÉS LORSQU’EST PRONONCÉ 
32-  LE NOM AU-DESSUS DE TOUT </a:t>
            </a:r>
          </a:p>
          <a:p>
            <a:r>
              <a:rPr lang="fr-FR" smtClean="0"/>
              <a:t>
33-  YESHUA HAMASHIACH EL GIBBOR, TU ES DIEU PUISSANT ! 
34-  YAHVEH NISSI BIEN HAUT ÉLÈVE TA BANNIÈRE 
35-  ROCHER DE NOTRE SALUT LE MESSIE ET NOTRE JUSTICE 
36-  ADONAÏ JIRÉ, DIEU QUI POURVOIT
37-  EL SHADDAI, EL SHADDAI    x2</a:t>
            </a:r>
          </a:p>
          <a:p>
            <a:endParaRPr lang="fr-FR" smtClean="0"/>
          </a:p>
          <a:p>
            <a:r>
              <a:rPr lang="fr-FR" smtClean="0"/>
              <a:t>
	38-  QUE LES NATIONS LE CHANTENT ET LOUENT 
	39-  ET ISRAEL DIRA AMEN ! 
	40-  QUE LES NATIONS CHANTENT ALLÉLUIA 
	41-  ET ISRAEL DIRA AMEN ! </a:t>
            </a:r>
          </a:p>
          <a:p>
            <a:endParaRPr lang="fr-FR" smtClean="0"/>
          </a:p>
          <a:p>
            <a:r>
              <a:rPr lang="fr-FR" smtClean="0"/>
              <a:t>	X2</a:t>
            </a:r>
          </a:p>
          <a:p>
            <a:r>
              <a:rPr lang="fr-FR" smtClean="0"/>
              <a:t>
	42-  ET ISRAEL DIRA … </a:t>
            </a:r>
          </a:p>
          <a:p>
            <a:r>
              <a:rPr lang="fr-FR" smtClean="0"/>
              <a:t>
	43-  BARUCH ADONAÏ ELOHEY YISRAEL ADONAÏ 
	44-  BÉNI SOIT LE SEIGNEUR 
</a:t>
            </a:r>
            <a:endParaRPr lang="fr-FR" smtClean="0"/>
          </a:p>
        </p:txBody>
      </p:sp>
    </p:spTree>
    <p:extLst>
      <p:ext uri="{BB962C8B-B14F-4D97-AF65-F5344CB8AC3E}">
        <p14:creationId xmlns="" xmlns:p14="http://schemas.microsoft.com/office/powerpoint/2010/main" val="20270415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BARUCH ADONAÏ ELOHEY YISRAEL ADONAÏ 
2-  BÉNI SOIT LE SEIGNEUR                             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3-  MIN HA-OLAM, VAD HA-OLAM LOUE SON NOM ENCORE ET À JAMAIS 
4-  MIN HA-OLAM, VAD HA-OLAM BÉNI SOIT LE SEIGNEUR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5-  LE DIEU D’ISRAEL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
	6-  QUE LES NATIONS LE CHANTENT ET LOUENT 
	7-  ET ISRAEL DIRA AMEN ! 
	8-  QUE LES NATIONS CHANTENT ALLÉLUIA 
	9-  ET ISRAEL DIRA AMEN !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10-  ET ISRAEL DIRA …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Couplet 1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 QUAND LE CRI DU SEIGNEUR EST DANS LE CAMP 
12-  C’EST UN SON VICTORIEUX 
13-  CAR SA PUISSANTE VOIX DISPERSE NOS ENNEMIS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14-  AUCUNE ARME NE PEUT NOUS VAINCRE ICI 
15-  NOUS TRIOMPHONSDE TOUTE PART 
16-  PLUS QUE CONQUÉRANT PAR LA FORCE D’ADONAÏ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 MALGRÉ CES MURS DEVANT NOUS DE PARTOUT ILS NOUS ENTOURENT 
18-  ILS SONT RENVERSÉS LORSQU’EST PRONONCÉ 
19-  LE NOM AU-DESSUS DE TOUT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YESHUA HAMASHIACH EL GIBBOR, TU ES DIEU PUISSANT ! 
21-  YAHVEH NISSI BIEN HAUT ÉLÈVE TA BANNIÈRE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22-  ROCHER DE NOTRE SALUT LE MESSIE ET NOTRE JUSTICE 
23-  ADONAÏ JIRÉ, DIEU QUI POURVOIT EL SHADDAI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24-  QUAND LE CRI DU SEIGNEUR EST DANS LE CAMP 
25-  C’EST UN SON VICTORIEUX 
26-  CAR SA PUISSANTE VOIX DISPERSE NOS ENNEMIS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27-  AUCUNE ARME NE PEUT NOUS VAINCRE ICI 
28-  NOUS TRIOMPHONS DE TOUTE PART 
29-  PLUS QUE CONQUÉRANT PAR LA FORCE D’ADONAÏ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30-  MALGRÉ CES MURS DEVANT NOUS DE PARTOUT ILS NOUS ENTOURENT 
31-  ILS SONT RENVERSÉS LORSQU’EST PRONONCÉ 
32-  LE NOM AU-DESSUS DE TOUT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33-  YESHUA HAMASHIACH EL GIBBOR, TU ES DIEU PUISSANT ! 
34-  YAHVEH NISSI BIEN HAUT ÉLÈVE TA BANNIÈRE 
35-  ROCHER DE NOTRE SALUT LE MESSIE ET NOTRE JUSTICE 
36-  ADONAÏ JIRÉ, DIEU QUI POURVOIT
37-  EL SHADDAI, EL SHADDAI    x2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38-  QUE LES NATIONS LE CHANTENT ET LOUENT 
	39-  ET ISRAEL DIRA AMEN ! 
	40-  QUE LES NATIONS CHANTENT ALLÉLUIA 
	41-  ET ISRAEL DIRA AMEN !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42-  ET ISRAEL DIRA …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43-  BARUCH ADONAÏ ELOHEY YISRAEL ADONAÏ 
	44-  BÉNI SOIT LE SEIGNEUR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1-  BARUCH ADONAÏ ELOHEY YISRAEL ADONAÏ 
2-  BÉNI SOIT LE SEIGNEUR                                                         X2</a:t>
            </a:r>
          </a:p>
          <a:p>
            <a:r>
              <a:rPr lang="fr-FR" smtClean="0"/>
              <a:t>
3-  MIN HA-OLAM, VAD HA-OLAM LOUE SON NOM ENCORE ET À JAMAIS 
4-  MIN HA-OLAM, VAD HA-OLAM BÉNI SOIT LE SEIGNEUR </a:t>
            </a:r>
          </a:p>
          <a:p>
            <a:r>
              <a:rPr lang="fr-FR" smtClean="0"/>
              <a:t>5-  LE DIEU D’ISRAEL </a:t>
            </a:r>
          </a:p>
          <a:p>
            <a:endParaRPr lang="fr-FR" smtClean="0"/>
          </a:p>
          <a:p>
            <a:r>
              <a:rPr lang="fr-FR" smtClean="0"/>
              <a:t>	Refrain :
	6-  QUE LES NATIONS LE CHANTENT ET LOUENT 
	7-  ET ISRAEL DIRA AMEN ! 
	8-  QUE LES NATIONS CHANTENT ALLÉLUIA 
	9-  ET ISRAEL DIRA AMEN ! </a:t>
            </a:r>
          </a:p>
          <a:p>
            <a:endParaRPr lang="fr-FR" smtClean="0"/>
          </a:p>
          <a:p>
            <a:r>
              <a:rPr lang="fr-FR" smtClean="0"/>
              <a:t>	X2</a:t>
            </a:r>
          </a:p>
          <a:p>
            <a:r>
              <a:rPr lang="fr-FR" smtClean="0"/>
              <a:t>
	10-  ET ISRAEL DIRA … </a:t>
            </a:r>
          </a:p>
          <a:p>
            <a:r>
              <a:rPr lang="fr-FR" smtClean="0"/>
              <a:t>
Couplet 1</a:t>
            </a:r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r>
              <a:rPr lang="fr-FR" smtClean="0"/>
              <a:t>
11-  QUAND LE CRI DU SEIGNEUR EST DANS LE CAMP 
12-  C’EST UN SON VICTORIEUX 
13-  CAR SA PUISSANTE VOIX DISPERSE NOS ENNEMIS</a:t>
            </a:r>
          </a:p>
          <a:p>
            <a:r>
              <a:rPr lang="fr-FR" smtClean="0"/>
              <a:t> 
14-  AUCUNE ARME NE PEUT NOUS VAINCRE ICI 
15-  NOUS TRIOMPHONSDE TOUTE PART 
16-  PLUS QUE CONQUÉRANT PAR LA FORCE D’ADONAÏ </a:t>
            </a:r>
          </a:p>
          <a:p>
            <a:r>
              <a:rPr lang="fr-FR" smtClean="0"/>
              <a:t>
17-  MALGRÉ CES MURS DEVANT NOUS DE PARTOUT ILS NOUS ENTOURENT 
18-  ILS SONT RENVERSÉS LORSQU’EST PRONONCÉ 
19-  LE NOM AU-DESSUS DE TOUT </a:t>
            </a:r>
          </a:p>
          <a:p>
            <a:r>
              <a:rPr lang="fr-FR" smtClean="0"/>
              <a:t>
20-  YESHUA HAMASHIACH EL GIBBOR, TU ES DIEU PUISSANT ! 
21-  YAHVEH NISSI BIEN HAUT ÉLÈVE TA BANNIÈRE </a:t>
            </a:r>
          </a:p>
          <a:p>
            <a:r>
              <a:rPr lang="fr-FR" smtClean="0"/>
              <a:t>
22-  ROCHER DE NOTRE SALUT LE MESSIE ET NOTRE JUSTICE 
23-  ADONAÏ JIRÉ, DIEU QUI POURVOIT EL SHADDAI </a:t>
            </a:r>
          </a:p>
          <a:p>
            <a:r>
              <a:rPr lang="fr-FR" smtClean="0"/>
              <a:t>
24-  QUAND LE CRI DU SEIGNEUR EST DANS LE CAMP 
25-  C’EST UN SON VICTORIEUX 
26-  CAR SA PUISSANTE VOIX DISPERSE NOS ENNEMIS</a:t>
            </a:r>
          </a:p>
          <a:p>
            <a:r>
              <a:rPr lang="fr-FR" smtClean="0"/>
              <a:t>
27-  AUCUNE ARME NE PEUT NOUS VAINCRE ICI 
28-  NOUS TRIOMPHONS DE TOUTE PART 
29-  PLUS QUE CONQUÉRANT PAR LA FORCE D’ADONAÏ </a:t>
            </a:r>
          </a:p>
          <a:p>
            <a:r>
              <a:rPr lang="fr-FR" smtClean="0"/>
              <a:t>
30-  MALGRÉ CES MURS DEVANT NOUS DE PARTOUT ILS NOUS ENTOURENT 
31-  ILS SONT RENVERSÉS LORSQU’EST PRONONCÉ 
32-  LE NOM AU-DESSUS DE TOUT </a:t>
            </a:r>
          </a:p>
          <a:p>
            <a:r>
              <a:rPr lang="fr-FR" smtClean="0"/>
              <a:t>
33-  YESHUA HAMASHIACH EL GIBBOR, TU ES DIEU PUISSANT ! 
34-  YAHVEH NISSI BIEN HAUT ÉLÈVE TA BANNIÈRE 
35-  ROCHER DE NOTRE SALUT LE MESSIE ET NOTRE JUSTICE 
36-  ADONAÏ JIRÉ, DIEU QUI POURVOIT
37-  EL SHADDAI, EL SHADDAI    x2</a:t>
            </a:r>
          </a:p>
          <a:p>
            <a:endParaRPr lang="fr-FR" smtClean="0"/>
          </a:p>
          <a:p>
            <a:r>
              <a:rPr lang="fr-FR" smtClean="0"/>
              <a:t>
	38-  QUE LES NATIONS LE CHANTENT ET LOUENT 
	39-  ET ISRAEL DIRA AMEN ! 
	40-  QUE LES NATIONS CHANTENT ALLÉLUIA 
	41-  ET ISRAEL DIRA AMEN ! </a:t>
            </a:r>
          </a:p>
          <a:p>
            <a:endParaRPr lang="fr-FR" smtClean="0"/>
          </a:p>
          <a:p>
            <a:r>
              <a:rPr lang="fr-FR" smtClean="0"/>
              <a:t>	X2</a:t>
            </a:r>
          </a:p>
          <a:p>
            <a:r>
              <a:rPr lang="fr-FR" smtClean="0"/>
              <a:t>
	42-  ET ISRAEL DIRA … </a:t>
            </a:r>
          </a:p>
          <a:p>
            <a:r>
              <a:rPr lang="fr-FR" smtClean="0"/>
              <a:t>
	43-  BARUCH ADONAÏ ELOHEY YISRAEL ADONAÏ 
	44-  BÉNI SOIT LE SEIGNEUR 
</a:t>
            </a:r>
            <a:endParaRPr lang="fr-FR" smtClean="0"/>
          </a:p>
        </p:txBody>
      </p:sp>
    </p:spTree>
    <p:extLst>
      <p:ext uri="{BB962C8B-B14F-4D97-AF65-F5344CB8AC3E}">
        <p14:creationId xmlns="" xmlns:p14="http://schemas.microsoft.com/office/powerpoint/2010/main" val="3479620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BARUCH ADONAÏ ELOHEY YISRAEL ADONAÏ 
2-  BÉNI SOIT LE SEIGNEUR                             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3-  MIN HA-OLAM, VAD HA-OLAM LOUE SON NOM ENCORE ET À JAMAIS 
4-  MIN HA-OLAM, VAD HA-OLAM BÉNI SOIT LE SEIGNEUR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5-  LE DIEU D’ISRAEL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
	6-  QUE LES NATIONS LE CHANTENT ET LOUENT 
	7-  ET ISRAEL DIRA AMEN ! 
	8-  QUE LES NATIONS CHANTENT ALLÉLUIA 
	9-  ET ISRAEL DIRA AMEN !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10-  ET ISRAEL DIRA …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Couplet 1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 QUAND LE CRI DU SEIGNEUR EST DANS LE CAMP 
12-  C’EST UN SON VICTORIEUX 
13-  CAR SA PUISSANTE VOIX DISPERSE NOS ENNEMIS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14-  AUCUNE ARME NE PEUT NOUS VAINCRE ICI 
15-  NOUS TRIOMPHONSDE TOUTE PART 
16-  PLUS QUE CONQUÉRANT PAR LA FORCE D’ADONAÏ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 MALGRÉ CES MURS DEVANT NOUS DE PARTOUT ILS NOUS ENTOURENT 
18-  ILS SONT RENVERSÉS LORSQU’EST PRONONCÉ 
19-  LE NOM AU-DESSUS DE TOUT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YESHUA HAMASHIACH EL GIBBOR, TU ES DIEU PUISSANT ! 
21-  YAHVEH NISSI BIEN HAUT ÉLÈVE TA BANNIÈRE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22-  ROCHER DE NOTRE SALUT LE MESSIE ET NOTRE JUSTICE 
23-  ADONAÏ JIRÉ, DIEU QUI POURVOIT EL SHADDAI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24-  QUAND LE CRI DU SEIGNEUR EST DANS LE CAMP 
25-  C’EST UN SON VICTORIEUX 
26-  CAR SA PUISSANTE VOIX DISPERSE NOS ENNEMIS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27-  AUCUNE ARME NE PEUT NOUS VAINCRE ICI 
28-  NOUS TRIOMPHONS DE TOUTE PART 
29-  PLUS QUE CONQUÉRANT PAR LA FORCE D’ADONAÏ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30-  MALGRÉ CES MURS DEVANT NOUS DE PARTOUT ILS NOUS ENTOURENT 
31-  ILS SONT RENVERSÉS LORSQU’EST PRONONCÉ 
32-  LE NOM AU-DESSUS DE TOUT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33-  YESHUA HAMASHIACH EL GIBBOR, TU ES DIEU PUISSANT ! 
34-  YAHVEH NISSI BIEN HAUT ÉLÈVE TA BANNIÈRE 
35-  ROCHER DE NOTRE SALUT LE MESSIE ET NOTRE JUSTICE 
36-  ADONAÏ JIRÉ, DIEU QUI POURVOIT
37-  EL SHADDAI, EL SHADDAI    x2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38-  QUE LES NATIONS LE CHANTENT ET LOUENT 
	39-  ET ISRAEL DIRA AMEN ! 
	40-  QUE LES NATIONS CHANTENT ALLÉLUIA 
	41-  ET ISRAEL DIRA AMEN !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42-  ET ISRAEL DIRA …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43-  BARUCH ADONAÏ ELOHEY YISRAEL ADONAÏ 
	44-  BÉNI SOIT LE SEIGNEUR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1-  BARUCH ADONAÏ ELOHEY YISRAEL ADONAÏ 
2-  BÉNI SOIT LE SEIGNEUR                                                         X2</a:t>
            </a:r>
          </a:p>
          <a:p>
            <a:r>
              <a:rPr lang="fr-FR" smtClean="0"/>
              <a:t>
3-  MIN HA-OLAM, VAD HA-OLAM LOUE SON NOM ENCORE ET À JAMAIS 
4-  MIN HA-OLAM, VAD HA-OLAM BÉNI SOIT LE SEIGNEUR </a:t>
            </a:r>
          </a:p>
          <a:p>
            <a:r>
              <a:rPr lang="fr-FR" smtClean="0"/>
              <a:t>5-  LE DIEU D’ISRAEL </a:t>
            </a:r>
          </a:p>
          <a:p>
            <a:endParaRPr lang="fr-FR" smtClean="0"/>
          </a:p>
          <a:p>
            <a:r>
              <a:rPr lang="fr-FR" smtClean="0"/>
              <a:t>	Refrain :
	6-  QUE LES NATIONS LE CHANTENT ET LOUENT 
	7-  ET ISRAEL DIRA AMEN ! 
	8-  QUE LES NATIONS CHANTENT ALLÉLUIA 
	9-  ET ISRAEL DIRA AMEN ! </a:t>
            </a:r>
          </a:p>
          <a:p>
            <a:endParaRPr lang="fr-FR" smtClean="0"/>
          </a:p>
          <a:p>
            <a:r>
              <a:rPr lang="fr-FR" smtClean="0"/>
              <a:t>	X2</a:t>
            </a:r>
          </a:p>
          <a:p>
            <a:r>
              <a:rPr lang="fr-FR" smtClean="0"/>
              <a:t>
	10-  ET ISRAEL DIRA … </a:t>
            </a:r>
          </a:p>
          <a:p>
            <a:r>
              <a:rPr lang="fr-FR" smtClean="0"/>
              <a:t>
Couplet 1</a:t>
            </a:r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r>
              <a:rPr lang="fr-FR" smtClean="0"/>
              <a:t>
11-  QUAND LE CRI DU SEIGNEUR EST DANS LE CAMP 
12-  C’EST UN SON VICTORIEUX 
13-  CAR SA PUISSANTE VOIX DISPERSE NOS ENNEMIS</a:t>
            </a:r>
          </a:p>
          <a:p>
            <a:r>
              <a:rPr lang="fr-FR" smtClean="0"/>
              <a:t> 
14-  AUCUNE ARME NE PEUT NOUS VAINCRE ICI 
15-  NOUS TRIOMPHONSDE TOUTE PART 
16-  PLUS QUE CONQUÉRANT PAR LA FORCE D’ADONAÏ </a:t>
            </a:r>
          </a:p>
          <a:p>
            <a:r>
              <a:rPr lang="fr-FR" smtClean="0"/>
              <a:t>
17-  MALGRÉ CES MURS DEVANT NOUS DE PARTOUT ILS NOUS ENTOURENT 
18-  ILS SONT RENVERSÉS LORSQU’EST PRONONCÉ 
19-  LE NOM AU-DESSUS DE TOUT </a:t>
            </a:r>
          </a:p>
          <a:p>
            <a:r>
              <a:rPr lang="fr-FR" smtClean="0"/>
              <a:t>
20-  YESHUA HAMASHIACH EL GIBBOR, TU ES DIEU PUISSANT ! 
21-  YAHVEH NISSI BIEN HAUT ÉLÈVE TA BANNIÈRE </a:t>
            </a:r>
          </a:p>
          <a:p>
            <a:r>
              <a:rPr lang="fr-FR" smtClean="0"/>
              <a:t>
22-  ROCHER DE NOTRE SALUT LE MESSIE ET NOTRE JUSTICE 
23-  ADONAÏ JIRÉ, DIEU QUI POURVOIT EL SHADDAI </a:t>
            </a:r>
          </a:p>
          <a:p>
            <a:r>
              <a:rPr lang="fr-FR" smtClean="0"/>
              <a:t>
24-  QUAND LE CRI DU SEIGNEUR EST DANS LE CAMP 
25-  C’EST UN SON VICTORIEUX 
26-  CAR SA PUISSANTE VOIX DISPERSE NOS ENNEMIS</a:t>
            </a:r>
          </a:p>
          <a:p>
            <a:r>
              <a:rPr lang="fr-FR" smtClean="0"/>
              <a:t>
27-  AUCUNE ARME NE PEUT NOUS VAINCRE ICI 
28-  NOUS TRIOMPHONS DE TOUTE PART 
29-  PLUS QUE CONQUÉRANT PAR LA FORCE D’ADONAÏ </a:t>
            </a:r>
          </a:p>
          <a:p>
            <a:r>
              <a:rPr lang="fr-FR" smtClean="0"/>
              <a:t>
30-  MALGRÉ CES MURS DEVANT NOUS DE PARTOUT ILS NOUS ENTOURENT 
31-  ILS SONT RENVERSÉS LORSQU’EST PRONONCÉ 
32-  LE NOM AU-DESSUS DE TOUT </a:t>
            </a:r>
          </a:p>
          <a:p>
            <a:r>
              <a:rPr lang="fr-FR" smtClean="0"/>
              <a:t>
33-  YESHUA HAMASHIACH EL GIBBOR, TU ES DIEU PUISSANT ! 
34-  YAHVEH NISSI BIEN HAUT ÉLÈVE TA BANNIÈRE 
35-  ROCHER DE NOTRE SALUT LE MESSIE ET NOTRE JUSTICE 
36-  ADONAÏ JIRÉ, DIEU QUI POURVOIT
37-  EL SHADDAI, EL SHADDAI    x2</a:t>
            </a:r>
          </a:p>
          <a:p>
            <a:endParaRPr lang="fr-FR" smtClean="0"/>
          </a:p>
          <a:p>
            <a:r>
              <a:rPr lang="fr-FR" smtClean="0"/>
              <a:t>
	38-  QUE LES NATIONS LE CHANTENT ET LOUENT 
	39-  ET ISRAEL DIRA AMEN ! 
	40-  QUE LES NATIONS CHANTENT ALLÉLUIA 
	41-  ET ISRAEL DIRA AMEN ! </a:t>
            </a:r>
          </a:p>
          <a:p>
            <a:endParaRPr lang="fr-FR" smtClean="0"/>
          </a:p>
          <a:p>
            <a:r>
              <a:rPr lang="fr-FR" smtClean="0"/>
              <a:t>	X2</a:t>
            </a:r>
          </a:p>
          <a:p>
            <a:r>
              <a:rPr lang="fr-FR" smtClean="0"/>
              <a:t>
	42-  ET ISRAEL DIRA … </a:t>
            </a:r>
          </a:p>
          <a:p>
            <a:r>
              <a:rPr lang="fr-FR" smtClean="0"/>
              <a:t>
	43-  BARUCH ADONAÏ ELOHEY YISRAEL ADONAÏ 
	44-  BÉNI SOIT LE SEIGNEUR 
</a:t>
            </a:r>
            <a:endParaRPr lang="fr-FR" smtClean="0"/>
          </a:p>
        </p:txBody>
      </p:sp>
    </p:spTree>
    <p:extLst>
      <p:ext uri="{BB962C8B-B14F-4D97-AF65-F5344CB8AC3E}">
        <p14:creationId xmlns="" xmlns:p14="http://schemas.microsoft.com/office/powerpoint/2010/main" val="41140119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BARUCH ADONAÏ ELOHEY YISRAEL ADONAÏ 
2-  BÉNI SOIT LE SEIGNEUR                             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3-  MIN HA-OLAM, VAD HA-OLAM LOUE SON NOM ENCORE ET À JAMAIS 
4-  MIN HA-OLAM, VAD HA-OLAM BÉNI SOIT LE SEIGNEUR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5-  LE DIEU D’ISRAEL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
	6-  QUE LES NATIONS LE CHANTENT ET LOUENT 
	7-  ET ISRAEL DIRA AMEN ! 
	8-  QUE LES NATIONS CHANTENT ALLÉLUIA 
	9-  ET ISRAEL DIRA AMEN !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10-  ET ISRAEL DIRA …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Couplet 1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 QUAND LE CRI DU SEIGNEUR EST DANS LE CAMP 
12-  C’EST UN SON VICTORIEUX 
13-  CAR SA PUISSANTE VOIX DISPERSE NOS ENNEMIS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14-  AUCUNE ARME NE PEUT NOUS VAINCRE ICI 
15-  NOUS TRIOMPHONSDE TOUTE PART 
16-  PLUS QUE CONQUÉRANT PAR LA FORCE D’ADONAÏ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 MALGRÉ CES MURS DEVANT NOUS DE PARTOUT ILS NOUS ENTOURENT 
18-  ILS SONT RENVERSÉS LORSQU’EST PRONONCÉ 
19-  LE NOM AU-DESSUS DE TOUT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YESHUA HAMASHIACH EL GIBBOR, TU ES DIEU PUISSANT ! 
21-  YAHVEH NISSI BIEN HAUT ÉLÈVE TA BANNIÈRE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22-  ROCHER DE NOTRE SALUT LE MESSIE ET NOTRE JUSTICE 
23-  ADONAÏ JIRÉ, DIEU QUI POURVOIT EL SHADDAI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24-  QUAND LE CRI DU SEIGNEUR EST DANS LE CAMP 
25-  C’EST UN SON VICTORIEUX 
26-  CAR SA PUISSANTE VOIX DISPERSE NOS ENNEMIS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27-  AUCUNE ARME NE PEUT NOUS VAINCRE ICI 
28-  NOUS TRIOMPHONS DE TOUTE PART 
29-  PLUS QUE CONQUÉRANT PAR LA FORCE D’ADONAÏ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30-  MALGRÉ CES MURS DEVANT NOUS DE PARTOUT ILS NOUS ENTOURENT 
31-  ILS SONT RENVERSÉS LORSQU’EST PRONONCÉ 
32-  LE NOM AU-DESSUS DE TOUT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33-  YESHUA HAMASHIACH EL GIBBOR, TU ES DIEU PUISSANT ! 
34-  YAHVEH NISSI BIEN HAUT ÉLÈVE TA BANNIÈRE 
35-  ROCHER DE NOTRE SALUT LE MESSIE ET NOTRE JUSTICE 
36-  ADONAÏ JIRÉ, DIEU QUI POURVOIT
37-  EL SHADDAI, EL SHADDAI    x2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38-  QUE LES NATIONS LE CHANTENT ET LOUENT 
	39-  ET ISRAEL DIRA AMEN ! 
	40-  QUE LES NATIONS CHANTENT ALLÉLUIA 
	41-  ET ISRAEL DIRA AMEN !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42-  ET ISRAEL DIRA …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43-  BARUCH ADONAÏ ELOHEY YISRAEL ADONAÏ 
	44-  BÉNI SOIT LE SEIGNEUR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1-  BARUCH ADONAÏ ELOHEY YISRAEL ADONAÏ 
2-  BÉNI SOIT LE SEIGNEUR                                                         X2</a:t>
            </a:r>
          </a:p>
          <a:p>
            <a:r>
              <a:rPr lang="fr-FR" smtClean="0"/>
              <a:t>
3-  MIN HA-OLAM, VAD HA-OLAM LOUE SON NOM ENCORE ET À JAMAIS 
4-  MIN HA-OLAM, VAD HA-OLAM BÉNI SOIT LE SEIGNEUR </a:t>
            </a:r>
          </a:p>
          <a:p>
            <a:r>
              <a:rPr lang="fr-FR" smtClean="0"/>
              <a:t>5-  LE DIEU D’ISRAEL </a:t>
            </a:r>
          </a:p>
          <a:p>
            <a:endParaRPr lang="fr-FR" smtClean="0"/>
          </a:p>
          <a:p>
            <a:r>
              <a:rPr lang="fr-FR" smtClean="0"/>
              <a:t>	Refrain :
	6-  QUE LES NATIONS LE CHANTENT ET LOUENT 
	7-  ET ISRAEL DIRA AMEN ! 
	8-  QUE LES NATIONS CHANTENT ALLÉLUIA 
	9-  ET ISRAEL DIRA AMEN ! </a:t>
            </a:r>
          </a:p>
          <a:p>
            <a:endParaRPr lang="fr-FR" smtClean="0"/>
          </a:p>
          <a:p>
            <a:r>
              <a:rPr lang="fr-FR" smtClean="0"/>
              <a:t>	X2</a:t>
            </a:r>
          </a:p>
          <a:p>
            <a:r>
              <a:rPr lang="fr-FR" smtClean="0"/>
              <a:t>
	10-  ET ISRAEL DIRA … </a:t>
            </a:r>
          </a:p>
          <a:p>
            <a:r>
              <a:rPr lang="fr-FR" smtClean="0"/>
              <a:t>
Couplet 1</a:t>
            </a:r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r>
              <a:rPr lang="fr-FR" smtClean="0"/>
              <a:t>
11-  QUAND LE CRI DU SEIGNEUR EST DANS LE CAMP 
12-  C’EST UN SON VICTORIEUX 
13-  CAR SA PUISSANTE VOIX DISPERSE NOS ENNEMIS</a:t>
            </a:r>
          </a:p>
          <a:p>
            <a:r>
              <a:rPr lang="fr-FR" smtClean="0"/>
              <a:t> 
14-  AUCUNE ARME NE PEUT NOUS VAINCRE ICI 
15-  NOUS TRIOMPHONSDE TOUTE PART 
16-  PLUS QUE CONQUÉRANT PAR LA FORCE D’ADONAÏ </a:t>
            </a:r>
          </a:p>
          <a:p>
            <a:r>
              <a:rPr lang="fr-FR" smtClean="0"/>
              <a:t>
17-  MALGRÉ CES MURS DEVANT NOUS DE PARTOUT ILS NOUS ENTOURENT 
18-  ILS SONT RENVERSÉS LORSQU’EST PRONONCÉ 
19-  LE NOM AU-DESSUS DE TOUT </a:t>
            </a:r>
          </a:p>
          <a:p>
            <a:r>
              <a:rPr lang="fr-FR" smtClean="0"/>
              <a:t>
20-  YESHUA HAMASHIACH EL GIBBOR, TU ES DIEU PUISSANT ! 
21-  YAHVEH NISSI BIEN HAUT ÉLÈVE TA BANNIÈRE </a:t>
            </a:r>
          </a:p>
          <a:p>
            <a:r>
              <a:rPr lang="fr-FR" smtClean="0"/>
              <a:t>
22-  ROCHER DE NOTRE SALUT LE MESSIE ET NOTRE JUSTICE 
23-  ADONAÏ JIRÉ, DIEU QUI POURVOIT EL SHADDAI </a:t>
            </a:r>
          </a:p>
          <a:p>
            <a:r>
              <a:rPr lang="fr-FR" smtClean="0"/>
              <a:t>
24-  QUAND LE CRI DU SEIGNEUR EST DANS LE CAMP 
25-  C’EST UN SON VICTORIEUX 
26-  CAR SA PUISSANTE VOIX DISPERSE NOS ENNEMIS</a:t>
            </a:r>
          </a:p>
          <a:p>
            <a:r>
              <a:rPr lang="fr-FR" smtClean="0"/>
              <a:t>
27-  AUCUNE ARME NE PEUT NOUS VAINCRE ICI 
28-  NOUS TRIOMPHONS DE TOUTE PART 
29-  PLUS QUE CONQUÉRANT PAR LA FORCE D’ADONAÏ </a:t>
            </a:r>
          </a:p>
          <a:p>
            <a:r>
              <a:rPr lang="fr-FR" smtClean="0"/>
              <a:t>
30-  MALGRÉ CES MURS DEVANT NOUS DE PARTOUT ILS NOUS ENTOURENT 
31-  ILS SONT RENVERSÉS LORSQU’EST PRONONCÉ 
32-  LE NOM AU-DESSUS DE TOUT </a:t>
            </a:r>
          </a:p>
          <a:p>
            <a:r>
              <a:rPr lang="fr-FR" smtClean="0"/>
              <a:t>
33-  YESHUA HAMASHIACH EL GIBBOR, TU ES DIEU PUISSANT ! 
34-  YAHVEH NISSI BIEN HAUT ÉLÈVE TA BANNIÈRE 
35-  ROCHER DE NOTRE SALUT LE MESSIE ET NOTRE JUSTICE 
36-  ADONAÏ JIRÉ, DIEU QUI POURVOIT
37-  EL SHADDAI, EL SHADDAI    x2</a:t>
            </a:r>
          </a:p>
          <a:p>
            <a:endParaRPr lang="fr-FR" smtClean="0"/>
          </a:p>
          <a:p>
            <a:r>
              <a:rPr lang="fr-FR" smtClean="0"/>
              <a:t>
	38-  QUE LES NATIONS LE CHANTENT ET LOUENT 
	39-  ET ISRAEL DIRA AMEN ! 
	40-  QUE LES NATIONS CHANTENT ALLÉLUIA 
	41-  ET ISRAEL DIRA AMEN ! </a:t>
            </a:r>
          </a:p>
          <a:p>
            <a:endParaRPr lang="fr-FR" smtClean="0"/>
          </a:p>
          <a:p>
            <a:r>
              <a:rPr lang="fr-FR" smtClean="0"/>
              <a:t>	X2</a:t>
            </a:r>
          </a:p>
          <a:p>
            <a:r>
              <a:rPr lang="fr-FR" smtClean="0"/>
              <a:t>
	42-  ET ISRAEL DIRA … </a:t>
            </a:r>
          </a:p>
          <a:p>
            <a:r>
              <a:rPr lang="fr-FR" smtClean="0"/>
              <a:t>
	43-  BARUCH ADONAÏ ELOHEY YISRAEL ADONAÏ 
	44-  BÉNI SOIT LE SEIGNEUR 
</a:t>
            </a:r>
            <a:endParaRPr lang="fr-FR" smtClean="0"/>
          </a:p>
        </p:txBody>
      </p:sp>
    </p:spTree>
    <p:extLst>
      <p:ext uri="{BB962C8B-B14F-4D97-AF65-F5344CB8AC3E}">
        <p14:creationId xmlns="" xmlns:p14="http://schemas.microsoft.com/office/powerpoint/2010/main" val="1339584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BARUCH ADONAÏ ELOHEY YISRAEL ADONAÏ 
2-  BÉNI SOIT LE SEIGNEUR                             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3-  MIN HA-OLAM, VAD HA-OLAM LOUE SON NOM ENCORE ET À JAMAIS 
4-  MIN HA-OLAM, VAD HA-OLAM BÉNI SOIT LE SEIGNEUR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5-  LE DIEU D’ISRAEL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
	6-  QUE LES NATIONS LE CHANTENT ET LOUENT 
	7-  ET ISRAEL DIRA AMEN ! 
	8-  QUE LES NATIONS CHANTENT ALLÉLUIA 
	9-  ET ISRAEL DIRA AMEN !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10-  ET ISRAEL DIRA …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Couplet 1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 QUAND LE CRI DU SEIGNEUR EST DANS LE CAMP 
12-  C’EST UN SON VICTORIEUX 
13-  CAR SA PUISSANTE VOIX DISPERSE NOS ENNEMIS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14-  AUCUNE ARME NE PEUT NOUS VAINCRE ICI 
15-  NOUS TRIOMPHONSDE TOUTE PART 
16-  PLUS QUE CONQUÉRANT PAR LA FORCE D’ADONAÏ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 MALGRÉ CES MURS DEVANT NOUS DE PARTOUT ILS NOUS ENTOURENT 
18-  ILS SONT RENVERSÉS LORSQU’EST PRONONCÉ 
19-  LE NOM AU-DESSUS DE TOUT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YESHUA HAMASHIACH EL GIBBOR, TU ES DIEU PUISSANT ! 
21-  YAHVEH NISSI BIEN HAUT ÉLÈVE TA BANNIÈRE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22-  ROCHER DE NOTRE SALUT LE MESSIE ET NOTRE JUSTICE 
23-  ADONAÏ JIRÉ, DIEU QUI POURVOIT EL SHADDAI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24-  QUAND LE CRI DU SEIGNEUR EST DANS LE CAMP 
25-  C’EST UN SON VICTORIEUX 
26-  CAR SA PUISSANTE VOIX DISPERSE NOS ENNEMIS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27-  AUCUNE ARME NE PEUT NOUS VAINCRE ICI 
28-  NOUS TRIOMPHONS DE TOUTE PART 
29-  PLUS QUE CONQUÉRANT PAR LA FORCE D’ADONAÏ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30-  MALGRÉ CES MURS DEVANT NOUS DE PARTOUT ILS NOUS ENTOURENT 
31-  ILS SONT RENVERSÉS LORSQU’EST PRONONCÉ 
32-  LE NOM AU-DESSUS DE TOUT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33-  YESHUA HAMASHIACH EL GIBBOR, TU ES DIEU PUISSANT ! 
34-  YAHVEH NISSI BIEN HAUT ÉLÈVE TA BANNIÈRE 
35-  ROCHER DE NOTRE SALUT LE MESSIE ET NOTRE JUSTICE 
36-  ADONAÏ JIRÉ, DIEU QUI POURVOIT
37-  EL SHADDAI, EL SHADDAI    x2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38-  QUE LES NATIONS LE CHANTENT ET LOUENT 
	39-  ET ISRAEL DIRA AMEN ! 
	40-  QUE LES NATIONS CHANTENT ALLÉLUIA 
	41-  ET ISRAEL DIRA AMEN !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42-  ET ISRAEL DIRA …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43-  BARUCH ADONAÏ ELOHEY YISRAEL ADONAÏ 
	44-  BÉNI SOIT LE SEIGNEUR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1-  BARUCH ADONAÏ ELOHEY YISRAEL ADONAÏ 
2-  BÉNI SOIT LE SEIGNEUR                                                         X2</a:t>
            </a:r>
          </a:p>
          <a:p>
            <a:r>
              <a:rPr lang="fr-FR" smtClean="0"/>
              <a:t>
3-  MIN HA-OLAM, VAD HA-OLAM LOUE SON NOM ENCORE ET À JAMAIS 
4-  MIN HA-OLAM, VAD HA-OLAM BÉNI SOIT LE SEIGNEUR </a:t>
            </a:r>
          </a:p>
          <a:p>
            <a:r>
              <a:rPr lang="fr-FR" smtClean="0"/>
              <a:t>5-  LE DIEU D’ISRAEL </a:t>
            </a:r>
          </a:p>
          <a:p>
            <a:endParaRPr lang="fr-FR" smtClean="0"/>
          </a:p>
          <a:p>
            <a:r>
              <a:rPr lang="fr-FR" smtClean="0"/>
              <a:t>	Refrain :
	6-  QUE LES NATIONS LE CHANTENT ET LOUENT 
	7-  ET ISRAEL DIRA AMEN ! 
	8-  QUE LES NATIONS CHANTENT ALLÉLUIA 
	9-  ET ISRAEL DIRA AMEN ! </a:t>
            </a:r>
          </a:p>
          <a:p>
            <a:endParaRPr lang="fr-FR" smtClean="0"/>
          </a:p>
          <a:p>
            <a:r>
              <a:rPr lang="fr-FR" smtClean="0"/>
              <a:t>	X2</a:t>
            </a:r>
          </a:p>
          <a:p>
            <a:r>
              <a:rPr lang="fr-FR" smtClean="0"/>
              <a:t>
	10-  ET ISRAEL DIRA … </a:t>
            </a:r>
          </a:p>
          <a:p>
            <a:r>
              <a:rPr lang="fr-FR" smtClean="0"/>
              <a:t>
Couplet 1</a:t>
            </a:r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r>
              <a:rPr lang="fr-FR" smtClean="0"/>
              <a:t>
11-  QUAND LE CRI DU SEIGNEUR EST DANS LE CAMP 
12-  C’EST UN SON VICTORIEUX 
13-  CAR SA PUISSANTE VOIX DISPERSE NOS ENNEMIS</a:t>
            </a:r>
          </a:p>
          <a:p>
            <a:r>
              <a:rPr lang="fr-FR" smtClean="0"/>
              <a:t> 
14-  AUCUNE ARME NE PEUT NOUS VAINCRE ICI 
15-  NOUS TRIOMPHONSDE TOUTE PART 
16-  PLUS QUE CONQUÉRANT PAR LA FORCE D’ADONAÏ </a:t>
            </a:r>
          </a:p>
          <a:p>
            <a:r>
              <a:rPr lang="fr-FR" smtClean="0"/>
              <a:t>
17-  MALGRÉ CES MURS DEVANT NOUS DE PARTOUT ILS NOUS ENTOURENT 
18-  ILS SONT RENVERSÉS LORSQU’EST PRONONCÉ 
19-  LE NOM AU-DESSUS DE TOUT </a:t>
            </a:r>
          </a:p>
          <a:p>
            <a:r>
              <a:rPr lang="fr-FR" smtClean="0"/>
              <a:t>
20-  YESHUA HAMASHIACH EL GIBBOR, TU ES DIEU PUISSANT ! 
21-  YAHVEH NISSI BIEN HAUT ÉLÈVE TA BANNIÈRE </a:t>
            </a:r>
          </a:p>
          <a:p>
            <a:r>
              <a:rPr lang="fr-FR" smtClean="0"/>
              <a:t>
22-  ROCHER DE NOTRE SALUT LE MESSIE ET NOTRE JUSTICE 
23-  ADONAÏ JIRÉ, DIEU QUI POURVOIT EL SHADDAI </a:t>
            </a:r>
          </a:p>
          <a:p>
            <a:r>
              <a:rPr lang="fr-FR" smtClean="0"/>
              <a:t>
24-  QUAND LE CRI DU SEIGNEUR EST DANS LE CAMP 
25-  C’EST UN SON VICTORIEUX 
26-  CAR SA PUISSANTE VOIX DISPERSE NOS ENNEMIS</a:t>
            </a:r>
          </a:p>
          <a:p>
            <a:r>
              <a:rPr lang="fr-FR" smtClean="0"/>
              <a:t>
27-  AUCUNE ARME NE PEUT NOUS VAINCRE ICI 
28-  NOUS TRIOMPHONS DE TOUTE PART 
29-  PLUS QUE CONQUÉRANT PAR LA FORCE D’ADONAÏ </a:t>
            </a:r>
          </a:p>
          <a:p>
            <a:r>
              <a:rPr lang="fr-FR" smtClean="0"/>
              <a:t>
30-  MALGRÉ CES MURS DEVANT NOUS DE PARTOUT ILS NOUS ENTOURENT 
31-  ILS SONT RENVERSÉS LORSQU’EST PRONONCÉ 
32-  LE NOM AU-DESSUS DE TOUT </a:t>
            </a:r>
          </a:p>
          <a:p>
            <a:r>
              <a:rPr lang="fr-FR" smtClean="0"/>
              <a:t>
33-  YESHUA HAMASHIACH EL GIBBOR, TU ES DIEU PUISSANT ! 
34-  YAHVEH NISSI BIEN HAUT ÉLÈVE TA BANNIÈRE 
35-  ROCHER DE NOTRE SALUT LE MESSIE ET NOTRE JUSTICE 
36-  ADONAÏ JIRÉ, DIEU QUI POURVOIT
37-  EL SHADDAI, EL SHADDAI    x2</a:t>
            </a:r>
          </a:p>
          <a:p>
            <a:endParaRPr lang="fr-FR" smtClean="0"/>
          </a:p>
          <a:p>
            <a:r>
              <a:rPr lang="fr-FR" smtClean="0"/>
              <a:t>
	38-  QUE LES NATIONS LE CHANTENT ET LOUENT 
	39-  ET ISRAEL DIRA AMEN ! 
	40-  QUE LES NATIONS CHANTENT ALLÉLUIA 
	41-  ET ISRAEL DIRA AMEN ! </a:t>
            </a:r>
          </a:p>
          <a:p>
            <a:endParaRPr lang="fr-FR" smtClean="0"/>
          </a:p>
          <a:p>
            <a:r>
              <a:rPr lang="fr-FR" smtClean="0"/>
              <a:t>	X2</a:t>
            </a:r>
          </a:p>
          <a:p>
            <a:r>
              <a:rPr lang="fr-FR" smtClean="0"/>
              <a:t>
	42-  ET ISRAEL DIRA … </a:t>
            </a:r>
          </a:p>
          <a:p>
            <a:r>
              <a:rPr lang="fr-FR" smtClean="0"/>
              <a:t>
	43-  BARUCH ADONAÏ ELOHEY YISRAEL ADONAÏ 
	44-  BÉNI SOIT LE SEIGNEUR 
</a:t>
            </a:r>
            <a:endParaRPr lang="fr-FR" smtClean="0"/>
          </a:p>
        </p:txBody>
      </p:sp>
    </p:spTree>
    <p:extLst>
      <p:ext uri="{BB962C8B-B14F-4D97-AF65-F5344CB8AC3E}">
        <p14:creationId xmlns="" xmlns:p14="http://schemas.microsoft.com/office/powerpoint/2010/main" val="21441150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BARUCH ADONAÏ ELOHEY YISRAEL ADONAÏ 
2-  BÉNI SOIT LE SEIGNEUR                             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3-  MIN HA-OLAM, VAD HA-OLAM LOUE SON NOM ENCORE ET À JAMAIS 
4-  MIN HA-OLAM, VAD HA-OLAM BÉNI SOIT LE SEIGNEUR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5-  LE DIEU D’ISRAEL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
	6-  QUE LES NATIONS LE CHANTENT ET LOUENT 
	7-  ET ISRAEL DIRA AMEN ! 
	8-  QUE LES NATIONS CHANTENT ALLÉLUIA 
	9-  ET ISRAEL DIRA AMEN !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10-  ET ISRAEL DIRA …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Couplet 1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 QUAND LE CRI DU SEIGNEUR EST DANS LE CAMP 
12-  C’EST UN SON VICTORIEUX 
13-  CAR SA PUISSANTE VOIX DISPERSE NOS ENNEMIS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14-  AUCUNE ARME NE PEUT NOUS VAINCRE ICI 
15-  NOUS TRIOMPHONSDE TOUTE PART 
16-  PLUS QUE CONQUÉRANT PAR LA FORCE D’ADONAÏ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 MALGRÉ CES MURS DEVANT NOUS DE PARTOUT ILS NOUS ENTOURENT 
18-  ILS SONT RENVERSÉS LORSQU’EST PRONONCÉ 
19-  LE NOM AU-DESSUS DE TOUT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YESHUA HAMASHIACH EL GIBBOR, TU ES DIEU PUISSANT ! 
21-  YAHVEH NISSI BIEN HAUT ÉLÈVE TA BANNIÈRE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22-  ROCHER DE NOTRE SALUT LE MESSIE ET NOTRE JUSTICE 
23-  ADONAÏ JIRÉ, DIEU QUI POURVOIT EL SHADDAI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24-  QUAND LE CRI DU SEIGNEUR EST DANS LE CAMP 
25-  C’EST UN SON VICTORIEUX 
26-  CAR SA PUISSANTE VOIX DISPERSE NOS ENNEMIS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27-  AUCUNE ARME NE PEUT NOUS VAINCRE ICI 
28-  NOUS TRIOMPHONS DE TOUTE PART 
29-  PLUS QUE CONQUÉRANT PAR LA FORCE D’ADONAÏ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30-  MALGRÉ CES MURS DEVANT NOUS DE PARTOUT ILS NOUS ENTOURENT 
31-  ILS SONT RENVERSÉS LORSQU’EST PRONONCÉ 
32-  LE NOM AU-DESSUS DE TOUT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33-  YESHUA HAMASHIACH EL GIBBOR, TU ES DIEU PUISSANT ! 
34-  YAHVEH NISSI BIEN HAUT ÉLÈVE TA BANNIÈRE 
35-  ROCHER DE NOTRE SALUT LE MESSIE ET NOTRE JUSTICE 
36-  ADONAÏ JIRÉ, DIEU QUI POURVOIT
37-  EL SHADDAI, EL SHADDAI    x2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38-  QUE LES NATIONS LE CHANTENT ET LOUENT 
	39-  ET ISRAEL DIRA AMEN ! 
	40-  QUE LES NATIONS CHANTENT ALLÉLUIA 
	41-  ET ISRAEL DIRA AMEN !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42-  ET ISRAEL DIRA …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43-  BARUCH ADONAÏ ELOHEY YISRAEL ADONAÏ 
	44-  BÉNI SOIT LE SEIGNEUR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1-  BARUCH ADONAÏ ELOHEY YISRAEL ADONAÏ 
2-  BÉNI SOIT LE SEIGNEUR                                                         X2</a:t>
            </a:r>
          </a:p>
          <a:p>
            <a:r>
              <a:rPr lang="fr-FR" smtClean="0"/>
              <a:t>
3-  MIN HA-OLAM, VAD HA-OLAM LOUE SON NOM ENCORE ET À JAMAIS 
4-  MIN HA-OLAM, VAD HA-OLAM BÉNI SOIT LE SEIGNEUR </a:t>
            </a:r>
          </a:p>
          <a:p>
            <a:r>
              <a:rPr lang="fr-FR" smtClean="0"/>
              <a:t>5-  LE DIEU D’ISRAEL </a:t>
            </a:r>
          </a:p>
          <a:p>
            <a:endParaRPr lang="fr-FR" smtClean="0"/>
          </a:p>
          <a:p>
            <a:r>
              <a:rPr lang="fr-FR" smtClean="0"/>
              <a:t>	Refrain :
	6-  QUE LES NATIONS LE CHANTENT ET LOUENT 
	7-  ET ISRAEL DIRA AMEN ! 
	8-  QUE LES NATIONS CHANTENT ALLÉLUIA 
	9-  ET ISRAEL DIRA AMEN ! </a:t>
            </a:r>
          </a:p>
          <a:p>
            <a:endParaRPr lang="fr-FR" smtClean="0"/>
          </a:p>
          <a:p>
            <a:r>
              <a:rPr lang="fr-FR" smtClean="0"/>
              <a:t>	X2</a:t>
            </a:r>
          </a:p>
          <a:p>
            <a:r>
              <a:rPr lang="fr-FR" smtClean="0"/>
              <a:t>
	10-  ET ISRAEL DIRA … </a:t>
            </a:r>
          </a:p>
          <a:p>
            <a:r>
              <a:rPr lang="fr-FR" smtClean="0"/>
              <a:t>
Couplet 1</a:t>
            </a:r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r>
              <a:rPr lang="fr-FR" smtClean="0"/>
              <a:t>
11-  QUAND LE CRI DU SEIGNEUR EST DANS LE CAMP 
12-  C’EST UN SON VICTORIEUX 
13-  CAR SA PUISSANTE VOIX DISPERSE NOS ENNEMIS</a:t>
            </a:r>
          </a:p>
          <a:p>
            <a:r>
              <a:rPr lang="fr-FR" smtClean="0"/>
              <a:t> 
14-  AUCUNE ARME NE PEUT NOUS VAINCRE ICI 
15-  NOUS TRIOMPHONSDE TOUTE PART 
16-  PLUS QUE CONQUÉRANT PAR LA FORCE D’ADONAÏ </a:t>
            </a:r>
          </a:p>
          <a:p>
            <a:r>
              <a:rPr lang="fr-FR" smtClean="0"/>
              <a:t>
17-  MALGRÉ CES MURS DEVANT NOUS DE PARTOUT ILS NOUS ENTOURENT 
18-  ILS SONT RENVERSÉS LORSQU’EST PRONONCÉ 
19-  LE NOM AU-DESSUS DE TOUT </a:t>
            </a:r>
          </a:p>
          <a:p>
            <a:r>
              <a:rPr lang="fr-FR" smtClean="0"/>
              <a:t>
20-  YESHUA HAMASHIACH EL GIBBOR, TU ES DIEU PUISSANT ! 
21-  YAHVEH NISSI BIEN HAUT ÉLÈVE TA BANNIÈRE </a:t>
            </a:r>
          </a:p>
          <a:p>
            <a:r>
              <a:rPr lang="fr-FR" smtClean="0"/>
              <a:t>
22-  ROCHER DE NOTRE SALUT LE MESSIE ET NOTRE JUSTICE 
23-  ADONAÏ JIRÉ, DIEU QUI POURVOIT EL SHADDAI </a:t>
            </a:r>
          </a:p>
          <a:p>
            <a:r>
              <a:rPr lang="fr-FR" smtClean="0"/>
              <a:t>
24-  QUAND LE CRI DU SEIGNEUR EST DANS LE CAMP 
25-  C’EST UN SON VICTORIEUX 
26-  CAR SA PUISSANTE VOIX DISPERSE NOS ENNEMIS</a:t>
            </a:r>
          </a:p>
          <a:p>
            <a:r>
              <a:rPr lang="fr-FR" smtClean="0"/>
              <a:t>
27-  AUCUNE ARME NE PEUT NOUS VAINCRE ICI 
28-  NOUS TRIOMPHONS DE TOUTE PART 
29-  PLUS QUE CONQUÉRANT PAR LA FORCE D’ADONAÏ </a:t>
            </a:r>
          </a:p>
          <a:p>
            <a:r>
              <a:rPr lang="fr-FR" smtClean="0"/>
              <a:t>
30-  MALGRÉ CES MURS DEVANT NOUS DE PARTOUT ILS NOUS ENTOURENT 
31-  ILS SONT RENVERSÉS LORSQU’EST PRONONCÉ 
32-  LE NOM AU-DESSUS DE TOUT </a:t>
            </a:r>
          </a:p>
          <a:p>
            <a:r>
              <a:rPr lang="fr-FR" smtClean="0"/>
              <a:t>
33-  YESHUA HAMASHIACH EL GIBBOR, TU ES DIEU PUISSANT ! 
34-  YAHVEH NISSI BIEN HAUT ÉLÈVE TA BANNIÈRE 
35-  ROCHER DE NOTRE SALUT LE MESSIE ET NOTRE JUSTICE 
36-  ADONAÏ JIRÉ, DIEU QUI POURVOIT
37-  EL SHADDAI, EL SHADDAI    x2</a:t>
            </a:r>
          </a:p>
          <a:p>
            <a:endParaRPr lang="fr-FR" smtClean="0"/>
          </a:p>
          <a:p>
            <a:r>
              <a:rPr lang="fr-FR" smtClean="0"/>
              <a:t>
	38-  QUE LES NATIONS LE CHANTENT ET LOUENT 
	39-  ET ISRAEL DIRA AMEN ! 
	40-  QUE LES NATIONS CHANTENT ALLÉLUIA 
	41-  ET ISRAEL DIRA AMEN ! </a:t>
            </a:r>
          </a:p>
          <a:p>
            <a:endParaRPr lang="fr-FR" smtClean="0"/>
          </a:p>
          <a:p>
            <a:r>
              <a:rPr lang="fr-FR" smtClean="0"/>
              <a:t>	X2</a:t>
            </a:r>
          </a:p>
          <a:p>
            <a:r>
              <a:rPr lang="fr-FR" smtClean="0"/>
              <a:t>
	42-  ET ISRAEL DIRA … </a:t>
            </a:r>
          </a:p>
          <a:p>
            <a:r>
              <a:rPr lang="fr-FR" smtClean="0"/>
              <a:t>
	43-  BARUCH ADONAÏ ELOHEY YISRAEL ADONAÏ 
	44-  BÉNI SOIT LE SEIGNEUR 
</a:t>
            </a:r>
            <a:endParaRPr lang="fr-FR" smtClean="0"/>
          </a:p>
        </p:txBody>
      </p:sp>
    </p:spTree>
    <p:extLst>
      <p:ext uri="{BB962C8B-B14F-4D97-AF65-F5344CB8AC3E}">
        <p14:creationId xmlns="" xmlns:p14="http://schemas.microsoft.com/office/powerpoint/2010/main" val="41114535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BARUCH ADONAÏ ELOHEY YISRAEL ADONAÏ 
2-  BÉNI SOIT LE SEIGNEUR                             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3-  MIN HA-OLAM, VAD HA-OLAM LOUE SON NOM ENCORE ET À JAMAIS 
4-  MIN HA-OLAM, VAD HA-OLAM BÉNI SOIT LE SEIGNEUR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5-  LE DIEU D’ISRAEL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
	6-  QUE LES NATIONS LE CHANTENT ET LOUENT 
	7-  ET ISRAEL DIRA AMEN ! 
	8-  QUE LES NATIONS CHANTENT ALLÉLUIA 
	9-  ET ISRAEL DIRA AMEN !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10-  ET ISRAEL DIRA …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Couplet 1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 QUAND LE CRI DU SEIGNEUR EST DANS LE CAMP 
12-  C’EST UN SON VICTORIEUX 
13-  CAR SA PUISSANTE VOIX DISPERSE NOS ENNEMIS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14-  AUCUNE ARME NE PEUT NOUS VAINCRE ICI 
15-  NOUS TRIOMPHONSDE TOUTE PART 
16-  PLUS QUE CONQUÉRANT PAR LA FORCE D’ADONAÏ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 MALGRÉ CES MURS DEVANT NOUS DE PARTOUT ILS NOUS ENTOURENT 
18-  ILS SONT RENVERSÉS LORSQU’EST PRONONCÉ 
19-  LE NOM AU-DESSUS DE TOUT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YESHUA HAMASHIACH EL GIBBOR, TU ES DIEU PUISSANT ! 
21-  YAHVEH NISSI BIEN HAUT ÉLÈVE TA BANNIÈRE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22-  ROCHER DE NOTRE SALUT LE MESSIE ET NOTRE JUSTICE 
23-  ADONAÏ JIRÉ, DIEU QUI POURVOIT EL SHADDAI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24-  QUAND LE CRI DU SEIGNEUR EST DANS LE CAMP 
25-  C’EST UN SON VICTORIEUX 
26-  CAR SA PUISSANTE VOIX DISPERSE NOS ENNEMIS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27-  AUCUNE ARME NE PEUT NOUS VAINCRE ICI 
28-  NOUS TRIOMPHONS DE TOUTE PART 
29-  PLUS QUE CONQUÉRANT PAR LA FORCE D’ADONAÏ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30-  MALGRÉ CES MURS DEVANT NOUS DE PARTOUT ILS NOUS ENTOURENT 
31-  ILS SONT RENVERSÉS LORSQU’EST PRONONCÉ 
32-  LE NOM AU-DESSUS DE TOUT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33-  YESHUA HAMASHIACH EL GIBBOR, TU ES DIEU PUISSANT ! 
34-  YAHVEH NISSI BIEN HAUT ÉLÈVE TA BANNIÈRE 
35-  ROCHER DE NOTRE SALUT LE MESSIE ET NOTRE JUSTICE 
36-  ADONAÏ JIRÉ, DIEU QUI POURVOIT
37-  EL SHADDAI, EL SHADDAI    x2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38-  QUE LES NATIONS LE CHANTENT ET LOUENT 
	39-  ET ISRAEL DIRA AMEN ! 
	40-  QUE LES NATIONS CHANTENT ALLÉLUIA 
	41-  ET ISRAEL DIRA AMEN !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42-  ET ISRAEL DIRA …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43-  BARUCH ADONAÏ ELOHEY YISRAEL ADONAÏ 
	44-  BÉNI SOIT LE SEIGNEUR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1-  BARUCH ADONAÏ ELOHEY YISRAEL ADONAÏ 
2-  BÉNI SOIT LE SEIGNEUR                                                         X2</a:t>
            </a:r>
          </a:p>
          <a:p>
            <a:r>
              <a:rPr lang="fr-FR" smtClean="0"/>
              <a:t>
3-  MIN HA-OLAM, VAD HA-OLAM LOUE SON NOM ENCORE ET À JAMAIS 
4-  MIN HA-OLAM, VAD HA-OLAM BÉNI SOIT LE SEIGNEUR </a:t>
            </a:r>
          </a:p>
          <a:p>
            <a:r>
              <a:rPr lang="fr-FR" smtClean="0"/>
              <a:t>5-  LE DIEU D’ISRAEL </a:t>
            </a:r>
          </a:p>
          <a:p>
            <a:endParaRPr lang="fr-FR" smtClean="0"/>
          </a:p>
          <a:p>
            <a:r>
              <a:rPr lang="fr-FR" smtClean="0"/>
              <a:t>	Refrain :
	6-  QUE LES NATIONS LE CHANTENT ET LOUENT 
	7-  ET ISRAEL DIRA AMEN ! 
	8-  QUE LES NATIONS CHANTENT ALLÉLUIA 
	9-  ET ISRAEL DIRA AMEN ! </a:t>
            </a:r>
          </a:p>
          <a:p>
            <a:endParaRPr lang="fr-FR" smtClean="0"/>
          </a:p>
          <a:p>
            <a:r>
              <a:rPr lang="fr-FR" smtClean="0"/>
              <a:t>	X2</a:t>
            </a:r>
          </a:p>
          <a:p>
            <a:r>
              <a:rPr lang="fr-FR" smtClean="0"/>
              <a:t>
	10-  ET ISRAEL DIRA … </a:t>
            </a:r>
          </a:p>
          <a:p>
            <a:r>
              <a:rPr lang="fr-FR" smtClean="0"/>
              <a:t>
Couplet 1</a:t>
            </a:r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r>
              <a:rPr lang="fr-FR" smtClean="0"/>
              <a:t>
11-  QUAND LE CRI DU SEIGNEUR EST DANS LE CAMP 
12-  C’EST UN SON VICTORIEUX 
13-  CAR SA PUISSANTE VOIX DISPERSE NOS ENNEMIS</a:t>
            </a:r>
          </a:p>
          <a:p>
            <a:r>
              <a:rPr lang="fr-FR" smtClean="0"/>
              <a:t> 
14-  AUCUNE ARME NE PEUT NOUS VAINCRE ICI 
15-  NOUS TRIOMPHONSDE TOUTE PART 
16-  PLUS QUE CONQUÉRANT PAR LA FORCE D’ADONAÏ </a:t>
            </a:r>
          </a:p>
          <a:p>
            <a:r>
              <a:rPr lang="fr-FR" smtClean="0"/>
              <a:t>
17-  MALGRÉ CES MURS DEVANT NOUS DE PARTOUT ILS NOUS ENTOURENT 
18-  ILS SONT RENVERSÉS LORSQU’EST PRONONCÉ 
19-  LE NOM AU-DESSUS DE TOUT </a:t>
            </a:r>
          </a:p>
          <a:p>
            <a:r>
              <a:rPr lang="fr-FR" smtClean="0"/>
              <a:t>
20-  YESHUA HAMASHIACH EL GIBBOR, TU ES DIEU PUISSANT ! 
21-  YAHVEH NISSI BIEN HAUT ÉLÈVE TA BANNIÈRE </a:t>
            </a:r>
          </a:p>
          <a:p>
            <a:r>
              <a:rPr lang="fr-FR" smtClean="0"/>
              <a:t>
22-  ROCHER DE NOTRE SALUT LE MESSIE ET NOTRE JUSTICE 
23-  ADONAÏ JIRÉ, DIEU QUI POURVOIT EL SHADDAI </a:t>
            </a:r>
          </a:p>
          <a:p>
            <a:r>
              <a:rPr lang="fr-FR" smtClean="0"/>
              <a:t>
24-  QUAND LE CRI DU SEIGNEUR EST DANS LE CAMP 
25-  C’EST UN SON VICTORIEUX 
26-  CAR SA PUISSANTE VOIX DISPERSE NOS ENNEMIS</a:t>
            </a:r>
          </a:p>
          <a:p>
            <a:r>
              <a:rPr lang="fr-FR" smtClean="0"/>
              <a:t>
27-  AUCUNE ARME NE PEUT NOUS VAINCRE ICI 
28-  NOUS TRIOMPHONS DE TOUTE PART 
29-  PLUS QUE CONQUÉRANT PAR LA FORCE D’ADONAÏ </a:t>
            </a:r>
          </a:p>
          <a:p>
            <a:r>
              <a:rPr lang="fr-FR" smtClean="0"/>
              <a:t>
30-  MALGRÉ CES MURS DEVANT NOUS DE PARTOUT ILS NOUS ENTOURENT 
31-  ILS SONT RENVERSÉS LORSQU’EST PRONONCÉ 
32-  LE NOM AU-DESSUS DE TOUT </a:t>
            </a:r>
          </a:p>
          <a:p>
            <a:r>
              <a:rPr lang="fr-FR" smtClean="0"/>
              <a:t>
33-  YESHUA HAMASHIACH EL GIBBOR, TU ES DIEU PUISSANT ! 
34-  YAHVEH NISSI BIEN HAUT ÉLÈVE TA BANNIÈRE 
35-  ROCHER DE NOTRE SALUT LE MESSIE ET NOTRE JUSTICE 
36-  ADONAÏ JIRÉ, DIEU QUI POURVOIT
37-  EL SHADDAI, EL SHADDAI    x2</a:t>
            </a:r>
          </a:p>
          <a:p>
            <a:endParaRPr lang="fr-FR" smtClean="0"/>
          </a:p>
          <a:p>
            <a:r>
              <a:rPr lang="fr-FR" smtClean="0"/>
              <a:t>
	38-  QUE LES NATIONS LE CHANTENT ET LOUENT 
	39-  ET ISRAEL DIRA AMEN ! 
	40-  QUE LES NATIONS CHANTENT ALLÉLUIA 
	41-  ET ISRAEL DIRA AMEN ! </a:t>
            </a:r>
          </a:p>
          <a:p>
            <a:endParaRPr lang="fr-FR" smtClean="0"/>
          </a:p>
          <a:p>
            <a:r>
              <a:rPr lang="fr-FR" smtClean="0"/>
              <a:t>	X2</a:t>
            </a:r>
          </a:p>
          <a:p>
            <a:r>
              <a:rPr lang="fr-FR" smtClean="0"/>
              <a:t>
	42-  ET ISRAEL DIRA … </a:t>
            </a:r>
          </a:p>
          <a:p>
            <a:r>
              <a:rPr lang="fr-FR" smtClean="0"/>
              <a:t>
	43-  BARUCH ADONAÏ ELOHEY YISRAEL ADONAÏ 
	44-  BÉNI SOIT LE SEIGNEUR 
</a:t>
            </a:r>
            <a:endParaRPr lang="fr-FR" smtClean="0"/>
          </a:p>
        </p:txBody>
      </p:sp>
    </p:spTree>
    <p:extLst>
      <p:ext uri="{BB962C8B-B14F-4D97-AF65-F5344CB8AC3E}">
        <p14:creationId xmlns="" xmlns:p14="http://schemas.microsoft.com/office/powerpoint/2010/main" val="27961734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BARUCH ADONAÏ ELOHEY YISRAEL ADONAÏ 
2-  BÉNI SOIT LE SEIGNEUR                             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3-  MIN HA-OLAM, VAD HA-OLAM LOUE SON NOM ENCORE ET À JAMAIS 
4-  MIN HA-OLAM, VAD HA-OLAM BÉNI SOIT LE SEIGNEUR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5-  LE DIEU D’ISRAEL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
	6-  QUE LES NATIONS LE CHANTENT ET LOUENT 
	7-  ET ISRAEL DIRA AMEN ! 
	8-  QUE LES NATIONS CHANTENT ALLÉLUIA 
	9-  ET ISRAEL DIRA AMEN !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10-  ET ISRAEL DIRA …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Couplet 1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 QUAND LE CRI DU SEIGNEUR EST DANS LE CAMP 
12-  C’EST UN SON VICTORIEUX 
13-  CAR SA PUISSANTE VOIX DISPERSE NOS ENNEMIS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14-  AUCUNE ARME NE PEUT NOUS VAINCRE ICI 
15-  NOUS TRIOMPHONSDE TOUTE PART 
16-  PLUS QUE CONQUÉRANT PAR LA FORCE D’ADONAÏ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 MALGRÉ CES MURS DEVANT NOUS DE PARTOUT ILS NOUS ENTOURENT 
18-  ILS SONT RENVERSÉS LORSQU’EST PRONONCÉ 
19-  LE NOM AU-DESSUS DE TOUT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YESHUA HAMASHIACH EL GIBBOR, TU ES DIEU PUISSANT ! 
21-  YAHVEH NISSI BIEN HAUT ÉLÈVE TA BANNIÈRE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22-  ROCHER DE NOTRE SALUT LE MESSIE ET NOTRE JUSTICE 
23-  ADONAÏ JIRÉ, DIEU QUI POURVOIT EL SHADDAI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24-  QUAND LE CRI DU SEIGNEUR EST DANS LE CAMP 
25-  C’EST UN SON VICTORIEUX 
26-  CAR SA PUISSANTE VOIX DISPERSE NOS ENNEMIS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27-  AUCUNE ARME NE PEUT NOUS VAINCRE ICI 
28-  NOUS TRIOMPHONS DE TOUTE PART 
29-  PLUS QUE CONQUÉRANT PAR LA FORCE D’ADONAÏ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30-  MALGRÉ CES MURS DEVANT NOUS DE PARTOUT ILS NOUS ENTOURENT 
31-  ILS SONT RENVERSÉS LORSQU’EST PRONONCÉ 
32-  LE NOM AU-DESSUS DE TOUT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33-  YESHUA HAMASHIACH EL GIBBOR, TU ES DIEU PUISSANT ! 
34-  YAHVEH NISSI BIEN HAUT ÉLÈVE TA BANNIÈRE 
35-  ROCHER DE NOTRE SALUT LE MESSIE ET NOTRE JUSTICE 
36-  ADONAÏ JIRÉ, DIEU QUI POURVOIT
37-  EL SHADDAI, EL SHADDAI    x2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38-  QUE LES NATIONS LE CHANTENT ET LOUENT 
	39-  ET ISRAEL DIRA AMEN ! 
	40-  QUE LES NATIONS CHANTENT ALLÉLUIA 
	41-  ET ISRAEL DIRA AMEN !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42-  ET ISRAEL DIRA …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43-  BARUCH ADONAÏ ELOHEY YISRAEL ADONAÏ 
	44-  BÉNI SOIT LE SEIGNEUR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1-  BARUCH ADONAÏ ELOHEY YISRAEL ADONAÏ 
2-  BÉNI SOIT LE SEIGNEUR                                                         X2</a:t>
            </a:r>
          </a:p>
          <a:p>
            <a:r>
              <a:rPr lang="fr-FR" smtClean="0"/>
              <a:t>
3-  MIN HA-OLAM, VAD HA-OLAM LOUE SON NOM ENCORE ET À JAMAIS 
4-  MIN HA-OLAM, VAD HA-OLAM BÉNI SOIT LE SEIGNEUR </a:t>
            </a:r>
          </a:p>
          <a:p>
            <a:r>
              <a:rPr lang="fr-FR" smtClean="0"/>
              <a:t>5-  LE DIEU D’ISRAEL </a:t>
            </a:r>
          </a:p>
          <a:p>
            <a:endParaRPr lang="fr-FR" smtClean="0"/>
          </a:p>
          <a:p>
            <a:r>
              <a:rPr lang="fr-FR" smtClean="0"/>
              <a:t>	Refrain :
	6-  QUE LES NATIONS LE CHANTENT ET LOUENT 
	7-  ET ISRAEL DIRA AMEN ! 
	8-  QUE LES NATIONS CHANTENT ALLÉLUIA 
	9-  ET ISRAEL DIRA AMEN ! </a:t>
            </a:r>
          </a:p>
          <a:p>
            <a:endParaRPr lang="fr-FR" smtClean="0"/>
          </a:p>
          <a:p>
            <a:r>
              <a:rPr lang="fr-FR" smtClean="0"/>
              <a:t>	X2</a:t>
            </a:r>
          </a:p>
          <a:p>
            <a:r>
              <a:rPr lang="fr-FR" smtClean="0"/>
              <a:t>
	10-  ET ISRAEL DIRA … </a:t>
            </a:r>
          </a:p>
          <a:p>
            <a:r>
              <a:rPr lang="fr-FR" smtClean="0"/>
              <a:t>
Couplet 1</a:t>
            </a:r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r>
              <a:rPr lang="fr-FR" smtClean="0"/>
              <a:t>
11-  QUAND LE CRI DU SEIGNEUR EST DANS LE CAMP 
12-  C’EST UN SON VICTORIEUX 
13-  CAR SA PUISSANTE VOIX DISPERSE NOS ENNEMIS</a:t>
            </a:r>
          </a:p>
          <a:p>
            <a:r>
              <a:rPr lang="fr-FR" smtClean="0"/>
              <a:t> 
14-  AUCUNE ARME NE PEUT NOUS VAINCRE ICI 
15-  NOUS TRIOMPHONSDE TOUTE PART 
16-  PLUS QUE CONQUÉRANT PAR LA FORCE D’ADONAÏ </a:t>
            </a:r>
          </a:p>
          <a:p>
            <a:r>
              <a:rPr lang="fr-FR" smtClean="0"/>
              <a:t>
17-  MALGRÉ CES MURS DEVANT NOUS DE PARTOUT ILS NOUS ENTOURENT 
18-  ILS SONT RENVERSÉS LORSQU’EST PRONONCÉ 
19-  LE NOM AU-DESSUS DE TOUT </a:t>
            </a:r>
          </a:p>
          <a:p>
            <a:r>
              <a:rPr lang="fr-FR" smtClean="0"/>
              <a:t>
20-  YESHUA HAMASHIACH EL GIBBOR, TU ES DIEU PUISSANT ! 
21-  YAHVEH NISSI BIEN HAUT ÉLÈVE TA BANNIÈRE </a:t>
            </a:r>
          </a:p>
          <a:p>
            <a:r>
              <a:rPr lang="fr-FR" smtClean="0"/>
              <a:t>
22-  ROCHER DE NOTRE SALUT LE MESSIE ET NOTRE JUSTICE 
23-  ADONAÏ JIRÉ, DIEU QUI POURVOIT EL SHADDAI </a:t>
            </a:r>
          </a:p>
          <a:p>
            <a:r>
              <a:rPr lang="fr-FR" smtClean="0"/>
              <a:t>
24-  QUAND LE CRI DU SEIGNEUR EST DANS LE CAMP 
25-  C’EST UN SON VICTORIEUX 
26-  CAR SA PUISSANTE VOIX DISPERSE NOS ENNEMIS</a:t>
            </a:r>
          </a:p>
          <a:p>
            <a:r>
              <a:rPr lang="fr-FR" smtClean="0"/>
              <a:t>
27-  AUCUNE ARME NE PEUT NOUS VAINCRE ICI 
28-  NOUS TRIOMPHONS DE TOUTE PART 
29-  PLUS QUE CONQUÉRANT PAR LA FORCE D’ADONAÏ </a:t>
            </a:r>
          </a:p>
          <a:p>
            <a:r>
              <a:rPr lang="fr-FR" smtClean="0"/>
              <a:t>
30-  MALGRÉ CES MURS DEVANT NOUS DE PARTOUT ILS NOUS ENTOURENT 
31-  ILS SONT RENVERSÉS LORSQU’EST PRONONCÉ 
32-  LE NOM AU-DESSUS DE TOUT </a:t>
            </a:r>
          </a:p>
          <a:p>
            <a:r>
              <a:rPr lang="fr-FR" smtClean="0"/>
              <a:t>
33-  YESHUA HAMASHIACH EL GIBBOR, TU ES DIEU PUISSANT ! 
34-  YAHVEH NISSI BIEN HAUT ÉLÈVE TA BANNIÈRE 
35-  ROCHER DE NOTRE SALUT LE MESSIE ET NOTRE JUSTICE 
36-  ADONAÏ JIRÉ, DIEU QUI POURVOIT
37-  EL SHADDAI, EL SHADDAI    x2</a:t>
            </a:r>
          </a:p>
          <a:p>
            <a:endParaRPr lang="fr-FR" smtClean="0"/>
          </a:p>
          <a:p>
            <a:r>
              <a:rPr lang="fr-FR" smtClean="0"/>
              <a:t>
	38-  QUE LES NATIONS LE CHANTENT ET LOUENT 
	39-  ET ISRAEL DIRA AMEN ! 
	40-  QUE LES NATIONS CHANTENT ALLÉLUIA 
	41-  ET ISRAEL DIRA AMEN ! </a:t>
            </a:r>
          </a:p>
          <a:p>
            <a:endParaRPr lang="fr-FR" smtClean="0"/>
          </a:p>
          <a:p>
            <a:r>
              <a:rPr lang="fr-FR" smtClean="0"/>
              <a:t>	X2</a:t>
            </a:r>
          </a:p>
          <a:p>
            <a:r>
              <a:rPr lang="fr-FR" smtClean="0"/>
              <a:t>
	42-  ET ISRAEL DIRA … </a:t>
            </a:r>
          </a:p>
          <a:p>
            <a:r>
              <a:rPr lang="fr-FR" smtClean="0"/>
              <a:t>
	43-  BARUCH ADONAÏ ELOHEY YISRAEL ADONAÏ 
	44-  BÉNI SOIT LE SEIGNEUR 
</a:t>
            </a:r>
            <a:endParaRPr lang="fr-FR" smtClean="0"/>
          </a:p>
        </p:txBody>
      </p:sp>
    </p:spTree>
    <p:extLst>
      <p:ext uri="{BB962C8B-B14F-4D97-AF65-F5344CB8AC3E}">
        <p14:creationId xmlns="" xmlns:p14="http://schemas.microsoft.com/office/powerpoint/2010/main" val="5530984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BARUCH ADONAÏ ELOHEY YISRAEL ADONAÏ 
2-  BÉNI SOIT LE SEIGNEUR                             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3-  MIN HA-OLAM, VAD HA-OLAM LOUE SON NOM ENCORE ET À JAMAIS 
4-  MIN HA-OLAM, VAD HA-OLAM BÉNI SOIT LE SEIGNEUR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5-  LE DIEU D’ISRAEL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
	6-  QUE LES NATIONS LE CHANTENT ET LOUENT 
	7-  ET ISRAEL DIRA AMEN ! 
	8-  QUE LES NATIONS CHANTENT ALLÉLUIA 
	9-  ET ISRAEL DIRA AMEN !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10-  ET ISRAEL DIRA …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Couplet 1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 QUAND LE CRI DU SEIGNEUR EST DANS LE CAMP 
12-  C’EST UN SON VICTORIEUX 
13-  CAR SA PUISSANTE VOIX DISPERSE NOS ENNEMIS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14-  AUCUNE ARME NE PEUT NOUS VAINCRE ICI 
15-  NOUS TRIOMPHONSDE TOUTE PART 
16-  PLUS QUE CONQUÉRANT PAR LA FORCE D’ADONAÏ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 MALGRÉ CES MURS DEVANT NOUS DE PARTOUT ILS NOUS ENTOURENT 
18-  ILS SONT RENVERSÉS LORSQU’EST PRONONCÉ 
19-  LE NOM AU-DESSUS DE TOUT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YESHUA HAMASHIACH EL GIBBOR, TU ES DIEU PUISSANT ! 
21-  YAHVEH NISSI BIEN HAUT ÉLÈVE TA BANNIÈRE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22-  ROCHER DE NOTRE SALUT LE MESSIE ET NOTRE JUSTICE 
23-  ADONAÏ JIRÉ, DIEU QUI POURVOIT EL SHADDAI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24-  QUAND LE CRI DU SEIGNEUR EST DANS LE CAMP 
25-  C’EST UN SON VICTORIEUX 
26-  CAR SA PUISSANTE VOIX DISPERSE NOS ENNEMIS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27-  AUCUNE ARME NE PEUT NOUS VAINCRE ICI 
28-  NOUS TRIOMPHONS DE TOUTE PART 
29-  PLUS QUE CONQUÉRANT PAR LA FORCE D’ADONAÏ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30-  MALGRÉ CES MURS DEVANT NOUS DE PARTOUT ILS NOUS ENTOURENT 
31-  ILS SONT RENVERSÉS LORSQU’EST PRONONCÉ 
32-  LE NOM AU-DESSUS DE TOUT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33-  YESHUA HAMASHIACH EL GIBBOR, TU ES DIEU PUISSANT ! 
34-  YAHVEH NISSI BIEN HAUT ÉLÈVE TA BANNIÈRE 
35-  ROCHER DE NOTRE SALUT LE MESSIE ET NOTRE JUSTICE 
36-  ADONAÏ JIRÉ, DIEU QUI POURVOIT
37-  EL SHADDAI, EL SHADDAI    x2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38-  QUE LES NATIONS LE CHANTENT ET LOUENT 
	39-  ET ISRAEL DIRA AMEN ! 
	40-  QUE LES NATIONS CHANTENT ALLÉLUIA 
	41-  ET ISRAEL DIRA AMEN !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42-  ET ISRAEL DIRA …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43-  BARUCH ADONAÏ ELOHEY YISRAEL ADONAÏ 
	44-  BÉNI SOIT LE SEIGNEUR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1-  BARUCH ADONAÏ ELOHEY YISRAEL ADONAÏ 
2-  BÉNI SOIT LE SEIGNEUR                                                         X2</a:t>
            </a:r>
          </a:p>
          <a:p>
            <a:r>
              <a:rPr lang="fr-FR" smtClean="0"/>
              <a:t>
3-  MIN HA-OLAM, VAD HA-OLAM LOUE SON NOM ENCORE ET À JAMAIS 
4-  MIN HA-OLAM, VAD HA-OLAM BÉNI SOIT LE SEIGNEUR </a:t>
            </a:r>
          </a:p>
          <a:p>
            <a:r>
              <a:rPr lang="fr-FR" smtClean="0"/>
              <a:t>5-  LE DIEU D’ISRAEL </a:t>
            </a:r>
          </a:p>
          <a:p>
            <a:endParaRPr lang="fr-FR" smtClean="0"/>
          </a:p>
          <a:p>
            <a:r>
              <a:rPr lang="fr-FR" smtClean="0"/>
              <a:t>	Refrain :
	6-  QUE LES NATIONS LE CHANTENT ET LOUENT 
	7-  ET ISRAEL DIRA AMEN ! 
	8-  QUE LES NATIONS CHANTENT ALLÉLUIA 
	9-  ET ISRAEL DIRA AMEN ! </a:t>
            </a:r>
          </a:p>
          <a:p>
            <a:endParaRPr lang="fr-FR" smtClean="0"/>
          </a:p>
          <a:p>
            <a:r>
              <a:rPr lang="fr-FR" smtClean="0"/>
              <a:t>	X2</a:t>
            </a:r>
          </a:p>
          <a:p>
            <a:r>
              <a:rPr lang="fr-FR" smtClean="0"/>
              <a:t>
	10-  ET ISRAEL DIRA … </a:t>
            </a:r>
          </a:p>
          <a:p>
            <a:r>
              <a:rPr lang="fr-FR" smtClean="0"/>
              <a:t>
Couplet 1</a:t>
            </a:r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r>
              <a:rPr lang="fr-FR" smtClean="0"/>
              <a:t>
11-  QUAND LE CRI DU SEIGNEUR EST DANS LE CAMP 
12-  C’EST UN SON VICTORIEUX 
13-  CAR SA PUISSANTE VOIX DISPERSE NOS ENNEMIS</a:t>
            </a:r>
          </a:p>
          <a:p>
            <a:r>
              <a:rPr lang="fr-FR" smtClean="0"/>
              <a:t> 
14-  AUCUNE ARME NE PEUT NOUS VAINCRE ICI 
15-  NOUS TRIOMPHONSDE TOUTE PART 
16-  PLUS QUE CONQUÉRANT PAR LA FORCE D’ADONAÏ </a:t>
            </a:r>
          </a:p>
          <a:p>
            <a:r>
              <a:rPr lang="fr-FR" smtClean="0"/>
              <a:t>
17-  MALGRÉ CES MURS DEVANT NOUS DE PARTOUT ILS NOUS ENTOURENT 
18-  ILS SONT RENVERSÉS LORSQU’EST PRONONCÉ 
19-  LE NOM AU-DESSUS DE TOUT </a:t>
            </a:r>
          </a:p>
          <a:p>
            <a:r>
              <a:rPr lang="fr-FR" smtClean="0"/>
              <a:t>
20-  YESHUA HAMASHIACH EL GIBBOR, TU ES DIEU PUISSANT ! 
21-  YAHVEH NISSI BIEN HAUT ÉLÈVE TA BANNIÈRE </a:t>
            </a:r>
          </a:p>
          <a:p>
            <a:r>
              <a:rPr lang="fr-FR" smtClean="0"/>
              <a:t>
22-  ROCHER DE NOTRE SALUT LE MESSIE ET NOTRE JUSTICE 
23-  ADONAÏ JIRÉ, DIEU QUI POURVOIT EL SHADDAI </a:t>
            </a:r>
          </a:p>
          <a:p>
            <a:r>
              <a:rPr lang="fr-FR" smtClean="0"/>
              <a:t>
24-  QUAND LE CRI DU SEIGNEUR EST DANS LE CAMP 
25-  C’EST UN SON VICTORIEUX 
26-  CAR SA PUISSANTE VOIX DISPERSE NOS ENNEMIS</a:t>
            </a:r>
          </a:p>
          <a:p>
            <a:r>
              <a:rPr lang="fr-FR" smtClean="0"/>
              <a:t>
27-  AUCUNE ARME NE PEUT NOUS VAINCRE ICI 
28-  NOUS TRIOMPHONS DE TOUTE PART 
29-  PLUS QUE CONQUÉRANT PAR LA FORCE D’ADONAÏ </a:t>
            </a:r>
          </a:p>
          <a:p>
            <a:r>
              <a:rPr lang="fr-FR" smtClean="0"/>
              <a:t>
30-  MALGRÉ CES MURS DEVANT NOUS DE PARTOUT ILS NOUS ENTOURENT 
31-  ILS SONT RENVERSÉS LORSQU’EST PRONONCÉ 
32-  LE NOM AU-DESSUS DE TOUT </a:t>
            </a:r>
          </a:p>
          <a:p>
            <a:r>
              <a:rPr lang="fr-FR" smtClean="0"/>
              <a:t>
33-  YESHUA HAMASHIACH EL GIBBOR, TU ES DIEU PUISSANT ! 
34-  YAHVEH NISSI BIEN HAUT ÉLÈVE TA BANNIÈRE 
35-  ROCHER DE NOTRE SALUT LE MESSIE ET NOTRE JUSTICE 
36-  ADONAÏ JIRÉ, DIEU QUI POURVOIT
37-  EL SHADDAI, EL SHADDAI    x2</a:t>
            </a:r>
          </a:p>
          <a:p>
            <a:endParaRPr lang="fr-FR" smtClean="0"/>
          </a:p>
          <a:p>
            <a:r>
              <a:rPr lang="fr-FR" smtClean="0"/>
              <a:t>
	38-  QUE LES NATIONS LE CHANTENT ET LOUENT 
	39-  ET ISRAEL DIRA AMEN ! 
	40-  QUE LES NATIONS CHANTENT ALLÉLUIA 
	41-  ET ISRAEL DIRA AMEN ! </a:t>
            </a:r>
          </a:p>
          <a:p>
            <a:endParaRPr lang="fr-FR" smtClean="0"/>
          </a:p>
          <a:p>
            <a:r>
              <a:rPr lang="fr-FR" smtClean="0"/>
              <a:t>	X2</a:t>
            </a:r>
          </a:p>
          <a:p>
            <a:r>
              <a:rPr lang="fr-FR" smtClean="0"/>
              <a:t>
	42-  ET ISRAEL DIRA … </a:t>
            </a:r>
          </a:p>
          <a:p>
            <a:r>
              <a:rPr lang="fr-FR" smtClean="0"/>
              <a:t>
	43-  BARUCH ADONAÏ ELOHEY YISRAEL ADONAÏ 
	44-  BÉNI SOIT LE SEIGNEUR 
</a:t>
            </a:r>
            <a:endParaRPr lang="fr-FR" smtClean="0"/>
          </a:p>
        </p:txBody>
      </p:sp>
    </p:spTree>
    <p:extLst>
      <p:ext uri="{BB962C8B-B14F-4D97-AF65-F5344CB8AC3E}">
        <p14:creationId xmlns="" xmlns:p14="http://schemas.microsoft.com/office/powerpoint/2010/main" val="53412592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BARUCH ADONAÏ ELOHEY YISRAEL ADONAÏ 
2-  BÉNI SOIT LE SEIGNEUR                             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3-  MIN HA-OLAM, VAD HA-OLAM LOUE SON NOM ENCORE ET À JAMAIS 
4-  MIN HA-OLAM, VAD HA-OLAM BÉNI SOIT LE SEIGNEUR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5-  LE DIEU D’ISRAEL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
	6-  QUE LES NATIONS LE CHANTENT ET LOUENT 
	7-  ET ISRAEL DIRA AMEN ! 
	8-  QUE LES NATIONS CHANTENT ALLÉLUIA 
	9-  ET ISRAEL DIRA AMEN !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10-  ET ISRAEL DIRA …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Couplet 1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 QUAND LE CRI DU SEIGNEUR EST DANS LE CAMP 
12-  C’EST UN SON VICTORIEUX 
13-  CAR SA PUISSANTE VOIX DISPERSE NOS ENNEMIS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14-  AUCUNE ARME NE PEUT NOUS VAINCRE ICI 
15-  NOUS TRIOMPHONSDE TOUTE PART 
16-  PLUS QUE CONQUÉRANT PAR LA FORCE D’ADONAÏ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 MALGRÉ CES MURS DEVANT NOUS DE PARTOUT ILS NOUS ENTOURENT 
18-  ILS SONT RENVERSÉS LORSQU’EST PRONONCÉ 
19-  LE NOM AU-DESSUS DE TOUT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YESHUA HAMASHIACH EL GIBBOR, TU ES DIEU PUISSANT ! 
21-  YAHVEH NISSI BIEN HAUT ÉLÈVE TA BANNIÈRE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22-  ROCHER DE NOTRE SALUT LE MESSIE ET NOTRE JUSTICE 
23-  ADONAÏ JIRÉ, DIEU QUI POURVOIT EL SHADDAI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24-  QUAND LE CRI DU SEIGNEUR EST DANS LE CAMP 
25-  C’EST UN SON VICTORIEUX 
26-  CAR SA PUISSANTE VOIX DISPERSE NOS ENNEMIS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27-  AUCUNE ARME NE PEUT NOUS VAINCRE ICI 
28-  NOUS TRIOMPHONS DE TOUTE PART 
29-  PLUS QUE CONQUÉRANT PAR LA FORCE D’ADONAÏ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30-  MALGRÉ CES MURS DEVANT NOUS DE PARTOUT ILS NOUS ENTOURENT 
31-  ILS SONT RENVERSÉS LORSQU’EST PRONONCÉ 
32-  LE NOM AU-DESSUS DE TOUT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33-  YESHUA HAMASHIACH EL GIBBOR, TU ES DIEU PUISSANT ! 
34-  YAHVEH NISSI BIEN HAUT ÉLÈVE TA BANNIÈRE 
35-  ROCHER DE NOTRE SALUT LE MESSIE ET NOTRE JUSTICE 
36-  ADONAÏ JIRÉ, DIEU QUI POURVOIT
37-  EL SHADDAI, EL SHADDAI    x2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38-  QUE LES NATIONS LE CHANTENT ET LOUENT 
	39-  ET ISRAEL DIRA AMEN ! 
	40-  QUE LES NATIONS CHANTENT ALLÉLUIA 
	41-  ET ISRAEL DIRA AMEN !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42-  ET ISRAEL DIRA …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43-  BARUCH ADONAÏ ELOHEY YISRAEL ADONAÏ 
	44-  BÉNI SOIT LE SEIGNEUR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1-  BARUCH ADONAÏ ELOHEY YISRAEL ADONAÏ 
2-  BÉNI SOIT LE SEIGNEUR                                                         X2</a:t>
            </a:r>
          </a:p>
          <a:p>
            <a:r>
              <a:rPr lang="fr-FR" smtClean="0"/>
              <a:t>
3-  MIN HA-OLAM, VAD HA-OLAM LOUE SON NOM ENCORE ET À JAMAIS 
4-  MIN HA-OLAM, VAD HA-OLAM BÉNI SOIT LE SEIGNEUR </a:t>
            </a:r>
          </a:p>
          <a:p>
            <a:r>
              <a:rPr lang="fr-FR" smtClean="0"/>
              <a:t>5-  LE DIEU D’ISRAEL </a:t>
            </a:r>
          </a:p>
          <a:p>
            <a:endParaRPr lang="fr-FR" smtClean="0"/>
          </a:p>
          <a:p>
            <a:r>
              <a:rPr lang="fr-FR" smtClean="0"/>
              <a:t>	Refrain :
	6-  QUE LES NATIONS LE CHANTENT ET LOUENT 
	7-  ET ISRAEL DIRA AMEN ! 
	8-  QUE LES NATIONS CHANTENT ALLÉLUIA 
	9-  ET ISRAEL DIRA AMEN ! </a:t>
            </a:r>
          </a:p>
          <a:p>
            <a:endParaRPr lang="fr-FR" smtClean="0"/>
          </a:p>
          <a:p>
            <a:r>
              <a:rPr lang="fr-FR" smtClean="0"/>
              <a:t>	X2</a:t>
            </a:r>
          </a:p>
          <a:p>
            <a:r>
              <a:rPr lang="fr-FR" smtClean="0"/>
              <a:t>
	10-  ET ISRAEL DIRA … </a:t>
            </a:r>
          </a:p>
          <a:p>
            <a:r>
              <a:rPr lang="fr-FR" smtClean="0"/>
              <a:t>
Couplet 1</a:t>
            </a:r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r>
              <a:rPr lang="fr-FR" smtClean="0"/>
              <a:t>
11-  QUAND LE CRI DU SEIGNEUR EST DANS LE CAMP 
12-  C’EST UN SON VICTORIEUX 
13-  CAR SA PUISSANTE VOIX DISPERSE NOS ENNEMIS</a:t>
            </a:r>
          </a:p>
          <a:p>
            <a:r>
              <a:rPr lang="fr-FR" smtClean="0"/>
              <a:t> 
14-  AUCUNE ARME NE PEUT NOUS VAINCRE ICI 
15-  NOUS TRIOMPHONSDE TOUTE PART 
16-  PLUS QUE CONQUÉRANT PAR LA FORCE D’ADONAÏ </a:t>
            </a:r>
          </a:p>
          <a:p>
            <a:r>
              <a:rPr lang="fr-FR" smtClean="0"/>
              <a:t>
17-  MALGRÉ CES MURS DEVANT NOUS DE PARTOUT ILS NOUS ENTOURENT 
18-  ILS SONT RENVERSÉS LORSQU’EST PRONONCÉ 
19-  LE NOM AU-DESSUS DE TOUT </a:t>
            </a:r>
          </a:p>
          <a:p>
            <a:r>
              <a:rPr lang="fr-FR" smtClean="0"/>
              <a:t>
20-  YESHUA HAMASHIACH EL GIBBOR, TU ES DIEU PUISSANT ! 
21-  YAHVEH NISSI BIEN HAUT ÉLÈVE TA BANNIÈRE </a:t>
            </a:r>
          </a:p>
          <a:p>
            <a:r>
              <a:rPr lang="fr-FR" smtClean="0"/>
              <a:t>
22-  ROCHER DE NOTRE SALUT LE MESSIE ET NOTRE JUSTICE 
23-  ADONAÏ JIRÉ, DIEU QUI POURVOIT EL SHADDAI </a:t>
            </a:r>
          </a:p>
          <a:p>
            <a:r>
              <a:rPr lang="fr-FR" smtClean="0"/>
              <a:t>
24-  QUAND LE CRI DU SEIGNEUR EST DANS LE CAMP 
25-  C’EST UN SON VICTORIEUX 
26-  CAR SA PUISSANTE VOIX DISPERSE NOS ENNEMIS</a:t>
            </a:r>
          </a:p>
          <a:p>
            <a:r>
              <a:rPr lang="fr-FR" smtClean="0"/>
              <a:t>
27-  AUCUNE ARME NE PEUT NOUS VAINCRE ICI 
28-  NOUS TRIOMPHONS DE TOUTE PART 
29-  PLUS QUE CONQUÉRANT PAR LA FORCE D’ADONAÏ </a:t>
            </a:r>
          </a:p>
          <a:p>
            <a:r>
              <a:rPr lang="fr-FR" smtClean="0"/>
              <a:t>
30-  MALGRÉ CES MURS DEVANT NOUS DE PARTOUT ILS NOUS ENTOURENT 
31-  ILS SONT RENVERSÉS LORSQU’EST PRONONCÉ 
32-  LE NOM AU-DESSUS DE TOUT </a:t>
            </a:r>
          </a:p>
          <a:p>
            <a:r>
              <a:rPr lang="fr-FR" smtClean="0"/>
              <a:t>
33-  YESHUA HAMASHIACH EL GIBBOR, TU ES DIEU PUISSANT ! 
34-  YAHVEH NISSI BIEN HAUT ÉLÈVE TA BANNIÈRE 
35-  ROCHER DE NOTRE SALUT LE MESSIE ET NOTRE JUSTICE 
36-  ADONAÏ JIRÉ, DIEU QUI POURVOIT
37-  EL SHADDAI, EL SHADDAI    x2</a:t>
            </a:r>
          </a:p>
          <a:p>
            <a:endParaRPr lang="fr-FR" smtClean="0"/>
          </a:p>
          <a:p>
            <a:r>
              <a:rPr lang="fr-FR" smtClean="0"/>
              <a:t>
	38-  QUE LES NATIONS LE CHANTENT ET LOUENT 
	39-  ET ISRAEL DIRA AMEN ! 
	40-  QUE LES NATIONS CHANTENT ALLÉLUIA 
	41-  ET ISRAEL DIRA AMEN ! </a:t>
            </a:r>
          </a:p>
          <a:p>
            <a:endParaRPr lang="fr-FR" smtClean="0"/>
          </a:p>
          <a:p>
            <a:r>
              <a:rPr lang="fr-FR" smtClean="0"/>
              <a:t>	X2</a:t>
            </a:r>
          </a:p>
          <a:p>
            <a:r>
              <a:rPr lang="fr-FR" smtClean="0"/>
              <a:t>
	42-  ET ISRAEL DIRA … </a:t>
            </a:r>
          </a:p>
          <a:p>
            <a:r>
              <a:rPr lang="fr-FR" smtClean="0"/>
              <a:t>
	43-  BARUCH ADONAÏ ELOHEY YISRAEL ADONAÏ 
	44-  BÉNI SOIT LE SEIGNEUR 
</a:t>
            </a:r>
            <a:endParaRPr lang="fr-FR" smtClean="0"/>
          </a:p>
        </p:txBody>
      </p:sp>
    </p:spTree>
    <p:extLst>
      <p:ext uri="{BB962C8B-B14F-4D97-AF65-F5344CB8AC3E}">
        <p14:creationId xmlns="" xmlns:p14="http://schemas.microsoft.com/office/powerpoint/2010/main" val="389871216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BARUCH ADONAÏ ELOHEY YISRAEL ADONAÏ 
2-  BÉNI SOIT LE SEIGNEUR                             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3-  MIN HA-OLAM, VAD HA-OLAM LOUE SON NOM ENCORE ET À JAMAIS 
4-  MIN HA-OLAM, VAD HA-OLAM BÉNI SOIT LE SEIGNEUR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5-  LE DIEU D’ISRAEL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
	6-  QUE LES NATIONS LE CHANTENT ET LOUENT 
	7-  ET ISRAEL DIRA AMEN ! 
	8-  QUE LES NATIONS CHANTENT ALLÉLUIA 
	9-  ET ISRAEL DIRA AMEN !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10-  ET ISRAEL DIRA …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Couplet 1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 QUAND LE CRI DU SEIGNEUR EST DANS LE CAMP 
12-  C’EST UN SON VICTORIEUX 
13-  CAR SA PUISSANTE VOIX DISPERSE NOS ENNEMIS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14-  AUCUNE ARME NE PEUT NOUS VAINCRE ICI 
15-  NOUS TRIOMPHONSDE TOUTE PART 
16-  PLUS QUE CONQUÉRANT PAR LA FORCE D’ADONAÏ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 MALGRÉ CES MURS DEVANT NOUS DE PARTOUT ILS NOUS ENTOURENT 
18-  ILS SONT RENVERSÉS LORSQU’EST PRONONCÉ 
19-  LE NOM AU-DESSUS DE TOUT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YESHUA HAMASHIACH EL GIBBOR, TU ES DIEU PUISSANT ! 
21-  YAHVEH NISSI BIEN HAUT ÉLÈVE TA BANNIÈRE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22-  ROCHER DE NOTRE SALUT LE MESSIE ET NOTRE JUSTICE 
23-  ADONAÏ JIRÉ, DIEU QUI POURVOIT EL SHADDAI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24-  QUAND LE CRI DU SEIGNEUR EST DANS LE CAMP 
25-  C’EST UN SON VICTORIEUX 
26-  CAR SA PUISSANTE VOIX DISPERSE NOS ENNEMIS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27-  AUCUNE ARME NE PEUT NOUS VAINCRE ICI 
28-  NOUS TRIOMPHONS DE TOUTE PART 
29-  PLUS QUE CONQUÉRANT PAR LA FORCE D’ADONAÏ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30-  MALGRÉ CES MURS DEVANT NOUS DE PARTOUT ILS NOUS ENTOURENT 
31-  ILS SONT RENVERSÉS LORSQU’EST PRONONCÉ 
32-  LE NOM AU-DESSUS DE TOUT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33-  YESHUA HAMASHIACH EL GIBBOR, TU ES DIEU PUISSANT ! 
34-  YAHVEH NISSI BIEN HAUT ÉLÈVE TA BANNIÈRE 
35-  ROCHER DE NOTRE SALUT LE MESSIE ET NOTRE JUSTICE 
36-  ADONAÏ JIRÉ, DIEU QUI POURVOIT
37-  EL SHADDAI, EL SHADDAI    x2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38-  QUE LES NATIONS LE CHANTENT ET LOUENT 
	39-  ET ISRAEL DIRA AMEN ! 
	40-  QUE LES NATIONS CHANTENT ALLÉLUIA 
	41-  ET ISRAEL DIRA AMEN !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42-  ET ISRAEL DIRA …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43-  BARUCH ADONAÏ ELOHEY YISRAEL ADONAÏ 
	44-  BÉNI SOIT LE SEIGNEUR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1-  BARUCH ADONAÏ ELOHEY YISRAEL ADONAÏ 
2-  BÉNI SOIT LE SEIGNEUR                                                         X2</a:t>
            </a:r>
          </a:p>
          <a:p>
            <a:r>
              <a:rPr lang="fr-FR" smtClean="0"/>
              <a:t>
3-  MIN HA-OLAM, VAD HA-OLAM LOUE SON NOM ENCORE ET À JAMAIS 
4-  MIN HA-OLAM, VAD HA-OLAM BÉNI SOIT LE SEIGNEUR </a:t>
            </a:r>
          </a:p>
          <a:p>
            <a:r>
              <a:rPr lang="fr-FR" smtClean="0"/>
              <a:t>5-  LE DIEU D’ISRAEL </a:t>
            </a:r>
          </a:p>
          <a:p>
            <a:endParaRPr lang="fr-FR" smtClean="0"/>
          </a:p>
          <a:p>
            <a:r>
              <a:rPr lang="fr-FR" smtClean="0"/>
              <a:t>	Refrain :
	6-  QUE LES NATIONS LE CHANTENT ET LOUENT 
	7-  ET ISRAEL DIRA AMEN ! 
	8-  QUE LES NATIONS CHANTENT ALLÉLUIA 
	9-  ET ISRAEL DIRA AMEN ! </a:t>
            </a:r>
          </a:p>
          <a:p>
            <a:endParaRPr lang="fr-FR" smtClean="0"/>
          </a:p>
          <a:p>
            <a:r>
              <a:rPr lang="fr-FR" smtClean="0"/>
              <a:t>	X2</a:t>
            </a:r>
          </a:p>
          <a:p>
            <a:r>
              <a:rPr lang="fr-FR" smtClean="0"/>
              <a:t>
	10-  ET ISRAEL DIRA … </a:t>
            </a:r>
          </a:p>
          <a:p>
            <a:r>
              <a:rPr lang="fr-FR" smtClean="0"/>
              <a:t>
Couplet 1</a:t>
            </a:r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r>
              <a:rPr lang="fr-FR" smtClean="0"/>
              <a:t>
11-  QUAND LE CRI DU SEIGNEUR EST DANS LE CAMP 
12-  C’EST UN SON VICTORIEUX 
13-  CAR SA PUISSANTE VOIX DISPERSE NOS ENNEMIS</a:t>
            </a:r>
          </a:p>
          <a:p>
            <a:r>
              <a:rPr lang="fr-FR" smtClean="0"/>
              <a:t> 
14-  AUCUNE ARME NE PEUT NOUS VAINCRE ICI 
15-  NOUS TRIOMPHONSDE TOUTE PART 
16-  PLUS QUE CONQUÉRANT PAR LA FORCE D’ADONAÏ </a:t>
            </a:r>
          </a:p>
          <a:p>
            <a:r>
              <a:rPr lang="fr-FR" smtClean="0"/>
              <a:t>
17-  MALGRÉ CES MURS DEVANT NOUS DE PARTOUT ILS NOUS ENTOURENT 
18-  ILS SONT RENVERSÉS LORSQU’EST PRONONCÉ 
19-  LE NOM AU-DESSUS DE TOUT </a:t>
            </a:r>
          </a:p>
          <a:p>
            <a:r>
              <a:rPr lang="fr-FR" smtClean="0"/>
              <a:t>
20-  YESHUA HAMASHIACH EL GIBBOR, TU ES DIEU PUISSANT ! 
21-  YAHVEH NISSI BIEN HAUT ÉLÈVE TA BANNIÈRE </a:t>
            </a:r>
          </a:p>
          <a:p>
            <a:r>
              <a:rPr lang="fr-FR" smtClean="0"/>
              <a:t>
22-  ROCHER DE NOTRE SALUT LE MESSIE ET NOTRE JUSTICE 
23-  ADONAÏ JIRÉ, DIEU QUI POURVOIT EL SHADDAI </a:t>
            </a:r>
          </a:p>
          <a:p>
            <a:r>
              <a:rPr lang="fr-FR" smtClean="0"/>
              <a:t>
24-  QUAND LE CRI DU SEIGNEUR EST DANS LE CAMP 
25-  C’EST UN SON VICTORIEUX 
26-  CAR SA PUISSANTE VOIX DISPERSE NOS ENNEMIS</a:t>
            </a:r>
          </a:p>
          <a:p>
            <a:r>
              <a:rPr lang="fr-FR" smtClean="0"/>
              <a:t>
27-  AUCUNE ARME NE PEUT NOUS VAINCRE ICI 
28-  NOUS TRIOMPHONS DE TOUTE PART 
29-  PLUS QUE CONQUÉRANT PAR LA FORCE D’ADONAÏ </a:t>
            </a:r>
          </a:p>
          <a:p>
            <a:r>
              <a:rPr lang="fr-FR" smtClean="0"/>
              <a:t>
30-  MALGRÉ CES MURS DEVANT NOUS DE PARTOUT ILS NOUS ENTOURENT 
31-  ILS SONT RENVERSÉS LORSQU’EST PRONONCÉ 
32-  LE NOM AU-DESSUS DE TOUT </a:t>
            </a:r>
          </a:p>
          <a:p>
            <a:r>
              <a:rPr lang="fr-FR" smtClean="0"/>
              <a:t>
33-  YESHUA HAMASHIACH EL GIBBOR, TU ES DIEU PUISSANT ! 
34-  YAHVEH NISSI BIEN HAUT ÉLÈVE TA BANNIÈRE 
35-  ROCHER DE NOTRE SALUT LE MESSIE ET NOTRE JUSTICE 
36-  ADONAÏ JIRÉ, DIEU QUI POURVOIT
37-  EL SHADDAI, EL SHADDAI    x2</a:t>
            </a:r>
          </a:p>
          <a:p>
            <a:endParaRPr lang="fr-FR" smtClean="0"/>
          </a:p>
          <a:p>
            <a:r>
              <a:rPr lang="fr-FR" smtClean="0"/>
              <a:t>
	38-  QUE LES NATIONS LE CHANTENT ET LOUENT 
	39-  ET ISRAEL DIRA AMEN ! 
	40-  QUE LES NATIONS CHANTENT ALLÉLUIA 
	41-  ET ISRAEL DIRA AMEN ! </a:t>
            </a:r>
          </a:p>
          <a:p>
            <a:endParaRPr lang="fr-FR" smtClean="0"/>
          </a:p>
          <a:p>
            <a:r>
              <a:rPr lang="fr-FR" smtClean="0"/>
              <a:t>	X2</a:t>
            </a:r>
          </a:p>
          <a:p>
            <a:r>
              <a:rPr lang="fr-FR" smtClean="0"/>
              <a:t>
	42-  ET ISRAEL DIRA … </a:t>
            </a:r>
          </a:p>
          <a:p>
            <a:r>
              <a:rPr lang="fr-FR" smtClean="0"/>
              <a:t>
	43-  BARUCH ADONAÏ ELOHEY YISRAEL ADONAÏ 
	44-  BÉNI SOIT LE SEIGNEUR 
</a:t>
            </a:r>
            <a:endParaRPr lang="fr-FR" smtClean="0"/>
          </a:p>
        </p:txBody>
      </p:sp>
    </p:spTree>
    <p:extLst>
      <p:ext uri="{BB962C8B-B14F-4D97-AF65-F5344CB8AC3E}">
        <p14:creationId xmlns="" xmlns:p14="http://schemas.microsoft.com/office/powerpoint/2010/main" val="200037589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BARUCH ADONAÏ ELOHEY YISRAEL ADONAÏ 
2-  BÉNI SOIT LE SEIGNEUR                             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3-  MIN HA-OLAM, VAD HA-OLAM LOUE SON NOM ENCORE ET À JAMAIS 
4-  MIN HA-OLAM, VAD HA-OLAM BÉNI SOIT LE SEIGNEUR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5-  LE DIEU D’ISRAEL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
	6-  QUE LES NATIONS LE CHANTENT ET LOUENT 
	7-  ET ISRAEL DIRA AMEN ! 
	8-  QUE LES NATIONS CHANTENT ALLÉLUIA 
	9-  ET ISRAEL DIRA AMEN !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10-  ET ISRAEL DIRA …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Couplet 1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 QUAND LE CRI DU SEIGNEUR EST DANS LE CAMP 
12-  C’EST UN SON VICTORIEUX 
13-  CAR SA PUISSANTE VOIX DISPERSE NOS ENNEMIS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14-  AUCUNE ARME NE PEUT NOUS VAINCRE ICI 
15-  NOUS TRIOMPHONSDE TOUTE PART 
16-  PLUS QUE CONQUÉRANT PAR LA FORCE D’ADONAÏ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 MALGRÉ CES MURS DEVANT NOUS DE PARTOUT ILS NOUS ENTOURENT 
18-  ILS SONT RENVERSÉS LORSQU’EST PRONONCÉ 
19-  LE NOM AU-DESSUS DE TOUT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YESHUA HAMASHIACH EL GIBBOR, TU ES DIEU PUISSANT ! 
21-  YAHVEH NISSI BIEN HAUT ÉLÈVE TA BANNIÈRE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22-  ROCHER DE NOTRE SALUT LE MESSIE ET NOTRE JUSTICE 
23-  ADONAÏ JIRÉ, DIEU QUI POURVOIT EL SHADDAI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24-  QUAND LE CRI DU SEIGNEUR EST DANS LE CAMP 
25-  C’EST UN SON VICTORIEUX 
26-  CAR SA PUISSANTE VOIX DISPERSE NOS ENNEMIS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27-  AUCUNE ARME NE PEUT NOUS VAINCRE ICI 
28-  NOUS TRIOMPHONS DE TOUTE PART 
29-  PLUS QUE CONQUÉRANT PAR LA FORCE D’ADONAÏ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30-  MALGRÉ CES MURS DEVANT NOUS DE PARTOUT ILS NOUS ENTOURENT 
31-  ILS SONT RENVERSÉS LORSQU’EST PRONONCÉ 
32-  LE NOM AU-DESSUS DE TOUT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33-  YESHUA HAMASHIACH EL GIBBOR, TU ES DIEU PUISSANT ! 
34-  YAHVEH NISSI BIEN HAUT ÉLÈVE TA BANNIÈRE 
35-  ROCHER DE NOTRE SALUT LE MESSIE ET NOTRE JUSTICE 
36-  ADONAÏ JIRÉ, DIEU QUI POURVOIT
37-  EL SHADDAI, EL SHADDAI    x2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38-  QUE LES NATIONS LE CHANTENT ET LOUENT 
	39-  ET ISRAEL DIRA AMEN ! 
	40-  QUE LES NATIONS CHANTENT ALLÉLUIA 
	41-  ET ISRAEL DIRA AMEN !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42-  ET ISRAEL DIRA …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43-  BARUCH ADONAÏ ELOHEY YISRAEL ADONAÏ 
	44-  BÉNI SOIT LE SEIGNEUR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1-  BARUCH ADONAÏ ELOHEY YISRAEL ADONAÏ 
2-  BÉNI SOIT LE SEIGNEUR                                                         X2</a:t>
            </a:r>
          </a:p>
          <a:p>
            <a:r>
              <a:rPr lang="fr-FR" smtClean="0"/>
              <a:t>
3-  MIN HA-OLAM, VAD HA-OLAM LOUE SON NOM ENCORE ET À JAMAIS 
4-  MIN HA-OLAM, VAD HA-OLAM BÉNI SOIT LE SEIGNEUR </a:t>
            </a:r>
          </a:p>
          <a:p>
            <a:r>
              <a:rPr lang="fr-FR" smtClean="0"/>
              <a:t>5-  LE DIEU D’ISRAEL </a:t>
            </a:r>
          </a:p>
          <a:p>
            <a:endParaRPr lang="fr-FR" smtClean="0"/>
          </a:p>
          <a:p>
            <a:r>
              <a:rPr lang="fr-FR" smtClean="0"/>
              <a:t>	Refrain :
	6-  QUE LES NATIONS LE CHANTENT ET LOUENT 
	7-  ET ISRAEL DIRA AMEN ! 
	8-  QUE LES NATIONS CHANTENT ALLÉLUIA 
	9-  ET ISRAEL DIRA AMEN ! </a:t>
            </a:r>
          </a:p>
          <a:p>
            <a:endParaRPr lang="fr-FR" smtClean="0"/>
          </a:p>
          <a:p>
            <a:r>
              <a:rPr lang="fr-FR" smtClean="0"/>
              <a:t>	X2</a:t>
            </a:r>
          </a:p>
          <a:p>
            <a:r>
              <a:rPr lang="fr-FR" smtClean="0"/>
              <a:t>
	10-  ET ISRAEL DIRA … </a:t>
            </a:r>
          </a:p>
          <a:p>
            <a:r>
              <a:rPr lang="fr-FR" smtClean="0"/>
              <a:t>
Couplet 1</a:t>
            </a:r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r>
              <a:rPr lang="fr-FR" smtClean="0"/>
              <a:t>
11-  QUAND LE CRI DU SEIGNEUR EST DANS LE CAMP 
12-  C’EST UN SON VICTORIEUX 
13-  CAR SA PUISSANTE VOIX DISPERSE NOS ENNEMIS</a:t>
            </a:r>
          </a:p>
          <a:p>
            <a:r>
              <a:rPr lang="fr-FR" smtClean="0"/>
              <a:t> 
14-  AUCUNE ARME NE PEUT NOUS VAINCRE ICI 
15-  NOUS TRIOMPHONSDE TOUTE PART 
16-  PLUS QUE CONQUÉRANT PAR LA FORCE D’ADONAÏ </a:t>
            </a:r>
          </a:p>
          <a:p>
            <a:r>
              <a:rPr lang="fr-FR" smtClean="0"/>
              <a:t>
17-  MALGRÉ CES MURS DEVANT NOUS DE PARTOUT ILS NOUS ENTOURENT 
18-  ILS SONT RENVERSÉS LORSQU’EST PRONONCÉ 
19-  LE NOM AU-DESSUS DE TOUT </a:t>
            </a:r>
          </a:p>
          <a:p>
            <a:r>
              <a:rPr lang="fr-FR" smtClean="0"/>
              <a:t>
20-  YESHUA HAMASHIACH EL GIBBOR, TU ES DIEU PUISSANT ! 
21-  YAHVEH NISSI BIEN HAUT ÉLÈVE TA BANNIÈRE </a:t>
            </a:r>
          </a:p>
          <a:p>
            <a:r>
              <a:rPr lang="fr-FR" smtClean="0"/>
              <a:t>
22-  ROCHER DE NOTRE SALUT LE MESSIE ET NOTRE JUSTICE 
23-  ADONAÏ JIRÉ, DIEU QUI POURVOIT EL SHADDAI </a:t>
            </a:r>
          </a:p>
          <a:p>
            <a:r>
              <a:rPr lang="fr-FR" smtClean="0"/>
              <a:t>
24-  QUAND LE CRI DU SEIGNEUR EST DANS LE CAMP 
25-  C’EST UN SON VICTORIEUX 
26-  CAR SA PUISSANTE VOIX DISPERSE NOS ENNEMIS</a:t>
            </a:r>
          </a:p>
          <a:p>
            <a:r>
              <a:rPr lang="fr-FR" smtClean="0"/>
              <a:t>
27-  AUCUNE ARME NE PEUT NOUS VAINCRE ICI 
28-  NOUS TRIOMPHONS DE TOUTE PART 
29-  PLUS QUE CONQUÉRANT PAR LA FORCE D’ADONAÏ </a:t>
            </a:r>
          </a:p>
          <a:p>
            <a:r>
              <a:rPr lang="fr-FR" smtClean="0"/>
              <a:t>
30-  MALGRÉ CES MURS DEVANT NOUS DE PARTOUT ILS NOUS ENTOURENT 
31-  ILS SONT RENVERSÉS LORSQU’EST PRONONCÉ 
32-  LE NOM AU-DESSUS DE TOUT </a:t>
            </a:r>
          </a:p>
          <a:p>
            <a:r>
              <a:rPr lang="fr-FR" smtClean="0"/>
              <a:t>
33-  YESHUA HAMASHIACH EL GIBBOR, TU ES DIEU PUISSANT ! 
34-  YAHVEH NISSI BIEN HAUT ÉLÈVE TA BANNIÈRE 
35-  ROCHER DE NOTRE SALUT LE MESSIE ET NOTRE JUSTICE 
36-  ADONAÏ JIRÉ, DIEU QUI POURVOIT
37-  EL SHADDAI, EL SHADDAI    x2</a:t>
            </a:r>
          </a:p>
          <a:p>
            <a:endParaRPr lang="fr-FR" smtClean="0"/>
          </a:p>
          <a:p>
            <a:r>
              <a:rPr lang="fr-FR" smtClean="0"/>
              <a:t>
	38-  QUE LES NATIONS LE CHANTENT ET LOUENT 
	39-  ET ISRAEL DIRA AMEN ! 
	40-  QUE LES NATIONS CHANTENT ALLÉLUIA 
	41-  ET ISRAEL DIRA AMEN ! </a:t>
            </a:r>
          </a:p>
          <a:p>
            <a:endParaRPr lang="fr-FR" smtClean="0"/>
          </a:p>
          <a:p>
            <a:r>
              <a:rPr lang="fr-FR" smtClean="0"/>
              <a:t>	X2</a:t>
            </a:r>
          </a:p>
          <a:p>
            <a:r>
              <a:rPr lang="fr-FR" smtClean="0"/>
              <a:t>
	42-  ET ISRAEL DIRA … </a:t>
            </a:r>
          </a:p>
          <a:p>
            <a:r>
              <a:rPr lang="fr-FR" smtClean="0"/>
              <a:t>
	43-  BARUCH ADONAÏ ELOHEY YISRAEL ADONAÏ 
	44-  BÉNI SOIT LE SEIGNEUR 
</a:t>
            </a:r>
            <a:endParaRPr lang="fr-FR" smtClean="0"/>
          </a:p>
        </p:txBody>
      </p:sp>
    </p:spTree>
    <p:extLst>
      <p:ext uri="{BB962C8B-B14F-4D97-AF65-F5344CB8AC3E}">
        <p14:creationId xmlns="" xmlns:p14="http://schemas.microsoft.com/office/powerpoint/2010/main" val="407307614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BARUCH ADONAÏ ELOHEY YISRAEL ADONAÏ 
2-  BÉNI SOIT LE SEIGNEUR                             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3-  MIN HA-OLAM, VAD HA-OLAM LOUE SON NOM ENCORE ET À JAMAIS 
4-  MIN HA-OLAM, VAD HA-OLAM BÉNI SOIT LE SEIGNEUR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5-  LE DIEU D’ISRAEL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
	6-  QUE LES NATIONS LE CHANTENT ET LOUENT 
	7-  ET ISRAEL DIRA AMEN ! 
	8-  QUE LES NATIONS CHANTENT ALLÉLUIA 
	9-  ET ISRAEL DIRA AMEN !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10-  ET ISRAEL DIRA …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Couplet 1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 QUAND LE CRI DU SEIGNEUR EST DANS LE CAMP 
12-  C’EST UN SON VICTORIEUX 
13-  CAR SA PUISSANTE VOIX DISPERSE NOS ENNEMIS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14-  AUCUNE ARME NE PEUT NOUS VAINCRE ICI 
15-  NOUS TRIOMPHONSDE TOUTE PART 
16-  PLUS QUE CONQUÉRANT PAR LA FORCE D’ADONAÏ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 MALGRÉ CES MURS DEVANT NOUS DE PARTOUT ILS NOUS ENTOURENT 
18-  ILS SONT RENVERSÉS LORSQU’EST PRONONCÉ 
19-  LE NOM AU-DESSUS DE TOUT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YESHUA HAMASHIACH EL GIBBOR, TU ES DIEU PUISSANT ! 
21-  YAHVEH NISSI BIEN HAUT ÉLÈVE TA BANNIÈRE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22-  ROCHER DE NOTRE SALUT LE MESSIE ET NOTRE JUSTICE 
23-  ADONAÏ JIRÉ, DIEU QUI POURVOIT EL SHADDAI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24-  QUAND LE CRI DU SEIGNEUR EST DANS LE CAMP 
25-  C’EST UN SON VICTORIEUX 
26-  CAR SA PUISSANTE VOIX DISPERSE NOS ENNEMIS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27-  AUCUNE ARME NE PEUT NOUS VAINCRE ICI 
28-  NOUS TRIOMPHONS DE TOUTE PART 
29-  PLUS QUE CONQUÉRANT PAR LA FORCE D’ADONAÏ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30-  MALGRÉ CES MURS DEVANT NOUS DE PARTOUT ILS NOUS ENTOURENT 
31-  ILS SONT RENVERSÉS LORSQU’EST PRONONCÉ 
32-  LE NOM AU-DESSUS DE TOUT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33-  YESHUA HAMASHIACH EL GIBBOR, TU ES DIEU PUISSANT ! 
34-  YAHVEH NISSI BIEN HAUT ÉLÈVE TA BANNIÈRE 
35-  ROCHER DE NOTRE SALUT LE MESSIE ET NOTRE JUSTICE 
36-  ADONAÏ JIRÉ, DIEU QUI POURVOIT
37-  EL SHADDAI, EL SHADDAI    x2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38-  QUE LES NATIONS LE CHANTENT ET LOUENT 
	39-  ET ISRAEL DIRA AMEN ! 
	40-  QUE LES NATIONS CHANTENT ALLÉLUIA 
	41-  ET ISRAEL DIRA AMEN !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42-  ET ISRAEL DIRA …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43-  BARUCH ADONAÏ ELOHEY YISRAEL ADONAÏ 
	44-  BÉNI SOIT LE SEIGNEUR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1-  BARUCH ADONAÏ ELOHEY YISRAEL ADONAÏ 
2-  BÉNI SOIT LE SEIGNEUR                                                         X2</a:t>
            </a:r>
          </a:p>
          <a:p>
            <a:r>
              <a:rPr lang="fr-FR" smtClean="0"/>
              <a:t>
3-  MIN HA-OLAM, VAD HA-OLAM LOUE SON NOM ENCORE ET À JAMAIS 
4-  MIN HA-OLAM, VAD HA-OLAM BÉNI SOIT LE SEIGNEUR </a:t>
            </a:r>
          </a:p>
          <a:p>
            <a:r>
              <a:rPr lang="fr-FR" smtClean="0"/>
              <a:t>5-  LE DIEU D’ISRAEL </a:t>
            </a:r>
          </a:p>
          <a:p>
            <a:endParaRPr lang="fr-FR" smtClean="0"/>
          </a:p>
          <a:p>
            <a:r>
              <a:rPr lang="fr-FR" smtClean="0"/>
              <a:t>	Refrain :
	6-  QUE LES NATIONS LE CHANTENT ET LOUENT 
	7-  ET ISRAEL DIRA AMEN ! 
	8-  QUE LES NATIONS CHANTENT ALLÉLUIA 
	9-  ET ISRAEL DIRA AMEN ! </a:t>
            </a:r>
          </a:p>
          <a:p>
            <a:endParaRPr lang="fr-FR" smtClean="0"/>
          </a:p>
          <a:p>
            <a:r>
              <a:rPr lang="fr-FR" smtClean="0"/>
              <a:t>	X2</a:t>
            </a:r>
          </a:p>
          <a:p>
            <a:r>
              <a:rPr lang="fr-FR" smtClean="0"/>
              <a:t>
	10-  ET ISRAEL DIRA … </a:t>
            </a:r>
          </a:p>
          <a:p>
            <a:r>
              <a:rPr lang="fr-FR" smtClean="0"/>
              <a:t>
Couplet 1</a:t>
            </a:r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r>
              <a:rPr lang="fr-FR" smtClean="0"/>
              <a:t>
11-  QUAND LE CRI DU SEIGNEUR EST DANS LE CAMP 
12-  C’EST UN SON VICTORIEUX 
13-  CAR SA PUISSANTE VOIX DISPERSE NOS ENNEMIS</a:t>
            </a:r>
          </a:p>
          <a:p>
            <a:r>
              <a:rPr lang="fr-FR" smtClean="0"/>
              <a:t> 
14-  AUCUNE ARME NE PEUT NOUS VAINCRE ICI 
15-  NOUS TRIOMPHONSDE TOUTE PART 
16-  PLUS QUE CONQUÉRANT PAR LA FORCE D’ADONAÏ </a:t>
            </a:r>
          </a:p>
          <a:p>
            <a:r>
              <a:rPr lang="fr-FR" smtClean="0"/>
              <a:t>
17-  MALGRÉ CES MURS DEVANT NOUS DE PARTOUT ILS NOUS ENTOURENT 
18-  ILS SONT RENVERSÉS LORSQU’EST PRONONCÉ 
19-  LE NOM AU-DESSUS DE TOUT </a:t>
            </a:r>
          </a:p>
          <a:p>
            <a:r>
              <a:rPr lang="fr-FR" smtClean="0"/>
              <a:t>
20-  YESHUA HAMASHIACH EL GIBBOR, TU ES DIEU PUISSANT ! 
21-  YAHVEH NISSI BIEN HAUT ÉLÈVE TA BANNIÈRE </a:t>
            </a:r>
          </a:p>
          <a:p>
            <a:r>
              <a:rPr lang="fr-FR" smtClean="0"/>
              <a:t>
22-  ROCHER DE NOTRE SALUT LE MESSIE ET NOTRE JUSTICE 
23-  ADONAÏ JIRÉ, DIEU QUI POURVOIT EL SHADDAI </a:t>
            </a:r>
          </a:p>
          <a:p>
            <a:r>
              <a:rPr lang="fr-FR" smtClean="0"/>
              <a:t>
24-  QUAND LE CRI DU SEIGNEUR EST DANS LE CAMP 
25-  C’EST UN SON VICTORIEUX 
26-  CAR SA PUISSANTE VOIX DISPERSE NOS ENNEMIS</a:t>
            </a:r>
          </a:p>
          <a:p>
            <a:r>
              <a:rPr lang="fr-FR" smtClean="0"/>
              <a:t>
27-  AUCUNE ARME NE PEUT NOUS VAINCRE ICI 
28-  NOUS TRIOMPHONS DE TOUTE PART 
29-  PLUS QUE CONQUÉRANT PAR LA FORCE D’ADONAÏ </a:t>
            </a:r>
          </a:p>
          <a:p>
            <a:r>
              <a:rPr lang="fr-FR" smtClean="0"/>
              <a:t>
30-  MALGRÉ CES MURS DEVANT NOUS DE PARTOUT ILS NOUS ENTOURENT 
31-  ILS SONT RENVERSÉS LORSQU’EST PRONONCÉ 
32-  LE NOM AU-DESSUS DE TOUT </a:t>
            </a:r>
          </a:p>
          <a:p>
            <a:r>
              <a:rPr lang="fr-FR" smtClean="0"/>
              <a:t>
33-  YESHUA HAMASHIACH EL GIBBOR, TU ES DIEU PUISSANT ! 
34-  YAHVEH NISSI BIEN HAUT ÉLÈVE TA BANNIÈRE 
35-  ROCHER DE NOTRE SALUT LE MESSIE ET NOTRE JUSTICE 
36-  ADONAÏ JIRÉ, DIEU QUI POURVOIT
37-  EL SHADDAI, EL SHADDAI    x2</a:t>
            </a:r>
          </a:p>
          <a:p>
            <a:endParaRPr lang="fr-FR" smtClean="0"/>
          </a:p>
          <a:p>
            <a:r>
              <a:rPr lang="fr-FR" smtClean="0"/>
              <a:t>
	38-  QUE LES NATIONS LE CHANTENT ET LOUENT 
	39-  ET ISRAEL DIRA AMEN ! 
	40-  QUE LES NATIONS CHANTENT ALLÉLUIA 
	41-  ET ISRAEL DIRA AMEN ! </a:t>
            </a:r>
          </a:p>
          <a:p>
            <a:endParaRPr lang="fr-FR" smtClean="0"/>
          </a:p>
          <a:p>
            <a:r>
              <a:rPr lang="fr-FR" smtClean="0"/>
              <a:t>	X2</a:t>
            </a:r>
          </a:p>
          <a:p>
            <a:r>
              <a:rPr lang="fr-FR" smtClean="0"/>
              <a:t>
	42-  ET ISRAEL DIRA … </a:t>
            </a:r>
          </a:p>
          <a:p>
            <a:r>
              <a:rPr lang="fr-FR" smtClean="0"/>
              <a:t>
	43-  BARUCH ADONAÏ ELOHEY YISRAEL ADONAÏ 
	44-  BÉNI SOIT LE SEIGNEUR 
</a:t>
            </a:r>
            <a:endParaRPr lang="fr-FR" smtClean="0"/>
          </a:p>
        </p:txBody>
      </p:sp>
    </p:spTree>
    <p:extLst>
      <p:ext uri="{BB962C8B-B14F-4D97-AF65-F5344CB8AC3E}">
        <p14:creationId xmlns="" xmlns:p14="http://schemas.microsoft.com/office/powerpoint/2010/main" val="354300748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BARUCH ADONAÏ ELOHEY YISRAEL ADONAÏ 
2-  BÉNI SOIT LE SEIGNEUR                             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3-  MIN HA-OLAM, VAD HA-OLAM LOUE SON NOM ENCORE ET À JAMAIS 
4-  MIN HA-OLAM, VAD HA-OLAM BÉNI SOIT LE SEIGNEUR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5-  LE DIEU D’ISRAEL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
	6-  QUE LES NATIONS LE CHANTENT ET LOUENT 
	7-  ET ISRAEL DIRA AMEN ! 
	8-  QUE LES NATIONS CHANTENT ALLÉLUIA 
	9-  ET ISRAEL DIRA AMEN !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10-  ET ISRAEL DIRA …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Couplet 1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 QUAND LE CRI DU SEIGNEUR EST DANS LE CAMP 
12-  C’EST UN SON VICTORIEUX 
13-  CAR SA PUISSANTE VOIX DISPERSE NOS ENNEMIS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14-  AUCUNE ARME NE PEUT NOUS VAINCRE ICI 
15-  NOUS TRIOMPHONSDE TOUTE PART 
16-  PLUS QUE CONQUÉRANT PAR LA FORCE D’ADONAÏ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 MALGRÉ CES MURS DEVANT NOUS DE PARTOUT ILS NOUS ENTOURENT 
18-  ILS SONT RENVERSÉS LORSQU’EST PRONONCÉ 
19-  LE NOM AU-DESSUS DE TOUT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YESHUA HAMASHIACH EL GIBBOR, TU ES DIEU PUISSANT ! 
21-  YAHVEH NISSI BIEN HAUT ÉLÈVE TA BANNIÈRE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22-  ROCHER DE NOTRE SALUT LE MESSIE ET NOTRE JUSTICE 
23-  ADONAÏ JIRÉ, DIEU QUI POURVOIT EL SHADDAI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24-  QUAND LE CRI DU SEIGNEUR EST DANS LE CAMP 
25-  C’EST UN SON VICTORIEUX 
26-  CAR SA PUISSANTE VOIX DISPERSE NOS ENNEMIS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27-  AUCUNE ARME NE PEUT NOUS VAINCRE ICI 
28-  NOUS TRIOMPHONS DE TOUTE PART 
29-  PLUS QUE CONQUÉRANT PAR LA FORCE D’ADONAÏ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30-  MALGRÉ CES MURS DEVANT NOUS DE PARTOUT ILS NOUS ENTOURENT 
31-  ILS SONT RENVERSÉS LORSQU’EST PRONONCÉ 
32-  LE NOM AU-DESSUS DE TOUT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33-  YESHUA HAMASHIACH EL GIBBOR, TU ES DIEU PUISSANT ! 
34-  YAHVEH NISSI BIEN HAUT ÉLÈVE TA BANNIÈRE 
35-  ROCHER DE NOTRE SALUT LE MESSIE ET NOTRE JUSTICE 
36-  ADONAÏ JIRÉ, DIEU QUI POURVOIT
37-  EL SHADDAI, EL SHADDAI    x2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38-  QUE LES NATIONS LE CHANTENT ET LOUENT 
	39-  ET ISRAEL DIRA AMEN ! 
	40-  QUE LES NATIONS CHANTENT ALLÉLUIA 
	41-  ET ISRAEL DIRA AMEN !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42-  ET ISRAEL DIRA …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43-  BARUCH ADONAÏ ELOHEY YISRAEL ADONAÏ 
	44-  BÉNI SOIT LE SEIGNEUR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1-  BARUCH ADONAÏ ELOHEY YISRAEL ADONAÏ 
2-  BÉNI SOIT LE SEIGNEUR                                                         X2</a:t>
            </a:r>
          </a:p>
          <a:p>
            <a:r>
              <a:rPr lang="fr-FR" smtClean="0"/>
              <a:t>
3-  MIN HA-OLAM, VAD HA-OLAM LOUE SON NOM ENCORE ET À JAMAIS 
4-  MIN HA-OLAM, VAD HA-OLAM BÉNI SOIT LE SEIGNEUR </a:t>
            </a:r>
          </a:p>
          <a:p>
            <a:r>
              <a:rPr lang="fr-FR" smtClean="0"/>
              <a:t>5-  LE DIEU D’ISRAEL </a:t>
            </a:r>
          </a:p>
          <a:p>
            <a:endParaRPr lang="fr-FR" smtClean="0"/>
          </a:p>
          <a:p>
            <a:r>
              <a:rPr lang="fr-FR" smtClean="0"/>
              <a:t>	Refrain :
	6-  QUE LES NATIONS LE CHANTENT ET LOUENT 
	7-  ET ISRAEL DIRA AMEN ! 
	8-  QUE LES NATIONS CHANTENT ALLÉLUIA 
	9-  ET ISRAEL DIRA AMEN ! </a:t>
            </a:r>
          </a:p>
          <a:p>
            <a:endParaRPr lang="fr-FR" smtClean="0"/>
          </a:p>
          <a:p>
            <a:r>
              <a:rPr lang="fr-FR" smtClean="0"/>
              <a:t>	X2</a:t>
            </a:r>
          </a:p>
          <a:p>
            <a:r>
              <a:rPr lang="fr-FR" smtClean="0"/>
              <a:t>
	10-  ET ISRAEL DIRA … </a:t>
            </a:r>
          </a:p>
          <a:p>
            <a:r>
              <a:rPr lang="fr-FR" smtClean="0"/>
              <a:t>
Couplet 1</a:t>
            </a:r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r>
              <a:rPr lang="fr-FR" smtClean="0"/>
              <a:t>
11-  QUAND LE CRI DU SEIGNEUR EST DANS LE CAMP 
12-  C’EST UN SON VICTORIEUX 
13-  CAR SA PUISSANTE VOIX DISPERSE NOS ENNEMIS</a:t>
            </a:r>
          </a:p>
          <a:p>
            <a:r>
              <a:rPr lang="fr-FR" smtClean="0"/>
              <a:t> 
14-  AUCUNE ARME NE PEUT NOUS VAINCRE ICI 
15-  NOUS TRIOMPHONSDE TOUTE PART 
16-  PLUS QUE CONQUÉRANT PAR LA FORCE D’ADONAÏ </a:t>
            </a:r>
          </a:p>
          <a:p>
            <a:r>
              <a:rPr lang="fr-FR" smtClean="0"/>
              <a:t>
17-  MALGRÉ CES MURS DEVANT NOUS DE PARTOUT ILS NOUS ENTOURENT 
18-  ILS SONT RENVERSÉS LORSQU’EST PRONONCÉ 
19-  LE NOM AU-DESSUS DE TOUT </a:t>
            </a:r>
          </a:p>
          <a:p>
            <a:r>
              <a:rPr lang="fr-FR" smtClean="0"/>
              <a:t>
20-  YESHUA HAMASHIACH EL GIBBOR, TU ES DIEU PUISSANT ! 
21-  YAHVEH NISSI BIEN HAUT ÉLÈVE TA BANNIÈRE </a:t>
            </a:r>
          </a:p>
          <a:p>
            <a:r>
              <a:rPr lang="fr-FR" smtClean="0"/>
              <a:t>
22-  ROCHER DE NOTRE SALUT LE MESSIE ET NOTRE JUSTICE 
23-  ADONAÏ JIRÉ, DIEU QUI POURVOIT EL SHADDAI </a:t>
            </a:r>
          </a:p>
          <a:p>
            <a:r>
              <a:rPr lang="fr-FR" smtClean="0"/>
              <a:t>
24-  QUAND LE CRI DU SEIGNEUR EST DANS LE CAMP 
25-  C’EST UN SON VICTORIEUX 
26-  CAR SA PUISSANTE VOIX DISPERSE NOS ENNEMIS</a:t>
            </a:r>
          </a:p>
          <a:p>
            <a:r>
              <a:rPr lang="fr-FR" smtClean="0"/>
              <a:t>
27-  AUCUNE ARME NE PEUT NOUS VAINCRE ICI 
28-  NOUS TRIOMPHONS DE TOUTE PART 
29-  PLUS QUE CONQUÉRANT PAR LA FORCE D’ADONAÏ </a:t>
            </a:r>
          </a:p>
          <a:p>
            <a:r>
              <a:rPr lang="fr-FR" smtClean="0"/>
              <a:t>
30-  MALGRÉ CES MURS DEVANT NOUS DE PARTOUT ILS NOUS ENTOURENT 
31-  ILS SONT RENVERSÉS LORSQU’EST PRONONCÉ 
32-  LE NOM AU-DESSUS DE TOUT </a:t>
            </a:r>
          </a:p>
          <a:p>
            <a:r>
              <a:rPr lang="fr-FR" smtClean="0"/>
              <a:t>
33-  YESHUA HAMASHIACH EL GIBBOR, TU ES DIEU PUISSANT ! 
34-  YAHVEH NISSI BIEN HAUT ÉLÈVE TA BANNIÈRE 
35-  ROCHER DE NOTRE SALUT LE MESSIE ET NOTRE JUSTICE 
36-  ADONAÏ JIRÉ, DIEU QUI POURVOIT
37-  EL SHADDAI, EL SHADDAI    x2</a:t>
            </a:r>
          </a:p>
          <a:p>
            <a:endParaRPr lang="fr-FR" smtClean="0"/>
          </a:p>
          <a:p>
            <a:r>
              <a:rPr lang="fr-FR" smtClean="0"/>
              <a:t>
	38-  QUE LES NATIONS LE CHANTENT ET LOUENT 
	39-  ET ISRAEL DIRA AMEN ! 
	40-  QUE LES NATIONS CHANTENT ALLÉLUIA 
	41-  ET ISRAEL DIRA AMEN ! </a:t>
            </a:r>
          </a:p>
          <a:p>
            <a:endParaRPr lang="fr-FR" smtClean="0"/>
          </a:p>
          <a:p>
            <a:r>
              <a:rPr lang="fr-FR" smtClean="0"/>
              <a:t>	X2</a:t>
            </a:r>
          </a:p>
          <a:p>
            <a:r>
              <a:rPr lang="fr-FR" smtClean="0"/>
              <a:t>
	42-  ET ISRAEL DIRA … </a:t>
            </a:r>
          </a:p>
          <a:p>
            <a:r>
              <a:rPr lang="fr-FR" smtClean="0"/>
              <a:t>
	43-  BARUCH ADONAÏ ELOHEY YISRAEL ADONAÏ 
	44-  BÉNI SOIT LE SEIGNEUR 
</a:t>
            </a:r>
            <a:endParaRPr lang="fr-FR" smtClean="0"/>
          </a:p>
        </p:txBody>
      </p:sp>
    </p:spTree>
    <p:extLst>
      <p:ext uri="{BB962C8B-B14F-4D97-AF65-F5344CB8AC3E}">
        <p14:creationId xmlns="" xmlns:p14="http://schemas.microsoft.com/office/powerpoint/2010/main" val="127796309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BARUCH ADONAÏ ELOHEY YISRAEL ADONAÏ 
2-  BÉNI SOIT LE SEIGNEUR                             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3-  MIN HA-OLAM, VAD HA-OLAM LOUE SON NOM ENCORE ET À JAMAIS 
4-  MIN HA-OLAM, VAD HA-OLAM BÉNI SOIT LE SEIGNEUR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5-  LE DIEU D’ISRAEL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
	6-  QUE LES NATIONS LE CHANTENT ET LOUENT 
	7-  ET ISRAEL DIRA AMEN ! 
	8-  QUE LES NATIONS CHANTENT ALLÉLUIA 
	9-  ET ISRAEL DIRA AMEN !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10-  ET ISRAEL DIRA …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Couplet 1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 QUAND LE CRI DU SEIGNEUR EST DANS LE CAMP 
12-  C’EST UN SON VICTORIEUX 
13-  CAR SA PUISSANTE VOIX DISPERSE NOS ENNEMIS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14-  AUCUNE ARME NE PEUT NOUS VAINCRE ICI 
15-  NOUS TRIOMPHONSDE TOUTE PART 
16-  PLUS QUE CONQUÉRANT PAR LA FORCE D’ADONAÏ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 MALGRÉ CES MURS DEVANT NOUS DE PARTOUT ILS NOUS ENTOURENT 
18-  ILS SONT RENVERSÉS LORSQU’EST PRONONCÉ 
19-  LE NOM AU-DESSUS DE TOUT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YESHUA HAMASHIACH EL GIBBOR, TU ES DIEU PUISSANT ! 
21-  YAHVEH NISSI BIEN HAUT ÉLÈVE TA BANNIÈRE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22-  ROCHER DE NOTRE SALUT LE MESSIE ET NOTRE JUSTICE 
23-  ADONAÏ JIRÉ, DIEU QUI POURVOIT EL SHADDAI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24-  QUAND LE CRI DU SEIGNEUR EST DANS LE CAMP 
25-  C’EST UN SON VICTORIEUX 
26-  CAR SA PUISSANTE VOIX DISPERSE NOS ENNEMIS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27-  AUCUNE ARME NE PEUT NOUS VAINCRE ICI 
28-  NOUS TRIOMPHONS DE TOUTE PART 
29-  PLUS QUE CONQUÉRANT PAR LA FORCE D’ADONAÏ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30-  MALGRÉ CES MURS DEVANT NOUS DE PARTOUT ILS NOUS ENTOURENT 
31-  ILS SONT RENVERSÉS LORSQU’EST PRONONCÉ 
32-  LE NOM AU-DESSUS DE TOUT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33-  YESHUA HAMASHIACH EL GIBBOR, TU ES DIEU PUISSANT ! 
34-  YAHVEH NISSI BIEN HAUT ÉLÈVE TA BANNIÈRE 
35-  ROCHER DE NOTRE SALUT LE MESSIE ET NOTRE JUSTICE 
36-  ADONAÏ JIRÉ, DIEU QUI POURVOIT
37-  EL SHADDAI, EL SHADDAI    x2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38-  QUE LES NATIONS LE CHANTENT ET LOUENT 
	39-  ET ISRAEL DIRA AMEN ! 
	40-  QUE LES NATIONS CHANTENT ALLÉLUIA 
	41-  ET ISRAEL DIRA AMEN !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42-  ET ISRAEL DIRA …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43-  BARUCH ADONAÏ ELOHEY YISRAEL ADONAÏ 
	44-  BÉNI SOIT LE SEIGNEUR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1-  BARUCH ADONAÏ ELOHEY YISRAEL ADONAÏ 
2-  BÉNI SOIT LE SEIGNEUR                                                         X2</a:t>
            </a:r>
          </a:p>
          <a:p>
            <a:r>
              <a:rPr lang="fr-FR" smtClean="0"/>
              <a:t>
3-  MIN HA-OLAM, VAD HA-OLAM LOUE SON NOM ENCORE ET À JAMAIS 
4-  MIN HA-OLAM, VAD HA-OLAM BÉNI SOIT LE SEIGNEUR </a:t>
            </a:r>
          </a:p>
          <a:p>
            <a:r>
              <a:rPr lang="fr-FR" smtClean="0"/>
              <a:t>5-  LE DIEU D’ISRAEL </a:t>
            </a:r>
          </a:p>
          <a:p>
            <a:endParaRPr lang="fr-FR" smtClean="0"/>
          </a:p>
          <a:p>
            <a:r>
              <a:rPr lang="fr-FR" smtClean="0"/>
              <a:t>	Refrain :
	6-  QUE LES NATIONS LE CHANTENT ET LOUENT 
	7-  ET ISRAEL DIRA AMEN ! 
	8-  QUE LES NATIONS CHANTENT ALLÉLUIA 
	9-  ET ISRAEL DIRA AMEN ! </a:t>
            </a:r>
          </a:p>
          <a:p>
            <a:endParaRPr lang="fr-FR" smtClean="0"/>
          </a:p>
          <a:p>
            <a:r>
              <a:rPr lang="fr-FR" smtClean="0"/>
              <a:t>	X2</a:t>
            </a:r>
          </a:p>
          <a:p>
            <a:r>
              <a:rPr lang="fr-FR" smtClean="0"/>
              <a:t>
	10-  ET ISRAEL DIRA … </a:t>
            </a:r>
          </a:p>
          <a:p>
            <a:r>
              <a:rPr lang="fr-FR" smtClean="0"/>
              <a:t>
Couplet 1</a:t>
            </a:r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r>
              <a:rPr lang="fr-FR" smtClean="0"/>
              <a:t>
11-  QUAND LE CRI DU SEIGNEUR EST DANS LE CAMP 
12-  C’EST UN SON VICTORIEUX 
13-  CAR SA PUISSANTE VOIX DISPERSE NOS ENNEMIS</a:t>
            </a:r>
          </a:p>
          <a:p>
            <a:r>
              <a:rPr lang="fr-FR" smtClean="0"/>
              <a:t> 
14-  AUCUNE ARME NE PEUT NOUS VAINCRE ICI 
15-  NOUS TRIOMPHONSDE TOUTE PART 
16-  PLUS QUE CONQUÉRANT PAR LA FORCE D’ADONAÏ </a:t>
            </a:r>
          </a:p>
          <a:p>
            <a:r>
              <a:rPr lang="fr-FR" smtClean="0"/>
              <a:t>
17-  MALGRÉ CES MURS DEVANT NOUS DE PARTOUT ILS NOUS ENTOURENT 
18-  ILS SONT RENVERSÉS LORSQU’EST PRONONCÉ 
19-  LE NOM AU-DESSUS DE TOUT </a:t>
            </a:r>
          </a:p>
          <a:p>
            <a:r>
              <a:rPr lang="fr-FR" smtClean="0"/>
              <a:t>
20-  YESHUA HAMASHIACH EL GIBBOR, TU ES DIEU PUISSANT ! 
21-  YAHVEH NISSI BIEN HAUT ÉLÈVE TA BANNIÈRE </a:t>
            </a:r>
          </a:p>
          <a:p>
            <a:r>
              <a:rPr lang="fr-FR" smtClean="0"/>
              <a:t>
22-  ROCHER DE NOTRE SALUT LE MESSIE ET NOTRE JUSTICE 
23-  ADONAÏ JIRÉ, DIEU QUI POURVOIT EL SHADDAI </a:t>
            </a:r>
          </a:p>
          <a:p>
            <a:r>
              <a:rPr lang="fr-FR" smtClean="0"/>
              <a:t>
24-  QUAND LE CRI DU SEIGNEUR EST DANS LE CAMP 
25-  C’EST UN SON VICTORIEUX 
26-  CAR SA PUISSANTE VOIX DISPERSE NOS ENNEMIS</a:t>
            </a:r>
          </a:p>
          <a:p>
            <a:r>
              <a:rPr lang="fr-FR" smtClean="0"/>
              <a:t>
27-  AUCUNE ARME NE PEUT NOUS VAINCRE ICI 
28-  NOUS TRIOMPHONS DE TOUTE PART 
29-  PLUS QUE CONQUÉRANT PAR LA FORCE D’ADONAÏ </a:t>
            </a:r>
          </a:p>
          <a:p>
            <a:r>
              <a:rPr lang="fr-FR" smtClean="0"/>
              <a:t>
30-  MALGRÉ CES MURS DEVANT NOUS DE PARTOUT ILS NOUS ENTOURENT 
31-  ILS SONT RENVERSÉS LORSQU’EST PRONONCÉ 
32-  LE NOM AU-DESSUS DE TOUT </a:t>
            </a:r>
          </a:p>
          <a:p>
            <a:r>
              <a:rPr lang="fr-FR" smtClean="0"/>
              <a:t>
33-  YESHUA HAMASHIACH EL GIBBOR, TU ES DIEU PUISSANT ! 
34-  YAHVEH NISSI BIEN HAUT ÉLÈVE TA BANNIÈRE 
35-  ROCHER DE NOTRE SALUT LE MESSIE ET NOTRE JUSTICE 
36-  ADONAÏ JIRÉ, DIEU QUI POURVOIT
37-  EL SHADDAI, EL SHADDAI    x2</a:t>
            </a:r>
          </a:p>
          <a:p>
            <a:endParaRPr lang="fr-FR" smtClean="0"/>
          </a:p>
          <a:p>
            <a:r>
              <a:rPr lang="fr-FR" smtClean="0"/>
              <a:t>
	38-  QUE LES NATIONS LE CHANTENT ET LOUENT 
	39-  ET ISRAEL DIRA AMEN ! 
	40-  QUE LES NATIONS CHANTENT ALLÉLUIA 
	41-  ET ISRAEL DIRA AMEN ! </a:t>
            </a:r>
          </a:p>
          <a:p>
            <a:endParaRPr lang="fr-FR" smtClean="0"/>
          </a:p>
          <a:p>
            <a:r>
              <a:rPr lang="fr-FR" smtClean="0"/>
              <a:t>	X2</a:t>
            </a:r>
          </a:p>
          <a:p>
            <a:r>
              <a:rPr lang="fr-FR" smtClean="0"/>
              <a:t>
	42-  ET ISRAEL DIRA … </a:t>
            </a:r>
          </a:p>
          <a:p>
            <a:r>
              <a:rPr lang="fr-FR" smtClean="0"/>
              <a:t>
	43-  BARUCH ADONAÏ ELOHEY YISRAEL ADONAÏ 
	44-  BÉNI SOIT LE SEIGNEUR 
</a:t>
            </a:r>
            <a:endParaRPr lang="fr-FR" smtClean="0"/>
          </a:p>
        </p:txBody>
      </p:sp>
    </p:spTree>
    <p:extLst>
      <p:ext uri="{BB962C8B-B14F-4D97-AF65-F5344CB8AC3E}">
        <p14:creationId xmlns="" xmlns:p14="http://schemas.microsoft.com/office/powerpoint/2010/main" val="345736616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BARUCH ADONAÏ ELOHEY YISRAEL ADONAÏ 
2-  BÉNI SOIT LE SEIGNEUR                             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3-  MIN HA-OLAM, VAD HA-OLAM LOUE SON NOM ENCORE ET À JAMAIS 
4-  MIN HA-OLAM, VAD HA-OLAM BÉNI SOIT LE SEIGNEUR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5-  LE DIEU D’ISRAEL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
	6-  QUE LES NATIONS LE CHANTENT ET LOUENT 
	7-  ET ISRAEL DIRA AMEN ! 
	8-  QUE LES NATIONS CHANTENT ALLÉLUIA 
	9-  ET ISRAEL DIRA AMEN !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10-  ET ISRAEL DIRA …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Couplet 1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 QUAND LE CRI DU SEIGNEUR EST DANS LE CAMP 
12-  C’EST UN SON VICTORIEUX 
13-  CAR SA PUISSANTE VOIX DISPERSE NOS ENNEMIS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14-  AUCUNE ARME NE PEUT NOUS VAINCRE ICI 
15-  NOUS TRIOMPHONSDE TOUTE PART 
16-  PLUS QUE CONQUÉRANT PAR LA FORCE D’ADONAÏ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 MALGRÉ CES MURS DEVANT NOUS DE PARTOUT ILS NOUS ENTOURENT 
18-  ILS SONT RENVERSÉS LORSQU’EST PRONONCÉ 
19-  LE NOM AU-DESSUS DE TOUT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YESHUA HAMASHIACH EL GIBBOR, TU ES DIEU PUISSANT ! 
21-  YAHVEH NISSI BIEN HAUT ÉLÈVE TA BANNIÈRE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22-  ROCHER DE NOTRE SALUT LE MESSIE ET NOTRE JUSTICE 
23-  ADONAÏ JIRÉ, DIEU QUI POURVOIT EL SHADDAI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24-  QUAND LE CRI DU SEIGNEUR EST DANS LE CAMP 
25-  C’EST UN SON VICTORIEUX 
26-  CAR SA PUISSANTE VOIX DISPERSE NOS ENNEMIS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27-  AUCUNE ARME NE PEUT NOUS VAINCRE ICI 
28-  NOUS TRIOMPHONS DE TOUTE PART 
29-  PLUS QUE CONQUÉRANT PAR LA FORCE D’ADONAÏ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30-  MALGRÉ CES MURS DEVANT NOUS DE PARTOUT ILS NOUS ENTOURENT 
31-  ILS SONT RENVERSÉS LORSQU’EST PRONONCÉ 
32-  LE NOM AU-DESSUS DE TOUT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33-  YESHUA HAMASHIACH EL GIBBOR, TU ES DIEU PUISSANT ! 
34-  YAHVEH NISSI BIEN HAUT ÉLÈVE TA BANNIÈRE 
35-  ROCHER DE NOTRE SALUT LE MESSIE ET NOTRE JUSTICE 
36-  ADONAÏ JIRÉ, DIEU QUI POURVOIT
37-  EL SHADDAI, EL SHADDAI    x2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38-  QUE LES NATIONS LE CHANTENT ET LOUENT 
	39-  ET ISRAEL DIRA AMEN ! 
	40-  QUE LES NATIONS CHANTENT ALLÉLUIA 
	41-  ET ISRAEL DIRA AMEN !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42-  ET ISRAEL DIRA …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43-  BARUCH ADONAÏ ELOHEY YISRAEL ADONAÏ 
	44-  BÉNI SOIT LE SEIGNEUR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1-  BARUCH ADONAÏ ELOHEY YISRAEL ADONAÏ 
2-  BÉNI SOIT LE SEIGNEUR                                                         X2</a:t>
            </a:r>
          </a:p>
          <a:p>
            <a:r>
              <a:rPr lang="fr-FR" smtClean="0"/>
              <a:t>
3-  MIN HA-OLAM, VAD HA-OLAM LOUE SON NOM ENCORE ET À JAMAIS 
4-  MIN HA-OLAM, VAD HA-OLAM BÉNI SOIT LE SEIGNEUR </a:t>
            </a:r>
          </a:p>
          <a:p>
            <a:r>
              <a:rPr lang="fr-FR" smtClean="0"/>
              <a:t>5-  LE DIEU D’ISRAEL </a:t>
            </a:r>
          </a:p>
          <a:p>
            <a:endParaRPr lang="fr-FR" smtClean="0"/>
          </a:p>
          <a:p>
            <a:r>
              <a:rPr lang="fr-FR" smtClean="0"/>
              <a:t>	Refrain :
	6-  QUE LES NATIONS LE CHANTENT ET LOUENT 
	7-  ET ISRAEL DIRA AMEN ! 
	8-  QUE LES NATIONS CHANTENT ALLÉLUIA 
	9-  ET ISRAEL DIRA AMEN ! </a:t>
            </a:r>
          </a:p>
          <a:p>
            <a:endParaRPr lang="fr-FR" smtClean="0"/>
          </a:p>
          <a:p>
            <a:r>
              <a:rPr lang="fr-FR" smtClean="0"/>
              <a:t>	X2</a:t>
            </a:r>
          </a:p>
          <a:p>
            <a:r>
              <a:rPr lang="fr-FR" smtClean="0"/>
              <a:t>
	10-  ET ISRAEL DIRA … </a:t>
            </a:r>
          </a:p>
          <a:p>
            <a:r>
              <a:rPr lang="fr-FR" smtClean="0"/>
              <a:t>
Couplet 1</a:t>
            </a:r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r>
              <a:rPr lang="fr-FR" smtClean="0"/>
              <a:t>
11-  QUAND LE CRI DU SEIGNEUR EST DANS LE CAMP 
12-  C’EST UN SON VICTORIEUX 
13-  CAR SA PUISSANTE VOIX DISPERSE NOS ENNEMIS</a:t>
            </a:r>
          </a:p>
          <a:p>
            <a:r>
              <a:rPr lang="fr-FR" smtClean="0"/>
              <a:t> 
14-  AUCUNE ARME NE PEUT NOUS VAINCRE ICI 
15-  NOUS TRIOMPHONSDE TOUTE PART 
16-  PLUS QUE CONQUÉRANT PAR LA FORCE D’ADONAÏ </a:t>
            </a:r>
          </a:p>
          <a:p>
            <a:r>
              <a:rPr lang="fr-FR" smtClean="0"/>
              <a:t>
17-  MALGRÉ CES MURS DEVANT NOUS DE PARTOUT ILS NOUS ENTOURENT 
18-  ILS SONT RENVERSÉS LORSQU’EST PRONONCÉ 
19-  LE NOM AU-DESSUS DE TOUT </a:t>
            </a:r>
          </a:p>
          <a:p>
            <a:r>
              <a:rPr lang="fr-FR" smtClean="0"/>
              <a:t>
20-  YESHUA HAMASHIACH EL GIBBOR, TU ES DIEU PUISSANT ! 
21-  YAHVEH NISSI BIEN HAUT ÉLÈVE TA BANNIÈRE </a:t>
            </a:r>
          </a:p>
          <a:p>
            <a:r>
              <a:rPr lang="fr-FR" smtClean="0"/>
              <a:t>
22-  ROCHER DE NOTRE SALUT LE MESSIE ET NOTRE JUSTICE 
23-  ADONAÏ JIRÉ, DIEU QUI POURVOIT EL SHADDAI </a:t>
            </a:r>
          </a:p>
          <a:p>
            <a:r>
              <a:rPr lang="fr-FR" smtClean="0"/>
              <a:t>
24-  QUAND LE CRI DU SEIGNEUR EST DANS LE CAMP 
25-  C’EST UN SON VICTORIEUX 
26-  CAR SA PUISSANTE VOIX DISPERSE NOS ENNEMIS</a:t>
            </a:r>
          </a:p>
          <a:p>
            <a:r>
              <a:rPr lang="fr-FR" smtClean="0"/>
              <a:t>
27-  AUCUNE ARME NE PEUT NOUS VAINCRE ICI 
28-  NOUS TRIOMPHONS DE TOUTE PART 
29-  PLUS QUE CONQUÉRANT PAR LA FORCE D’ADONAÏ </a:t>
            </a:r>
          </a:p>
          <a:p>
            <a:r>
              <a:rPr lang="fr-FR" smtClean="0"/>
              <a:t>
30-  MALGRÉ CES MURS DEVANT NOUS DE PARTOUT ILS NOUS ENTOURENT 
31-  ILS SONT RENVERSÉS LORSQU’EST PRONONCÉ 
32-  LE NOM AU-DESSUS DE TOUT </a:t>
            </a:r>
          </a:p>
          <a:p>
            <a:r>
              <a:rPr lang="fr-FR" smtClean="0"/>
              <a:t>
33-  YESHUA HAMASHIACH EL GIBBOR, TU ES DIEU PUISSANT ! 
34-  YAHVEH NISSI BIEN HAUT ÉLÈVE TA BANNIÈRE 
35-  ROCHER DE NOTRE SALUT LE MESSIE ET NOTRE JUSTICE 
36-  ADONAÏ JIRÉ, DIEU QUI POURVOIT
37-  EL SHADDAI, EL SHADDAI    x2</a:t>
            </a:r>
          </a:p>
          <a:p>
            <a:endParaRPr lang="fr-FR" smtClean="0"/>
          </a:p>
          <a:p>
            <a:r>
              <a:rPr lang="fr-FR" smtClean="0"/>
              <a:t>
	38-  QUE LES NATIONS LE CHANTENT ET LOUENT 
	39-  ET ISRAEL DIRA AMEN ! 
	40-  QUE LES NATIONS CHANTENT ALLÉLUIA 
	41-  ET ISRAEL DIRA AMEN ! </a:t>
            </a:r>
          </a:p>
          <a:p>
            <a:endParaRPr lang="fr-FR" smtClean="0"/>
          </a:p>
          <a:p>
            <a:r>
              <a:rPr lang="fr-FR" smtClean="0"/>
              <a:t>	X2</a:t>
            </a:r>
          </a:p>
          <a:p>
            <a:r>
              <a:rPr lang="fr-FR" smtClean="0"/>
              <a:t>
	42-  ET ISRAEL DIRA … </a:t>
            </a:r>
          </a:p>
          <a:p>
            <a:r>
              <a:rPr lang="fr-FR" smtClean="0"/>
              <a:t>
	43-  BARUCH ADONAÏ ELOHEY YISRAEL ADONAÏ 
	44-  BÉNI SOIT LE SEIGNEUR 
</a:t>
            </a:r>
            <a:endParaRPr lang="fr-FR" smtClean="0"/>
          </a:p>
        </p:txBody>
      </p:sp>
    </p:spTree>
    <p:extLst>
      <p:ext uri="{BB962C8B-B14F-4D97-AF65-F5344CB8AC3E}">
        <p14:creationId xmlns="" xmlns:p14="http://schemas.microsoft.com/office/powerpoint/2010/main" val="323582195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BARUCH ADONAÏ ELOHEY YISRAEL ADONAÏ 
2-  BÉNI SOIT LE SEIGNEUR                             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3-  MIN HA-OLAM, VAD HA-OLAM LOUE SON NOM ENCORE ET À JAMAIS 
4-  MIN HA-OLAM, VAD HA-OLAM BÉNI SOIT LE SEIGNEUR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5-  LE DIEU D’ISRAEL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
	6-  QUE LES NATIONS LE CHANTENT ET LOUENT 
	7-  ET ISRAEL DIRA AMEN ! 
	8-  QUE LES NATIONS CHANTENT ALLÉLUIA 
	9-  ET ISRAEL DIRA AMEN !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10-  ET ISRAEL DIRA …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Couplet 1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 QUAND LE CRI DU SEIGNEUR EST DANS LE CAMP 
12-  C’EST UN SON VICTORIEUX 
13-  CAR SA PUISSANTE VOIX DISPERSE NOS ENNEMIS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14-  AUCUNE ARME NE PEUT NOUS VAINCRE ICI 
15-  NOUS TRIOMPHONSDE TOUTE PART 
16-  PLUS QUE CONQUÉRANT PAR LA FORCE D’ADONAÏ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 MALGRÉ CES MURS DEVANT NOUS DE PARTOUT ILS NOUS ENTOURENT 
18-  ILS SONT RENVERSÉS LORSQU’EST PRONONCÉ 
19-  LE NOM AU-DESSUS DE TOUT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YESHUA HAMASHIACH EL GIBBOR, TU ES DIEU PUISSANT ! 
21-  YAHVEH NISSI BIEN HAUT ÉLÈVE TA BANNIÈRE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22-  ROCHER DE NOTRE SALUT LE MESSIE ET NOTRE JUSTICE 
23-  ADONAÏ JIRÉ, DIEU QUI POURVOIT EL SHADDAI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24-  QUAND LE CRI DU SEIGNEUR EST DANS LE CAMP 
25-  C’EST UN SON VICTORIEUX 
26-  CAR SA PUISSANTE VOIX DISPERSE NOS ENNEMIS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27-  AUCUNE ARME NE PEUT NOUS VAINCRE ICI 
28-  NOUS TRIOMPHONS DE TOUTE PART 
29-  PLUS QUE CONQUÉRANT PAR LA FORCE D’ADONAÏ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30-  MALGRÉ CES MURS DEVANT NOUS DE PARTOUT ILS NOUS ENTOURENT 
31-  ILS SONT RENVERSÉS LORSQU’EST PRONONCÉ 
32-  LE NOM AU-DESSUS DE TOUT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33-  YESHUA HAMASHIACH EL GIBBOR, TU ES DIEU PUISSANT ! 
34-  YAHVEH NISSI BIEN HAUT ÉLÈVE TA BANNIÈRE 
35-  ROCHER DE NOTRE SALUT LE MESSIE ET NOTRE JUSTICE 
36-  ADONAÏ JIRÉ, DIEU QUI POURVOIT
37-  EL SHADDAI, EL SHADDAI    x2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38-  QUE LES NATIONS LE CHANTENT ET LOUENT 
	39-  ET ISRAEL DIRA AMEN ! 
	40-  QUE LES NATIONS CHANTENT ALLÉLUIA 
	41-  ET ISRAEL DIRA AMEN !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42-  ET ISRAEL DIRA …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43-  BARUCH ADONAÏ ELOHEY YISRAEL ADONAÏ 
	44-  BÉNI SOIT LE SEIGNEUR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1-  BARUCH ADONAÏ ELOHEY YISRAEL ADONAÏ 
2-  BÉNI SOIT LE SEIGNEUR                                                         X2</a:t>
            </a:r>
          </a:p>
          <a:p>
            <a:r>
              <a:rPr lang="fr-FR" smtClean="0"/>
              <a:t>
3-  MIN HA-OLAM, VAD HA-OLAM LOUE SON NOM ENCORE ET À JAMAIS 
4-  MIN HA-OLAM, VAD HA-OLAM BÉNI SOIT LE SEIGNEUR </a:t>
            </a:r>
          </a:p>
          <a:p>
            <a:r>
              <a:rPr lang="fr-FR" smtClean="0"/>
              <a:t>5-  LE DIEU D’ISRAEL </a:t>
            </a:r>
          </a:p>
          <a:p>
            <a:endParaRPr lang="fr-FR" smtClean="0"/>
          </a:p>
          <a:p>
            <a:r>
              <a:rPr lang="fr-FR" smtClean="0"/>
              <a:t>	Refrain :
	6-  QUE LES NATIONS LE CHANTENT ET LOUENT 
	7-  ET ISRAEL DIRA AMEN ! 
	8-  QUE LES NATIONS CHANTENT ALLÉLUIA 
	9-  ET ISRAEL DIRA AMEN ! </a:t>
            </a:r>
          </a:p>
          <a:p>
            <a:endParaRPr lang="fr-FR" smtClean="0"/>
          </a:p>
          <a:p>
            <a:r>
              <a:rPr lang="fr-FR" smtClean="0"/>
              <a:t>	X2</a:t>
            </a:r>
          </a:p>
          <a:p>
            <a:r>
              <a:rPr lang="fr-FR" smtClean="0"/>
              <a:t>
	10-  ET ISRAEL DIRA … </a:t>
            </a:r>
          </a:p>
          <a:p>
            <a:r>
              <a:rPr lang="fr-FR" smtClean="0"/>
              <a:t>
Couplet 1</a:t>
            </a:r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r>
              <a:rPr lang="fr-FR" smtClean="0"/>
              <a:t>
11-  QUAND LE CRI DU SEIGNEUR EST DANS LE CAMP 
12-  C’EST UN SON VICTORIEUX 
13-  CAR SA PUISSANTE VOIX DISPERSE NOS ENNEMIS</a:t>
            </a:r>
          </a:p>
          <a:p>
            <a:r>
              <a:rPr lang="fr-FR" smtClean="0"/>
              <a:t> 
14-  AUCUNE ARME NE PEUT NOUS VAINCRE ICI 
15-  NOUS TRIOMPHONSDE TOUTE PART 
16-  PLUS QUE CONQUÉRANT PAR LA FORCE D’ADONAÏ </a:t>
            </a:r>
          </a:p>
          <a:p>
            <a:r>
              <a:rPr lang="fr-FR" smtClean="0"/>
              <a:t>
17-  MALGRÉ CES MURS DEVANT NOUS DE PARTOUT ILS NOUS ENTOURENT 
18-  ILS SONT RENVERSÉS LORSQU’EST PRONONCÉ 
19-  LE NOM AU-DESSUS DE TOUT </a:t>
            </a:r>
          </a:p>
          <a:p>
            <a:r>
              <a:rPr lang="fr-FR" smtClean="0"/>
              <a:t>
20-  YESHUA HAMASHIACH EL GIBBOR, TU ES DIEU PUISSANT ! 
21-  YAHVEH NISSI BIEN HAUT ÉLÈVE TA BANNIÈRE </a:t>
            </a:r>
          </a:p>
          <a:p>
            <a:r>
              <a:rPr lang="fr-FR" smtClean="0"/>
              <a:t>
22-  ROCHER DE NOTRE SALUT LE MESSIE ET NOTRE JUSTICE 
23-  ADONAÏ JIRÉ, DIEU QUI POURVOIT EL SHADDAI </a:t>
            </a:r>
          </a:p>
          <a:p>
            <a:r>
              <a:rPr lang="fr-FR" smtClean="0"/>
              <a:t>
24-  QUAND LE CRI DU SEIGNEUR EST DANS LE CAMP 
25-  C’EST UN SON VICTORIEUX 
26-  CAR SA PUISSANTE VOIX DISPERSE NOS ENNEMIS</a:t>
            </a:r>
          </a:p>
          <a:p>
            <a:r>
              <a:rPr lang="fr-FR" smtClean="0"/>
              <a:t>
27-  AUCUNE ARME NE PEUT NOUS VAINCRE ICI 
28-  NOUS TRIOMPHONS DE TOUTE PART 
29-  PLUS QUE CONQUÉRANT PAR LA FORCE D’ADONAÏ </a:t>
            </a:r>
          </a:p>
          <a:p>
            <a:r>
              <a:rPr lang="fr-FR" smtClean="0"/>
              <a:t>
30-  MALGRÉ CES MURS DEVANT NOUS DE PARTOUT ILS NOUS ENTOURENT 
31-  ILS SONT RENVERSÉS LORSQU’EST PRONONCÉ 
32-  LE NOM AU-DESSUS DE TOUT </a:t>
            </a:r>
          </a:p>
          <a:p>
            <a:r>
              <a:rPr lang="fr-FR" smtClean="0"/>
              <a:t>
33-  YESHUA HAMASHIACH EL GIBBOR, TU ES DIEU PUISSANT ! 
34-  YAHVEH NISSI BIEN HAUT ÉLÈVE TA BANNIÈRE 
35-  ROCHER DE NOTRE SALUT LE MESSIE ET NOTRE JUSTICE 
36-  ADONAÏ JIRÉ, DIEU QUI POURVOIT
37-  EL SHADDAI, EL SHADDAI    x2</a:t>
            </a:r>
          </a:p>
          <a:p>
            <a:endParaRPr lang="fr-FR" smtClean="0"/>
          </a:p>
          <a:p>
            <a:r>
              <a:rPr lang="fr-FR" smtClean="0"/>
              <a:t>
	38-  QUE LES NATIONS LE CHANTENT ET LOUENT 
	39-  ET ISRAEL DIRA AMEN ! 
	40-  QUE LES NATIONS CHANTENT ALLÉLUIA 
	41-  ET ISRAEL DIRA AMEN ! </a:t>
            </a:r>
          </a:p>
          <a:p>
            <a:endParaRPr lang="fr-FR" smtClean="0"/>
          </a:p>
          <a:p>
            <a:r>
              <a:rPr lang="fr-FR" smtClean="0"/>
              <a:t>	X2</a:t>
            </a:r>
          </a:p>
          <a:p>
            <a:r>
              <a:rPr lang="fr-FR" smtClean="0"/>
              <a:t>
	42-  ET ISRAEL DIRA … </a:t>
            </a:r>
          </a:p>
          <a:p>
            <a:r>
              <a:rPr lang="fr-FR" smtClean="0"/>
              <a:t>
	43-  BARUCH ADONAÏ ELOHEY YISRAEL ADONAÏ 
	44-  BÉNI SOIT LE SEIGNEUR 
</a:t>
            </a:r>
            <a:endParaRPr lang="fr-FR" smtClean="0"/>
          </a:p>
        </p:txBody>
      </p:sp>
    </p:spTree>
    <p:extLst>
      <p:ext uri="{BB962C8B-B14F-4D97-AF65-F5344CB8AC3E}">
        <p14:creationId xmlns="" xmlns:p14="http://schemas.microsoft.com/office/powerpoint/2010/main" val="15044906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BARUCH ADONAÏ ELOHEY YISRAEL ADONAÏ 
2-  BÉNI SOIT LE SEIGNEUR                             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3-  MIN HA-OLAM, VAD HA-OLAM LOUE SON NOM ENCORE ET À JAMAIS 
4-  MIN HA-OLAM, VAD HA-OLAM BÉNI SOIT LE SEIGNEUR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5-  LE DIEU D’ISRAEL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
	6-  QUE LES NATIONS LE CHANTENT ET LOUENT 
	7-  ET ISRAEL DIRA AMEN ! 
	8-  QUE LES NATIONS CHANTENT ALLÉLUIA 
	9-  ET ISRAEL DIRA AMEN !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10-  ET ISRAEL DIRA …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Couplet 1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 QUAND LE CRI DU SEIGNEUR EST DANS LE CAMP 
12-  C’EST UN SON VICTORIEUX 
13-  CAR SA PUISSANTE VOIX DISPERSE NOS ENNEMIS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14-  AUCUNE ARME NE PEUT NOUS VAINCRE ICI 
15-  NOUS TRIOMPHONSDE TOUTE PART 
16-  PLUS QUE CONQUÉRANT PAR LA FORCE D’ADONAÏ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 MALGRÉ CES MURS DEVANT NOUS DE PARTOUT ILS NOUS ENTOURENT 
18-  ILS SONT RENVERSÉS LORSQU’EST PRONONCÉ 
19-  LE NOM AU-DESSUS DE TOUT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YESHUA HAMASHIACH EL GIBBOR, TU ES DIEU PUISSANT ! 
21-  YAHVEH NISSI BIEN HAUT ÉLÈVE TA BANNIÈRE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22-  ROCHER DE NOTRE SALUT LE MESSIE ET NOTRE JUSTICE 
23-  ADONAÏ JIRÉ, DIEU QUI POURVOIT EL SHADDAI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24-  QUAND LE CRI DU SEIGNEUR EST DANS LE CAMP 
25-  C’EST UN SON VICTORIEUX 
26-  CAR SA PUISSANTE VOIX DISPERSE NOS ENNEMIS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27-  AUCUNE ARME NE PEUT NOUS VAINCRE ICI 
28-  NOUS TRIOMPHONS DE TOUTE PART 
29-  PLUS QUE CONQUÉRANT PAR LA FORCE D’ADONAÏ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30-  MALGRÉ CES MURS DEVANT NOUS DE PARTOUT ILS NOUS ENTOURENT 
31-  ILS SONT RENVERSÉS LORSQU’EST PRONONCÉ 
32-  LE NOM AU-DESSUS DE TOUT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33-  YESHUA HAMASHIACH EL GIBBOR, TU ES DIEU PUISSANT ! 
34-  YAHVEH NISSI BIEN HAUT ÉLÈVE TA BANNIÈRE 
35-  ROCHER DE NOTRE SALUT LE MESSIE ET NOTRE JUSTICE 
36-  ADONAÏ JIRÉ, DIEU QUI POURVOIT
37-  EL SHADDAI, EL SHADDAI    x2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38-  QUE LES NATIONS LE CHANTENT ET LOUENT 
	39-  ET ISRAEL DIRA AMEN ! 
	40-  QUE LES NATIONS CHANTENT ALLÉLUIA 
	41-  ET ISRAEL DIRA AMEN !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42-  ET ISRAEL DIRA …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43-  BARUCH ADONAÏ ELOHEY YISRAEL ADONAÏ 
	44-  BÉNI SOIT LE SEIGNEUR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1-  BARUCH ADONAÏ ELOHEY YISRAEL ADONAÏ 
2-  BÉNI SOIT LE SEIGNEUR                                                         X2</a:t>
            </a:r>
          </a:p>
          <a:p>
            <a:r>
              <a:rPr lang="fr-FR" smtClean="0"/>
              <a:t>
3-  MIN HA-OLAM, VAD HA-OLAM LOUE SON NOM ENCORE ET À JAMAIS 
4-  MIN HA-OLAM, VAD HA-OLAM BÉNI SOIT LE SEIGNEUR </a:t>
            </a:r>
          </a:p>
          <a:p>
            <a:r>
              <a:rPr lang="fr-FR" smtClean="0"/>
              <a:t>5-  LE DIEU D’ISRAEL </a:t>
            </a:r>
          </a:p>
          <a:p>
            <a:endParaRPr lang="fr-FR" smtClean="0"/>
          </a:p>
          <a:p>
            <a:r>
              <a:rPr lang="fr-FR" smtClean="0"/>
              <a:t>	Refrain :
	6-  QUE LES NATIONS LE CHANTENT ET LOUENT 
	7-  ET ISRAEL DIRA AMEN ! 
	8-  QUE LES NATIONS CHANTENT ALLÉLUIA 
	9-  ET ISRAEL DIRA AMEN ! </a:t>
            </a:r>
          </a:p>
          <a:p>
            <a:endParaRPr lang="fr-FR" smtClean="0"/>
          </a:p>
          <a:p>
            <a:r>
              <a:rPr lang="fr-FR" smtClean="0"/>
              <a:t>	X2</a:t>
            </a:r>
          </a:p>
          <a:p>
            <a:r>
              <a:rPr lang="fr-FR" smtClean="0"/>
              <a:t>
	10-  ET ISRAEL DIRA … </a:t>
            </a:r>
          </a:p>
          <a:p>
            <a:r>
              <a:rPr lang="fr-FR" smtClean="0"/>
              <a:t>
Couplet 1</a:t>
            </a:r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r>
              <a:rPr lang="fr-FR" smtClean="0"/>
              <a:t>
11-  QUAND LE CRI DU SEIGNEUR EST DANS LE CAMP 
12-  C’EST UN SON VICTORIEUX 
13-  CAR SA PUISSANTE VOIX DISPERSE NOS ENNEMIS</a:t>
            </a:r>
          </a:p>
          <a:p>
            <a:r>
              <a:rPr lang="fr-FR" smtClean="0"/>
              <a:t> 
14-  AUCUNE ARME NE PEUT NOUS VAINCRE ICI 
15-  NOUS TRIOMPHONSDE TOUTE PART 
16-  PLUS QUE CONQUÉRANT PAR LA FORCE D’ADONAÏ </a:t>
            </a:r>
          </a:p>
          <a:p>
            <a:r>
              <a:rPr lang="fr-FR" smtClean="0"/>
              <a:t>
17-  MALGRÉ CES MURS DEVANT NOUS DE PARTOUT ILS NOUS ENTOURENT 
18-  ILS SONT RENVERSÉS LORSQU’EST PRONONCÉ 
19-  LE NOM AU-DESSUS DE TOUT </a:t>
            </a:r>
          </a:p>
          <a:p>
            <a:r>
              <a:rPr lang="fr-FR" smtClean="0"/>
              <a:t>
20-  YESHUA HAMASHIACH EL GIBBOR, TU ES DIEU PUISSANT ! 
21-  YAHVEH NISSI BIEN HAUT ÉLÈVE TA BANNIÈRE </a:t>
            </a:r>
          </a:p>
          <a:p>
            <a:r>
              <a:rPr lang="fr-FR" smtClean="0"/>
              <a:t>
22-  ROCHER DE NOTRE SALUT LE MESSIE ET NOTRE JUSTICE 
23-  ADONAÏ JIRÉ, DIEU QUI POURVOIT EL SHADDAI </a:t>
            </a:r>
          </a:p>
          <a:p>
            <a:r>
              <a:rPr lang="fr-FR" smtClean="0"/>
              <a:t>
24-  QUAND LE CRI DU SEIGNEUR EST DANS LE CAMP 
25-  C’EST UN SON VICTORIEUX 
26-  CAR SA PUISSANTE VOIX DISPERSE NOS ENNEMIS</a:t>
            </a:r>
          </a:p>
          <a:p>
            <a:r>
              <a:rPr lang="fr-FR" smtClean="0"/>
              <a:t>
27-  AUCUNE ARME NE PEUT NOUS VAINCRE ICI 
28-  NOUS TRIOMPHONS DE TOUTE PART 
29-  PLUS QUE CONQUÉRANT PAR LA FORCE D’ADONAÏ </a:t>
            </a:r>
          </a:p>
          <a:p>
            <a:r>
              <a:rPr lang="fr-FR" smtClean="0"/>
              <a:t>
30-  MALGRÉ CES MURS DEVANT NOUS DE PARTOUT ILS NOUS ENTOURENT 
31-  ILS SONT RENVERSÉS LORSQU’EST PRONONCÉ 
32-  LE NOM AU-DESSUS DE TOUT </a:t>
            </a:r>
          </a:p>
          <a:p>
            <a:r>
              <a:rPr lang="fr-FR" smtClean="0"/>
              <a:t>
33-  YESHUA HAMASHIACH EL GIBBOR, TU ES DIEU PUISSANT ! 
34-  YAHVEH NISSI BIEN HAUT ÉLÈVE TA BANNIÈRE 
35-  ROCHER DE NOTRE SALUT LE MESSIE ET NOTRE JUSTICE 
36-  ADONAÏ JIRÉ, DIEU QUI POURVOIT
37-  EL SHADDAI, EL SHADDAI    x2</a:t>
            </a:r>
          </a:p>
          <a:p>
            <a:endParaRPr lang="fr-FR" smtClean="0"/>
          </a:p>
          <a:p>
            <a:r>
              <a:rPr lang="fr-FR" smtClean="0"/>
              <a:t>
	38-  QUE LES NATIONS LE CHANTENT ET LOUENT 
	39-  ET ISRAEL DIRA AMEN ! 
	40-  QUE LES NATIONS CHANTENT ALLÉLUIA 
	41-  ET ISRAEL DIRA AMEN ! </a:t>
            </a:r>
          </a:p>
          <a:p>
            <a:endParaRPr lang="fr-FR" smtClean="0"/>
          </a:p>
          <a:p>
            <a:r>
              <a:rPr lang="fr-FR" smtClean="0"/>
              <a:t>	X2</a:t>
            </a:r>
          </a:p>
          <a:p>
            <a:r>
              <a:rPr lang="fr-FR" smtClean="0"/>
              <a:t>
	42-  ET ISRAEL DIRA … </a:t>
            </a:r>
          </a:p>
          <a:p>
            <a:r>
              <a:rPr lang="fr-FR" smtClean="0"/>
              <a:t>
	43-  BARUCH ADONAÏ ELOHEY YISRAEL ADONAÏ 
	44-  BÉNI SOIT LE SEIGNEUR 
</a:t>
            </a:r>
            <a:endParaRPr lang="fr-FR" smtClean="0"/>
          </a:p>
        </p:txBody>
      </p:sp>
    </p:spTree>
    <p:extLst>
      <p:ext uri="{BB962C8B-B14F-4D97-AF65-F5344CB8AC3E}">
        <p14:creationId xmlns="" xmlns:p14="http://schemas.microsoft.com/office/powerpoint/2010/main" val="212801432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BARUCH ADONAÏ ELOHEY YISRAEL ADONAÏ 
2-  BÉNI SOIT LE SEIGNEUR                             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3-  MIN HA-OLAM, VAD HA-OLAM LOUE SON NOM ENCORE ET À JAMAIS 
4-  MIN HA-OLAM, VAD HA-OLAM BÉNI SOIT LE SEIGNEUR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5-  LE DIEU D’ISRAEL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
	6-  QUE LES NATIONS LE CHANTENT ET LOUENT 
	7-  ET ISRAEL DIRA AMEN ! 
	8-  QUE LES NATIONS CHANTENT ALLÉLUIA 
	9-  ET ISRAEL DIRA AMEN !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10-  ET ISRAEL DIRA …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Couplet 1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 QUAND LE CRI DU SEIGNEUR EST DANS LE CAMP 
12-  C’EST UN SON VICTORIEUX 
13-  CAR SA PUISSANTE VOIX DISPERSE NOS ENNEMIS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14-  AUCUNE ARME NE PEUT NOUS VAINCRE ICI 
15-  NOUS TRIOMPHONSDE TOUTE PART 
16-  PLUS QUE CONQUÉRANT PAR LA FORCE D’ADONAÏ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 MALGRÉ CES MURS DEVANT NOUS DE PARTOUT ILS NOUS ENTOURENT 
18-  ILS SONT RENVERSÉS LORSQU’EST PRONONCÉ 
19-  LE NOM AU-DESSUS DE TOUT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YESHUA HAMASHIACH EL GIBBOR, TU ES DIEU PUISSANT ! 
21-  YAHVEH NISSI BIEN HAUT ÉLÈVE TA BANNIÈRE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22-  ROCHER DE NOTRE SALUT LE MESSIE ET NOTRE JUSTICE 
23-  ADONAÏ JIRÉ, DIEU QUI POURVOIT EL SHADDAI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24-  QUAND LE CRI DU SEIGNEUR EST DANS LE CAMP 
25-  C’EST UN SON VICTORIEUX 
26-  CAR SA PUISSANTE VOIX DISPERSE NOS ENNEMIS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27-  AUCUNE ARME NE PEUT NOUS VAINCRE ICI 
28-  NOUS TRIOMPHONS DE TOUTE PART 
29-  PLUS QUE CONQUÉRANT PAR LA FORCE D’ADONAÏ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30-  MALGRÉ CES MURS DEVANT NOUS DE PARTOUT ILS NOUS ENTOURENT 
31-  ILS SONT RENVERSÉS LORSQU’EST PRONONCÉ 
32-  LE NOM AU-DESSUS DE TOUT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33-  YESHUA HAMASHIACH EL GIBBOR, TU ES DIEU PUISSANT ! 
34-  YAHVEH NISSI BIEN HAUT ÉLÈVE TA BANNIÈRE 
35-  ROCHER DE NOTRE SALUT LE MESSIE ET NOTRE JUSTICE 
36-  ADONAÏ JIRÉ, DIEU QUI POURVOIT
37-  EL SHADDAI, EL SHADDAI    x2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38-  QUE LES NATIONS LE CHANTENT ET LOUENT 
	39-  ET ISRAEL DIRA AMEN ! 
	40-  QUE LES NATIONS CHANTENT ALLÉLUIA 
	41-  ET ISRAEL DIRA AMEN !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42-  ET ISRAEL DIRA …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43-  BARUCH ADONAÏ ELOHEY YISRAEL ADONAÏ 
	44-  BÉNI SOIT LE SEIGNEUR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1-  BARUCH ADONAÏ ELOHEY YISRAEL ADONAÏ 
2-  BÉNI SOIT LE SEIGNEUR                                                         X2</a:t>
            </a:r>
          </a:p>
          <a:p>
            <a:r>
              <a:rPr lang="fr-FR" smtClean="0"/>
              <a:t>
3-  MIN HA-OLAM, VAD HA-OLAM LOUE SON NOM ENCORE ET À JAMAIS 
4-  MIN HA-OLAM, VAD HA-OLAM BÉNI SOIT LE SEIGNEUR </a:t>
            </a:r>
          </a:p>
          <a:p>
            <a:r>
              <a:rPr lang="fr-FR" smtClean="0"/>
              <a:t>5-  LE DIEU D’ISRAEL </a:t>
            </a:r>
          </a:p>
          <a:p>
            <a:endParaRPr lang="fr-FR" smtClean="0"/>
          </a:p>
          <a:p>
            <a:r>
              <a:rPr lang="fr-FR" smtClean="0"/>
              <a:t>	Refrain :
	6-  QUE LES NATIONS LE CHANTENT ET LOUENT 
	7-  ET ISRAEL DIRA AMEN ! 
	8-  QUE LES NATIONS CHANTENT ALLÉLUIA 
	9-  ET ISRAEL DIRA AMEN ! </a:t>
            </a:r>
          </a:p>
          <a:p>
            <a:endParaRPr lang="fr-FR" smtClean="0"/>
          </a:p>
          <a:p>
            <a:r>
              <a:rPr lang="fr-FR" smtClean="0"/>
              <a:t>	X2</a:t>
            </a:r>
          </a:p>
          <a:p>
            <a:r>
              <a:rPr lang="fr-FR" smtClean="0"/>
              <a:t>
	10-  ET ISRAEL DIRA … </a:t>
            </a:r>
          </a:p>
          <a:p>
            <a:r>
              <a:rPr lang="fr-FR" smtClean="0"/>
              <a:t>
Couplet 1</a:t>
            </a:r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r>
              <a:rPr lang="fr-FR" smtClean="0"/>
              <a:t>
11-  QUAND LE CRI DU SEIGNEUR EST DANS LE CAMP 
12-  C’EST UN SON VICTORIEUX 
13-  CAR SA PUISSANTE VOIX DISPERSE NOS ENNEMIS</a:t>
            </a:r>
          </a:p>
          <a:p>
            <a:r>
              <a:rPr lang="fr-FR" smtClean="0"/>
              <a:t> 
14-  AUCUNE ARME NE PEUT NOUS VAINCRE ICI 
15-  NOUS TRIOMPHONSDE TOUTE PART 
16-  PLUS QUE CONQUÉRANT PAR LA FORCE D’ADONAÏ </a:t>
            </a:r>
          </a:p>
          <a:p>
            <a:r>
              <a:rPr lang="fr-FR" smtClean="0"/>
              <a:t>
17-  MALGRÉ CES MURS DEVANT NOUS DE PARTOUT ILS NOUS ENTOURENT 
18-  ILS SONT RENVERSÉS LORSQU’EST PRONONCÉ 
19-  LE NOM AU-DESSUS DE TOUT </a:t>
            </a:r>
          </a:p>
          <a:p>
            <a:r>
              <a:rPr lang="fr-FR" smtClean="0"/>
              <a:t>
20-  YESHUA HAMASHIACH EL GIBBOR, TU ES DIEU PUISSANT ! 
21-  YAHVEH NISSI BIEN HAUT ÉLÈVE TA BANNIÈRE </a:t>
            </a:r>
          </a:p>
          <a:p>
            <a:r>
              <a:rPr lang="fr-FR" smtClean="0"/>
              <a:t>
22-  ROCHER DE NOTRE SALUT LE MESSIE ET NOTRE JUSTICE 
23-  ADONAÏ JIRÉ, DIEU QUI POURVOIT EL SHADDAI </a:t>
            </a:r>
          </a:p>
          <a:p>
            <a:r>
              <a:rPr lang="fr-FR" smtClean="0"/>
              <a:t>
24-  QUAND LE CRI DU SEIGNEUR EST DANS LE CAMP 
25-  C’EST UN SON VICTORIEUX 
26-  CAR SA PUISSANTE VOIX DISPERSE NOS ENNEMIS</a:t>
            </a:r>
          </a:p>
          <a:p>
            <a:r>
              <a:rPr lang="fr-FR" smtClean="0"/>
              <a:t>
27-  AUCUNE ARME NE PEUT NOUS VAINCRE ICI 
28-  NOUS TRIOMPHONS DE TOUTE PART 
29-  PLUS QUE CONQUÉRANT PAR LA FORCE D’ADONAÏ </a:t>
            </a:r>
          </a:p>
          <a:p>
            <a:r>
              <a:rPr lang="fr-FR" smtClean="0"/>
              <a:t>
30-  MALGRÉ CES MURS DEVANT NOUS DE PARTOUT ILS NOUS ENTOURENT 
31-  ILS SONT RENVERSÉS LORSQU’EST PRONONCÉ 
32-  LE NOM AU-DESSUS DE TOUT </a:t>
            </a:r>
          </a:p>
          <a:p>
            <a:r>
              <a:rPr lang="fr-FR" smtClean="0"/>
              <a:t>
33-  YESHUA HAMASHIACH EL GIBBOR, TU ES DIEU PUISSANT ! 
34-  YAHVEH NISSI BIEN HAUT ÉLÈVE TA BANNIÈRE 
35-  ROCHER DE NOTRE SALUT LE MESSIE ET NOTRE JUSTICE 
36-  ADONAÏ JIRÉ, DIEU QUI POURVOIT
37-  EL SHADDAI, EL SHADDAI    x2</a:t>
            </a:r>
          </a:p>
          <a:p>
            <a:endParaRPr lang="fr-FR" smtClean="0"/>
          </a:p>
          <a:p>
            <a:r>
              <a:rPr lang="fr-FR" smtClean="0"/>
              <a:t>
	38-  QUE LES NATIONS LE CHANTENT ET LOUENT 
	39-  ET ISRAEL DIRA AMEN ! 
	40-  QUE LES NATIONS CHANTENT ALLÉLUIA 
	41-  ET ISRAEL DIRA AMEN ! </a:t>
            </a:r>
          </a:p>
          <a:p>
            <a:endParaRPr lang="fr-FR" smtClean="0"/>
          </a:p>
          <a:p>
            <a:r>
              <a:rPr lang="fr-FR" smtClean="0"/>
              <a:t>	X2</a:t>
            </a:r>
          </a:p>
          <a:p>
            <a:r>
              <a:rPr lang="fr-FR" smtClean="0"/>
              <a:t>
	42-  ET ISRAEL DIRA … </a:t>
            </a:r>
          </a:p>
          <a:p>
            <a:r>
              <a:rPr lang="fr-FR" smtClean="0"/>
              <a:t>
	43-  BARUCH ADONAÏ ELOHEY YISRAEL ADONAÏ 
	44-  BÉNI SOIT LE SEIGNEUR 
</a:t>
            </a:r>
            <a:endParaRPr lang="fr-FR" smtClean="0"/>
          </a:p>
        </p:txBody>
      </p:sp>
    </p:spTree>
    <p:extLst>
      <p:ext uri="{BB962C8B-B14F-4D97-AF65-F5344CB8AC3E}">
        <p14:creationId xmlns="" xmlns:p14="http://schemas.microsoft.com/office/powerpoint/2010/main" val="50348441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BARUCH ADONAÏ ELOHEY YISRAEL ADONAÏ 
2-  BÉNI SOIT LE SEIGNEUR                             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3-  MIN HA-OLAM, VAD HA-OLAM LOUE SON NOM ENCORE ET À JAMAIS 
4-  MIN HA-OLAM, VAD HA-OLAM BÉNI SOIT LE SEIGNEUR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5-  LE DIEU D’ISRAEL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
	6-  QUE LES NATIONS LE CHANTENT ET LOUENT 
	7-  ET ISRAEL DIRA AMEN ! 
	8-  QUE LES NATIONS CHANTENT ALLÉLUIA 
	9-  ET ISRAEL DIRA AMEN !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10-  ET ISRAEL DIRA …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Couplet 1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 QUAND LE CRI DU SEIGNEUR EST DANS LE CAMP 
12-  C’EST UN SON VICTORIEUX 
13-  CAR SA PUISSANTE VOIX DISPERSE NOS ENNEMIS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14-  AUCUNE ARME NE PEUT NOUS VAINCRE ICI 
15-  NOUS TRIOMPHONSDE TOUTE PART 
16-  PLUS QUE CONQUÉRANT PAR LA FORCE D’ADONAÏ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 MALGRÉ CES MURS DEVANT NOUS DE PARTOUT ILS NOUS ENTOURENT 
18-  ILS SONT RENVERSÉS LORSQU’EST PRONONCÉ 
19-  LE NOM AU-DESSUS DE TOUT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YESHUA HAMASHIACH EL GIBBOR, TU ES DIEU PUISSANT ! 
21-  YAHVEH NISSI BIEN HAUT ÉLÈVE TA BANNIÈRE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22-  ROCHER DE NOTRE SALUT LE MESSIE ET NOTRE JUSTICE 
23-  ADONAÏ JIRÉ, DIEU QUI POURVOIT EL SHADDAI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24-  QUAND LE CRI DU SEIGNEUR EST DANS LE CAMP 
25-  C’EST UN SON VICTORIEUX 
26-  CAR SA PUISSANTE VOIX DISPERSE NOS ENNEMIS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27-  AUCUNE ARME NE PEUT NOUS VAINCRE ICI 
28-  NOUS TRIOMPHONS DE TOUTE PART 
29-  PLUS QUE CONQUÉRANT PAR LA FORCE D’ADONAÏ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30-  MALGRÉ CES MURS DEVANT NOUS DE PARTOUT ILS NOUS ENTOURENT 
31-  ILS SONT RENVERSÉS LORSQU’EST PRONONCÉ 
32-  LE NOM AU-DESSUS DE TOUT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33-  YESHUA HAMASHIACH EL GIBBOR, TU ES DIEU PUISSANT ! 
34-  YAHVEH NISSI BIEN HAUT ÉLÈVE TA BANNIÈRE 
35-  ROCHER DE NOTRE SALUT LE MESSIE ET NOTRE JUSTICE 
36-  ADONAÏ JIRÉ, DIEU QUI POURVOIT
37-  EL SHADDAI, EL SHADDAI    x2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38-  QUE LES NATIONS LE CHANTENT ET LOUENT 
	39-  ET ISRAEL DIRA AMEN ! 
	40-  QUE LES NATIONS CHANTENT ALLÉLUIA 
	41-  ET ISRAEL DIRA AMEN !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42-  ET ISRAEL DIRA …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43-  BARUCH ADONAÏ ELOHEY YISRAEL ADONAÏ 
	44-  BÉNI SOIT LE SEIGNEUR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1-  BARUCH ADONAÏ ELOHEY YISRAEL ADONAÏ 
2-  BÉNI SOIT LE SEIGNEUR                                                         X2</a:t>
            </a:r>
          </a:p>
          <a:p>
            <a:r>
              <a:rPr lang="fr-FR" smtClean="0"/>
              <a:t>
3-  MIN HA-OLAM, VAD HA-OLAM LOUE SON NOM ENCORE ET À JAMAIS 
4-  MIN HA-OLAM, VAD HA-OLAM BÉNI SOIT LE SEIGNEUR </a:t>
            </a:r>
          </a:p>
          <a:p>
            <a:r>
              <a:rPr lang="fr-FR" smtClean="0"/>
              <a:t>5-  LE DIEU D’ISRAEL </a:t>
            </a:r>
          </a:p>
          <a:p>
            <a:endParaRPr lang="fr-FR" smtClean="0"/>
          </a:p>
          <a:p>
            <a:r>
              <a:rPr lang="fr-FR" smtClean="0"/>
              <a:t>	Refrain :
	6-  QUE LES NATIONS LE CHANTENT ET LOUENT 
	7-  ET ISRAEL DIRA AMEN ! 
	8-  QUE LES NATIONS CHANTENT ALLÉLUIA 
	9-  ET ISRAEL DIRA AMEN ! </a:t>
            </a:r>
          </a:p>
          <a:p>
            <a:endParaRPr lang="fr-FR" smtClean="0"/>
          </a:p>
          <a:p>
            <a:r>
              <a:rPr lang="fr-FR" smtClean="0"/>
              <a:t>	X2</a:t>
            </a:r>
          </a:p>
          <a:p>
            <a:r>
              <a:rPr lang="fr-FR" smtClean="0"/>
              <a:t>
	10-  ET ISRAEL DIRA … </a:t>
            </a:r>
          </a:p>
          <a:p>
            <a:r>
              <a:rPr lang="fr-FR" smtClean="0"/>
              <a:t>
Couplet 1</a:t>
            </a:r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r>
              <a:rPr lang="fr-FR" smtClean="0"/>
              <a:t>
11-  QUAND LE CRI DU SEIGNEUR EST DANS LE CAMP 
12-  C’EST UN SON VICTORIEUX 
13-  CAR SA PUISSANTE VOIX DISPERSE NOS ENNEMIS</a:t>
            </a:r>
          </a:p>
          <a:p>
            <a:r>
              <a:rPr lang="fr-FR" smtClean="0"/>
              <a:t> 
14-  AUCUNE ARME NE PEUT NOUS VAINCRE ICI 
15-  NOUS TRIOMPHONSDE TOUTE PART 
16-  PLUS QUE CONQUÉRANT PAR LA FORCE D’ADONAÏ </a:t>
            </a:r>
          </a:p>
          <a:p>
            <a:r>
              <a:rPr lang="fr-FR" smtClean="0"/>
              <a:t>
17-  MALGRÉ CES MURS DEVANT NOUS DE PARTOUT ILS NOUS ENTOURENT 
18-  ILS SONT RENVERSÉS LORSQU’EST PRONONCÉ 
19-  LE NOM AU-DESSUS DE TOUT </a:t>
            </a:r>
          </a:p>
          <a:p>
            <a:r>
              <a:rPr lang="fr-FR" smtClean="0"/>
              <a:t>
20-  YESHUA HAMASHIACH EL GIBBOR, TU ES DIEU PUISSANT ! 
21-  YAHVEH NISSI BIEN HAUT ÉLÈVE TA BANNIÈRE </a:t>
            </a:r>
          </a:p>
          <a:p>
            <a:r>
              <a:rPr lang="fr-FR" smtClean="0"/>
              <a:t>
22-  ROCHER DE NOTRE SALUT LE MESSIE ET NOTRE JUSTICE 
23-  ADONAÏ JIRÉ, DIEU QUI POURVOIT EL SHADDAI </a:t>
            </a:r>
          </a:p>
          <a:p>
            <a:r>
              <a:rPr lang="fr-FR" smtClean="0"/>
              <a:t>
24-  QUAND LE CRI DU SEIGNEUR EST DANS LE CAMP 
25-  C’EST UN SON VICTORIEUX 
26-  CAR SA PUISSANTE VOIX DISPERSE NOS ENNEMIS</a:t>
            </a:r>
          </a:p>
          <a:p>
            <a:r>
              <a:rPr lang="fr-FR" smtClean="0"/>
              <a:t>
27-  AUCUNE ARME NE PEUT NOUS VAINCRE ICI 
28-  NOUS TRIOMPHONS DE TOUTE PART 
29-  PLUS QUE CONQUÉRANT PAR LA FORCE D’ADONAÏ </a:t>
            </a:r>
          </a:p>
          <a:p>
            <a:r>
              <a:rPr lang="fr-FR" smtClean="0"/>
              <a:t>
30-  MALGRÉ CES MURS DEVANT NOUS DE PARTOUT ILS NOUS ENTOURENT 
31-  ILS SONT RENVERSÉS LORSQU’EST PRONONCÉ 
32-  LE NOM AU-DESSUS DE TOUT </a:t>
            </a:r>
          </a:p>
          <a:p>
            <a:r>
              <a:rPr lang="fr-FR" smtClean="0"/>
              <a:t>
33-  YESHUA HAMASHIACH EL GIBBOR, TU ES DIEU PUISSANT ! 
34-  YAHVEH NISSI BIEN HAUT ÉLÈVE TA BANNIÈRE 
35-  ROCHER DE NOTRE SALUT LE MESSIE ET NOTRE JUSTICE 
36-  ADONAÏ JIRÉ, DIEU QUI POURVOIT
37-  EL SHADDAI, EL SHADDAI    x2</a:t>
            </a:r>
          </a:p>
          <a:p>
            <a:endParaRPr lang="fr-FR" smtClean="0"/>
          </a:p>
          <a:p>
            <a:r>
              <a:rPr lang="fr-FR" smtClean="0"/>
              <a:t>
	38-  QUE LES NATIONS LE CHANTENT ET LOUENT 
	39-  ET ISRAEL DIRA AMEN ! 
	40-  QUE LES NATIONS CHANTENT ALLÉLUIA 
	41-  ET ISRAEL DIRA AMEN ! </a:t>
            </a:r>
          </a:p>
          <a:p>
            <a:endParaRPr lang="fr-FR" smtClean="0"/>
          </a:p>
          <a:p>
            <a:r>
              <a:rPr lang="fr-FR" smtClean="0"/>
              <a:t>	X2</a:t>
            </a:r>
          </a:p>
          <a:p>
            <a:r>
              <a:rPr lang="fr-FR" smtClean="0"/>
              <a:t>
	42-  ET ISRAEL DIRA … </a:t>
            </a:r>
          </a:p>
          <a:p>
            <a:r>
              <a:rPr lang="fr-FR" smtClean="0"/>
              <a:t>
	43-  BARUCH ADONAÏ ELOHEY YISRAEL ADONAÏ 
	44-  BÉNI SOIT LE SEIGNEUR 
</a:t>
            </a:r>
            <a:endParaRPr lang="fr-FR" smtClean="0"/>
          </a:p>
        </p:txBody>
      </p:sp>
    </p:spTree>
    <p:extLst>
      <p:ext uri="{BB962C8B-B14F-4D97-AF65-F5344CB8AC3E}">
        <p14:creationId xmlns="" xmlns:p14="http://schemas.microsoft.com/office/powerpoint/2010/main" val="241821835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BARUCH ADONAÏ ELOHEY YISRAEL ADONAÏ 
2-  BÉNI SOIT LE SEIGNEUR                             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3-  MIN HA-OLAM, VAD HA-OLAM LOUE SON NOM ENCORE ET À JAMAIS 
4-  MIN HA-OLAM, VAD HA-OLAM BÉNI SOIT LE SEIGNEUR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5-  LE DIEU D’ISRAEL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
	6-  QUE LES NATIONS LE CHANTENT ET LOUENT 
	7-  ET ISRAEL DIRA AMEN ! 
	8-  QUE LES NATIONS CHANTENT ALLÉLUIA 
	9-  ET ISRAEL DIRA AMEN !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10-  ET ISRAEL DIRA …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Couplet 1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 QUAND LE CRI DU SEIGNEUR EST DANS LE CAMP 
12-  C’EST UN SON VICTORIEUX 
13-  CAR SA PUISSANTE VOIX DISPERSE NOS ENNEMIS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14-  AUCUNE ARME NE PEUT NOUS VAINCRE ICI 
15-  NOUS TRIOMPHONSDE TOUTE PART 
16-  PLUS QUE CONQUÉRANT PAR LA FORCE D’ADONAÏ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 MALGRÉ CES MURS DEVANT NOUS DE PARTOUT ILS NOUS ENTOURENT 
18-  ILS SONT RENVERSÉS LORSQU’EST PRONONCÉ 
19-  LE NOM AU-DESSUS DE TOUT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YESHUA HAMASHIACH EL GIBBOR, TU ES DIEU PUISSANT ! 
21-  YAHVEH NISSI BIEN HAUT ÉLÈVE TA BANNIÈRE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22-  ROCHER DE NOTRE SALUT LE MESSIE ET NOTRE JUSTICE 
23-  ADONAÏ JIRÉ, DIEU QUI POURVOIT EL SHADDAI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24-  QUAND LE CRI DU SEIGNEUR EST DANS LE CAMP 
25-  C’EST UN SON VICTORIEUX 
26-  CAR SA PUISSANTE VOIX DISPERSE NOS ENNEMIS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27-  AUCUNE ARME NE PEUT NOUS VAINCRE ICI 
28-  NOUS TRIOMPHONS DE TOUTE PART 
29-  PLUS QUE CONQUÉRANT PAR LA FORCE D’ADONAÏ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30-  MALGRÉ CES MURS DEVANT NOUS DE PARTOUT ILS NOUS ENTOURENT 
31-  ILS SONT RENVERSÉS LORSQU’EST PRONONCÉ 
32-  LE NOM AU-DESSUS DE TOUT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33-  YESHUA HAMASHIACH EL GIBBOR, TU ES DIEU PUISSANT ! 
34-  YAHVEH NISSI BIEN HAUT ÉLÈVE TA BANNIÈRE 
35-  ROCHER DE NOTRE SALUT LE MESSIE ET NOTRE JUSTICE 
36-  ADONAÏ JIRÉ, DIEU QUI POURVOIT
37-  EL SHADDAI, EL SHADDAI    x2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38-  QUE LES NATIONS LE CHANTENT ET LOUENT 
	39-  ET ISRAEL DIRA AMEN ! 
	40-  QUE LES NATIONS CHANTENT ALLÉLUIA 
	41-  ET ISRAEL DIRA AMEN !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42-  ET ISRAEL DIRA …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43-  BARUCH ADONAÏ ELOHEY YISRAEL ADONAÏ 
	44-  BÉNI SOIT LE SEIGNEUR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1-  BARUCH ADONAÏ ELOHEY YISRAEL ADONAÏ 
2-  BÉNI SOIT LE SEIGNEUR                                                         X2</a:t>
            </a:r>
          </a:p>
          <a:p>
            <a:r>
              <a:rPr lang="fr-FR" smtClean="0"/>
              <a:t>
3-  MIN HA-OLAM, VAD HA-OLAM LOUE SON NOM ENCORE ET À JAMAIS 
4-  MIN HA-OLAM, VAD HA-OLAM BÉNI SOIT LE SEIGNEUR </a:t>
            </a:r>
          </a:p>
          <a:p>
            <a:r>
              <a:rPr lang="fr-FR" smtClean="0"/>
              <a:t>5-  LE DIEU D’ISRAEL </a:t>
            </a:r>
          </a:p>
          <a:p>
            <a:endParaRPr lang="fr-FR" smtClean="0"/>
          </a:p>
          <a:p>
            <a:r>
              <a:rPr lang="fr-FR" smtClean="0"/>
              <a:t>	Refrain :
	6-  QUE LES NATIONS LE CHANTENT ET LOUENT 
	7-  ET ISRAEL DIRA AMEN ! 
	8-  QUE LES NATIONS CHANTENT ALLÉLUIA 
	9-  ET ISRAEL DIRA AMEN ! </a:t>
            </a:r>
          </a:p>
          <a:p>
            <a:endParaRPr lang="fr-FR" smtClean="0"/>
          </a:p>
          <a:p>
            <a:r>
              <a:rPr lang="fr-FR" smtClean="0"/>
              <a:t>	X2</a:t>
            </a:r>
          </a:p>
          <a:p>
            <a:r>
              <a:rPr lang="fr-FR" smtClean="0"/>
              <a:t>
	10-  ET ISRAEL DIRA … </a:t>
            </a:r>
          </a:p>
          <a:p>
            <a:r>
              <a:rPr lang="fr-FR" smtClean="0"/>
              <a:t>
Couplet 1</a:t>
            </a:r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r>
              <a:rPr lang="fr-FR" smtClean="0"/>
              <a:t>
11-  QUAND LE CRI DU SEIGNEUR EST DANS LE CAMP 
12-  C’EST UN SON VICTORIEUX 
13-  CAR SA PUISSANTE VOIX DISPERSE NOS ENNEMIS</a:t>
            </a:r>
          </a:p>
          <a:p>
            <a:r>
              <a:rPr lang="fr-FR" smtClean="0"/>
              <a:t> 
14-  AUCUNE ARME NE PEUT NOUS VAINCRE ICI 
15-  NOUS TRIOMPHONSDE TOUTE PART 
16-  PLUS QUE CONQUÉRANT PAR LA FORCE D’ADONAÏ </a:t>
            </a:r>
          </a:p>
          <a:p>
            <a:r>
              <a:rPr lang="fr-FR" smtClean="0"/>
              <a:t>
17-  MALGRÉ CES MURS DEVANT NOUS DE PARTOUT ILS NOUS ENTOURENT 
18-  ILS SONT RENVERSÉS LORSQU’EST PRONONCÉ 
19-  LE NOM AU-DESSUS DE TOUT </a:t>
            </a:r>
          </a:p>
          <a:p>
            <a:r>
              <a:rPr lang="fr-FR" smtClean="0"/>
              <a:t>
20-  YESHUA HAMASHIACH EL GIBBOR, TU ES DIEU PUISSANT ! 
21-  YAHVEH NISSI BIEN HAUT ÉLÈVE TA BANNIÈRE </a:t>
            </a:r>
          </a:p>
          <a:p>
            <a:r>
              <a:rPr lang="fr-FR" smtClean="0"/>
              <a:t>
22-  ROCHER DE NOTRE SALUT LE MESSIE ET NOTRE JUSTICE 
23-  ADONAÏ JIRÉ, DIEU QUI POURVOIT EL SHADDAI </a:t>
            </a:r>
          </a:p>
          <a:p>
            <a:r>
              <a:rPr lang="fr-FR" smtClean="0"/>
              <a:t>
24-  QUAND LE CRI DU SEIGNEUR EST DANS LE CAMP 
25-  C’EST UN SON VICTORIEUX 
26-  CAR SA PUISSANTE VOIX DISPERSE NOS ENNEMIS</a:t>
            </a:r>
          </a:p>
          <a:p>
            <a:r>
              <a:rPr lang="fr-FR" smtClean="0"/>
              <a:t>
27-  AUCUNE ARME NE PEUT NOUS VAINCRE ICI 
28-  NOUS TRIOMPHONS DE TOUTE PART 
29-  PLUS QUE CONQUÉRANT PAR LA FORCE D’ADONAÏ </a:t>
            </a:r>
          </a:p>
          <a:p>
            <a:r>
              <a:rPr lang="fr-FR" smtClean="0"/>
              <a:t>
30-  MALGRÉ CES MURS DEVANT NOUS DE PARTOUT ILS NOUS ENTOURENT 
31-  ILS SONT RENVERSÉS LORSQU’EST PRONONCÉ 
32-  LE NOM AU-DESSUS DE TOUT </a:t>
            </a:r>
          </a:p>
          <a:p>
            <a:r>
              <a:rPr lang="fr-FR" smtClean="0"/>
              <a:t>
33-  YESHUA HAMASHIACH EL GIBBOR, TU ES DIEU PUISSANT ! 
34-  YAHVEH NISSI BIEN HAUT ÉLÈVE TA BANNIÈRE 
35-  ROCHER DE NOTRE SALUT LE MESSIE ET NOTRE JUSTICE 
36-  ADONAÏ JIRÉ, DIEU QUI POURVOIT
37-  EL SHADDAI, EL SHADDAI    x2</a:t>
            </a:r>
          </a:p>
          <a:p>
            <a:endParaRPr lang="fr-FR" smtClean="0"/>
          </a:p>
          <a:p>
            <a:r>
              <a:rPr lang="fr-FR" smtClean="0"/>
              <a:t>
	38-  QUE LES NATIONS LE CHANTENT ET LOUENT 
	39-  ET ISRAEL DIRA AMEN ! 
	40-  QUE LES NATIONS CHANTENT ALLÉLUIA 
	41-  ET ISRAEL DIRA AMEN ! </a:t>
            </a:r>
          </a:p>
          <a:p>
            <a:endParaRPr lang="fr-FR" smtClean="0"/>
          </a:p>
          <a:p>
            <a:r>
              <a:rPr lang="fr-FR" smtClean="0"/>
              <a:t>	X2</a:t>
            </a:r>
          </a:p>
          <a:p>
            <a:r>
              <a:rPr lang="fr-FR" smtClean="0"/>
              <a:t>
	42-  ET ISRAEL DIRA … </a:t>
            </a:r>
          </a:p>
          <a:p>
            <a:r>
              <a:rPr lang="fr-FR" smtClean="0"/>
              <a:t>
	43-  BARUCH ADONAÏ ELOHEY YISRAEL ADONAÏ 
	44-  BÉNI SOIT LE SEIGNEUR 
</a:t>
            </a:r>
            <a:endParaRPr lang="fr-FR" smtClean="0"/>
          </a:p>
        </p:txBody>
      </p:sp>
    </p:spTree>
    <p:extLst>
      <p:ext uri="{BB962C8B-B14F-4D97-AF65-F5344CB8AC3E}">
        <p14:creationId xmlns="" xmlns:p14="http://schemas.microsoft.com/office/powerpoint/2010/main" val="69058201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BARUCH ADONAÏ ELOHEY YISRAEL ADONAÏ 
2-  BÉNI SOIT LE SEIGNEUR                             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3-  MIN HA-OLAM, VAD HA-OLAM LOUE SON NOM ENCORE ET À JAMAIS 
4-  MIN HA-OLAM, VAD HA-OLAM BÉNI SOIT LE SEIGNEUR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5-  LE DIEU D’ISRAEL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
	6-  QUE LES NATIONS LE CHANTENT ET LOUENT 
	7-  ET ISRAEL DIRA AMEN ! 
	8-  QUE LES NATIONS CHANTENT ALLÉLUIA 
	9-  ET ISRAEL DIRA AMEN !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10-  ET ISRAEL DIRA …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Couplet 1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 QUAND LE CRI DU SEIGNEUR EST DANS LE CAMP 
12-  C’EST UN SON VICTORIEUX 
13-  CAR SA PUISSANTE VOIX DISPERSE NOS ENNEMIS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14-  AUCUNE ARME NE PEUT NOUS VAINCRE ICI 
15-  NOUS TRIOMPHONSDE TOUTE PART 
16-  PLUS QUE CONQUÉRANT PAR LA FORCE D’ADONAÏ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 MALGRÉ CES MURS DEVANT NOUS DE PARTOUT ILS NOUS ENTOURENT 
18-  ILS SONT RENVERSÉS LORSQU’EST PRONONCÉ 
19-  LE NOM AU-DESSUS DE TOUT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YESHUA HAMASHIACH EL GIBBOR, TU ES DIEU PUISSANT ! 
21-  YAHVEH NISSI BIEN HAUT ÉLÈVE TA BANNIÈRE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22-  ROCHER DE NOTRE SALUT LE MESSIE ET NOTRE JUSTICE 
23-  ADONAÏ JIRÉ, DIEU QUI POURVOIT EL SHADDAI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24-  QUAND LE CRI DU SEIGNEUR EST DANS LE CAMP 
25-  C’EST UN SON VICTORIEUX 
26-  CAR SA PUISSANTE VOIX DISPERSE NOS ENNEMIS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27-  AUCUNE ARME NE PEUT NOUS VAINCRE ICI 
28-  NOUS TRIOMPHONS DE TOUTE PART 
29-  PLUS QUE CONQUÉRANT PAR LA FORCE D’ADONAÏ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30-  MALGRÉ CES MURS DEVANT NOUS DE PARTOUT ILS NOUS ENTOURENT 
31-  ILS SONT RENVERSÉS LORSQU’EST PRONONCÉ 
32-  LE NOM AU-DESSUS DE TOUT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33-  YESHUA HAMASHIACH EL GIBBOR, TU ES DIEU PUISSANT ! 
34-  YAHVEH NISSI BIEN HAUT ÉLÈVE TA BANNIÈRE 
35-  ROCHER DE NOTRE SALUT LE MESSIE ET NOTRE JUSTICE 
36-  ADONAÏ JIRÉ, DIEU QUI POURVOIT
37-  EL SHADDAI, EL SHADDAI    x2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38-  QUE LES NATIONS LE CHANTENT ET LOUENT 
	39-  ET ISRAEL DIRA AMEN ! 
	40-  QUE LES NATIONS CHANTENT ALLÉLUIA 
	41-  ET ISRAEL DIRA AMEN !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42-  ET ISRAEL DIRA …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43-  BARUCH ADONAÏ ELOHEY YISRAEL ADONAÏ 
	44-  BÉNI SOIT LE SEIGNEUR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1-  BARUCH ADONAÏ ELOHEY YISRAEL ADONAÏ 
2-  BÉNI SOIT LE SEIGNEUR                                                         X2</a:t>
            </a:r>
          </a:p>
          <a:p>
            <a:r>
              <a:rPr lang="fr-FR" smtClean="0"/>
              <a:t>
3-  MIN HA-OLAM, VAD HA-OLAM LOUE SON NOM ENCORE ET À JAMAIS 
4-  MIN HA-OLAM, VAD HA-OLAM BÉNI SOIT LE SEIGNEUR </a:t>
            </a:r>
          </a:p>
          <a:p>
            <a:r>
              <a:rPr lang="fr-FR" smtClean="0"/>
              <a:t>5-  LE DIEU D’ISRAEL </a:t>
            </a:r>
          </a:p>
          <a:p>
            <a:endParaRPr lang="fr-FR" smtClean="0"/>
          </a:p>
          <a:p>
            <a:r>
              <a:rPr lang="fr-FR" smtClean="0"/>
              <a:t>	Refrain :
	6-  QUE LES NATIONS LE CHANTENT ET LOUENT 
	7-  ET ISRAEL DIRA AMEN ! 
	8-  QUE LES NATIONS CHANTENT ALLÉLUIA 
	9-  ET ISRAEL DIRA AMEN ! </a:t>
            </a:r>
          </a:p>
          <a:p>
            <a:endParaRPr lang="fr-FR" smtClean="0"/>
          </a:p>
          <a:p>
            <a:r>
              <a:rPr lang="fr-FR" smtClean="0"/>
              <a:t>	X2</a:t>
            </a:r>
          </a:p>
          <a:p>
            <a:r>
              <a:rPr lang="fr-FR" smtClean="0"/>
              <a:t>
	10-  ET ISRAEL DIRA … </a:t>
            </a:r>
          </a:p>
          <a:p>
            <a:r>
              <a:rPr lang="fr-FR" smtClean="0"/>
              <a:t>
Couplet 1</a:t>
            </a:r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r>
              <a:rPr lang="fr-FR" smtClean="0"/>
              <a:t>
11-  QUAND LE CRI DU SEIGNEUR EST DANS LE CAMP 
12-  C’EST UN SON VICTORIEUX 
13-  CAR SA PUISSANTE VOIX DISPERSE NOS ENNEMIS</a:t>
            </a:r>
          </a:p>
          <a:p>
            <a:r>
              <a:rPr lang="fr-FR" smtClean="0"/>
              <a:t> 
14-  AUCUNE ARME NE PEUT NOUS VAINCRE ICI 
15-  NOUS TRIOMPHONSDE TOUTE PART 
16-  PLUS QUE CONQUÉRANT PAR LA FORCE D’ADONAÏ </a:t>
            </a:r>
          </a:p>
          <a:p>
            <a:r>
              <a:rPr lang="fr-FR" smtClean="0"/>
              <a:t>
17-  MALGRÉ CES MURS DEVANT NOUS DE PARTOUT ILS NOUS ENTOURENT 
18-  ILS SONT RENVERSÉS LORSQU’EST PRONONCÉ 
19-  LE NOM AU-DESSUS DE TOUT </a:t>
            </a:r>
          </a:p>
          <a:p>
            <a:r>
              <a:rPr lang="fr-FR" smtClean="0"/>
              <a:t>
20-  YESHUA HAMASHIACH EL GIBBOR, TU ES DIEU PUISSANT ! 
21-  YAHVEH NISSI BIEN HAUT ÉLÈVE TA BANNIÈRE </a:t>
            </a:r>
          </a:p>
          <a:p>
            <a:r>
              <a:rPr lang="fr-FR" smtClean="0"/>
              <a:t>
22-  ROCHER DE NOTRE SALUT LE MESSIE ET NOTRE JUSTICE 
23-  ADONAÏ JIRÉ, DIEU QUI POURVOIT EL SHADDAI </a:t>
            </a:r>
          </a:p>
          <a:p>
            <a:r>
              <a:rPr lang="fr-FR" smtClean="0"/>
              <a:t>
24-  QUAND LE CRI DU SEIGNEUR EST DANS LE CAMP 
25-  C’EST UN SON VICTORIEUX 
26-  CAR SA PUISSANTE VOIX DISPERSE NOS ENNEMIS</a:t>
            </a:r>
          </a:p>
          <a:p>
            <a:r>
              <a:rPr lang="fr-FR" smtClean="0"/>
              <a:t>
27-  AUCUNE ARME NE PEUT NOUS VAINCRE ICI 
28-  NOUS TRIOMPHONS DE TOUTE PART 
29-  PLUS QUE CONQUÉRANT PAR LA FORCE D’ADONAÏ </a:t>
            </a:r>
          </a:p>
          <a:p>
            <a:r>
              <a:rPr lang="fr-FR" smtClean="0"/>
              <a:t>
30-  MALGRÉ CES MURS DEVANT NOUS DE PARTOUT ILS NOUS ENTOURENT 
31-  ILS SONT RENVERSÉS LORSQU’EST PRONONCÉ 
32-  LE NOM AU-DESSUS DE TOUT </a:t>
            </a:r>
          </a:p>
          <a:p>
            <a:r>
              <a:rPr lang="fr-FR" smtClean="0"/>
              <a:t>
33-  YESHUA HAMASHIACH EL GIBBOR, TU ES DIEU PUISSANT ! 
34-  YAHVEH NISSI BIEN HAUT ÉLÈVE TA BANNIÈRE 
35-  ROCHER DE NOTRE SALUT LE MESSIE ET NOTRE JUSTICE 
36-  ADONAÏ JIRÉ, DIEU QUI POURVOIT
37-  EL SHADDAI, EL SHADDAI    x2</a:t>
            </a:r>
          </a:p>
          <a:p>
            <a:endParaRPr lang="fr-FR" smtClean="0"/>
          </a:p>
          <a:p>
            <a:r>
              <a:rPr lang="fr-FR" smtClean="0"/>
              <a:t>
	38-  QUE LES NATIONS LE CHANTENT ET LOUENT 
	39-  ET ISRAEL DIRA AMEN ! 
	40-  QUE LES NATIONS CHANTENT ALLÉLUIA 
	41-  ET ISRAEL DIRA AMEN ! </a:t>
            </a:r>
          </a:p>
          <a:p>
            <a:endParaRPr lang="fr-FR" smtClean="0"/>
          </a:p>
          <a:p>
            <a:r>
              <a:rPr lang="fr-FR" smtClean="0"/>
              <a:t>	X2</a:t>
            </a:r>
          </a:p>
          <a:p>
            <a:r>
              <a:rPr lang="fr-FR" smtClean="0"/>
              <a:t>
	42-  ET ISRAEL DIRA … </a:t>
            </a:r>
          </a:p>
          <a:p>
            <a:r>
              <a:rPr lang="fr-FR" smtClean="0"/>
              <a:t>
	43-  BARUCH ADONAÏ ELOHEY YISRAEL ADONAÏ 
	44-  BÉNI SOIT LE SEIGNEUR 
</a:t>
            </a:r>
            <a:endParaRPr lang="fr-FR" smtClean="0"/>
          </a:p>
        </p:txBody>
      </p:sp>
    </p:spTree>
    <p:extLst>
      <p:ext uri="{BB962C8B-B14F-4D97-AF65-F5344CB8AC3E}">
        <p14:creationId xmlns="" xmlns:p14="http://schemas.microsoft.com/office/powerpoint/2010/main" val="142292633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BARUCH ADONAÏ ELOHEY YISRAEL ADONAÏ 
2-  BÉNI SOIT LE SEIGNEUR                             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3-  MIN HA-OLAM, VAD HA-OLAM LOUE SON NOM ENCORE ET À JAMAIS 
4-  MIN HA-OLAM, VAD HA-OLAM BÉNI SOIT LE SEIGNEUR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5-  LE DIEU D’ISRAEL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
	6-  QUE LES NATIONS LE CHANTENT ET LOUENT 
	7-  ET ISRAEL DIRA AMEN ! 
	8-  QUE LES NATIONS CHANTENT ALLÉLUIA 
	9-  ET ISRAEL DIRA AMEN !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10-  ET ISRAEL DIRA …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Couplet 1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 QUAND LE CRI DU SEIGNEUR EST DANS LE CAMP 
12-  C’EST UN SON VICTORIEUX 
13-  CAR SA PUISSANTE VOIX DISPERSE NOS ENNEMIS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14-  AUCUNE ARME NE PEUT NOUS VAINCRE ICI 
15-  NOUS TRIOMPHONSDE TOUTE PART 
16-  PLUS QUE CONQUÉRANT PAR LA FORCE D’ADONAÏ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 MALGRÉ CES MURS DEVANT NOUS DE PARTOUT ILS NOUS ENTOURENT 
18-  ILS SONT RENVERSÉS LORSQU’EST PRONONCÉ 
19-  LE NOM AU-DESSUS DE TOUT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YESHUA HAMASHIACH EL GIBBOR, TU ES DIEU PUISSANT ! 
21-  YAHVEH NISSI BIEN HAUT ÉLÈVE TA BANNIÈRE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22-  ROCHER DE NOTRE SALUT LE MESSIE ET NOTRE JUSTICE 
23-  ADONAÏ JIRÉ, DIEU QUI POURVOIT EL SHADDAI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24-  QUAND LE CRI DU SEIGNEUR EST DANS LE CAMP 
25-  C’EST UN SON VICTORIEUX 
26-  CAR SA PUISSANTE VOIX DISPERSE NOS ENNEMIS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27-  AUCUNE ARME NE PEUT NOUS VAINCRE ICI 
28-  NOUS TRIOMPHONS DE TOUTE PART 
29-  PLUS QUE CONQUÉRANT PAR LA FORCE D’ADONAÏ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30-  MALGRÉ CES MURS DEVANT NOUS DE PARTOUT ILS NOUS ENTOURENT 
31-  ILS SONT RENVERSÉS LORSQU’EST PRONONCÉ 
32-  LE NOM AU-DESSUS DE TOUT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33-  YESHUA HAMASHIACH EL GIBBOR, TU ES DIEU PUISSANT ! 
34-  YAHVEH NISSI BIEN HAUT ÉLÈVE TA BANNIÈRE 
35-  ROCHER DE NOTRE SALUT LE MESSIE ET NOTRE JUSTICE 
36-  ADONAÏ JIRÉ, DIEU QUI POURVOIT
37-  EL SHADDAI, EL SHADDAI    x2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38-  QUE LES NATIONS LE CHANTENT ET LOUENT 
	39-  ET ISRAEL DIRA AMEN ! 
	40-  QUE LES NATIONS CHANTENT ALLÉLUIA 
	41-  ET ISRAEL DIRA AMEN !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42-  ET ISRAEL DIRA …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43-  BARUCH ADONAÏ ELOHEY YISRAEL ADONAÏ 
	44-  BÉNI SOIT LE SEIGNEUR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1-  BARUCH ADONAÏ ELOHEY YISRAEL ADONAÏ 
2-  BÉNI SOIT LE SEIGNEUR                                                         X2</a:t>
            </a:r>
          </a:p>
          <a:p>
            <a:r>
              <a:rPr lang="fr-FR" smtClean="0"/>
              <a:t>
3-  MIN HA-OLAM, VAD HA-OLAM LOUE SON NOM ENCORE ET À JAMAIS 
4-  MIN HA-OLAM, VAD HA-OLAM BÉNI SOIT LE SEIGNEUR </a:t>
            </a:r>
          </a:p>
          <a:p>
            <a:r>
              <a:rPr lang="fr-FR" smtClean="0"/>
              <a:t>5-  LE DIEU D’ISRAEL </a:t>
            </a:r>
          </a:p>
          <a:p>
            <a:endParaRPr lang="fr-FR" smtClean="0"/>
          </a:p>
          <a:p>
            <a:r>
              <a:rPr lang="fr-FR" smtClean="0"/>
              <a:t>	Refrain :
	6-  QUE LES NATIONS LE CHANTENT ET LOUENT 
	7-  ET ISRAEL DIRA AMEN ! 
	8-  QUE LES NATIONS CHANTENT ALLÉLUIA 
	9-  ET ISRAEL DIRA AMEN ! </a:t>
            </a:r>
          </a:p>
          <a:p>
            <a:endParaRPr lang="fr-FR" smtClean="0"/>
          </a:p>
          <a:p>
            <a:r>
              <a:rPr lang="fr-FR" smtClean="0"/>
              <a:t>	X2</a:t>
            </a:r>
          </a:p>
          <a:p>
            <a:r>
              <a:rPr lang="fr-FR" smtClean="0"/>
              <a:t>
	10-  ET ISRAEL DIRA … </a:t>
            </a:r>
          </a:p>
          <a:p>
            <a:r>
              <a:rPr lang="fr-FR" smtClean="0"/>
              <a:t>
Couplet 1</a:t>
            </a:r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r>
              <a:rPr lang="fr-FR" smtClean="0"/>
              <a:t>
11-  QUAND LE CRI DU SEIGNEUR EST DANS LE CAMP 
12-  C’EST UN SON VICTORIEUX 
13-  CAR SA PUISSANTE VOIX DISPERSE NOS ENNEMIS</a:t>
            </a:r>
          </a:p>
          <a:p>
            <a:r>
              <a:rPr lang="fr-FR" smtClean="0"/>
              <a:t> 
14-  AUCUNE ARME NE PEUT NOUS VAINCRE ICI 
15-  NOUS TRIOMPHONSDE TOUTE PART 
16-  PLUS QUE CONQUÉRANT PAR LA FORCE D’ADONAÏ </a:t>
            </a:r>
          </a:p>
          <a:p>
            <a:r>
              <a:rPr lang="fr-FR" smtClean="0"/>
              <a:t>
17-  MALGRÉ CES MURS DEVANT NOUS DE PARTOUT ILS NOUS ENTOURENT 
18-  ILS SONT RENVERSÉS LORSQU’EST PRONONCÉ 
19-  LE NOM AU-DESSUS DE TOUT </a:t>
            </a:r>
          </a:p>
          <a:p>
            <a:r>
              <a:rPr lang="fr-FR" smtClean="0"/>
              <a:t>
20-  YESHUA HAMASHIACH EL GIBBOR, TU ES DIEU PUISSANT ! 
21-  YAHVEH NISSI BIEN HAUT ÉLÈVE TA BANNIÈRE </a:t>
            </a:r>
          </a:p>
          <a:p>
            <a:r>
              <a:rPr lang="fr-FR" smtClean="0"/>
              <a:t>
22-  ROCHER DE NOTRE SALUT LE MESSIE ET NOTRE JUSTICE 
23-  ADONAÏ JIRÉ, DIEU QUI POURVOIT EL SHADDAI </a:t>
            </a:r>
          </a:p>
          <a:p>
            <a:r>
              <a:rPr lang="fr-FR" smtClean="0"/>
              <a:t>
24-  QUAND LE CRI DU SEIGNEUR EST DANS LE CAMP 
25-  C’EST UN SON VICTORIEUX 
26-  CAR SA PUISSANTE VOIX DISPERSE NOS ENNEMIS</a:t>
            </a:r>
          </a:p>
          <a:p>
            <a:r>
              <a:rPr lang="fr-FR" smtClean="0"/>
              <a:t>
27-  AUCUNE ARME NE PEUT NOUS VAINCRE ICI 
28-  NOUS TRIOMPHONS DE TOUTE PART 
29-  PLUS QUE CONQUÉRANT PAR LA FORCE D’ADONAÏ </a:t>
            </a:r>
          </a:p>
          <a:p>
            <a:r>
              <a:rPr lang="fr-FR" smtClean="0"/>
              <a:t>
30-  MALGRÉ CES MURS DEVANT NOUS DE PARTOUT ILS NOUS ENTOURENT 
31-  ILS SONT RENVERSÉS LORSQU’EST PRONONCÉ 
32-  LE NOM AU-DESSUS DE TOUT </a:t>
            </a:r>
          </a:p>
          <a:p>
            <a:r>
              <a:rPr lang="fr-FR" smtClean="0"/>
              <a:t>
33-  YESHUA HAMASHIACH EL GIBBOR, TU ES DIEU PUISSANT ! 
34-  YAHVEH NISSI BIEN HAUT ÉLÈVE TA BANNIÈRE 
35-  ROCHER DE NOTRE SALUT LE MESSIE ET NOTRE JUSTICE 
36-  ADONAÏ JIRÉ, DIEU QUI POURVOIT
37-  EL SHADDAI, EL SHADDAI    x2</a:t>
            </a:r>
          </a:p>
          <a:p>
            <a:endParaRPr lang="fr-FR" smtClean="0"/>
          </a:p>
          <a:p>
            <a:r>
              <a:rPr lang="fr-FR" smtClean="0"/>
              <a:t>
	38-  QUE LES NATIONS LE CHANTENT ET LOUENT 
	39-  ET ISRAEL DIRA AMEN ! 
	40-  QUE LES NATIONS CHANTENT ALLÉLUIA 
	41-  ET ISRAEL DIRA AMEN ! </a:t>
            </a:r>
          </a:p>
          <a:p>
            <a:endParaRPr lang="fr-FR" smtClean="0"/>
          </a:p>
          <a:p>
            <a:r>
              <a:rPr lang="fr-FR" smtClean="0"/>
              <a:t>	X2</a:t>
            </a:r>
          </a:p>
          <a:p>
            <a:r>
              <a:rPr lang="fr-FR" smtClean="0"/>
              <a:t>
	42-  ET ISRAEL DIRA … </a:t>
            </a:r>
          </a:p>
          <a:p>
            <a:r>
              <a:rPr lang="fr-FR" smtClean="0"/>
              <a:t>
	43-  BARUCH ADONAÏ ELOHEY YISRAEL ADONAÏ 
	44-  BÉNI SOIT LE SEIGNEUR 
</a:t>
            </a:r>
            <a:endParaRPr lang="fr-FR" smtClean="0"/>
          </a:p>
        </p:txBody>
      </p:sp>
    </p:spTree>
    <p:extLst>
      <p:ext uri="{BB962C8B-B14F-4D97-AF65-F5344CB8AC3E}">
        <p14:creationId xmlns="" xmlns:p14="http://schemas.microsoft.com/office/powerpoint/2010/main" val="414679975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BARUCH ADONAÏ ELOHEY YISRAEL ADONAÏ 
2-  BÉNI SOIT LE SEIGNEUR                             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3-  MIN HA-OLAM, VAD HA-OLAM LOUE SON NOM ENCORE ET À JAMAIS 
4-  MIN HA-OLAM, VAD HA-OLAM BÉNI SOIT LE SEIGNEUR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5-  LE DIEU D’ISRAEL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
	6-  QUE LES NATIONS LE CHANTENT ET LOUENT 
	7-  ET ISRAEL DIRA AMEN ! 
	8-  QUE LES NATIONS CHANTENT ALLÉLUIA 
	9-  ET ISRAEL DIRA AMEN !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10-  ET ISRAEL DIRA …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Couplet 1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 QUAND LE CRI DU SEIGNEUR EST DANS LE CAMP 
12-  C’EST UN SON VICTORIEUX 
13-  CAR SA PUISSANTE VOIX DISPERSE NOS ENNEMIS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14-  AUCUNE ARME NE PEUT NOUS VAINCRE ICI 
15-  NOUS TRIOMPHONSDE TOUTE PART 
16-  PLUS QUE CONQUÉRANT PAR LA FORCE D’ADONAÏ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 MALGRÉ CES MURS DEVANT NOUS DE PARTOUT ILS NOUS ENTOURENT 
18-  ILS SONT RENVERSÉS LORSQU’EST PRONONCÉ 
19-  LE NOM AU-DESSUS DE TOUT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YESHUA HAMASHIACH EL GIBBOR, TU ES DIEU PUISSANT ! 
21-  YAHVEH NISSI BIEN HAUT ÉLÈVE TA BANNIÈRE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22-  ROCHER DE NOTRE SALUT LE MESSIE ET NOTRE JUSTICE 
23-  ADONAÏ JIRÉ, DIEU QUI POURVOIT EL SHADDAI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24-  QUAND LE CRI DU SEIGNEUR EST DANS LE CAMP 
25-  C’EST UN SON VICTORIEUX 
26-  CAR SA PUISSANTE VOIX DISPERSE NOS ENNEMIS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27-  AUCUNE ARME NE PEUT NOUS VAINCRE ICI 
28-  NOUS TRIOMPHONS DE TOUTE PART 
29-  PLUS QUE CONQUÉRANT PAR LA FORCE D’ADONAÏ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30-  MALGRÉ CES MURS DEVANT NOUS DE PARTOUT ILS NOUS ENTOURENT 
31-  ILS SONT RENVERSÉS LORSQU’EST PRONONCÉ 
32-  LE NOM AU-DESSUS DE TOUT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33-  YESHUA HAMASHIACH EL GIBBOR, TU ES DIEU PUISSANT ! 
34-  YAHVEH NISSI BIEN HAUT ÉLÈVE TA BANNIÈRE 
35-  ROCHER DE NOTRE SALUT LE MESSIE ET NOTRE JUSTICE 
36-  ADONAÏ JIRÉ, DIEU QUI POURVOIT
37-  EL SHADDAI, EL SHADDAI    x2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38-  QUE LES NATIONS LE CHANTENT ET LOUENT 
	39-  ET ISRAEL DIRA AMEN ! 
	40-  QUE LES NATIONS CHANTENT ALLÉLUIA 
	41-  ET ISRAEL DIRA AMEN !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42-  ET ISRAEL DIRA …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43-  BARUCH ADONAÏ ELOHEY YISRAEL ADONAÏ 
	44-  BÉNI SOIT LE SEIGNEUR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1-  BARUCH ADONAÏ ELOHEY YISRAEL ADONAÏ 
2-  BÉNI SOIT LE SEIGNEUR                                                         X2</a:t>
            </a:r>
          </a:p>
          <a:p>
            <a:r>
              <a:rPr lang="fr-FR" smtClean="0"/>
              <a:t>
3-  MIN HA-OLAM, VAD HA-OLAM LOUE SON NOM ENCORE ET À JAMAIS 
4-  MIN HA-OLAM, VAD HA-OLAM BÉNI SOIT LE SEIGNEUR </a:t>
            </a:r>
          </a:p>
          <a:p>
            <a:r>
              <a:rPr lang="fr-FR" smtClean="0"/>
              <a:t>5-  LE DIEU D’ISRAEL </a:t>
            </a:r>
          </a:p>
          <a:p>
            <a:endParaRPr lang="fr-FR" smtClean="0"/>
          </a:p>
          <a:p>
            <a:r>
              <a:rPr lang="fr-FR" smtClean="0"/>
              <a:t>	Refrain :
	6-  QUE LES NATIONS LE CHANTENT ET LOUENT 
	7-  ET ISRAEL DIRA AMEN ! 
	8-  QUE LES NATIONS CHANTENT ALLÉLUIA 
	9-  ET ISRAEL DIRA AMEN ! </a:t>
            </a:r>
          </a:p>
          <a:p>
            <a:endParaRPr lang="fr-FR" smtClean="0"/>
          </a:p>
          <a:p>
            <a:r>
              <a:rPr lang="fr-FR" smtClean="0"/>
              <a:t>	X2</a:t>
            </a:r>
          </a:p>
          <a:p>
            <a:r>
              <a:rPr lang="fr-FR" smtClean="0"/>
              <a:t>
	10-  ET ISRAEL DIRA … </a:t>
            </a:r>
          </a:p>
          <a:p>
            <a:r>
              <a:rPr lang="fr-FR" smtClean="0"/>
              <a:t>
Couplet 1</a:t>
            </a:r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r>
              <a:rPr lang="fr-FR" smtClean="0"/>
              <a:t>
11-  QUAND LE CRI DU SEIGNEUR EST DANS LE CAMP 
12-  C’EST UN SON VICTORIEUX 
13-  CAR SA PUISSANTE VOIX DISPERSE NOS ENNEMIS</a:t>
            </a:r>
          </a:p>
          <a:p>
            <a:r>
              <a:rPr lang="fr-FR" smtClean="0"/>
              <a:t> 
14-  AUCUNE ARME NE PEUT NOUS VAINCRE ICI 
15-  NOUS TRIOMPHONSDE TOUTE PART 
16-  PLUS QUE CONQUÉRANT PAR LA FORCE D’ADONAÏ </a:t>
            </a:r>
          </a:p>
          <a:p>
            <a:r>
              <a:rPr lang="fr-FR" smtClean="0"/>
              <a:t>
17-  MALGRÉ CES MURS DEVANT NOUS DE PARTOUT ILS NOUS ENTOURENT 
18-  ILS SONT RENVERSÉS LORSQU’EST PRONONCÉ 
19-  LE NOM AU-DESSUS DE TOUT </a:t>
            </a:r>
          </a:p>
          <a:p>
            <a:r>
              <a:rPr lang="fr-FR" smtClean="0"/>
              <a:t>
20-  YESHUA HAMASHIACH EL GIBBOR, TU ES DIEU PUISSANT ! 
21-  YAHVEH NISSI BIEN HAUT ÉLÈVE TA BANNIÈRE </a:t>
            </a:r>
          </a:p>
          <a:p>
            <a:r>
              <a:rPr lang="fr-FR" smtClean="0"/>
              <a:t>
22-  ROCHER DE NOTRE SALUT LE MESSIE ET NOTRE JUSTICE 
23-  ADONAÏ JIRÉ, DIEU QUI POURVOIT EL SHADDAI </a:t>
            </a:r>
          </a:p>
          <a:p>
            <a:r>
              <a:rPr lang="fr-FR" smtClean="0"/>
              <a:t>
24-  QUAND LE CRI DU SEIGNEUR EST DANS LE CAMP 
25-  C’EST UN SON VICTORIEUX 
26-  CAR SA PUISSANTE VOIX DISPERSE NOS ENNEMIS</a:t>
            </a:r>
          </a:p>
          <a:p>
            <a:r>
              <a:rPr lang="fr-FR" smtClean="0"/>
              <a:t>
27-  AUCUNE ARME NE PEUT NOUS VAINCRE ICI 
28-  NOUS TRIOMPHONS DE TOUTE PART 
29-  PLUS QUE CONQUÉRANT PAR LA FORCE D’ADONAÏ </a:t>
            </a:r>
          </a:p>
          <a:p>
            <a:r>
              <a:rPr lang="fr-FR" smtClean="0"/>
              <a:t>
30-  MALGRÉ CES MURS DEVANT NOUS DE PARTOUT ILS NOUS ENTOURENT 
31-  ILS SONT RENVERSÉS LORSQU’EST PRONONCÉ 
32-  LE NOM AU-DESSUS DE TOUT </a:t>
            </a:r>
          </a:p>
          <a:p>
            <a:r>
              <a:rPr lang="fr-FR" smtClean="0"/>
              <a:t>
33-  YESHUA HAMASHIACH EL GIBBOR, TU ES DIEU PUISSANT ! 
34-  YAHVEH NISSI BIEN HAUT ÉLÈVE TA BANNIÈRE 
35-  ROCHER DE NOTRE SALUT LE MESSIE ET NOTRE JUSTICE 
36-  ADONAÏ JIRÉ, DIEU QUI POURVOIT
37-  EL SHADDAI, EL SHADDAI    x2</a:t>
            </a:r>
          </a:p>
          <a:p>
            <a:endParaRPr lang="fr-FR" smtClean="0"/>
          </a:p>
          <a:p>
            <a:r>
              <a:rPr lang="fr-FR" smtClean="0"/>
              <a:t>
	38-  QUE LES NATIONS LE CHANTENT ET LOUENT 
	39-  ET ISRAEL DIRA AMEN ! 
	40-  QUE LES NATIONS CHANTENT ALLÉLUIA 
	41-  ET ISRAEL DIRA AMEN ! </a:t>
            </a:r>
          </a:p>
          <a:p>
            <a:endParaRPr lang="fr-FR" smtClean="0"/>
          </a:p>
          <a:p>
            <a:r>
              <a:rPr lang="fr-FR" smtClean="0"/>
              <a:t>	X2</a:t>
            </a:r>
          </a:p>
          <a:p>
            <a:r>
              <a:rPr lang="fr-FR" smtClean="0"/>
              <a:t>
	42-  ET ISRAEL DIRA … </a:t>
            </a:r>
          </a:p>
          <a:p>
            <a:r>
              <a:rPr lang="fr-FR" smtClean="0"/>
              <a:t>
	43-  BARUCH ADONAÏ ELOHEY YISRAEL ADONAÏ 
	44-  BÉNI SOIT LE SEIGNEUR 
</a:t>
            </a:r>
            <a:endParaRPr lang="fr-FR" smtClean="0"/>
          </a:p>
        </p:txBody>
      </p:sp>
    </p:spTree>
    <p:extLst>
      <p:ext uri="{BB962C8B-B14F-4D97-AF65-F5344CB8AC3E}">
        <p14:creationId xmlns="" xmlns:p14="http://schemas.microsoft.com/office/powerpoint/2010/main" val="153546459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BARUCH ADONAÏ ELOHEY YISRAEL ADONAÏ 
2-  BÉNI SOIT LE SEIGNEUR                             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3-  MIN HA-OLAM, VAD HA-OLAM LOUE SON NOM ENCORE ET À JAMAIS 
4-  MIN HA-OLAM, VAD HA-OLAM BÉNI SOIT LE SEIGNEUR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5-  LE DIEU D’ISRAEL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
	6-  QUE LES NATIONS LE CHANTENT ET LOUENT 
	7-  ET ISRAEL DIRA AMEN ! 
	8-  QUE LES NATIONS CHANTENT ALLÉLUIA 
	9-  ET ISRAEL DIRA AMEN !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10-  ET ISRAEL DIRA …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Couplet 1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 QUAND LE CRI DU SEIGNEUR EST DANS LE CAMP 
12-  C’EST UN SON VICTORIEUX 
13-  CAR SA PUISSANTE VOIX DISPERSE NOS ENNEMIS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14-  AUCUNE ARME NE PEUT NOUS VAINCRE ICI 
15-  NOUS TRIOMPHONSDE TOUTE PART 
16-  PLUS QUE CONQUÉRANT PAR LA FORCE D’ADONAÏ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 MALGRÉ CES MURS DEVANT NOUS DE PARTOUT ILS NOUS ENTOURENT 
18-  ILS SONT RENVERSÉS LORSQU’EST PRONONCÉ 
19-  LE NOM AU-DESSUS DE TOUT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YESHUA HAMASHIACH EL GIBBOR, TU ES DIEU PUISSANT ! 
21-  YAHVEH NISSI BIEN HAUT ÉLÈVE TA BANNIÈRE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22-  ROCHER DE NOTRE SALUT LE MESSIE ET NOTRE JUSTICE 
23-  ADONAÏ JIRÉ, DIEU QUI POURVOIT EL SHADDAI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24-  QUAND LE CRI DU SEIGNEUR EST DANS LE CAMP 
25-  C’EST UN SON VICTORIEUX 
26-  CAR SA PUISSANTE VOIX DISPERSE NOS ENNEMIS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27-  AUCUNE ARME NE PEUT NOUS VAINCRE ICI 
28-  NOUS TRIOMPHONS DE TOUTE PART 
29-  PLUS QUE CONQUÉRANT PAR LA FORCE D’ADONAÏ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30-  MALGRÉ CES MURS DEVANT NOUS DE PARTOUT ILS NOUS ENTOURENT 
31-  ILS SONT RENVERSÉS LORSQU’EST PRONONCÉ 
32-  LE NOM AU-DESSUS DE TOUT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33-  YESHUA HAMASHIACH EL GIBBOR, TU ES DIEU PUISSANT ! 
34-  YAHVEH NISSI BIEN HAUT ÉLÈVE TA BANNIÈRE 
35-  ROCHER DE NOTRE SALUT LE MESSIE ET NOTRE JUSTICE 
36-  ADONAÏ JIRÉ, DIEU QUI POURVOIT
37-  EL SHADDAI, EL SHADDAI    x2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38-  QUE LES NATIONS LE CHANTENT ET LOUENT 
	39-  ET ISRAEL DIRA AMEN ! 
	40-  QUE LES NATIONS CHANTENT ALLÉLUIA 
	41-  ET ISRAEL DIRA AMEN !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42-  ET ISRAEL DIRA …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43-  BARUCH ADONAÏ ELOHEY YISRAEL ADONAÏ 
	44-  BÉNI SOIT LE SEIGNEUR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1-  BARUCH ADONAÏ ELOHEY YISRAEL ADONAÏ 
2-  BÉNI SOIT LE SEIGNEUR                                                         X2</a:t>
            </a:r>
          </a:p>
          <a:p>
            <a:r>
              <a:rPr lang="fr-FR" smtClean="0"/>
              <a:t>
3-  MIN HA-OLAM, VAD HA-OLAM LOUE SON NOM ENCORE ET À JAMAIS 
4-  MIN HA-OLAM, VAD HA-OLAM BÉNI SOIT LE SEIGNEUR </a:t>
            </a:r>
          </a:p>
          <a:p>
            <a:r>
              <a:rPr lang="fr-FR" smtClean="0"/>
              <a:t>5-  LE DIEU D’ISRAEL </a:t>
            </a:r>
          </a:p>
          <a:p>
            <a:endParaRPr lang="fr-FR" smtClean="0"/>
          </a:p>
          <a:p>
            <a:r>
              <a:rPr lang="fr-FR" smtClean="0"/>
              <a:t>	Refrain :
	6-  QUE LES NATIONS LE CHANTENT ET LOUENT 
	7-  ET ISRAEL DIRA AMEN ! 
	8-  QUE LES NATIONS CHANTENT ALLÉLUIA 
	9-  ET ISRAEL DIRA AMEN ! </a:t>
            </a:r>
          </a:p>
          <a:p>
            <a:endParaRPr lang="fr-FR" smtClean="0"/>
          </a:p>
          <a:p>
            <a:r>
              <a:rPr lang="fr-FR" smtClean="0"/>
              <a:t>	X2</a:t>
            </a:r>
          </a:p>
          <a:p>
            <a:r>
              <a:rPr lang="fr-FR" smtClean="0"/>
              <a:t>
	10-  ET ISRAEL DIRA … </a:t>
            </a:r>
          </a:p>
          <a:p>
            <a:r>
              <a:rPr lang="fr-FR" smtClean="0"/>
              <a:t>
Couplet 1</a:t>
            </a:r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r>
              <a:rPr lang="fr-FR" smtClean="0"/>
              <a:t>
11-  QUAND LE CRI DU SEIGNEUR EST DANS LE CAMP 
12-  C’EST UN SON VICTORIEUX 
13-  CAR SA PUISSANTE VOIX DISPERSE NOS ENNEMIS</a:t>
            </a:r>
          </a:p>
          <a:p>
            <a:r>
              <a:rPr lang="fr-FR" smtClean="0"/>
              <a:t> 
14-  AUCUNE ARME NE PEUT NOUS VAINCRE ICI 
15-  NOUS TRIOMPHONSDE TOUTE PART 
16-  PLUS QUE CONQUÉRANT PAR LA FORCE D’ADONAÏ </a:t>
            </a:r>
          </a:p>
          <a:p>
            <a:r>
              <a:rPr lang="fr-FR" smtClean="0"/>
              <a:t>
17-  MALGRÉ CES MURS DEVANT NOUS DE PARTOUT ILS NOUS ENTOURENT 
18-  ILS SONT RENVERSÉS LORSQU’EST PRONONCÉ 
19-  LE NOM AU-DESSUS DE TOUT </a:t>
            </a:r>
          </a:p>
          <a:p>
            <a:r>
              <a:rPr lang="fr-FR" smtClean="0"/>
              <a:t>
20-  YESHUA HAMASHIACH EL GIBBOR, TU ES DIEU PUISSANT ! 
21-  YAHVEH NISSI BIEN HAUT ÉLÈVE TA BANNIÈRE </a:t>
            </a:r>
          </a:p>
          <a:p>
            <a:r>
              <a:rPr lang="fr-FR" smtClean="0"/>
              <a:t>
22-  ROCHER DE NOTRE SALUT LE MESSIE ET NOTRE JUSTICE 
23-  ADONAÏ JIRÉ, DIEU QUI POURVOIT EL SHADDAI </a:t>
            </a:r>
          </a:p>
          <a:p>
            <a:r>
              <a:rPr lang="fr-FR" smtClean="0"/>
              <a:t>
24-  QUAND LE CRI DU SEIGNEUR EST DANS LE CAMP 
25-  C’EST UN SON VICTORIEUX 
26-  CAR SA PUISSANTE VOIX DISPERSE NOS ENNEMIS</a:t>
            </a:r>
          </a:p>
          <a:p>
            <a:r>
              <a:rPr lang="fr-FR" smtClean="0"/>
              <a:t>
27-  AUCUNE ARME NE PEUT NOUS VAINCRE ICI 
28-  NOUS TRIOMPHONS DE TOUTE PART 
29-  PLUS QUE CONQUÉRANT PAR LA FORCE D’ADONAÏ </a:t>
            </a:r>
          </a:p>
          <a:p>
            <a:r>
              <a:rPr lang="fr-FR" smtClean="0"/>
              <a:t>
30-  MALGRÉ CES MURS DEVANT NOUS DE PARTOUT ILS NOUS ENTOURENT 
31-  ILS SONT RENVERSÉS LORSQU’EST PRONONCÉ 
32-  LE NOM AU-DESSUS DE TOUT </a:t>
            </a:r>
          </a:p>
          <a:p>
            <a:r>
              <a:rPr lang="fr-FR" smtClean="0"/>
              <a:t>
33-  YESHUA HAMASHIACH EL GIBBOR, TU ES DIEU PUISSANT ! 
34-  YAHVEH NISSI BIEN HAUT ÉLÈVE TA BANNIÈRE 
35-  ROCHER DE NOTRE SALUT LE MESSIE ET NOTRE JUSTICE 
36-  ADONAÏ JIRÉ, DIEU QUI POURVOIT
37-  EL SHADDAI, EL SHADDAI    x2</a:t>
            </a:r>
          </a:p>
          <a:p>
            <a:endParaRPr lang="fr-FR" smtClean="0"/>
          </a:p>
          <a:p>
            <a:r>
              <a:rPr lang="fr-FR" smtClean="0"/>
              <a:t>
	38-  QUE LES NATIONS LE CHANTENT ET LOUENT 
	39-  ET ISRAEL DIRA AMEN ! 
	40-  QUE LES NATIONS CHANTENT ALLÉLUIA 
	41-  ET ISRAEL DIRA AMEN ! </a:t>
            </a:r>
          </a:p>
          <a:p>
            <a:endParaRPr lang="fr-FR" smtClean="0"/>
          </a:p>
          <a:p>
            <a:r>
              <a:rPr lang="fr-FR" smtClean="0"/>
              <a:t>	X2</a:t>
            </a:r>
          </a:p>
          <a:p>
            <a:r>
              <a:rPr lang="fr-FR" smtClean="0"/>
              <a:t>
	42-  ET ISRAEL DIRA … </a:t>
            </a:r>
          </a:p>
          <a:p>
            <a:r>
              <a:rPr lang="fr-FR" smtClean="0"/>
              <a:t>
	43-  BARUCH ADONAÏ ELOHEY YISRAEL ADONAÏ 
	44-  BÉNI SOIT LE SEIGNEUR 
</a:t>
            </a:r>
            <a:endParaRPr lang="fr-FR" smtClean="0"/>
          </a:p>
        </p:txBody>
      </p:sp>
    </p:spTree>
    <p:extLst>
      <p:ext uri="{BB962C8B-B14F-4D97-AF65-F5344CB8AC3E}">
        <p14:creationId xmlns="" xmlns:p14="http://schemas.microsoft.com/office/powerpoint/2010/main" val="14704814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BARUCH ADONAÏ ELOHEY YISRAEL ADONAÏ 
2-  BÉNI SOIT LE SEIGNEUR                             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3-  MIN HA-OLAM, VAD HA-OLAM LOUE SON NOM ENCORE ET À JAMAIS 
4-  MIN HA-OLAM, VAD HA-OLAM BÉNI SOIT LE SEIGNEUR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5-  LE DIEU D’ISRAEL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
	6-  QUE LES NATIONS LE CHANTENT ET LOUENT 
	7-  ET ISRAEL DIRA AMEN ! 
	8-  QUE LES NATIONS CHANTENT ALLÉLUIA 
	9-  ET ISRAEL DIRA AMEN !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10-  ET ISRAEL DIRA …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Couplet 1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 QUAND LE CRI DU SEIGNEUR EST DANS LE CAMP 
12-  C’EST UN SON VICTORIEUX 
13-  CAR SA PUISSANTE VOIX DISPERSE NOS ENNEMIS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14-  AUCUNE ARME NE PEUT NOUS VAINCRE ICI 
15-  NOUS TRIOMPHONSDE TOUTE PART 
16-  PLUS QUE CONQUÉRANT PAR LA FORCE D’ADONAÏ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 MALGRÉ CES MURS DEVANT NOUS DE PARTOUT ILS NOUS ENTOURENT 
18-  ILS SONT RENVERSÉS LORSQU’EST PRONONCÉ 
19-  LE NOM AU-DESSUS DE TOUT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YESHUA HAMASHIACH EL GIBBOR, TU ES DIEU PUISSANT ! 
21-  YAHVEH NISSI BIEN HAUT ÉLÈVE TA BANNIÈRE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22-  ROCHER DE NOTRE SALUT LE MESSIE ET NOTRE JUSTICE 
23-  ADONAÏ JIRÉ, DIEU QUI POURVOIT EL SHADDAI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24-  QUAND LE CRI DU SEIGNEUR EST DANS LE CAMP 
25-  C’EST UN SON VICTORIEUX 
26-  CAR SA PUISSANTE VOIX DISPERSE NOS ENNEMIS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27-  AUCUNE ARME NE PEUT NOUS VAINCRE ICI 
28-  NOUS TRIOMPHONS DE TOUTE PART 
29-  PLUS QUE CONQUÉRANT PAR LA FORCE D’ADONAÏ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30-  MALGRÉ CES MURS DEVANT NOUS DE PARTOUT ILS NOUS ENTOURENT 
31-  ILS SONT RENVERSÉS LORSQU’EST PRONONCÉ 
32-  LE NOM AU-DESSUS DE TOUT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33-  YESHUA HAMASHIACH EL GIBBOR, TU ES DIEU PUISSANT ! 
34-  YAHVEH NISSI BIEN HAUT ÉLÈVE TA BANNIÈRE 
35-  ROCHER DE NOTRE SALUT LE MESSIE ET NOTRE JUSTICE 
36-  ADONAÏ JIRÉ, DIEU QUI POURVOIT
37-  EL SHADDAI, EL SHADDAI    x2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38-  QUE LES NATIONS LE CHANTENT ET LOUENT 
	39-  ET ISRAEL DIRA AMEN ! 
	40-  QUE LES NATIONS CHANTENT ALLÉLUIA 
	41-  ET ISRAEL DIRA AMEN !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42-  ET ISRAEL DIRA …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43-  BARUCH ADONAÏ ELOHEY YISRAEL ADONAÏ 
	44-  BÉNI SOIT LE SEIGNEUR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1-  BARUCH ADONAÏ ELOHEY YISRAEL ADONAÏ 
2-  BÉNI SOIT LE SEIGNEUR                                                         X2</a:t>
            </a:r>
          </a:p>
          <a:p>
            <a:r>
              <a:rPr lang="fr-FR" smtClean="0"/>
              <a:t>
3-  MIN HA-OLAM, VAD HA-OLAM LOUE SON NOM ENCORE ET À JAMAIS 
4-  MIN HA-OLAM, VAD HA-OLAM BÉNI SOIT LE SEIGNEUR </a:t>
            </a:r>
          </a:p>
          <a:p>
            <a:r>
              <a:rPr lang="fr-FR" smtClean="0"/>
              <a:t>5-  LE DIEU D’ISRAEL </a:t>
            </a:r>
          </a:p>
          <a:p>
            <a:endParaRPr lang="fr-FR" smtClean="0"/>
          </a:p>
          <a:p>
            <a:r>
              <a:rPr lang="fr-FR" smtClean="0"/>
              <a:t>	Refrain :
	6-  QUE LES NATIONS LE CHANTENT ET LOUENT 
	7-  ET ISRAEL DIRA AMEN ! 
	8-  QUE LES NATIONS CHANTENT ALLÉLUIA 
	9-  ET ISRAEL DIRA AMEN ! </a:t>
            </a:r>
          </a:p>
          <a:p>
            <a:endParaRPr lang="fr-FR" smtClean="0"/>
          </a:p>
          <a:p>
            <a:r>
              <a:rPr lang="fr-FR" smtClean="0"/>
              <a:t>	X2</a:t>
            </a:r>
          </a:p>
          <a:p>
            <a:r>
              <a:rPr lang="fr-FR" smtClean="0"/>
              <a:t>
	10-  ET ISRAEL DIRA … </a:t>
            </a:r>
          </a:p>
          <a:p>
            <a:r>
              <a:rPr lang="fr-FR" smtClean="0"/>
              <a:t>
Couplet 1</a:t>
            </a:r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r>
              <a:rPr lang="fr-FR" smtClean="0"/>
              <a:t>
11-  QUAND LE CRI DU SEIGNEUR EST DANS LE CAMP 
12-  C’EST UN SON VICTORIEUX 
13-  CAR SA PUISSANTE VOIX DISPERSE NOS ENNEMIS</a:t>
            </a:r>
          </a:p>
          <a:p>
            <a:r>
              <a:rPr lang="fr-FR" smtClean="0"/>
              <a:t> 
14-  AUCUNE ARME NE PEUT NOUS VAINCRE ICI 
15-  NOUS TRIOMPHONSDE TOUTE PART 
16-  PLUS QUE CONQUÉRANT PAR LA FORCE D’ADONAÏ </a:t>
            </a:r>
          </a:p>
          <a:p>
            <a:r>
              <a:rPr lang="fr-FR" smtClean="0"/>
              <a:t>
17-  MALGRÉ CES MURS DEVANT NOUS DE PARTOUT ILS NOUS ENTOURENT 
18-  ILS SONT RENVERSÉS LORSQU’EST PRONONCÉ 
19-  LE NOM AU-DESSUS DE TOUT </a:t>
            </a:r>
          </a:p>
          <a:p>
            <a:r>
              <a:rPr lang="fr-FR" smtClean="0"/>
              <a:t>
20-  YESHUA HAMASHIACH EL GIBBOR, TU ES DIEU PUISSANT ! 
21-  YAHVEH NISSI BIEN HAUT ÉLÈVE TA BANNIÈRE </a:t>
            </a:r>
          </a:p>
          <a:p>
            <a:r>
              <a:rPr lang="fr-FR" smtClean="0"/>
              <a:t>
22-  ROCHER DE NOTRE SALUT LE MESSIE ET NOTRE JUSTICE 
23-  ADONAÏ JIRÉ, DIEU QUI POURVOIT EL SHADDAI </a:t>
            </a:r>
          </a:p>
          <a:p>
            <a:r>
              <a:rPr lang="fr-FR" smtClean="0"/>
              <a:t>
24-  QUAND LE CRI DU SEIGNEUR EST DANS LE CAMP 
25-  C’EST UN SON VICTORIEUX 
26-  CAR SA PUISSANTE VOIX DISPERSE NOS ENNEMIS</a:t>
            </a:r>
          </a:p>
          <a:p>
            <a:r>
              <a:rPr lang="fr-FR" smtClean="0"/>
              <a:t>
27-  AUCUNE ARME NE PEUT NOUS VAINCRE ICI 
28-  NOUS TRIOMPHONS DE TOUTE PART 
29-  PLUS QUE CONQUÉRANT PAR LA FORCE D’ADONAÏ </a:t>
            </a:r>
          </a:p>
          <a:p>
            <a:r>
              <a:rPr lang="fr-FR" smtClean="0"/>
              <a:t>
30-  MALGRÉ CES MURS DEVANT NOUS DE PARTOUT ILS NOUS ENTOURENT 
31-  ILS SONT RENVERSÉS LORSQU’EST PRONONCÉ 
32-  LE NOM AU-DESSUS DE TOUT </a:t>
            </a:r>
          </a:p>
          <a:p>
            <a:r>
              <a:rPr lang="fr-FR" smtClean="0"/>
              <a:t>
33-  YESHUA HAMASHIACH EL GIBBOR, TU ES DIEU PUISSANT ! 
34-  YAHVEH NISSI BIEN HAUT ÉLÈVE TA BANNIÈRE 
35-  ROCHER DE NOTRE SALUT LE MESSIE ET NOTRE JUSTICE 
36-  ADONAÏ JIRÉ, DIEU QUI POURVOIT
37-  EL SHADDAI, EL SHADDAI    x2</a:t>
            </a:r>
          </a:p>
          <a:p>
            <a:endParaRPr lang="fr-FR" smtClean="0"/>
          </a:p>
          <a:p>
            <a:r>
              <a:rPr lang="fr-FR" smtClean="0"/>
              <a:t>
	38-  QUE LES NATIONS LE CHANTENT ET LOUENT 
	39-  ET ISRAEL DIRA AMEN ! 
	40-  QUE LES NATIONS CHANTENT ALLÉLUIA 
	41-  ET ISRAEL DIRA AMEN ! </a:t>
            </a:r>
          </a:p>
          <a:p>
            <a:endParaRPr lang="fr-FR" smtClean="0"/>
          </a:p>
          <a:p>
            <a:r>
              <a:rPr lang="fr-FR" smtClean="0"/>
              <a:t>	X2</a:t>
            </a:r>
          </a:p>
          <a:p>
            <a:r>
              <a:rPr lang="fr-FR" smtClean="0"/>
              <a:t>
	42-  ET ISRAEL DIRA … </a:t>
            </a:r>
          </a:p>
          <a:p>
            <a:r>
              <a:rPr lang="fr-FR" smtClean="0"/>
              <a:t>
	43-  BARUCH ADONAÏ ELOHEY YISRAEL ADONAÏ 
	44-  BÉNI SOIT LE SEIGNEUR 
</a:t>
            </a:r>
            <a:endParaRPr lang="fr-FR" smtClean="0"/>
          </a:p>
        </p:txBody>
      </p:sp>
    </p:spTree>
    <p:extLst>
      <p:ext uri="{BB962C8B-B14F-4D97-AF65-F5344CB8AC3E}">
        <p14:creationId xmlns="" xmlns:p14="http://schemas.microsoft.com/office/powerpoint/2010/main" val="411056048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BARUCH ADONAÏ ELOHEY YISRAEL ADONAÏ 
2-  BÉNI SOIT LE SEIGNEUR                             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3-  MIN HA-OLAM, VAD HA-OLAM LOUE SON NOM ENCORE ET À JAMAIS 
4-  MIN HA-OLAM, VAD HA-OLAM BÉNI SOIT LE SEIGNEUR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5-  LE DIEU D’ISRAEL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
	6-  QUE LES NATIONS LE CHANTENT ET LOUENT 
	7-  ET ISRAEL DIRA AMEN ! 
	8-  QUE LES NATIONS CHANTENT ALLÉLUIA 
	9-  ET ISRAEL DIRA AMEN !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10-  ET ISRAEL DIRA …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Couplet 1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 QUAND LE CRI DU SEIGNEUR EST DANS LE CAMP 
12-  C’EST UN SON VICTORIEUX 
13-  CAR SA PUISSANTE VOIX DISPERSE NOS ENNEMIS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14-  AUCUNE ARME NE PEUT NOUS VAINCRE ICI 
15-  NOUS TRIOMPHONSDE TOUTE PART 
16-  PLUS QUE CONQUÉRANT PAR LA FORCE D’ADONAÏ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 MALGRÉ CES MURS DEVANT NOUS DE PARTOUT ILS NOUS ENTOURENT 
18-  ILS SONT RENVERSÉS LORSQU’EST PRONONCÉ 
19-  LE NOM AU-DESSUS DE TOUT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YESHUA HAMASHIACH EL GIBBOR, TU ES DIEU PUISSANT ! 
21-  YAHVEH NISSI BIEN HAUT ÉLÈVE TA BANNIÈRE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22-  ROCHER DE NOTRE SALUT LE MESSIE ET NOTRE JUSTICE 
23-  ADONAÏ JIRÉ, DIEU QUI POURVOIT EL SHADDAI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24-  QUAND LE CRI DU SEIGNEUR EST DANS LE CAMP 
25-  C’EST UN SON VICTORIEUX 
26-  CAR SA PUISSANTE VOIX DISPERSE NOS ENNEMIS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27-  AUCUNE ARME NE PEUT NOUS VAINCRE ICI 
28-  NOUS TRIOMPHONS DE TOUTE PART 
29-  PLUS QUE CONQUÉRANT PAR LA FORCE D’ADONAÏ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30-  MALGRÉ CES MURS DEVANT NOUS DE PARTOUT ILS NOUS ENTOURENT 
31-  ILS SONT RENVERSÉS LORSQU’EST PRONONCÉ 
32-  LE NOM AU-DESSUS DE TOUT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33-  YESHUA HAMASHIACH EL GIBBOR, TU ES DIEU PUISSANT ! 
34-  YAHVEH NISSI BIEN HAUT ÉLÈVE TA BANNIÈRE 
35-  ROCHER DE NOTRE SALUT LE MESSIE ET NOTRE JUSTICE 
36-  ADONAÏ JIRÉ, DIEU QUI POURVOIT
37-  EL SHADDAI, EL SHADDAI    x2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38-  QUE LES NATIONS LE CHANTENT ET LOUENT 
	39-  ET ISRAEL DIRA AMEN ! 
	40-  QUE LES NATIONS CHANTENT ALLÉLUIA 
	41-  ET ISRAEL DIRA AMEN !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42-  ET ISRAEL DIRA …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43-  BARUCH ADONAÏ ELOHEY YISRAEL ADONAÏ 
	44-  BÉNI SOIT LE SEIGNEUR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1-  BARUCH ADONAÏ ELOHEY YISRAEL ADONAÏ 
2-  BÉNI SOIT LE SEIGNEUR                                                         X2</a:t>
            </a:r>
          </a:p>
          <a:p>
            <a:r>
              <a:rPr lang="fr-FR" smtClean="0"/>
              <a:t>
3-  MIN HA-OLAM, VAD HA-OLAM LOUE SON NOM ENCORE ET À JAMAIS 
4-  MIN HA-OLAM, VAD HA-OLAM BÉNI SOIT LE SEIGNEUR </a:t>
            </a:r>
          </a:p>
          <a:p>
            <a:r>
              <a:rPr lang="fr-FR" smtClean="0"/>
              <a:t>5-  LE DIEU D’ISRAEL </a:t>
            </a:r>
          </a:p>
          <a:p>
            <a:endParaRPr lang="fr-FR" smtClean="0"/>
          </a:p>
          <a:p>
            <a:r>
              <a:rPr lang="fr-FR" smtClean="0"/>
              <a:t>	Refrain :
	6-  QUE LES NATIONS LE CHANTENT ET LOUENT 
	7-  ET ISRAEL DIRA AMEN ! 
	8-  QUE LES NATIONS CHANTENT ALLÉLUIA 
	9-  ET ISRAEL DIRA AMEN ! </a:t>
            </a:r>
          </a:p>
          <a:p>
            <a:endParaRPr lang="fr-FR" smtClean="0"/>
          </a:p>
          <a:p>
            <a:r>
              <a:rPr lang="fr-FR" smtClean="0"/>
              <a:t>	X2</a:t>
            </a:r>
          </a:p>
          <a:p>
            <a:r>
              <a:rPr lang="fr-FR" smtClean="0"/>
              <a:t>
	10-  ET ISRAEL DIRA … </a:t>
            </a:r>
          </a:p>
          <a:p>
            <a:r>
              <a:rPr lang="fr-FR" smtClean="0"/>
              <a:t>
Couplet 1</a:t>
            </a:r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r>
              <a:rPr lang="fr-FR" smtClean="0"/>
              <a:t>
11-  QUAND LE CRI DU SEIGNEUR EST DANS LE CAMP 
12-  C’EST UN SON VICTORIEUX 
13-  CAR SA PUISSANTE VOIX DISPERSE NOS ENNEMIS</a:t>
            </a:r>
          </a:p>
          <a:p>
            <a:r>
              <a:rPr lang="fr-FR" smtClean="0"/>
              <a:t> 
14-  AUCUNE ARME NE PEUT NOUS VAINCRE ICI 
15-  NOUS TRIOMPHONSDE TOUTE PART 
16-  PLUS QUE CONQUÉRANT PAR LA FORCE D’ADONAÏ </a:t>
            </a:r>
          </a:p>
          <a:p>
            <a:r>
              <a:rPr lang="fr-FR" smtClean="0"/>
              <a:t>
17-  MALGRÉ CES MURS DEVANT NOUS DE PARTOUT ILS NOUS ENTOURENT 
18-  ILS SONT RENVERSÉS LORSQU’EST PRONONCÉ 
19-  LE NOM AU-DESSUS DE TOUT </a:t>
            </a:r>
          </a:p>
          <a:p>
            <a:r>
              <a:rPr lang="fr-FR" smtClean="0"/>
              <a:t>
20-  YESHUA HAMASHIACH EL GIBBOR, TU ES DIEU PUISSANT ! 
21-  YAHVEH NISSI BIEN HAUT ÉLÈVE TA BANNIÈRE </a:t>
            </a:r>
          </a:p>
          <a:p>
            <a:r>
              <a:rPr lang="fr-FR" smtClean="0"/>
              <a:t>
22-  ROCHER DE NOTRE SALUT LE MESSIE ET NOTRE JUSTICE 
23-  ADONAÏ JIRÉ, DIEU QUI POURVOIT EL SHADDAI </a:t>
            </a:r>
          </a:p>
          <a:p>
            <a:r>
              <a:rPr lang="fr-FR" smtClean="0"/>
              <a:t>
24-  QUAND LE CRI DU SEIGNEUR EST DANS LE CAMP 
25-  C’EST UN SON VICTORIEUX 
26-  CAR SA PUISSANTE VOIX DISPERSE NOS ENNEMIS</a:t>
            </a:r>
          </a:p>
          <a:p>
            <a:r>
              <a:rPr lang="fr-FR" smtClean="0"/>
              <a:t>
27-  AUCUNE ARME NE PEUT NOUS VAINCRE ICI 
28-  NOUS TRIOMPHONS DE TOUTE PART 
29-  PLUS QUE CONQUÉRANT PAR LA FORCE D’ADONAÏ </a:t>
            </a:r>
          </a:p>
          <a:p>
            <a:r>
              <a:rPr lang="fr-FR" smtClean="0"/>
              <a:t>
30-  MALGRÉ CES MURS DEVANT NOUS DE PARTOUT ILS NOUS ENTOURENT 
31-  ILS SONT RENVERSÉS LORSQU’EST PRONONCÉ 
32-  LE NOM AU-DESSUS DE TOUT </a:t>
            </a:r>
          </a:p>
          <a:p>
            <a:r>
              <a:rPr lang="fr-FR" smtClean="0"/>
              <a:t>
33-  YESHUA HAMASHIACH EL GIBBOR, TU ES DIEU PUISSANT ! 
34-  YAHVEH NISSI BIEN HAUT ÉLÈVE TA BANNIÈRE 
35-  ROCHER DE NOTRE SALUT LE MESSIE ET NOTRE JUSTICE 
36-  ADONAÏ JIRÉ, DIEU QUI POURVOIT
37-  EL SHADDAI, EL SHADDAI    x2</a:t>
            </a:r>
          </a:p>
          <a:p>
            <a:endParaRPr lang="fr-FR" smtClean="0"/>
          </a:p>
          <a:p>
            <a:r>
              <a:rPr lang="fr-FR" smtClean="0"/>
              <a:t>
	38-  QUE LES NATIONS LE CHANTENT ET LOUENT 
	39-  ET ISRAEL DIRA AMEN ! 
	40-  QUE LES NATIONS CHANTENT ALLÉLUIA 
	41-  ET ISRAEL DIRA AMEN ! </a:t>
            </a:r>
          </a:p>
          <a:p>
            <a:endParaRPr lang="fr-FR" smtClean="0"/>
          </a:p>
          <a:p>
            <a:r>
              <a:rPr lang="fr-FR" smtClean="0"/>
              <a:t>	X2</a:t>
            </a:r>
          </a:p>
          <a:p>
            <a:r>
              <a:rPr lang="fr-FR" smtClean="0"/>
              <a:t>
	42-  ET ISRAEL DIRA … </a:t>
            </a:r>
          </a:p>
          <a:p>
            <a:r>
              <a:rPr lang="fr-FR" smtClean="0"/>
              <a:t>
	43-  BARUCH ADONAÏ ELOHEY YISRAEL ADONAÏ 
	44-  BÉNI SOIT LE SEIGNEUR 
</a:t>
            </a:r>
            <a:endParaRPr lang="fr-FR" smtClean="0"/>
          </a:p>
        </p:txBody>
      </p:sp>
    </p:spTree>
    <p:extLst>
      <p:ext uri="{BB962C8B-B14F-4D97-AF65-F5344CB8AC3E}">
        <p14:creationId xmlns="" xmlns:p14="http://schemas.microsoft.com/office/powerpoint/2010/main" val="411562956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BARUCH ADONAÏ ELOHEY YISRAEL ADONAÏ 
2-  BÉNI SOIT LE SEIGNEUR                             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3-  MIN HA-OLAM, VAD HA-OLAM LOUE SON NOM ENCORE ET À JAMAIS 
4-  MIN HA-OLAM, VAD HA-OLAM BÉNI SOIT LE SEIGNEUR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5-  LE DIEU D’ISRAEL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
	6-  QUE LES NATIONS LE CHANTENT ET LOUENT 
	7-  ET ISRAEL DIRA AMEN ! 
	8-  QUE LES NATIONS CHANTENT ALLÉLUIA 
	9-  ET ISRAEL DIRA AMEN !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10-  ET ISRAEL DIRA …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Couplet 1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 QUAND LE CRI DU SEIGNEUR EST DANS LE CAMP 
12-  C’EST UN SON VICTORIEUX 
13-  CAR SA PUISSANTE VOIX DISPERSE NOS ENNEMIS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14-  AUCUNE ARME NE PEUT NOUS VAINCRE ICI 
15-  NOUS TRIOMPHONSDE TOUTE PART 
16-  PLUS QUE CONQUÉRANT PAR LA FORCE D’ADONAÏ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 MALGRÉ CES MURS DEVANT NOUS DE PARTOUT ILS NOUS ENTOURENT 
18-  ILS SONT RENVERSÉS LORSQU’EST PRONONCÉ 
19-  LE NOM AU-DESSUS DE TOUT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YESHUA HAMASHIACH EL GIBBOR, TU ES DIEU PUISSANT ! 
21-  YAHVEH NISSI BIEN HAUT ÉLÈVE TA BANNIÈRE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22-  ROCHER DE NOTRE SALUT LE MESSIE ET NOTRE JUSTICE 
23-  ADONAÏ JIRÉ, DIEU QUI POURVOIT EL SHADDAI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24-  QUAND LE CRI DU SEIGNEUR EST DANS LE CAMP 
25-  C’EST UN SON VICTORIEUX 
26-  CAR SA PUISSANTE VOIX DISPERSE NOS ENNEMIS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27-  AUCUNE ARME NE PEUT NOUS VAINCRE ICI 
28-  NOUS TRIOMPHONS DE TOUTE PART 
29-  PLUS QUE CONQUÉRANT PAR LA FORCE D’ADONAÏ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30-  MALGRÉ CES MURS DEVANT NOUS DE PARTOUT ILS NOUS ENTOURENT 
31-  ILS SONT RENVERSÉS LORSQU’EST PRONONCÉ 
32-  LE NOM AU-DESSUS DE TOUT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33-  YESHUA HAMASHIACH EL GIBBOR, TU ES DIEU PUISSANT ! 
34-  YAHVEH NISSI BIEN HAUT ÉLÈVE TA BANNIÈRE 
35-  ROCHER DE NOTRE SALUT LE MESSIE ET NOTRE JUSTICE 
36-  ADONAÏ JIRÉ, DIEU QUI POURVOIT
37-  EL SHADDAI, EL SHADDAI    x2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38-  QUE LES NATIONS LE CHANTENT ET LOUENT 
	39-  ET ISRAEL DIRA AMEN ! 
	40-  QUE LES NATIONS CHANTENT ALLÉLUIA 
	41-  ET ISRAEL DIRA AMEN !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42-  ET ISRAEL DIRA …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43-  BARUCH ADONAÏ ELOHEY YISRAEL ADONAÏ 
	44-  BÉNI SOIT LE SEIGNEUR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1-  BARUCH ADONAÏ ELOHEY YISRAEL ADONAÏ 
2-  BÉNI SOIT LE SEIGNEUR                                                         X2</a:t>
            </a:r>
          </a:p>
          <a:p>
            <a:r>
              <a:rPr lang="fr-FR" smtClean="0"/>
              <a:t>
3-  MIN HA-OLAM, VAD HA-OLAM LOUE SON NOM ENCORE ET À JAMAIS 
4-  MIN HA-OLAM, VAD HA-OLAM BÉNI SOIT LE SEIGNEUR </a:t>
            </a:r>
          </a:p>
          <a:p>
            <a:r>
              <a:rPr lang="fr-FR" smtClean="0"/>
              <a:t>5-  LE DIEU D’ISRAEL </a:t>
            </a:r>
          </a:p>
          <a:p>
            <a:endParaRPr lang="fr-FR" smtClean="0"/>
          </a:p>
          <a:p>
            <a:r>
              <a:rPr lang="fr-FR" smtClean="0"/>
              <a:t>	Refrain :
	6-  QUE LES NATIONS LE CHANTENT ET LOUENT 
	7-  ET ISRAEL DIRA AMEN ! 
	8-  QUE LES NATIONS CHANTENT ALLÉLUIA 
	9-  ET ISRAEL DIRA AMEN ! </a:t>
            </a:r>
          </a:p>
          <a:p>
            <a:endParaRPr lang="fr-FR" smtClean="0"/>
          </a:p>
          <a:p>
            <a:r>
              <a:rPr lang="fr-FR" smtClean="0"/>
              <a:t>	X2</a:t>
            </a:r>
          </a:p>
          <a:p>
            <a:r>
              <a:rPr lang="fr-FR" smtClean="0"/>
              <a:t>
	10-  ET ISRAEL DIRA … </a:t>
            </a:r>
          </a:p>
          <a:p>
            <a:r>
              <a:rPr lang="fr-FR" smtClean="0"/>
              <a:t>
Couplet 1</a:t>
            </a:r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r>
              <a:rPr lang="fr-FR" smtClean="0"/>
              <a:t>
11-  QUAND LE CRI DU SEIGNEUR EST DANS LE CAMP 
12-  C’EST UN SON VICTORIEUX 
13-  CAR SA PUISSANTE VOIX DISPERSE NOS ENNEMIS</a:t>
            </a:r>
          </a:p>
          <a:p>
            <a:r>
              <a:rPr lang="fr-FR" smtClean="0"/>
              <a:t> 
14-  AUCUNE ARME NE PEUT NOUS VAINCRE ICI 
15-  NOUS TRIOMPHONSDE TOUTE PART 
16-  PLUS QUE CONQUÉRANT PAR LA FORCE D’ADONAÏ </a:t>
            </a:r>
          </a:p>
          <a:p>
            <a:r>
              <a:rPr lang="fr-FR" smtClean="0"/>
              <a:t>
17-  MALGRÉ CES MURS DEVANT NOUS DE PARTOUT ILS NOUS ENTOURENT 
18-  ILS SONT RENVERSÉS LORSQU’EST PRONONCÉ 
19-  LE NOM AU-DESSUS DE TOUT </a:t>
            </a:r>
          </a:p>
          <a:p>
            <a:r>
              <a:rPr lang="fr-FR" smtClean="0"/>
              <a:t>
20-  YESHUA HAMASHIACH EL GIBBOR, TU ES DIEU PUISSANT ! 
21-  YAHVEH NISSI BIEN HAUT ÉLÈVE TA BANNIÈRE </a:t>
            </a:r>
          </a:p>
          <a:p>
            <a:r>
              <a:rPr lang="fr-FR" smtClean="0"/>
              <a:t>
22-  ROCHER DE NOTRE SALUT LE MESSIE ET NOTRE JUSTICE 
23-  ADONAÏ JIRÉ, DIEU QUI POURVOIT EL SHADDAI </a:t>
            </a:r>
          </a:p>
          <a:p>
            <a:r>
              <a:rPr lang="fr-FR" smtClean="0"/>
              <a:t>
24-  QUAND LE CRI DU SEIGNEUR EST DANS LE CAMP 
25-  C’EST UN SON VICTORIEUX 
26-  CAR SA PUISSANTE VOIX DISPERSE NOS ENNEMIS</a:t>
            </a:r>
          </a:p>
          <a:p>
            <a:r>
              <a:rPr lang="fr-FR" smtClean="0"/>
              <a:t>
27-  AUCUNE ARME NE PEUT NOUS VAINCRE ICI 
28-  NOUS TRIOMPHONS DE TOUTE PART 
29-  PLUS QUE CONQUÉRANT PAR LA FORCE D’ADONAÏ </a:t>
            </a:r>
          </a:p>
          <a:p>
            <a:r>
              <a:rPr lang="fr-FR" smtClean="0"/>
              <a:t>
30-  MALGRÉ CES MURS DEVANT NOUS DE PARTOUT ILS NOUS ENTOURENT 
31-  ILS SONT RENVERSÉS LORSQU’EST PRONONCÉ 
32-  LE NOM AU-DESSUS DE TOUT </a:t>
            </a:r>
          </a:p>
          <a:p>
            <a:r>
              <a:rPr lang="fr-FR" smtClean="0"/>
              <a:t>
33-  YESHUA HAMASHIACH EL GIBBOR, TU ES DIEU PUISSANT ! 
34-  YAHVEH NISSI BIEN HAUT ÉLÈVE TA BANNIÈRE 
35-  ROCHER DE NOTRE SALUT LE MESSIE ET NOTRE JUSTICE 
36-  ADONAÏ JIRÉ, DIEU QUI POURVOIT
37-  EL SHADDAI, EL SHADDAI    x2</a:t>
            </a:r>
          </a:p>
          <a:p>
            <a:endParaRPr lang="fr-FR" smtClean="0"/>
          </a:p>
          <a:p>
            <a:r>
              <a:rPr lang="fr-FR" smtClean="0"/>
              <a:t>
	38-  QUE LES NATIONS LE CHANTENT ET LOUENT 
	39-  ET ISRAEL DIRA AMEN ! 
	40-  QUE LES NATIONS CHANTENT ALLÉLUIA 
	41-  ET ISRAEL DIRA AMEN ! </a:t>
            </a:r>
          </a:p>
          <a:p>
            <a:endParaRPr lang="fr-FR" smtClean="0"/>
          </a:p>
          <a:p>
            <a:r>
              <a:rPr lang="fr-FR" smtClean="0"/>
              <a:t>	X2</a:t>
            </a:r>
          </a:p>
          <a:p>
            <a:r>
              <a:rPr lang="fr-FR" smtClean="0"/>
              <a:t>
	42-  ET ISRAEL DIRA … </a:t>
            </a:r>
          </a:p>
          <a:p>
            <a:r>
              <a:rPr lang="fr-FR" smtClean="0"/>
              <a:t>
	43-  BARUCH ADONAÏ ELOHEY YISRAEL ADONAÏ 
	44-  BÉNI SOIT LE SEIGNEUR 
</a:t>
            </a:r>
            <a:endParaRPr lang="fr-FR" smtClean="0"/>
          </a:p>
        </p:txBody>
      </p:sp>
    </p:spTree>
    <p:extLst>
      <p:ext uri="{BB962C8B-B14F-4D97-AF65-F5344CB8AC3E}">
        <p14:creationId xmlns="" xmlns:p14="http://schemas.microsoft.com/office/powerpoint/2010/main" val="381963430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BARUCH ADONAÏ ELOHEY YISRAEL ADONAÏ 
2-  BÉNI SOIT LE SEIGNEUR                             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3-  MIN HA-OLAM, VAD HA-OLAM LOUE SON NOM ENCORE ET À JAMAIS 
4-  MIN HA-OLAM, VAD HA-OLAM BÉNI SOIT LE SEIGNEUR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5-  LE DIEU D’ISRAEL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
	6-  QUE LES NATIONS LE CHANTENT ET LOUENT 
	7-  ET ISRAEL DIRA AMEN ! 
	8-  QUE LES NATIONS CHANTENT ALLÉLUIA 
	9-  ET ISRAEL DIRA AMEN !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10-  ET ISRAEL DIRA …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Couplet 1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 QUAND LE CRI DU SEIGNEUR EST DANS LE CAMP 
12-  C’EST UN SON VICTORIEUX 
13-  CAR SA PUISSANTE VOIX DISPERSE NOS ENNEMIS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14-  AUCUNE ARME NE PEUT NOUS VAINCRE ICI 
15-  NOUS TRIOMPHONSDE TOUTE PART 
16-  PLUS QUE CONQUÉRANT PAR LA FORCE D’ADONAÏ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 MALGRÉ CES MURS DEVANT NOUS DE PARTOUT ILS NOUS ENTOURENT 
18-  ILS SONT RENVERSÉS LORSQU’EST PRONONCÉ 
19-  LE NOM AU-DESSUS DE TOUT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YESHUA HAMASHIACH EL GIBBOR, TU ES DIEU PUISSANT ! 
21-  YAHVEH NISSI BIEN HAUT ÉLÈVE TA BANNIÈRE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22-  ROCHER DE NOTRE SALUT LE MESSIE ET NOTRE JUSTICE 
23-  ADONAÏ JIRÉ, DIEU QUI POURVOIT EL SHADDAI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24-  QUAND LE CRI DU SEIGNEUR EST DANS LE CAMP 
25-  C’EST UN SON VICTORIEUX 
26-  CAR SA PUISSANTE VOIX DISPERSE NOS ENNEMIS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27-  AUCUNE ARME NE PEUT NOUS VAINCRE ICI 
28-  NOUS TRIOMPHONS DE TOUTE PART 
29-  PLUS QUE CONQUÉRANT PAR LA FORCE D’ADONAÏ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30-  MALGRÉ CES MURS DEVANT NOUS DE PARTOUT ILS NOUS ENTOURENT 
31-  ILS SONT RENVERSÉS LORSQU’EST PRONONCÉ 
32-  LE NOM AU-DESSUS DE TOUT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33-  YESHUA HAMASHIACH EL GIBBOR, TU ES DIEU PUISSANT ! 
34-  YAHVEH NISSI BIEN HAUT ÉLÈVE TA BANNIÈRE 
35-  ROCHER DE NOTRE SALUT LE MESSIE ET NOTRE JUSTICE 
36-  ADONAÏ JIRÉ, DIEU QUI POURVOIT
37-  EL SHADDAI, EL SHADDAI    x2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38-  QUE LES NATIONS LE CHANTENT ET LOUENT 
	39-  ET ISRAEL DIRA AMEN ! 
	40-  QUE LES NATIONS CHANTENT ALLÉLUIA 
	41-  ET ISRAEL DIRA AMEN !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42-  ET ISRAEL DIRA …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43-  BARUCH ADONAÏ ELOHEY YISRAEL ADONAÏ 
	44-  BÉNI SOIT LE SEIGNEUR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1-  BARUCH ADONAÏ ELOHEY YISRAEL ADONAÏ 
2-  BÉNI SOIT LE SEIGNEUR                                                         X2</a:t>
            </a:r>
          </a:p>
          <a:p>
            <a:r>
              <a:rPr lang="fr-FR" smtClean="0"/>
              <a:t>
3-  MIN HA-OLAM, VAD HA-OLAM LOUE SON NOM ENCORE ET À JAMAIS 
4-  MIN HA-OLAM, VAD HA-OLAM BÉNI SOIT LE SEIGNEUR </a:t>
            </a:r>
          </a:p>
          <a:p>
            <a:r>
              <a:rPr lang="fr-FR" smtClean="0"/>
              <a:t>5-  LE DIEU D’ISRAEL </a:t>
            </a:r>
          </a:p>
          <a:p>
            <a:endParaRPr lang="fr-FR" smtClean="0"/>
          </a:p>
          <a:p>
            <a:r>
              <a:rPr lang="fr-FR" smtClean="0"/>
              <a:t>	Refrain :
	6-  QUE LES NATIONS LE CHANTENT ET LOUENT 
	7-  ET ISRAEL DIRA AMEN ! 
	8-  QUE LES NATIONS CHANTENT ALLÉLUIA 
	9-  ET ISRAEL DIRA AMEN ! </a:t>
            </a:r>
          </a:p>
          <a:p>
            <a:endParaRPr lang="fr-FR" smtClean="0"/>
          </a:p>
          <a:p>
            <a:r>
              <a:rPr lang="fr-FR" smtClean="0"/>
              <a:t>	X2</a:t>
            </a:r>
          </a:p>
          <a:p>
            <a:r>
              <a:rPr lang="fr-FR" smtClean="0"/>
              <a:t>
	10-  ET ISRAEL DIRA … </a:t>
            </a:r>
          </a:p>
          <a:p>
            <a:r>
              <a:rPr lang="fr-FR" smtClean="0"/>
              <a:t>
Couplet 1</a:t>
            </a:r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r>
              <a:rPr lang="fr-FR" smtClean="0"/>
              <a:t>
11-  QUAND LE CRI DU SEIGNEUR EST DANS LE CAMP 
12-  C’EST UN SON VICTORIEUX 
13-  CAR SA PUISSANTE VOIX DISPERSE NOS ENNEMIS</a:t>
            </a:r>
          </a:p>
          <a:p>
            <a:r>
              <a:rPr lang="fr-FR" smtClean="0"/>
              <a:t> 
14-  AUCUNE ARME NE PEUT NOUS VAINCRE ICI 
15-  NOUS TRIOMPHONSDE TOUTE PART 
16-  PLUS QUE CONQUÉRANT PAR LA FORCE D’ADONAÏ </a:t>
            </a:r>
          </a:p>
          <a:p>
            <a:r>
              <a:rPr lang="fr-FR" smtClean="0"/>
              <a:t>
17-  MALGRÉ CES MURS DEVANT NOUS DE PARTOUT ILS NOUS ENTOURENT 
18-  ILS SONT RENVERSÉS LORSQU’EST PRONONCÉ 
19-  LE NOM AU-DESSUS DE TOUT </a:t>
            </a:r>
          </a:p>
          <a:p>
            <a:r>
              <a:rPr lang="fr-FR" smtClean="0"/>
              <a:t>
20-  YESHUA HAMASHIACH EL GIBBOR, TU ES DIEU PUISSANT ! 
21-  YAHVEH NISSI BIEN HAUT ÉLÈVE TA BANNIÈRE </a:t>
            </a:r>
          </a:p>
          <a:p>
            <a:r>
              <a:rPr lang="fr-FR" smtClean="0"/>
              <a:t>
22-  ROCHER DE NOTRE SALUT LE MESSIE ET NOTRE JUSTICE 
23-  ADONAÏ JIRÉ, DIEU QUI POURVOIT EL SHADDAI </a:t>
            </a:r>
          </a:p>
          <a:p>
            <a:r>
              <a:rPr lang="fr-FR" smtClean="0"/>
              <a:t>
24-  QUAND LE CRI DU SEIGNEUR EST DANS LE CAMP 
25-  C’EST UN SON VICTORIEUX 
26-  CAR SA PUISSANTE VOIX DISPERSE NOS ENNEMIS</a:t>
            </a:r>
          </a:p>
          <a:p>
            <a:r>
              <a:rPr lang="fr-FR" smtClean="0"/>
              <a:t>
27-  AUCUNE ARME NE PEUT NOUS VAINCRE ICI 
28-  NOUS TRIOMPHONS DE TOUTE PART 
29-  PLUS QUE CONQUÉRANT PAR LA FORCE D’ADONAÏ </a:t>
            </a:r>
          </a:p>
          <a:p>
            <a:r>
              <a:rPr lang="fr-FR" smtClean="0"/>
              <a:t>
30-  MALGRÉ CES MURS DEVANT NOUS DE PARTOUT ILS NOUS ENTOURENT 
31-  ILS SONT RENVERSÉS LORSQU’EST PRONONCÉ 
32-  LE NOM AU-DESSUS DE TOUT </a:t>
            </a:r>
          </a:p>
          <a:p>
            <a:r>
              <a:rPr lang="fr-FR" smtClean="0"/>
              <a:t>
33-  YESHUA HAMASHIACH EL GIBBOR, TU ES DIEU PUISSANT ! 
34-  YAHVEH NISSI BIEN HAUT ÉLÈVE TA BANNIÈRE 
35-  ROCHER DE NOTRE SALUT LE MESSIE ET NOTRE JUSTICE 
36-  ADONAÏ JIRÉ, DIEU QUI POURVOIT
37-  EL SHADDAI, EL SHADDAI    x2</a:t>
            </a:r>
          </a:p>
          <a:p>
            <a:endParaRPr lang="fr-FR" smtClean="0"/>
          </a:p>
          <a:p>
            <a:r>
              <a:rPr lang="fr-FR" smtClean="0"/>
              <a:t>
	38-  QUE LES NATIONS LE CHANTENT ET LOUENT 
	39-  ET ISRAEL DIRA AMEN ! 
	40-  QUE LES NATIONS CHANTENT ALLÉLUIA 
	41-  ET ISRAEL DIRA AMEN ! </a:t>
            </a:r>
          </a:p>
          <a:p>
            <a:endParaRPr lang="fr-FR" smtClean="0"/>
          </a:p>
          <a:p>
            <a:r>
              <a:rPr lang="fr-FR" smtClean="0"/>
              <a:t>	X2</a:t>
            </a:r>
          </a:p>
          <a:p>
            <a:r>
              <a:rPr lang="fr-FR" smtClean="0"/>
              <a:t>
	42-  ET ISRAEL DIRA … </a:t>
            </a:r>
          </a:p>
          <a:p>
            <a:r>
              <a:rPr lang="fr-FR" smtClean="0"/>
              <a:t>
	43-  BARUCH ADONAÏ ELOHEY YISRAEL ADONAÏ 
	44-  BÉNI SOIT LE SEIGNEUR 
</a:t>
            </a:r>
            <a:endParaRPr lang="fr-FR" smtClean="0"/>
          </a:p>
        </p:txBody>
      </p:sp>
    </p:spTree>
    <p:extLst>
      <p:ext uri="{BB962C8B-B14F-4D97-AF65-F5344CB8AC3E}">
        <p14:creationId xmlns="" xmlns:p14="http://schemas.microsoft.com/office/powerpoint/2010/main" val="62758034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BARUCH ADONAÏ ELOHEY YISRAEL ADONAÏ 
2-  BÉNI SOIT LE SEIGNEUR                             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3-  MIN HA-OLAM, VAD HA-OLAM LOUE SON NOM ENCORE ET À JAMAIS 
4-  MIN HA-OLAM, VAD HA-OLAM BÉNI SOIT LE SEIGNEUR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5-  LE DIEU D’ISRAEL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
	6-  QUE LES NATIONS LE CHANTENT ET LOUENT 
	7-  ET ISRAEL DIRA AMEN ! 
	8-  QUE LES NATIONS CHANTENT ALLÉLUIA 
	9-  ET ISRAEL DIRA AMEN !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10-  ET ISRAEL DIRA …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Couplet 1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 QUAND LE CRI DU SEIGNEUR EST DANS LE CAMP 
12-  C’EST UN SON VICTORIEUX 
13-  CAR SA PUISSANTE VOIX DISPERSE NOS ENNEMIS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14-  AUCUNE ARME NE PEUT NOUS VAINCRE ICI 
15-  NOUS TRIOMPHONSDE TOUTE PART 
16-  PLUS QUE CONQUÉRANT PAR LA FORCE D’ADONAÏ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 MALGRÉ CES MURS DEVANT NOUS DE PARTOUT ILS NOUS ENTOURENT 
18-  ILS SONT RENVERSÉS LORSQU’EST PRONONCÉ 
19-  LE NOM AU-DESSUS DE TOUT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YESHUA HAMASHIACH EL GIBBOR, TU ES DIEU PUISSANT ! 
21-  YAHVEH NISSI BIEN HAUT ÉLÈVE TA BANNIÈRE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22-  ROCHER DE NOTRE SALUT LE MESSIE ET NOTRE JUSTICE 
23-  ADONAÏ JIRÉ, DIEU QUI POURVOIT EL SHADDAI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24-  QUAND LE CRI DU SEIGNEUR EST DANS LE CAMP 
25-  C’EST UN SON VICTORIEUX 
26-  CAR SA PUISSANTE VOIX DISPERSE NOS ENNEMIS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27-  AUCUNE ARME NE PEUT NOUS VAINCRE ICI 
28-  NOUS TRIOMPHONS DE TOUTE PART 
29-  PLUS QUE CONQUÉRANT PAR LA FORCE D’ADONAÏ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30-  MALGRÉ CES MURS DEVANT NOUS DE PARTOUT ILS NOUS ENTOURENT 
31-  ILS SONT RENVERSÉS LORSQU’EST PRONONCÉ 
32-  LE NOM AU-DESSUS DE TOUT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33-  YESHUA HAMASHIACH EL GIBBOR, TU ES DIEU PUISSANT ! 
34-  YAHVEH NISSI BIEN HAUT ÉLÈVE TA BANNIÈRE 
35-  ROCHER DE NOTRE SALUT LE MESSIE ET NOTRE JUSTICE 
36-  ADONAÏ JIRÉ, DIEU QUI POURVOIT
37-  EL SHADDAI, EL SHADDAI    x2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38-  QUE LES NATIONS LE CHANTENT ET LOUENT 
	39-  ET ISRAEL DIRA AMEN ! 
	40-  QUE LES NATIONS CHANTENT ALLÉLUIA 
	41-  ET ISRAEL DIRA AMEN !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42-  ET ISRAEL DIRA …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43-  BARUCH ADONAÏ ELOHEY YISRAEL ADONAÏ 
	44-  BÉNI SOIT LE SEIGNEUR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1-  BARUCH ADONAÏ ELOHEY YISRAEL ADONAÏ 
2-  BÉNI SOIT LE SEIGNEUR                                                         X2</a:t>
            </a:r>
          </a:p>
          <a:p>
            <a:r>
              <a:rPr lang="fr-FR" smtClean="0"/>
              <a:t>
3-  MIN HA-OLAM, VAD HA-OLAM LOUE SON NOM ENCORE ET À JAMAIS 
4-  MIN HA-OLAM, VAD HA-OLAM BÉNI SOIT LE SEIGNEUR </a:t>
            </a:r>
          </a:p>
          <a:p>
            <a:r>
              <a:rPr lang="fr-FR" smtClean="0"/>
              <a:t>5-  LE DIEU D’ISRAEL </a:t>
            </a:r>
          </a:p>
          <a:p>
            <a:endParaRPr lang="fr-FR" smtClean="0"/>
          </a:p>
          <a:p>
            <a:r>
              <a:rPr lang="fr-FR" smtClean="0"/>
              <a:t>	Refrain :
	6-  QUE LES NATIONS LE CHANTENT ET LOUENT 
	7-  ET ISRAEL DIRA AMEN ! 
	8-  QUE LES NATIONS CHANTENT ALLÉLUIA 
	9-  ET ISRAEL DIRA AMEN ! </a:t>
            </a:r>
          </a:p>
          <a:p>
            <a:endParaRPr lang="fr-FR" smtClean="0"/>
          </a:p>
          <a:p>
            <a:r>
              <a:rPr lang="fr-FR" smtClean="0"/>
              <a:t>	X2</a:t>
            </a:r>
          </a:p>
          <a:p>
            <a:r>
              <a:rPr lang="fr-FR" smtClean="0"/>
              <a:t>
	10-  ET ISRAEL DIRA … </a:t>
            </a:r>
          </a:p>
          <a:p>
            <a:r>
              <a:rPr lang="fr-FR" smtClean="0"/>
              <a:t>
Couplet 1</a:t>
            </a:r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r>
              <a:rPr lang="fr-FR" smtClean="0"/>
              <a:t>
11-  QUAND LE CRI DU SEIGNEUR EST DANS LE CAMP 
12-  C’EST UN SON VICTORIEUX 
13-  CAR SA PUISSANTE VOIX DISPERSE NOS ENNEMIS</a:t>
            </a:r>
          </a:p>
          <a:p>
            <a:r>
              <a:rPr lang="fr-FR" smtClean="0"/>
              <a:t> 
14-  AUCUNE ARME NE PEUT NOUS VAINCRE ICI 
15-  NOUS TRIOMPHONSDE TOUTE PART 
16-  PLUS QUE CONQUÉRANT PAR LA FORCE D’ADONAÏ </a:t>
            </a:r>
          </a:p>
          <a:p>
            <a:r>
              <a:rPr lang="fr-FR" smtClean="0"/>
              <a:t>
17-  MALGRÉ CES MURS DEVANT NOUS DE PARTOUT ILS NOUS ENTOURENT 
18-  ILS SONT RENVERSÉS LORSQU’EST PRONONCÉ 
19-  LE NOM AU-DESSUS DE TOUT </a:t>
            </a:r>
          </a:p>
          <a:p>
            <a:r>
              <a:rPr lang="fr-FR" smtClean="0"/>
              <a:t>
20-  YESHUA HAMASHIACH EL GIBBOR, TU ES DIEU PUISSANT ! 
21-  YAHVEH NISSI BIEN HAUT ÉLÈVE TA BANNIÈRE </a:t>
            </a:r>
          </a:p>
          <a:p>
            <a:r>
              <a:rPr lang="fr-FR" smtClean="0"/>
              <a:t>
22-  ROCHER DE NOTRE SALUT LE MESSIE ET NOTRE JUSTICE 
23-  ADONAÏ JIRÉ, DIEU QUI POURVOIT EL SHADDAI </a:t>
            </a:r>
          </a:p>
          <a:p>
            <a:r>
              <a:rPr lang="fr-FR" smtClean="0"/>
              <a:t>
24-  QUAND LE CRI DU SEIGNEUR EST DANS LE CAMP 
25-  C’EST UN SON VICTORIEUX 
26-  CAR SA PUISSANTE VOIX DISPERSE NOS ENNEMIS</a:t>
            </a:r>
          </a:p>
          <a:p>
            <a:r>
              <a:rPr lang="fr-FR" smtClean="0"/>
              <a:t>
27-  AUCUNE ARME NE PEUT NOUS VAINCRE ICI 
28-  NOUS TRIOMPHONS DE TOUTE PART 
29-  PLUS QUE CONQUÉRANT PAR LA FORCE D’ADONAÏ </a:t>
            </a:r>
          </a:p>
          <a:p>
            <a:r>
              <a:rPr lang="fr-FR" smtClean="0"/>
              <a:t>
30-  MALGRÉ CES MURS DEVANT NOUS DE PARTOUT ILS NOUS ENTOURENT 
31-  ILS SONT RENVERSÉS LORSQU’EST PRONONCÉ 
32-  LE NOM AU-DESSUS DE TOUT </a:t>
            </a:r>
          </a:p>
          <a:p>
            <a:r>
              <a:rPr lang="fr-FR" smtClean="0"/>
              <a:t>
33-  YESHUA HAMASHIACH EL GIBBOR, TU ES DIEU PUISSANT ! 
34-  YAHVEH NISSI BIEN HAUT ÉLÈVE TA BANNIÈRE 
35-  ROCHER DE NOTRE SALUT LE MESSIE ET NOTRE JUSTICE 
36-  ADONAÏ JIRÉ, DIEU QUI POURVOIT
37-  EL SHADDAI, EL SHADDAI    x2</a:t>
            </a:r>
          </a:p>
          <a:p>
            <a:endParaRPr lang="fr-FR" smtClean="0"/>
          </a:p>
          <a:p>
            <a:r>
              <a:rPr lang="fr-FR" smtClean="0"/>
              <a:t>
	38-  QUE LES NATIONS LE CHANTENT ET LOUENT 
	39-  ET ISRAEL DIRA AMEN ! 
	40-  QUE LES NATIONS CHANTENT ALLÉLUIA 
	41-  ET ISRAEL DIRA AMEN ! </a:t>
            </a:r>
          </a:p>
          <a:p>
            <a:endParaRPr lang="fr-FR" smtClean="0"/>
          </a:p>
          <a:p>
            <a:r>
              <a:rPr lang="fr-FR" smtClean="0"/>
              <a:t>	X2</a:t>
            </a:r>
          </a:p>
          <a:p>
            <a:r>
              <a:rPr lang="fr-FR" smtClean="0"/>
              <a:t>
	42-  ET ISRAEL DIRA … </a:t>
            </a:r>
          </a:p>
          <a:p>
            <a:r>
              <a:rPr lang="fr-FR" smtClean="0"/>
              <a:t>
	43-  BARUCH ADONAÏ ELOHEY YISRAEL ADONAÏ 
	44-  BÉNI SOIT LE SEIGNEUR 
</a:t>
            </a:r>
            <a:endParaRPr lang="fr-FR" smtClean="0"/>
          </a:p>
        </p:txBody>
      </p:sp>
    </p:spTree>
    <p:extLst>
      <p:ext uri="{BB962C8B-B14F-4D97-AF65-F5344CB8AC3E}">
        <p14:creationId xmlns="" xmlns:p14="http://schemas.microsoft.com/office/powerpoint/2010/main" val="200489344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BARUCH ADONAÏ ELOHEY YISRAEL ADONAÏ 
2-  BÉNI SOIT LE SEIGNEUR                             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3-  MIN HA-OLAM, VAD HA-OLAM LOUE SON NOM ENCORE ET À JAMAIS 
4-  MIN HA-OLAM, VAD HA-OLAM BÉNI SOIT LE SEIGNEUR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5-  LE DIEU D’ISRAEL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
	6-  QUE LES NATIONS LE CHANTENT ET LOUENT 
	7-  ET ISRAEL DIRA AMEN ! 
	8-  QUE LES NATIONS CHANTENT ALLÉLUIA 
	9-  ET ISRAEL DIRA AMEN !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10-  ET ISRAEL DIRA …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Couplet 1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 QUAND LE CRI DU SEIGNEUR EST DANS LE CAMP 
12-  C’EST UN SON VICTORIEUX 
13-  CAR SA PUISSANTE VOIX DISPERSE NOS ENNEMIS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14-  AUCUNE ARME NE PEUT NOUS VAINCRE ICI 
15-  NOUS TRIOMPHONSDE TOUTE PART 
16-  PLUS QUE CONQUÉRANT PAR LA FORCE D’ADONAÏ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 MALGRÉ CES MURS DEVANT NOUS DE PARTOUT ILS NOUS ENTOURENT 
18-  ILS SONT RENVERSÉS LORSQU’EST PRONONCÉ 
19-  LE NOM AU-DESSUS DE TOUT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YESHUA HAMASHIACH EL GIBBOR, TU ES DIEU PUISSANT ! 
21-  YAHVEH NISSI BIEN HAUT ÉLÈVE TA BANNIÈRE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22-  ROCHER DE NOTRE SALUT LE MESSIE ET NOTRE JUSTICE 
23-  ADONAÏ JIRÉ, DIEU QUI POURVOIT EL SHADDAI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24-  QUAND LE CRI DU SEIGNEUR EST DANS LE CAMP 
25-  C’EST UN SON VICTORIEUX 
26-  CAR SA PUISSANTE VOIX DISPERSE NOS ENNEMIS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27-  AUCUNE ARME NE PEUT NOUS VAINCRE ICI 
28-  NOUS TRIOMPHONS DE TOUTE PART 
29-  PLUS QUE CONQUÉRANT PAR LA FORCE D’ADONAÏ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30-  MALGRÉ CES MURS DEVANT NOUS DE PARTOUT ILS NOUS ENTOURENT 
31-  ILS SONT RENVERSÉS LORSQU’EST PRONONCÉ 
32-  LE NOM AU-DESSUS DE TOUT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33-  YESHUA HAMASHIACH EL GIBBOR, TU ES DIEU PUISSANT ! 
34-  YAHVEH NISSI BIEN HAUT ÉLÈVE TA BANNIÈRE 
35-  ROCHER DE NOTRE SALUT LE MESSIE ET NOTRE JUSTICE 
36-  ADONAÏ JIRÉ, DIEU QUI POURVOIT
37-  EL SHADDAI, EL SHADDAI    x2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38-  QUE LES NATIONS LE CHANTENT ET LOUENT 
	39-  ET ISRAEL DIRA AMEN ! 
	40-  QUE LES NATIONS CHANTENT ALLÉLUIA 
	41-  ET ISRAEL DIRA AMEN !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42-  ET ISRAEL DIRA …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43-  BARUCH ADONAÏ ELOHEY YISRAEL ADONAÏ 
	44-  BÉNI SOIT LE SEIGNEUR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1-  BARUCH ADONAÏ ELOHEY YISRAEL ADONAÏ 
2-  BÉNI SOIT LE SEIGNEUR                                                         X2</a:t>
            </a:r>
          </a:p>
          <a:p>
            <a:r>
              <a:rPr lang="fr-FR" smtClean="0"/>
              <a:t>
3-  MIN HA-OLAM, VAD HA-OLAM LOUE SON NOM ENCORE ET À JAMAIS 
4-  MIN HA-OLAM, VAD HA-OLAM BÉNI SOIT LE SEIGNEUR </a:t>
            </a:r>
          </a:p>
          <a:p>
            <a:r>
              <a:rPr lang="fr-FR" smtClean="0"/>
              <a:t>5-  LE DIEU D’ISRAEL </a:t>
            </a:r>
          </a:p>
          <a:p>
            <a:endParaRPr lang="fr-FR" smtClean="0"/>
          </a:p>
          <a:p>
            <a:r>
              <a:rPr lang="fr-FR" smtClean="0"/>
              <a:t>	Refrain :
	6-  QUE LES NATIONS LE CHANTENT ET LOUENT 
	7-  ET ISRAEL DIRA AMEN ! 
	8-  QUE LES NATIONS CHANTENT ALLÉLUIA 
	9-  ET ISRAEL DIRA AMEN ! </a:t>
            </a:r>
          </a:p>
          <a:p>
            <a:endParaRPr lang="fr-FR" smtClean="0"/>
          </a:p>
          <a:p>
            <a:r>
              <a:rPr lang="fr-FR" smtClean="0"/>
              <a:t>	X2</a:t>
            </a:r>
          </a:p>
          <a:p>
            <a:r>
              <a:rPr lang="fr-FR" smtClean="0"/>
              <a:t>
	10-  ET ISRAEL DIRA … </a:t>
            </a:r>
          </a:p>
          <a:p>
            <a:r>
              <a:rPr lang="fr-FR" smtClean="0"/>
              <a:t>
Couplet 1</a:t>
            </a:r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r>
              <a:rPr lang="fr-FR" smtClean="0"/>
              <a:t>
11-  QUAND LE CRI DU SEIGNEUR EST DANS LE CAMP 
12-  C’EST UN SON VICTORIEUX 
13-  CAR SA PUISSANTE VOIX DISPERSE NOS ENNEMIS</a:t>
            </a:r>
          </a:p>
          <a:p>
            <a:r>
              <a:rPr lang="fr-FR" smtClean="0"/>
              <a:t> 
14-  AUCUNE ARME NE PEUT NOUS VAINCRE ICI 
15-  NOUS TRIOMPHONSDE TOUTE PART 
16-  PLUS QUE CONQUÉRANT PAR LA FORCE D’ADONAÏ </a:t>
            </a:r>
          </a:p>
          <a:p>
            <a:r>
              <a:rPr lang="fr-FR" smtClean="0"/>
              <a:t>
17-  MALGRÉ CES MURS DEVANT NOUS DE PARTOUT ILS NOUS ENTOURENT 
18-  ILS SONT RENVERSÉS LORSQU’EST PRONONCÉ 
19-  LE NOM AU-DESSUS DE TOUT </a:t>
            </a:r>
          </a:p>
          <a:p>
            <a:r>
              <a:rPr lang="fr-FR" smtClean="0"/>
              <a:t>
20-  YESHUA HAMASHIACH EL GIBBOR, TU ES DIEU PUISSANT ! 
21-  YAHVEH NISSI BIEN HAUT ÉLÈVE TA BANNIÈRE </a:t>
            </a:r>
          </a:p>
          <a:p>
            <a:r>
              <a:rPr lang="fr-FR" smtClean="0"/>
              <a:t>
22-  ROCHER DE NOTRE SALUT LE MESSIE ET NOTRE JUSTICE 
23-  ADONAÏ JIRÉ, DIEU QUI POURVOIT EL SHADDAI </a:t>
            </a:r>
          </a:p>
          <a:p>
            <a:r>
              <a:rPr lang="fr-FR" smtClean="0"/>
              <a:t>
24-  QUAND LE CRI DU SEIGNEUR EST DANS LE CAMP 
25-  C’EST UN SON VICTORIEUX 
26-  CAR SA PUISSANTE VOIX DISPERSE NOS ENNEMIS</a:t>
            </a:r>
          </a:p>
          <a:p>
            <a:r>
              <a:rPr lang="fr-FR" smtClean="0"/>
              <a:t>
27-  AUCUNE ARME NE PEUT NOUS VAINCRE ICI 
28-  NOUS TRIOMPHONS DE TOUTE PART 
29-  PLUS QUE CONQUÉRANT PAR LA FORCE D’ADONAÏ </a:t>
            </a:r>
          </a:p>
          <a:p>
            <a:r>
              <a:rPr lang="fr-FR" smtClean="0"/>
              <a:t>
30-  MALGRÉ CES MURS DEVANT NOUS DE PARTOUT ILS NOUS ENTOURENT 
31-  ILS SONT RENVERSÉS LORSQU’EST PRONONCÉ 
32-  LE NOM AU-DESSUS DE TOUT </a:t>
            </a:r>
          </a:p>
          <a:p>
            <a:r>
              <a:rPr lang="fr-FR" smtClean="0"/>
              <a:t>
33-  YESHUA HAMASHIACH EL GIBBOR, TU ES DIEU PUISSANT ! 
34-  YAHVEH NISSI BIEN HAUT ÉLÈVE TA BANNIÈRE 
35-  ROCHER DE NOTRE SALUT LE MESSIE ET NOTRE JUSTICE 
36-  ADONAÏ JIRÉ, DIEU QUI POURVOIT
37-  EL SHADDAI, EL SHADDAI    x2</a:t>
            </a:r>
          </a:p>
          <a:p>
            <a:endParaRPr lang="fr-FR" smtClean="0"/>
          </a:p>
          <a:p>
            <a:r>
              <a:rPr lang="fr-FR" smtClean="0"/>
              <a:t>
	38-  QUE LES NATIONS LE CHANTENT ET LOUENT 
	39-  ET ISRAEL DIRA AMEN ! 
	40-  QUE LES NATIONS CHANTENT ALLÉLUIA 
	41-  ET ISRAEL DIRA AMEN ! </a:t>
            </a:r>
          </a:p>
          <a:p>
            <a:endParaRPr lang="fr-FR" smtClean="0"/>
          </a:p>
          <a:p>
            <a:r>
              <a:rPr lang="fr-FR" smtClean="0"/>
              <a:t>	X2</a:t>
            </a:r>
          </a:p>
          <a:p>
            <a:r>
              <a:rPr lang="fr-FR" smtClean="0"/>
              <a:t>
	42-  ET ISRAEL DIRA … </a:t>
            </a:r>
          </a:p>
          <a:p>
            <a:r>
              <a:rPr lang="fr-FR" smtClean="0"/>
              <a:t>
	43-  BARUCH ADONAÏ ELOHEY YISRAEL ADONAÏ 
	44-  BÉNI SOIT LE SEIGNEUR 
</a:t>
            </a:r>
            <a:endParaRPr lang="fr-FR" smtClean="0"/>
          </a:p>
        </p:txBody>
      </p:sp>
    </p:spTree>
    <p:extLst>
      <p:ext uri="{BB962C8B-B14F-4D97-AF65-F5344CB8AC3E}">
        <p14:creationId xmlns="" xmlns:p14="http://schemas.microsoft.com/office/powerpoint/2010/main" val="353771879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BARUCH ADONAÏ ELOHEY YISRAEL ADONAÏ 
2-  BÉNI SOIT LE SEIGNEUR                             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3-  MIN HA-OLAM, VAD HA-OLAM LOUE SON NOM ENCORE ET À JAMAIS 
4-  MIN HA-OLAM, VAD HA-OLAM BÉNI SOIT LE SEIGNEUR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5-  LE DIEU D’ISRAEL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
	6-  QUE LES NATIONS LE CHANTENT ET LOUENT 
	7-  ET ISRAEL DIRA AMEN ! 
	8-  QUE LES NATIONS CHANTENT ALLÉLUIA 
	9-  ET ISRAEL DIRA AMEN !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10-  ET ISRAEL DIRA …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Couplet 1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 QUAND LE CRI DU SEIGNEUR EST DANS LE CAMP 
12-  C’EST UN SON VICTORIEUX 
13-  CAR SA PUISSANTE VOIX DISPERSE NOS ENNEMIS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14-  AUCUNE ARME NE PEUT NOUS VAINCRE ICI 
15-  NOUS TRIOMPHONSDE TOUTE PART 
16-  PLUS QUE CONQUÉRANT PAR LA FORCE D’ADONAÏ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 MALGRÉ CES MURS DEVANT NOUS DE PARTOUT ILS NOUS ENTOURENT 
18-  ILS SONT RENVERSÉS LORSQU’EST PRONONCÉ 
19-  LE NOM AU-DESSUS DE TOUT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YESHUA HAMASHIACH EL GIBBOR, TU ES DIEU PUISSANT ! 
21-  YAHVEH NISSI BIEN HAUT ÉLÈVE TA BANNIÈRE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22-  ROCHER DE NOTRE SALUT LE MESSIE ET NOTRE JUSTICE 
23-  ADONAÏ JIRÉ, DIEU QUI POURVOIT EL SHADDAI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24-  QUAND LE CRI DU SEIGNEUR EST DANS LE CAMP 
25-  C’EST UN SON VICTORIEUX 
26-  CAR SA PUISSANTE VOIX DISPERSE NOS ENNEMIS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27-  AUCUNE ARME NE PEUT NOUS VAINCRE ICI 
28-  NOUS TRIOMPHONS DE TOUTE PART 
29-  PLUS QUE CONQUÉRANT PAR LA FORCE D’ADONAÏ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30-  MALGRÉ CES MURS DEVANT NOUS DE PARTOUT ILS NOUS ENTOURENT 
31-  ILS SONT RENVERSÉS LORSQU’EST PRONONCÉ 
32-  LE NOM AU-DESSUS DE TOUT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33-  YESHUA HAMASHIACH EL GIBBOR, TU ES DIEU PUISSANT ! 
34-  YAHVEH NISSI BIEN HAUT ÉLÈVE TA BANNIÈRE 
35-  ROCHER DE NOTRE SALUT LE MESSIE ET NOTRE JUSTICE 
36-  ADONAÏ JIRÉ, DIEU QUI POURVOIT
37-  EL SHADDAI, EL SHADDAI    x2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38-  QUE LES NATIONS LE CHANTENT ET LOUENT 
	39-  ET ISRAEL DIRA AMEN ! 
	40-  QUE LES NATIONS CHANTENT ALLÉLUIA 
	41-  ET ISRAEL DIRA AMEN !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42-  ET ISRAEL DIRA …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43-  BARUCH ADONAÏ ELOHEY YISRAEL ADONAÏ 
	44-  BÉNI SOIT LE SEIGNEUR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1-  BARUCH ADONAÏ ELOHEY YISRAEL ADONAÏ 
2-  BÉNI SOIT LE SEIGNEUR                                                         X2</a:t>
            </a:r>
          </a:p>
          <a:p>
            <a:r>
              <a:rPr lang="fr-FR" smtClean="0"/>
              <a:t>
3-  MIN HA-OLAM, VAD HA-OLAM LOUE SON NOM ENCORE ET À JAMAIS 
4-  MIN HA-OLAM, VAD HA-OLAM BÉNI SOIT LE SEIGNEUR </a:t>
            </a:r>
          </a:p>
          <a:p>
            <a:r>
              <a:rPr lang="fr-FR" smtClean="0"/>
              <a:t>5-  LE DIEU D’ISRAEL </a:t>
            </a:r>
          </a:p>
          <a:p>
            <a:endParaRPr lang="fr-FR" smtClean="0"/>
          </a:p>
          <a:p>
            <a:r>
              <a:rPr lang="fr-FR" smtClean="0"/>
              <a:t>	Refrain :
	6-  QUE LES NATIONS LE CHANTENT ET LOUENT 
	7-  ET ISRAEL DIRA AMEN ! 
	8-  QUE LES NATIONS CHANTENT ALLÉLUIA 
	9-  ET ISRAEL DIRA AMEN ! </a:t>
            </a:r>
          </a:p>
          <a:p>
            <a:endParaRPr lang="fr-FR" smtClean="0"/>
          </a:p>
          <a:p>
            <a:r>
              <a:rPr lang="fr-FR" smtClean="0"/>
              <a:t>	X2</a:t>
            </a:r>
          </a:p>
          <a:p>
            <a:r>
              <a:rPr lang="fr-FR" smtClean="0"/>
              <a:t>
	10-  ET ISRAEL DIRA … </a:t>
            </a:r>
          </a:p>
          <a:p>
            <a:r>
              <a:rPr lang="fr-FR" smtClean="0"/>
              <a:t>
Couplet 1</a:t>
            </a:r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r>
              <a:rPr lang="fr-FR" smtClean="0"/>
              <a:t>
11-  QUAND LE CRI DU SEIGNEUR EST DANS LE CAMP 
12-  C’EST UN SON VICTORIEUX 
13-  CAR SA PUISSANTE VOIX DISPERSE NOS ENNEMIS</a:t>
            </a:r>
          </a:p>
          <a:p>
            <a:r>
              <a:rPr lang="fr-FR" smtClean="0"/>
              <a:t> 
14-  AUCUNE ARME NE PEUT NOUS VAINCRE ICI 
15-  NOUS TRIOMPHONSDE TOUTE PART 
16-  PLUS QUE CONQUÉRANT PAR LA FORCE D’ADONAÏ </a:t>
            </a:r>
          </a:p>
          <a:p>
            <a:r>
              <a:rPr lang="fr-FR" smtClean="0"/>
              <a:t>
17-  MALGRÉ CES MURS DEVANT NOUS DE PARTOUT ILS NOUS ENTOURENT 
18-  ILS SONT RENVERSÉS LORSQU’EST PRONONCÉ 
19-  LE NOM AU-DESSUS DE TOUT </a:t>
            </a:r>
          </a:p>
          <a:p>
            <a:r>
              <a:rPr lang="fr-FR" smtClean="0"/>
              <a:t>
20-  YESHUA HAMASHIACH EL GIBBOR, TU ES DIEU PUISSANT ! 
21-  YAHVEH NISSI BIEN HAUT ÉLÈVE TA BANNIÈRE </a:t>
            </a:r>
          </a:p>
          <a:p>
            <a:r>
              <a:rPr lang="fr-FR" smtClean="0"/>
              <a:t>
22-  ROCHER DE NOTRE SALUT LE MESSIE ET NOTRE JUSTICE 
23-  ADONAÏ JIRÉ, DIEU QUI POURVOIT EL SHADDAI </a:t>
            </a:r>
          </a:p>
          <a:p>
            <a:r>
              <a:rPr lang="fr-FR" smtClean="0"/>
              <a:t>
24-  QUAND LE CRI DU SEIGNEUR EST DANS LE CAMP 
25-  C’EST UN SON VICTORIEUX 
26-  CAR SA PUISSANTE VOIX DISPERSE NOS ENNEMIS</a:t>
            </a:r>
          </a:p>
          <a:p>
            <a:r>
              <a:rPr lang="fr-FR" smtClean="0"/>
              <a:t>
27-  AUCUNE ARME NE PEUT NOUS VAINCRE ICI 
28-  NOUS TRIOMPHONS DE TOUTE PART 
29-  PLUS QUE CONQUÉRANT PAR LA FORCE D’ADONAÏ </a:t>
            </a:r>
          </a:p>
          <a:p>
            <a:r>
              <a:rPr lang="fr-FR" smtClean="0"/>
              <a:t>
30-  MALGRÉ CES MURS DEVANT NOUS DE PARTOUT ILS NOUS ENTOURENT 
31-  ILS SONT RENVERSÉS LORSQU’EST PRONONCÉ 
32-  LE NOM AU-DESSUS DE TOUT </a:t>
            </a:r>
          </a:p>
          <a:p>
            <a:r>
              <a:rPr lang="fr-FR" smtClean="0"/>
              <a:t>
33-  YESHUA HAMASHIACH EL GIBBOR, TU ES DIEU PUISSANT ! 
34-  YAHVEH NISSI BIEN HAUT ÉLÈVE TA BANNIÈRE 
35-  ROCHER DE NOTRE SALUT LE MESSIE ET NOTRE JUSTICE 
36-  ADONAÏ JIRÉ, DIEU QUI POURVOIT
37-  EL SHADDAI, EL SHADDAI    x2</a:t>
            </a:r>
          </a:p>
          <a:p>
            <a:endParaRPr lang="fr-FR" smtClean="0"/>
          </a:p>
          <a:p>
            <a:r>
              <a:rPr lang="fr-FR" smtClean="0"/>
              <a:t>
	38-  QUE LES NATIONS LE CHANTENT ET LOUENT 
	39-  ET ISRAEL DIRA AMEN ! 
	40-  QUE LES NATIONS CHANTENT ALLÉLUIA 
	41-  ET ISRAEL DIRA AMEN ! </a:t>
            </a:r>
          </a:p>
          <a:p>
            <a:endParaRPr lang="fr-FR" smtClean="0"/>
          </a:p>
          <a:p>
            <a:r>
              <a:rPr lang="fr-FR" smtClean="0"/>
              <a:t>	X2</a:t>
            </a:r>
          </a:p>
          <a:p>
            <a:r>
              <a:rPr lang="fr-FR" smtClean="0"/>
              <a:t>
	42-  ET ISRAEL DIRA … </a:t>
            </a:r>
          </a:p>
          <a:p>
            <a:r>
              <a:rPr lang="fr-FR" smtClean="0"/>
              <a:t>
	43-  BARUCH ADONAÏ ELOHEY YISRAEL ADONAÏ 
	44-  BÉNI SOIT LE SEIGNEUR 
</a:t>
            </a:r>
            <a:endParaRPr lang="fr-FR" smtClean="0"/>
          </a:p>
        </p:txBody>
      </p:sp>
    </p:spTree>
    <p:extLst>
      <p:ext uri="{BB962C8B-B14F-4D97-AF65-F5344CB8AC3E}">
        <p14:creationId xmlns="" xmlns:p14="http://schemas.microsoft.com/office/powerpoint/2010/main" val="268147103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BARUCH ADONAÏ ELOHEY YISRAEL ADONAÏ 
2-  BÉNI SOIT LE SEIGNEUR                             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3-  MIN HA-OLAM, VAD HA-OLAM LOUE SON NOM ENCORE ET À JAMAIS 
4-  MIN HA-OLAM, VAD HA-OLAM BÉNI SOIT LE SEIGNEUR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5-  LE DIEU D’ISRAEL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
	6-  QUE LES NATIONS LE CHANTENT ET LOUENT 
	7-  ET ISRAEL DIRA AMEN ! 
	8-  QUE LES NATIONS CHANTENT ALLÉLUIA 
	9-  ET ISRAEL DIRA AMEN !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10-  ET ISRAEL DIRA …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Couplet 1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 QUAND LE CRI DU SEIGNEUR EST DANS LE CAMP 
12-  C’EST UN SON VICTORIEUX 
13-  CAR SA PUISSANTE VOIX DISPERSE NOS ENNEMIS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14-  AUCUNE ARME NE PEUT NOUS VAINCRE ICI 
15-  NOUS TRIOMPHONSDE TOUTE PART 
16-  PLUS QUE CONQUÉRANT PAR LA FORCE D’ADONAÏ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 MALGRÉ CES MURS DEVANT NOUS DE PARTOUT ILS NOUS ENTOURENT 
18-  ILS SONT RENVERSÉS LORSQU’EST PRONONCÉ 
19-  LE NOM AU-DESSUS DE TOUT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YESHUA HAMASHIACH EL GIBBOR, TU ES DIEU PUISSANT ! 
21-  YAHVEH NISSI BIEN HAUT ÉLÈVE TA BANNIÈRE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22-  ROCHER DE NOTRE SALUT LE MESSIE ET NOTRE JUSTICE 
23-  ADONAÏ JIRÉ, DIEU QUI POURVOIT EL SHADDAI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24-  QUAND LE CRI DU SEIGNEUR EST DANS LE CAMP 
25-  C’EST UN SON VICTORIEUX 
26-  CAR SA PUISSANTE VOIX DISPERSE NOS ENNEMIS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27-  AUCUNE ARME NE PEUT NOUS VAINCRE ICI 
28-  NOUS TRIOMPHONS DE TOUTE PART 
29-  PLUS QUE CONQUÉRANT PAR LA FORCE D’ADONAÏ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30-  MALGRÉ CES MURS DEVANT NOUS DE PARTOUT ILS NOUS ENTOURENT 
31-  ILS SONT RENVERSÉS LORSQU’EST PRONONCÉ 
32-  LE NOM AU-DESSUS DE TOUT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33-  YESHUA HAMASHIACH EL GIBBOR, TU ES DIEU PUISSANT ! 
34-  YAHVEH NISSI BIEN HAUT ÉLÈVE TA BANNIÈRE 
35-  ROCHER DE NOTRE SALUT LE MESSIE ET NOTRE JUSTICE 
36-  ADONAÏ JIRÉ, DIEU QUI POURVOIT
37-  EL SHADDAI, EL SHADDAI    x2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38-  QUE LES NATIONS LE CHANTENT ET LOUENT 
	39-  ET ISRAEL DIRA AMEN ! 
	40-  QUE LES NATIONS CHANTENT ALLÉLUIA 
	41-  ET ISRAEL DIRA AMEN !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42-  ET ISRAEL DIRA …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43-  BARUCH ADONAÏ ELOHEY YISRAEL ADONAÏ 
	44-  BÉNI SOIT LE SEIGNEUR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1-  BARUCH ADONAÏ ELOHEY YISRAEL ADONAÏ 
2-  BÉNI SOIT LE SEIGNEUR                                                         X2</a:t>
            </a:r>
          </a:p>
          <a:p>
            <a:r>
              <a:rPr lang="fr-FR" smtClean="0"/>
              <a:t>
3-  MIN HA-OLAM, VAD HA-OLAM LOUE SON NOM ENCORE ET À JAMAIS 
4-  MIN HA-OLAM, VAD HA-OLAM BÉNI SOIT LE SEIGNEUR </a:t>
            </a:r>
          </a:p>
          <a:p>
            <a:r>
              <a:rPr lang="fr-FR" smtClean="0"/>
              <a:t>5-  LE DIEU D’ISRAEL </a:t>
            </a:r>
          </a:p>
          <a:p>
            <a:endParaRPr lang="fr-FR" smtClean="0"/>
          </a:p>
          <a:p>
            <a:r>
              <a:rPr lang="fr-FR" smtClean="0"/>
              <a:t>	Refrain :
	6-  QUE LES NATIONS LE CHANTENT ET LOUENT 
	7-  ET ISRAEL DIRA AMEN ! 
	8-  QUE LES NATIONS CHANTENT ALLÉLUIA 
	9-  ET ISRAEL DIRA AMEN ! </a:t>
            </a:r>
          </a:p>
          <a:p>
            <a:endParaRPr lang="fr-FR" smtClean="0"/>
          </a:p>
          <a:p>
            <a:r>
              <a:rPr lang="fr-FR" smtClean="0"/>
              <a:t>	X2</a:t>
            </a:r>
          </a:p>
          <a:p>
            <a:r>
              <a:rPr lang="fr-FR" smtClean="0"/>
              <a:t>
	10-  ET ISRAEL DIRA … </a:t>
            </a:r>
          </a:p>
          <a:p>
            <a:r>
              <a:rPr lang="fr-FR" smtClean="0"/>
              <a:t>
Couplet 1</a:t>
            </a:r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r>
              <a:rPr lang="fr-FR" smtClean="0"/>
              <a:t>
11-  QUAND LE CRI DU SEIGNEUR EST DANS LE CAMP 
12-  C’EST UN SON VICTORIEUX 
13-  CAR SA PUISSANTE VOIX DISPERSE NOS ENNEMIS</a:t>
            </a:r>
          </a:p>
          <a:p>
            <a:r>
              <a:rPr lang="fr-FR" smtClean="0"/>
              <a:t> 
14-  AUCUNE ARME NE PEUT NOUS VAINCRE ICI 
15-  NOUS TRIOMPHONSDE TOUTE PART 
16-  PLUS QUE CONQUÉRANT PAR LA FORCE D’ADONAÏ </a:t>
            </a:r>
          </a:p>
          <a:p>
            <a:r>
              <a:rPr lang="fr-FR" smtClean="0"/>
              <a:t>
17-  MALGRÉ CES MURS DEVANT NOUS DE PARTOUT ILS NOUS ENTOURENT 
18-  ILS SONT RENVERSÉS LORSQU’EST PRONONCÉ 
19-  LE NOM AU-DESSUS DE TOUT </a:t>
            </a:r>
          </a:p>
          <a:p>
            <a:r>
              <a:rPr lang="fr-FR" smtClean="0"/>
              <a:t>
20-  YESHUA HAMASHIACH EL GIBBOR, TU ES DIEU PUISSANT ! 
21-  YAHVEH NISSI BIEN HAUT ÉLÈVE TA BANNIÈRE </a:t>
            </a:r>
          </a:p>
          <a:p>
            <a:r>
              <a:rPr lang="fr-FR" smtClean="0"/>
              <a:t>
22-  ROCHER DE NOTRE SALUT LE MESSIE ET NOTRE JUSTICE 
23-  ADONAÏ JIRÉ, DIEU QUI POURVOIT EL SHADDAI </a:t>
            </a:r>
          </a:p>
          <a:p>
            <a:r>
              <a:rPr lang="fr-FR" smtClean="0"/>
              <a:t>
24-  QUAND LE CRI DU SEIGNEUR EST DANS LE CAMP 
25-  C’EST UN SON VICTORIEUX 
26-  CAR SA PUISSANTE VOIX DISPERSE NOS ENNEMIS</a:t>
            </a:r>
          </a:p>
          <a:p>
            <a:r>
              <a:rPr lang="fr-FR" smtClean="0"/>
              <a:t>
27-  AUCUNE ARME NE PEUT NOUS VAINCRE ICI 
28-  NOUS TRIOMPHONS DE TOUTE PART 
29-  PLUS QUE CONQUÉRANT PAR LA FORCE D’ADONAÏ </a:t>
            </a:r>
          </a:p>
          <a:p>
            <a:r>
              <a:rPr lang="fr-FR" smtClean="0"/>
              <a:t>
30-  MALGRÉ CES MURS DEVANT NOUS DE PARTOUT ILS NOUS ENTOURENT 
31-  ILS SONT RENVERSÉS LORSQU’EST PRONONCÉ 
32-  LE NOM AU-DESSUS DE TOUT </a:t>
            </a:r>
          </a:p>
          <a:p>
            <a:r>
              <a:rPr lang="fr-FR" smtClean="0"/>
              <a:t>
33-  YESHUA HAMASHIACH EL GIBBOR, TU ES DIEU PUISSANT ! 
34-  YAHVEH NISSI BIEN HAUT ÉLÈVE TA BANNIÈRE 
35-  ROCHER DE NOTRE SALUT LE MESSIE ET NOTRE JUSTICE 
36-  ADONAÏ JIRÉ, DIEU QUI POURVOIT
37-  EL SHADDAI, EL SHADDAI    x2</a:t>
            </a:r>
          </a:p>
          <a:p>
            <a:endParaRPr lang="fr-FR" smtClean="0"/>
          </a:p>
          <a:p>
            <a:r>
              <a:rPr lang="fr-FR" smtClean="0"/>
              <a:t>
	38-  QUE LES NATIONS LE CHANTENT ET LOUENT 
	39-  ET ISRAEL DIRA AMEN ! 
	40-  QUE LES NATIONS CHANTENT ALLÉLUIA 
	41-  ET ISRAEL DIRA AMEN ! </a:t>
            </a:r>
          </a:p>
          <a:p>
            <a:endParaRPr lang="fr-FR" smtClean="0"/>
          </a:p>
          <a:p>
            <a:r>
              <a:rPr lang="fr-FR" smtClean="0"/>
              <a:t>	X2</a:t>
            </a:r>
          </a:p>
          <a:p>
            <a:r>
              <a:rPr lang="fr-FR" smtClean="0"/>
              <a:t>
	42-  ET ISRAEL DIRA … </a:t>
            </a:r>
          </a:p>
          <a:p>
            <a:r>
              <a:rPr lang="fr-FR" smtClean="0"/>
              <a:t>
	43-  BARUCH ADONAÏ ELOHEY YISRAEL ADONAÏ 
	44-  BÉNI SOIT LE SEIGNEUR 
</a:t>
            </a:r>
            <a:endParaRPr lang="fr-FR" smtClean="0"/>
          </a:p>
        </p:txBody>
      </p:sp>
    </p:spTree>
    <p:extLst>
      <p:ext uri="{BB962C8B-B14F-4D97-AF65-F5344CB8AC3E}">
        <p14:creationId xmlns="" xmlns:p14="http://schemas.microsoft.com/office/powerpoint/2010/main" val="122568180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BARUCH ADONAÏ ELOHEY YISRAEL ADONAÏ 
2-  BÉNI SOIT LE SEIGNEUR                             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3-  MIN HA-OLAM, VAD HA-OLAM LOUE SON NOM ENCORE ET À JAMAIS 
4-  MIN HA-OLAM, VAD HA-OLAM BÉNI SOIT LE SEIGNEUR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5-  LE DIEU D’ISRAEL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
	6-  QUE LES NATIONS LE CHANTENT ET LOUENT 
	7-  ET ISRAEL DIRA AMEN ! 
	8-  QUE LES NATIONS CHANTENT ALLÉLUIA 
	9-  ET ISRAEL DIRA AMEN !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10-  ET ISRAEL DIRA …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Couplet 1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 QUAND LE CRI DU SEIGNEUR EST DANS LE CAMP 
12-  C’EST UN SON VICTORIEUX 
13-  CAR SA PUISSANTE VOIX DISPERSE NOS ENNEMIS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14-  AUCUNE ARME NE PEUT NOUS VAINCRE ICI 
15-  NOUS TRIOMPHONSDE TOUTE PART 
16-  PLUS QUE CONQUÉRANT PAR LA FORCE D’ADONAÏ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 MALGRÉ CES MURS DEVANT NOUS DE PARTOUT ILS NOUS ENTOURENT 
18-  ILS SONT RENVERSÉS LORSQU’EST PRONONCÉ 
19-  LE NOM AU-DESSUS DE TOUT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YESHUA HAMASHIACH EL GIBBOR, TU ES DIEU PUISSANT ! 
21-  YAHVEH NISSI BIEN HAUT ÉLÈVE TA BANNIÈRE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22-  ROCHER DE NOTRE SALUT LE MESSIE ET NOTRE JUSTICE 
23-  ADONAÏ JIRÉ, DIEU QUI POURVOIT EL SHADDAI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24-  QUAND LE CRI DU SEIGNEUR EST DANS LE CAMP 
25-  C’EST UN SON VICTORIEUX 
26-  CAR SA PUISSANTE VOIX DISPERSE NOS ENNEMIS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27-  AUCUNE ARME NE PEUT NOUS VAINCRE ICI 
28-  NOUS TRIOMPHONS DE TOUTE PART 
29-  PLUS QUE CONQUÉRANT PAR LA FORCE D’ADONAÏ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30-  MALGRÉ CES MURS DEVANT NOUS DE PARTOUT ILS NOUS ENTOURENT 
31-  ILS SONT RENVERSÉS LORSQU’EST PRONONCÉ 
32-  LE NOM AU-DESSUS DE TOUT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33-  YESHUA HAMASHIACH EL GIBBOR, TU ES DIEU PUISSANT ! 
34-  YAHVEH NISSI BIEN HAUT ÉLÈVE TA BANNIÈRE 
35-  ROCHER DE NOTRE SALUT LE MESSIE ET NOTRE JUSTICE 
36-  ADONAÏ JIRÉ, DIEU QUI POURVOIT
37-  EL SHADDAI, EL SHADDAI    x2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38-  QUE LES NATIONS LE CHANTENT ET LOUENT 
	39-  ET ISRAEL DIRA AMEN ! 
	40-  QUE LES NATIONS CHANTENT ALLÉLUIA 
	41-  ET ISRAEL DIRA AMEN !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42-  ET ISRAEL DIRA …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43-  BARUCH ADONAÏ ELOHEY YISRAEL ADONAÏ 
	44-  BÉNI SOIT LE SEIGNEUR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1-  BARUCH ADONAÏ ELOHEY YISRAEL ADONAÏ 
2-  BÉNI SOIT LE SEIGNEUR                                                         X2</a:t>
            </a:r>
          </a:p>
          <a:p>
            <a:r>
              <a:rPr lang="fr-FR" smtClean="0"/>
              <a:t>
3-  MIN HA-OLAM, VAD HA-OLAM LOUE SON NOM ENCORE ET À JAMAIS 
4-  MIN HA-OLAM, VAD HA-OLAM BÉNI SOIT LE SEIGNEUR </a:t>
            </a:r>
          </a:p>
          <a:p>
            <a:r>
              <a:rPr lang="fr-FR" smtClean="0"/>
              <a:t>5-  LE DIEU D’ISRAEL </a:t>
            </a:r>
          </a:p>
          <a:p>
            <a:endParaRPr lang="fr-FR" smtClean="0"/>
          </a:p>
          <a:p>
            <a:r>
              <a:rPr lang="fr-FR" smtClean="0"/>
              <a:t>	Refrain :
	6-  QUE LES NATIONS LE CHANTENT ET LOUENT 
	7-  ET ISRAEL DIRA AMEN ! 
	8-  QUE LES NATIONS CHANTENT ALLÉLUIA 
	9-  ET ISRAEL DIRA AMEN ! </a:t>
            </a:r>
          </a:p>
          <a:p>
            <a:endParaRPr lang="fr-FR" smtClean="0"/>
          </a:p>
          <a:p>
            <a:r>
              <a:rPr lang="fr-FR" smtClean="0"/>
              <a:t>	X2</a:t>
            </a:r>
          </a:p>
          <a:p>
            <a:r>
              <a:rPr lang="fr-FR" smtClean="0"/>
              <a:t>
	10-  ET ISRAEL DIRA … </a:t>
            </a:r>
          </a:p>
          <a:p>
            <a:r>
              <a:rPr lang="fr-FR" smtClean="0"/>
              <a:t>
Couplet 1</a:t>
            </a:r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r>
              <a:rPr lang="fr-FR" smtClean="0"/>
              <a:t>
11-  QUAND LE CRI DU SEIGNEUR EST DANS LE CAMP 
12-  C’EST UN SON VICTORIEUX 
13-  CAR SA PUISSANTE VOIX DISPERSE NOS ENNEMIS</a:t>
            </a:r>
          </a:p>
          <a:p>
            <a:r>
              <a:rPr lang="fr-FR" smtClean="0"/>
              <a:t> 
14-  AUCUNE ARME NE PEUT NOUS VAINCRE ICI 
15-  NOUS TRIOMPHONSDE TOUTE PART 
16-  PLUS QUE CONQUÉRANT PAR LA FORCE D’ADONAÏ </a:t>
            </a:r>
          </a:p>
          <a:p>
            <a:r>
              <a:rPr lang="fr-FR" smtClean="0"/>
              <a:t>
17-  MALGRÉ CES MURS DEVANT NOUS DE PARTOUT ILS NOUS ENTOURENT 
18-  ILS SONT RENVERSÉS LORSQU’EST PRONONCÉ 
19-  LE NOM AU-DESSUS DE TOUT </a:t>
            </a:r>
          </a:p>
          <a:p>
            <a:r>
              <a:rPr lang="fr-FR" smtClean="0"/>
              <a:t>
20-  YESHUA HAMASHIACH EL GIBBOR, TU ES DIEU PUISSANT ! 
21-  YAHVEH NISSI BIEN HAUT ÉLÈVE TA BANNIÈRE </a:t>
            </a:r>
          </a:p>
          <a:p>
            <a:r>
              <a:rPr lang="fr-FR" smtClean="0"/>
              <a:t>
22-  ROCHER DE NOTRE SALUT LE MESSIE ET NOTRE JUSTICE 
23-  ADONAÏ JIRÉ, DIEU QUI POURVOIT EL SHADDAI </a:t>
            </a:r>
          </a:p>
          <a:p>
            <a:r>
              <a:rPr lang="fr-FR" smtClean="0"/>
              <a:t>
24-  QUAND LE CRI DU SEIGNEUR EST DANS LE CAMP 
25-  C’EST UN SON VICTORIEUX 
26-  CAR SA PUISSANTE VOIX DISPERSE NOS ENNEMIS</a:t>
            </a:r>
          </a:p>
          <a:p>
            <a:r>
              <a:rPr lang="fr-FR" smtClean="0"/>
              <a:t>
27-  AUCUNE ARME NE PEUT NOUS VAINCRE ICI 
28-  NOUS TRIOMPHONS DE TOUTE PART 
29-  PLUS QUE CONQUÉRANT PAR LA FORCE D’ADONAÏ </a:t>
            </a:r>
          </a:p>
          <a:p>
            <a:r>
              <a:rPr lang="fr-FR" smtClean="0"/>
              <a:t>
30-  MALGRÉ CES MURS DEVANT NOUS DE PARTOUT ILS NOUS ENTOURENT 
31-  ILS SONT RENVERSÉS LORSQU’EST PRONONCÉ 
32-  LE NOM AU-DESSUS DE TOUT </a:t>
            </a:r>
          </a:p>
          <a:p>
            <a:r>
              <a:rPr lang="fr-FR" smtClean="0"/>
              <a:t>
33-  YESHUA HAMASHIACH EL GIBBOR, TU ES DIEU PUISSANT ! 
34-  YAHVEH NISSI BIEN HAUT ÉLÈVE TA BANNIÈRE 
35-  ROCHER DE NOTRE SALUT LE MESSIE ET NOTRE JUSTICE 
36-  ADONAÏ JIRÉ, DIEU QUI POURVOIT
37-  EL SHADDAI, EL SHADDAI    x2</a:t>
            </a:r>
          </a:p>
          <a:p>
            <a:endParaRPr lang="fr-FR" smtClean="0"/>
          </a:p>
          <a:p>
            <a:r>
              <a:rPr lang="fr-FR" smtClean="0"/>
              <a:t>
	38-  QUE LES NATIONS LE CHANTENT ET LOUENT 
	39-  ET ISRAEL DIRA AMEN ! 
	40-  QUE LES NATIONS CHANTENT ALLÉLUIA 
	41-  ET ISRAEL DIRA AMEN ! </a:t>
            </a:r>
          </a:p>
          <a:p>
            <a:endParaRPr lang="fr-FR" smtClean="0"/>
          </a:p>
          <a:p>
            <a:r>
              <a:rPr lang="fr-FR" smtClean="0"/>
              <a:t>	X2</a:t>
            </a:r>
          </a:p>
          <a:p>
            <a:r>
              <a:rPr lang="fr-FR" smtClean="0"/>
              <a:t>
	42-  ET ISRAEL DIRA … </a:t>
            </a:r>
          </a:p>
          <a:p>
            <a:r>
              <a:rPr lang="fr-FR" smtClean="0"/>
              <a:t>
	43-  BARUCH ADONAÏ ELOHEY YISRAEL ADONAÏ 
	44-  BÉNI SOIT LE SEIGNEUR 
</a:t>
            </a:r>
            <a:endParaRPr lang="fr-FR" smtClean="0"/>
          </a:p>
        </p:txBody>
      </p:sp>
    </p:spTree>
    <p:extLst>
      <p:ext uri="{BB962C8B-B14F-4D97-AF65-F5344CB8AC3E}">
        <p14:creationId xmlns="" xmlns:p14="http://schemas.microsoft.com/office/powerpoint/2010/main" val="303823253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BARUCH ADONAÏ ELOHEY YISRAEL ADONAÏ 
2-  BÉNI SOIT LE SEIGNEUR                             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3-  MIN HA-OLAM, VAD HA-OLAM LOUE SON NOM ENCORE ET À JAMAIS 
4-  MIN HA-OLAM, VAD HA-OLAM BÉNI SOIT LE SEIGNEUR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5-  LE DIEU D’ISRAEL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
	6-  QUE LES NATIONS LE CHANTENT ET LOUENT 
	7-  ET ISRAEL DIRA AMEN ! 
	8-  QUE LES NATIONS CHANTENT ALLÉLUIA 
	9-  ET ISRAEL DIRA AMEN !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10-  ET ISRAEL DIRA …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Couplet 1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 QUAND LE CRI DU SEIGNEUR EST DANS LE CAMP 
12-  C’EST UN SON VICTORIEUX 
13-  CAR SA PUISSANTE VOIX DISPERSE NOS ENNEMIS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14-  AUCUNE ARME NE PEUT NOUS VAINCRE ICI 
15-  NOUS TRIOMPHONSDE TOUTE PART 
16-  PLUS QUE CONQUÉRANT PAR LA FORCE D’ADONAÏ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 MALGRÉ CES MURS DEVANT NOUS DE PARTOUT ILS NOUS ENTOURENT 
18-  ILS SONT RENVERSÉS LORSQU’EST PRONONCÉ 
19-  LE NOM AU-DESSUS DE TOUT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YESHUA HAMASHIACH EL GIBBOR, TU ES DIEU PUISSANT ! 
21-  YAHVEH NISSI BIEN HAUT ÉLÈVE TA BANNIÈRE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22-  ROCHER DE NOTRE SALUT LE MESSIE ET NOTRE JUSTICE 
23-  ADONAÏ JIRÉ, DIEU QUI POURVOIT EL SHADDAI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24-  QUAND LE CRI DU SEIGNEUR EST DANS LE CAMP 
25-  C’EST UN SON VICTORIEUX 
26-  CAR SA PUISSANTE VOIX DISPERSE NOS ENNEMIS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27-  AUCUNE ARME NE PEUT NOUS VAINCRE ICI 
28-  NOUS TRIOMPHONS DE TOUTE PART 
29-  PLUS QUE CONQUÉRANT PAR LA FORCE D’ADONAÏ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30-  MALGRÉ CES MURS DEVANT NOUS DE PARTOUT ILS NOUS ENTOURENT 
31-  ILS SONT RENVERSÉS LORSQU’EST PRONONCÉ 
32-  LE NOM AU-DESSUS DE TOUT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33-  YESHUA HAMASHIACH EL GIBBOR, TU ES DIEU PUISSANT ! 
34-  YAHVEH NISSI BIEN HAUT ÉLÈVE TA BANNIÈRE 
35-  ROCHER DE NOTRE SALUT LE MESSIE ET NOTRE JUSTICE 
36-  ADONAÏ JIRÉ, DIEU QUI POURVOIT
37-  EL SHADDAI, EL SHADDAI    x2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38-  QUE LES NATIONS LE CHANTENT ET LOUENT 
	39-  ET ISRAEL DIRA AMEN ! 
	40-  QUE LES NATIONS CHANTENT ALLÉLUIA 
	41-  ET ISRAEL DIRA AMEN !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42-  ET ISRAEL DIRA …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43-  BARUCH ADONAÏ ELOHEY YISRAEL ADONAÏ 
	44-  BÉNI SOIT LE SEIGNEUR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1-  BARUCH ADONAÏ ELOHEY YISRAEL ADONAÏ 
2-  BÉNI SOIT LE SEIGNEUR                                                         X2</a:t>
            </a:r>
          </a:p>
          <a:p>
            <a:r>
              <a:rPr lang="fr-FR" smtClean="0"/>
              <a:t>
3-  MIN HA-OLAM, VAD HA-OLAM LOUE SON NOM ENCORE ET À JAMAIS 
4-  MIN HA-OLAM, VAD HA-OLAM BÉNI SOIT LE SEIGNEUR </a:t>
            </a:r>
          </a:p>
          <a:p>
            <a:r>
              <a:rPr lang="fr-FR" smtClean="0"/>
              <a:t>5-  LE DIEU D’ISRAEL </a:t>
            </a:r>
          </a:p>
          <a:p>
            <a:endParaRPr lang="fr-FR" smtClean="0"/>
          </a:p>
          <a:p>
            <a:r>
              <a:rPr lang="fr-FR" smtClean="0"/>
              <a:t>	Refrain :
	6-  QUE LES NATIONS LE CHANTENT ET LOUENT 
	7-  ET ISRAEL DIRA AMEN ! 
	8-  QUE LES NATIONS CHANTENT ALLÉLUIA 
	9-  ET ISRAEL DIRA AMEN ! </a:t>
            </a:r>
          </a:p>
          <a:p>
            <a:endParaRPr lang="fr-FR" smtClean="0"/>
          </a:p>
          <a:p>
            <a:r>
              <a:rPr lang="fr-FR" smtClean="0"/>
              <a:t>	X2</a:t>
            </a:r>
          </a:p>
          <a:p>
            <a:r>
              <a:rPr lang="fr-FR" smtClean="0"/>
              <a:t>
	10-  ET ISRAEL DIRA … </a:t>
            </a:r>
          </a:p>
          <a:p>
            <a:r>
              <a:rPr lang="fr-FR" smtClean="0"/>
              <a:t>
Couplet 1</a:t>
            </a:r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r>
              <a:rPr lang="fr-FR" smtClean="0"/>
              <a:t>
11-  QUAND LE CRI DU SEIGNEUR EST DANS LE CAMP 
12-  C’EST UN SON VICTORIEUX 
13-  CAR SA PUISSANTE VOIX DISPERSE NOS ENNEMIS</a:t>
            </a:r>
          </a:p>
          <a:p>
            <a:r>
              <a:rPr lang="fr-FR" smtClean="0"/>
              <a:t> 
14-  AUCUNE ARME NE PEUT NOUS VAINCRE ICI 
15-  NOUS TRIOMPHONSDE TOUTE PART 
16-  PLUS QUE CONQUÉRANT PAR LA FORCE D’ADONAÏ </a:t>
            </a:r>
          </a:p>
          <a:p>
            <a:r>
              <a:rPr lang="fr-FR" smtClean="0"/>
              <a:t>
17-  MALGRÉ CES MURS DEVANT NOUS DE PARTOUT ILS NOUS ENTOURENT 
18-  ILS SONT RENVERSÉS LORSQU’EST PRONONCÉ 
19-  LE NOM AU-DESSUS DE TOUT </a:t>
            </a:r>
          </a:p>
          <a:p>
            <a:r>
              <a:rPr lang="fr-FR" smtClean="0"/>
              <a:t>
20-  YESHUA HAMASHIACH EL GIBBOR, TU ES DIEU PUISSANT ! 
21-  YAHVEH NISSI BIEN HAUT ÉLÈVE TA BANNIÈRE </a:t>
            </a:r>
          </a:p>
          <a:p>
            <a:r>
              <a:rPr lang="fr-FR" smtClean="0"/>
              <a:t>
22-  ROCHER DE NOTRE SALUT LE MESSIE ET NOTRE JUSTICE 
23-  ADONAÏ JIRÉ, DIEU QUI POURVOIT EL SHADDAI </a:t>
            </a:r>
          </a:p>
          <a:p>
            <a:r>
              <a:rPr lang="fr-FR" smtClean="0"/>
              <a:t>
24-  QUAND LE CRI DU SEIGNEUR EST DANS LE CAMP 
25-  C’EST UN SON VICTORIEUX 
26-  CAR SA PUISSANTE VOIX DISPERSE NOS ENNEMIS</a:t>
            </a:r>
          </a:p>
          <a:p>
            <a:r>
              <a:rPr lang="fr-FR" smtClean="0"/>
              <a:t>
27-  AUCUNE ARME NE PEUT NOUS VAINCRE ICI 
28-  NOUS TRIOMPHONS DE TOUTE PART 
29-  PLUS QUE CONQUÉRANT PAR LA FORCE D’ADONAÏ </a:t>
            </a:r>
          </a:p>
          <a:p>
            <a:r>
              <a:rPr lang="fr-FR" smtClean="0"/>
              <a:t>
30-  MALGRÉ CES MURS DEVANT NOUS DE PARTOUT ILS NOUS ENTOURENT 
31-  ILS SONT RENVERSÉS LORSQU’EST PRONONCÉ 
32-  LE NOM AU-DESSUS DE TOUT </a:t>
            </a:r>
          </a:p>
          <a:p>
            <a:r>
              <a:rPr lang="fr-FR" smtClean="0"/>
              <a:t>
33-  YESHUA HAMASHIACH EL GIBBOR, TU ES DIEU PUISSANT ! 
34-  YAHVEH NISSI BIEN HAUT ÉLÈVE TA BANNIÈRE 
35-  ROCHER DE NOTRE SALUT LE MESSIE ET NOTRE JUSTICE 
36-  ADONAÏ JIRÉ, DIEU QUI POURVOIT
37-  EL SHADDAI, EL SHADDAI    x2</a:t>
            </a:r>
          </a:p>
          <a:p>
            <a:endParaRPr lang="fr-FR" smtClean="0"/>
          </a:p>
          <a:p>
            <a:r>
              <a:rPr lang="fr-FR" smtClean="0"/>
              <a:t>
	38-  QUE LES NATIONS LE CHANTENT ET LOUENT 
	39-  ET ISRAEL DIRA AMEN ! 
	40-  QUE LES NATIONS CHANTENT ALLÉLUIA 
	41-  ET ISRAEL DIRA AMEN ! </a:t>
            </a:r>
          </a:p>
          <a:p>
            <a:endParaRPr lang="fr-FR" smtClean="0"/>
          </a:p>
          <a:p>
            <a:r>
              <a:rPr lang="fr-FR" smtClean="0"/>
              <a:t>	X2</a:t>
            </a:r>
          </a:p>
          <a:p>
            <a:r>
              <a:rPr lang="fr-FR" smtClean="0"/>
              <a:t>
	42-  ET ISRAEL DIRA … </a:t>
            </a:r>
          </a:p>
          <a:p>
            <a:r>
              <a:rPr lang="fr-FR" smtClean="0"/>
              <a:t>
	43-  BARUCH ADONAÏ ELOHEY YISRAEL ADONAÏ 
	44-  BÉNI SOIT LE SEIGNEUR 
</a:t>
            </a:r>
            <a:endParaRPr lang="fr-FR" smtClean="0"/>
          </a:p>
        </p:txBody>
      </p:sp>
    </p:spTree>
    <p:extLst>
      <p:ext uri="{BB962C8B-B14F-4D97-AF65-F5344CB8AC3E}">
        <p14:creationId xmlns="" xmlns:p14="http://schemas.microsoft.com/office/powerpoint/2010/main" val="167434624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BARUCH ADONAÏ ELOHEY YISRAEL ADONAÏ 
2-  BÉNI SOIT LE SEIGNEUR                             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3-  MIN HA-OLAM, VAD HA-OLAM LOUE SON NOM ENCORE ET À JAMAIS 
4-  MIN HA-OLAM, VAD HA-OLAM BÉNI SOIT LE SEIGNEUR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5-  LE DIEU D’ISRAEL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
	6-  QUE LES NATIONS LE CHANTENT ET LOUENT 
	7-  ET ISRAEL DIRA AMEN ! 
	8-  QUE LES NATIONS CHANTENT ALLÉLUIA 
	9-  ET ISRAEL DIRA AMEN !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10-  ET ISRAEL DIRA …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Couplet 1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 QUAND LE CRI DU SEIGNEUR EST DANS LE CAMP 
12-  C’EST UN SON VICTORIEUX 
13-  CAR SA PUISSANTE VOIX DISPERSE NOS ENNEMIS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14-  AUCUNE ARME NE PEUT NOUS VAINCRE ICI 
15-  NOUS TRIOMPHONSDE TOUTE PART 
16-  PLUS QUE CONQUÉRANT PAR LA FORCE D’ADONAÏ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 MALGRÉ CES MURS DEVANT NOUS DE PARTOUT ILS NOUS ENTOURENT 
18-  ILS SONT RENVERSÉS LORSQU’EST PRONONCÉ 
19-  LE NOM AU-DESSUS DE TOUT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YESHUA HAMASHIACH EL GIBBOR, TU ES DIEU PUISSANT ! 
21-  YAHVEH NISSI BIEN HAUT ÉLÈVE TA BANNIÈRE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22-  ROCHER DE NOTRE SALUT LE MESSIE ET NOTRE JUSTICE 
23-  ADONAÏ JIRÉ, DIEU QUI POURVOIT EL SHADDAI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24-  QUAND LE CRI DU SEIGNEUR EST DANS LE CAMP 
25-  C’EST UN SON VICTORIEUX 
26-  CAR SA PUISSANTE VOIX DISPERSE NOS ENNEMIS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27-  AUCUNE ARME NE PEUT NOUS VAINCRE ICI 
28-  NOUS TRIOMPHONS DE TOUTE PART 
29-  PLUS QUE CONQUÉRANT PAR LA FORCE D’ADONAÏ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30-  MALGRÉ CES MURS DEVANT NOUS DE PARTOUT ILS NOUS ENTOURENT 
31-  ILS SONT RENVERSÉS LORSQU’EST PRONONCÉ 
32-  LE NOM AU-DESSUS DE TOUT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33-  YESHUA HAMASHIACH EL GIBBOR, TU ES DIEU PUISSANT ! 
34-  YAHVEH NISSI BIEN HAUT ÉLÈVE TA BANNIÈRE 
35-  ROCHER DE NOTRE SALUT LE MESSIE ET NOTRE JUSTICE 
36-  ADONAÏ JIRÉ, DIEU QUI POURVOIT
37-  EL SHADDAI, EL SHADDAI    x2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38-  QUE LES NATIONS LE CHANTENT ET LOUENT 
	39-  ET ISRAEL DIRA AMEN ! 
	40-  QUE LES NATIONS CHANTENT ALLÉLUIA 
	41-  ET ISRAEL DIRA AMEN !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42-  ET ISRAEL DIRA …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43-  BARUCH ADONAÏ ELOHEY YISRAEL ADONAÏ 
	44-  BÉNI SOIT LE SEIGNEUR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1-  BARUCH ADONAÏ ELOHEY YISRAEL ADONAÏ 
2-  BÉNI SOIT LE SEIGNEUR                                                         X2</a:t>
            </a:r>
          </a:p>
          <a:p>
            <a:r>
              <a:rPr lang="fr-FR" smtClean="0"/>
              <a:t>
3-  MIN HA-OLAM, VAD HA-OLAM LOUE SON NOM ENCORE ET À JAMAIS 
4-  MIN HA-OLAM, VAD HA-OLAM BÉNI SOIT LE SEIGNEUR </a:t>
            </a:r>
          </a:p>
          <a:p>
            <a:r>
              <a:rPr lang="fr-FR" smtClean="0"/>
              <a:t>5-  LE DIEU D’ISRAEL </a:t>
            </a:r>
          </a:p>
          <a:p>
            <a:endParaRPr lang="fr-FR" smtClean="0"/>
          </a:p>
          <a:p>
            <a:r>
              <a:rPr lang="fr-FR" smtClean="0"/>
              <a:t>	Refrain :
	6-  QUE LES NATIONS LE CHANTENT ET LOUENT 
	7-  ET ISRAEL DIRA AMEN ! 
	8-  QUE LES NATIONS CHANTENT ALLÉLUIA 
	9-  ET ISRAEL DIRA AMEN ! </a:t>
            </a:r>
          </a:p>
          <a:p>
            <a:endParaRPr lang="fr-FR" smtClean="0"/>
          </a:p>
          <a:p>
            <a:r>
              <a:rPr lang="fr-FR" smtClean="0"/>
              <a:t>	X2</a:t>
            </a:r>
          </a:p>
          <a:p>
            <a:r>
              <a:rPr lang="fr-FR" smtClean="0"/>
              <a:t>
	10-  ET ISRAEL DIRA … </a:t>
            </a:r>
          </a:p>
          <a:p>
            <a:r>
              <a:rPr lang="fr-FR" smtClean="0"/>
              <a:t>
Couplet 1</a:t>
            </a:r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r>
              <a:rPr lang="fr-FR" smtClean="0"/>
              <a:t>
11-  QUAND LE CRI DU SEIGNEUR EST DANS LE CAMP 
12-  C’EST UN SON VICTORIEUX 
13-  CAR SA PUISSANTE VOIX DISPERSE NOS ENNEMIS</a:t>
            </a:r>
          </a:p>
          <a:p>
            <a:r>
              <a:rPr lang="fr-FR" smtClean="0"/>
              <a:t> 
14-  AUCUNE ARME NE PEUT NOUS VAINCRE ICI 
15-  NOUS TRIOMPHONSDE TOUTE PART 
16-  PLUS QUE CONQUÉRANT PAR LA FORCE D’ADONAÏ </a:t>
            </a:r>
          </a:p>
          <a:p>
            <a:r>
              <a:rPr lang="fr-FR" smtClean="0"/>
              <a:t>
17-  MALGRÉ CES MURS DEVANT NOUS DE PARTOUT ILS NOUS ENTOURENT 
18-  ILS SONT RENVERSÉS LORSQU’EST PRONONCÉ 
19-  LE NOM AU-DESSUS DE TOUT </a:t>
            </a:r>
          </a:p>
          <a:p>
            <a:r>
              <a:rPr lang="fr-FR" smtClean="0"/>
              <a:t>
20-  YESHUA HAMASHIACH EL GIBBOR, TU ES DIEU PUISSANT ! 
21-  YAHVEH NISSI BIEN HAUT ÉLÈVE TA BANNIÈRE </a:t>
            </a:r>
          </a:p>
          <a:p>
            <a:r>
              <a:rPr lang="fr-FR" smtClean="0"/>
              <a:t>
22-  ROCHER DE NOTRE SALUT LE MESSIE ET NOTRE JUSTICE 
23-  ADONAÏ JIRÉ, DIEU QUI POURVOIT EL SHADDAI </a:t>
            </a:r>
          </a:p>
          <a:p>
            <a:r>
              <a:rPr lang="fr-FR" smtClean="0"/>
              <a:t>
24-  QUAND LE CRI DU SEIGNEUR EST DANS LE CAMP 
25-  C’EST UN SON VICTORIEUX 
26-  CAR SA PUISSANTE VOIX DISPERSE NOS ENNEMIS</a:t>
            </a:r>
          </a:p>
          <a:p>
            <a:r>
              <a:rPr lang="fr-FR" smtClean="0"/>
              <a:t>
27-  AUCUNE ARME NE PEUT NOUS VAINCRE ICI 
28-  NOUS TRIOMPHONS DE TOUTE PART 
29-  PLUS QUE CONQUÉRANT PAR LA FORCE D’ADONAÏ </a:t>
            </a:r>
          </a:p>
          <a:p>
            <a:r>
              <a:rPr lang="fr-FR" smtClean="0"/>
              <a:t>
30-  MALGRÉ CES MURS DEVANT NOUS DE PARTOUT ILS NOUS ENTOURENT 
31-  ILS SONT RENVERSÉS LORSQU’EST PRONONCÉ 
32-  LE NOM AU-DESSUS DE TOUT </a:t>
            </a:r>
          </a:p>
          <a:p>
            <a:r>
              <a:rPr lang="fr-FR" smtClean="0"/>
              <a:t>
33-  YESHUA HAMASHIACH EL GIBBOR, TU ES DIEU PUISSANT ! 
34-  YAHVEH NISSI BIEN HAUT ÉLÈVE TA BANNIÈRE 
35-  ROCHER DE NOTRE SALUT LE MESSIE ET NOTRE JUSTICE 
36-  ADONAÏ JIRÉ, DIEU QUI POURVOIT
37-  EL SHADDAI, EL SHADDAI    x2</a:t>
            </a:r>
          </a:p>
          <a:p>
            <a:endParaRPr lang="fr-FR" smtClean="0"/>
          </a:p>
          <a:p>
            <a:r>
              <a:rPr lang="fr-FR" smtClean="0"/>
              <a:t>
	38-  QUE LES NATIONS LE CHANTENT ET LOUENT 
	39-  ET ISRAEL DIRA AMEN ! 
	40-  QUE LES NATIONS CHANTENT ALLÉLUIA 
	41-  ET ISRAEL DIRA AMEN ! </a:t>
            </a:r>
          </a:p>
          <a:p>
            <a:endParaRPr lang="fr-FR" smtClean="0"/>
          </a:p>
          <a:p>
            <a:r>
              <a:rPr lang="fr-FR" smtClean="0"/>
              <a:t>	X2</a:t>
            </a:r>
          </a:p>
          <a:p>
            <a:r>
              <a:rPr lang="fr-FR" smtClean="0"/>
              <a:t>
	42-  ET ISRAEL DIRA … </a:t>
            </a:r>
          </a:p>
          <a:p>
            <a:r>
              <a:rPr lang="fr-FR" smtClean="0"/>
              <a:t>
	43-  BARUCH ADONAÏ ELOHEY YISRAEL ADONAÏ 
	44-  BÉNI SOIT LE SEIGNEUR 
</a:t>
            </a:r>
            <a:endParaRPr lang="fr-FR" smtClean="0"/>
          </a:p>
        </p:txBody>
      </p:sp>
    </p:spTree>
    <p:extLst>
      <p:ext uri="{BB962C8B-B14F-4D97-AF65-F5344CB8AC3E}">
        <p14:creationId xmlns="" xmlns:p14="http://schemas.microsoft.com/office/powerpoint/2010/main" val="187588459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BARUCH ADONAÏ ELOHEY YISRAEL ADONAÏ 
2-  BÉNI SOIT LE SEIGNEUR                             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3-  MIN HA-OLAM, VAD HA-OLAM LOUE SON NOM ENCORE ET À JAMAIS 
4-  MIN HA-OLAM, VAD HA-OLAM BÉNI SOIT LE SEIGNEUR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5-  LE DIEU D’ISRAEL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
	6-  QUE LES NATIONS LE CHANTENT ET LOUENT 
	7-  ET ISRAEL DIRA AMEN ! 
	8-  QUE LES NATIONS CHANTENT ALLÉLUIA 
	9-  ET ISRAEL DIRA AMEN !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10-  ET ISRAEL DIRA …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Couplet 1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 QUAND LE CRI DU SEIGNEUR EST DANS LE CAMP 
12-  C’EST UN SON VICTORIEUX 
13-  CAR SA PUISSANTE VOIX DISPERSE NOS ENNEMIS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14-  AUCUNE ARME NE PEUT NOUS VAINCRE ICI 
15-  NOUS TRIOMPHONSDE TOUTE PART 
16-  PLUS QUE CONQUÉRANT PAR LA FORCE D’ADONAÏ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 MALGRÉ CES MURS DEVANT NOUS DE PARTOUT ILS NOUS ENTOURENT 
18-  ILS SONT RENVERSÉS LORSQU’EST PRONONCÉ 
19-  LE NOM AU-DESSUS DE TOUT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YESHUA HAMASHIACH EL GIBBOR, TU ES DIEU PUISSANT ! 
21-  YAHVEH NISSI BIEN HAUT ÉLÈVE TA BANNIÈRE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22-  ROCHER DE NOTRE SALUT LE MESSIE ET NOTRE JUSTICE 
23-  ADONAÏ JIRÉ, DIEU QUI POURVOIT EL SHADDAI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24-  QUAND LE CRI DU SEIGNEUR EST DANS LE CAMP 
25-  C’EST UN SON VICTORIEUX 
26-  CAR SA PUISSANTE VOIX DISPERSE NOS ENNEMIS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27-  AUCUNE ARME NE PEUT NOUS VAINCRE ICI 
28-  NOUS TRIOMPHONS DE TOUTE PART 
29-  PLUS QUE CONQUÉRANT PAR LA FORCE D’ADONAÏ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30-  MALGRÉ CES MURS DEVANT NOUS DE PARTOUT ILS NOUS ENTOURENT 
31-  ILS SONT RENVERSÉS LORSQU’EST PRONONCÉ 
32-  LE NOM AU-DESSUS DE TOUT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33-  YESHUA HAMASHIACH EL GIBBOR, TU ES DIEU PUISSANT ! 
34-  YAHVEH NISSI BIEN HAUT ÉLÈVE TA BANNIÈRE 
35-  ROCHER DE NOTRE SALUT LE MESSIE ET NOTRE JUSTICE 
36-  ADONAÏ JIRÉ, DIEU QUI POURVOIT
37-  EL SHADDAI, EL SHADDAI    x2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38-  QUE LES NATIONS LE CHANTENT ET LOUENT 
	39-  ET ISRAEL DIRA AMEN ! 
	40-  QUE LES NATIONS CHANTENT ALLÉLUIA 
	41-  ET ISRAEL DIRA AMEN !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42-  ET ISRAEL DIRA …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43-  BARUCH ADONAÏ ELOHEY YISRAEL ADONAÏ 
	44-  BÉNI SOIT LE SEIGNEUR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1-  BARUCH ADONAÏ ELOHEY YISRAEL ADONAÏ 
2-  BÉNI SOIT LE SEIGNEUR                                                         X2</a:t>
            </a:r>
          </a:p>
          <a:p>
            <a:r>
              <a:rPr lang="fr-FR" smtClean="0"/>
              <a:t>
3-  MIN HA-OLAM, VAD HA-OLAM LOUE SON NOM ENCORE ET À JAMAIS 
4-  MIN HA-OLAM, VAD HA-OLAM BÉNI SOIT LE SEIGNEUR </a:t>
            </a:r>
          </a:p>
          <a:p>
            <a:r>
              <a:rPr lang="fr-FR" smtClean="0"/>
              <a:t>5-  LE DIEU D’ISRAEL </a:t>
            </a:r>
          </a:p>
          <a:p>
            <a:endParaRPr lang="fr-FR" smtClean="0"/>
          </a:p>
          <a:p>
            <a:r>
              <a:rPr lang="fr-FR" smtClean="0"/>
              <a:t>	Refrain :
	6-  QUE LES NATIONS LE CHANTENT ET LOUENT 
	7-  ET ISRAEL DIRA AMEN ! 
	8-  QUE LES NATIONS CHANTENT ALLÉLUIA 
	9-  ET ISRAEL DIRA AMEN ! </a:t>
            </a:r>
          </a:p>
          <a:p>
            <a:endParaRPr lang="fr-FR" smtClean="0"/>
          </a:p>
          <a:p>
            <a:r>
              <a:rPr lang="fr-FR" smtClean="0"/>
              <a:t>	X2</a:t>
            </a:r>
          </a:p>
          <a:p>
            <a:r>
              <a:rPr lang="fr-FR" smtClean="0"/>
              <a:t>
	10-  ET ISRAEL DIRA … </a:t>
            </a:r>
          </a:p>
          <a:p>
            <a:r>
              <a:rPr lang="fr-FR" smtClean="0"/>
              <a:t>
Couplet 1</a:t>
            </a:r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r>
              <a:rPr lang="fr-FR" smtClean="0"/>
              <a:t>
11-  QUAND LE CRI DU SEIGNEUR EST DANS LE CAMP 
12-  C’EST UN SON VICTORIEUX 
13-  CAR SA PUISSANTE VOIX DISPERSE NOS ENNEMIS</a:t>
            </a:r>
          </a:p>
          <a:p>
            <a:r>
              <a:rPr lang="fr-FR" smtClean="0"/>
              <a:t> 
14-  AUCUNE ARME NE PEUT NOUS VAINCRE ICI 
15-  NOUS TRIOMPHONSDE TOUTE PART 
16-  PLUS QUE CONQUÉRANT PAR LA FORCE D’ADONAÏ </a:t>
            </a:r>
          </a:p>
          <a:p>
            <a:r>
              <a:rPr lang="fr-FR" smtClean="0"/>
              <a:t>
17-  MALGRÉ CES MURS DEVANT NOUS DE PARTOUT ILS NOUS ENTOURENT 
18-  ILS SONT RENVERSÉS LORSQU’EST PRONONCÉ 
19-  LE NOM AU-DESSUS DE TOUT </a:t>
            </a:r>
          </a:p>
          <a:p>
            <a:r>
              <a:rPr lang="fr-FR" smtClean="0"/>
              <a:t>
20-  YESHUA HAMASHIACH EL GIBBOR, TU ES DIEU PUISSANT ! 
21-  YAHVEH NISSI BIEN HAUT ÉLÈVE TA BANNIÈRE </a:t>
            </a:r>
          </a:p>
          <a:p>
            <a:r>
              <a:rPr lang="fr-FR" smtClean="0"/>
              <a:t>
22-  ROCHER DE NOTRE SALUT LE MESSIE ET NOTRE JUSTICE 
23-  ADONAÏ JIRÉ, DIEU QUI POURVOIT EL SHADDAI </a:t>
            </a:r>
          </a:p>
          <a:p>
            <a:r>
              <a:rPr lang="fr-FR" smtClean="0"/>
              <a:t>
24-  QUAND LE CRI DU SEIGNEUR EST DANS LE CAMP 
25-  C’EST UN SON VICTORIEUX 
26-  CAR SA PUISSANTE VOIX DISPERSE NOS ENNEMIS</a:t>
            </a:r>
          </a:p>
          <a:p>
            <a:r>
              <a:rPr lang="fr-FR" smtClean="0"/>
              <a:t>
27-  AUCUNE ARME NE PEUT NOUS VAINCRE ICI 
28-  NOUS TRIOMPHONS DE TOUTE PART 
29-  PLUS QUE CONQUÉRANT PAR LA FORCE D’ADONAÏ </a:t>
            </a:r>
          </a:p>
          <a:p>
            <a:r>
              <a:rPr lang="fr-FR" smtClean="0"/>
              <a:t>
30-  MALGRÉ CES MURS DEVANT NOUS DE PARTOUT ILS NOUS ENTOURENT 
31-  ILS SONT RENVERSÉS LORSQU’EST PRONONCÉ 
32-  LE NOM AU-DESSUS DE TOUT </a:t>
            </a:r>
          </a:p>
          <a:p>
            <a:r>
              <a:rPr lang="fr-FR" smtClean="0"/>
              <a:t>
33-  YESHUA HAMASHIACH EL GIBBOR, TU ES DIEU PUISSANT ! 
34-  YAHVEH NISSI BIEN HAUT ÉLÈVE TA BANNIÈRE 
35-  ROCHER DE NOTRE SALUT LE MESSIE ET NOTRE JUSTICE 
36-  ADONAÏ JIRÉ, DIEU QUI POURVOIT
37-  EL SHADDAI, EL SHADDAI    x2</a:t>
            </a:r>
          </a:p>
          <a:p>
            <a:endParaRPr lang="fr-FR" smtClean="0"/>
          </a:p>
          <a:p>
            <a:r>
              <a:rPr lang="fr-FR" smtClean="0"/>
              <a:t>
	38-  QUE LES NATIONS LE CHANTENT ET LOUENT 
	39-  ET ISRAEL DIRA AMEN ! 
	40-  QUE LES NATIONS CHANTENT ALLÉLUIA 
	41-  ET ISRAEL DIRA AMEN ! </a:t>
            </a:r>
          </a:p>
          <a:p>
            <a:endParaRPr lang="fr-FR" smtClean="0"/>
          </a:p>
          <a:p>
            <a:r>
              <a:rPr lang="fr-FR" smtClean="0"/>
              <a:t>	X2</a:t>
            </a:r>
          </a:p>
          <a:p>
            <a:r>
              <a:rPr lang="fr-FR" smtClean="0"/>
              <a:t>
	42-  ET ISRAEL DIRA … </a:t>
            </a:r>
          </a:p>
          <a:p>
            <a:r>
              <a:rPr lang="fr-FR" smtClean="0"/>
              <a:t>
	43-  BARUCH ADONAÏ ELOHEY YISRAEL ADONAÏ 
	44-  BÉNI SOIT LE SEIGNEUR 
</a:t>
            </a:r>
            <a:endParaRPr lang="fr-FR" smtClean="0"/>
          </a:p>
        </p:txBody>
      </p:sp>
    </p:spTree>
    <p:extLst>
      <p:ext uri="{BB962C8B-B14F-4D97-AF65-F5344CB8AC3E}">
        <p14:creationId xmlns="" xmlns:p14="http://schemas.microsoft.com/office/powerpoint/2010/main" val="40361416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BARUCH ADONAÏ ELOHEY YISRAEL ADONAÏ 
2-  BÉNI SOIT LE SEIGNEUR                                                        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3-  MIN HA-OLAM, VAD HA-OLAM LOUE SON NOM ENCORE ET À JAMAIS 
4-  MIN HA-OLAM, VAD HA-OLAM BÉNI SOIT LE SEIGNEUR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5-  LE DIEU D’ISRAEL 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
	6-  QUE LES NATIONS LE CHANTENT ET LOUENT 
	7-  ET ISRAEL DIRA AMEN ! 
	8-  QUE LES NATIONS CHANTENT ALLÉLUIA 
	9-  ET ISRAEL DIRA AMEN ! 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10-  ET ISRAEL DIRA …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Couplet 1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 QUAND LE CRI DU SEIGNEUR EST DANS LE CAMP 
12-  C’EST UN SON VICTORIEUX 
13-  CAR SA PUISSANTE VOIX DISPERSE NOS ENNEMIS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14-  AUCUNE ARME NE PEUT NOUS VAINCRE ICI 
15-  NOUS TRIOMPHONSDE TOUTE PART 
16-  PLUS QUE CONQUÉRANT PAR LA FORCE D’ADONAÏ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 MALGRÉ CES MURS DEVANT NOUS DE PARTOUT ILS NOUS ENTOURENT 
18-  ILS SONT RENVERSÉS LORSQU’EST PRONONCÉ 
19-  LE NOM AU-DESSUS DE TOUT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YESHUA HAMASHIACH EL GIBBOR, TU ES DIEU PUISSANT ! 
21-  YAHVEH NISSI BIEN HAUT ÉLÈVE TA BANNIÈRE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22-  ROCHER DE NOTRE SALUT LE MESSIE ET NOTRE JUSTICE 
23-  ADONAÏ JIRÉ, DIEU QUI POURVOIT EL SHADDAI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24-  QUAND LE CRI DU SEIGNEUR EST DANS LE CAMP 
25-  C’EST UN SON VICTORIEUX 
26-  CAR SA PUISSANTE VOIX DISPERSE NOS ENNEMIS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27-  AUCUNE ARME NE PEUT NOUS VAINCRE ICI 
28-  NOUS TRIOMPHONS DE TOUTE PART 
29-  PLUS QUE CONQUÉRANT PAR LA FORCE D’ADONAÏ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30-  MALGRÉ CES MURS DEVANT NOUS DE PARTOUT ILS NOUS ENTOURENT 
31-  ILS SONT RENVERSÉS LORSQU’EST PRONONCÉ 
32-  LE NOM AU-DESSUS DE TOUT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33-  YESHUA HAMASHIACH EL GIBBOR, TU ES DIEU PUISSANT ! 
34-  YAHVEH NISSI BIEN HAUT ÉLÈVE TA BANNIÈRE 
35-  ROCHER DE NOTRE SALUT LE MESSIE ET NOTRE JUSTICE 
36-  ADONAÏ JIRÉ, DIEU QUI POURVOIT
37-  EL SHADDAI, EL SHADDAI    x2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38-  QUE LES NATIONS LE CHANTENT ET LOUENT 
	39-  ET ISRAEL DIRA AMEN ! 
	40-  QUE LES NATIONS CHANTENT ALLÉLUIA 
	41-  ET ISRAEL DIRA AMEN ! 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42-  ET ISRAEL DIRA …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43-  BARUCH ADONAÏ ELOHEY YISRAEL ADONAÏ 
	44-  BÉNI SOIT LE SEIGNEUR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1-  BARUCH ADONAÏ ELOHEY YISRAEL ADONAÏ 
2-  BÉNI SOIT LE SEIGNEUR                                                         X2</a:t>
            </a:r>
          </a:p>
          <a:p>
            <a:r>
              <a:rPr lang="fr-FR" smtClean="0"/>
              <a:t>
3-  MIN HA-OLAM, VAD HA-OLAM LOUE SON NOM ENCORE ET À JAMAIS 
4-  MIN HA-OLAM, VAD HA-OLAM BÉNI SOIT LE SEIGNEUR </a:t>
            </a:r>
          </a:p>
          <a:p>
            <a:r>
              <a:rPr lang="fr-FR" smtClean="0"/>
              <a:t>5-  LE DIEU D’ISRAEL </a:t>
            </a:r>
          </a:p>
          <a:p>
            <a:endParaRPr lang="fr-FR" smtClean="0"/>
          </a:p>
          <a:p>
            <a:r>
              <a:rPr lang="fr-FR" smtClean="0"/>
              <a:t>	Refrain :
	6-  QUE LES NATIONS LE CHANTENT ET LOUENT 
	7-  ET ISRAEL DIRA AMEN ! 
	8-  QUE LES NATIONS CHANTENT ALLÉLUIA 
	9-  ET ISRAEL DIRA AMEN ! </a:t>
            </a:r>
          </a:p>
          <a:p>
            <a:endParaRPr lang="fr-FR" smtClean="0"/>
          </a:p>
          <a:p>
            <a:r>
              <a:rPr lang="fr-FR" smtClean="0"/>
              <a:t>	X2</a:t>
            </a:r>
          </a:p>
          <a:p>
            <a:r>
              <a:rPr lang="fr-FR" smtClean="0"/>
              <a:t>
	10-  ET ISRAEL DIRA … </a:t>
            </a:r>
          </a:p>
          <a:p>
            <a:r>
              <a:rPr lang="fr-FR" smtClean="0"/>
              <a:t>
Couplet 1</a:t>
            </a:r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r>
              <a:rPr lang="fr-FR" smtClean="0"/>
              <a:t>
11-  QUAND LE CRI DU SEIGNEUR EST DANS LE CAMP 
12-  C’EST UN SON VICTORIEUX 
13-  CAR SA PUISSANTE VOIX DISPERSE NOS ENNEMIS</a:t>
            </a:r>
          </a:p>
          <a:p>
            <a:r>
              <a:rPr lang="fr-FR" smtClean="0"/>
              <a:t> 
14-  AUCUNE ARME NE PEUT NOUS VAINCRE ICI 
15-  NOUS TRIOMPHONSDE TOUTE PART 
16-  PLUS QUE CONQUÉRANT PAR LA FORCE D’ADONAÏ </a:t>
            </a:r>
          </a:p>
          <a:p>
            <a:r>
              <a:rPr lang="fr-FR" smtClean="0"/>
              <a:t>
17-  MALGRÉ CES MURS DEVANT NOUS DE PARTOUT ILS NOUS ENTOURENT 
18-  ILS SONT RENVERSÉS LORSQU’EST PRONONCÉ 
19-  LE NOM AU-DESSUS DE TOUT </a:t>
            </a:r>
          </a:p>
          <a:p>
            <a:r>
              <a:rPr lang="fr-FR" smtClean="0"/>
              <a:t>
20-  YESHUA HAMASHIACH EL GIBBOR, TU ES DIEU PUISSANT ! 
21-  YAHVEH NISSI BIEN HAUT ÉLÈVE TA BANNIÈRE </a:t>
            </a:r>
          </a:p>
          <a:p>
            <a:r>
              <a:rPr lang="fr-FR" smtClean="0"/>
              <a:t>
22-  ROCHER DE NOTRE SALUT LE MESSIE ET NOTRE JUSTICE 
23-  ADONAÏ JIRÉ, DIEU QUI POURVOIT EL SHADDAI </a:t>
            </a:r>
          </a:p>
          <a:p>
            <a:r>
              <a:rPr lang="fr-FR" smtClean="0"/>
              <a:t>
24-  QUAND LE CRI DU SEIGNEUR EST DANS LE CAMP 
25-  C’EST UN SON VICTORIEUX 
26-  CAR SA PUISSANTE VOIX DISPERSE NOS ENNEMIS</a:t>
            </a:r>
          </a:p>
          <a:p>
            <a:r>
              <a:rPr lang="fr-FR" smtClean="0"/>
              <a:t>
27-  AUCUNE ARME NE PEUT NOUS VAINCRE ICI 
28-  NOUS TRIOMPHONS DE TOUTE PART 
29-  PLUS QUE CONQUÉRANT PAR LA FORCE D’ADONAÏ </a:t>
            </a:r>
          </a:p>
          <a:p>
            <a:r>
              <a:rPr lang="fr-FR" smtClean="0"/>
              <a:t>
30-  MALGRÉ CES MURS DEVANT NOUS DE PARTOUT ILS NOUS ENTOURENT 
31-  ILS SONT RENVERSÉS LORSQU’EST PRONONCÉ 
32-  LE NOM AU-DESSUS DE TOUT </a:t>
            </a:r>
          </a:p>
          <a:p>
            <a:r>
              <a:rPr lang="fr-FR" smtClean="0"/>
              <a:t>
33-  YESHUA HAMASHIACH EL GIBBOR, TU ES DIEU PUISSANT ! 
34-  YAHVEH NISSI BIEN HAUT ÉLÈVE TA BANNIÈRE 
35-  ROCHER DE NOTRE SALUT LE MESSIE ET NOTRE JUSTICE 
36-  ADONAÏ JIRÉ, DIEU QUI POURVOIT
37-  EL SHADDAI, EL SHADDAI    x2</a:t>
            </a:r>
          </a:p>
          <a:p>
            <a:endParaRPr lang="fr-FR" smtClean="0"/>
          </a:p>
          <a:p>
            <a:r>
              <a:rPr lang="fr-FR" smtClean="0"/>
              <a:t>
	38-  QUE LES NATIONS LE CHANTENT ET LOUENT 
	39-  ET ISRAEL DIRA AMEN ! 
	40-  QUE LES NATIONS CHANTENT ALLÉLUIA 
	41-  ET ISRAEL DIRA AMEN ! </a:t>
            </a:r>
          </a:p>
          <a:p>
            <a:endParaRPr lang="fr-FR" smtClean="0"/>
          </a:p>
          <a:p>
            <a:r>
              <a:rPr lang="fr-FR" smtClean="0"/>
              <a:t>	X2</a:t>
            </a:r>
          </a:p>
          <a:p>
            <a:r>
              <a:rPr lang="fr-FR" smtClean="0"/>
              <a:t>
	42-  ET ISRAEL DIRA … </a:t>
            </a:r>
          </a:p>
          <a:p>
            <a:r>
              <a:rPr lang="fr-FR" smtClean="0"/>
              <a:t>
	43-  BARUCH ADONAÏ ELOHEY YISRAEL ADONAÏ 
	44-  BÉNI SOIT LE SEIGNEUR 
</a:t>
            </a:r>
            <a:endParaRPr lang="fr-FR" smtClean="0"/>
          </a:p>
        </p:txBody>
      </p:sp>
    </p:spTree>
    <p:extLst>
      <p:ext uri="{BB962C8B-B14F-4D97-AF65-F5344CB8AC3E}">
        <p14:creationId xmlns="" xmlns:p14="http://schemas.microsoft.com/office/powerpoint/2010/main" val="4151596876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BARUCH ADONAÏ ELOHEY YISRAEL ADONAÏ 
2-  BÉNI SOIT LE SEIGNEUR                             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3-  MIN HA-OLAM, VAD HA-OLAM LOUE SON NOM ENCORE ET À JAMAIS 
4-  MIN HA-OLAM, VAD HA-OLAM BÉNI SOIT LE SEIGNEUR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5-  LE DIEU D’ISRAEL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
	6-  QUE LES NATIONS LE CHANTENT ET LOUENT 
	7-  ET ISRAEL DIRA AMEN ! 
	8-  QUE LES NATIONS CHANTENT ALLÉLUIA 
	9-  ET ISRAEL DIRA AMEN !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10-  ET ISRAEL DIRA …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Couplet 1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 QUAND LE CRI DU SEIGNEUR EST DANS LE CAMP 
12-  C’EST UN SON VICTORIEUX 
13-  CAR SA PUISSANTE VOIX DISPERSE NOS ENNEMIS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14-  AUCUNE ARME NE PEUT NOUS VAINCRE ICI 
15-  NOUS TRIOMPHONSDE TOUTE PART 
16-  PLUS QUE CONQUÉRANT PAR LA FORCE D’ADONAÏ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 MALGRÉ CES MURS DEVANT NOUS DE PARTOUT ILS NOUS ENTOURENT 
18-  ILS SONT RENVERSÉS LORSQU’EST PRONONCÉ 
19-  LE NOM AU-DESSUS DE TOUT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YESHUA HAMASHIACH EL GIBBOR, TU ES DIEU PUISSANT ! 
21-  YAHVEH NISSI BIEN HAUT ÉLÈVE TA BANNIÈRE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22-  ROCHER DE NOTRE SALUT LE MESSIE ET NOTRE JUSTICE 
23-  ADONAÏ JIRÉ, DIEU QUI POURVOIT EL SHADDAI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24-  QUAND LE CRI DU SEIGNEUR EST DANS LE CAMP 
25-  C’EST UN SON VICTORIEUX 
26-  CAR SA PUISSANTE VOIX DISPERSE NOS ENNEMIS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27-  AUCUNE ARME NE PEUT NOUS VAINCRE ICI 
28-  NOUS TRIOMPHONS DE TOUTE PART 
29-  PLUS QUE CONQUÉRANT PAR LA FORCE D’ADONAÏ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30-  MALGRÉ CES MURS DEVANT NOUS DE PARTOUT ILS NOUS ENTOURENT 
31-  ILS SONT RENVERSÉS LORSQU’EST PRONONCÉ 
32-  LE NOM AU-DESSUS DE TOUT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33-  YESHUA HAMASHIACH EL GIBBOR, TU ES DIEU PUISSANT ! 
34-  YAHVEH NISSI BIEN HAUT ÉLÈVE TA BANNIÈRE 
35-  ROCHER DE NOTRE SALUT LE MESSIE ET NOTRE JUSTICE 
36-  ADONAÏ JIRÉ, DIEU QUI POURVOIT
37-  EL SHADDAI, EL SHADDAI    x2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38-  QUE LES NATIONS LE CHANTENT ET LOUENT 
	39-  ET ISRAEL DIRA AMEN ! 
	40-  QUE LES NATIONS CHANTENT ALLÉLUIA 
	41-  ET ISRAEL DIRA AMEN !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42-  ET ISRAEL DIRA …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43-  BARUCH ADONAÏ ELOHEY YISRAEL ADONAÏ 
	44-  BÉNI SOIT LE SEIGNEUR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1-  BARUCH ADONAÏ ELOHEY YISRAEL ADONAÏ 
2-  BÉNI SOIT LE SEIGNEUR                                                         X2</a:t>
            </a:r>
          </a:p>
          <a:p>
            <a:r>
              <a:rPr lang="fr-FR" smtClean="0"/>
              <a:t>
3-  MIN HA-OLAM, VAD HA-OLAM LOUE SON NOM ENCORE ET À JAMAIS 
4-  MIN HA-OLAM, VAD HA-OLAM BÉNI SOIT LE SEIGNEUR </a:t>
            </a:r>
          </a:p>
          <a:p>
            <a:r>
              <a:rPr lang="fr-FR" smtClean="0"/>
              <a:t>5-  LE DIEU D’ISRAEL </a:t>
            </a:r>
          </a:p>
          <a:p>
            <a:endParaRPr lang="fr-FR" smtClean="0"/>
          </a:p>
          <a:p>
            <a:r>
              <a:rPr lang="fr-FR" smtClean="0"/>
              <a:t>	Refrain :
	6-  QUE LES NATIONS LE CHANTENT ET LOUENT 
	7-  ET ISRAEL DIRA AMEN ! 
	8-  QUE LES NATIONS CHANTENT ALLÉLUIA 
	9-  ET ISRAEL DIRA AMEN ! </a:t>
            </a:r>
          </a:p>
          <a:p>
            <a:endParaRPr lang="fr-FR" smtClean="0"/>
          </a:p>
          <a:p>
            <a:r>
              <a:rPr lang="fr-FR" smtClean="0"/>
              <a:t>	X2</a:t>
            </a:r>
          </a:p>
          <a:p>
            <a:r>
              <a:rPr lang="fr-FR" smtClean="0"/>
              <a:t>
	10-  ET ISRAEL DIRA … </a:t>
            </a:r>
          </a:p>
          <a:p>
            <a:r>
              <a:rPr lang="fr-FR" smtClean="0"/>
              <a:t>
Couplet 1</a:t>
            </a:r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r>
              <a:rPr lang="fr-FR" smtClean="0"/>
              <a:t>
11-  QUAND LE CRI DU SEIGNEUR EST DANS LE CAMP 
12-  C’EST UN SON VICTORIEUX 
13-  CAR SA PUISSANTE VOIX DISPERSE NOS ENNEMIS</a:t>
            </a:r>
          </a:p>
          <a:p>
            <a:r>
              <a:rPr lang="fr-FR" smtClean="0"/>
              <a:t> 
14-  AUCUNE ARME NE PEUT NOUS VAINCRE ICI 
15-  NOUS TRIOMPHONSDE TOUTE PART 
16-  PLUS QUE CONQUÉRANT PAR LA FORCE D’ADONAÏ </a:t>
            </a:r>
          </a:p>
          <a:p>
            <a:r>
              <a:rPr lang="fr-FR" smtClean="0"/>
              <a:t>
17-  MALGRÉ CES MURS DEVANT NOUS DE PARTOUT ILS NOUS ENTOURENT 
18-  ILS SONT RENVERSÉS LORSQU’EST PRONONCÉ 
19-  LE NOM AU-DESSUS DE TOUT </a:t>
            </a:r>
          </a:p>
          <a:p>
            <a:r>
              <a:rPr lang="fr-FR" smtClean="0"/>
              <a:t>
20-  YESHUA HAMASHIACH EL GIBBOR, TU ES DIEU PUISSANT ! 
21-  YAHVEH NISSI BIEN HAUT ÉLÈVE TA BANNIÈRE </a:t>
            </a:r>
          </a:p>
          <a:p>
            <a:r>
              <a:rPr lang="fr-FR" smtClean="0"/>
              <a:t>
22-  ROCHER DE NOTRE SALUT LE MESSIE ET NOTRE JUSTICE 
23-  ADONAÏ JIRÉ, DIEU QUI POURVOIT EL SHADDAI </a:t>
            </a:r>
          </a:p>
          <a:p>
            <a:r>
              <a:rPr lang="fr-FR" smtClean="0"/>
              <a:t>
24-  QUAND LE CRI DU SEIGNEUR EST DANS LE CAMP 
25-  C’EST UN SON VICTORIEUX 
26-  CAR SA PUISSANTE VOIX DISPERSE NOS ENNEMIS</a:t>
            </a:r>
          </a:p>
          <a:p>
            <a:r>
              <a:rPr lang="fr-FR" smtClean="0"/>
              <a:t>
27-  AUCUNE ARME NE PEUT NOUS VAINCRE ICI 
28-  NOUS TRIOMPHONS DE TOUTE PART 
29-  PLUS QUE CONQUÉRANT PAR LA FORCE D’ADONAÏ </a:t>
            </a:r>
          </a:p>
          <a:p>
            <a:r>
              <a:rPr lang="fr-FR" smtClean="0"/>
              <a:t>
30-  MALGRÉ CES MURS DEVANT NOUS DE PARTOUT ILS NOUS ENTOURENT 
31-  ILS SONT RENVERSÉS LORSQU’EST PRONONCÉ 
32-  LE NOM AU-DESSUS DE TOUT </a:t>
            </a:r>
          </a:p>
          <a:p>
            <a:r>
              <a:rPr lang="fr-FR" smtClean="0"/>
              <a:t>
33-  YESHUA HAMASHIACH EL GIBBOR, TU ES DIEU PUISSANT ! 
34-  YAHVEH NISSI BIEN HAUT ÉLÈVE TA BANNIÈRE 
35-  ROCHER DE NOTRE SALUT LE MESSIE ET NOTRE JUSTICE 
36-  ADONAÏ JIRÉ, DIEU QUI POURVOIT
37-  EL SHADDAI, EL SHADDAI    x2</a:t>
            </a:r>
          </a:p>
          <a:p>
            <a:endParaRPr lang="fr-FR" smtClean="0"/>
          </a:p>
          <a:p>
            <a:r>
              <a:rPr lang="fr-FR" smtClean="0"/>
              <a:t>
	38-  QUE LES NATIONS LE CHANTENT ET LOUENT 
	39-  ET ISRAEL DIRA AMEN ! 
	40-  QUE LES NATIONS CHANTENT ALLÉLUIA 
	41-  ET ISRAEL DIRA AMEN ! </a:t>
            </a:r>
          </a:p>
          <a:p>
            <a:endParaRPr lang="fr-FR" smtClean="0"/>
          </a:p>
          <a:p>
            <a:r>
              <a:rPr lang="fr-FR" smtClean="0"/>
              <a:t>	X2</a:t>
            </a:r>
          </a:p>
          <a:p>
            <a:r>
              <a:rPr lang="fr-FR" smtClean="0"/>
              <a:t>
	42-  ET ISRAEL DIRA … </a:t>
            </a:r>
          </a:p>
          <a:p>
            <a:r>
              <a:rPr lang="fr-FR" smtClean="0"/>
              <a:t>
	43-  BARUCH ADONAÏ ELOHEY YISRAEL ADONAÏ 
	44-  BÉNI SOIT LE SEIGNEUR 
</a:t>
            </a:r>
            <a:endParaRPr lang="fr-FR" smtClean="0"/>
          </a:p>
        </p:txBody>
      </p:sp>
    </p:spTree>
    <p:extLst>
      <p:ext uri="{BB962C8B-B14F-4D97-AF65-F5344CB8AC3E}">
        <p14:creationId xmlns="" xmlns:p14="http://schemas.microsoft.com/office/powerpoint/2010/main" val="31240609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5CC59E-7D1E-4F01-9F56-5E381E9D621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7821F4-FCF3-4E59-99F6-41BA84B2C09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240ECE-20E6-4946-A7EF-79E7396C5CD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8BC1BB-849D-43A7-B866-1CB92D567A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EC5B45-4095-4228-BDBC-2A564303231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1E1DA2-E99B-4B4C-9271-FCE4A8903E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0BA51E-E4AE-4097-89B8-F79FBA162A8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B32D6D-9D18-4971-9E34-6BC0833C02B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D728AC-FBA5-4A8B-8058-AB296DE2A77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3DB35A-6AB0-4873-B73C-8E6E224E5D0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3231ED-B4C7-4F0B-A493-3E9A104EEE7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D7AEA990-3CAF-4C04-AF86-A9B781D94F8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BARUCH ADONAÏ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ELOHEY YISRAEL ADONAÏ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BÉNI SOIT LE SEIGNEUR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979003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MIN HA-OLAM, VAD HA-OLAM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LOUE SON NOM ENCORE ET À JAMAIS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4044765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MIN HA-OLAM, VAD HA-OLAM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BÉNI SOIT LE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SEIGNEUR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3501906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DIEU D’ISRAËL 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2278650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LES NATIONS LE CHANTENT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LOUENT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3330776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ISRAËL DIRA AMEN !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2862956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LES NATIONS CHANTENT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ALLÉLUIA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3800200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ISRAËL DIRA AMEN !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1751390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ISRAËL DIRA 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2915165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QUAND LE CRI DU SEIGNEUR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EST DANS LE CAMP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743273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C’EST UN SON VICTORIEUX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4094001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CAR SA PUISSANTE VOIX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DISPERSE NOS ENNEMIS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3424931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AUCUNE ARME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NE PEUT NOUS VAINCRE ICI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410047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NOUS </a:t>
            </a: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TRIOMPHONS DE </a:t>
            </a: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TOUTE PART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408927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PLUS QUE CONQUÉRANT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PAR LA FORCE D’ADONAÏ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1474576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MALGRÉ CES MURS DEVANT NOUS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 PARTOUT ILS NOUS ENTOURENT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2088934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ILS SONT RENVERSÉS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LORSQU’EST PRONONCÉ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1019860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NOM AU-DESSUS DE TOUT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3549151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YESHUA HAMASHIACH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EL GIBBOR, TU ES DIEU PUISSANT !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2819817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YAHVEH NISSI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BIEN HAUT ÉLÈVE TA BANNIÈRE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1575869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ROCHER DE NOTRE SALUT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MESSIE ET NOTRE JUSTICE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4168174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ADONAÏ JIRÉ, DIEU QUI POURVOIT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EL SHADDAI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3435938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QUAND LE CRI DU SEIGNEUR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EST DANS LE CAMP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193599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C’EST UN SON VICTORIEUX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3144202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CAR SA PUISSANTE VOIX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DISPERSE NOS ENNEMIS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1859288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AUCUNE ARME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NE PEUT NOUS VAINCRE ICI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701796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NOUS TRIOMPHONS DE TOUTES PARTS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1798865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PLUS QUE CONQUÉRANTS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PAR LA FORCE D’ADONAÏ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2004083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MALGRÉ CES MURS DEVANT NOUS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 PARTOUT ILS NOUS ENTOURENT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3270324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ILS SONT RENVERSÉS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LORSQUE EST PRONONCÉ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3598775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NOM AU-DESSUS DE TOUT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2414176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YESHUA HAMASHIACH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EL GIBBOR, TU ES DIEU PUISSANT !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1402957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YAHVEH NISSI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BIEN HAUT ÉLÈVE TA BANNIÈRE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1945029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ROCHER DE NOTRE SALUT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MESSIE ET NOTRE JUSTICE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4079398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ADONAÏ JIRÉ, DIEU QUI POURVOIT</a:t>
            </a:r>
          </a:p>
        </p:txBody>
      </p:sp>
    </p:spTree>
    <p:extLst>
      <p:ext uri="{BB962C8B-B14F-4D97-AF65-F5344CB8AC3E}">
        <p14:creationId xmlns="" xmlns:p14="http://schemas.microsoft.com/office/powerpoint/2010/main" val="218907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EL SHADDAÏ, EL SHADDAÏ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3953556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LES NATIONS LE CHANTENT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LOUENT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3826750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ISRAËL DIRA AMEN !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10113844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LES NATIONS CHANTENT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ALLÉLUIA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79581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ISRAËL DIRA AMEN !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65139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ISRAËL DIRA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2936575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BARUCH ADONAÏ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ELOHEY YISRAEL ADONAÏ</a:t>
            </a:r>
          </a:p>
        </p:txBody>
      </p:sp>
    </p:spTree>
    <p:extLst>
      <p:ext uri="{BB962C8B-B14F-4D97-AF65-F5344CB8AC3E}">
        <p14:creationId xmlns="" xmlns:p14="http://schemas.microsoft.com/office/powerpoint/2010/main" val="2659832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BÉNI SOIT LE SEIGNEUR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2146167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1696</TotalTime>
  <Words>974</Words>
  <Application>Microsoft Office PowerPoint</Application>
  <PresentationFormat>Affichage à l'écran (4:3)</PresentationFormat>
  <Paragraphs>2445</Paragraphs>
  <Slides>44</Slides>
  <Notes>44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44</vt:i4>
      </vt:variant>
    </vt:vector>
  </HeadingPairs>
  <TitlesOfParts>
    <vt:vector size="45" baseType="lpstr"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Diapositive 19</vt:lpstr>
      <vt:lpstr>Diapositive 20</vt:lpstr>
      <vt:lpstr>Diapositive 21</vt:lpstr>
      <vt:lpstr>Diapositive 22</vt:lpstr>
      <vt:lpstr>Diapositive 23</vt:lpstr>
      <vt:lpstr>Diapositive 24</vt:lpstr>
      <vt:lpstr>Diapositive 25</vt:lpstr>
      <vt:lpstr>Diapositive 26</vt:lpstr>
      <vt:lpstr>Diapositive 27</vt:lpstr>
      <vt:lpstr>Diapositive 28</vt:lpstr>
      <vt:lpstr>Diapositive 29</vt:lpstr>
      <vt:lpstr>Diapositive 30</vt:lpstr>
      <vt:lpstr>Diapositive 31</vt:lpstr>
      <vt:lpstr>Diapositive 32</vt:lpstr>
      <vt:lpstr>Diapositive 33</vt:lpstr>
      <vt:lpstr>Diapositive 34</vt:lpstr>
      <vt:lpstr>Diapositive 35</vt:lpstr>
      <vt:lpstr>Diapositive 36</vt:lpstr>
      <vt:lpstr>Diapositive 37</vt:lpstr>
      <vt:lpstr>Diapositive 38</vt:lpstr>
      <vt:lpstr>Diapositive 39</vt:lpstr>
      <vt:lpstr>Diapositive 40</vt:lpstr>
      <vt:lpstr>Diapositive 41</vt:lpstr>
      <vt:lpstr>Diapositive 42</vt:lpstr>
      <vt:lpstr>Diapositive 43</vt:lpstr>
      <vt:lpstr>Diapositive 44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Incrustations_NT</cp:lastModifiedBy>
  <cp:revision>182</cp:revision>
  <dcterms:created xsi:type="dcterms:W3CDTF">2002-08-17T10:50:50Z</dcterms:created>
  <dcterms:modified xsi:type="dcterms:W3CDTF">2018-12-30T13:10:23Z</dcterms:modified>
</cp:coreProperties>
</file>