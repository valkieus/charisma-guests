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0" r:id="rId2"/>
    <p:sldId id="305" r:id="rId3"/>
    <p:sldId id="304" r:id="rId4"/>
    <p:sldId id="303" r:id="rId5"/>
    <p:sldId id="302" r:id="rId6"/>
    <p:sldId id="301" r:id="rId7"/>
    <p:sldId id="300" r:id="rId8"/>
    <p:sldId id="306" r:id="rId9"/>
    <p:sldId id="299" r:id="rId10"/>
    <p:sldId id="297" r:id="rId11"/>
    <p:sldId id="296" r:id="rId12"/>
    <p:sldId id="295" r:id="rId13"/>
    <p:sldId id="293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7982" autoAdjust="0"/>
  </p:normalViewPr>
  <p:slideViewPr>
    <p:cSldViewPr>
      <p:cViewPr varScale="1">
        <p:scale>
          <a:sx n="33" d="100"/>
          <a:sy n="33" d="100"/>
        </p:scale>
        <p:origin x="49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640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eternity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mystery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veil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Israel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wisdom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Clothed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conquering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King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 Lord Most High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TOI SEUL ES SEIGNEUR TOUTE LANGUE CRIERA :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tongue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Jerusalem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lifted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high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Long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arise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Zion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Baruch ha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b’shem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the Lord over all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2410757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1634626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2707239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3394198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422036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1575225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960187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3046369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3142843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2595640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859202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440630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D’ÉTERNITÉ TOI LE MYSTÈRE VOILÉ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of eternity The mystery behind the veil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SEIGNEUR DES CIEUX ET DE LA TERRE LE DIEU D’ISRAËL 
Lord over Heaven and earth God of Israel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VIENS EN SAGESSE ET PUISSANCE REVÊTU D’HONNEUR ET FORCE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with Your wisdom and power Clothed in Your honor and strength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ENTENDS LE CRI DE NOS CŒURS VIENS, Ô ROI CONQUÉRANT 
Lord hear the cry of our hearts Come O conquering King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CHACUN POURRA VOIR LE CIEL PLEIN DE TA GLOIRE 
And every eye will see Your glory fill the sky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TOUT GENOU FLÉCHIRA DEVANT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Every knee will to You Lord Most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ADONAÏ,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Adonai Adonai
	9-  TOI SEUL ES SEIGNEUR TOUTE LANGUE CRIERA :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alone are God every tongue will cry Adonai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 JÉRUSALEM ATTEND EN LOUANT DE SES CHANTS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Jerusalem waits Praises lifted on high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11-  ET SES PORTES D’ENTRÉE VEULENT TE VOIR ÉLEVÉ 
Here the beautiful gates Long to see You arise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TOUT SION CHANTERA BARUCH HA BA B’SHEM 
When all of Zion sings Baruch ha ba b’shem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TU ES SEIGNEUR SUR TOUTE LA TERRE TU ES SEIGNEUR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the Lord over all the earth You are the Lord over all the earth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x3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D’ÉTERNITÉ TOI LE MYSTÈRE VOILÉ </a:t>
            </a:r>
          </a:p>
          <a:p>
            <a:r>
              <a:rPr lang="fr-FR" smtClean="0"/>
              <a:t>Lord of eternity The mystery behind the veil</a:t>
            </a:r>
          </a:p>
          <a:p>
            <a:r>
              <a:rPr lang="fr-FR" smtClean="0"/>
              <a:t>
2-  SEIGNEUR DES CIEUX ET DE LA TERRE LE DIEU D’ISRAËL 
Lord over Heaven and earth God of Israel</a:t>
            </a:r>
          </a:p>
          <a:p>
            <a:endParaRPr lang="fr-FR" smtClean="0"/>
          </a:p>
          <a:p>
            <a:r>
              <a:rPr lang="fr-FR" smtClean="0"/>
              <a:t>3-  VIENS EN SAGESSE ET PUISSANCE REVÊTU D’HONNEUR ET FORCE </a:t>
            </a:r>
          </a:p>
          <a:p>
            <a:r>
              <a:rPr lang="fr-FR" smtClean="0"/>
              <a:t>Come with Your wisdom and power Clothed in Your honor and strength</a:t>
            </a:r>
            <a:br>
              <a:rPr lang="fr-FR" smtClean="0"/>
            </a:br>
            <a:r>
              <a:rPr lang="fr-FR" smtClean="0"/>
              <a:t>
4-  ENTENDS LE CRI DE NOS CŒURS VIENS, Ô ROI CONQUÉRANT 
Lord hear the cry of our hearts Come O conquering King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CHACUN POURRA VOIR LE CIEL PLEIN DE TA GLOIRE 
And every eye will see Your glory fill the sky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ADONAÏ, ADONAÏ </a:t>
            </a:r>
          </a:p>
          <a:p>
            <a:r>
              <a:rPr lang="fr-FR" smtClean="0"/>
              <a:t>	Adonai Adonai</a:t>
            </a:r>
            <a:br>
              <a:rPr lang="fr-FR" smtClean="0"/>
            </a:br>
            <a:r>
              <a:rPr lang="fr-FR" smtClean="0"/>
              <a:t>
	7-  TOUT GENOU FLÉCHIRA DEVANT TOI </a:t>
            </a:r>
          </a:p>
          <a:p>
            <a:r>
              <a:rPr lang="fr-FR" smtClean="0"/>
              <a:t>	Every knee will to You Lord Most High</a:t>
            </a:r>
            <a:br>
              <a:rPr lang="fr-FR" smtClean="0"/>
            </a:br>
            <a:r>
              <a:rPr lang="fr-FR" smtClean="0"/>
              <a:t>
	8-  ADONAÏ, ADONAÏ </a:t>
            </a:r>
          </a:p>
          <a:p>
            <a:r>
              <a:rPr lang="fr-FR" smtClean="0"/>
              <a:t>	Adonai Adonai
	9-  TOI SEUL ES SEIGNEUR TOUTE LANGUE CRIERA : ADONAÏ </a:t>
            </a:r>
          </a:p>
          <a:p>
            <a:r>
              <a:rPr lang="fr-FR" smtClean="0"/>
              <a:t>	You alone are God every tongue will cry Adonai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JÉRUSALEM ATTEND EN LOUANT DE SES CHANTS</a:t>
            </a:r>
          </a:p>
          <a:p>
            <a:r>
              <a:rPr lang="fr-FR" smtClean="0"/>
              <a:t>Here Jerusalem waits Praises lifted on high</a:t>
            </a:r>
            <a:br>
              <a:rPr lang="fr-FR" smtClean="0"/>
            </a:br>
            <a:r>
              <a:rPr lang="fr-FR" smtClean="0"/>
              <a:t> 
11-  ET SES PORTES D’ENTRÉE VEULENT TE VOIR ÉLEVÉ 
Here the beautiful gates Long to see You arise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12-  TOUT SION CHANTERA BARUCH HA BA B’SHEM 
When all of Zion sings Baruch ha ba b’shem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TU ES SEIGNEUR SUR TOUTE LA TERRE TU ES SEIGNEUR SUR TOUTE LA TERRE </a:t>
            </a:r>
          </a:p>
          <a:p>
            <a:r>
              <a:rPr lang="fr-FR" smtClean="0"/>
              <a:t>You are the Lord over all the earth You are the Lord over all the earth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x3
</a:t>
            </a:r>
          </a:p>
        </p:txBody>
      </p:sp>
    </p:spTree>
    <p:extLst>
      <p:ext uri="{BB962C8B-B14F-4D97-AF65-F5344CB8AC3E}">
        <p14:creationId xmlns:p14="http://schemas.microsoft.com/office/powerpoint/2010/main" val="215142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D’ÉTERNITÉ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LE MYSTÈRE VOILÉ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DES CIEUX ET DE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DIEU D’ISRAËL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EN SAGESSE ET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REVÊTU D’HONNEUR ET FORCE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ENTENDS LE CRI DE 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VIENS, Ô ROI CONQUÉRANT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CHACUN POURRA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PLEIN DE TA GLOIRE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ADONAÏ, 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GENOU FLÉCHIRA DEVANT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ADONAÏ, 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SEUL ES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LANGUE CRIERA : 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JÉRUSALEM ATTEND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LOUANT DE SES CHANTS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SES PORTES D’ENTRÉE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VEULENT TE VOIR ÉLEVÉ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sv-SE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SION CHANTERA</a:t>
            </a:r>
          </a:p>
          <a:p>
            <a:pPr algn="ctr">
              <a:lnSpc>
                <a:spcPct val="90000"/>
              </a:lnSpc>
              <a:defRPr/>
            </a:pPr>
            <a:r>
              <a:rPr lang="sv-SE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BARUCH HA BA B’SHEM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SEIGNEUR SUR TOUTE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SEIGNEUR SUR TOUTE LA TERRE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489</Words>
  <Application>Microsoft Office PowerPoint</Application>
  <PresentationFormat>Affichage à l'écran (4:3)</PresentationFormat>
  <Paragraphs>647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la Centrale d'Achat Internationale</cp:lastModifiedBy>
  <cp:revision>174</cp:revision>
  <dcterms:created xsi:type="dcterms:W3CDTF">2002-08-17T10:50:50Z</dcterms:created>
  <dcterms:modified xsi:type="dcterms:W3CDTF">2018-12-29T01:35:28Z</dcterms:modified>
</cp:coreProperties>
</file>