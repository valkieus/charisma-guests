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73" r:id="rId2"/>
    <p:sldId id="303" r:id="rId3"/>
    <p:sldId id="302" r:id="rId4"/>
    <p:sldId id="306" r:id="rId5"/>
    <p:sldId id="307" r:id="rId6"/>
    <p:sldId id="300" r:id="rId7"/>
    <p:sldId id="299" r:id="rId8"/>
    <p:sldId id="298" r:id="rId9"/>
    <p:sldId id="297" r:id="rId10"/>
    <p:sldId id="304" r:id="rId11"/>
    <p:sldId id="296" r:id="rId12"/>
    <p:sldId id="295" r:id="rId13"/>
    <p:sldId id="294" r:id="rId14"/>
    <p:sldId id="293" r:id="rId15"/>
    <p:sldId id="292" r:id="rId16"/>
    <p:sldId id="291" r:id="rId17"/>
    <p:sldId id="290" r:id="rId18"/>
    <p:sldId id="289" r:id="rId19"/>
    <p:sldId id="288" r:id="rId20"/>
    <p:sldId id="286" r:id="rId21"/>
    <p:sldId id="285" r:id="rId22"/>
    <p:sldId id="282" r:id="rId23"/>
    <p:sldId id="281" r:id="rId24"/>
    <p:sldId id="305" r:id="rId25"/>
    <p:sldId id="280" r:id="rId26"/>
    <p:sldId id="279" r:id="rId27"/>
    <p:sldId id="278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000" autoAdjust="0"/>
    <p:restoredTop sz="47156" autoAdjust="0"/>
  </p:normalViewPr>
  <p:slideViewPr>
    <p:cSldViewPr>
      <p:cViewPr varScale="1">
        <p:scale>
          <a:sx n="31" d="100"/>
          <a:sy n="31" d="100"/>
        </p:scale>
        <p:origin x="-73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14383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76913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07779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225311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71046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875206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361534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35738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00300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4197035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720866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667746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787480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815812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881732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001349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899290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315373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5164583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6206778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3294939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5148347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Declaring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world of the lord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ezekiel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Prophesying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dry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bones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sleeping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grave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6-  TOUS CEUX QUI DORMENT ET DANS LES TOMBEAUX REVIVEZ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sleeping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the grave 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sound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nation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preparing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judah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assembling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weapons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four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
10-  SOUFFLE LA VIE  SUR CES OSSEMENTS SECS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dry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bones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x2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x2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hear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watchman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place of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RÉVEILLANT LE RESTE DE SION LE SALUT POUR ISRAËL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Awaken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remnant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zion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Salvation for all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israel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worshippers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dust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earth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Raise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up an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army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worshippers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Breath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four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winds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/>
            </a:r>
            <a:b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Breathe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dry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bones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Here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525153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77893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5018330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07859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20881980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J’ENTENDS LE SON DU PROPHÈTE DÉCLARANT LA PAROLE DE DIEU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the prophet Declaring the world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2-  ET J’ENTENDS LES VOIX D’EZÉCHIEL PROPHÉTISANT AUX OSSEMENTS SECS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And I hear the voice of ezekiel Prophesying to these dry bones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3-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Live again, live again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4-  TOUS CEUX QUI DORMAIENT ET DANS LES TOMBEAUX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     Those who were sleeping Those in the grave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5-  REVIVEZ,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Live again, live again
	6-  TOUS CEUX QUI DORMENT ET DANS LES TOMBEAUX REVIVEZ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Those who were sleeping Those in the grave live again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7-  J’ENTENDS LE SON D’UNE ARMÉE UNE NATION PRÉPARANT LA GUERRE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 hear the sound of an army A nation preparing for war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ET J’ENTENDS JUDAS RASSEMBLER LOUANGE ET ARMES DE GUERRES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And I can hear judah assembling Praise and weapons of war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9-  SOUFFLE DE DIEU  VIENS DES QUATRE VENTS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Breath of god from the four winds blow	 
10-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11-  VIVEZ, VIVEZ, VIVEZ MAINTENANT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Arise, arise, arise Here and now      x2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12-  OH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Oh arise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13-  J’ENTENDS LA VOIX DE CELUI QUI VEILLE CRIANT DU HAUT DE SA MURAILLE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I hear the voice of the watchman Cry from his place of the wall
14-  RÉVEILLANT LE RESTE DE SION LE SALUT POUR ISRAËL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Awaken the remnant of zion Salvation for all israel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15-  REVIVEZ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16-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17-  SUSCITE UNE ARMÉE DE LA POUSSIÈRE DE LA TERRE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From the dust of the earth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18-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19-  SUSCITE UNE ARMÉE D’ADORATEURS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Of worshippers 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21-  SUSCITE UNE ARMÉE DE LA POUSSIÈRE DE LA TERRE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From the dust of the earth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22-  SUSCITE UNE ARMÉE SUSCITE UNE ARMÉE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Raise up an army Raise up an army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23-  SUSCITE UNE ARMÉE D’ADORATEURS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Raise up an army Of worshippers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24-  SOUFFLE DE DIEU  VIENS DES QUATRE VENTS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 of god from the four winds blow</a:t>
            </a:r>
            <a:b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25-  SOUFFLE LA VIE  SUR CES OSSEMENTS SECS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Breathe live again, to these dry bones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26-  VIVEZ, VIVEZ, VIVEZ MAINTENANT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Arise, arise, arise Here and now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27-  VIVEZ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Oh arise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J’ENTENDS LE SON DU PROPHÈTE DÉCLARANT LA PAROLE DE DIEU</a:t>
            </a:r>
          </a:p>
          <a:p>
            <a:r>
              <a:rPr lang="fr-FR" smtClean="0"/>
              <a:t>      I hear the sound of the prophet Declaring the world of the lord</a:t>
            </a:r>
          </a:p>
          <a:p>
            <a:r>
              <a:rPr lang="fr-FR" smtClean="0"/>
              <a:t>
2-  ET J’ENTENDS LES VOIX D’EZÉCHIEL PROPHÉTISANT AUX OSSEMENTS SECS </a:t>
            </a:r>
          </a:p>
          <a:p>
            <a:r>
              <a:rPr lang="fr-FR" smtClean="0"/>
              <a:t>     And I hear the voice of ezekiel Prophesying to these dry bones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3-  REVIVEZ, REVIVEZ </a:t>
            </a:r>
          </a:p>
          <a:p>
            <a:r>
              <a:rPr lang="fr-FR" smtClean="0"/>
              <a:t>	     Live again, live again</a:t>
            </a:r>
          </a:p>
          <a:p>
            <a:r>
              <a:rPr lang="fr-FR" smtClean="0"/>
              <a:t>
	4-  TOUS CEUX QUI DORMAIENT ET DANS LES TOMBEAUX </a:t>
            </a:r>
          </a:p>
          <a:p>
            <a:r>
              <a:rPr lang="fr-FR" smtClean="0"/>
              <a:t>                       Those who were sleeping Those in the grave </a:t>
            </a:r>
          </a:p>
          <a:p>
            <a:r>
              <a:rPr lang="fr-FR" smtClean="0"/>
              <a:t>
	5-  REVIVEZ, REVIVEZ </a:t>
            </a:r>
          </a:p>
          <a:p>
            <a:r>
              <a:rPr lang="fr-FR" smtClean="0"/>
              <a:t>	    Live again, live again
	6-  TOUS CEUX QUI DORMENT ET DANS LES TOMBEAUX REVIVEZ </a:t>
            </a:r>
          </a:p>
          <a:p>
            <a:endParaRPr lang="fr-FR" smtClean="0"/>
          </a:p>
          <a:p>
            <a:r>
              <a:rPr lang="fr-FR" smtClean="0"/>
              <a:t>	      Those who were sleeping Those in the grave live again</a:t>
            </a:r>
            <a:br>
              <a:rPr lang="fr-FR" smtClean="0"/>
            </a:br>
            <a:r>
              <a:rPr lang="fr-FR" smtClean="0"/>
              <a:t>
</a:t>
            </a:r>
          </a:p>
          <a:p>
            <a:r>
              <a:rPr lang="fr-FR" smtClean="0"/>
              <a:t>7-  J’ENTENDS LE SON D’UNE ARMÉE UNE NATION PRÉPARANT LA GUERRE </a:t>
            </a:r>
          </a:p>
          <a:p>
            <a:r>
              <a:rPr lang="fr-FR" smtClean="0"/>
              <a:t>      I hear the sound of an army A nation preparing for war</a:t>
            </a:r>
          </a:p>
          <a:p>
            <a:endParaRPr lang="fr-FR" smtClean="0"/>
          </a:p>
          <a:p>
            <a:r>
              <a:rPr lang="fr-FR" smtClean="0"/>
              <a:t>8-  ET J’ENTENDS JUDAS RASSEMBLER LOUANGE ET ARMES DE GUERRES </a:t>
            </a:r>
          </a:p>
          <a:p>
            <a:r>
              <a:rPr lang="fr-FR" smtClean="0"/>
              <a:t>      And I can hear judah assembling Praise and weapons of war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9-  SOUFFLE DE DIEU  VIENS DES QUATRE VENTS</a:t>
            </a:r>
          </a:p>
          <a:p>
            <a:r>
              <a:rPr lang="fr-FR" smtClean="0"/>
              <a:t>     Breath of god from the four winds blow	 
10-  SOUFFLE LA VIE  SUR CES OSSEMENTS SECS</a:t>
            </a:r>
          </a:p>
          <a:p>
            <a:r>
              <a:rPr lang="fr-FR" smtClean="0"/>
              <a:t>      Breathe live again, to these dry bones       x2
</a:t>
            </a:r>
          </a:p>
          <a:p>
            <a:r>
              <a:rPr lang="fr-FR" smtClean="0"/>
              <a:t>11-  VIVEZ, VIVEZ, VIVEZ MAINTENANT</a:t>
            </a:r>
          </a:p>
          <a:p>
            <a:r>
              <a:rPr lang="fr-FR" smtClean="0"/>
              <a:t>        Arise, arise, arise Here and now      x2
</a:t>
            </a:r>
          </a:p>
          <a:p>
            <a:r>
              <a:rPr lang="fr-FR" smtClean="0"/>
              <a:t>12-  OH VIVEZ </a:t>
            </a:r>
          </a:p>
          <a:p>
            <a:r>
              <a:rPr lang="fr-FR" smtClean="0"/>
              <a:t>      Oh arise
</a:t>
            </a:r>
          </a:p>
          <a:p>
            <a:r>
              <a:rPr lang="fr-FR" smtClean="0"/>
              <a:t>13-  J’ENTENDS LA VOIX DE CELUI QUI VEILLE CRIANT DU HAUT DE SA MURAILLE </a:t>
            </a:r>
          </a:p>
          <a:p>
            <a:r>
              <a:rPr lang="fr-FR" smtClean="0"/>
              <a:t>       I hear the voice of the watchman Cry from his place of the wall
14-  RÉVEILLANT LE RESTE DE SION LE SALUT POUR ISRAËL </a:t>
            </a:r>
          </a:p>
          <a:p>
            <a:r>
              <a:rPr lang="fr-FR" smtClean="0"/>
              <a:t>       Awaken the remnant of zion Salvation for all israel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15-  REVIVEZ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16-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17-  SUSCITE UNE ARMÉE DE LA POUSSIÈRE DE LA TERRE </a:t>
            </a:r>
          </a:p>
          <a:p>
            <a:r>
              <a:rPr lang="fr-FR" smtClean="0"/>
              <a:t>       Raise up an army From the dust of the earth
</a:t>
            </a:r>
          </a:p>
          <a:p>
            <a:r>
              <a:rPr lang="fr-FR" smtClean="0"/>
              <a:t>18-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19-  SUSCITE UNE ARMÉE D’ADORATEURS</a:t>
            </a:r>
          </a:p>
          <a:p>
            <a:r>
              <a:rPr lang="fr-FR" smtClean="0"/>
              <a:t>       Raise up an army Of worshippers  
</a:t>
            </a:r>
          </a:p>
          <a:p>
            <a:r>
              <a:rPr lang="fr-FR" smtClean="0"/>
              <a:t>20-  SUSCITE UNE ARMÉE SUSCITE UNE ARMÉE </a:t>
            </a:r>
          </a:p>
          <a:p>
            <a:r>
              <a:rPr lang="fr-FR" smtClean="0"/>
              <a:t>       Raise up an army Raise up an army</a:t>
            </a:r>
          </a:p>
          <a:p>
            <a:r>
              <a:rPr lang="fr-FR" smtClean="0"/>
              <a:t>
21-  SUSCITE UNE ARMÉE DE LA POUSSIÈRE DE LA TERRE</a:t>
            </a:r>
          </a:p>
          <a:p>
            <a:r>
              <a:rPr lang="fr-FR" smtClean="0"/>
              <a:t>      Raise up an army From the dust of the earth 
</a:t>
            </a:r>
          </a:p>
          <a:p>
            <a:r>
              <a:rPr lang="fr-FR" smtClean="0"/>
              <a:t>22-  SUSCITE UNE ARMÉE SUSCITE UNE ARMÉE </a:t>
            </a:r>
          </a:p>
          <a:p>
            <a:r>
              <a:rPr lang="fr-FR" smtClean="0"/>
              <a:t>        Raise up an army Raise up an army</a:t>
            </a:r>
          </a:p>
          <a:p>
            <a:r>
              <a:rPr lang="fr-FR" smtClean="0"/>
              <a:t>
23-  SUSCITE UNE ARMÉE D’ADORATEURS </a:t>
            </a:r>
          </a:p>
          <a:p>
            <a:r>
              <a:rPr lang="fr-FR" smtClean="0"/>
              <a:t>      Raise up an army Of worshippers
</a:t>
            </a:r>
          </a:p>
          <a:p>
            <a:r>
              <a:rPr lang="fr-FR" smtClean="0"/>
              <a:t>24-  SOUFFLE DE DIEU  VIENS DES QUATRE VENTS </a:t>
            </a:r>
          </a:p>
          <a:p>
            <a:r>
              <a:rPr lang="fr-FR" smtClean="0"/>
              <a:t>      Breath of god from the four winds blow</a:t>
            </a:r>
            <a:br>
              <a:rPr lang="fr-FR" smtClean="0"/>
            </a:br>
            <a:r>
              <a:rPr lang="fr-FR" smtClean="0"/>
              <a:t>
25-  SOUFFLE LA VIE  SUR CES OSSEMENTS SECS</a:t>
            </a:r>
          </a:p>
          <a:p>
            <a:r>
              <a:rPr lang="fr-FR" smtClean="0"/>
              <a:t>      Breathe live again, to these dry bones        x2</a:t>
            </a:r>
          </a:p>
          <a:p>
            <a:r>
              <a:rPr lang="fr-FR" smtClean="0"/>
              <a:t>
26-  VIVEZ, VIVEZ, VIVEZ MAINTENANT </a:t>
            </a:r>
          </a:p>
          <a:p>
            <a:r>
              <a:rPr lang="fr-FR" smtClean="0"/>
              <a:t>      Arise, arise, arise Here and now     x2</a:t>
            </a:r>
          </a:p>
          <a:p>
            <a:r>
              <a:rPr lang="fr-FR" smtClean="0"/>
              <a:t>
27-  VIVEZ </a:t>
            </a:r>
          </a:p>
          <a:p>
            <a:r>
              <a:rPr lang="fr-FR" smtClean="0"/>
              <a:t>     Oh arise</a:t>
            </a:r>
          </a:p>
          <a:p>
            <a:r>
              <a:rPr lang="fr-FR" smtClean="0"/>
              <a:t>
</a:t>
            </a:r>
          </a:p>
        </p:txBody>
      </p:sp>
    </p:spTree>
    <p:extLst>
      <p:ext uri="{BB962C8B-B14F-4D97-AF65-F5344CB8AC3E}">
        <p14:creationId xmlns:p14="http://schemas.microsoft.com/office/powerpoint/2010/main" xmlns="" val="1897164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J’ENTENDS LE SON DU PROPHÈTE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DÉCLARANT LA PAROLE DE DIEU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J’ENTENDS LES VOIX D’ÉZÉCHIEL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PROPHÉTISANT AUX OSSEMENTS SECS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REVIVEZ, REVIVEZ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CEUX QUI DORMAIENT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 LES TOMBEAUX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REVIVEZ, REVIVEZ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CEUX QUI DORMENT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 LES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TOMBEAUX,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REVIVEZ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J’ENTENDS LE SON D’UNE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NATION PRÉPARANT LA GUERRE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J’ENTENDS JUDAS RASSEMBLER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LOUANGE ET ARMES DE GUERRE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SOUFFLE DE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DES QUATRE VENTS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SOUFFLE LA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CES OSSEMENTS SECS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VIVEZ, VIVEZ, VIVEZ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! VIVEZ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J’ENTENDS LA VOIX DE CELUI QUI VEILLE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CRIANT DU HAUT DE SA MURAILLE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RÉVEILLANT LE RESTE DE SION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SALUT POUR ISRAËL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REVIVEZ, REVIVEZ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POUSSIÈRE DE LA TERRE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D’ADORATEURS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POUSSIÈRE DE LA TERRE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SUSCITE UNE ARMÉE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D’ADORATEURS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SOUFFLE DE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DES QUATRE VENTS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SOUFFLE LA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CES OSSEMENTS SECS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VIVEZ, VIVEZ, VIVEZ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VIVEZ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1681</TotalTime>
  <Words>1531</Words>
  <Application>Microsoft Office PowerPoint</Application>
  <PresentationFormat>Affichage à l'écran (4:3)</PresentationFormat>
  <Paragraphs>3181</Paragraphs>
  <Slides>27</Slides>
  <Notes>27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2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182</cp:revision>
  <dcterms:created xsi:type="dcterms:W3CDTF">2002-08-17T10:50:50Z</dcterms:created>
  <dcterms:modified xsi:type="dcterms:W3CDTF">2018-12-30T06:04:47Z</dcterms:modified>
</cp:coreProperties>
</file>