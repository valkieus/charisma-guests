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3" r:id="rId2"/>
    <p:sldId id="294" r:id="rId3"/>
    <p:sldId id="293" r:id="rId4"/>
    <p:sldId id="292" r:id="rId5"/>
    <p:sldId id="291" r:id="rId6"/>
    <p:sldId id="290" r:id="rId7"/>
    <p:sldId id="289" r:id="rId8"/>
    <p:sldId id="288" r:id="rId9"/>
    <p:sldId id="287" r:id="rId10"/>
    <p:sldId id="286" r:id="rId11"/>
    <p:sldId id="296" r:id="rId12"/>
    <p:sldId id="285" r:id="rId13"/>
    <p:sldId id="284" r:id="rId14"/>
    <p:sldId id="283" r:id="rId15"/>
    <p:sldId id="282" r:id="rId16"/>
    <p:sldId id="297" r:id="rId17"/>
    <p:sldId id="281" r:id="rId18"/>
    <p:sldId id="280" r:id="rId19"/>
    <p:sldId id="279" r:id="rId20"/>
    <p:sldId id="278" r:id="rId21"/>
    <p:sldId id="277" r:id="rId22"/>
    <p:sldId id="276" r:id="rId23"/>
    <p:sldId id="275" r:id="rId24"/>
    <p:sldId id="274" r:id="rId25"/>
    <p:sldId id="298" r:id="rId26"/>
    <p:sldId id="299" r:id="rId27"/>
    <p:sldId id="300" r:id="rId28"/>
    <p:sldId id="301" r:id="rId29"/>
    <p:sldId id="302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4220" autoAdjust="0"/>
  </p:normalViewPr>
  <p:slideViewPr>
    <p:cSldViewPr>
      <p:cViewPr>
        <p:scale>
          <a:sx n="31" d="100"/>
          <a:sy n="31" d="100"/>
        </p:scale>
        <p:origin x="-666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29-  INVOQUE LE NOM DU SEIGNEUR 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POUR LES BRISÉS DANS L’ATTENTE  TU ES « JE SUIS »  
2-  POUR LES FIDÈLES CONFIANTS  TU ES « JE SUIS » 
3-  QUAND L’ORAGE ENCERCLE  ET LES EAUX S’ÉLÈVENT  
4-  QUE TES LOUANGES  MONTENT BIEN HAUT    
</a:t>
            </a:r>
          </a:p>
          <a:p>
            <a:r>
              <a:rPr lang="fr-FR" smtClean="0"/>
              <a:t>5-  INVOQUE LE NOM DU SEIGNEUR  AIE CONFIANCE EN SON NOM 
6-  SEIGNEUR YAHVÉ (YAHVÉ ) ABBA PÈRE (MON PÈRE)  
7-  TU ES LE GRAND « JE SUIS »  POUR CHAQUE BESOIN IL Y’A UN NOM 
8-  INVOQUE LE NOM  INVOQUE LE NOM DU SEIGNEUR  
</a:t>
            </a:r>
          </a:p>
          <a:p>
            <a:r>
              <a:rPr lang="fr-FR" smtClean="0"/>
              <a:t>9-  POUR LES PERDUS, LES DÉLAISSÉS  TU ES « JE SUIS »  
10-  POUR TOUTES LES ÂMES ASSOIFFÉES  TU ES « JE SUIS »  
11-  AU TRAVERS LES ÂGES TU ES FIDÈLE DANS TES PROMESSES   
12-  QUE TES LOUANGES  MONTENT BIEN HAUT  
</a:t>
            </a:r>
          </a:p>
          <a:p>
            <a:r>
              <a:rPr lang="fr-FR" smtClean="0"/>
              <a:t>13-  INVOQUE LE NOM DU SEIGNEUR  AIE CONFIANCE EN SON NOM  
14-  SEIGNEUR YAHVÉ  ABBA PÈRE  
15-  TU ES LE GRAND « JE SUIS » 
16-  POUR CHAQUE BESOIN IL Y’A UN NOM  
17-  SEIGNEUR YAHVÉ  ABBA PÈRE  
18-  ADONAI  DIEU DE TOUT  
19-  YAHVE RAPHA MON GUÉRISSEUR  
20-  EL GIBOR  DIEU PUISSANT  
21-  MON POURVOYEUR DIEU DE VIE  
22-  ÉTOILE DU MATIN SEIGNEUR YAVHÉ 
23-  ABBA PÈRE  MON GUÉRISSEUR  
24-  DIEU PUISSANT 
</a:t>
            </a:r>
          </a:p>
          <a:p>
            <a:r>
              <a:rPr lang="fr-FR" smtClean="0"/>
              <a:t>25-  INVOQUE LE NOM DU SEIGNEUR  AIE CONFIANCE EN SON NOM 
26-  SEIGNEUR YAHVÉ (YAHVÉ ) ABBA PÈRE (MON PÈRE)  
27-  TU ES LE GRAND « JE SUIS »  
28-  POUR CHAQUE BESOIN IL Y’A UN NOM 
</a:t>
            </a:r>
          </a:p>
          <a:p>
            <a:r>
              <a:rPr lang="fr-FR" smtClean="0"/>
              <a:t>29-  INVOQUE LE NOM DU SEIGNEUR 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LES BRISÉS DANS L’ATTENTE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 « JE SUIS »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LES FIDÈLES CONFIANTS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« JE SUIS »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L’ORAGE ENCERCLE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EAUX S’ÉLÈVENT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TES LOUANGES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MONTENT BIEN HAUT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INVOQUE LE NOM DU SEIGNEUR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AIE CONFIANCE EN SON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YAHVÉ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ABBA PÈRE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GRAND « JE SUIS »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CHAQUE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Y’A UN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INVOQUE LE NOM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INVOQUE LE NOM DU SEIGNEUR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LES PERDUS, LES DÉLAISSÉS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« JE SUIS »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TOUTES LES ÂMES ASSOIFFÉES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« JE SUIS »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TRAVERS LES ÂGES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FIDÈLE DANS TES PROMESSES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TES LOUANGES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MONTENT BIEN HAUT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INVOQUE LE NOM DU SEIGNEUR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AIE CONFIANCE EN SON NOM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YAHVÉ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ABBA PÈRE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GRAND « JE SUIS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CHAQUE BESOIN IL Y’A UN NOM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YAHVÉ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ABBA PÈRE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ADONAÏ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TOUT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YAHVE RAPHA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GUÉRISSEUR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 GIBOR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PUISSANT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POURVOYEUR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VIE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ÉTOILE DU MATIN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YAVHÉ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ABBA PÈRE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GUÉRISSEUR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PUISSANT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INVOQUE LE NOM DU SEIGNEUR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AIE CONFIANCE EN SON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YAHVÉ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ABBA PÈRE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GRAND « JE SUIS »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CHAQUE BESOIN IL Y’A UN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INVOQUE LE NOM DU SEIGNEUR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</TotalTime>
  <Words>481</Words>
  <Application>Microsoft Office PowerPoint</Application>
  <PresentationFormat>Affichage à l'écran (4:3)</PresentationFormat>
  <Paragraphs>402</Paragraphs>
  <Slides>29</Slides>
  <Notes>29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0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175</cp:revision>
  <dcterms:created xsi:type="dcterms:W3CDTF">2002-08-17T10:50:50Z</dcterms:created>
  <dcterms:modified xsi:type="dcterms:W3CDTF">2018-12-30T05:56:44Z</dcterms:modified>
</cp:coreProperties>
</file>