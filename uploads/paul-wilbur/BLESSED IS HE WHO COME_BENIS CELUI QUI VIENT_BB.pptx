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84" r:id="rId3"/>
    <p:sldId id="285" r:id="rId4"/>
    <p:sldId id="283" r:id="rId5"/>
    <p:sldId id="282" r:id="rId6"/>
    <p:sldId id="281" r:id="rId7"/>
    <p:sldId id="280" r:id="rId8"/>
    <p:sldId id="279" r:id="rId9"/>
    <p:sldId id="278" r:id="rId10"/>
    <p:sldId id="277" r:id="rId11"/>
    <p:sldId id="286" r:id="rId12"/>
    <p:sldId id="276" r:id="rId13"/>
    <p:sldId id="275" r:id="rId14"/>
    <p:sldId id="274" r:id="rId15"/>
    <p:sldId id="273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38698" autoAdjust="0"/>
  </p:normalViewPr>
  <p:slideViewPr>
    <p:cSldViewPr>
      <p:cViewPr varScale="1">
        <p:scale>
          <a:sx n="25" d="100"/>
          <a:sy n="25" d="100"/>
        </p:scale>
        <p:origin x="-8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218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JE CROIS AVEC UNE FOIS PARFAITE EN LA VENUE DU MESSIE  
2-  ET MÊME S’IL TARDE MOI JE L’ATTENDRAI TOUS LES JOURS 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3-  NOUS N’AVONS PAS HONTE NOUS N’AVONS PAS PEUR
4-  NOUS ATTENDONS SON RETOUR 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5-  YESHUA, NOTRE SALUT  PROCLAMONS...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	 Refrain
	6-  BÉNIS CELUI QUI VIENT DANS LE NOM DU SEIGNEUR              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	7-  AU RETOUR DE NOTRE ROI  HOSANNA  NOUS CHANTERONS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	8-  BÉNIS CELUI QUI VIENT DANS LE NOM DU SEIGNEUR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
9-  ET JE CROIS AU FILS DE L’HOMME  YESHUA, NOTRE MESSIE  
10-  LUI L’AGNEAU DE DIEU QUI BRISE NOS CHAÎNES 
11-  TRACE UN CHEMIN DE VIE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 
12-  AU SON DES TROMPETTES  OUI, IL REVIENDRA  
13-  LE LION DE LA TRIBU DE JUDAS  JÉRUSALEM CRIERA : « BARUCH HABA »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	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	Refrain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CROIS AVEC UNE FOIS PARFAITE EN LA VENUE DU MESSIE  
2-  ET MÊME S’IL TARDE MOI JE L’ATTENDRAI TOUS LES JOURS  </a:t>
            </a:r>
          </a:p>
          <a:p>
            <a:r>
              <a:rPr lang="fr-FR" smtClean="0"/>
              <a:t>
3-  NOUS N’AVONS PAS HONTE NOUS N’AVONS PAS PEUR
4-  NOUS ATTENDONS SON RETOUR </a:t>
            </a:r>
          </a:p>
          <a:p>
            <a:r>
              <a:rPr lang="fr-FR" smtClean="0"/>
              <a:t> 
5-  YESHUA, NOTRE SALUT  PROCLAMONS...</a:t>
            </a:r>
          </a:p>
          <a:p>
            <a:endParaRPr lang="fr-FR" smtClean="0"/>
          </a:p>
          <a:p>
            <a:r>
              <a:rPr lang="fr-FR" smtClean="0"/>
              <a:t> 	 Refrain
	6-  BÉNIS CELUI QUI VIENT DANS LE NOM DU SEIGNEUR              x2</a:t>
            </a:r>
          </a:p>
          <a:p>
            <a:r>
              <a:rPr lang="fr-FR" smtClean="0"/>
              <a:t> 
	7-  AU RETOUR DE NOTRE ROI  HOSANNA  NOUS CHANTERONS</a:t>
            </a:r>
          </a:p>
          <a:p>
            <a:r>
              <a:rPr lang="fr-FR" smtClean="0"/>
              <a:t>  	8-  BÉNIS CELUI QUI VIENT DANS LE NOM DU SEIGNEUR</a:t>
            </a:r>
          </a:p>
          <a:p>
            <a:r>
              <a:rPr lang="fr-FR" smtClean="0"/>
              <a:t> 
9-  ET JE CROIS AU FILS DE L’HOMME  YESHUA, NOTRE MESSIE  
10-  LUI L’AGNEAU DE DIEU QUI BRISE NOS CHAÎNES 
11-  TRACE UN CHEMIN DE VIE</a:t>
            </a:r>
          </a:p>
          <a:p>
            <a:r>
              <a:rPr lang="fr-FR" smtClean="0"/>
              <a:t>  
12-  AU SON DES TROMPETTES  OUI, IL REVIENDRA  
13-  LE LION DE LA TRIBU DE JUDAS  JÉRUSALEM CRIERA : « BARUCH HABA »</a:t>
            </a:r>
          </a:p>
          <a:p>
            <a:r>
              <a:rPr lang="fr-FR" smtClean="0"/>
              <a:t> 	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endParaRPr lang="fr-FR" smtClean="0"/>
          </a:p>
          <a:p>
            <a:r>
              <a:rPr lang="fr-FR" smtClean="0"/>
              <a:t>
14-  LE LION DE JUDAS, FILS DE L’HOMME  ROIS DES ROIS, LE GRAND JE SUIS 
15-  BARUCH HABA, VIENS PRENDS TON TRÔNE POUR TOUJOURS                      X2 </a:t>
            </a:r>
          </a:p>
          <a:p>
            <a:r>
              <a:rPr lang="fr-FR" smtClean="0"/>
              <a:t>
	Refrain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CROIS AVEC UNE FOI PARFAITE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LA VENUE DU MESSIE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MÊME S’IL TARDE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MOI JE L’ATTENDRAI TOUS LES JOURS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N’AVONS PAS HONTE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N’AVONS PAS PEUR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ATTENDONS SON RETOUR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YESHOUA, NOTRE SALUT 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PROCLAMONS...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CELUI QUI VIENT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RETOUR DE NOTRE ROI, HOSANNA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CHANTERONS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CELUI QUI VIENT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NOM DU SEIGNEUR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CROIS AU FILS DE L’HOMME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YESHOUA, NOTRE MESSIE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LUI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L’AGNEAU DE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BRISE NOS CHAÎNES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TRACE UN CHEMIN DE VIE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SON DES TROMPETTES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OUI, IL REVIENDRA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LION DE LA TRIBU DE JUDAS </a:t>
            </a:r>
          </a:p>
          <a:p>
            <a:pPr algn="ctr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JÉRUSALEM CRIERA : « BARUCH HABA »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LION DE JUDA, FILS DE L’HOMME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ROIS DES ROIS, LE GRAND JE SUIS 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BARUCH HABA, VIENS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PRENDS TON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TRÔNE POUR TOUJOURS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1617</TotalTime>
  <Words>470</Words>
  <Application>Microsoft Office PowerPoint</Application>
  <PresentationFormat>Affichage à l'écran (4:3)</PresentationFormat>
  <Paragraphs>478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173</cp:revision>
  <dcterms:created xsi:type="dcterms:W3CDTF">2002-08-17T10:50:50Z</dcterms:created>
  <dcterms:modified xsi:type="dcterms:W3CDTF">2018-12-30T05:51:04Z</dcterms:modified>
</cp:coreProperties>
</file>