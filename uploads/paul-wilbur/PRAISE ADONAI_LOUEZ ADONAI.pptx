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79" r:id="rId3"/>
    <p:sldId id="278" r:id="rId4"/>
    <p:sldId id="277" r:id="rId5"/>
    <p:sldId id="276" r:id="rId6"/>
    <p:sldId id="281" r:id="rId7"/>
    <p:sldId id="275" r:id="rId8"/>
    <p:sldId id="274" r:id="rId9"/>
    <p:sldId id="273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8698" autoAdjust="0"/>
  </p:normalViewPr>
  <p:slideViewPr>
    <p:cSldViewPr>
      <p:cViewPr varScale="1">
        <p:scale>
          <a:sx n="34" d="100"/>
          <a:sy n="34" d="100"/>
        </p:scale>
        <p:origin x="46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0674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784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67293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65249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27443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3411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85583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36983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84261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QUI EST SEMBLABLE AU LION À L’AGNEAU 
2-  ASSIS SUR LE TRÔNE ? 
3-  LES MONTS S’INCLINENT L’OCÉAN RUGIT 
4-  DEVANT LE SEIGNEUR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5-  LOUEZ ADONAÏ 
	6-  DU LEVER DU SOLEIL JUSQU’À LA FIN DU JOUR 
	7-  LOUEZ ADONAÏ 
	8-  TOUTES LES NATIONS DU MONDE TOUS LES ANGES ET TOUS LES SAINTS 
	9-  TE LOUENT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QUI EST SEMBLABLE AU LION À L’AGNEAU 
2-  ASSIS SUR LE TRÔNE ? 
3-  LES MONTS S’INCLINENT L’OCÉAN RUGIT 
4-  DEVANT LE SEIGNEUR</a:t>
            </a:r>
          </a:p>
          <a:p>
            <a:r>
              <a:rPr lang="fr-FR" smtClean="0"/>
              <a:t>
	5-  LOUEZ ADONAÏ 
	6-  DU LEVER DU SOLEIL JUSQU’À LA FIN DU JOUR 
	7-  LOUEZ ADONAÏ 
	8-  TOUTES LES NATIONS DU MONDE TOUS LES ANGES ET TOUS LES SAINTS 
	9-  TE LOUENT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2554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SEMBLABLE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LION À L’AGNEAU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ASSIS SUR LE TRÔNE ?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57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MONTS S’INCLINENT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L’OCÉAN RUGIT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112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6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883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LEVER DU SOLEIL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JUSQU’À LA FIN DU 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226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LOUEZ ADONAÏ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793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DU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ET TOUS LES SAINTS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05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824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191</Words>
  <Application>Microsoft Office PowerPoint</Application>
  <PresentationFormat>Affichage à l'écran (4:3)</PresentationFormat>
  <Paragraphs>49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la Centrale d'Achat Internationale</cp:lastModifiedBy>
  <cp:revision>168</cp:revision>
  <dcterms:created xsi:type="dcterms:W3CDTF">2002-08-17T10:50:50Z</dcterms:created>
  <dcterms:modified xsi:type="dcterms:W3CDTF">2018-12-29T03:09:06Z</dcterms:modified>
</cp:coreProperties>
</file>