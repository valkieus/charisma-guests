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2" r:id="rId2"/>
    <p:sldId id="279" r:id="rId3"/>
    <p:sldId id="278" r:id="rId4"/>
    <p:sldId id="277" r:id="rId5"/>
    <p:sldId id="282" r:id="rId6"/>
    <p:sldId id="280" r:id="rId7"/>
    <p:sldId id="281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38698" autoAdjust="0"/>
  </p:normalViewPr>
  <p:slideViewPr>
    <p:cSldViewPr>
      <p:cViewPr varScale="1">
        <p:scale>
          <a:sx n="32" d="100"/>
          <a:sy n="32" d="100"/>
        </p:scale>
        <p:origin x="-5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23/06/2019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  UNIS, NOUS TENONS  </a:t>
            </a:r>
          </a:p>
          <a:p>
            <a:r>
              <a:rPr lang="fr-FR" altLang="fr-FR" smtClean="0"/>
              <a:t>Together we stand</a:t>
            </a:r>
          </a:p>
          <a:p>
            <a:endParaRPr lang="fr-FR" altLang="fr-FR" smtClean="0"/>
          </a:p>
          <a:p>
            <a:r>
              <a:rPr lang="fr-FR" altLang="fr-FR" smtClean="0"/>
              <a:t>2-  DIVISÉS, NOUS CHUTONS  </a:t>
            </a:r>
          </a:p>
          <a:p>
            <a:r>
              <a:rPr lang="fr-FR" altLang="fr-FR" smtClean="0"/>
              <a:t>Devided we fall</a:t>
            </a:r>
          </a:p>
          <a:p>
            <a:endParaRPr lang="fr-FR" altLang="fr-FR" smtClean="0"/>
          </a:p>
          <a:p>
            <a:r>
              <a:rPr lang="fr-FR" altLang="fr-FR" smtClean="0"/>
              <a:t>3-  ÉGLISE LÈVE-TOI POUR LA VISION </a:t>
            </a:r>
          </a:p>
          <a:p>
            <a:r>
              <a:rPr lang="fr-FR" altLang="fr-FR" smtClean="0"/>
              <a:t>Come on church get on the ball </a:t>
            </a:r>
          </a:p>
          <a:p>
            <a:endParaRPr lang="fr-FR" altLang="fr-FR" smtClean="0"/>
          </a:p>
          <a:p>
            <a:r>
              <a:rPr lang="fr-FR" altLang="fr-FR" smtClean="0"/>
              <a:t>4-  TRAVAILLONS ENSEMBLE </a:t>
            </a:r>
          </a:p>
          <a:p>
            <a:r>
              <a:rPr lang="fr-FR" altLang="fr-FR" smtClean="0"/>
              <a:t>Lets work together</a:t>
            </a:r>
          </a:p>
          <a:p>
            <a:endParaRPr lang="fr-FR" altLang="fr-FR" smtClean="0"/>
          </a:p>
          <a:p>
            <a:r>
              <a:rPr lang="fr-FR" altLang="fr-FR" smtClean="0"/>
              <a:t>Couplet</a:t>
            </a:r>
          </a:p>
          <a:p>
            <a:r>
              <a:rPr lang="fr-FR" altLang="fr-FR" smtClean="0"/>
              <a:t>5-  RENDS QUELQU’UN HEUREUX FAIS-LE SOURIRE  </a:t>
            </a:r>
          </a:p>
          <a:p>
            <a:r>
              <a:rPr lang="fr-FR" altLang="fr-FR" smtClean="0"/>
              <a:t>Make someone happy make someone smile</a:t>
            </a:r>
          </a:p>
          <a:p>
            <a:endParaRPr lang="fr-FR" altLang="fr-FR" smtClean="0"/>
          </a:p>
          <a:p>
            <a:r>
              <a:rPr lang="fr-FR" altLang="fr-FR" smtClean="0"/>
              <a:t>6-  ŒUVRONS ENSEMBLE DONNONS UN SENS À LA VIE </a:t>
            </a:r>
          </a:p>
          <a:p>
            <a:r>
              <a:rPr lang="fr-FR" altLang="fr-FR" smtClean="0"/>
              <a:t>Lets rock together make life worthwhile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7-  TOUS ENSEMBLE </a:t>
            </a:r>
          </a:p>
          <a:p>
            <a:r>
              <a:rPr lang="fr-FR" altLang="fr-FR" smtClean="0"/>
              <a:t>together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</a:t>
            </a:r>
          </a:p>
          <a:p>
            <a:r>
              <a:rPr lang="fr-FR" smtClean="0"/>
              <a:t>1-  UNIS, NOUS TENONS  </a:t>
            </a:r>
          </a:p>
          <a:p>
            <a:r>
              <a:rPr lang="fr-FR" smtClean="0"/>
              <a:t>Together we stand</a:t>
            </a:r>
          </a:p>
          <a:p>
            <a:endParaRPr lang="fr-FR" smtClean="0"/>
          </a:p>
          <a:p>
            <a:r>
              <a:rPr lang="fr-FR" smtClean="0"/>
              <a:t>2-  DIVISÉS, NOUS CHUTONS  </a:t>
            </a:r>
          </a:p>
          <a:p>
            <a:r>
              <a:rPr lang="fr-FR" smtClean="0"/>
              <a:t>Devided we fall</a:t>
            </a:r>
          </a:p>
          <a:p>
            <a:endParaRPr lang="fr-FR" smtClean="0"/>
          </a:p>
          <a:p>
            <a:r>
              <a:rPr lang="fr-FR" smtClean="0"/>
              <a:t>3-  ÉGLISE LÈVE-TOI POUR LA VISION </a:t>
            </a:r>
          </a:p>
          <a:p>
            <a:r>
              <a:rPr lang="fr-FR" smtClean="0"/>
              <a:t>Come on church get on the ball </a:t>
            </a:r>
          </a:p>
          <a:p>
            <a:endParaRPr lang="fr-FR" smtClean="0"/>
          </a:p>
          <a:p>
            <a:r>
              <a:rPr lang="fr-FR" smtClean="0"/>
              <a:t>4-  TRAVAILLONS ENSEMBLE </a:t>
            </a:r>
          </a:p>
          <a:p>
            <a:r>
              <a:rPr lang="fr-FR" smtClean="0"/>
              <a:t>Lets work together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5-  RENDS QUELQU’UN HEUREUX FAIS-LE SOURIRE  </a:t>
            </a:r>
          </a:p>
          <a:p>
            <a:r>
              <a:rPr lang="fr-FR" smtClean="0"/>
              <a:t>Make someone happy make someone smile</a:t>
            </a:r>
          </a:p>
          <a:p>
            <a:endParaRPr lang="fr-FR" smtClean="0"/>
          </a:p>
          <a:p>
            <a:r>
              <a:rPr lang="fr-FR" smtClean="0"/>
              <a:t>6-  ŒUVRONS ENSEMBLE DONNONS UN SENS À LA VIE </a:t>
            </a:r>
          </a:p>
          <a:p>
            <a:r>
              <a:rPr lang="fr-FR" smtClean="0"/>
              <a:t>Lets rock together make life worthwhile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TOUS ENSEMBLE </a:t>
            </a:r>
          </a:p>
          <a:p>
            <a:r>
              <a:rPr lang="fr-FR" smtClean="0"/>
              <a:t>together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  UNIS, NOUS TENONS  </a:t>
            </a:r>
          </a:p>
          <a:p>
            <a:r>
              <a:rPr lang="fr-FR" altLang="fr-FR" smtClean="0"/>
              <a:t>Together we stand</a:t>
            </a:r>
          </a:p>
          <a:p>
            <a:endParaRPr lang="fr-FR" altLang="fr-FR" smtClean="0"/>
          </a:p>
          <a:p>
            <a:r>
              <a:rPr lang="fr-FR" altLang="fr-FR" smtClean="0"/>
              <a:t>2-  DIVISÉS, NOUS CHUTONS  </a:t>
            </a:r>
          </a:p>
          <a:p>
            <a:r>
              <a:rPr lang="fr-FR" altLang="fr-FR" smtClean="0"/>
              <a:t>Devided we fall</a:t>
            </a:r>
          </a:p>
          <a:p>
            <a:endParaRPr lang="fr-FR" altLang="fr-FR" smtClean="0"/>
          </a:p>
          <a:p>
            <a:r>
              <a:rPr lang="fr-FR" altLang="fr-FR" smtClean="0"/>
              <a:t>3-  ÉGLISE LÈVE-TOI POUR LA VISION </a:t>
            </a:r>
          </a:p>
          <a:p>
            <a:r>
              <a:rPr lang="fr-FR" altLang="fr-FR" smtClean="0"/>
              <a:t>Come on church get on the ball </a:t>
            </a:r>
          </a:p>
          <a:p>
            <a:endParaRPr lang="fr-FR" altLang="fr-FR" smtClean="0"/>
          </a:p>
          <a:p>
            <a:r>
              <a:rPr lang="fr-FR" altLang="fr-FR" smtClean="0"/>
              <a:t>4-  TRAVAILLONS ENSEMBLE </a:t>
            </a:r>
          </a:p>
          <a:p>
            <a:r>
              <a:rPr lang="fr-FR" altLang="fr-FR" smtClean="0"/>
              <a:t>Lets work together</a:t>
            </a:r>
          </a:p>
          <a:p>
            <a:endParaRPr lang="fr-FR" altLang="fr-FR" smtClean="0"/>
          </a:p>
          <a:p>
            <a:r>
              <a:rPr lang="fr-FR" altLang="fr-FR" smtClean="0"/>
              <a:t>Couplet</a:t>
            </a:r>
          </a:p>
          <a:p>
            <a:r>
              <a:rPr lang="fr-FR" altLang="fr-FR" smtClean="0"/>
              <a:t>5-  RENDS QUELQU’UN HEUREUX FAIS-LE SOURIRE  </a:t>
            </a:r>
          </a:p>
          <a:p>
            <a:r>
              <a:rPr lang="fr-FR" altLang="fr-FR" smtClean="0"/>
              <a:t>Make someone happy make someone smile</a:t>
            </a:r>
          </a:p>
          <a:p>
            <a:endParaRPr lang="fr-FR" altLang="fr-FR" smtClean="0"/>
          </a:p>
          <a:p>
            <a:r>
              <a:rPr lang="fr-FR" altLang="fr-FR" smtClean="0"/>
              <a:t>6-  ŒUVRONS ENSEMBLE DONNONS UN SENS À LA VIE </a:t>
            </a:r>
          </a:p>
          <a:p>
            <a:r>
              <a:rPr lang="fr-FR" altLang="fr-FR" smtClean="0"/>
              <a:t>Lets rock together make life worthwhile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7-  TOUS ENSEMBLE </a:t>
            </a:r>
          </a:p>
          <a:p>
            <a:r>
              <a:rPr lang="fr-FR" altLang="fr-FR" smtClean="0"/>
              <a:t>together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</a:t>
            </a:r>
          </a:p>
          <a:p>
            <a:r>
              <a:rPr lang="fr-FR" smtClean="0"/>
              <a:t>1-  UNIS, NOUS TENONS  </a:t>
            </a:r>
          </a:p>
          <a:p>
            <a:r>
              <a:rPr lang="fr-FR" smtClean="0"/>
              <a:t>Together we stand</a:t>
            </a:r>
          </a:p>
          <a:p>
            <a:endParaRPr lang="fr-FR" smtClean="0"/>
          </a:p>
          <a:p>
            <a:r>
              <a:rPr lang="fr-FR" smtClean="0"/>
              <a:t>2-  DIVISÉS, NOUS CHUTONS  </a:t>
            </a:r>
          </a:p>
          <a:p>
            <a:r>
              <a:rPr lang="fr-FR" smtClean="0"/>
              <a:t>Devided we fall</a:t>
            </a:r>
          </a:p>
          <a:p>
            <a:endParaRPr lang="fr-FR" smtClean="0"/>
          </a:p>
          <a:p>
            <a:r>
              <a:rPr lang="fr-FR" smtClean="0"/>
              <a:t>3-  ÉGLISE LÈVE-TOI POUR LA VISION </a:t>
            </a:r>
          </a:p>
          <a:p>
            <a:r>
              <a:rPr lang="fr-FR" smtClean="0"/>
              <a:t>Come on church get on the ball </a:t>
            </a:r>
          </a:p>
          <a:p>
            <a:endParaRPr lang="fr-FR" smtClean="0"/>
          </a:p>
          <a:p>
            <a:r>
              <a:rPr lang="fr-FR" smtClean="0"/>
              <a:t>4-  TRAVAILLONS ENSEMBLE </a:t>
            </a:r>
          </a:p>
          <a:p>
            <a:r>
              <a:rPr lang="fr-FR" smtClean="0"/>
              <a:t>Lets work together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5-  RENDS QUELQU’UN HEUREUX FAIS-LE SOURIRE  </a:t>
            </a:r>
          </a:p>
          <a:p>
            <a:r>
              <a:rPr lang="fr-FR" smtClean="0"/>
              <a:t>Make someone happy make someone smile</a:t>
            </a:r>
          </a:p>
          <a:p>
            <a:endParaRPr lang="fr-FR" smtClean="0"/>
          </a:p>
          <a:p>
            <a:r>
              <a:rPr lang="fr-FR" smtClean="0"/>
              <a:t>6-  ŒUVRONS ENSEMBLE DONNONS UN SENS À LA VIE </a:t>
            </a:r>
          </a:p>
          <a:p>
            <a:r>
              <a:rPr lang="fr-FR" smtClean="0"/>
              <a:t>Lets rock together make life worthwhile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TOUS ENSEMBLE </a:t>
            </a:r>
          </a:p>
          <a:p>
            <a:r>
              <a:rPr lang="fr-FR" smtClean="0"/>
              <a:t>together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  UNIS, NOUS TENONS  </a:t>
            </a:r>
          </a:p>
          <a:p>
            <a:r>
              <a:rPr lang="fr-FR" altLang="fr-FR" smtClean="0"/>
              <a:t>Together we stand</a:t>
            </a:r>
          </a:p>
          <a:p>
            <a:endParaRPr lang="fr-FR" altLang="fr-FR" smtClean="0"/>
          </a:p>
          <a:p>
            <a:r>
              <a:rPr lang="fr-FR" altLang="fr-FR" smtClean="0"/>
              <a:t>2-  DIVISÉS, NOUS CHUTONS  </a:t>
            </a:r>
          </a:p>
          <a:p>
            <a:r>
              <a:rPr lang="fr-FR" altLang="fr-FR" smtClean="0"/>
              <a:t>Devided we fall</a:t>
            </a:r>
          </a:p>
          <a:p>
            <a:endParaRPr lang="fr-FR" altLang="fr-FR" smtClean="0"/>
          </a:p>
          <a:p>
            <a:r>
              <a:rPr lang="fr-FR" altLang="fr-FR" smtClean="0"/>
              <a:t>3-  ÉGLISE LÈVE-TOI POUR LA VISION </a:t>
            </a:r>
          </a:p>
          <a:p>
            <a:r>
              <a:rPr lang="fr-FR" altLang="fr-FR" smtClean="0"/>
              <a:t>Come on church get on the ball </a:t>
            </a:r>
          </a:p>
          <a:p>
            <a:endParaRPr lang="fr-FR" altLang="fr-FR" smtClean="0"/>
          </a:p>
          <a:p>
            <a:r>
              <a:rPr lang="fr-FR" altLang="fr-FR" smtClean="0"/>
              <a:t>4-  TRAVAILLONS ENSEMBLE </a:t>
            </a:r>
          </a:p>
          <a:p>
            <a:r>
              <a:rPr lang="fr-FR" altLang="fr-FR" smtClean="0"/>
              <a:t>Lets work together</a:t>
            </a:r>
          </a:p>
          <a:p>
            <a:endParaRPr lang="fr-FR" altLang="fr-FR" smtClean="0"/>
          </a:p>
          <a:p>
            <a:r>
              <a:rPr lang="fr-FR" altLang="fr-FR" smtClean="0"/>
              <a:t>Couplet</a:t>
            </a:r>
          </a:p>
          <a:p>
            <a:r>
              <a:rPr lang="fr-FR" altLang="fr-FR" smtClean="0"/>
              <a:t>5-  RENDS QUELQU’UN HEUREUX FAIS-LE SOURIRE  </a:t>
            </a:r>
          </a:p>
          <a:p>
            <a:r>
              <a:rPr lang="fr-FR" altLang="fr-FR" smtClean="0"/>
              <a:t>Make someone happy make someone smile</a:t>
            </a:r>
          </a:p>
          <a:p>
            <a:endParaRPr lang="fr-FR" altLang="fr-FR" smtClean="0"/>
          </a:p>
          <a:p>
            <a:r>
              <a:rPr lang="fr-FR" altLang="fr-FR" smtClean="0"/>
              <a:t>6-  ŒUVRONS ENSEMBLE DONNONS UN SENS À LA VIE </a:t>
            </a:r>
          </a:p>
          <a:p>
            <a:r>
              <a:rPr lang="fr-FR" altLang="fr-FR" smtClean="0"/>
              <a:t>Lets rock together make life worthwhile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7-  TOUS ENSEMBLE </a:t>
            </a:r>
          </a:p>
          <a:p>
            <a:r>
              <a:rPr lang="fr-FR" altLang="fr-FR" smtClean="0"/>
              <a:t>together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</a:t>
            </a:r>
          </a:p>
          <a:p>
            <a:r>
              <a:rPr lang="fr-FR" smtClean="0"/>
              <a:t>1-  UNIS, NOUS TENONS  </a:t>
            </a:r>
          </a:p>
          <a:p>
            <a:r>
              <a:rPr lang="fr-FR" smtClean="0"/>
              <a:t>Together we stand</a:t>
            </a:r>
          </a:p>
          <a:p>
            <a:endParaRPr lang="fr-FR" smtClean="0"/>
          </a:p>
          <a:p>
            <a:r>
              <a:rPr lang="fr-FR" smtClean="0"/>
              <a:t>2-  DIVISÉS, NOUS CHUTONS  </a:t>
            </a:r>
          </a:p>
          <a:p>
            <a:r>
              <a:rPr lang="fr-FR" smtClean="0"/>
              <a:t>Devided we fall</a:t>
            </a:r>
          </a:p>
          <a:p>
            <a:endParaRPr lang="fr-FR" smtClean="0"/>
          </a:p>
          <a:p>
            <a:r>
              <a:rPr lang="fr-FR" smtClean="0"/>
              <a:t>3-  ÉGLISE LÈVE-TOI POUR LA VISION </a:t>
            </a:r>
          </a:p>
          <a:p>
            <a:r>
              <a:rPr lang="fr-FR" smtClean="0"/>
              <a:t>Come on church get on the ball </a:t>
            </a:r>
          </a:p>
          <a:p>
            <a:endParaRPr lang="fr-FR" smtClean="0"/>
          </a:p>
          <a:p>
            <a:r>
              <a:rPr lang="fr-FR" smtClean="0"/>
              <a:t>4-  TRAVAILLONS ENSEMBLE </a:t>
            </a:r>
          </a:p>
          <a:p>
            <a:r>
              <a:rPr lang="fr-FR" smtClean="0"/>
              <a:t>Lets work together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5-  RENDS QUELQU’UN HEUREUX FAIS-LE SOURIRE  </a:t>
            </a:r>
          </a:p>
          <a:p>
            <a:r>
              <a:rPr lang="fr-FR" smtClean="0"/>
              <a:t>Make someone happy make someone smile</a:t>
            </a:r>
          </a:p>
          <a:p>
            <a:endParaRPr lang="fr-FR" smtClean="0"/>
          </a:p>
          <a:p>
            <a:r>
              <a:rPr lang="fr-FR" smtClean="0"/>
              <a:t>6-  ŒUVRONS ENSEMBLE DONNONS UN SENS À LA VIE </a:t>
            </a:r>
          </a:p>
          <a:p>
            <a:r>
              <a:rPr lang="fr-FR" smtClean="0"/>
              <a:t>Lets rock together make life worthwhile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TOUS ENSEMBLE </a:t>
            </a:r>
          </a:p>
          <a:p>
            <a:r>
              <a:rPr lang="fr-FR" smtClean="0"/>
              <a:t>together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  UNIS, NOUS TENONS  </a:t>
            </a:r>
          </a:p>
          <a:p>
            <a:r>
              <a:rPr lang="fr-FR" altLang="fr-FR" smtClean="0"/>
              <a:t>Together we stand</a:t>
            </a:r>
          </a:p>
          <a:p>
            <a:endParaRPr lang="fr-FR" altLang="fr-FR" smtClean="0"/>
          </a:p>
          <a:p>
            <a:r>
              <a:rPr lang="fr-FR" altLang="fr-FR" smtClean="0"/>
              <a:t>2-  DIVISÉS, NOUS CHUTONS  </a:t>
            </a:r>
          </a:p>
          <a:p>
            <a:r>
              <a:rPr lang="fr-FR" altLang="fr-FR" smtClean="0"/>
              <a:t>Devided we fall</a:t>
            </a:r>
          </a:p>
          <a:p>
            <a:endParaRPr lang="fr-FR" altLang="fr-FR" smtClean="0"/>
          </a:p>
          <a:p>
            <a:r>
              <a:rPr lang="fr-FR" altLang="fr-FR" smtClean="0"/>
              <a:t>3-  ÉGLISE LÈVE-TOI POUR LA VISION </a:t>
            </a:r>
          </a:p>
          <a:p>
            <a:r>
              <a:rPr lang="fr-FR" altLang="fr-FR" smtClean="0"/>
              <a:t>Come on church get on the ball </a:t>
            </a:r>
          </a:p>
          <a:p>
            <a:endParaRPr lang="fr-FR" altLang="fr-FR" smtClean="0"/>
          </a:p>
          <a:p>
            <a:r>
              <a:rPr lang="fr-FR" altLang="fr-FR" smtClean="0"/>
              <a:t>4-  TRAVAILLONS ENSEMBLE </a:t>
            </a:r>
          </a:p>
          <a:p>
            <a:r>
              <a:rPr lang="fr-FR" altLang="fr-FR" smtClean="0"/>
              <a:t>Lets work together</a:t>
            </a:r>
          </a:p>
          <a:p>
            <a:endParaRPr lang="fr-FR" altLang="fr-FR" smtClean="0"/>
          </a:p>
          <a:p>
            <a:r>
              <a:rPr lang="fr-FR" altLang="fr-FR" smtClean="0"/>
              <a:t>Couplet</a:t>
            </a:r>
          </a:p>
          <a:p>
            <a:r>
              <a:rPr lang="fr-FR" altLang="fr-FR" smtClean="0"/>
              <a:t>5-  RENDS QUELQU’UN HEUREUX FAIS-LE SOURIRE  </a:t>
            </a:r>
          </a:p>
          <a:p>
            <a:r>
              <a:rPr lang="fr-FR" altLang="fr-FR" smtClean="0"/>
              <a:t>Make someone happy make someone smile</a:t>
            </a:r>
          </a:p>
          <a:p>
            <a:endParaRPr lang="fr-FR" altLang="fr-FR" smtClean="0"/>
          </a:p>
          <a:p>
            <a:r>
              <a:rPr lang="fr-FR" altLang="fr-FR" smtClean="0"/>
              <a:t>6-  ŒUVRONS ENSEMBLE DONNONS UN SENS À LA VIE </a:t>
            </a:r>
          </a:p>
          <a:p>
            <a:r>
              <a:rPr lang="fr-FR" altLang="fr-FR" smtClean="0"/>
              <a:t>Lets rock together make life worthwhile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7-  TOUS ENSEMBLE </a:t>
            </a:r>
          </a:p>
          <a:p>
            <a:r>
              <a:rPr lang="fr-FR" altLang="fr-FR" smtClean="0"/>
              <a:t>together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</a:t>
            </a:r>
          </a:p>
          <a:p>
            <a:r>
              <a:rPr lang="fr-FR" smtClean="0"/>
              <a:t>1-  UNIS, NOUS TENONS  </a:t>
            </a:r>
          </a:p>
          <a:p>
            <a:r>
              <a:rPr lang="fr-FR" smtClean="0"/>
              <a:t>Together we stand</a:t>
            </a:r>
          </a:p>
          <a:p>
            <a:endParaRPr lang="fr-FR" smtClean="0"/>
          </a:p>
          <a:p>
            <a:r>
              <a:rPr lang="fr-FR" smtClean="0"/>
              <a:t>2-  DIVISÉS, NOUS CHUTONS  </a:t>
            </a:r>
          </a:p>
          <a:p>
            <a:r>
              <a:rPr lang="fr-FR" smtClean="0"/>
              <a:t>Devided we fall</a:t>
            </a:r>
          </a:p>
          <a:p>
            <a:endParaRPr lang="fr-FR" smtClean="0"/>
          </a:p>
          <a:p>
            <a:r>
              <a:rPr lang="fr-FR" smtClean="0"/>
              <a:t>3-  ÉGLISE LÈVE-TOI POUR LA VISION </a:t>
            </a:r>
          </a:p>
          <a:p>
            <a:r>
              <a:rPr lang="fr-FR" smtClean="0"/>
              <a:t>Come on church get on the ball </a:t>
            </a:r>
          </a:p>
          <a:p>
            <a:endParaRPr lang="fr-FR" smtClean="0"/>
          </a:p>
          <a:p>
            <a:r>
              <a:rPr lang="fr-FR" smtClean="0"/>
              <a:t>4-  TRAVAILLONS ENSEMBLE </a:t>
            </a:r>
          </a:p>
          <a:p>
            <a:r>
              <a:rPr lang="fr-FR" smtClean="0"/>
              <a:t>Lets work together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5-  RENDS QUELQU’UN HEUREUX FAIS-LE SOURIRE  </a:t>
            </a:r>
          </a:p>
          <a:p>
            <a:r>
              <a:rPr lang="fr-FR" smtClean="0"/>
              <a:t>Make someone happy make someone smile</a:t>
            </a:r>
          </a:p>
          <a:p>
            <a:endParaRPr lang="fr-FR" smtClean="0"/>
          </a:p>
          <a:p>
            <a:r>
              <a:rPr lang="fr-FR" smtClean="0"/>
              <a:t>6-  ŒUVRONS ENSEMBLE DONNONS UN SENS À LA VIE </a:t>
            </a:r>
          </a:p>
          <a:p>
            <a:r>
              <a:rPr lang="fr-FR" smtClean="0"/>
              <a:t>Lets rock together make life worthwhile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TOUS ENSEMBLE </a:t>
            </a:r>
          </a:p>
          <a:p>
            <a:r>
              <a:rPr lang="fr-FR" smtClean="0"/>
              <a:t>together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  UNIS, NOUS TENONS  </a:t>
            </a:r>
          </a:p>
          <a:p>
            <a:r>
              <a:rPr lang="fr-FR" altLang="fr-FR" smtClean="0"/>
              <a:t>Together we stand</a:t>
            </a:r>
          </a:p>
          <a:p>
            <a:endParaRPr lang="fr-FR" altLang="fr-FR" smtClean="0"/>
          </a:p>
          <a:p>
            <a:r>
              <a:rPr lang="fr-FR" altLang="fr-FR" smtClean="0"/>
              <a:t>2-  DIVISÉS, NOUS CHUTONS  </a:t>
            </a:r>
          </a:p>
          <a:p>
            <a:r>
              <a:rPr lang="fr-FR" altLang="fr-FR" smtClean="0"/>
              <a:t>Devided we fall</a:t>
            </a:r>
          </a:p>
          <a:p>
            <a:endParaRPr lang="fr-FR" altLang="fr-FR" smtClean="0"/>
          </a:p>
          <a:p>
            <a:r>
              <a:rPr lang="fr-FR" altLang="fr-FR" smtClean="0"/>
              <a:t>3-  ÉGLISE LÈVE-TOI POUR LA VISION </a:t>
            </a:r>
          </a:p>
          <a:p>
            <a:r>
              <a:rPr lang="fr-FR" altLang="fr-FR" smtClean="0"/>
              <a:t>Come on church get on the ball </a:t>
            </a:r>
          </a:p>
          <a:p>
            <a:endParaRPr lang="fr-FR" altLang="fr-FR" smtClean="0"/>
          </a:p>
          <a:p>
            <a:r>
              <a:rPr lang="fr-FR" altLang="fr-FR" smtClean="0"/>
              <a:t>4-  TRAVAILLONS ENSEMBLE </a:t>
            </a:r>
          </a:p>
          <a:p>
            <a:r>
              <a:rPr lang="fr-FR" altLang="fr-FR" smtClean="0"/>
              <a:t>Lets work together</a:t>
            </a:r>
          </a:p>
          <a:p>
            <a:endParaRPr lang="fr-FR" altLang="fr-FR" smtClean="0"/>
          </a:p>
          <a:p>
            <a:r>
              <a:rPr lang="fr-FR" altLang="fr-FR" smtClean="0"/>
              <a:t>Couplet</a:t>
            </a:r>
          </a:p>
          <a:p>
            <a:r>
              <a:rPr lang="fr-FR" altLang="fr-FR" smtClean="0"/>
              <a:t>5-  RENDS QUELQU’UN HEUREUX FAIS-LE SOURIRE  </a:t>
            </a:r>
          </a:p>
          <a:p>
            <a:r>
              <a:rPr lang="fr-FR" altLang="fr-FR" smtClean="0"/>
              <a:t>Make someone happy make someone smile</a:t>
            </a:r>
          </a:p>
          <a:p>
            <a:endParaRPr lang="fr-FR" altLang="fr-FR" smtClean="0"/>
          </a:p>
          <a:p>
            <a:r>
              <a:rPr lang="fr-FR" altLang="fr-FR" smtClean="0"/>
              <a:t>6-  ŒUVRONS ENSEMBLE DONNONS UN SENS À LA VIE </a:t>
            </a:r>
          </a:p>
          <a:p>
            <a:r>
              <a:rPr lang="fr-FR" altLang="fr-FR" smtClean="0"/>
              <a:t>Lets rock together make life worthwhile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7-  TOUS ENSEMBLE </a:t>
            </a:r>
          </a:p>
          <a:p>
            <a:r>
              <a:rPr lang="fr-FR" altLang="fr-FR" smtClean="0"/>
              <a:t>together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</a:t>
            </a:r>
          </a:p>
          <a:p>
            <a:r>
              <a:rPr lang="fr-FR" smtClean="0"/>
              <a:t>1-  UNIS, NOUS TENONS  </a:t>
            </a:r>
          </a:p>
          <a:p>
            <a:r>
              <a:rPr lang="fr-FR" smtClean="0"/>
              <a:t>Together we stand</a:t>
            </a:r>
          </a:p>
          <a:p>
            <a:endParaRPr lang="fr-FR" smtClean="0"/>
          </a:p>
          <a:p>
            <a:r>
              <a:rPr lang="fr-FR" smtClean="0"/>
              <a:t>2-  DIVISÉS, NOUS CHUTONS  </a:t>
            </a:r>
          </a:p>
          <a:p>
            <a:r>
              <a:rPr lang="fr-FR" smtClean="0"/>
              <a:t>Devided we fall</a:t>
            </a:r>
          </a:p>
          <a:p>
            <a:endParaRPr lang="fr-FR" smtClean="0"/>
          </a:p>
          <a:p>
            <a:r>
              <a:rPr lang="fr-FR" smtClean="0"/>
              <a:t>3-  ÉGLISE LÈVE-TOI POUR LA VISION </a:t>
            </a:r>
          </a:p>
          <a:p>
            <a:r>
              <a:rPr lang="fr-FR" smtClean="0"/>
              <a:t>Come on church get on the ball </a:t>
            </a:r>
          </a:p>
          <a:p>
            <a:endParaRPr lang="fr-FR" smtClean="0"/>
          </a:p>
          <a:p>
            <a:r>
              <a:rPr lang="fr-FR" smtClean="0"/>
              <a:t>4-  TRAVAILLONS ENSEMBLE </a:t>
            </a:r>
          </a:p>
          <a:p>
            <a:r>
              <a:rPr lang="fr-FR" smtClean="0"/>
              <a:t>Lets work together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5-  RENDS QUELQU’UN HEUREUX FAIS-LE SOURIRE  </a:t>
            </a:r>
          </a:p>
          <a:p>
            <a:r>
              <a:rPr lang="fr-FR" smtClean="0"/>
              <a:t>Make someone happy make someone smile</a:t>
            </a:r>
          </a:p>
          <a:p>
            <a:endParaRPr lang="fr-FR" smtClean="0"/>
          </a:p>
          <a:p>
            <a:r>
              <a:rPr lang="fr-FR" smtClean="0"/>
              <a:t>6-  ŒUVRONS ENSEMBLE DONNONS UN SENS À LA VIE </a:t>
            </a:r>
          </a:p>
          <a:p>
            <a:r>
              <a:rPr lang="fr-FR" smtClean="0"/>
              <a:t>Lets rock together make life worthwhile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TOUS ENSEMBLE </a:t>
            </a:r>
          </a:p>
          <a:p>
            <a:r>
              <a:rPr lang="fr-FR" smtClean="0"/>
              <a:t>together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1-  UNIS, NOUS TENONS  </a:t>
            </a:r>
          </a:p>
          <a:p>
            <a:r>
              <a:rPr lang="fr-FR" altLang="fr-FR" smtClean="0"/>
              <a:t>Together we stand</a:t>
            </a:r>
          </a:p>
          <a:p>
            <a:endParaRPr lang="fr-FR" altLang="fr-FR" smtClean="0"/>
          </a:p>
          <a:p>
            <a:r>
              <a:rPr lang="fr-FR" altLang="fr-FR" smtClean="0"/>
              <a:t>2-  DIVISÉS, NOUS CHUTONS  </a:t>
            </a:r>
          </a:p>
          <a:p>
            <a:r>
              <a:rPr lang="fr-FR" altLang="fr-FR" smtClean="0"/>
              <a:t>Devided we fall</a:t>
            </a:r>
          </a:p>
          <a:p>
            <a:endParaRPr lang="fr-FR" altLang="fr-FR" smtClean="0"/>
          </a:p>
          <a:p>
            <a:r>
              <a:rPr lang="fr-FR" altLang="fr-FR" smtClean="0"/>
              <a:t>3-  ÉGLISE LÈVE-TOI POUR LA VISION </a:t>
            </a:r>
          </a:p>
          <a:p>
            <a:r>
              <a:rPr lang="fr-FR" altLang="fr-FR" smtClean="0"/>
              <a:t>Come on church get on the ball </a:t>
            </a:r>
          </a:p>
          <a:p>
            <a:endParaRPr lang="fr-FR" altLang="fr-FR" smtClean="0"/>
          </a:p>
          <a:p>
            <a:r>
              <a:rPr lang="fr-FR" altLang="fr-FR" smtClean="0"/>
              <a:t>4-  TRAVAILLONS ENSEMBLE </a:t>
            </a:r>
          </a:p>
          <a:p>
            <a:r>
              <a:rPr lang="fr-FR" altLang="fr-FR" smtClean="0"/>
              <a:t>Lets work together</a:t>
            </a:r>
          </a:p>
          <a:p>
            <a:endParaRPr lang="fr-FR" altLang="fr-FR" smtClean="0"/>
          </a:p>
          <a:p>
            <a:r>
              <a:rPr lang="fr-FR" altLang="fr-FR" smtClean="0"/>
              <a:t>Couplet</a:t>
            </a:r>
          </a:p>
          <a:p>
            <a:r>
              <a:rPr lang="fr-FR" altLang="fr-FR" smtClean="0"/>
              <a:t>5-  RENDS QUELQU’UN HEUREUX FAIS-LE SOURIRE  </a:t>
            </a:r>
          </a:p>
          <a:p>
            <a:r>
              <a:rPr lang="fr-FR" altLang="fr-FR" smtClean="0"/>
              <a:t>Make someone happy make someone smile</a:t>
            </a:r>
          </a:p>
          <a:p>
            <a:endParaRPr lang="fr-FR" altLang="fr-FR" smtClean="0"/>
          </a:p>
          <a:p>
            <a:r>
              <a:rPr lang="fr-FR" altLang="fr-FR" smtClean="0"/>
              <a:t>6-  ŒUVRONS ENSEMBLE DONNONS UN SENS À LA VIE </a:t>
            </a:r>
          </a:p>
          <a:p>
            <a:r>
              <a:rPr lang="fr-FR" altLang="fr-FR" smtClean="0"/>
              <a:t>Lets rock together make life worthwhile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7-  TOUS ENSEMBLE </a:t>
            </a:r>
          </a:p>
          <a:p>
            <a:r>
              <a:rPr lang="fr-FR" altLang="fr-FR" smtClean="0"/>
              <a:t>together</a:t>
            </a:r>
          </a:p>
          <a:p>
            <a:r>
              <a:rPr lang="fr-FR" altLang="fr-FR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</a:t>
            </a:r>
          </a:p>
          <a:p>
            <a:r>
              <a:rPr lang="fr-FR" smtClean="0"/>
              <a:t>1-  UNIS, NOUS TENONS  </a:t>
            </a:r>
          </a:p>
          <a:p>
            <a:r>
              <a:rPr lang="fr-FR" smtClean="0"/>
              <a:t>Together we stand</a:t>
            </a:r>
          </a:p>
          <a:p>
            <a:endParaRPr lang="fr-FR" smtClean="0"/>
          </a:p>
          <a:p>
            <a:r>
              <a:rPr lang="fr-FR" smtClean="0"/>
              <a:t>2-  DIVISÉS, NOUS CHUTONS  </a:t>
            </a:r>
          </a:p>
          <a:p>
            <a:r>
              <a:rPr lang="fr-FR" smtClean="0"/>
              <a:t>Devided we fall</a:t>
            </a:r>
          </a:p>
          <a:p>
            <a:endParaRPr lang="fr-FR" smtClean="0"/>
          </a:p>
          <a:p>
            <a:r>
              <a:rPr lang="fr-FR" smtClean="0"/>
              <a:t>3-  ÉGLISE LÈVE-TOI POUR LA VISION </a:t>
            </a:r>
          </a:p>
          <a:p>
            <a:r>
              <a:rPr lang="fr-FR" smtClean="0"/>
              <a:t>Come on church get on the ball </a:t>
            </a:r>
          </a:p>
          <a:p>
            <a:endParaRPr lang="fr-FR" smtClean="0"/>
          </a:p>
          <a:p>
            <a:r>
              <a:rPr lang="fr-FR" smtClean="0"/>
              <a:t>4-  TRAVAILLONS ENSEMBLE </a:t>
            </a:r>
          </a:p>
          <a:p>
            <a:r>
              <a:rPr lang="fr-FR" smtClean="0"/>
              <a:t>Lets work together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5-  RENDS QUELQU’UN HEUREUX FAIS-LE SOURIRE  </a:t>
            </a:r>
          </a:p>
          <a:p>
            <a:r>
              <a:rPr lang="fr-FR" smtClean="0"/>
              <a:t>Make someone happy make someone smile</a:t>
            </a:r>
          </a:p>
          <a:p>
            <a:endParaRPr lang="fr-FR" smtClean="0"/>
          </a:p>
          <a:p>
            <a:r>
              <a:rPr lang="fr-FR" smtClean="0"/>
              <a:t>6-  ŒUVRONS ENSEMBLE DONNONS UN SENS À LA VIE </a:t>
            </a:r>
          </a:p>
          <a:p>
            <a:r>
              <a:rPr lang="fr-FR" smtClean="0"/>
              <a:t>Lets rock together make life worthwhile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TOUS ENSEMBLE </a:t>
            </a:r>
          </a:p>
          <a:p>
            <a:r>
              <a:rPr lang="fr-FR" smtClean="0"/>
              <a:t>together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dirty="0" smtClean="0"/>
              <a:t>Refrain</a:t>
            </a:r>
          </a:p>
          <a:p>
            <a:r>
              <a:rPr lang="fr-FR" altLang="fr-FR" dirty="0" smtClean="0"/>
              <a:t>1-  UNIS, NOUS TENONS  </a:t>
            </a:r>
          </a:p>
          <a:p>
            <a:r>
              <a:rPr lang="fr-FR" altLang="fr-FR" dirty="0" err="1" smtClean="0"/>
              <a:t>Together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stand</a:t>
            </a:r>
          </a:p>
          <a:p>
            <a:endParaRPr lang="fr-FR" altLang="fr-FR" dirty="0" smtClean="0"/>
          </a:p>
          <a:p>
            <a:r>
              <a:rPr lang="fr-FR" altLang="fr-FR" dirty="0" smtClean="0"/>
              <a:t>2-  DIVISÉS, NOUS CHUTONS  </a:t>
            </a:r>
          </a:p>
          <a:p>
            <a:r>
              <a:rPr lang="fr-FR" altLang="fr-FR" dirty="0" err="1" smtClean="0"/>
              <a:t>Devided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fall</a:t>
            </a:r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smtClean="0"/>
              <a:t>3-  ÉGLISE LÈVE-TOI POUR LA VISION </a:t>
            </a:r>
          </a:p>
          <a:p>
            <a:r>
              <a:rPr lang="fr-FR" altLang="fr-FR" dirty="0" smtClean="0"/>
              <a:t>Come on </a:t>
            </a:r>
            <a:r>
              <a:rPr lang="fr-FR" altLang="fr-FR" dirty="0" err="1" smtClean="0"/>
              <a:t>church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get</a:t>
            </a:r>
            <a:r>
              <a:rPr lang="fr-FR" altLang="fr-FR" dirty="0" smtClean="0"/>
              <a:t> on the </a:t>
            </a:r>
            <a:r>
              <a:rPr lang="fr-FR" altLang="fr-FR" dirty="0" err="1" smtClean="0"/>
              <a:t>ball</a:t>
            </a:r>
            <a:r>
              <a:rPr lang="fr-FR" altLang="fr-FR" dirty="0" smtClean="0"/>
              <a:t> </a:t>
            </a:r>
          </a:p>
          <a:p>
            <a:endParaRPr lang="fr-FR" altLang="fr-FR" dirty="0" smtClean="0"/>
          </a:p>
          <a:p>
            <a:r>
              <a:rPr lang="fr-FR" altLang="fr-FR" dirty="0" smtClean="0"/>
              <a:t>4-  TRAVAILLONS ENSEMBLE </a:t>
            </a:r>
          </a:p>
          <a:p>
            <a:r>
              <a:rPr lang="fr-FR" altLang="fr-FR" dirty="0" err="1" smtClean="0"/>
              <a:t>Lets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work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together</a:t>
            </a:r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smtClean="0"/>
              <a:t>Couplet</a:t>
            </a:r>
          </a:p>
          <a:p>
            <a:r>
              <a:rPr lang="fr-FR" altLang="fr-FR" dirty="0" smtClean="0"/>
              <a:t>5-  RENDS QUELQU’UN HEUREUX FAIS-LE SOURIRE  </a:t>
            </a:r>
          </a:p>
          <a:p>
            <a:r>
              <a:rPr lang="fr-FR" altLang="fr-FR" dirty="0" err="1" smtClean="0"/>
              <a:t>Make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someone</a:t>
            </a:r>
            <a:r>
              <a:rPr lang="fr-FR" altLang="fr-FR" dirty="0" smtClean="0"/>
              <a:t> happy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someone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smile</a:t>
            </a:r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smtClean="0"/>
              <a:t>6-  ŒUVRONS ENSEMBLE DONNONS UN SENS À LA VIE </a:t>
            </a:r>
          </a:p>
          <a:p>
            <a:r>
              <a:rPr lang="fr-FR" altLang="fr-FR" dirty="0" err="1" smtClean="0"/>
              <a:t>Lets</a:t>
            </a:r>
            <a:r>
              <a:rPr lang="fr-FR" altLang="fr-FR" dirty="0" smtClean="0"/>
              <a:t> rock </a:t>
            </a:r>
            <a:r>
              <a:rPr lang="fr-FR" altLang="fr-FR" dirty="0" err="1" smtClean="0"/>
              <a:t>together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life </a:t>
            </a:r>
            <a:r>
              <a:rPr lang="fr-FR" altLang="fr-FR" dirty="0" err="1" smtClean="0"/>
              <a:t>worthwhile</a:t>
            </a:r>
            <a:endParaRPr lang="fr-FR" altLang="fr-FR" dirty="0" smtClean="0"/>
          </a:p>
          <a:p>
            <a:endParaRPr lang="fr-FR" altLang="fr-FR" dirty="0" smtClean="0"/>
          </a:p>
          <a:p>
            <a:endParaRPr lang="fr-FR" altLang="fr-FR" dirty="0" smtClean="0"/>
          </a:p>
          <a:p>
            <a:r>
              <a:rPr lang="fr-FR" altLang="fr-FR" dirty="0" smtClean="0"/>
              <a:t>7-  TOUS ENSEMBLE </a:t>
            </a:r>
          </a:p>
          <a:p>
            <a:r>
              <a:rPr lang="fr-FR" altLang="fr-FR" dirty="0" err="1" smtClean="0"/>
              <a:t>together</a:t>
            </a:r>
            <a:endParaRPr lang="fr-FR" altLang="fr-FR" dirty="0" smtClean="0"/>
          </a:p>
          <a:p>
            <a:r>
              <a:rPr lang="fr-FR" altLang="fr-FR" dirty="0" smtClean="0"/>
              <a:t>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</a:t>
            </a:r>
          </a:p>
          <a:p>
            <a:r>
              <a:rPr lang="fr-FR" smtClean="0"/>
              <a:t>1-  UNIS, NOUS TENONS  </a:t>
            </a:r>
          </a:p>
          <a:p>
            <a:r>
              <a:rPr lang="fr-FR" smtClean="0"/>
              <a:t>Together we stand</a:t>
            </a:r>
          </a:p>
          <a:p>
            <a:endParaRPr lang="fr-FR" smtClean="0"/>
          </a:p>
          <a:p>
            <a:r>
              <a:rPr lang="fr-FR" smtClean="0"/>
              <a:t>2-  DIVISÉS, NOUS CHUTONS  </a:t>
            </a:r>
          </a:p>
          <a:p>
            <a:r>
              <a:rPr lang="fr-FR" smtClean="0"/>
              <a:t>Devided we fall</a:t>
            </a:r>
          </a:p>
          <a:p>
            <a:endParaRPr lang="fr-FR" smtClean="0"/>
          </a:p>
          <a:p>
            <a:r>
              <a:rPr lang="fr-FR" smtClean="0"/>
              <a:t>3-  ÉGLISE LÈVE-TOI POUR LA VISION </a:t>
            </a:r>
          </a:p>
          <a:p>
            <a:r>
              <a:rPr lang="fr-FR" smtClean="0"/>
              <a:t>Come on church get on the ball </a:t>
            </a:r>
          </a:p>
          <a:p>
            <a:endParaRPr lang="fr-FR" smtClean="0"/>
          </a:p>
          <a:p>
            <a:r>
              <a:rPr lang="fr-FR" smtClean="0"/>
              <a:t>4-  TRAVAILLONS ENSEMBLE </a:t>
            </a:r>
          </a:p>
          <a:p>
            <a:r>
              <a:rPr lang="fr-FR" smtClean="0"/>
              <a:t>Lets work together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5-  RENDS QUELQU’UN HEUREUX FAIS-LE SOURIRE  </a:t>
            </a:r>
          </a:p>
          <a:p>
            <a:r>
              <a:rPr lang="fr-FR" smtClean="0"/>
              <a:t>Make someone happy make someone smile</a:t>
            </a:r>
          </a:p>
          <a:p>
            <a:endParaRPr lang="fr-FR" smtClean="0"/>
          </a:p>
          <a:p>
            <a:r>
              <a:rPr lang="fr-FR" smtClean="0"/>
              <a:t>6-  ŒUVRONS ENSEMBLE DONNONS UN SENS À LA VIE </a:t>
            </a:r>
          </a:p>
          <a:p>
            <a:r>
              <a:rPr lang="fr-FR" smtClean="0"/>
              <a:t>Lets rock together make life worthwhile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TOUS ENSEMBLE </a:t>
            </a:r>
          </a:p>
          <a:p>
            <a:r>
              <a:rPr lang="fr-FR" smtClean="0"/>
              <a:t>together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UNIS, NOUS TENONS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DIVISÉS, NOUS CHUTONS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ÉGLISE LÈVE-TOI POUR LA VISION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TRAVAILLONS ENSEMBLE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RENDS QUELQU’UN HEUREUX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FAIS-LE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SOURIRE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ŒUVRONS ENSEMBLE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DONNONS UN SENS À LA VIE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ENSEMBLE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983</Words>
  <Application>Microsoft Office PowerPoint</Application>
  <PresentationFormat>Affichage à l'écran (4:3)</PresentationFormat>
  <Paragraphs>345</Paragraphs>
  <Slides>7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166</cp:revision>
  <dcterms:created xsi:type="dcterms:W3CDTF">2002-08-17T10:50:50Z</dcterms:created>
  <dcterms:modified xsi:type="dcterms:W3CDTF">2019-06-23T09:32:07Z</dcterms:modified>
</cp:coreProperties>
</file>