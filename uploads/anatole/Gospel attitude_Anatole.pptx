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70" r:id="rId2"/>
    <p:sldId id="312" r:id="rId3"/>
    <p:sldId id="313" r:id="rId4"/>
    <p:sldId id="315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316" r:id="rId17"/>
    <p:sldId id="317" r:id="rId18"/>
    <p:sldId id="318" r:id="rId19"/>
    <p:sldId id="319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45794" autoAdjust="0"/>
  </p:normalViewPr>
  <p:slideViewPr>
    <p:cSldViewPr>
      <p:cViewPr>
        <p:scale>
          <a:sx n="44" d="100"/>
          <a:sy n="44" d="100"/>
        </p:scale>
        <p:origin x="-147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C14AD695-A82D-40F4-B95B-DB03FE3CF58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B2781821-DA21-4130-B766-70919810462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5-  AYANT REÇU UN SEUL VISAGE, L'HYPOCRITE SE PLAÎT AVEC LES DEUX</a:t>
            </a:r>
            <a:br>
              <a:rPr lang="fr-FR" b="1" u="sng" smtClean="0"/>
            </a:br>
            <a:r>
              <a:rPr lang="fr-FR" b="1" u="sng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13-  IMPUISSANT DEVANT EUX, LE DIABLE S'INCLINE AFIN QU'ILS PUISSENT </a:t>
            </a:r>
            <a:br>
              <a:rPr lang="fr-FR" b="1" u="sng" smtClean="0"/>
            </a:br>
            <a:r>
              <a:rPr lang="fr-FR" b="1" u="sng" smtClean="0"/>
              <a:t>14-  L’ÉVITER JE VIS CE QUE JE PRÊCHE JE PRÊCHE CE QUE JE VIS </a:t>
            </a:r>
            <a:br>
              <a:rPr lang="fr-FR" b="1" u="sng" smtClean="0"/>
            </a:br>
            <a:r>
              <a:rPr lang="fr-FR" b="1" u="sng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28-   L’OSCAR N'EST PAS CONÇU POUR LE SPECTATEUR, MAIS L'ACTEUR </a:t>
            </a:r>
            <a:br>
              <a:rPr lang="fr-FR" b="1" u="sng" smtClean="0"/>
            </a:br>
            <a:r>
              <a:rPr lang="fr-FR" b="1" u="sng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/>
            </a:r>
            <a:br>
              <a:rPr lang="fr-FR" b="1" u="sng" smtClean="0"/>
            </a:br>
            <a:r>
              <a:rPr lang="fr-FR" b="1" u="sng" smtClean="0"/>
              <a:t>30-  EN SCÈNE DIEU EST TON METTEUR RÉALISATEUR TU EN ES LE SEUL </a:t>
            </a:r>
            <a:br>
              <a:rPr lang="fr-FR" b="1" u="sng" smtClean="0"/>
            </a:br>
            <a:r>
              <a:rPr lang="fr-FR" b="1" u="sng" smtClean="0"/>
              <a:t>31-  PRENS TON SCRIPT ET DEVIENS LE MEILLEUR </a:t>
            </a:r>
            <a:br>
              <a:rPr lang="fr-FR" b="1" u="sng" smtClean="0"/>
            </a:br>
            <a:r>
              <a:rPr lang="fr-FR" b="1" u="sng" smtClean="0"/>
              <a:t>32-  LA FOI DANS L'AVENIR LA FOI POUR LE MEILLEUR </a:t>
            </a:r>
            <a:br>
              <a:rPr lang="fr-FR" b="1" u="sng" smtClean="0"/>
            </a:br>
            <a:r>
              <a:rPr lang="fr-FR" b="1" u="sng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34-  JE LE VIS, JE L'AI ET JE L'ASSUME LA GOSPEL ATTITUDE</a:t>
            </a:r>
            <a:br>
              <a:rPr lang="fr-FR" b="1" u="sng" smtClean="0"/>
            </a:br>
            <a:r>
              <a:rPr lang="fr-FR" b="1" u="sng" smtClean="0"/>
              <a:t>35-  AUCUN COMPORTEMENT MAIS PLUTÔT UNE ATTITUDE DE LA GOSPEL ATTITUDE</a:t>
            </a:r>
            <a:br>
              <a:rPr lang="fr-FR" b="1" u="sng" smtClean="0"/>
            </a:br>
            <a:r>
              <a:rPr lang="fr-FR" b="1" u="sng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40-  MA BOUCHE EST TELLEMENT REMPLIE DE LA PAROLE </a:t>
            </a:r>
            <a:br>
              <a:rPr lang="fr-FR" b="1" u="sng" smtClean="0"/>
            </a:br>
            <a:r>
              <a:rPr lang="fr-FR" b="1" u="sng" smtClean="0"/>
              <a:t/>
            </a:r>
            <a:br>
              <a:rPr lang="fr-FR" b="1" u="sng" smtClean="0"/>
            </a:br>
            <a:r>
              <a:rPr lang="fr-FR" b="1" u="sng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43-  ÉPARPILLONS L'ÉVANGILE AUX QUATRE  COINS DES RUES</a:t>
            </a:r>
            <a:br>
              <a:rPr lang="fr-FR" b="1" u="sng" smtClean="0"/>
            </a:b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5-  AYANT REÇU UN SEUL VISAGE, L'HYPOCRITE SE PLAÎT AVEC LES DEUX</a:t>
            </a:r>
            <a:br>
              <a:rPr lang="fr-FR" b="1" u="sng" smtClean="0"/>
            </a:br>
            <a:r>
              <a:rPr lang="fr-FR" b="1" u="sng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13-  IMPUISSANT DEVANT EUX, LE DIABLE S'INCLINE AFIN QU'ILS PUISSENT </a:t>
            </a:r>
            <a:br>
              <a:rPr lang="fr-FR" b="1" u="sng" smtClean="0"/>
            </a:br>
            <a:r>
              <a:rPr lang="fr-FR" b="1" u="sng" smtClean="0"/>
              <a:t>14-  L’ÉVITER JE VIS CE QUE JE PRÊCHE JE PRÊCHE CE QUE JE VIS </a:t>
            </a:r>
            <a:br>
              <a:rPr lang="fr-FR" b="1" u="sng" smtClean="0"/>
            </a:br>
            <a:r>
              <a:rPr lang="fr-FR" b="1" u="sng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28-   L’OSCAR N'EST PAS CONÇU POUR LE SPECTATEUR, MAIS L'ACTEUR </a:t>
            </a:r>
            <a:br>
              <a:rPr lang="fr-FR" b="1" u="sng" smtClean="0"/>
            </a:br>
            <a:r>
              <a:rPr lang="fr-FR" b="1" u="sng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/>
            </a:r>
            <a:br>
              <a:rPr lang="fr-FR" b="1" u="sng" smtClean="0"/>
            </a:br>
            <a:r>
              <a:rPr lang="fr-FR" b="1" u="sng" smtClean="0"/>
              <a:t>30-  EN SCÈNE DIEU EST TON METTEUR RÉALISATEUR TU EN ES LE SEUL </a:t>
            </a:r>
            <a:br>
              <a:rPr lang="fr-FR" b="1" u="sng" smtClean="0"/>
            </a:br>
            <a:r>
              <a:rPr lang="fr-FR" b="1" u="sng" smtClean="0"/>
              <a:t>31-  PRENS TON SCRIPT ET DEVIENS LE MEILLEUR </a:t>
            </a:r>
            <a:br>
              <a:rPr lang="fr-FR" b="1" u="sng" smtClean="0"/>
            </a:br>
            <a:r>
              <a:rPr lang="fr-FR" b="1" u="sng" smtClean="0"/>
              <a:t>32-  LA FOI DANS L'AVENIR LA FOI POUR LE MEILLEUR </a:t>
            </a:r>
            <a:br>
              <a:rPr lang="fr-FR" b="1" u="sng" smtClean="0"/>
            </a:br>
            <a:r>
              <a:rPr lang="fr-FR" b="1" u="sng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34-  JE LE VIS, JE L'AI ET JE L'ASSUME LA GOSPEL ATTITUDE</a:t>
            </a:r>
            <a:br>
              <a:rPr lang="fr-FR" b="1" u="sng" smtClean="0"/>
            </a:br>
            <a:r>
              <a:rPr lang="fr-FR" b="1" u="sng" smtClean="0"/>
              <a:t>35-  AUCUN COMPORTEMENT MAIS PLUTÔT UNE ATTITUDE DE LA GOSPEL ATTITUDE</a:t>
            </a:r>
            <a:br>
              <a:rPr lang="fr-FR" b="1" u="sng" smtClean="0"/>
            </a:br>
            <a:r>
              <a:rPr lang="fr-FR" b="1" u="sng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40-  MA BOUCHE EST TELLEMENT REMPLIE DE LA PAROLE </a:t>
            </a:r>
            <a:br>
              <a:rPr lang="fr-FR" b="1" u="sng" smtClean="0"/>
            </a:br>
            <a:r>
              <a:rPr lang="fr-FR" b="1" u="sng" smtClean="0"/>
              <a:t/>
            </a:r>
            <a:br>
              <a:rPr lang="fr-FR" b="1" u="sng" smtClean="0"/>
            </a:br>
            <a:r>
              <a:rPr lang="fr-FR" b="1" u="sng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43-  ÉPARPILLONS L'ÉVANGILE AUX QUATRE  COINS DES RUES</a:t>
            </a:r>
            <a:br>
              <a:rPr lang="fr-FR" b="1" u="sng" smtClean="0"/>
            </a:br>
            <a:endParaRPr lang="fr-FR" b="1" u="sng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b="1" u="sng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3-  LÈVE TES MAINS HUMILIE TOI IL EFFACERA TA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4-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STYLE DE VIE OÙ RÈGNE L'INSTABILITÉ HABILITÉ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À NE PAS IMITER CE QU'IL ENTEND CE QU'IL VOIT CE QU'IL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ÉCOUTE ET CE QU'IL CROIT EST TOUT AUTRE IL EST LA PROIE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DE SON MENSONGE... LES GENS SONGENT MAIS MOI J'AI FAT UN RÊVE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OÙ TOUS ADOPTENT LA GOSPEL ATTITUDE IL SE LÈVE UN PEUPLE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NOMBREUX ET PUISSANT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18-  LÈVE TES MAINS HUMILIE TOI IL EFFACERA TA PEINE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LA PAROLE RÉSIDE DANS MON CŒUR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LA FOI POUR LE MEILLEUR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QUAND J'AI ACQUIS UN ESPRIT SUPÉRIEUR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 MON ADVERSAIRE EST TOMBÉ DANS UN COMPLEXE D'INFÉRIORITÉ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MA PRIORITÉ.JE FERME MON FACEBOOK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DE L'ADULTE, DE L'ENFANT MÊME  DU MINEUR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37-  LA GOSPEL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38-  LA FOI POUR LE ATTITUDE LA FOI DANS L'AVENIR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FOI POUR LE MEILLEUR  LA GOSPEL ATTITUDE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MUÉ DE LA CHENILLE AU PAPILLON JE PRENDS MON ENVOL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DE LA GOSPEL ATTITUDE AU GOSPEL D'HABITUDE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LE RELIGIEUX A UNE GROSSE PERTE D'ALTITUDE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REGARDÉ COMME UN EXTRA TERRESTRE 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MOI JE SUIS CHRÉTIEN  UN TERRESTRE EXTRAORDINAIRE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       1-   QUAND TA VIE SEMBLE DIFFICILE LÈVE TES YEUX VERS LE CIE</a:t>
            </a:r>
          </a:p>
          <a:p>
            <a:pPr>
              <a:defRPr/>
            </a:pPr>
            <a:r>
              <a:rPr lang="fr-FR" smtClean="0"/>
              <a:t>        2-  QUAND LES NUAGES VONT TOUT COUVRIR LAISSE ENTRER LE SOLEIL</a:t>
            </a:r>
          </a:p>
          <a:p>
            <a:pPr>
              <a:defRPr/>
            </a:pPr>
            <a:r>
              <a:rPr lang="fr-FR" smtClean="0"/>
              <a:t>        3-  LÈVE TES MAINS HUMILIE TOI IL EFFACERA TA PEINE </a:t>
            </a:r>
          </a:p>
          <a:p>
            <a:pPr>
              <a:defRPr/>
            </a:pPr>
            <a:r>
              <a:rPr lang="fr-FR" smtClean="0"/>
              <a:t>        4-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5-  AYANT REÇU UN SEUL VISAGE, L'HYPOCRITE SE PLAÎT AVEC LES DEUX</a:t>
            </a:r>
            <a:br>
              <a:rPr lang="fr-FR" smtClean="0"/>
            </a:br>
            <a:r>
              <a:rPr lang="fr-FR" smtClean="0"/>
              <a:t>6-   IL ENVISAGE DE LES CHANGER CHAQUE SEMAINE AMEN ET NO AMEN</a:t>
            </a:r>
          </a:p>
          <a:p>
            <a:pPr>
              <a:defRPr/>
            </a:pPr>
            <a:r>
              <a:rPr lang="fr-FR" smtClean="0"/>
              <a:t>7-  STYLE DE VIE OÙ RÈGNE L'INSTABILITÉ HABILITÉ</a:t>
            </a:r>
          </a:p>
          <a:p>
            <a:pPr>
              <a:defRPr/>
            </a:pPr>
            <a:r>
              <a:rPr lang="fr-FR" smtClean="0"/>
              <a:t>8-  À NE PAS IMITER CE QU'IL ENTEND CE QU'IL VOIT CE QU'IL</a:t>
            </a:r>
          </a:p>
          <a:p>
            <a:pPr>
              <a:defRPr/>
            </a:pPr>
            <a:r>
              <a:rPr lang="fr-FR" smtClean="0"/>
              <a:t>9-  ÉCOUTE ET CE QU'IL CROIT EST TOUT AUTRE IL EST LA PROIE</a:t>
            </a:r>
          </a:p>
          <a:p>
            <a:pPr>
              <a:defRPr/>
            </a:pPr>
            <a:r>
              <a:rPr lang="fr-FR" smtClean="0"/>
              <a:t>10-  DE SON MENSONGE... LES GENS SONGENT MAIS MOI J'AI FAT UN RÊVE</a:t>
            </a:r>
          </a:p>
          <a:p>
            <a:pPr>
              <a:defRPr/>
            </a:pPr>
            <a:r>
              <a:rPr lang="fr-FR" smtClean="0"/>
              <a:t>11-  OÙ TOUS ADOPTENT LA GOSPEL ATTITUDE IL SE LÈVE UN PEUPLE</a:t>
            </a:r>
          </a:p>
          <a:p>
            <a:pPr>
              <a:defRPr/>
            </a:pPr>
            <a:r>
              <a:rPr lang="fr-FR" smtClean="0"/>
              <a:t>12-  NOMBREUX ET PUISSANT</a:t>
            </a:r>
          </a:p>
          <a:p>
            <a:pPr>
              <a:defRPr/>
            </a:pPr>
            <a:r>
              <a:rPr lang="fr-FR" smtClean="0"/>
              <a:t>13-  IMPUISSANT DEVANT EUX, LE DIABLE S'INCLINE AFIN QU'ILS PUISSENT </a:t>
            </a:r>
            <a:br>
              <a:rPr lang="fr-FR" smtClean="0"/>
            </a:br>
            <a:r>
              <a:rPr lang="fr-FR" smtClean="0"/>
              <a:t>14-  L’ÉVITER JE VIS CE QUE JE PRÊCHE JE PRÊCHE CE QUE JE VIS </a:t>
            </a:r>
            <a:br>
              <a:rPr lang="fr-FR" smtClean="0"/>
            </a:br>
            <a:r>
              <a:rPr lang="fr-FR" smtClean="0"/>
              <a:t>15-  VOICI QUE LA GOSPEL ATTITUDE EST DÉFINIE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REFRAIN</a:t>
            </a:r>
          </a:p>
          <a:p>
            <a:pPr>
              <a:defRPr/>
            </a:pPr>
            <a:r>
              <a:rPr lang="fr-FR" smtClean="0"/>
              <a:t>              16-  QUAND TA VIE SEMBLE DIFFICILE LÈVE TES YEUX VERS LE CIEL</a:t>
            </a:r>
          </a:p>
          <a:p>
            <a:pPr>
              <a:defRPr/>
            </a:pPr>
            <a:r>
              <a:rPr lang="fr-FR" smtClean="0"/>
              <a:t>              17-  QUAND LES NUAGES VONT TOUT COUVRIR LAISSE ENTRER LE SOLEIL. </a:t>
            </a:r>
          </a:p>
          <a:p>
            <a:pPr>
              <a:defRPr/>
            </a:pPr>
            <a:r>
              <a:rPr lang="fr-FR" smtClean="0"/>
              <a:t>              18-  LÈVE TES MAINS HUMILIE TOI IL EFFACERA TA PEINE</a:t>
            </a:r>
          </a:p>
          <a:p>
            <a:pPr>
              <a:defRPr/>
            </a:pPr>
            <a:r>
              <a:rPr lang="fr-FR" smtClean="0"/>
              <a:t>              19-  IL TE SUFFIT SIMPLEMENT D'AVOIR L’ATTITUDE GOSPEL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LA PAROLE RÉSIDE DANS MON CŒUR LA FOI DANS L'AVENIR</a:t>
            </a:r>
          </a:p>
          <a:p>
            <a:pPr>
              <a:defRPr/>
            </a:pPr>
            <a:r>
              <a:rPr lang="fr-FR" smtClean="0"/>
              <a:t>21-  LA FOI POUR LE MEILLEUR</a:t>
            </a:r>
          </a:p>
          <a:p>
            <a:pPr>
              <a:defRPr/>
            </a:pPr>
            <a:r>
              <a:rPr lang="fr-FR" smtClean="0"/>
              <a:t>22-  QUAND J'AI ACQUIS UN ESPRIT SUPÉRIEUR</a:t>
            </a:r>
          </a:p>
          <a:p>
            <a:pPr>
              <a:defRPr/>
            </a:pPr>
            <a:r>
              <a:rPr lang="fr-FR" smtClean="0"/>
              <a:t>23-   MON ADVERSAIRE EST TOMBÉ DANS UN COMPLEXE D'INFÉRIORITÉ</a:t>
            </a:r>
          </a:p>
          <a:p>
            <a:pPr>
              <a:defRPr/>
            </a:pPr>
            <a:r>
              <a:rPr lang="fr-FR" smtClean="0"/>
              <a:t>24-  MA PRIORITÉ.JE FERME MON FACEBOOK</a:t>
            </a:r>
          </a:p>
          <a:p>
            <a:pPr>
              <a:defRPr/>
            </a:pPr>
            <a:r>
              <a:rPr lang="fr-FR" smtClean="0"/>
              <a:t>25-  POUR OUVRIR LE FAITH BOOK MA BIBLE MON LIVRE DE FOI QUI REFAIT LE LOOK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DE MON ÊTRE INTÉRIEUR MON MAITRE SUPÉRIEUR JÉSUS LE SAUVEUR</a:t>
            </a:r>
          </a:p>
          <a:p>
            <a:pPr>
              <a:defRPr/>
            </a:pPr>
            <a:r>
              <a:rPr lang="fr-FR" smtClean="0"/>
              <a:t>27-  DE L'ADULTE, DE L'ENFANT MÊME  DU MINEUR</a:t>
            </a:r>
          </a:p>
          <a:p>
            <a:pPr>
              <a:defRPr/>
            </a:pPr>
            <a:r>
              <a:rPr lang="fr-FR" smtClean="0"/>
              <a:t>28-   L’OSCAR N'EST PAS CONÇU POUR LE SPECTATEUR, MAIS L'ACTEUR </a:t>
            </a:r>
            <a:br>
              <a:rPr lang="fr-FR" smtClean="0"/>
            </a:br>
            <a:r>
              <a:rPr lang="fr-FR" smtClean="0"/>
              <a:t>29-  TA VIE EST TON LONG MÉTRAGE ALORS ACTION !!! ÇA TOURNE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30-  EN SCÈNE DIEU EST TON METTEUR RÉALISATEUR TU EN ES LE SEUL </a:t>
            </a:r>
            <a:br>
              <a:rPr lang="fr-FR" smtClean="0"/>
            </a:br>
            <a:r>
              <a:rPr lang="fr-FR" smtClean="0"/>
              <a:t>31-  PRENS TON SCRIPT ET DEVIENS LE MEILLEUR </a:t>
            </a:r>
            <a:br>
              <a:rPr lang="fr-FR" smtClean="0"/>
            </a:br>
            <a:r>
              <a:rPr lang="fr-FR" smtClean="0"/>
              <a:t>32-  LA FOI DANS L'AVENIR LA FOI POUR LE MEILLEUR </a:t>
            </a:r>
            <a:br>
              <a:rPr lang="fr-FR" smtClean="0"/>
            </a:br>
            <a:r>
              <a:rPr lang="fr-FR" smtClean="0"/>
              <a:t>33-  LE MEILLEUR RESTE À VENIR POUR UN AVENIR MEILLEUR DANS LA FOI.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</a:t>
            </a:r>
          </a:p>
          <a:p>
            <a:pPr>
              <a:defRPr/>
            </a:pPr>
            <a:r>
              <a:rPr lang="fr-FR" smtClean="0"/>
              <a:t>34-  JE LE VIS, JE L'AI ET JE L'ASSUME LA GOSPEL ATTITUDE</a:t>
            </a:r>
            <a:br>
              <a:rPr lang="fr-FR" smtClean="0"/>
            </a:br>
            <a:r>
              <a:rPr lang="fr-FR" smtClean="0"/>
              <a:t>35-  AUCUN COMPORTEMENT MAIS PLUTÔT UNE ATTITUDE DE LA GOSPEL ATTITUDE</a:t>
            </a:r>
            <a:br>
              <a:rPr lang="fr-FR" smtClean="0"/>
            </a:br>
            <a:r>
              <a:rPr lang="fr-FR" smtClean="0"/>
              <a:t>36-  LA PAROLE RÉSIDE  ET SE TROUVE DANS MON CŒUR   </a:t>
            </a:r>
          </a:p>
          <a:p>
            <a:pPr>
              <a:defRPr/>
            </a:pPr>
            <a:r>
              <a:rPr lang="fr-FR" smtClean="0"/>
              <a:t>37-  LA GOSPEL ATTITUDE LA FOI DANS L'AVENIR</a:t>
            </a:r>
          </a:p>
          <a:p>
            <a:pPr>
              <a:defRPr/>
            </a:pPr>
            <a:r>
              <a:rPr lang="fr-FR" smtClean="0"/>
              <a:t>38-  LA FOI POUR LE ATTITUDE LA FOI DANS L'AVENIR</a:t>
            </a:r>
          </a:p>
          <a:p>
            <a:pPr>
              <a:defRPr/>
            </a:pPr>
            <a:r>
              <a:rPr lang="fr-FR" smtClean="0"/>
              <a:t>39-  LA FOI POUR LE MEILLEUR  LA GOSPEL ATTITUDE</a:t>
            </a:r>
          </a:p>
          <a:p>
            <a:pPr>
              <a:defRPr/>
            </a:pPr>
            <a:r>
              <a:rPr lang="fr-FR" smtClean="0"/>
              <a:t>40-  MA BOUCHE EST TELLEMENT REMPLIE DE LA PAROLE </a:t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41-  QU'EN FACE DE MOI LE DIABLE DEVIENT MUET</a:t>
            </a:r>
          </a:p>
          <a:p>
            <a:pPr>
              <a:defRPr/>
            </a:pPr>
            <a:r>
              <a:rPr lang="fr-FR" smtClean="0"/>
              <a:t>42-  MUÉ DE LA CHENILLE AU PAPILLON JE PRENDS MON ENVOL</a:t>
            </a:r>
          </a:p>
          <a:p>
            <a:pPr>
              <a:defRPr/>
            </a:pPr>
            <a:r>
              <a:rPr lang="fr-FR" smtClean="0"/>
              <a:t>43-  ÉPARPILLONS L'ÉVANGILE AUX QUATRE  COINS DES RUES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44-  DE LA GOSPEL ATTITUDE AU GOSPEL D'HABITUDE</a:t>
            </a:r>
          </a:p>
          <a:p>
            <a:pPr>
              <a:defRPr/>
            </a:pPr>
            <a:r>
              <a:rPr lang="fr-FR" smtClean="0"/>
              <a:t>45-  LE RELIGIEUX A UNE GROSSE PERTE D'ALTITUDE</a:t>
            </a:r>
          </a:p>
          <a:p>
            <a:pPr>
              <a:defRPr/>
            </a:pPr>
            <a:r>
              <a:rPr lang="fr-FR" smtClean="0"/>
              <a:t>46-  REGARDÉ COMME UN EXTRA TERRESTRE ORDINAIRE</a:t>
            </a:r>
          </a:p>
          <a:p>
            <a:pPr>
              <a:defRPr/>
            </a:pPr>
            <a:r>
              <a:rPr lang="fr-FR" smtClean="0"/>
              <a:t>47-  MOI JE SUIS CHRÉTIEN  UN TERRESTRE EXTRAORDINAIRE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10228-F763-4831-AE9D-6035DEB95E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DAA60D-52F2-46A3-BD68-17751D15CE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6E8FF-95E3-490C-A858-51E198FA40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B56C54-4B9E-4938-94B5-570350D6FE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04EE0-8F15-4FD4-AF95-80362733F8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0C08D8-9D26-4E70-AD9E-2480E247D0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02246-B722-498A-A8C2-E7E63F66EF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56FBB-DF23-464B-B892-A9B22CD98D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D25E9-7945-43A5-BC09-F4A348829C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5BE59-902A-4C94-B485-0A2AA43ADA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B8D66-9DF4-4F3C-A5A5-C0A68ABDAB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8267DBE7-AE3F-4E0C-93ED-DFD40ECEC3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QUAND TA VIE SEMBLE DIFFICILE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LÈVE TES YEUX VERS LE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LES NUAGES VONT TOUT COUVRIR LAISSE ENTRER LE SOLEIL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TES MAINS HUMILIE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IL EFFACERA TA PEINE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TE SUFFIT SIMPLEMENT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D'AVOIR L’ATTITUDE GOSPEL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AYANT REÇU UN SEUL VISAGE, L'HYPOCRITE SE PLAÎT AVEC LES DEUX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IL ENVISAGE DE LES CHANGER CHAQUE SEMAINE AMEN ET NO AMEN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STYLE DE VIE OÙ RÈGNE L'INSTABILITÉ HABILITÉ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NE PAS IMITER CE QU'IL ENTEND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CE QU'IL VOIT CE QU'IL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 ET CE QU'IL CROIT EST TOUT AUTRE IL EST LA PROIE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SON MENSONGE... LES GENS SONGENT MAIS MOI J'AI FAT UN RÊVE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TOUS ADOPTENT LA GOSPEL ATTITUDE IL SE LÈVE UN PEUPLE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NOMBREUX ET 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IMPUISSANT DEVANT EUX, LE DIABLE S'INCLINE AFIN QU'ILS PUISSENT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L’ÉVITER JE VIS CE QUE JE PRÊCHE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PRÊCHE CE QUE JE VIS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VOICI QUE LA GOSPEL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ATTITUDE EST DÉFINIE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TA VIE SEMBLE DIFFICILE LÈVE TES YEUX VERS LE CIEL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LES NUAGES VONT TOUT COUVRIR LAISSE ENTRER LE SOLEIL.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TES MAINS HUMILIE TOI IL EFFACERA TA PEINE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TE SUFFIT SIMPLEMENT D'AVOIR L’ATTITUDE GOSPEL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PAROLE RÉSIDE DANS MON CŒUR LA FOI DANS L'AVENIR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 POUR LE MEILLEUR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J'AI ACQUIS UN ESPRIT SUPÉRIEUR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MON ADVERSAIRE EST TOMBÉ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UN COMPLEXE D'INFÉRIORITÉ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PRIORITÉ...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FERME MON FACEBOOK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OUVRIR LE FAITH BOOK MA BIBLE MON LIVRE DE FOI QUI REFAIT LE LOOK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MON ÊTRE INTÉRIEUR MON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MAITRE SUPÉRIEUR JÉSUS LE SAUVEUR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L'ADULTE, DE L'ENFANT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 DU MINEUR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L’OSCAR N'EST PAS CONÇU POUR LE SPECTATEUR, MAIS L'ACTEUR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VIE EST TON LONG MÉTRAGE ALORS ACTION !!! ÇA TOURNE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SCÈNE DIEU EST TON METTEUR RÉALISATEUR TU EN ES LE SEUL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PRENS TON SCRIPT ET 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DEVIENS LE MEILLEUR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 DANS L'AVENIR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 POUR LE MEILLEUR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MEILLEUR RESTE À VENIR POUR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AVENIR MEILLEUR DANS LA FOI..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LE VIS, JE L'AI ET JE L'ASSUME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LA GOSPEL ATTITUDE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 COMPORTEMENT MAIS PLUTÔT UNE ATTITUDE DE LA GOSPEL ATTITUDE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PAROLE RÉSIDE  ET SE TROUVE DANS MON CŒUR  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GOSPEL ATTITUDE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 DANS L'AVENIR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 POUR LE ATTITUDE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 DANS L'AVENIR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FOI POUR LE MEILLEUR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LA GOSPEL ATTITUDE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BOUCHE EST TELLEMENT REMPLIE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PAROLE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QU'EN FACE DE MOI LE DIABLE DEVIENT MUET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MUÉ DE LA CHENILLE AU PAPILLON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PRENDS MON ENVOL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ÉPARPILLONS L'ÉVANGILE AUX QUATRE  COINS DES RUES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GOSPEL ATTITUDE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GOSPEL D'HABITUDE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RELIGIEUX A UNE GROSSE PERTE D'ALTITUDE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REGARDÉ COMME UN EXTRA TERRESTRE ORDINAIRE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JE SUIS CHRÉTIEN  UN TERRESTRE EXTRAORDINAIRE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5980</Words>
  <Application>Microsoft Office PowerPoint</Application>
  <PresentationFormat>On-screen Show (4:3)</PresentationFormat>
  <Paragraphs>4559</Paragraphs>
  <Slides>47</Slides>
  <Notes>47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47</vt:i4>
      </vt:variant>
    </vt:vector>
  </HeadingPairs>
  <TitlesOfParts>
    <vt:vector size="51" baseType="lpstr">
      <vt:lpstr>Franklin Gothic Medium</vt:lpstr>
      <vt:lpstr>Arial</vt:lpstr>
      <vt:lpstr>Calibri</vt:lpstr>
      <vt:lpstr>Default Design</vt:lpstr>
      <vt:lpstr> QUAND TA VIE SEMBLE DIFFICILE  LÈVE TES YEUX VERS LE CIEL</vt:lpstr>
      <vt:lpstr>QUAND LES NUAGES VONT TOUT COUVRIR LAISSE ENTRER LE SOLEIL</vt:lpstr>
      <vt:lpstr>LÈVE TES MAINS HUMILIE TOI  IL EFFACERA TA PEINE </vt:lpstr>
      <vt:lpstr>IL TE SUFFIT SIMPLEMENT  D'AVOIR L’ATTITUDE GOSPEL</vt:lpstr>
      <vt:lpstr>AYANT REÇU UN SEUL VISAGE, L'HYPOCRITE SE PLAÎT AVEC LES DEUX </vt:lpstr>
      <vt:lpstr> IL ENVISAGE DE LES CHANGER CHAQUE SEMAINE AMEN ET NO AMEN</vt:lpstr>
      <vt:lpstr>STYLE DE VIE OÙ RÈGNE L'INSTABILITÉ HABILITÉ</vt:lpstr>
      <vt:lpstr>À NE PAS IMITER CE QU'IL ENTEND  CE QU'IL VOIT CE QU'IL</vt:lpstr>
      <vt:lpstr>ÉCOUTE ET CE QU'IL CROIT EST TOUT AUTRE IL EST LA PROIE</vt:lpstr>
      <vt:lpstr>DE SON MENSONGE... LES GENS SONGENT MAIS MOI J'AI FAT UN RÊVE</vt:lpstr>
      <vt:lpstr>OÙ TOUS ADOPTENT LA GOSPEL ATTITUDE IL SE LÈVE UN PEUPLE</vt:lpstr>
      <vt:lpstr>NOMBREUX ET PUISSANT</vt:lpstr>
      <vt:lpstr>IMPUISSANT DEVANT EUX, LE DIABLE S'INCLINE AFIN QU'ILS PUISSENT  </vt:lpstr>
      <vt:lpstr>L’ÉVITER JE VIS CE QUE JE PRÊCHE  JE PRÊCHE CE QUE JE VIS  </vt:lpstr>
      <vt:lpstr>VOICI QUE LA GOSPEL  ATTITUDE EST DÉFINIE</vt:lpstr>
      <vt:lpstr>QUAND TA VIE SEMBLE DIFFICILE LÈVE TES YEUX VERS LE CIEL</vt:lpstr>
      <vt:lpstr>QUAND LES NUAGES VONT TOUT COUVRIR LAISSE ENTRER LE SOLEIL. </vt:lpstr>
      <vt:lpstr>LÈVE TES MAINS HUMILIE TOI IL EFFACERA TA PEINE</vt:lpstr>
      <vt:lpstr>IL TE SUFFIT SIMPLEMENT D'AVOIR L’ATTITUDE GOSPEL</vt:lpstr>
      <vt:lpstr>LA PAROLE RÉSIDE DANS MON CŒUR LA FOI DANS L'AVENIR</vt:lpstr>
      <vt:lpstr>LA FOI POUR LE MEILLEUR</vt:lpstr>
      <vt:lpstr>QUAND J'AI ACQUIS UN ESPRIT SUPÉRIEUR</vt:lpstr>
      <vt:lpstr> MON ADVERSAIRE EST TOMBÉ  DANS UN COMPLEXE D'INFÉRIORITÉ</vt:lpstr>
      <vt:lpstr>MA PRIORITÉ... JE FERME MON FACEBOOK</vt:lpstr>
      <vt:lpstr>POUR OUVRIR LE FAITH BOOK MA BIBLE MON LIVRE DE FOI QUI REFAIT LE LOOK</vt:lpstr>
      <vt:lpstr>DE MON ÊTRE INTÉRIEUR MON MAITRE SUPÉRIEUR JÉSUS LE SAUVEUR</vt:lpstr>
      <vt:lpstr>DE L'ADULTE, DE L'ENFANT  MÊME  DU MINEUR</vt:lpstr>
      <vt:lpstr> L’OSCAR N'EST PAS CONÇU POUR LE SPECTATEUR, MAIS L'ACTEUR  </vt:lpstr>
      <vt:lpstr>TA VIE EST TON LONG MÉTRAGE ALORS ACTION !!! ÇA TOURNE   </vt:lpstr>
      <vt:lpstr>EN SCÈNE DIEU EST TON METTEUR RÉALISATEUR TU EN ES LE SEUL  </vt:lpstr>
      <vt:lpstr>PRENS TON SCRIPT ET   DEVIENS LE MEILLEUR  </vt:lpstr>
      <vt:lpstr>LA FOI DANS L'AVENIR LA FOI POUR LE MEILLEUR  </vt:lpstr>
      <vt:lpstr>LE MEILLEUR RESTE À VENIR POUR  UN AVENIR MEILLEUR DANS LA FOI..</vt:lpstr>
      <vt:lpstr>JE LE VIS, JE L'AI ET JE L'ASSUME  LA GOSPEL ATTITUDE </vt:lpstr>
      <vt:lpstr>AUCUN COMPORTEMENT MAIS PLUTÔT UNE ATTITUDE DE LA GOSPEL ATTITUDE </vt:lpstr>
      <vt:lpstr>LA PAROLE RÉSIDE  ET SE TROUVE DANS MON CŒUR   </vt:lpstr>
      <vt:lpstr>LA GOSPEL ATTITUDE LA FOI DANS L'AVENIR</vt:lpstr>
      <vt:lpstr>LA FOI POUR LE ATTITUDE LA FOI DANS L'AVENIR</vt:lpstr>
      <vt:lpstr>LA FOI POUR LE MEILLEUR   LA GOSPEL ATTITUDE</vt:lpstr>
      <vt:lpstr>MA BOUCHE EST TELLEMENT REMPLIE DE LA PAROLE   </vt:lpstr>
      <vt:lpstr>QU'EN FACE DE MOI LE DIABLE DEVIENT MUET</vt:lpstr>
      <vt:lpstr>MUÉ DE LA CHENILLE AU PAPILLON  JE PRENDS MON ENVOL</vt:lpstr>
      <vt:lpstr>ÉPARPILLONS L'ÉVANGILE AUX QUATRE  COINS DES RUES </vt:lpstr>
      <vt:lpstr>DE LA GOSPEL ATTITUDE  AU GOSPEL D'HABITUDE</vt:lpstr>
      <vt:lpstr>LE RELIGIEUX A UNE GROSSE PERTE D'ALTITUDE</vt:lpstr>
      <vt:lpstr>REGARDÉ COMME UN EXTRA TERRESTRE ORDINAIRE</vt:lpstr>
      <vt:lpstr>MOI JE SUIS CHRÉTIEN  UN TERRESTRE EXTRAORDINAIRE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2014-11-16T10:55:24Z</dcterms:modified>
</cp:coreProperties>
</file>