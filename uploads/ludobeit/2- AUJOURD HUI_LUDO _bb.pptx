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59788" autoAdjust="0"/>
  </p:normalViewPr>
  <p:slideViewPr>
    <p:cSldViewPr>
      <p:cViewPr>
        <p:scale>
          <a:sx n="40" d="100"/>
          <a:sy n="40" d="100"/>
        </p:scale>
        <p:origin x="-822" y="-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13F9F8F-20BC-4889-9A5D-10D003E0D1A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BBA41F7-0DA5-4E0E-9349-CEDA57BBF1F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AUJOURD’HUI, VOUS ALLEZ DÉCOUVRIR QUE SI JÉSUS N’ÉTAIT PAS VENU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RIEN N’AURAIT ÉTÉ PAREIL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L’AMOUR DU PÈRE POUR L’HUMANITÉ A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QU’IL ENVOYA SON FILS UNIQUE POUR QUE L’HOMME SOIT SAUVÉ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NOËL, CE N’EST PAS DES CADEAUX  QUI SONT 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MAIS LA NAISSANCE DU SAUVEUR AU TEMPS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QUI DIT SAUVEUR SOUS-ENTEND QU’IL Y AVAIT DANGER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EN EFFET... LE PÉCHÉ VOUS AVAIT CONDAMNÉS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MAIS POUR VOUS L’AGNEAU A ÉTÉ IMMOLÉ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 VOUS AVEZ ÉTÉ MARQUÉS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IL EST VENU CAR LE TEMPS ÉTAIT MARQUÉ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VOULEZ-VOUS ENFIN SAVOIR  POURQUOI JÉSUS EST NÉ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VOUS ALLEZ DÉCOUVRIR QUE SI JÉSUS N’ÉTAIT PAS VENU</a:t>
            </a:r>
          </a:p>
          <a:p>
            <a:r>
              <a:rPr lang="fr-FR" smtClean="0"/>
              <a:t>2-  RIEN N’AURAIT ÉTÉ PAREIL</a:t>
            </a:r>
          </a:p>
          <a:p>
            <a:r>
              <a:rPr lang="fr-FR" smtClean="0"/>
              <a:t>3-  L’AMOUR DU PÈRE POUR L’HUMANITÉ A FAIT</a:t>
            </a:r>
          </a:p>
          <a:p>
            <a:r>
              <a:rPr lang="fr-FR" smtClean="0"/>
              <a:t>4-  QU’IL ENVOYA SON FILS UNIQUE POUR QUE L’HOMME SOIT SAUVÉ </a:t>
            </a:r>
          </a:p>
          <a:p>
            <a:r>
              <a:rPr lang="fr-FR" smtClean="0"/>
              <a:t>5-  NOËL, CE N’EST PAS DES CADEAUX  QUI SONT DONNÉS </a:t>
            </a:r>
          </a:p>
          <a:p>
            <a:r>
              <a:rPr lang="fr-FR" smtClean="0"/>
              <a:t>6-  MAIS LA NAISSANCE DU SAUVEUR AU TEMPS MARQUÉ</a:t>
            </a:r>
          </a:p>
          <a:p>
            <a:r>
              <a:rPr lang="fr-FR" smtClean="0"/>
              <a:t>7-  QUI DIT SAUVEUR SOUS-ENTEND QU’IL Y AVAIT DANGER</a:t>
            </a:r>
          </a:p>
          <a:p>
            <a:r>
              <a:rPr lang="fr-FR" smtClean="0"/>
              <a:t>8-  EN EFFET... LE PÉCHÉ VOUS AVAIT CONDAMNÉS</a:t>
            </a:r>
          </a:p>
          <a:p>
            <a:r>
              <a:rPr lang="fr-FR" smtClean="0"/>
              <a:t>9-  MAIS POUR VOUS L’AGNEAU A ÉTÉ IMMOLÉ</a:t>
            </a:r>
          </a:p>
          <a:p>
            <a:r>
              <a:rPr lang="fr-FR" smtClean="0"/>
              <a:t>10-  PAR SON SANG VOUS AVEZ ÉTÉ MARQUÉS</a:t>
            </a:r>
          </a:p>
          <a:p>
            <a:r>
              <a:rPr lang="fr-FR" smtClean="0"/>
              <a:t>11-  VOULEZ-VOUS ENFIN SAVOIR  POURQUOI JÉSUS EST NÉ ?</a:t>
            </a:r>
          </a:p>
          <a:p>
            <a:r>
              <a:rPr lang="fr-FR" smtClean="0"/>
              <a:t>12-  IL EST VENU CAR LE TEMPS ÉTAIT MARQUÉ</a:t>
            </a:r>
          </a:p>
          <a:p>
            <a:r>
              <a:rPr lang="fr-FR" smtClean="0"/>
              <a:t>13-  VOULEZ-VOUS ENFIN SAVOIR  POURQUOI JÉSUS EST NÉ ?</a:t>
            </a:r>
          </a:p>
          <a:p>
            <a:r>
              <a:rPr lang="fr-FR" smtClean="0"/>
              <a:t>14-  VOULEZ-VOUS  SAVOIR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B0B88-A4EE-4897-ABCE-F5125F63E7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88C515-68A1-4BD7-B89C-B03AD910E5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8290B-F9B6-4264-AAA5-D7291B5554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84751-7E31-4901-AB42-79BDAD5002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F249A-86E7-4DA1-90FC-8A1A52A393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2B11C-EF9C-4CB4-AF94-78ED434FE6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FD87EE-2732-4A6E-A565-0E0F6AE2ED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E1F46-5353-445F-B0E7-DD8DF9C324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7104A-CB4F-400F-8654-C0C9E01721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930CC7-06C8-4E80-BA8A-4F63536514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B8558-4706-4176-B2E8-50CE498A09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A3FFD22-9ED3-4779-BF58-1764C66428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AUJOURD’HUI, VOUS ALLEZ DÉCOUVRIR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SI JÉSUS N’ÉTAIT PAS VENU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N’AURAIT ÉTÉ PAREIL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DU PÈRE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L’HUMANITÉ A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ENVOYA SON FILS UNIQUE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 L’HOMME SOIT SAUVÉ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NOËL, CE N’EST PAS DES CADEAUX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QUI SONT DONNÉS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LA NAISSANCE DU SAUVEUR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TEMPS MARQUÉ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DIT SAUVEUR SOUS-ENTEND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Y AVAIT DANGER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EFFET... LE PÉCHÉ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AVAIT CONDAMNÉS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POUR VOUS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L’AGNEAU A ÉTÉ IMMOLÉ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SON SANG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AVEZ ÉTÉ MARQUÉS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VOULEZ-VOUS ENFIN SAVOIR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POURQUOI JÉSUS EST NÉ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VENU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TEMPS ÉTAIT MARQUÉ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VOULEZ-VOUS ENFIN SAVOIR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POURQUOI JÉSUS EST NÉ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VOULEZ-VOUS  SAVOIR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3415</Words>
  <Application>Microsoft Office PowerPoint</Application>
  <PresentationFormat>On-screen Show (4:3)</PresentationFormat>
  <Paragraphs>406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AUJOURD’HUI, VOUS ALLEZ DÉCOUVRIR QUE SI JÉSUS N’ÉTAIT PAS VENU</vt:lpstr>
      <vt:lpstr>RIEN N’AURAIT ÉTÉ PAREIL</vt:lpstr>
      <vt:lpstr>L’AMOUR DU PÈRE POUR L’HUMANITÉ A FAIT</vt:lpstr>
      <vt:lpstr>QU’IL ENVOYA SON FILS UNIQUE  POUR QUE L’HOMME SOIT SAUVÉ </vt:lpstr>
      <vt:lpstr>NOËL, CE N’EST PAS DES CADEAUX  QUI SONT DONNÉS </vt:lpstr>
      <vt:lpstr>MAIS LA NAISSANCE DU SAUVEUR  AU TEMPS MARQUÉ</vt:lpstr>
      <vt:lpstr>QUI DIT SAUVEUR SOUS-ENTEND  QU’IL Y AVAIT DANGER</vt:lpstr>
      <vt:lpstr>EN EFFET... LE PÉCHÉ  VOUS AVAIT CONDAMNÉS</vt:lpstr>
      <vt:lpstr>MAIS POUR VOUS L’AGNEAU A ÉTÉ IMMOLÉ</vt:lpstr>
      <vt:lpstr>PAR SON SANG VOUS AVEZ ÉTÉ MARQUÉS</vt:lpstr>
      <vt:lpstr>VOULEZ-VOUS ENFIN SAVOIR  POURQUOI JÉSUS EST NÉ ?</vt:lpstr>
      <vt:lpstr>IL EST VENU CAR LE TEMPS ÉTAIT MARQUÉ</vt:lpstr>
      <vt:lpstr>VOULEZ-VOUS ENFIN SAVOIR  POURQUOI JÉSUS EST NÉ ?</vt:lpstr>
      <vt:lpstr>VOULEZ-VOUS  SAVOIR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Family_01</cp:lastModifiedBy>
  <cp:revision>131</cp:revision>
  <dcterms:created xsi:type="dcterms:W3CDTF">2002-08-17T10:50:50Z</dcterms:created>
  <dcterms:modified xsi:type="dcterms:W3CDTF">2013-12-22T06:05:56Z</dcterms:modified>
</cp:coreProperties>
</file>