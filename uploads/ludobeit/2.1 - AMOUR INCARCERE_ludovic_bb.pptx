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70" r:id="rId2"/>
    <p:sldId id="271" r:id="rId3"/>
    <p:sldId id="272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50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338" r:id="rId32"/>
    <p:sldId id="339" r:id="rId33"/>
    <p:sldId id="340" r:id="rId34"/>
    <p:sldId id="341" r:id="rId35"/>
    <p:sldId id="342" r:id="rId36"/>
    <p:sldId id="343" r:id="rId37"/>
    <p:sldId id="344" r:id="rId38"/>
    <p:sldId id="345" r:id="rId39"/>
    <p:sldId id="346" r:id="rId40"/>
    <p:sldId id="347" r:id="rId41"/>
    <p:sldId id="348" r:id="rId42"/>
    <p:sldId id="349" r:id="rId43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92" autoAdjust="0"/>
    <p:restoredTop sz="59140" autoAdjust="0"/>
  </p:normalViewPr>
  <p:slideViewPr>
    <p:cSldViewPr>
      <p:cViewPr varScale="1">
        <p:scale>
          <a:sx n="38" d="100"/>
          <a:sy n="38" d="100"/>
        </p:scale>
        <p:origin x="-165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6B06038-77DC-49A8-868C-9D6FB273779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0BDFAD6-9881-453B-8B1C-F0CC56599E2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 L’AMOUR EST VITAL, JE M’EN SUIS FAIT UNE RAISON DE VIVRE</a:t>
            </a:r>
            <a:br>
              <a:rPr lang="fr-FR" dirty="0" smtClean="0"/>
            </a:br>
            <a:r>
              <a:rPr lang="fr-FR" dirty="0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CHAQUE JOUR JE LIVRE DES BOISSONS D’ESPOIR</a:t>
            </a:r>
            <a:br>
              <a:rPr lang="fr-FR" dirty="0" smtClean="0"/>
            </a:br>
            <a:r>
              <a:rPr lang="fr-FR" dirty="0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EMBARQUÉ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LE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MAIS QUI PEUT M’EMPÊCHER DE VIVRE 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r>
              <a:rPr lang="fr-FR" smtClean="0"/>
              <a:t>5-  BEAUCOUP N’ONT QUE POUR BOISSON LA HAINE</a:t>
            </a:r>
          </a:p>
          <a:p>
            <a:r>
              <a:rPr lang="fr-FR" smtClean="0"/>
              <a:t>6-  ET QUI PAR CONNAISSANCE DE GOÛT N’EN VAUT PAS LA PEINE</a:t>
            </a:r>
          </a:p>
          <a:p>
            <a:r>
              <a:rPr lang="fr-FR" smtClean="0"/>
              <a:t>7-  NON, CAR J’EN AI BU DURANT DES ANNÉES</a:t>
            </a:r>
          </a:p>
          <a:p>
            <a:r>
              <a:rPr lang="fr-FR" smtClean="0"/>
              <a:t>8-  C’EST PAR SA FAUTE QUE J’AI RECOLTÉ UN CŒUR AMER</a:t>
            </a:r>
          </a:p>
          <a:p>
            <a:r>
              <a:rPr lang="fr-FR" smtClean="0"/>
              <a:t>9-  EN 2004, ON M’A FAIT BOIRE DE L’A.M.O.U.R</a:t>
            </a:r>
          </a:p>
          <a:p>
            <a:r>
              <a:rPr lang="fr-FR" smtClean="0"/>
              <a:t>10-  J’AI ÉTÉ ARRÊTÉ CAR J’EN ÉTAIS DÉPENDANT</a:t>
            </a:r>
          </a:p>
          <a:p>
            <a:r>
              <a:rPr lang="fr-FR" smtClean="0"/>
              <a:t>11-  J’AI SOUFFLÉ DANS LE LOVE-TEST IL S’EST CASSÉ</a:t>
            </a:r>
          </a:p>
          <a:p>
            <a:r>
              <a:rPr lang="fr-FR" smtClean="0"/>
              <a:t>12-  J’AI ÉTÉ EMBARQUÉ POUR EN AVOIR PLUS QU’ASSEZ</a:t>
            </a:r>
          </a:p>
          <a:p>
            <a:r>
              <a:rPr lang="fr-FR" smtClean="0"/>
              <a:t>13-  JE ME SUIS PRÉSENTÉ AMOUREUX AU TRIBUNAL</a:t>
            </a:r>
          </a:p>
          <a:p>
            <a:r>
              <a:rPr lang="fr-FR" smtClean="0"/>
              <a:t>14-  LE JURY VICTIME D’AMOUR M’A DÉCLARÉ COUPABLE</a:t>
            </a:r>
          </a:p>
          <a:p>
            <a:r>
              <a:rPr lang="fr-FR" smtClean="0"/>
              <a:t>15-  J'AI ÉTÉ CONDAMNÉ À PERPÉTUITÉ</a:t>
            </a:r>
          </a:p>
          <a:p>
            <a:r>
              <a:rPr lang="fr-FR" smtClean="0"/>
              <a:t>16-  DÉS LORS, JE NE PEUX RIEN FAIRE D’AUTRE QUE AIMER</a:t>
            </a:r>
          </a:p>
          <a:p>
            <a:endParaRPr lang="fr-FR" smtClean="0"/>
          </a:p>
          <a:p>
            <a:r>
              <a:rPr lang="fr-FR" smtClean="0"/>
              <a:t>17-  MON COMPAGNON DE CELLULE SE NOMME J.O.I.E</a:t>
            </a:r>
          </a:p>
          <a:p>
            <a:r>
              <a:rPr lang="fr-FR" smtClean="0"/>
              <a:t>18-  ON A FAIT CONNAISSANCE DEPUIS ON EST TOUJOURS À DEUX</a:t>
            </a:r>
          </a:p>
          <a:p>
            <a:r>
              <a:rPr lang="fr-FR" smtClean="0"/>
              <a:t>19-  NOUS SOMMES INCARCÉRÉS DANS LA SECTION F.O.I</a:t>
            </a:r>
          </a:p>
          <a:p>
            <a:r>
              <a:rPr lang="fr-FR" smtClean="0"/>
              <a:t>20-  LE DIRECTEUR DE LA PRISON SE NOMME D.I.E.U</a:t>
            </a:r>
          </a:p>
          <a:p>
            <a:r>
              <a:rPr lang="fr-FR" smtClean="0"/>
              <a:t>21-  AUX YEUX DU MONDE NOUS NE SOMMES QUE DES FOUS</a:t>
            </a:r>
          </a:p>
          <a:p>
            <a:r>
              <a:rPr lang="fr-FR" smtClean="0"/>
              <a:t>22-  LES HAINEUX NÉGLIGENT L’AMOUR MAIS VIVENT DANS LE TROU</a:t>
            </a:r>
          </a:p>
          <a:p>
            <a:r>
              <a:rPr lang="fr-FR" smtClean="0"/>
              <a:t>23-  SANS L’AMOUR, JE NE SUIS RIEN JE VOUS L’AVOUE</a:t>
            </a:r>
          </a:p>
          <a:p>
            <a:r>
              <a:rPr lang="fr-FR" smtClean="0"/>
              <a:t>24-  C’EST AVEC LES LARMES AU CŒUR QUE JE ME CONFIE À VOUS</a:t>
            </a:r>
          </a:p>
          <a:p>
            <a:r>
              <a:rPr lang="fr-FR" smtClean="0"/>
              <a:t>25-  J’AI POUR MISSION D’AIMER AU-DELÀ DU VOULOIR</a:t>
            </a:r>
          </a:p>
          <a:p>
            <a:r>
              <a:rPr lang="fr-FR" smtClean="0"/>
              <a:t>26-  VEILLER EN TOUT TEMPS DURANT LES SAISONS LES PLUS NOIRES</a:t>
            </a:r>
          </a:p>
          <a:p>
            <a:r>
              <a:rPr lang="fr-FR" smtClean="0"/>
              <a:t>27-  ILS OU ELLES POURRONT TOUT FAIRE MÊME LE MAUDIRE</a:t>
            </a:r>
          </a:p>
          <a:p>
            <a:r>
              <a:rPr lang="fr-FR" smtClean="0"/>
              <a:t>28-  J’ACCOMPLIRAI MA TÂCHE PEU IMPORTE LES "ON DIT"</a:t>
            </a:r>
          </a:p>
          <a:p>
            <a:r>
              <a:rPr lang="fr-FR" smtClean="0"/>
              <a:t>29-  J’AI ENTENDU DIRE QUE L’AMOUR N’EST PLUS</a:t>
            </a:r>
          </a:p>
          <a:p>
            <a:r>
              <a:rPr lang="fr-FR" smtClean="0"/>
              <a:t>30-  CELUI QUI A DIT ÇA N’EST SÛREMENT QU’UN DÉÇU </a:t>
            </a:r>
          </a:p>
          <a:p>
            <a:r>
              <a:rPr lang="fr-FR" smtClean="0"/>
              <a:t>31-  LA VIE EST LA PREUVE QUE L’AMOUR EST TOUJOURS</a:t>
            </a:r>
          </a:p>
          <a:p>
            <a:r>
              <a:rPr lang="fr-FR" smtClean="0"/>
              <a:t>32-  DIEU MERCI, CAR CE MATIN J’AI PU VOIR LE JOUR</a:t>
            </a:r>
          </a:p>
          <a:p>
            <a:endParaRPr lang="fr-FR" smtClean="0"/>
          </a:p>
          <a:p>
            <a:r>
              <a:rPr lang="fr-FR" smtClean="0"/>
              <a:t>33-  AVEC LES QUATRE ANNEAUX DE L’AMOUR</a:t>
            </a:r>
          </a:p>
          <a:p>
            <a:r>
              <a:rPr lang="fr-FR" smtClean="0"/>
              <a:t>34-  ASSIS DANS MA CELLULE, J’ÉCRIS LE CONTENU DE MON CŒUR</a:t>
            </a:r>
          </a:p>
          <a:p>
            <a:r>
              <a:rPr lang="fr-FR" smtClean="0"/>
              <a:t>35-  EN FERMANT LES YEUX JE PEUX ME VOIR RENAÎTRE</a:t>
            </a:r>
          </a:p>
          <a:p>
            <a:r>
              <a:rPr lang="fr-FR" smtClean="0"/>
              <a:t>36-  M’ÉVADER DANS UN MONDE QUE NUL NE CONNAÎT</a:t>
            </a:r>
          </a:p>
          <a:p>
            <a:r>
              <a:rPr lang="fr-FR" smtClean="0"/>
              <a:t>37-  J’ESPÈRE VOUS VOIR BIENTÔT</a:t>
            </a:r>
          </a:p>
          <a:p>
            <a:r>
              <a:rPr lang="fr-FR" smtClean="0"/>
              <a:t>38-  IL SE FAIT TARD, ET DEMAIN JE DOIS ME LEVER TÔT</a:t>
            </a:r>
          </a:p>
          <a:p>
            <a:r>
              <a:rPr lang="fr-FR" smtClean="0"/>
              <a:t>39-  VOICI MON ADRESSE À UN DE CES JOURS</a:t>
            </a:r>
          </a:p>
          <a:p>
            <a:endParaRPr lang="fr-FR" smtClean="0"/>
          </a:p>
          <a:p>
            <a:r>
              <a:rPr lang="fr-FR" smtClean="0"/>
              <a:t>40-  PRISON AMOUR , SECTION F.O.I AU FOND DE LA COUR   X3</a:t>
            </a:r>
          </a:p>
          <a:p>
            <a:endParaRPr lang="fr-FR" smtClean="0"/>
          </a:p>
          <a:p>
            <a:r>
              <a:rPr lang="fr-FR" smtClean="0"/>
              <a:t>41-  ILS ONT VOULU FAIRE CE QU’ILS VOULAIENT DE MA VIE</a:t>
            </a:r>
          </a:p>
          <a:p>
            <a:r>
              <a:rPr lang="fr-FR" smtClean="0"/>
              <a:t>42-  MAIS QUI PEUT M’EMPÊCHER DE VIVRE EN L.O.V.E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CFCDE-0D38-43BE-AF32-541D8EEFA0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D875F-9BE5-4A51-8666-1F831527DB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7A2E7F-36C0-4DB1-8A6B-F1B2F94135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2F7DE-A231-4C9B-BB62-F504FE3F5F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0141F-4695-4C3E-BCD1-9E2B01A417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39F6E-16B0-45B7-93DF-176113DACB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7DDECC-1496-4E76-9B58-F1727BF046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2E464C-4D5E-458B-B763-9424898192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38BC9E-870D-4D62-BF2A-33B96F0FCB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F49A46-963F-45B9-B7E9-6DE071E6FF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D9F86-926F-4ADB-985D-0C18BA62A8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FE270CF6-91EB-44D3-8BB1-3B4C2F17BA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L’AMOUR EST VITAL, JE M’EN SUIS FAIT UNE RAISON DE VIVRE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J’EN BOIS AU QUOTIDIEN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POINT DE DEVENIR IVRE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JOUR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LIVRE DES BOISSONS D’ESPOIR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CEUX QUI, PLUS QUE PERSONNE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ONT BESOIN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BEAUCOUP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N’ONT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POUR BOISSON LA HAINE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QUI PAR CONNAISSANCE DE GOÛT N’EN VAUT PAS LA PEINE, NON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J’EN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AI BU DURANT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ANNÉES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SA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FAUTE QUE J’AI RECOLTÉ UN CŒUR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AMER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2004,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M’A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L’A.M.O.U.R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ÉTÉ ARRÊTÉ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J’EN ÉTAIS DÉPENDANT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SOUFFLÉ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LOVE-TEST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S’EST CASSÉ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ÉTÉ EMBARQUÉ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AVOIR PLUS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QU’ASSEZ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SUIS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PRÉSENTÉ AMOUREUX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TRIBUNAL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JURY VICTIME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D’AMOUR M’A DÉCLARÉ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COUPABLE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ÉTÉ CONDAMNÉ À PERPÉTUITÉ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DÉS LORS,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PEUX RIEN FAIRE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D’AUTRE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AIMER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COMPAGNON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CELLULE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NOMME J.O.I.E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A FAIT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CONNAISSANCE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DEPUIS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EST TOUJOURS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INCARCÉRÉS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SECTION F.O.I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DIRECTEUR DE LA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PRISON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NOMME D.I.E.U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AUX YEUX DU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SOMMES QUE DES FOUS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HAINEUX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NÉGLIGENT L’AMOUR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VIVENT DANS LE TROU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SUIS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L’AVOUE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LES LARMES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CONFIE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VOUS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MISSION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D’AIMER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AU-DELÀ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VOULOIR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VEILLER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TOUT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TEMPS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DURANT LES SAISONS LES PLUS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NOIRES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OU ELLES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POURRONT TOUT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FAIRE MÊME LE MAUDIRE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J’ACCOMPLIRAI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TÂCHE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IMPORTE LES "ON DIT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"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ENTENDU DIRE QUE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N’EST PLUS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A DIT ÇA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N’EST SÛREMENT QU’UN DÉÇU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 EST LA PREUVE QUE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TOUJOURS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MERCI,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CE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MATIN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 VOIR 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LES QUATRE ANNEAUX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ASSIS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MA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CELLULE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J’ÉCRIS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CONTENU DE 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FERMANT LES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PEUX ME VOIR RENAÎTRE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M’ÉVADER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NUL NE CONNAÎT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J’ESPÈRE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VOUS VOIR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BIENTÔT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SE FAIT TARD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DEMAIN JE DOIS ME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LEVER TÔT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VOICI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ADRESSE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DE CES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PRISON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AMOUR , SECTION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F.O.I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FOND DE LA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ONT VOULU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QU’ILS VOULAIENT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QUI PEUT M’EMPÊCHER DE VIVRE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L.O.V.E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1450</TotalTime>
  <Words>312</Words>
  <Application>Microsoft Office PowerPoint</Application>
  <PresentationFormat>On-screen Show (4:3)</PresentationFormat>
  <Paragraphs>3738</Paragraphs>
  <Slides>42</Slides>
  <Notes>42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42</vt:i4>
      </vt:variant>
    </vt:vector>
  </HeadingPairs>
  <TitlesOfParts>
    <vt:vector size="46" baseType="lpstr">
      <vt:lpstr>Franklin Gothic Medium</vt:lpstr>
      <vt:lpstr>Arial</vt:lpstr>
      <vt:lpstr>Calibri</vt:lpstr>
      <vt:lpstr>Default Design</vt:lpstr>
      <vt:lpstr> L’AMOUR EST VITAL, JE M’EN SUIS FAIT UNE RAISON DE VIVRE  </vt:lpstr>
      <vt:lpstr>J’EN BOIS AU QUOTIDIEN AU POINT DE DEVENIR IVRE</vt:lpstr>
      <vt:lpstr>CHAQUE JOUR JE LIVRE DES BOISSONS D’ESPOIR  </vt:lpstr>
      <vt:lpstr>À CEUX QUI, PLUS QUE PERSONNE ONT BESOIN D’EN BOIRE</vt:lpstr>
      <vt:lpstr>BEAUCOUP N’ONT QUE POUR BOISSON LA HAINE</vt:lpstr>
      <vt:lpstr>ET QUI PAR CONNAISSANCE DE GOÛT N’EN VAUT PAS LA PEINE, NON</vt:lpstr>
      <vt:lpstr>CAR J’EN AI BU DURANT DES ANNÉES</vt:lpstr>
      <vt:lpstr>C’EST PAR SA FAUTE QUE J’AI RECOLTÉ UN CŒUR AMER</vt:lpstr>
      <vt:lpstr>EN 2004, ON M’A FAIT BOIRE DE L’A.M.O.U.R</vt:lpstr>
      <vt:lpstr>J’AI ÉTÉ ARRÊTÉ CAR J’EN ÉTAIS DÉPENDANT</vt:lpstr>
      <vt:lpstr>J’AI SOUFFLÉ DANS LE LOVE-TEST IL S’EST CASSÉ</vt:lpstr>
      <vt:lpstr>J’AI ÉTÉ EMBARQUÉ POUR EN AVOIR PLUS QU’ASSEZ</vt:lpstr>
      <vt:lpstr>JE ME SUIS PRÉSENTÉ AMOUREUX AU TRIBUNAL</vt:lpstr>
      <vt:lpstr>LE JURY VICTIME D’AMOUR M’A DÉCLARÉ COUPABLE</vt:lpstr>
      <vt:lpstr>J'AI ÉTÉ CONDAMNÉ À PERPÉTUITÉ</vt:lpstr>
      <vt:lpstr>DÉS LORS, JE NE PEUX RIEN FAIRE D’AUTRE QUE AIMER</vt:lpstr>
      <vt:lpstr>MON COMPAGNON DE CELLULE SE NOMME J.O.I.E</vt:lpstr>
      <vt:lpstr>ON A FAIT CONNAISSANCE DEPUIS ON EST TOUJOURS À DEUX</vt:lpstr>
      <vt:lpstr>NOUS SOMMES INCARCÉRÉS DANS LA SECTION F.O.I</vt:lpstr>
      <vt:lpstr>LE DIRECTEUR DE LA PRISON SE NOMME D.I.E.U</vt:lpstr>
      <vt:lpstr>AUX YEUX DU MONDE NOUS NE SOMMES QUE DES FOUS</vt:lpstr>
      <vt:lpstr>LES HAINEUX NÉGLIGENT L’AMOUR MAIS VIVENT DANS LE TROU</vt:lpstr>
      <vt:lpstr>SANS L’AMOUR, JE NE SUIS RIEN JE VOUS L’AVOUE</vt:lpstr>
      <vt:lpstr>C’EST AVEC LES LARMES AU CŒUR QUE JE ME CONFIE À VOUS</vt:lpstr>
      <vt:lpstr>J’AI POUR MISSION D’AIMER AU-DELÀ DU VOULOIR</vt:lpstr>
      <vt:lpstr>VEILLER EN TOUT TEMPS DURANT LES SAISONS LES PLUS NOIRES</vt:lpstr>
      <vt:lpstr>ILS OU ELLES POURRONT TOUT FAIRE MÊME LE MAUDIRE</vt:lpstr>
      <vt:lpstr>J’ACCOMPLIRAI MA TÂCHE PEU IMPORTE LES "ON DIT"</vt:lpstr>
      <vt:lpstr>J’AI ENTENDU DIRE QUE L’AMOUR N’EST PLUS</vt:lpstr>
      <vt:lpstr>CELUI QUI A DIT ÇA N’EST SÛREMENT QU’UN DÉÇU</vt:lpstr>
      <vt:lpstr>LA VIE EST LA PREUVE QUE L’AMOUR EST TOUJOURS</vt:lpstr>
      <vt:lpstr>DIEU MERCI, CAR CE MATIN J’AI PU VOIR LE JOUR</vt:lpstr>
      <vt:lpstr>AVEC LES QUATRE ANNEAUX DE L’AMOUR</vt:lpstr>
      <vt:lpstr>ASSIS DANS MA CELLULE J’ÉCRIS LE CONTENU DE MON CŒUR</vt:lpstr>
      <vt:lpstr>EN FERMANT LES YEUX JE PEUX ME VOIR RENAÎTRE</vt:lpstr>
      <vt:lpstr>M’ÉVADER DANS UN MONDE QUE NUL NE CONNAÎT</vt:lpstr>
      <vt:lpstr>J’ESPÈRE VOUS VOIR BIENTÔT</vt:lpstr>
      <vt:lpstr>IL SE FAIT TARD  ET DEMAIN JE DOIS ME LEVER TÔT</vt:lpstr>
      <vt:lpstr>VOICI MON ADRESSE À UN DE CES JOURS</vt:lpstr>
      <vt:lpstr>PRISON AMOUR , SECTION F.O.I AU FOND DE LA COUR</vt:lpstr>
      <vt:lpstr>ILS ONT VOULU FAIRE CE QU’ILS VOULAIENT DE MA VIE</vt:lpstr>
      <vt:lpstr>MAIS QUI PEUT M’EMPÊCHER DE VIVRE EN L.O.V.E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122</cp:revision>
  <dcterms:created xsi:type="dcterms:W3CDTF">2002-08-17T10:50:50Z</dcterms:created>
  <dcterms:modified xsi:type="dcterms:W3CDTF">2014-12-27T16:50:36Z</dcterms:modified>
</cp:coreProperties>
</file>