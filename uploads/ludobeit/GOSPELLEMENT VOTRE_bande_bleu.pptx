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38.xml" ContentType="application/vnd.openxmlformats-officedocument.presentationml.notesSlide+xml"/>
  <Override PartName="/ppt/notesSlides/notesSlide49.xml" ContentType="application/vnd.openxmlformats-officedocument.presentationml.notesSlid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Override PartName="/ppt/notesSlides/notesSlide45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23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8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6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4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51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notesSlides/notesSlide47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Default Extension="wmf" ContentType="image/x-wmf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notesSlides/notesSlide25.xml" ContentType="application/vnd.openxmlformats-officedocument.presentationml.notesSlide+xml"/>
  <Override PartName="/ppt/notesSlides/notesSlide43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3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84" r:id="rId16"/>
    <p:sldId id="285" r:id="rId17"/>
    <p:sldId id="286" r:id="rId18"/>
    <p:sldId id="287" r:id="rId19"/>
    <p:sldId id="288" r:id="rId20"/>
    <p:sldId id="289" r:id="rId21"/>
    <p:sldId id="290" r:id="rId22"/>
    <p:sldId id="291" r:id="rId23"/>
    <p:sldId id="292" r:id="rId24"/>
    <p:sldId id="293" r:id="rId25"/>
    <p:sldId id="315" r:id="rId26"/>
    <p:sldId id="294" r:id="rId27"/>
    <p:sldId id="295" r:id="rId28"/>
    <p:sldId id="296" r:id="rId29"/>
    <p:sldId id="297" r:id="rId30"/>
    <p:sldId id="298" r:id="rId31"/>
    <p:sldId id="299" r:id="rId32"/>
    <p:sldId id="300" r:id="rId33"/>
    <p:sldId id="301" r:id="rId34"/>
    <p:sldId id="302" r:id="rId35"/>
    <p:sldId id="303" r:id="rId36"/>
    <p:sldId id="304" r:id="rId37"/>
    <p:sldId id="305" r:id="rId38"/>
    <p:sldId id="306" r:id="rId39"/>
    <p:sldId id="307" r:id="rId40"/>
    <p:sldId id="308" r:id="rId41"/>
    <p:sldId id="309" r:id="rId42"/>
    <p:sldId id="311" r:id="rId43"/>
    <p:sldId id="310" r:id="rId44"/>
    <p:sldId id="312" r:id="rId45"/>
    <p:sldId id="313" r:id="rId46"/>
    <p:sldId id="314" r:id="rId47"/>
    <p:sldId id="316" r:id="rId48"/>
    <p:sldId id="317" r:id="rId49"/>
    <p:sldId id="318" r:id="rId50"/>
    <p:sldId id="319" r:id="rId51"/>
    <p:sldId id="320" r:id="rId52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5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5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5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5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5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-105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-105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-105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-105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inimized">
    <p:restoredLeft sz="5718" autoAdjust="0"/>
    <p:restoredTop sz="44797" autoAdjust="0"/>
  </p:normalViewPr>
  <p:slideViewPr>
    <p:cSldViewPr>
      <p:cViewPr varScale="1">
        <p:scale>
          <a:sx n="21" d="100"/>
          <a:sy n="21" d="100"/>
        </p:scale>
        <p:origin x="-2220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4596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AD1C9ED-DFE9-4FD5-B37E-E9F153CF084D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F8C4A4F-DC9B-4602-9817-FBEA797C7C52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GOGOGOGO GOSPELLEMENT VÔTRE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BIENVENUE DANS UN MONDE 2 OÙ LA J.O.I.E DÉPASSE LA NORME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NORMAL ON EST VENU DÉTOURNER L'GAME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CHANGER LA DONNE, ON T'AUTORISE À NOUS APPELER GAMINS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QUOI DE PLUS PUR QUE LE CŒUR D'UN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SIMPLE ET SANS SOUCI ON VIT LA VIE À 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PAR MON ÉPANOUISSEMENT JE VEUX FAIRE SOURIRE LE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PERDURER DANS SON LOVE EN LUI JE ME SUIS DU-PER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 EXPECTATIVE : REPARTIR DIFFÉRENT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ME LAISSER GUIDER PAR L'ESPRIT-SAINT, LE LAISSER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VICTIME D'UNE OPÉRATION À CŒUR OUVERT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A SON D.I.E.U LUD'OBÉIT S'EST OFFERT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VOUS VOIS BOUGER LA TÊTE DEVANT, DERRIÈRE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VOUS VOULEZ DU GOSPEL VOUS ALLEZ ÊTRE VI-SER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BIG UP T.I.T.L., RDK'L DESTINATION FINALE : ARRIVÉE AU CIEL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SUIS SÛR QU'IL POURRAIT ENFIN ACCÉDER À L'AMOUR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CHOISIS LA VIE, ET NON LA MORT. AVEC TA VIE, NE SOIS PAS MÉCHANT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NÉGATIVE A ÉTÉ TA VIE DONC FAIS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CHOISIS LE MEILLEUR, ET POUR LE PIRE, FAIS LE VOIR LOUCHE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AS-TU DÉJÀ ENTENDU DIRE QUE L'ESPOIR S'EST FAIT TUER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OU BIEN ALORS, QU'APRÈS UN CHOC, L'AMOUR EST DEVENU MUET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STOP TES PRÉSOMPTIONS ET PUIS PRENDS COURAGE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SEUL UN LÂCHE SE CACHE LÈVE-TOI ET MARCHE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QUE LA FOI, DANS TES COMBATS SOIT TON SEUL ÉQUIPIER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 DOUTE, TON PIRE ENNEMI, A POUR BUT QUE TU RENONCES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PASSE LA CINQUIÈME ET FONCE SANS JAMAIS PLUS RÉTROGRADER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DEVANT TOI, LA TERRE PROMISE DERRIÈRE TOI, UNE TERRE DÉGRADÉE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DES GRADINS, J'ENTENDS L'ÉQUIPE-TYPE CRIER VICTORY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VICTORIA TE SUIVRA, SI T'ABANDONNES TON ANCIENNE STORY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T'AURAS LA PAIX PLEIN LES POCHES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50-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51-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GOGOGOGO GOSPELLEMENT VÔTRE</a:t>
            </a:r>
          </a:p>
          <a:p>
            <a:r>
              <a:rPr lang="fr-FR" smtClean="0"/>
              <a:t>2-  BIENVENUE DANS UN MONDE 2 OÙ LA J.O.I.E DÉPASSE LA NORME</a:t>
            </a:r>
          </a:p>
          <a:p>
            <a:r>
              <a:rPr lang="fr-FR" smtClean="0"/>
              <a:t>3-  NORMAL ON EST VENU DÉTOURNER L'GAME</a:t>
            </a:r>
          </a:p>
          <a:p>
            <a:r>
              <a:rPr lang="fr-FR" smtClean="0"/>
              <a:t>4-  CHANGER LA DONNE, ON T'AUTORISE À NOUS APPELER GAMINS</a:t>
            </a:r>
          </a:p>
          <a:p>
            <a:r>
              <a:rPr lang="fr-FR" smtClean="0"/>
              <a:t>5-  QUOI DE PLUS PUR QUE LE CŒUR D'UN ENFANT</a:t>
            </a:r>
          </a:p>
          <a:p>
            <a:r>
              <a:rPr lang="fr-FR" smtClean="0"/>
              <a:t>6-  SIMPLE ET SANS SOUCI ON VIT LA VIE À FOND</a:t>
            </a:r>
          </a:p>
          <a:p>
            <a:r>
              <a:rPr lang="fr-FR" smtClean="0"/>
              <a:t>7-  PAR MON ÉPANOUISSEMENT JE VEUX FAIRE SOURIRE LE PÈRE</a:t>
            </a:r>
          </a:p>
          <a:p>
            <a:r>
              <a:rPr lang="fr-FR" smtClean="0"/>
              <a:t>8-  PERDURER DANS SON LOVE EN LUI JE ME SUIS DU-PER</a:t>
            </a:r>
          </a:p>
          <a:p>
            <a:r>
              <a:rPr lang="fr-FR" smtClean="0"/>
              <a:t>9-  MON EXPECTATIVE : REPARTIR DIFFÉRENT</a:t>
            </a:r>
          </a:p>
          <a:p>
            <a:r>
              <a:rPr lang="fr-FR" smtClean="0"/>
              <a:t>10-  ME LAISSER GUIDER PAR L'ESPRIT-SAINT, LE LAISSER FAIRE</a:t>
            </a:r>
          </a:p>
          <a:p>
            <a:r>
              <a:rPr lang="fr-FR" smtClean="0"/>
              <a:t>11-  VICTIME D'UNE OPÉRATION À CŒUR OUVERT</a:t>
            </a:r>
          </a:p>
          <a:p>
            <a:r>
              <a:rPr lang="fr-FR" smtClean="0"/>
              <a:t>12-  A SON D.I.E.U LUD'OBÉIT S'EST OFFERT</a:t>
            </a:r>
          </a:p>
          <a:p>
            <a:r>
              <a:rPr lang="fr-FR" smtClean="0"/>
              <a:t>13-  JE VOUS VOIS BOUGER LA TÊTE DEVANT, DERRIÈRE</a:t>
            </a:r>
          </a:p>
          <a:p>
            <a:r>
              <a:rPr lang="fr-FR" smtClean="0"/>
              <a:t>14-  VOUS VOULEZ DU GOSPEL VOUS ALLEZ ÊTRE VI-SER</a:t>
            </a:r>
          </a:p>
          <a:p>
            <a:r>
              <a:rPr lang="fr-FR" smtClean="0"/>
              <a:t>15-  BIG UP T.I.T.L., RDK'L DESTINATION FINALE : ARRIVÉE AU CIEL !</a:t>
            </a:r>
          </a:p>
          <a:p>
            <a:r>
              <a:rPr lang="fr-FR" smtClean="0"/>
              <a:t>16-  PARFOIS L'HOMME PASSE SON TEMPS À PLEURER SUR SON SORT</a:t>
            </a:r>
          </a:p>
          <a:p>
            <a:r>
              <a:rPr lang="fr-FR" smtClean="0"/>
              <a:t>17-  INCONSCIENT QUE C'EST DE SA BOUCHE QUE SON AVENIR SORT</a:t>
            </a:r>
          </a:p>
          <a:p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19-  JE SUIS SÛR QU'IL POURRAIT ENFIN ACCÉDER À L'AMOUR </a:t>
            </a:r>
          </a:p>
          <a:p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CHOISIS LA VIE, ET NON LA MORT. AVEC TA VIE, NE SOIS PAS MÉCHANT</a:t>
            </a:r>
          </a:p>
          <a:p>
            <a:r>
              <a:rPr lang="fr-FR" smtClean="0"/>
              <a:t>22-  OUVRE GRAND TA BOUCHE ET PARLE LE POSITIF</a:t>
            </a:r>
          </a:p>
          <a:p>
            <a:r>
              <a:rPr lang="fr-FR" smtClean="0"/>
              <a:t>23-  NÉGATIVE A ÉTÉ TA VIE DONC FAIS QUE LE MEILLEUR ARRIVE</a:t>
            </a:r>
          </a:p>
          <a:p>
            <a:r>
              <a:rPr lang="fr-FR" smtClean="0"/>
              <a:t>24-  FORTIFIE-TOI ET DÉCIDE D'AVANCER</a:t>
            </a:r>
          </a:p>
          <a:p>
            <a:r>
              <a:rPr lang="fr-FR" smtClean="0"/>
              <a:t>25-  HORS DE QUESTION QUE TON PASSÉ PUISSE TE DEVANCER</a:t>
            </a:r>
          </a:p>
          <a:p>
            <a:r>
              <a:rPr lang="fr-FR" smtClean="0"/>
              <a:t>26-  LE CHOIX EST DÉSORMAIS ENTRE TES MAINS ET DANS TA BOUCHE</a:t>
            </a:r>
          </a:p>
          <a:p>
            <a:r>
              <a:rPr lang="fr-FR" smtClean="0"/>
              <a:t>27-  CHOISIS LE MEILLEUR, ET POUR LE PIRE, FAIS LE VOIR LOUCHE</a:t>
            </a:r>
          </a:p>
          <a:p>
            <a:r>
              <a:rPr lang="fr-FR" smtClean="0"/>
              <a:t>28-  ROUGE EST LE SANG, DONC ROUGE EST LA VICTOIRE</a:t>
            </a:r>
          </a:p>
          <a:p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30-  PARÉ POUR CONQUÉRIR FAIS ÉCLATER TES RIRES</a:t>
            </a:r>
          </a:p>
          <a:p>
            <a:r>
              <a:rPr lang="fr-FR" smtClean="0"/>
              <a:t>31-  ET LÀ TU POURRAS DIRE QUE LE MEILLEUR RESTE À VENIR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34-  AS-TU DÉJÀ ENTENDU DIRE QUE L'ESPOIR S'EST FAIT TUER ? </a:t>
            </a:r>
          </a:p>
          <a:p>
            <a:r>
              <a:rPr lang="fr-FR" smtClean="0"/>
              <a:t>35-  OU BIEN ALORS, QU'APRÈS UN CHOC, L'AMOUR EST DEVENU MUET ? </a:t>
            </a:r>
          </a:p>
          <a:p>
            <a:r>
              <a:rPr lang="fr-FR" smtClean="0"/>
              <a:t>36-  STOP TES PRÉSOMPTIONS ET PUIS PRENDS COURAGE ! </a:t>
            </a:r>
          </a:p>
          <a:p>
            <a:r>
              <a:rPr lang="fr-FR" smtClean="0"/>
              <a:t>37-  SEUL UN LÂCHE SE CACHE LÈVE-TOI ET MARCHE </a:t>
            </a:r>
          </a:p>
          <a:p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39-  QUE LA FOI, DANS TES COMBATS SOIT TON SEUL ÉQUIPIER </a:t>
            </a:r>
          </a:p>
          <a:p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41-  LE DOUTE, TON PIRE ENNEMI, A POUR BUT QUE TU RENONCES </a:t>
            </a:r>
          </a:p>
          <a:p>
            <a:r>
              <a:rPr lang="fr-FR" smtClean="0"/>
              <a:t>42-  PASSE LA CINQUIÈME ET FONCE SANS JAMAIS PLUS RÉTROGRADER </a:t>
            </a:r>
          </a:p>
          <a:p>
            <a:r>
              <a:rPr lang="fr-FR" smtClean="0"/>
              <a:t>43-  DEVANT TOI, LA TERRE PROMISE DERRIÈRE TOI, UNE TERRE DÉGRADÉE </a:t>
            </a:r>
          </a:p>
          <a:p>
            <a:r>
              <a:rPr lang="fr-FR" smtClean="0"/>
              <a:t>44-  DES GRADINS, J'ENTENDS L'ÉQUIPE-TYPE CRIER VICTORY</a:t>
            </a:r>
          </a:p>
          <a:p>
            <a:r>
              <a:rPr lang="fr-FR" smtClean="0"/>
              <a:t>45-  VICTORIA TE SUIVRA, SI T'ABANDONNES TON ANCIENNE STORY </a:t>
            </a:r>
          </a:p>
          <a:p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48-  T'AURAS LA PAIX PLEIN LES POCHES</a:t>
            </a:r>
          </a:p>
          <a:p>
            <a:r>
              <a:rPr lang="fr-FR" smtClean="0"/>
              <a:t>49-  LA GLOIRE POUR COURONNE ET L'A.M.O.U.R POUR TROPHÉE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50-  UNE SEULE DÉCISION QUI A FAIT QUE</a:t>
            </a:r>
          </a:p>
          <a:p>
            <a:r>
              <a:rPr lang="fr-FR" smtClean="0"/>
              <a:t>	51-  VOUS ET MOI, NOUS SOYONS LES PERSONNES QUE NOUS SOMMES</a:t>
            </a:r>
          </a:p>
          <a:p>
            <a:r>
              <a:rPr lang="fr-FR" smtClean="0"/>
              <a:t>	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GOGOGOGO GOSPELLEMENT VÔTRE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BIENVENUE DANS UN MONDE 2 OÙ LA J.O.I.E DÉPASSE LA NORME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NORMAL ON EST VENU DÉTOURNER L'GAME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CHANGER LA DONNE, ON T'AUTORISE À NOUS APPELER GAMINS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QUOI DE PLUS PUR QUE LE CŒUR D'UN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SIMPLE ET SANS SOUCI ON VIT LA VIE À 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PAR MON ÉPANOUISSEMENT JE VEUX FAIRE SOURIRE LE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PERDURER DANS SON LOVE EN LUI JE ME SUIS DU-PER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 EXPECTATIVE : REPARTIR DIFFÉRENT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ME LAISSER GUIDER PAR L'ESPRIT-SAINT, LE LAISSER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VICTIME D'UNE OPÉRATION À CŒUR OUVERT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A SON D.I.E.U LUD'OBÉIT S'EST OFFERT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VOUS VOIS BOUGER LA TÊTE DEVANT, DERRIÈRE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VOUS VOULEZ DU GOSPEL VOUS ALLEZ ÊTRE VI-SER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BIG UP T.I.T.L., RDK'L DESTINATION FINALE : ARRIVÉE AU CIEL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SUIS SÛR QU'IL POURRAIT ENFIN ACCÉDER À L'AMOUR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CHOISIS LA VIE, ET NON LA MORT. AVEC TA VIE, NE SOIS PAS MÉCHANT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NÉGATIVE A ÉTÉ TA VIE DONC FAIS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CHOISIS LE MEILLEUR, ET POUR LE PIRE, FAIS LE VOIR LOUCHE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AS-TU DÉJÀ ENTENDU DIRE QUE L'ESPOIR S'EST FAIT TUER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OU BIEN ALORS, QU'APRÈS UN CHOC, L'AMOUR EST DEVENU MUET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STOP TES PRÉSOMPTIONS ET PUIS PRENDS COURAGE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SEUL UN LÂCHE SE CACHE LÈVE-TOI ET MARCHE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QUE LA FOI, DANS TES COMBATS SOIT TON SEUL ÉQUIPIER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 DOUTE, TON PIRE ENNEMI, A POUR BUT QUE TU RENONCES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PASSE LA CINQUIÈME ET FONCE SANS JAMAIS PLUS RÉTROGRADER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DEVANT TOI, LA TERRE PROMISE DERRIÈRE TOI, UNE TERRE DÉGRADÉE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DES GRADINS, J'ENTENDS L'ÉQUIPE-TYPE CRIER VICTORY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VICTORIA TE SUIVRA, SI T'ABANDONNES TON ANCIENNE STORY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T'AURAS LA PAIX PLEIN LES POCHES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50-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51-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563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GOGOGOGO GOSPELLEMENT VÔTRE</a:t>
            </a:r>
          </a:p>
          <a:p>
            <a:r>
              <a:rPr lang="fr-FR" smtClean="0"/>
              <a:t>2-  BIENVENUE DANS UN MONDE 2 OÙ LA J.O.I.E DÉPASSE LA NORME</a:t>
            </a:r>
          </a:p>
          <a:p>
            <a:r>
              <a:rPr lang="fr-FR" smtClean="0"/>
              <a:t>3-  NORMAL ON EST VENU DÉTOURNER L'GAME</a:t>
            </a:r>
          </a:p>
          <a:p>
            <a:r>
              <a:rPr lang="fr-FR" smtClean="0"/>
              <a:t>4-  CHANGER LA DONNE, ON T'AUTORISE À NOUS APPELER GAMINS</a:t>
            </a:r>
          </a:p>
          <a:p>
            <a:r>
              <a:rPr lang="fr-FR" smtClean="0"/>
              <a:t>5-  QUOI DE PLUS PUR QUE LE CŒUR D'UN ENFANT</a:t>
            </a:r>
          </a:p>
          <a:p>
            <a:r>
              <a:rPr lang="fr-FR" smtClean="0"/>
              <a:t>6-  SIMPLE ET SANS SOUCI ON VIT LA VIE À FOND</a:t>
            </a:r>
          </a:p>
          <a:p>
            <a:r>
              <a:rPr lang="fr-FR" smtClean="0"/>
              <a:t>7-  PAR MON ÉPANOUISSEMENT JE VEUX FAIRE SOURIRE LE PÈRE</a:t>
            </a:r>
          </a:p>
          <a:p>
            <a:r>
              <a:rPr lang="fr-FR" smtClean="0"/>
              <a:t>8-  PERDURER DANS SON LOVE EN LUI JE ME SUIS DU-PER</a:t>
            </a:r>
          </a:p>
          <a:p>
            <a:r>
              <a:rPr lang="fr-FR" smtClean="0"/>
              <a:t>9-  MON EXPECTATIVE : REPARTIR DIFFÉRENT</a:t>
            </a:r>
          </a:p>
          <a:p>
            <a:r>
              <a:rPr lang="fr-FR" smtClean="0"/>
              <a:t>10-  ME LAISSER GUIDER PAR L'ESPRIT-SAINT, LE LAISSER FAIRE</a:t>
            </a:r>
          </a:p>
          <a:p>
            <a:r>
              <a:rPr lang="fr-FR" smtClean="0"/>
              <a:t>11-  VICTIME D'UNE OPÉRATION À CŒUR OUVERT</a:t>
            </a:r>
          </a:p>
          <a:p>
            <a:r>
              <a:rPr lang="fr-FR" smtClean="0"/>
              <a:t>12-  A SON D.I.E.U LUD'OBÉIT S'EST OFFERT</a:t>
            </a:r>
          </a:p>
          <a:p>
            <a:r>
              <a:rPr lang="fr-FR" smtClean="0"/>
              <a:t>13-  JE VOUS VOIS BOUGER LA TÊTE DEVANT, DERRIÈRE</a:t>
            </a:r>
          </a:p>
          <a:p>
            <a:r>
              <a:rPr lang="fr-FR" smtClean="0"/>
              <a:t>14-  VOUS VOULEZ DU GOSPEL VOUS ALLEZ ÊTRE VI-SER</a:t>
            </a:r>
          </a:p>
          <a:p>
            <a:r>
              <a:rPr lang="fr-FR" smtClean="0"/>
              <a:t>15-  BIG UP T.I.T.L., RDK'L DESTINATION FINALE : ARRIVÉE AU CIEL !</a:t>
            </a:r>
          </a:p>
          <a:p>
            <a:r>
              <a:rPr lang="fr-FR" smtClean="0"/>
              <a:t>16-  PARFOIS L'HOMME PASSE SON TEMPS À PLEURER SUR SON SORT</a:t>
            </a:r>
          </a:p>
          <a:p>
            <a:r>
              <a:rPr lang="fr-FR" smtClean="0"/>
              <a:t>17-  INCONSCIENT QUE C'EST DE SA BOUCHE QUE SON AVENIR SORT</a:t>
            </a:r>
          </a:p>
          <a:p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19-  JE SUIS SÛR QU'IL POURRAIT ENFIN ACCÉDER À L'AMOUR </a:t>
            </a:r>
          </a:p>
          <a:p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CHOISIS LA VIE, ET NON LA MORT. AVEC TA VIE, NE SOIS PAS MÉCHANT</a:t>
            </a:r>
          </a:p>
          <a:p>
            <a:r>
              <a:rPr lang="fr-FR" smtClean="0"/>
              <a:t>22-  OUVRE GRAND TA BOUCHE ET PARLE LE POSITIF</a:t>
            </a:r>
          </a:p>
          <a:p>
            <a:r>
              <a:rPr lang="fr-FR" smtClean="0"/>
              <a:t>23-  NÉGATIVE A ÉTÉ TA VIE DONC FAIS QUE LE MEILLEUR ARRIVE</a:t>
            </a:r>
          </a:p>
          <a:p>
            <a:r>
              <a:rPr lang="fr-FR" smtClean="0"/>
              <a:t>24-  FORTIFIE-TOI ET DÉCIDE D'AVANCER</a:t>
            </a:r>
          </a:p>
          <a:p>
            <a:r>
              <a:rPr lang="fr-FR" smtClean="0"/>
              <a:t>25-  HORS DE QUESTION QUE TON PASSÉ PUISSE TE DEVANCER</a:t>
            </a:r>
          </a:p>
          <a:p>
            <a:r>
              <a:rPr lang="fr-FR" smtClean="0"/>
              <a:t>26-  LE CHOIX EST DÉSORMAIS ENTRE TES MAINS ET DANS TA BOUCHE</a:t>
            </a:r>
          </a:p>
          <a:p>
            <a:r>
              <a:rPr lang="fr-FR" smtClean="0"/>
              <a:t>27-  CHOISIS LE MEILLEUR, ET POUR LE PIRE, FAIS LE VOIR LOUCHE</a:t>
            </a:r>
          </a:p>
          <a:p>
            <a:r>
              <a:rPr lang="fr-FR" smtClean="0"/>
              <a:t>28-  ROUGE EST LE SANG, DONC ROUGE EST LA VICTOIRE</a:t>
            </a:r>
          </a:p>
          <a:p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30-  PARÉ POUR CONQUÉRIR FAIS ÉCLATER TES RIRES</a:t>
            </a:r>
          </a:p>
          <a:p>
            <a:r>
              <a:rPr lang="fr-FR" smtClean="0"/>
              <a:t>31-  ET LÀ TU POURRAS DIRE QUE LE MEILLEUR RESTE À VENIR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34-  AS-TU DÉJÀ ENTENDU DIRE QUE L'ESPOIR S'EST FAIT TUER ? </a:t>
            </a:r>
          </a:p>
          <a:p>
            <a:r>
              <a:rPr lang="fr-FR" smtClean="0"/>
              <a:t>35-  OU BIEN ALORS, QU'APRÈS UN CHOC, L'AMOUR EST DEVENU MUET ? </a:t>
            </a:r>
          </a:p>
          <a:p>
            <a:r>
              <a:rPr lang="fr-FR" smtClean="0"/>
              <a:t>36-  STOP TES PRÉSOMPTIONS ET PUIS PRENDS COURAGE ! </a:t>
            </a:r>
          </a:p>
          <a:p>
            <a:r>
              <a:rPr lang="fr-FR" smtClean="0"/>
              <a:t>37-  SEUL UN LÂCHE SE CACHE LÈVE-TOI ET MARCHE </a:t>
            </a:r>
          </a:p>
          <a:p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39-  QUE LA FOI, DANS TES COMBATS SOIT TON SEUL ÉQUIPIER </a:t>
            </a:r>
          </a:p>
          <a:p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41-  LE DOUTE, TON PIRE ENNEMI, A POUR BUT QUE TU RENONCES </a:t>
            </a:r>
          </a:p>
          <a:p>
            <a:r>
              <a:rPr lang="fr-FR" smtClean="0"/>
              <a:t>42-  PASSE LA CINQUIÈME ET FONCE SANS JAMAIS PLUS RÉTROGRADER </a:t>
            </a:r>
          </a:p>
          <a:p>
            <a:r>
              <a:rPr lang="fr-FR" smtClean="0"/>
              <a:t>43-  DEVANT TOI, LA TERRE PROMISE DERRIÈRE TOI, UNE TERRE DÉGRADÉE </a:t>
            </a:r>
          </a:p>
          <a:p>
            <a:r>
              <a:rPr lang="fr-FR" smtClean="0"/>
              <a:t>44-  DES GRADINS, J'ENTENDS L'ÉQUIPE-TYPE CRIER VICTORY</a:t>
            </a:r>
          </a:p>
          <a:p>
            <a:r>
              <a:rPr lang="fr-FR" smtClean="0"/>
              <a:t>45-  VICTORIA TE SUIVRA, SI T'ABANDONNES TON ANCIENNE STORY </a:t>
            </a:r>
          </a:p>
          <a:p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48-  T'AURAS LA PAIX PLEIN LES POCHES</a:t>
            </a:r>
          </a:p>
          <a:p>
            <a:r>
              <a:rPr lang="fr-FR" smtClean="0"/>
              <a:t>49-  LA GLOIRE POUR COURONNE ET L'A.M.O.U.R POUR TROPHÉE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50-  UNE SEULE DÉCISION QUI A FAIT QUE</a:t>
            </a:r>
          </a:p>
          <a:p>
            <a:r>
              <a:rPr lang="fr-FR" smtClean="0"/>
              <a:t>	51-  VOUS ET MOI, NOUS SOYONS LES PERSONNES QUE NOUS SOMMES</a:t>
            </a:r>
          </a:p>
          <a:p>
            <a:r>
              <a:rPr lang="fr-FR" smtClean="0"/>
              <a:t>	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GOGOGOGO GOSPELLEMENT VÔTRE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BIENVENUE DANS UN MONDE 2 OÙ LA J.O.I.E DÉPASSE LA NORME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NORMAL ON EST VENU DÉTOURNER L'GAME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CHANGER LA DONNE, ON T'AUTORISE À NOUS APPELER GAMINS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QUOI DE PLUS PUR QUE LE CŒUR D'UN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SIMPLE ET SANS SOUCI ON VIT LA VIE À 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PAR MON ÉPANOUISSEMENT JE VEUX FAIRE SOURIRE LE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PERDURER DANS SON LOVE EN LUI JE ME SUIS DU-PER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 EXPECTATIVE : REPARTIR DIFFÉRENT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ME LAISSER GUIDER PAR L'ESPRIT-SAINT, LE LAISSER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VICTIME D'UNE OPÉRATION À CŒUR OUVERT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A SON D.I.E.U LUD'OBÉIT S'EST OFFERT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VOUS VOIS BOUGER LA TÊTE DEVANT, DERRIÈRE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VOUS VOULEZ DU GOSPEL VOUS ALLEZ ÊTRE VI-SER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BIG UP T.I.T.L., RDK'L DESTINATION FINALE : ARRIVÉE AU CIEL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SUIS SÛR QU'IL POURRAIT ENFIN ACCÉDER À L'AMOUR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CHOISIS LA VIE, ET NON LA MORT. AVEC TA VIE, NE SOIS PAS MÉCHANT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NÉGATIVE A ÉTÉ TA VIE DONC FAIS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CHOISIS LE MEILLEUR, ET POUR LE PIRE, FAIS LE VOIR LOUCHE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AS-TU DÉJÀ ENTENDU DIRE QUE L'ESPOIR S'EST FAIT TUER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OU BIEN ALORS, QU'APRÈS UN CHOC, L'AMOUR EST DEVENU MUET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STOP TES PRÉSOMPTIONS ET PUIS PRENDS COURAGE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SEUL UN LÂCHE SE CACHE LÈVE-TOI ET MARCHE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QUE LA FOI, DANS TES COMBATS SOIT TON SEUL ÉQUIPIER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 DOUTE, TON PIRE ENNEMI, A POUR BUT QUE TU RENONCES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PASSE LA CINQUIÈME ET FONCE SANS JAMAIS PLUS RÉTROGRADER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DEVANT TOI, LA TERRE PROMISE DERRIÈRE TOI, UNE TERRE DÉGRADÉE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DES GRADINS, J'ENTENDS L'ÉQUIPE-TYPE CRIER VICTORY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VICTORIA TE SUIVRA, SI T'ABANDONNES TON ANCIENNE STORY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T'AURAS LA PAIX PLEIN LES POCHES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50-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51-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GOGOGOGO GOSPELLEMENT VÔTRE</a:t>
            </a:r>
          </a:p>
          <a:p>
            <a:r>
              <a:rPr lang="fr-FR" smtClean="0"/>
              <a:t>2-  BIENVENUE DANS UN MONDE 2 OÙ LA J.O.I.E DÉPASSE LA NORME</a:t>
            </a:r>
          </a:p>
          <a:p>
            <a:r>
              <a:rPr lang="fr-FR" smtClean="0"/>
              <a:t>3-  NORMAL ON EST VENU DÉTOURNER L'GAME</a:t>
            </a:r>
          </a:p>
          <a:p>
            <a:r>
              <a:rPr lang="fr-FR" smtClean="0"/>
              <a:t>4-  CHANGER LA DONNE, ON T'AUTORISE À NOUS APPELER GAMINS</a:t>
            </a:r>
          </a:p>
          <a:p>
            <a:r>
              <a:rPr lang="fr-FR" smtClean="0"/>
              <a:t>5-  QUOI DE PLUS PUR QUE LE CŒUR D'UN ENFANT</a:t>
            </a:r>
          </a:p>
          <a:p>
            <a:r>
              <a:rPr lang="fr-FR" smtClean="0"/>
              <a:t>6-  SIMPLE ET SANS SOUCI ON VIT LA VIE À FOND</a:t>
            </a:r>
          </a:p>
          <a:p>
            <a:r>
              <a:rPr lang="fr-FR" smtClean="0"/>
              <a:t>7-  PAR MON ÉPANOUISSEMENT JE VEUX FAIRE SOURIRE LE PÈRE</a:t>
            </a:r>
          </a:p>
          <a:p>
            <a:r>
              <a:rPr lang="fr-FR" smtClean="0"/>
              <a:t>8-  PERDURER DANS SON LOVE EN LUI JE ME SUIS DU-PER</a:t>
            </a:r>
          </a:p>
          <a:p>
            <a:r>
              <a:rPr lang="fr-FR" smtClean="0"/>
              <a:t>9-  MON EXPECTATIVE : REPARTIR DIFFÉRENT</a:t>
            </a:r>
          </a:p>
          <a:p>
            <a:r>
              <a:rPr lang="fr-FR" smtClean="0"/>
              <a:t>10-  ME LAISSER GUIDER PAR L'ESPRIT-SAINT, LE LAISSER FAIRE</a:t>
            </a:r>
          </a:p>
          <a:p>
            <a:r>
              <a:rPr lang="fr-FR" smtClean="0"/>
              <a:t>11-  VICTIME D'UNE OPÉRATION À CŒUR OUVERT</a:t>
            </a:r>
          </a:p>
          <a:p>
            <a:r>
              <a:rPr lang="fr-FR" smtClean="0"/>
              <a:t>12-  A SON D.I.E.U LUD'OBÉIT S'EST OFFERT</a:t>
            </a:r>
          </a:p>
          <a:p>
            <a:r>
              <a:rPr lang="fr-FR" smtClean="0"/>
              <a:t>13-  JE VOUS VOIS BOUGER LA TÊTE DEVANT, DERRIÈRE</a:t>
            </a:r>
          </a:p>
          <a:p>
            <a:r>
              <a:rPr lang="fr-FR" smtClean="0"/>
              <a:t>14-  VOUS VOULEZ DU GOSPEL VOUS ALLEZ ÊTRE VI-SER</a:t>
            </a:r>
          </a:p>
          <a:p>
            <a:r>
              <a:rPr lang="fr-FR" smtClean="0"/>
              <a:t>15-  BIG UP T.I.T.L., RDK'L DESTINATION FINALE : ARRIVÉE AU CIEL !</a:t>
            </a:r>
          </a:p>
          <a:p>
            <a:r>
              <a:rPr lang="fr-FR" smtClean="0"/>
              <a:t>16-  PARFOIS L'HOMME PASSE SON TEMPS À PLEURER SUR SON SORT</a:t>
            </a:r>
          </a:p>
          <a:p>
            <a:r>
              <a:rPr lang="fr-FR" smtClean="0"/>
              <a:t>17-  INCONSCIENT QUE C'EST DE SA BOUCHE QUE SON AVENIR SORT</a:t>
            </a:r>
          </a:p>
          <a:p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19-  JE SUIS SÛR QU'IL POURRAIT ENFIN ACCÉDER À L'AMOUR </a:t>
            </a:r>
          </a:p>
          <a:p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CHOISIS LA VIE, ET NON LA MORT. AVEC TA VIE, NE SOIS PAS MÉCHANT</a:t>
            </a:r>
          </a:p>
          <a:p>
            <a:r>
              <a:rPr lang="fr-FR" smtClean="0"/>
              <a:t>22-  OUVRE GRAND TA BOUCHE ET PARLE LE POSITIF</a:t>
            </a:r>
          </a:p>
          <a:p>
            <a:r>
              <a:rPr lang="fr-FR" smtClean="0"/>
              <a:t>23-  NÉGATIVE A ÉTÉ TA VIE DONC FAIS QUE LE MEILLEUR ARRIVE</a:t>
            </a:r>
          </a:p>
          <a:p>
            <a:r>
              <a:rPr lang="fr-FR" smtClean="0"/>
              <a:t>24-  FORTIFIE-TOI ET DÉCIDE D'AVANCER</a:t>
            </a:r>
          </a:p>
          <a:p>
            <a:r>
              <a:rPr lang="fr-FR" smtClean="0"/>
              <a:t>25-  HORS DE QUESTION QUE TON PASSÉ PUISSE TE DEVANCER</a:t>
            </a:r>
          </a:p>
          <a:p>
            <a:r>
              <a:rPr lang="fr-FR" smtClean="0"/>
              <a:t>26-  LE CHOIX EST DÉSORMAIS ENTRE TES MAINS ET DANS TA BOUCHE</a:t>
            </a:r>
          </a:p>
          <a:p>
            <a:r>
              <a:rPr lang="fr-FR" smtClean="0"/>
              <a:t>27-  CHOISIS LE MEILLEUR, ET POUR LE PIRE, FAIS LE VOIR LOUCHE</a:t>
            </a:r>
          </a:p>
          <a:p>
            <a:r>
              <a:rPr lang="fr-FR" smtClean="0"/>
              <a:t>28-  ROUGE EST LE SANG, DONC ROUGE EST LA VICTOIRE</a:t>
            </a:r>
          </a:p>
          <a:p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30-  PARÉ POUR CONQUÉRIR FAIS ÉCLATER TES RIRES</a:t>
            </a:r>
          </a:p>
          <a:p>
            <a:r>
              <a:rPr lang="fr-FR" smtClean="0"/>
              <a:t>31-  ET LÀ TU POURRAS DIRE QUE LE MEILLEUR RESTE À VENIR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34-  AS-TU DÉJÀ ENTENDU DIRE QUE L'ESPOIR S'EST FAIT TUER ? </a:t>
            </a:r>
          </a:p>
          <a:p>
            <a:r>
              <a:rPr lang="fr-FR" smtClean="0"/>
              <a:t>35-  OU BIEN ALORS, QU'APRÈS UN CHOC, L'AMOUR EST DEVENU MUET ? </a:t>
            </a:r>
          </a:p>
          <a:p>
            <a:r>
              <a:rPr lang="fr-FR" smtClean="0"/>
              <a:t>36-  STOP TES PRÉSOMPTIONS ET PUIS PRENDS COURAGE ! </a:t>
            </a:r>
          </a:p>
          <a:p>
            <a:r>
              <a:rPr lang="fr-FR" smtClean="0"/>
              <a:t>37-  SEUL UN LÂCHE SE CACHE LÈVE-TOI ET MARCHE </a:t>
            </a:r>
          </a:p>
          <a:p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39-  QUE LA FOI, DANS TES COMBATS SOIT TON SEUL ÉQUIPIER </a:t>
            </a:r>
          </a:p>
          <a:p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41-  LE DOUTE, TON PIRE ENNEMI, A POUR BUT QUE TU RENONCES </a:t>
            </a:r>
          </a:p>
          <a:p>
            <a:r>
              <a:rPr lang="fr-FR" smtClean="0"/>
              <a:t>42-  PASSE LA CINQUIÈME ET FONCE SANS JAMAIS PLUS RÉTROGRADER </a:t>
            </a:r>
          </a:p>
          <a:p>
            <a:r>
              <a:rPr lang="fr-FR" smtClean="0"/>
              <a:t>43-  DEVANT TOI, LA TERRE PROMISE DERRIÈRE TOI, UNE TERRE DÉGRADÉE </a:t>
            </a:r>
          </a:p>
          <a:p>
            <a:r>
              <a:rPr lang="fr-FR" smtClean="0"/>
              <a:t>44-  DES GRADINS, J'ENTENDS L'ÉQUIPE-TYPE CRIER VICTORY</a:t>
            </a:r>
          </a:p>
          <a:p>
            <a:r>
              <a:rPr lang="fr-FR" smtClean="0"/>
              <a:t>45-  VICTORIA TE SUIVRA, SI T'ABANDONNES TON ANCIENNE STORY </a:t>
            </a:r>
          </a:p>
          <a:p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48-  T'AURAS LA PAIX PLEIN LES POCHES</a:t>
            </a:r>
          </a:p>
          <a:p>
            <a:r>
              <a:rPr lang="fr-FR" smtClean="0"/>
              <a:t>49-  LA GLOIRE POUR COURONNE ET L'A.M.O.U.R POUR TROPHÉE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50-  UNE SEULE DÉCISION QUI A FAIT QUE</a:t>
            </a:r>
          </a:p>
          <a:p>
            <a:r>
              <a:rPr lang="fr-FR" smtClean="0"/>
              <a:t>	51-  VOUS ET MOI, NOUS SOYONS LES PERSONNES QUE NOUS SOMMES</a:t>
            </a:r>
          </a:p>
          <a:p>
            <a:r>
              <a:rPr lang="fr-FR" smtClean="0"/>
              <a:t>	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GOGOGOGO GOSPELLEMENT VÔTRE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BIENVENUE DANS UN MONDE 2 OÙ LA J.O.I.E DÉPASSE LA NORME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NORMAL ON EST VENU DÉTOURNER L'GAME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CHANGER LA DONNE, ON T'AUTORISE À NOUS APPELER GAMINS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QUOI DE PLUS PUR QUE LE CŒUR D'UN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SIMPLE ET SANS SOUCI ON VIT LA VIE À 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PAR MON ÉPANOUISSEMENT JE VEUX FAIRE SOURIRE LE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PERDURER DANS SON LOVE EN LUI JE ME SUIS DU-PER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 EXPECTATIVE : REPARTIR DIFFÉRENT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ME LAISSER GUIDER PAR L'ESPRIT-SAINT, LE LAISSER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VICTIME D'UNE OPÉRATION À CŒUR OUVERT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A SON D.I.E.U LUD'OBÉIT S'EST OFFERT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VOUS VOIS BOUGER LA TÊTE DEVANT, DERRIÈRE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VOUS VOULEZ DU GOSPEL VOUS ALLEZ ÊTRE VI-SER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BIG UP T.I.T.L., RDK'L DESTINATION FINALE : ARRIVÉE AU CIEL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SUIS SÛR QU'IL POURRAIT ENFIN ACCÉDER À L'AMOUR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CHOISIS LA VIE, ET NON LA MORT. AVEC TA VIE, NE SOIS PAS MÉCHANT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NÉGATIVE A ÉTÉ TA VIE DONC FAIS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CHOISIS LE MEILLEUR, ET POUR LE PIRE, FAIS LE VOIR LOUCHE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AS-TU DÉJÀ ENTENDU DIRE QUE L'ESPOIR S'EST FAIT TUER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OU BIEN ALORS, QU'APRÈS UN CHOC, L'AMOUR EST DEVENU MUET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STOP TES PRÉSOMPTIONS ET PUIS PRENDS COURAGE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SEUL UN LÂCHE SE CACHE LÈVE-TOI ET MARCHE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QUE LA FOI, DANS TES COMBATS SOIT TON SEUL ÉQUIPIER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 DOUTE, TON PIRE ENNEMI, A POUR BUT QUE TU RENONCES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PASSE LA CINQUIÈME ET FONCE SANS JAMAIS PLUS RÉTROGRADER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DEVANT TOI, LA TERRE PROMISE DERRIÈRE TOI, UNE TERRE DÉGRADÉE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DES GRADINS, J'ENTENDS L'ÉQUIPE-TYPE CRIER VICTORY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VICTORIA TE SUIVRA, SI T'ABANDONNES TON ANCIENNE STORY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T'AURAS LA PAIX PLEIN LES POCHES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50-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51-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583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GOGOGOGO GOSPELLEMENT VÔTRE</a:t>
            </a:r>
          </a:p>
          <a:p>
            <a:r>
              <a:rPr lang="fr-FR" smtClean="0"/>
              <a:t>2-  BIENVENUE DANS UN MONDE 2 OÙ LA J.O.I.E DÉPASSE LA NORME</a:t>
            </a:r>
          </a:p>
          <a:p>
            <a:r>
              <a:rPr lang="fr-FR" smtClean="0"/>
              <a:t>3-  NORMAL ON EST VENU DÉTOURNER L'GAME</a:t>
            </a:r>
          </a:p>
          <a:p>
            <a:r>
              <a:rPr lang="fr-FR" smtClean="0"/>
              <a:t>4-  CHANGER LA DONNE, ON T'AUTORISE À NOUS APPELER GAMINS</a:t>
            </a:r>
          </a:p>
          <a:p>
            <a:r>
              <a:rPr lang="fr-FR" smtClean="0"/>
              <a:t>5-  QUOI DE PLUS PUR QUE LE CŒUR D'UN ENFANT</a:t>
            </a:r>
          </a:p>
          <a:p>
            <a:r>
              <a:rPr lang="fr-FR" smtClean="0"/>
              <a:t>6-  SIMPLE ET SANS SOUCI ON VIT LA VIE À FOND</a:t>
            </a:r>
          </a:p>
          <a:p>
            <a:r>
              <a:rPr lang="fr-FR" smtClean="0"/>
              <a:t>7-  PAR MON ÉPANOUISSEMENT JE VEUX FAIRE SOURIRE LE PÈRE</a:t>
            </a:r>
          </a:p>
          <a:p>
            <a:r>
              <a:rPr lang="fr-FR" smtClean="0"/>
              <a:t>8-  PERDURER DANS SON LOVE EN LUI JE ME SUIS DU-PER</a:t>
            </a:r>
          </a:p>
          <a:p>
            <a:r>
              <a:rPr lang="fr-FR" smtClean="0"/>
              <a:t>9-  MON EXPECTATIVE : REPARTIR DIFFÉRENT</a:t>
            </a:r>
          </a:p>
          <a:p>
            <a:r>
              <a:rPr lang="fr-FR" smtClean="0"/>
              <a:t>10-  ME LAISSER GUIDER PAR L'ESPRIT-SAINT, LE LAISSER FAIRE</a:t>
            </a:r>
          </a:p>
          <a:p>
            <a:r>
              <a:rPr lang="fr-FR" smtClean="0"/>
              <a:t>11-  VICTIME D'UNE OPÉRATION À CŒUR OUVERT</a:t>
            </a:r>
          </a:p>
          <a:p>
            <a:r>
              <a:rPr lang="fr-FR" smtClean="0"/>
              <a:t>12-  A SON D.I.E.U LUD'OBÉIT S'EST OFFERT</a:t>
            </a:r>
          </a:p>
          <a:p>
            <a:r>
              <a:rPr lang="fr-FR" smtClean="0"/>
              <a:t>13-  JE VOUS VOIS BOUGER LA TÊTE DEVANT, DERRIÈRE</a:t>
            </a:r>
          </a:p>
          <a:p>
            <a:r>
              <a:rPr lang="fr-FR" smtClean="0"/>
              <a:t>14-  VOUS VOULEZ DU GOSPEL VOUS ALLEZ ÊTRE VI-SER</a:t>
            </a:r>
          </a:p>
          <a:p>
            <a:r>
              <a:rPr lang="fr-FR" smtClean="0"/>
              <a:t>15-  BIG UP T.I.T.L., RDK'L DESTINATION FINALE : ARRIVÉE AU CIEL !</a:t>
            </a:r>
          </a:p>
          <a:p>
            <a:r>
              <a:rPr lang="fr-FR" smtClean="0"/>
              <a:t>16-  PARFOIS L'HOMME PASSE SON TEMPS À PLEURER SUR SON SORT</a:t>
            </a:r>
          </a:p>
          <a:p>
            <a:r>
              <a:rPr lang="fr-FR" smtClean="0"/>
              <a:t>17-  INCONSCIENT QUE C'EST DE SA BOUCHE QUE SON AVENIR SORT</a:t>
            </a:r>
          </a:p>
          <a:p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19-  JE SUIS SÛR QU'IL POURRAIT ENFIN ACCÉDER À L'AMOUR </a:t>
            </a:r>
          </a:p>
          <a:p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CHOISIS LA VIE, ET NON LA MORT. AVEC TA VIE, NE SOIS PAS MÉCHANT</a:t>
            </a:r>
          </a:p>
          <a:p>
            <a:r>
              <a:rPr lang="fr-FR" smtClean="0"/>
              <a:t>22-  OUVRE GRAND TA BOUCHE ET PARLE LE POSITIF</a:t>
            </a:r>
          </a:p>
          <a:p>
            <a:r>
              <a:rPr lang="fr-FR" smtClean="0"/>
              <a:t>23-  NÉGATIVE A ÉTÉ TA VIE DONC FAIS QUE LE MEILLEUR ARRIVE</a:t>
            </a:r>
          </a:p>
          <a:p>
            <a:r>
              <a:rPr lang="fr-FR" smtClean="0"/>
              <a:t>24-  FORTIFIE-TOI ET DÉCIDE D'AVANCER</a:t>
            </a:r>
          </a:p>
          <a:p>
            <a:r>
              <a:rPr lang="fr-FR" smtClean="0"/>
              <a:t>25-  HORS DE QUESTION QUE TON PASSÉ PUISSE TE DEVANCER</a:t>
            </a:r>
          </a:p>
          <a:p>
            <a:r>
              <a:rPr lang="fr-FR" smtClean="0"/>
              <a:t>26-  LE CHOIX EST DÉSORMAIS ENTRE TES MAINS ET DANS TA BOUCHE</a:t>
            </a:r>
          </a:p>
          <a:p>
            <a:r>
              <a:rPr lang="fr-FR" smtClean="0"/>
              <a:t>27-  CHOISIS LE MEILLEUR, ET POUR LE PIRE, FAIS LE VOIR LOUCHE</a:t>
            </a:r>
          </a:p>
          <a:p>
            <a:r>
              <a:rPr lang="fr-FR" smtClean="0"/>
              <a:t>28-  ROUGE EST LE SANG, DONC ROUGE EST LA VICTOIRE</a:t>
            </a:r>
          </a:p>
          <a:p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30-  PARÉ POUR CONQUÉRIR FAIS ÉCLATER TES RIRES</a:t>
            </a:r>
          </a:p>
          <a:p>
            <a:r>
              <a:rPr lang="fr-FR" smtClean="0"/>
              <a:t>31-  ET LÀ TU POURRAS DIRE QUE LE MEILLEUR RESTE À VENIR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34-  AS-TU DÉJÀ ENTENDU DIRE QUE L'ESPOIR S'EST FAIT TUER ? </a:t>
            </a:r>
          </a:p>
          <a:p>
            <a:r>
              <a:rPr lang="fr-FR" smtClean="0"/>
              <a:t>35-  OU BIEN ALORS, QU'APRÈS UN CHOC, L'AMOUR EST DEVENU MUET ? </a:t>
            </a:r>
          </a:p>
          <a:p>
            <a:r>
              <a:rPr lang="fr-FR" smtClean="0"/>
              <a:t>36-  STOP TES PRÉSOMPTIONS ET PUIS PRENDS COURAGE ! </a:t>
            </a:r>
          </a:p>
          <a:p>
            <a:r>
              <a:rPr lang="fr-FR" smtClean="0"/>
              <a:t>37-  SEUL UN LÂCHE SE CACHE LÈVE-TOI ET MARCHE </a:t>
            </a:r>
          </a:p>
          <a:p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39-  QUE LA FOI, DANS TES COMBATS SOIT TON SEUL ÉQUIPIER </a:t>
            </a:r>
          </a:p>
          <a:p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41-  LE DOUTE, TON PIRE ENNEMI, A POUR BUT QUE TU RENONCES </a:t>
            </a:r>
          </a:p>
          <a:p>
            <a:r>
              <a:rPr lang="fr-FR" smtClean="0"/>
              <a:t>42-  PASSE LA CINQUIÈME ET FONCE SANS JAMAIS PLUS RÉTROGRADER </a:t>
            </a:r>
          </a:p>
          <a:p>
            <a:r>
              <a:rPr lang="fr-FR" smtClean="0"/>
              <a:t>43-  DEVANT TOI, LA TERRE PROMISE DERRIÈRE TOI, UNE TERRE DÉGRADÉE </a:t>
            </a:r>
          </a:p>
          <a:p>
            <a:r>
              <a:rPr lang="fr-FR" smtClean="0"/>
              <a:t>44-  DES GRADINS, J'ENTENDS L'ÉQUIPE-TYPE CRIER VICTORY</a:t>
            </a:r>
          </a:p>
          <a:p>
            <a:r>
              <a:rPr lang="fr-FR" smtClean="0"/>
              <a:t>45-  VICTORIA TE SUIVRA, SI T'ABANDONNES TON ANCIENNE STORY </a:t>
            </a:r>
          </a:p>
          <a:p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48-  T'AURAS LA PAIX PLEIN LES POCHES</a:t>
            </a:r>
          </a:p>
          <a:p>
            <a:r>
              <a:rPr lang="fr-FR" smtClean="0"/>
              <a:t>49-  LA GLOIRE POUR COURONNE ET L'A.M.O.U.R POUR TROPHÉE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50-  UNE SEULE DÉCISION QUI A FAIT QUE</a:t>
            </a:r>
          </a:p>
          <a:p>
            <a:r>
              <a:rPr lang="fr-FR" smtClean="0"/>
              <a:t>	51-  VOUS ET MOI, NOUS SOYONS LES PERSONNES QUE NOUS SOMMES</a:t>
            </a:r>
          </a:p>
          <a:p>
            <a:r>
              <a:rPr lang="fr-FR" smtClean="0"/>
              <a:t>	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GOGOGOGO GOSPELLEMENT VÔTRE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BIENVENUE DANS UN MONDE 2 OÙ LA J.O.I.E DÉPASSE LA NORME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NORMAL ON EST VENU DÉTOURNER L'GAME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CHANGER LA DONNE, ON T'AUTORISE À NOUS APPELER GAMINS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QUOI DE PLUS PUR QUE LE CŒUR D'UN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SIMPLE ET SANS SOUCI ON VIT LA VIE À 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PAR MON ÉPANOUISSEMENT JE VEUX FAIRE SOURIRE LE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PERDURER DANS SON LOVE EN LUI JE ME SUIS DU-PER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 EXPECTATIVE : REPARTIR DIFFÉRENT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ME LAISSER GUIDER PAR L'ESPRIT-SAINT, LE LAISSER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VICTIME D'UNE OPÉRATION À CŒUR OUVERT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A SON D.I.E.U LUD'OBÉIT S'EST OFFERT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VOUS VOIS BOUGER LA TÊTE DEVANT, DERRIÈRE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VOUS VOULEZ DU GOSPEL VOUS ALLEZ ÊTRE VI-SER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BIG UP T.I.T.L., RDK'L DESTINATION FINALE : ARRIVÉE AU CIEL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SUIS SÛR QU'IL POURRAIT ENFIN ACCÉDER À L'AMOUR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CHOISIS LA VIE, ET NON LA MORT. AVEC TA VIE, NE SOIS PAS MÉCHANT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NÉGATIVE A ÉTÉ TA VIE DONC FAIS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CHOISIS LE MEILLEUR, ET POUR LE PIRE, FAIS LE VOIR LOUCHE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AS-TU DÉJÀ ENTENDU DIRE QUE L'ESPOIR S'EST FAIT TUER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OU BIEN ALORS, QU'APRÈS UN CHOC, L'AMOUR EST DEVENU MUET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STOP TES PRÉSOMPTIONS ET PUIS PRENDS COURAGE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SEUL UN LÂCHE SE CACHE LÈVE-TOI ET MARCHE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QUE LA FOI, DANS TES COMBATS SOIT TON SEUL ÉQUIPIER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 DOUTE, TON PIRE ENNEMI, A POUR BUT QUE TU RENONCES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PASSE LA CINQUIÈME ET FONCE SANS JAMAIS PLUS RÉTROGRADER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DEVANT TOI, LA TERRE PROMISE DERRIÈRE TOI, UNE TERRE DÉGRADÉE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DES GRADINS, J'ENTENDS L'ÉQUIPE-TYPE CRIER VICTORY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VICTORIA TE SUIVRA, SI T'ABANDONNES TON ANCIENNE STORY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T'AURAS LA PAIX PLEIN LES POCHES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50-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51-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593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GOGOGOGO GOSPELLEMENT VÔTRE</a:t>
            </a:r>
          </a:p>
          <a:p>
            <a:r>
              <a:rPr lang="fr-FR" smtClean="0"/>
              <a:t>2-  BIENVENUE DANS UN MONDE 2 OÙ LA J.O.I.E DÉPASSE LA NORME</a:t>
            </a:r>
          </a:p>
          <a:p>
            <a:r>
              <a:rPr lang="fr-FR" smtClean="0"/>
              <a:t>3-  NORMAL ON EST VENU DÉTOURNER L'GAME</a:t>
            </a:r>
          </a:p>
          <a:p>
            <a:r>
              <a:rPr lang="fr-FR" smtClean="0"/>
              <a:t>4-  CHANGER LA DONNE, ON T'AUTORISE À NOUS APPELER GAMINS</a:t>
            </a:r>
          </a:p>
          <a:p>
            <a:r>
              <a:rPr lang="fr-FR" smtClean="0"/>
              <a:t>5-  QUOI DE PLUS PUR QUE LE CŒUR D'UN ENFANT</a:t>
            </a:r>
          </a:p>
          <a:p>
            <a:r>
              <a:rPr lang="fr-FR" smtClean="0"/>
              <a:t>6-  SIMPLE ET SANS SOUCI ON VIT LA VIE À FOND</a:t>
            </a:r>
          </a:p>
          <a:p>
            <a:r>
              <a:rPr lang="fr-FR" smtClean="0"/>
              <a:t>7-  PAR MON ÉPANOUISSEMENT JE VEUX FAIRE SOURIRE LE PÈRE</a:t>
            </a:r>
          </a:p>
          <a:p>
            <a:r>
              <a:rPr lang="fr-FR" smtClean="0"/>
              <a:t>8-  PERDURER DANS SON LOVE EN LUI JE ME SUIS DU-PER</a:t>
            </a:r>
          </a:p>
          <a:p>
            <a:r>
              <a:rPr lang="fr-FR" smtClean="0"/>
              <a:t>9-  MON EXPECTATIVE : REPARTIR DIFFÉRENT</a:t>
            </a:r>
          </a:p>
          <a:p>
            <a:r>
              <a:rPr lang="fr-FR" smtClean="0"/>
              <a:t>10-  ME LAISSER GUIDER PAR L'ESPRIT-SAINT, LE LAISSER FAIRE</a:t>
            </a:r>
          </a:p>
          <a:p>
            <a:r>
              <a:rPr lang="fr-FR" smtClean="0"/>
              <a:t>11-  VICTIME D'UNE OPÉRATION À CŒUR OUVERT</a:t>
            </a:r>
          </a:p>
          <a:p>
            <a:r>
              <a:rPr lang="fr-FR" smtClean="0"/>
              <a:t>12-  A SON D.I.E.U LUD'OBÉIT S'EST OFFERT</a:t>
            </a:r>
          </a:p>
          <a:p>
            <a:r>
              <a:rPr lang="fr-FR" smtClean="0"/>
              <a:t>13-  JE VOUS VOIS BOUGER LA TÊTE DEVANT, DERRIÈRE</a:t>
            </a:r>
          </a:p>
          <a:p>
            <a:r>
              <a:rPr lang="fr-FR" smtClean="0"/>
              <a:t>14-  VOUS VOULEZ DU GOSPEL VOUS ALLEZ ÊTRE VI-SER</a:t>
            </a:r>
          </a:p>
          <a:p>
            <a:r>
              <a:rPr lang="fr-FR" smtClean="0"/>
              <a:t>15-  BIG UP T.I.T.L., RDK'L DESTINATION FINALE : ARRIVÉE AU CIEL !</a:t>
            </a:r>
          </a:p>
          <a:p>
            <a:r>
              <a:rPr lang="fr-FR" smtClean="0"/>
              <a:t>16-  PARFOIS L'HOMME PASSE SON TEMPS À PLEURER SUR SON SORT</a:t>
            </a:r>
          </a:p>
          <a:p>
            <a:r>
              <a:rPr lang="fr-FR" smtClean="0"/>
              <a:t>17-  INCONSCIENT QUE C'EST DE SA BOUCHE QUE SON AVENIR SORT</a:t>
            </a:r>
          </a:p>
          <a:p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19-  JE SUIS SÛR QU'IL POURRAIT ENFIN ACCÉDER À L'AMOUR </a:t>
            </a:r>
          </a:p>
          <a:p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CHOISIS LA VIE, ET NON LA MORT. AVEC TA VIE, NE SOIS PAS MÉCHANT</a:t>
            </a:r>
          </a:p>
          <a:p>
            <a:r>
              <a:rPr lang="fr-FR" smtClean="0"/>
              <a:t>22-  OUVRE GRAND TA BOUCHE ET PARLE LE POSITIF</a:t>
            </a:r>
          </a:p>
          <a:p>
            <a:r>
              <a:rPr lang="fr-FR" smtClean="0"/>
              <a:t>23-  NÉGATIVE A ÉTÉ TA VIE DONC FAIS QUE LE MEILLEUR ARRIVE</a:t>
            </a:r>
          </a:p>
          <a:p>
            <a:r>
              <a:rPr lang="fr-FR" smtClean="0"/>
              <a:t>24-  FORTIFIE-TOI ET DÉCIDE D'AVANCER</a:t>
            </a:r>
          </a:p>
          <a:p>
            <a:r>
              <a:rPr lang="fr-FR" smtClean="0"/>
              <a:t>25-  HORS DE QUESTION QUE TON PASSÉ PUISSE TE DEVANCER</a:t>
            </a:r>
          </a:p>
          <a:p>
            <a:r>
              <a:rPr lang="fr-FR" smtClean="0"/>
              <a:t>26-  LE CHOIX EST DÉSORMAIS ENTRE TES MAINS ET DANS TA BOUCHE</a:t>
            </a:r>
          </a:p>
          <a:p>
            <a:r>
              <a:rPr lang="fr-FR" smtClean="0"/>
              <a:t>27-  CHOISIS LE MEILLEUR, ET POUR LE PIRE, FAIS LE VOIR LOUCHE</a:t>
            </a:r>
          </a:p>
          <a:p>
            <a:r>
              <a:rPr lang="fr-FR" smtClean="0"/>
              <a:t>28-  ROUGE EST LE SANG, DONC ROUGE EST LA VICTOIRE</a:t>
            </a:r>
          </a:p>
          <a:p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30-  PARÉ POUR CONQUÉRIR FAIS ÉCLATER TES RIRES</a:t>
            </a:r>
          </a:p>
          <a:p>
            <a:r>
              <a:rPr lang="fr-FR" smtClean="0"/>
              <a:t>31-  ET LÀ TU POURRAS DIRE QUE LE MEILLEUR RESTE À VENIR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34-  AS-TU DÉJÀ ENTENDU DIRE QUE L'ESPOIR S'EST FAIT TUER ? </a:t>
            </a:r>
          </a:p>
          <a:p>
            <a:r>
              <a:rPr lang="fr-FR" smtClean="0"/>
              <a:t>35-  OU BIEN ALORS, QU'APRÈS UN CHOC, L'AMOUR EST DEVENU MUET ? </a:t>
            </a:r>
          </a:p>
          <a:p>
            <a:r>
              <a:rPr lang="fr-FR" smtClean="0"/>
              <a:t>36-  STOP TES PRÉSOMPTIONS ET PUIS PRENDS COURAGE ! </a:t>
            </a:r>
          </a:p>
          <a:p>
            <a:r>
              <a:rPr lang="fr-FR" smtClean="0"/>
              <a:t>37-  SEUL UN LÂCHE SE CACHE LÈVE-TOI ET MARCHE </a:t>
            </a:r>
          </a:p>
          <a:p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39-  QUE LA FOI, DANS TES COMBATS SOIT TON SEUL ÉQUIPIER </a:t>
            </a:r>
          </a:p>
          <a:p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41-  LE DOUTE, TON PIRE ENNEMI, A POUR BUT QUE TU RENONCES </a:t>
            </a:r>
          </a:p>
          <a:p>
            <a:r>
              <a:rPr lang="fr-FR" smtClean="0"/>
              <a:t>42-  PASSE LA CINQUIÈME ET FONCE SANS JAMAIS PLUS RÉTROGRADER </a:t>
            </a:r>
          </a:p>
          <a:p>
            <a:r>
              <a:rPr lang="fr-FR" smtClean="0"/>
              <a:t>43-  DEVANT TOI, LA TERRE PROMISE DERRIÈRE TOI, UNE TERRE DÉGRADÉE </a:t>
            </a:r>
          </a:p>
          <a:p>
            <a:r>
              <a:rPr lang="fr-FR" smtClean="0"/>
              <a:t>44-  DES GRADINS, J'ENTENDS L'ÉQUIPE-TYPE CRIER VICTORY</a:t>
            </a:r>
          </a:p>
          <a:p>
            <a:r>
              <a:rPr lang="fr-FR" smtClean="0"/>
              <a:t>45-  VICTORIA TE SUIVRA, SI T'ABANDONNES TON ANCIENNE STORY </a:t>
            </a:r>
          </a:p>
          <a:p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48-  T'AURAS LA PAIX PLEIN LES POCHES</a:t>
            </a:r>
          </a:p>
          <a:p>
            <a:r>
              <a:rPr lang="fr-FR" smtClean="0"/>
              <a:t>49-  LA GLOIRE POUR COURONNE ET L'A.M.O.U.R POUR TROPHÉE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50-  UNE SEULE DÉCISION QUI A FAIT QUE</a:t>
            </a:r>
          </a:p>
          <a:p>
            <a:r>
              <a:rPr lang="fr-FR" smtClean="0"/>
              <a:t>	51-  VOUS ET MOI, NOUS SOYONS LES PERSONNES QUE NOUS SOMMES</a:t>
            </a:r>
          </a:p>
          <a:p>
            <a:r>
              <a:rPr lang="fr-FR" smtClean="0"/>
              <a:t>	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GOGOGOGO GOSPELLEMENT VÔTRE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BIENVENUE DANS UN MONDE 2 OÙ LA J.O.I.E DÉPASSE LA NORME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NORMAL ON EST VENU DÉTOURNER L'GAME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CHANGER LA DONNE, ON T'AUTORISE À NOUS APPELER GAMINS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QUOI DE PLUS PUR QUE LE CŒUR D'UN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SIMPLE ET SANS SOUCI ON VIT LA VIE À 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PAR MON ÉPANOUISSEMENT JE VEUX FAIRE SOURIRE LE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PERDURER DANS SON LOVE EN LUI JE ME SUIS DU-PER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 EXPECTATIVE : REPARTIR DIFFÉRENT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ME LAISSER GUIDER PAR L'ESPRIT-SAINT, LE LAISSER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VICTIME D'UNE OPÉRATION À CŒUR OUVERT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A SON D.I.E.U LUD'OBÉIT S'EST OFFERT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VOUS VOIS BOUGER LA TÊTE DEVANT, DERRIÈRE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VOUS VOULEZ DU GOSPEL VOUS ALLEZ ÊTRE VI-SER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BIG UP T.I.T.L., RDK'L DESTINATION FINALE : ARRIVÉE AU CIEL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SUIS SÛR QU'IL POURRAIT ENFIN ACCÉDER À L'AMOUR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CHOISIS LA VIE, ET NON LA MORT. AVEC TA VIE, NE SOIS PAS MÉCHANT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NÉGATIVE A ÉTÉ TA VIE DONC FAIS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CHOISIS LE MEILLEUR, ET POUR LE PIRE, FAIS LE VOIR LOUCHE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AS-TU DÉJÀ ENTENDU DIRE QUE L'ESPOIR S'EST FAIT TUER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OU BIEN ALORS, QU'APRÈS UN CHOC, L'AMOUR EST DEVENU MUET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STOP TES PRÉSOMPTIONS ET PUIS PRENDS COURAGE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SEUL UN LÂCHE SE CACHE LÈVE-TOI ET MARCHE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QUE LA FOI, DANS TES COMBATS SOIT TON SEUL ÉQUIPIER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 DOUTE, TON PIRE ENNEMI, A POUR BUT QUE TU RENONCES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PASSE LA CINQUIÈME ET FONCE SANS JAMAIS PLUS RÉTROGRADER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DEVANT TOI, LA TERRE PROMISE DERRIÈRE TOI, UNE TERRE DÉGRADÉE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DES GRADINS, J'ENTENDS L'ÉQUIPE-TYPE CRIER VICTORY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VICTORIA TE SUIVRA, SI T'ABANDONNES TON ANCIENNE STORY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T'AURAS LA PAIX PLEIN LES POCHES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50-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51-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604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GOGOGOGO GOSPELLEMENT VÔTRE</a:t>
            </a:r>
          </a:p>
          <a:p>
            <a:r>
              <a:rPr lang="fr-FR" smtClean="0"/>
              <a:t>2-  BIENVENUE DANS UN MONDE 2 OÙ LA J.O.I.E DÉPASSE LA NORME</a:t>
            </a:r>
          </a:p>
          <a:p>
            <a:r>
              <a:rPr lang="fr-FR" smtClean="0"/>
              <a:t>3-  NORMAL ON EST VENU DÉTOURNER L'GAME</a:t>
            </a:r>
          </a:p>
          <a:p>
            <a:r>
              <a:rPr lang="fr-FR" smtClean="0"/>
              <a:t>4-  CHANGER LA DONNE, ON T'AUTORISE À NOUS APPELER GAMINS</a:t>
            </a:r>
          </a:p>
          <a:p>
            <a:r>
              <a:rPr lang="fr-FR" smtClean="0"/>
              <a:t>5-  QUOI DE PLUS PUR QUE LE CŒUR D'UN ENFANT</a:t>
            </a:r>
          </a:p>
          <a:p>
            <a:r>
              <a:rPr lang="fr-FR" smtClean="0"/>
              <a:t>6-  SIMPLE ET SANS SOUCI ON VIT LA VIE À FOND</a:t>
            </a:r>
          </a:p>
          <a:p>
            <a:r>
              <a:rPr lang="fr-FR" smtClean="0"/>
              <a:t>7-  PAR MON ÉPANOUISSEMENT JE VEUX FAIRE SOURIRE LE PÈRE</a:t>
            </a:r>
          </a:p>
          <a:p>
            <a:r>
              <a:rPr lang="fr-FR" smtClean="0"/>
              <a:t>8-  PERDURER DANS SON LOVE EN LUI JE ME SUIS DU-PER</a:t>
            </a:r>
          </a:p>
          <a:p>
            <a:r>
              <a:rPr lang="fr-FR" smtClean="0"/>
              <a:t>9-  MON EXPECTATIVE : REPARTIR DIFFÉRENT</a:t>
            </a:r>
          </a:p>
          <a:p>
            <a:r>
              <a:rPr lang="fr-FR" smtClean="0"/>
              <a:t>10-  ME LAISSER GUIDER PAR L'ESPRIT-SAINT, LE LAISSER FAIRE</a:t>
            </a:r>
          </a:p>
          <a:p>
            <a:r>
              <a:rPr lang="fr-FR" smtClean="0"/>
              <a:t>11-  VICTIME D'UNE OPÉRATION À CŒUR OUVERT</a:t>
            </a:r>
          </a:p>
          <a:p>
            <a:r>
              <a:rPr lang="fr-FR" smtClean="0"/>
              <a:t>12-  A SON D.I.E.U LUD'OBÉIT S'EST OFFERT</a:t>
            </a:r>
          </a:p>
          <a:p>
            <a:r>
              <a:rPr lang="fr-FR" smtClean="0"/>
              <a:t>13-  JE VOUS VOIS BOUGER LA TÊTE DEVANT, DERRIÈRE</a:t>
            </a:r>
          </a:p>
          <a:p>
            <a:r>
              <a:rPr lang="fr-FR" smtClean="0"/>
              <a:t>14-  VOUS VOULEZ DU GOSPEL VOUS ALLEZ ÊTRE VI-SER</a:t>
            </a:r>
          </a:p>
          <a:p>
            <a:r>
              <a:rPr lang="fr-FR" smtClean="0"/>
              <a:t>15-  BIG UP T.I.T.L., RDK'L DESTINATION FINALE : ARRIVÉE AU CIEL !</a:t>
            </a:r>
          </a:p>
          <a:p>
            <a:r>
              <a:rPr lang="fr-FR" smtClean="0"/>
              <a:t>16-  PARFOIS L'HOMME PASSE SON TEMPS À PLEURER SUR SON SORT</a:t>
            </a:r>
          </a:p>
          <a:p>
            <a:r>
              <a:rPr lang="fr-FR" smtClean="0"/>
              <a:t>17-  INCONSCIENT QUE C'EST DE SA BOUCHE QUE SON AVENIR SORT</a:t>
            </a:r>
          </a:p>
          <a:p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19-  JE SUIS SÛR QU'IL POURRAIT ENFIN ACCÉDER À L'AMOUR </a:t>
            </a:r>
          </a:p>
          <a:p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CHOISIS LA VIE, ET NON LA MORT. AVEC TA VIE, NE SOIS PAS MÉCHANT</a:t>
            </a:r>
          </a:p>
          <a:p>
            <a:r>
              <a:rPr lang="fr-FR" smtClean="0"/>
              <a:t>22-  OUVRE GRAND TA BOUCHE ET PARLE LE POSITIF</a:t>
            </a:r>
          </a:p>
          <a:p>
            <a:r>
              <a:rPr lang="fr-FR" smtClean="0"/>
              <a:t>23-  NÉGATIVE A ÉTÉ TA VIE DONC FAIS QUE LE MEILLEUR ARRIVE</a:t>
            </a:r>
          </a:p>
          <a:p>
            <a:r>
              <a:rPr lang="fr-FR" smtClean="0"/>
              <a:t>24-  FORTIFIE-TOI ET DÉCIDE D'AVANCER</a:t>
            </a:r>
          </a:p>
          <a:p>
            <a:r>
              <a:rPr lang="fr-FR" smtClean="0"/>
              <a:t>25-  HORS DE QUESTION QUE TON PASSÉ PUISSE TE DEVANCER</a:t>
            </a:r>
          </a:p>
          <a:p>
            <a:r>
              <a:rPr lang="fr-FR" smtClean="0"/>
              <a:t>26-  LE CHOIX EST DÉSORMAIS ENTRE TES MAINS ET DANS TA BOUCHE</a:t>
            </a:r>
          </a:p>
          <a:p>
            <a:r>
              <a:rPr lang="fr-FR" smtClean="0"/>
              <a:t>27-  CHOISIS LE MEILLEUR, ET POUR LE PIRE, FAIS LE VOIR LOUCHE</a:t>
            </a:r>
          </a:p>
          <a:p>
            <a:r>
              <a:rPr lang="fr-FR" smtClean="0"/>
              <a:t>28-  ROUGE EST LE SANG, DONC ROUGE EST LA VICTOIRE</a:t>
            </a:r>
          </a:p>
          <a:p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30-  PARÉ POUR CONQUÉRIR FAIS ÉCLATER TES RIRES</a:t>
            </a:r>
          </a:p>
          <a:p>
            <a:r>
              <a:rPr lang="fr-FR" smtClean="0"/>
              <a:t>31-  ET LÀ TU POURRAS DIRE QUE LE MEILLEUR RESTE À VENIR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34-  AS-TU DÉJÀ ENTENDU DIRE QUE L'ESPOIR S'EST FAIT TUER ? </a:t>
            </a:r>
          </a:p>
          <a:p>
            <a:r>
              <a:rPr lang="fr-FR" smtClean="0"/>
              <a:t>35-  OU BIEN ALORS, QU'APRÈS UN CHOC, L'AMOUR EST DEVENU MUET ? </a:t>
            </a:r>
          </a:p>
          <a:p>
            <a:r>
              <a:rPr lang="fr-FR" smtClean="0"/>
              <a:t>36-  STOP TES PRÉSOMPTIONS ET PUIS PRENDS COURAGE ! </a:t>
            </a:r>
          </a:p>
          <a:p>
            <a:r>
              <a:rPr lang="fr-FR" smtClean="0"/>
              <a:t>37-  SEUL UN LÂCHE SE CACHE LÈVE-TOI ET MARCHE </a:t>
            </a:r>
          </a:p>
          <a:p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39-  QUE LA FOI, DANS TES COMBATS SOIT TON SEUL ÉQUIPIER </a:t>
            </a:r>
          </a:p>
          <a:p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41-  LE DOUTE, TON PIRE ENNEMI, A POUR BUT QUE TU RENONCES </a:t>
            </a:r>
          </a:p>
          <a:p>
            <a:r>
              <a:rPr lang="fr-FR" smtClean="0"/>
              <a:t>42-  PASSE LA CINQUIÈME ET FONCE SANS JAMAIS PLUS RÉTROGRADER </a:t>
            </a:r>
          </a:p>
          <a:p>
            <a:r>
              <a:rPr lang="fr-FR" smtClean="0"/>
              <a:t>43-  DEVANT TOI, LA TERRE PROMISE DERRIÈRE TOI, UNE TERRE DÉGRADÉE </a:t>
            </a:r>
          </a:p>
          <a:p>
            <a:r>
              <a:rPr lang="fr-FR" smtClean="0"/>
              <a:t>44-  DES GRADINS, J'ENTENDS L'ÉQUIPE-TYPE CRIER VICTORY</a:t>
            </a:r>
          </a:p>
          <a:p>
            <a:r>
              <a:rPr lang="fr-FR" smtClean="0"/>
              <a:t>45-  VICTORIA TE SUIVRA, SI T'ABANDONNES TON ANCIENNE STORY </a:t>
            </a:r>
          </a:p>
          <a:p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48-  T'AURAS LA PAIX PLEIN LES POCHES</a:t>
            </a:r>
          </a:p>
          <a:p>
            <a:r>
              <a:rPr lang="fr-FR" smtClean="0"/>
              <a:t>49-  LA GLOIRE POUR COURONNE ET L'A.M.O.U.R POUR TROPHÉE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50-  UNE SEULE DÉCISION QUI A FAIT QUE</a:t>
            </a:r>
          </a:p>
          <a:p>
            <a:r>
              <a:rPr lang="fr-FR" smtClean="0"/>
              <a:t>	51-  VOUS ET MOI, NOUS SOYONS LES PERSONNES QUE NOUS SOMMES</a:t>
            </a:r>
          </a:p>
          <a:p>
            <a:r>
              <a:rPr lang="fr-FR" smtClean="0"/>
              <a:t>	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GOGOGOGO GOSPELLEMENT VÔTRE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BIENVENUE DANS UN MONDE 2 OÙ LA J.O.I.E DÉPASSE LA NORME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NORMAL ON EST VENU DÉTOURNER L'GAME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CHANGER LA DONNE, ON T'AUTORISE À NOUS APPELER GAMINS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QUOI DE PLUS PUR QUE LE CŒUR D'UN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SIMPLE ET SANS SOUCI ON VIT LA VIE À 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PAR MON ÉPANOUISSEMENT JE VEUX FAIRE SOURIRE LE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PERDURER DANS SON LOVE EN LUI JE ME SUIS DU-PER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 EXPECTATIVE : REPARTIR DIFFÉRENT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ME LAISSER GUIDER PAR L'ESPRIT-SAINT, LE LAISSER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VICTIME D'UNE OPÉRATION À CŒUR OUVERT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A SON D.I.E.U LUD'OBÉIT S'EST OFFERT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VOUS VOIS BOUGER LA TÊTE DEVANT, DERRIÈRE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VOUS VOULEZ DU GOSPEL VOUS ALLEZ ÊTRE VI-SER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BIG UP T.I.T.L., RDK'L DESTINATION FINALE : ARRIVÉE AU CIEL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SUIS SÛR QU'IL POURRAIT ENFIN ACCÉDER À L'AMOUR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CHOISIS LA VIE, ET NON LA MORT. AVEC TA VIE, NE SOIS PAS MÉCHANT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NÉGATIVE A ÉTÉ TA VIE DONC FAIS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CHOISIS LE MEILLEUR, ET POUR LE PIRE, FAIS LE VOIR LOUCHE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AS-TU DÉJÀ ENTENDU DIRE QUE L'ESPOIR S'EST FAIT TUER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OU BIEN ALORS, QU'APRÈS UN CHOC, L'AMOUR EST DEVENU MUET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STOP TES PRÉSOMPTIONS ET PUIS PRENDS COURAGE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SEUL UN LÂCHE SE CACHE LÈVE-TOI ET MARCHE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QUE LA FOI, DANS TES COMBATS SOIT TON SEUL ÉQUIPIER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 DOUTE, TON PIRE ENNEMI, A POUR BUT QUE TU RENONCES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PASSE LA CINQUIÈME ET FONCE SANS JAMAIS PLUS RÉTROGRADER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DEVANT TOI, LA TERRE PROMISE DERRIÈRE TOI, UNE TERRE DÉGRADÉE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DES GRADINS, J'ENTENDS L'ÉQUIPE-TYPE CRIER VICTORY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VICTORIA TE SUIVRA, SI T'ABANDONNES TON ANCIENNE STORY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T'AURAS LA PAIX PLEIN LES POCHES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50-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51-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614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GOGOGOGO GOSPELLEMENT VÔTRE</a:t>
            </a:r>
          </a:p>
          <a:p>
            <a:r>
              <a:rPr lang="fr-FR" smtClean="0"/>
              <a:t>2-  BIENVENUE DANS UN MONDE 2 OÙ LA J.O.I.E DÉPASSE LA NORME</a:t>
            </a:r>
          </a:p>
          <a:p>
            <a:r>
              <a:rPr lang="fr-FR" smtClean="0"/>
              <a:t>3-  NORMAL ON EST VENU DÉTOURNER L'GAME</a:t>
            </a:r>
          </a:p>
          <a:p>
            <a:r>
              <a:rPr lang="fr-FR" smtClean="0"/>
              <a:t>4-  CHANGER LA DONNE, ON T'AUTORISE À NOUS APPELER GAMINS</a:t>
            </a:r>
          </a:p>
          <a:p>
            <a:r>
              <a:rPr lang="fr-FR" smtClean="0"/>
              <a:t>5-  QUOI DE PLUS PUR QUE LE CŒUR D'UN ENFANT</a:t>
            </a:r>
          </a:p>
          <a:p>
            <a:r>
              <a:rPr lang="fr-FR" smtClean="0"/>
              <a:t>6-  SIMPLE ET SANS SOUCI ON VIT LA VIE À FOND</a:t>
            </a:r>
          </a:p>
          <a:p>
            <a:r>
              <a:rPr lang="fr-FR" smtClean="0"/>
              <a:t>7-  PAR MON ÉPANOUISSEMENT JE VEUX FAIRE SOURIRE LE PÈRE</a:t>
            </a:r>
          </a:p>
          <a:p>
            <a:r>
              <a:rPr lang="fr-FR" smtClean="0"/>
              <a:t>8-  PERDURER DANS SON LOVE EN LUI JE ME SUIS DU-PER</a:t>
            </a:r>
          </a:p>
          <a:p>
            <a:r>
              <a:rPr lang="fr-FR" smtClean="0"/>
              <a:t>9-  MON EXPECTATIVE : REPARTIR DIFFÉRENT</a:t>
            </a:r>
          </a:p>
          <a:p>
            <a:r>
              <a:rPr lang="fr-FR" smtClean="0"/>
              <a:t>10-  ME LAISSER GUIDER PAR L'ESPRIT-SAINT, LE LAISSER FAIRE</a:t>
            </a:r>
          </a:p>
          <a:p>
            <a:r>
              <a:rPr lang="fr-FR" smtClean="0"/>
              <a:t>11-  VICTIME D'UNE OPÉRATION À CŒUR OUVERT</a:t>
            </a:r>
          </a:p>
          <a:p>
            <a:r>
              <a:rPr lang="fr-FR" smtClean="0"/>
              <a:t>12-  A SON D.I.E.U LUD'OBÉIT S'EST OFFERT</a:t>
            </a:r>
          </a:p>
          <a:p>
            <a:r>
              <a:rPr lang="fr-FR" smtClean="0"/>
              <a:t>13-  JE VOUS VOIS BOUGER LA TÊTE DEVANT, DERRIÈRE</a:t>
            </a:r>
          </a:p>
          <a:p>
            <a:r>
              <a:rPr lang="fr-FR" smtClean="0"/>
              <a:t>14-  VOUS VOULEZ DU GOSPEL VOUS ALLEZ ÊTRE VI-SER</a:t>
            </a:r>
          </a:p>
          <a:p>
            <a:r>
              <a:rPr lang="fr-FR" smtClean="0"/>
              <a:t>15-  BIG UP T.I.T.L., RDK'L DESTINATION FINALE : ARRIVÉE AU CIEL !</a:t>
            </a:r>
          </a:p>
          <a:p>
            <a:r>
              <a:rPr lang="fr-FR" smtClean="0"/>
              <a:t>16-  PARFOIS L'HOMME PASSE SON TEMPS À PLEURER SUR SON SORT</a:t>
            </a:r>
          </a:p>
          <a:p>
            <a:r>
              <a:rPr lang="fr-FR" smtClean="0"/>
              <a:t>17-  INCONSCIENT QUE C'EST DE SA BOUCHE QUE SON AVENIR SORT</a:t>
            </a:r>
          </a:p>
          <a:p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19-  JE SUIS SÛR QU'IL POURRAIT ENFIN ACCÉDER À L'AMOUR </a:t>
            </a:r>
          </a:p>
          <a:p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CHOISIS LA VIE, ET NON LA MORT. AVEC TA VIE, NE SOIS PAS MÉCHANT</a:t>
            </a:r>
          </a:p>
          <a:p>
            <a:r>
              <a:rPr lang="fr-FR" smtClean="0"/>
              <a:t>22-  OUVRE GRAND TA BOUCHE ET PARLE LE POSITIF</a:t>
            </a:r>
          </a:p>
          <a:p>
            <a:r>
              <a:rPr lang="fr-FR" smtClean="0"/>
              <a:t>23-  NÉGATIVE A ÉTÉ TA VIE DONC FAIS QUE LE MEILLEUR ARRIVE</a:t>
            </a:r>
          </a:p>
          <a:p>
            <a:r>
              <a:rPr lang="fr-FR" smtClean="0"/>
              <a:t>24-  FORTIFIE-TOI ET DÉCIDE D'AVANCER</a:t>
            </a:r>
          </a:p>
          <a:p>
            <a:r>
              <a:rPr lang="fr-FR" smtClean="0"/>
              <a:t>25-  HORS DE QUESTION QUE TON PASSÉ PUISSE TE DEVANCER</a:t>
            </a:r>
          </a:p>
          <a:p>
            <a:r>
              <a:rPr lang="fr-FR" smtClean="0"/>
              <a:t>26-  LE CHOIX EST DÉSORMAIS ENTRE TES MAINS ET DANS TA BOUCHE</a:t>
            </a:r>
          </a:p>
          <a:p>
            <a:r>
              <a:rPr lang="fr-FR" smtClean="0"/>
              <a:t>27-  CHOISIS LE MEILLEUR, ET POUR LE PIRE, FAIS LE VOIR LOUCHE</a:t>
            </a:r>
          </a:p>
          <a:p>
            <a:r>
              <a:rPr lang="fr-FR" smtClean="0"/>
              <a:t>28-  ROUGE EST LE SANG, DONC ROUGE EST LA VICTOIRE</a:t>
            </a:r>
          </a:p>
          <a:p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30-  PARÉ POUR CONQUÉRIR FAIS ÉCLATER TES RIRES</a:t>
            </a:r>
          </a:p>
          <a:p>
            <a:r>
              <a:rPr lang="fr-FR" smtClean="0"/>
              <a:t>31-  ET LÀ TU POURRAS DIRE QUE LE MEILLEUR RESTE À VENIR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34-  AS-TU DÉJÀ ENTENDU DIRE QUE L'ESPOIR S'EST FAIT TUER ? </a:t>
            </a:r>
          </a:p>
          <a:p>
            <a:r>
              <a:rPr lang="fr-FR" smtClean="0"/>
              <a:t>35-  OU BIEN ALORS, QU'APRÈS UN CHOC, L'AMOUR EST DEVENU MUET ? </a:t>
            </a:r>
          </a:p>
          <a:p>
            <a:r>
              <a:rPr lang="fr-FR" smtClean="0"/>
              <a:t>36-  STOP TES PRÉSOMPTIONS ET PUIS PRENDS COURAGE ! </a:t>
            </a:r>
          </a:p>
          <a:p>
            <a:r>
              <a:rPr lang="fr-FR" smtClean="0"/>
              <a:t>37-  SEUL UN LÂCHE SE CACHE LÈVE-TOI ET MARCHE </a:t>
            </a:r>
          </a:p>
          <a:p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39-  QUE LA FOI, DANS TES COMBATS SOIT TON SEUL ÉQUIPIER </a:t>
            </a:r>
          </a:p>
          <a:p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41-  LE DOUTE, TON PIRE ENNEMI, A POUR BUT QUE TU RENONCES </a:t>
            </a:r>
          </a:p>
          <a:p>
            <a:r>
              <a:rPr lang="fr-FR" smtClean="0"/>
              <a:t>42-  PASSE LA CINQUIÈME ET FONCE SANS JAMAIS PLUS RÉTROGRADER </a:t>
            </a:r>
          </a:p>
          <a:p>
            <a:r>
              <a:rPr lang="fr-FR" smtClean="0"/>
              <a:t>43-  DEVANT TOI, LA TERRE PROMISE DERRIÈRE TOI, UNE TERRE DÉGRADÉE </a:t>
            </a:r>
          </a:p>
          <a:p>
            <a:r>
              <a:rPr lang="fr-FR" smtClean="0"/>
              <a:t>44-  DES GRADINS, J'ENTENDS L'ÉQUIPE-TYPE CRIER VICTORY</a:t>
            </a:r>
          </a:p>
          <a:p>
            <a:r>
              <a:rPr lang="fr-FR" smtClean="0"/>
              <a:t>45-  VICTORIA TE SUIVRA, SI T'ABANDONNES TON ANCIENNE STORY </a:t>
            </a:r>
          </a:p>
          <a:p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48-  T'AURAS LA PAIX PLEIN LES POCHES</a:t>
            </a:r>
          </a:p>
          <a:p>
            <a:r>
              <a:rPr lang="fr-FR" smtClean="0"/>
              <a:t>49-  LA GLOIRE POUR COURONNE ET L'A.M.O.U.R POUR TROPHÉE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50-  UNE SEULE DÉCISION QUI A FAIT QUE</a:t>
            </a:r>
          </a:p>
          <a:p>
            <a:r>
              <a:rPr lang="fr-FR" smtClean="0"/>
              <a:t>	51-  VOUS ET MOI, NOUS SOYONS LES PERSONNES QUE NOUS SOMMES</a:t>
            </a:r>
          </a:p>
          <a:p>
            <a:r>
              <a:rPr lang="fr-FR" smtClean="0"/>
              <a:t>	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GOGOGOGO GOSPELLEMENT VÔTRE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BIENVENUE DANS UN MONDE 2 OÙ LA J.O.I.E DÉPASSE LA NORME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NORMAL ON EST VENU DÉTOURNER L'GAME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CHANGER LA DONNE, ON T'AUTORISE À NOUS APPELER GAMINS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QUOI DE PLUS PUR QUE LE CŒUR D'UN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SIMPLE ET SANS SOUCI ON VIT LA VIE À 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PAR MON ÉPANOUISSEMENT JE VEUX FAIRE SOURIRE LE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PERDURER DANS SON LOVE EN LUI JE ME SUIS DU-PER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 EXPECTATIVE : REPARTIR DIFFÉRENT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ME LAISSER GUIDER PAR L'ESPRIT-SAINT, LE LAISSER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VICTIME D'UNE OPÉRATION À CŒUR OUVERT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A SON D.I.E.U LUD'OBÉIT S'EST OFFERT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VOUS VOIS BOUGER LA TÊTE DEVANT, DERRIÈRE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VOUS VOULEZ DU GOSPEL VOUS ALLEZ ÊTRE VI-SER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BIG UP T.I.T.L., RDK'L DESTINATION FINALE : ARRIVÉE AU CIEL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SUIS SÛR QU'IL POURRAIT ENFIN ACCÉDER À L'AMOUR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CHOISIS LA VIE, ET NON LA MORT. AVEC TA VIE, NE SOIS PAS MÉCHANT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NÉGATIVE A ÉTÉ TA VIE DONC FAIS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CHOISIS LE MEILLEUR, ET POUR LE PIRE, FAIS LE VOIR LOUCHE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AS-TU DÉJÀ ENTENDU DIRE QUE L'ESPOIR S'EST FAIT TUER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OU BIEN ALORS, QU'APRÈS UN CHOC, L'AMOUR EST DEVENU MUET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STOP TES PRÉSOMPTIONS ET PUIS PRENDS COURAGE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SEUL UN LÂCHE SE CACHE LÈVE-TOI ET MARCHE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QUE LA FOI, DANS TES COMBATS SOIT TON SEUL ÉQUIPIER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 DOUTE, TON PIRE ENNEMI, A POUR BUT QUE TU RENONCES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PASSE LA CINQUIÈME ET FONCE SANS JAMAIS PLUS RÉTROGRADER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DEVANT TOI, LA TERRE PROMISE DERRIÈRE TOI, UNE TERRE DÉGRADÉE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DES GRADINS, J'ENTENDS L'ÉQUIPE-TYPE CRIER VICTORY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VICTORIA TE SUIVRA, SI T'ABANDONNES TON ANCIENNE STORY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T'AURAS LA PAIX PLEIN LES POCHES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50-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51-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624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GOGOGOGO GOSPELLEMENT VÔTRE</a:t>
            </a:r>
          </a:p>
          <a:p>
            <a:r>
              <a:rPr lang="fr-FR" smtClean="0"/>
              <a:t>2-  BIENVENUE DANS UN MONDE 2 OÙ LA J.O.I.E DÉPASSE LA NORME</a:t>
            </a:r>
          </a:p>
          <a:p>
            <a:r>
              <a:rPr lang="fr-FR" smtClean="0"/>
              <a:t>3-  NORMAL ON EST VENU DÉTOURNER L'GAME</a:t>
            </a:r>
          </a:p>
          <a:p>
            <a:r>
              <a:rPr lang="fr-FR" smtClean="0"/>
              <a:t>4-  CHANGER LA DONNE, ON T'AUTORISE À NOUS APPELER GAMINS</a:t>
            </a:r>
          </a:p>
          <a:p>
            <a:r>
              <a:rPr lang="fr-FR" smtClean="0"/>
              <a:t>5-  QUOI DE PLUS PUR QUE LE CŒUR D'UN ENFANT</a:t>
            </a:r>
          </a:p>
          <a:p>
            <a:r>
              <a:rPr lang="fr-FR" smtClean="0"/>
              <a:t>6-  SIMPLE ET SANS SOUCI ON VIT LA VIE À FOND</a:t>
            </a:r>
          </a:p>
          <a:p>
            <a:r>
              <a:rPr lang="fr-FR" smtClean="0"/>
              <a:t>7-  PAR MON ÉPANOUISSEMENT JE VEUX FAIRE SOURIRE LE PÈRE</a:t>
            </a:r>
          </a:p>
          <a:p>
            <a:r>
              <a:rPr lang="fr-FR" smtClean="0"/>
              <a:t>8-  PERDURER DANS SON LOVE EN LUI JE ME SUIS DU-PER</a:t>
            </a:r>
          </a:p>
          <a:p>
            <a:r>
              <a:rPr lang="fr-FR" smtClean="0"/>
              <a:t>9-  MON EXPECTATIVE : REPARTIR DIFFÉRENT</a:t>
            </a:r>
          </a:p>
          <a:p>
            <a:r>
              <a:rPr lang="fr-FR" smtClean="0"/>
              <a:t>10-  ME LAISSER GUIDER PAR L'ESPRIT-SAINT, LE LAISSER FAIRE</a:t>
            </a:r>
          </a:p>
          <a:p>
            <a:r>
              <a:rPr lang="fr-FR" smtClean="0"/>
              <a:t>11-  VICTIME D'UNE OPÉRATION À CŒUR OUVERT</a:t>
            </a:r>
          </a:p>
          <a:p>
            <a:r>
              <a:rPr lang="fr-FR" smtClean="0"/>
              <a:t>12-  A SON D.I.E.U LUD'OBÉIT S'EST OFFERT</a:t>
            </a:r>
          </a:p>
          <a:p>
            <a:r>
              <a:rPr lang="fr-FR" smtClean="0"/>
              <a:t>13-  JE VOUS VOIS BOUGER LA TÊTE DEVANT, DERRIÈRE</a:t>
            </a:r>
          </a:p>
          <a:p>
            <a:r>
              <a:rPr lang="fr-FR" smtClean="0"/>
              <a:t>14-  VOUS VOULEZ DU GOSPEL VOUS ALLEZ ÊTRE VI-SER</a:t>
            </a:r>
          </a:p>
          <a:p>
            <a:r>
              <a:rPr lang="fr-FR" smtClean="0"/>
              <a:t>15-  BIG UP T.I.T.L., RDK'L DESTINATION FINALE : ARRIVÉE AU CIEL !</a:t>
            </a:r>
          </a:p>
          <a:p>
            <a:r>
              <a:rPr lang="fr-FR" smtClean="0"/>
              <a:t>16-  PARFOIS L'HOMME PASSE SON TEMPS À PLEURER SUR SON SORT</a:t>
            </a:r>
          </a:p>
          <a:p>
            <a:r>
              <a:rPr lang="fr-FR" smtClean="0"/>
              <a:t>17-  INCONSCIENT QUE C'EST DE SA BOUCHE QUE SON AVENIR SORT</a:t>
            </a:r>
          </a:p>
          <a:p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19-  JE SUIS SÛR QU'IL POURRAIT ENFIN ACCÉDER À L'AMOUR </a:t>
            </a:r>
          </a:p>
          <a:p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CHOISIS LA VIE, ET NON LA MORT. AVEC TA VIE, NE SOIS PAS MÉCHANT</a:t>
            </a:r>
          </a:p>
          <a:p>
            <a:r>
              <a:rPr lang="fr-FR" smtClean="0"/>
              <a:t>22-  OUVRE GRAND TA BOUCHE ET PARLE LE POSITIF</a:t>
            </a:r>
          </a:p>
          <a:p>
            <a:r>
              <a:rPr lang="fr-FR" smtClean="0"/>
              <a:t>23-  NÉGATIVE A ÉTÉ TA VIE DONC FAIS QUE LE MEILLEUR ARRIVE</a:t>
            </a:r>
          </a:p>
          <a:p>
            <a:r>
              <a:rPr lang="fr-FR" smtClean="0"/>
              <a:t>24-  FORTIFIE-TOI ET DÉCIDE D'AVANCER</a:t>
            </a:r>
          </a:p>
          <a:p>
            <a:r>
              <a:rPr lang="fr-FR" smtClean="0"/>
              <a:t>25-  HORS DE QUESTION QUE TON PASSÉ PUISSE TE DEVANCER</a:t>
            </a:r>
          </a:p>
          <a:p>
            <a:r>
              <a:rPr lang="fr-FR" smtClean="0"/>
              <a:t>26-  LE CHOIX EST DÉSORMAIS ENTRE TES MAINS ET DANS TA BOUCHE</a:t>
            </a:r>
          </a:p>
          <a:p>
            <a:r>
              <a:rPr lang="fr-FR" smtClean="0"/>
              <a:t>27-  CHOISIS LE MEILLEUR, ET POUR LE PIRE, FAIS LE VOIR LOUCHE</a:t>
            </a:r>
          </a:p>
          <a:p>
            <a:r>
              <a:rPr lang="fr-FR" smtClean="0"/>
              <a:t>28-  ROUGE EST LE SANG, DONC ROUGE EST LA VICTOIRE</a:t>
            </a:r>
          </a:p>
          <a:p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30-  PARÉ POUR CONQUÉRIR FAIS ÉCLATER TES RIRES</a:t>
            </a:r>
          </a:p>
          <a:p>
            <a:r>
              <a:rPr lang="fr-FR" smtClean="0"/>
              <a:t>31-  ET LÀ TU POURRAS DIRE QUE LE MEILLEUR RESTE À VENIR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34-  AS-TU DÉJÀ ENTENDU DIRE QUE L'ESPOIR S'EST FAIT TUER ? </a:t>
            </a:r>
          </a:p>
          <a:p>
            <a:r>
              <a:rPr lang="fr-FR" smtClean="0"/>
              <a:t>35-  OU BIEN ALORS, QU'APRÈS UN CHOC, L'AMOUR EST DEVENU MUET ? </a:t>
            </a:r>
          </a:p>
          <a:p>
            <a:r>
              <a:rPr lang="fr-FR" smtClean="0"/>
              <a:t>36-  STOP TES PRÉSOMPTIONS ET PUIS PRENDS COURAGE ! </a:t>
            </a:r>
          </a:p>
          <a:p>
            <a:r>
              <a:rPr lang="fr-FR" smtClean="0"/>
              <a:t>37-  SEUL UN LÂCHE SE CACHE LÈVE-TOI ET MARCHE </a:t>
            </a:r>
          </a:p>
          <a:p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39-  QUE LA FOI, DANS TES COMBATS SOIT TON SEUL ÉQUIPIER </a:t>
            </a:r>
          </a:p>
          <a:p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41-  LE DOUTE, TON PIRE ENNEMI, A POUR BUT QUE TU RENONCES </a:t>
            </a:r>
          </a:p>
          <a:p>
            <a:r>
              <a:rPr lang="fr-FR" smtClean="0"/>
              <a:t>42-  PASSE LA CINQUIÈME ET FONCE SANS JAMAIS PLUS RÉTROGRADER </a:t>
            </a:r>
          </a:p>
          <a:p>
            <a:r>
              <a:rPr lang="fr-FR" smtClean="0"/>
              <a:t>43-  DEVANT TOI, LA TERRE PROMISE DERRIÈRE TOI, UNE TERRE DÉGRADÉE </a:t>
            </a:r>
          </a:p>
          <a:p>
            <a:r>
              <a:rPr lang="fr-FR" smtClean="0"/>
              <a:t>44-  DES GRADINS, J'ENTENDS L'ÉQUIPE-TYPE CRIER VICTORY</a:t>
            </a:r>
          </a:p>
          <a:p>
            <a:r>
              <a:rPr lang="fr-FR" smtClean="0"/>
              <a:t>45-  VICTORIA TE SUIVRA, SI T'ABANDONNES TON ANCIENNE STORY </a:t>
            </a:r>
          </a:p>
          <a:p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48-  T'AURAS LA PAIX PLEIN LES POCHES</a:t>
            </a:r>
          </a:p>
          <a:p>
            <a:r>
              <a:rPr lang="fr-FR" smtClean="0"/>
              <a:t>49-  LA GLOIRE POUR COURONNE ET L'A.M.O.U.R POUR TROPHÉE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50-  UNE SEULE DÉCISION QUI A FAIT QUE</a:t>
            </a:r>
          </a:p>
          <a:p>
            <a:r>
              <a:rPr lang="fr-FR" smtClean="0"/>
              <a:t>	51-  VOUS ET MOI, NOUS SOYONS LES PERSONNES QUE NOUS SOMMES</a:t>
            </a:r>
          </a:p>
          <a:p>
            <a:r>
              <a:rPr lang="fr-FR" smtClean="0"/>
              <a:t>	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GOGOGOGO GOSPELLEMENT VÔTRE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BIENVENUE DANS UN MONDE 2 OÙ LA J.O.I.E DÉPASSE LA NORME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NORMAL ON EST VENU DÉTOURNER L'GAME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CHANGER LA DONNE, ON T'AUTORISE À NOUS APPELER GAMINS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QUOI DE PLUS PUR QUE LE CŒUR D'UN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SIMPLE ET SANS SOUCI ON VIT LA VIE À 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PAR MON ÉPANOUISSEMENT JE VEUX FAIRE SOURIRE LE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PERDURER DANS SON LOVE EN LUI JE ME SUIS DU-PER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 EXPECTATIVE : REPARTIR DIFFÉRENT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ME LAISSER GUIDER PAR L'ESPRIT-SAINT, LE LAISSER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VICTIME D'UNE OPÉRATION À CŒUR OUVERT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A SON D.I.E.U LUD'OBÉIT S'EST OFFERT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VOUS VOIS BOUGER LA TÊTE DEVANT, DERRIÈRE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VOUS VOULEZ DU GOSPEL VOUS ALLEZ ÊTRE VI-SER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BIG UP T.I.T.L., RDK'L DESTINATION FINALE : ARRIVÉE AU CIEL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SUIS SÛR QU'IL POURRAIT ENFIN ACCÉDER À L'AMOUR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CHOISIS LA VIE, ET NON LA MORT. AVEC TA VIE, NE SOIS PAS MÉCHANT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NÉGATIVE A ÉTÉ TA VIE DONC FAIS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CHOISIS LE MEILLEUR, ET POUR LE PIRE, FAIS LE VOIR LOUCHE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AS-TU DÉJÀ ENTENDU DIRE QUE L'ESPOIR S'EST FAIT TUER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OU BIEN ALORS, QU'APRÈS UN CHOC, L'AMOUR EST DEVENU MUET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STOP TES PRÉSOMPTIONS ET PUIS PRENDS COURAGE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SEUL UN LÂCHE SE CACHE LÈVE-TOI ET MARCHE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QUE LA FOI, DANS TES COMBATS SOIT TON SEUL ÉQUIPIER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 DOUTE, TON PIRE ENNEMI, A POUR BUT QUE TU RENONCES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PASSE LA CINQUIÈME ET FONCE SANS JAMAIS PLUS RÉTROGRADER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DEVANT TOI, LA TERRE PROMISE DERRIÈRE TOI, UNE TERRE DÉGRADÉE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DES GRADINS, J'ENTENDS L'ÉQUIPE-TYPE CRIER VICTORY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VICTORIA TE SUIVRA, SI T'ABANDONNES TON ANCIENNE STORY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T'AURAS LA PAIX PLEIN LES POCHES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50-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51-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634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GOGOGOGO GOSPELLEMENT VÔTRE</a:t>
            </a:r>
          </a:p>
          <a:p>
            <a:r>
              <a:rPr lang="fr-FR" smtClean="0"/>
              <a:t>2-  BIENVENUE DANS UN MONDE 2 OÙ LA J.O.I.E DÉPASSE LA NORME</a:t>
            </a:r>
          </a:p>
          <a:p>
            <a:r>
              <a:rPr lang="fr-FR" smtClean="0"/>
              <a:t>3-  NORMAL ON EST VENU DÉTOURNER L'GAME</a:t>
            </a:r>
          </a:p>
          <a:p>
            <a:r>
              <a:rPr lang="fr-FR" smtClean="0"/>
              <a:t>4-  CHANGER LA DONNE, ON T'AUTORISE À NOUS APPELER GAMINS</a:t>
            </a:r>
          </a:p>
          <a:p>
            <a:r>
              <a:rPr lang="fr-FR" smtClean="0"/>
              <a:t>5-  QUOI DE PLUS PUR QUE LE CŒUR D'UN ENFANT</a:t>
            </a:r>
          </a:p>
          <a:p>
            <a:r>
              <a:rPr lang="fr-FR" smtClean="0"/>
              <a:t>6-  SIMPLE ET SANS SOUCI ON VIT LA VIE À FOND</a:t>
            </a:r>
          </a:p>
          <a:p>
            <a:r>
              <a:rPr lang="fr-FR" smtClean="0"/>
              <a:t>7-  PAR MON ÉPANOUISSEMENT JE VEUX FAIRE SOURIRE LE PÈRE</a:t>
            </a:r>
          </a:p>
          <a:p>
            <a:r>
              <a:rPr lang="fr-FR" smtClean="0"/>
              <a:t>8-  PERDURER DANS SON LOVE EN LUI JE ME SUIS DU-PER</a:t>
            </a:r>
          </a:p>
          <a:p>
            <a:r>
              <a:rPr lang="fr-FR" smtClean="0"/>
              <a:t>9-  MON EXPECTATIVE : REPARTIR DIFFÉRENT</a:t>
            </a:r>
          </a:p>
          <a:p>
            <a:r>
              <a:rPr lang="fr-FR" smtClean="0"/>
              <a:t>10-  ME LAISSER GUIDER PAR L'ESPRIT-SAINT, LE LAISSER FAIRE</a:t>
            </a:r>
          </a:p>
          <a:p>
            <a:r>
              <a:rPr lang="fr-FR" smtClean="0"/>
              <a:t>11-  VICTIME D'UNE OPÉRATION À CŒUR OUVERT</a:t>
            </a:r>
          </a:p>
          <a:p>
            <a:r>
              <a:rPr lang="fr-FR" smtClean="0"/>
              <a:t>12-  A SON D.I.E.U LUD'OBÉIT S'EST OFFERT</a:t>
            </a:r>
          </a:p>
          <a:p>
            <a:r>
              <a:rPr lang="fr-FR" smtClean="0"/>
              <a:t>13-  JE VOUS VOIS BOUGER LA TÊTE DEVANT, DERRIÈRE</a:t>
            </a:r>
          </a:p>
          <a:p>
            <a:r>
              <a:rPr lang="fr-FR" smtClean="0"/>
              <a:t>14-  VOUS VOULEZ DU GOSPEL VOUS ALLEZ ÊTRE VI-SER</a:t>
            </a:r>
          </a:p>
          <a:p>
            <a:r>
              <a:rPr lang="fr-FR" smtClean="0"/>
              <a:t>15-  BIG UP T.I.T.L., RDK'L DESTINATION FINALE : ARRIVÉE AU CIEL !</a:t>
            </a:r>
          </a:p>
          <a:p>
            <a:r>
              <a:rPr lang="fr-FR" smtClean="0"/>
              <a:t>16-  PARFOIS L'HOMME PASSE SON TEMPS À PLEURER SUR SON SORT</a:t>
            </a:r>
          </a:p>
          <a:p>
            <a:r>
              <a:rPr lang="fr-FR" smtClean="0"/>
              <a:t>17-  INCONSCIENT QUE C'EST DE SA BOUCHE QUE SON AVENIR SORT</a:t>
            </a:r>
          </a:p>
          <a:p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19-  JE SUIS SÛR QU'IL POURRAIT ENFIN ACCÉDER À L'AMOUR </a:t>
            </a:r>
          </a:p>
          <a:p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CHOISIS LA VIE, ET NON LA MORT. AVEC TA VIE, NE SOIS PAS MÉCHANT</a:t>
            </a:r>
          </a:p>
          <a:p>
            <a:r>
              <a:rPr lang="fr-FR" smtClean="0"/>
              <a:t>22-  OUVRE GRAND TA BOUCHE ET PARLE LE POSITIF</a:t>
            </a:r>
          </a:p>
          <a:p>
            <a:r>
              <a:rPr lang="fr-FR" smtClean="0"/>
              <a:t>23-  NÉGATIVE A ÉTÉ TA VIE DONC FAIS QUE LE MEILLEUR ARRIVE</a:t>
            </a:r>
          </a:p>
          <a:p>
            <a:r>
              <a:rPr lang="fr-FR" smtClean="0"/>
              <a:t>24-  FORTIFIE-TOI ET DÉCIDE D'AVANCER</a:t>
            </a:r>
          </a:p>
          <a:p>
            <a:r>
              <a:rPr lang="fr-FR" smtClean="0"/>
              <a:t>25-  HORS DE QUESTION QUE TON PASSÉ PUISSE TE DEVANCER</a:t>
            </a:r>
          </a:p>
          <a:p>
            <a:r>
              <a:rPr lang="fr-FR" smtClean="0"/>
              <a:t>26-  LE CHOIX EST DÉSORMAIS ENTRE TES MAINS ET DANS TA BOUCHE</a:t>
            </a:r>
          </a:p>
          <a:p>
            <a:r>
              <a:rPr lang="fr-FR" smtClean="0"/>
              <a:t>27-  CHOISIS LE MEILLEUR, ET POUR LE PIRE, FAIS LE VOIR LOUCHE</a:t>
            </a:r>
          </a:p>
          <a:p>
            <a:r>
              <a:rPr lang="fr-FR" smtClean="0"/>
              <a:t>28-  ROUGE EST LE SANG, DONC ROUGE EST LA VICTOIRE</a:t>
            </a:r>
          </a:p>
          <a:p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30-  PARÉ POUR CONQUÉRIR FAIS ÉCLATER TES RIRES</a:t>
            </a:r>
          </a:p>
          <a:p>
            <a:r>
              <a:rPr lang="fr-FR" smtClean="0"/>
              <a:t>31-  ET LÀ TU POURRAS DIRE QUE LE MEILLEUR RESTE À VENIR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34-  AS-TU DÉJÀ ENTENDU DIRE QUE L'ESPOIR S'EST FAIT TUER ? </a:t>
            </a:r>
          </a:p>
          <a:p>
            <a:r>
              <a:rPr lang="fr-FR" smtClean="0"/>
              <a:t>35-  OU BIEN ALORS, QU'APRÈS UN CHOC, L'AMOUR EST DEVENU MUET ? </a:t>
            </a:r>
          </a:p>
          <a:p>
            <a:r>
              <a:rPr lang="fr-FR" smtClean="0"/>
              <a:t>36-  STOP TES PRÉSOMPTIONS ET PUIS PRENDS COURAGE ! </a:t>
            </a:r>
          </a:p>
          <a:p>
            <a:r>
              <a:rPr lang="fr-FR" smtClean="0"/>
              <a:t>37-  SEUL UN LÂCHE SE CACHE LÈVE-TOI ET MARCHE </a:t>
            </a:r>
          </a:p>
          <a:p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39-  QUE LA FOI, DANS TES COMBATS SOIT TON SEUL ÉQUIPIER </a:t>
            </a:r>
          </a:p>
          <a:p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41-  LE DOUTE, TON PIRE ENNEMI, A POUR BUT QUE TU RENONCES </a:t>
            </a:r>
          </a:p>
          <a:p>
            <a:r>
              <a:rPr lang="fr-FR" smtClean="0"/>
              <a:t>42-  PASSE LA CINQUIÈME ET FONCE SANS JAMAIS PLUS RÉTROGRADER </a:t>
            </a:r>
          </a:p>
          <a:p>
            <a:r>
              <a:rPr lang="fr-FR" smtClean="0"/>
              <a:t>43-  DEVANT TOI, LA TERRE PROMISE DERRIÈRE TOI, UNE TERRE DÉGRADÉE </a:t>
            </a:r>
          </a:p>
          <a:p>
            <a:r>
              <a:rPr lang="fr-FR" smtClean="0"/>
              <a:t>44-  DES GRADINS, J'ENTENDS L'ÉQUIPE-TYPE CRIER VICTORY</a:t>
            </a:r>
          </a:p>
          <a:p>
            <a:r>
              <a:rPr lang="fr-FR" smtClean="0"/>
              <a:t>45-  VICTORIA TE SUIVRA, SI T'ABANDONNES TON ANCIENNE STORY </a:t>
            </a:r>
          </a:p>
          <a:p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48-  T'AURAS LA PAIX PLEIN LES POCHES</a:t>
            </a:r>
          </a:p>
          <a:p>
            <a:r>
              <a:rPr lang="fr-FR" smtClean="0"/>
              <a:t>49-  LA GLOIRE POUR COURONNE ET L'A.M.O.U.R POUR TROPHÉE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50-  UNE SEULE DÉCISION QUI A FAIT QUE</a:t>
            </a:r>
          </a:p>
          <a:p>
            <a:r>
              <a:rPr lang="fr-FR" smtClean="0"/>
              <a:t>	51-  VOUS ET MOI, NOUS SOYONS LES PERSONNES QUE NOUS SOMMES</a:t>
            </a:r>
          </a:p>
          <a:p>
            <a:r>
              <a:rPr lang="fr-FR" smtClean="0"/>
              <a:t>	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GOGOGOGO GOSPELLEMENT VÔTRE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BIENVENUE DANS UN MONDE 2 OÙ LA J.O.I.E DÉPASSE LA NORME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NORMAL ON EST VENU DÉTOURNER L'GAME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CHANGER LA DONNE, ON T'AUTORISE À NOUS APPELER GAMINS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QUOI DE PLUS PUR QUE LE CŒUR D'UN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SIMPLE ET SANS SOUCI ON VIT LA VIE À 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PAR MON ÉPANOUISSEMENT JE VEUX FAIRE SOURIRE LE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PERDURER DANS SON LOVE EN LUI JE ME SUIS DU-PER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 EXPECTATIVE : REPARTIR DIFFÉRENT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ME LAISSER GUIDER PAR L'ESPRIT-SAINT, LE LAISSER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VICTIME D'UNE OPÉRATION À CŒUR OUVERT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A SON D.I.E.U LUD'OBÉIT S'EST OFFERT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VOUS VOIS BOUGER LA TÊTE DEVANT, DERRIÈRE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VOUS VOULEZ DU GOSPEL VOUS ALLEZ ÊTRE VI-SER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BIG UP T.I.T.L., RDK'L DESTINATION FINALE : ARRIVÉE AU CIEL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SUIS SÛR QU'IL POURRAIT ENFIN ACCÉDER À L'AMOUR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CHOISIS LA VIE, ET NON LA MORT. AVEC TA VIE, NE SOIS PAS MÉCHANT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NÉGATIVE A ÉTÉ TA VIE DONC FAIS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CHOISIS LE MEILLEUR, ET POUR LE PIRE, FAIS LE VOIR LOUCHE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AS-TU DÉJÀ ENTENDU DIRE QUE L'ESPOIR S'EST FAIT TUER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OU BIEN ALORS, QU'APRÈS UN CHOC, L'AMOUR EST DEVENU MUET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STOP TES PRÉSOMPTIONS ET PUIS PRENDS COURAGE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SEUL UN LÂCHE SE CACHE LÈVE-TOI ET MARCHE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QUE LA FOI, DANS TES COMBATS SOIT TON SEUL ÉQUIPIER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 DOUTE, TON PIRE ENNEMI, A POUR BUT QUE TU RENONCES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PASSE LA CINQUIÈME ET FONCE SANS JAMAIS PLUS RÉTROGRADER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DEVANT TOI, LA TERRE PROMISE DERRIÈRE TOI, UNE TERRE DÉGRADÉE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DES GRADINS, J'ENTENDS L'ÉQUIPE-TYPE CRIER VICTORY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VICTORIA TE SUIVRA, SI T'ABANDONNES TON ANCIENNE STORY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T'AURAS LA PAIX PLEIN LES POCHES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50-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51-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645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GOGOGOGO GOSPELLEMENT VÔTRE</a:t>
            </a:r>
          </a:p>
          <a:p>
            <a:r>
              <a:rPr lang="fr-FR" smtClean="0"/>
              <a:t>2-  BIENVENUE DANS UN MONDE 2 OÙ LA J.O.I.E DÉPASSE LA NORME</a:t>
            </a:r>
          </a:p>
          <a:p>
            <a:r>
              <a:rPr lang="fr-FR" smtClean="0"/>
              <a:t>3-  NORMAL ON EST VENU DÉTOURNER L'GAME</a:t>
            </a:r>
          </a:p>
          <a:p>
            <a:r>
              <a:rPr lang="fr-FR" smtClean="0"/>
              <a:t>4-  CHANGER LA DONNE, ON T'AUTORISE À NOUS APPELER GAMINS</a:t>
            </a:r>
          </a:p>
          <a:p>
            <a:r>
              <a:rPr lang="fr-FR" smtClean="0"/>
              <a:t>5-  QUOI DE PLUS PUR QUE LE CŒUR D'UN ENFANT</a:t>
            </a:r>
          </a:p>
          <a:p>
            <a:r>
              <a:rPr lang="fr-FR" smtClean="0"/>
              <a:t>6-  SIMPLE ET SANS SOUCI ON VIT LA VIE À FOND</a:t>
            </a:r>
          </a:p>
          <a:p>
            <a:r>
              <a:rPr lang="fr-FR" smtClean="0"/>
              <a:t>7-  PAR MON ÉPANOUISSEMENT JE VEUX FAIRE SOURIRE LE PÈRE</a:t>
            </a:r>
          </a:p>
          <a:p>
            <a:r>
              <a:rPr lang="fr-FR" smtClean="0"/>
              <a:t>8-  PERDURER DANS SON LOVE EN LUI JE ME SUIS DU-PER</a:t>
            </a:r>
          </a:p>
          <a:p>
            <a:r>
              <a:rPr lang="fr-FR" smtClean="0"/>
              <a:t>9-  MON EXPECTATIVE : REPARTIR DIFFÉRENT</a:t>
            </a:r>
          </a:p>
          <a:p>
            <a:r>
              <a:rPr lang="fr-FR" smtClean="0"/>
              <a:t>10-  ME LAISSER GUIDER PAR L'ESPRIT-SAINT, LE LAISSER FAIRE</a:t>
            </a:r>
          </a:p>
          <a:p>
            <a:r>
              <a:rPr lang="fr-FR" smtClean="0"/>
              <a:t>11-  VICTIME D'UNE OPÉRATION À CŒUR OUVERT</a:t>
            </a:r>
          </a:p>
          <a:p>
            <a:r>
              <a:rPr lang="fr-FR" smtClean="0"/>
              <a:t>12-  A SON D.I.E.U LUD'OBÉIT S'EST OFFERT</a:t>
            </a:r>
          </a:p>
          <a:p>
            <a:r>
              <a:rPr lang="fr-FR" smtClean="0"/>
              <a:t>13-  JE VOUS VOIS BOUGER LA TÊTE DEVANT, DERRIÈRE</a:t>
            </a:r>
          </a:p>
          <a:p>
            <a:r>
              <a:rPr lang="fr-FR" smtClean="0"/>
              <a:t>14-  VOUS VOULEZ DU GOSPEL VOUS ALLEZ ÊTRE VI-SER</a:t>
            </a:r>
          </a:p>
          <a:p>
            <a:r>
              <a:rPr lang="fr-FR" smtClean="0"/>
              <a:t>15-  BIG UP T.I.T.L., RDK'L DESTINATION FINALE : ARRIVÉE AU CIEL !</a:t>
            </a:r>
          </a:p>
          <a:p>
            <a:r>
              <a:rPr lang="fr-FR" smtClean="0"/>
              <a:t>16-  PARFOIS L'HOMME PASSE SON TEMPS À PLEURER SUR SON SORT</a:t>
            </a:r>
          </a:p>
          <a:p>
            <a:r>
              <a:rPr lang="fr-FR" smtClean="0"/>
              <a:t>17-  INCONSCIENT QUE C'EST DE SA BOUCHE QUE SON AVENIR SORT</a:t>
            </a:r>
          </a:p>
          <a:p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19-  JE SUIS SÛR QU'IL POURRAIT ENFIN ACCÉDER À L'AMOUR </a:t>
            </a:r>
          </a:p>
          <a:p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CHOISIS LA VIE, ET NON LA MORT. AVEC TA VIE, NE SOIS PAS MÉCHANT</a:t>
            </a:r>
          </a:p>
          <a:p>
            <a:r>
              <a:rPr lang="fr-FR" smtClean="0"/>
              <a:t>22-  OUVRE GRAND TA BOUCHE ET PARLE LE POSITIF</a:t>
            </a:r>
          </a:p>
          <a:p>
            <a:r>
              <a:rPr lang="fr-FR" smtClean="0"/>
              <a:t>23-  NÉGATIVE A ÉTÉ TA VIE DONC FAIS QUE LE MEILLEUR ARRIVE</a:t>
            </a:r>
          </a:p>
          <a:p>
            <a:r>
              <a:rPr lang="fr-FR" smtClean="0"/>
              <a:t>24-  FORTIFIE-TOI ET DÉCIDE D'AVANCER</a:t>
            </a:r>
          </a:p>
          <a:p>
            <a:r>
              <a:rPr lang="fr-FR" smtClean="0"/>
              <a:t>25-  HORS DE QUESTION QUE TON PASSÉ PUISSE TE DEVANCER</a:t>
            </a:r>
          </a:p>
          <a:p>
            <a:r>
              <a:rPr lang="fr-FR" smtClean="0"/>
              <a:t>26-  LE CHOIX EST DÉSORMAIS ENTRE TES MAINS ET DANS TA BOUCHE</a:t>
            </a:r>
          </a:p>
          <a:p>
            <a:r>
              <a:rPr lang="fr-FR" smtClean="0"/>
              <a:t>27-  CHOISIS LE MEILLEUR, ET POUR LE PIRE, FAIS LE VOIR LOUCHE</a:t>
            </a:r>
          </a:p>
          <a:p>
            <a:r>
              <a:rPr lang="fr-FR" smtClean="0"/>
              <a:t>28-  ROUGE EST LE SANG, DONC ROUGE EST LA VICTOIRE</a:t>
            </a:r>
          </a:p>
          <a:p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30-  PARÉ POUR CONQUÉRIR FAIS ÉCLATER TES RIRES</a:t>
            </a:r>
          </a:p>
          <a:p>
            <a:r>
              <a:rPr lang="fr-FR" smtClean="0"/>
              <a:t>31-  ET LÀ TU POURRAS DIRE QUE LE MEILLEUR RESTE À VENIR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34-  AS-TU DÉJÀ ENTENDU DIRE QUE L'ESPOIR S'EST FAIT TUER ? </a:t>
            </a:r>
          </a:p>
          <a:p>
            <a:r>
              <a:rPr lang="fr-FR" smtClean="0"/>
              <a:t>35-  OU BIEN ALORS, QU'APRÈS UN CHOC, L'AMOUR EST DEVENU MUET ? </a:t>
            </a:r>
          </a:p>
          <a:p>
            <a:r>
              <a:rPr lang="fr-FR" smtClean="0"/>
              <a:t>36-  STOP TES PRÉSOMPTIONS ET PUIS PRENDS COURAGE ! </a:t>
            </a:r>
          </a:p>
          <a:p>
            <a:r>
              <a:rPr lang="fr-FR" smtClean="0"/>
              <a:t>37-  SEUL UN LÂCHE SE CACHE LÈVE-TOI ET MARCHE </a:t>
            </a:r>
          </a:p>
          <a:p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39-  QUE LA FOI, DANS TES COMBATS SOIT TON SEUL ÉQUIPIER </a:t>
            </a:r>
          </a:p>
          <a:p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41-  LE DOUTE, TON PIRE ENNEMI, A POUR BUT QUE TU RENONCES </a:t>
            </a:r>
          </a:p>
          <a:p>
            <a:r>
              <a:rPr lang="fr-FR" smtClean="0"/>
              <a:t>42-  PASSE LA CINQUIÈME ET FONCE SANS JAMAIS PLUS RÉTROGRADER </a:t>
            </a:r>
          </a:p>
          <a:p>
            <a:r>
              <a:rPr lang="fr-FR" smtClean="0"/>
              <a:t>43-  DEVANT TOI, LA TERRE PROMISE DERRIÈRE TOI, UNE TERRE DÉGRADÉE </a:t>
            </a:r>
          </a:p>
          <a:p>
            <a:r>
              <a:rPr lang="fr-FR" smtClean="0"/>
              <a:t>44-  DES GRADINS, J'ENTENDS L'ÉQUIPE-TYPE CRIER VICTORY</a:t>
            </a:r>
          </a:p>
          <a:p>
            <a:r>
              <a:rPr lang="fr-FR" smtClean="0"/>
              <a:t>45-  VICTORIA TE SUIVRA, SI T'ABANDONNES TON ANCIENNE STORY </a:t>
            </a:r>
          </a:p>
          <a:p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48-  T'AURAS LA PAIX PLEIN LES POCHES</a:t>
            </a:r>
          </a:p>
          <a:p>
            <a:r>
              <a:rPr lang="fr-FR" smtClean="0"/>
              <a:t>49-  LA GLOIRE POUR COURONNE ET L'A.M.O.U.R POUR TROPHÉE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50-  UNE SEULE DÉCISION QUI A FAIT QUE</a:t>
            </a:r>
          </a:p>
          <a:p>
            <a:r>
              <a:rPr lang="fr-FR" smtClean="0"/>
              <a:t>	51-  VOUS ET MOI, NOUS SOYONS LES PERSONNES QUE NOUS SOMMES</a:t>
            </a:r>
          </a:p>
          <a:p>
            <a:r>
              <a:rPr lang="fr-FR" smtClean="0"/>
              <a:t>	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GOGOGOGO GOSPELLEMENT VÔTRE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BIENVENUE DANS UN MONDE 2 OÙ LA J.O.I.E DÉPASSE LA NORME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NORMAL ON EST VENU DÉTOURNER L'GAME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CHANGER LA DONNE, ON T'AUTORISE À NOUS APPELER GAMINS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QUOI DE PLUS PUR QUE LE CŒUR D'UN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SIMPLE ET SANS SOUCI ON VIT LA VIE À 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PAR MON ÉPANOUISSEMENT JE VEUX FAIRE SOURIRE LE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PERDURER DANS SON LOVE EN LUI JE ME SUIS DU-PER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 EXPECTATIVE : REPARTIR DIFFÉRENT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ME LAISSER GUIDER PAR L'ESPRIT-SAINT, LE LAISSER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VICTIME D'UNE OPÉRATION À CŒUR OUVERT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A SON D.I.E.U LUD'OBÉIT S'EST OFFERT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VOUS VOIS BOUGER LA TÊTE DEVANT, DERRIÈRE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VOUS VOULEZ DU GOSPEL VOUS ALLEZ ÊTRE VI-SER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BIG UP T.I.T.L., RDK'L DESTINATION FINALE : ARRIVÉE AU CIEL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SUIS SÛR QU'IL POURRAIT ENFIN ACCÉDER À L'AMOUR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CHOISIS LA VIE, ET NON LA MORT. AVEC TA VIE, NE SOIS PAS MÉCHANT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NÉGATIVE A ÉTÉ TA VIE DONC FAIS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CHOISIS LE MEILLEUR, ET POUR LE PIRE, FAIS LE VOIR LOUCHE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AS-TU DÉJÀ ENTENDU DIRE QUE L'ESPOIR S'EST FAIT TUER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OU BIEN ALORS, QU'APRÈS UN CHOC, L'AMOUR EST DEVENU MUET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STOP TES PRÉSOMPTIONS ET PUIS PRENDS COURAGE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SEUL UN LÂCHE SE CACHE LÈVE-TOI ET MARCHE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QUE LA FOI, DANS TES COMBATS SOIT TON SEUL ÉQUIPIER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 DOUTE, TON PIRE ENNEMI, A POUR BUT QUE TU RENONCES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PASSE LA CINQUIÈME ET FONCE SANS JAMAIS PLUS RÉTROGRADER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DEVANT TOI, LA TERRE PROMISE DERRIÈRE TOI, UNE TERRE DÉGRADÉE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DES GRADINS, J'ENTENDS L'ÉQUIPE-TYPE CRIER VICTORY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VICTORIA TE SUIVRA, SI T'ABANDONNES TON ANCIENNE STORY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T'AURAS LA PAIX PLEIN LES POCHES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50-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51-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655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GOGOGOGO GOSPELLEMENT VÔTRE</a:t>
            </a:r>
          </a:p>
          <a:p>
            <a:r>
              <a:rPr lang="fr-FR" smtClean="0"/>
              <a:t>2-  BIENVENUE DANS UN MONDE 2 OÙ LA J.O.I.E DÉPASSE LA NORME</a:t>
            </a:r>
          </a:p>
          <a:p>
            <a:r>
              <a:rPr lang="fr-FR" smtClean="0"/>
              <a:t>3-  NORMAL ON EST VENU DÉTOURNER L'GAME</a:t>
            </a:r>
          </a:p>
          <a:p>
            <a:r>
              <a:rPr lang="fr-FR" smtClean="0"/>
              <a:t>4-  CHANGER LA DONNE, ON T'AUTORISE À NOUS APPELER GAMINS</a:t>
            </a:r>
          </a:p>
          <a:p>
            <a:r>
              <a:rPr lang="fr-FR" smtClean="0"/>
              <a:t>5-  QUOI DE PLUS PUR QUE LE CŒUR D'UN ENFANT</a:t>
            </a:r>
          </a:p>
          <a:p>
            <a:r>
              <a:rPr lang="fr-FR" smtClean="0"/>
              <a:t>6-  SIMPLE ET SANS SOUCI ON VIT LA VIE À FOND</a:t>
            </a:r>
          </a:p>
          <a:p>
            <a:r>
              <a:rPr lang="fr-FR" smtClean="0"/>
              <a:t>7-  PAR MON ÉPANOUISSEMENT JE VEUX FAIRE SOURIRE LE PÈRE</a:t>
            </a:r>
          </a:p>
          <a:p>
            <a:r>
              <a:rPr lang="fr-FR" smtClean="0"/>
              <a:t>8-  PERDURER DANS SON LOVE EN LUI JE ME SUIS DU-PER</a:t>
            </a:r>
          </a:p>
          <a:p>
            <a:r>
              <a:rPr lang="fr-FR" smtClean="0"/>
              <a:t>9-  MON EXPECTATIVE : REPARTIR DIFFÉRENT</a:t>
            </a:r>
          </a:p>
          <a:p>
            <a:r>
              <a:rPr lang="fr-FR" smtClean="0"/>
              <a:t>10-  ME LAISSER GUIDER PAR L'ESPRIT-SAINT, LE LAISSER FAIRE</a:t>
            </a:r>
          </a:p>
          <a:p>
            <a:r>
              <a:rPr lang="fr-FR" smtClean="0"/>
              <a:t>11-  VICTIME D'UNE OPÉRATION À CŒUR OUVERT</a:t>
            </a:r>
          </a:p>
          <a:p>
            <a:r>
              <a:rPr lang="fr-FR" smtClean="0"/>
              <a:t>12-  A SON D.I.E.U LUD'OBÉIT S'EST OFFERT</a:t>
            </a:r>
          </a:p>
          <a:p>
            <a:r>
              <a:rPr lang="fr-FR" smtClean="0"/>
              <a:t>13-  JE VOUS VOIS BOUGER LA TÊTE DEVANT, DERRIÈRE</a:t>
            </a:r>
          </a:p>
          <a:p>
            <a:r>
              <a:rPr lang="fr-FR" smtClean="0"/>
              <a:t>14-  VOUS VOULEZ DU GOSPEL VOUS ALLEZ ÊTRE VI-SER</a:t>
            </a:r>
          </a:p>
          <a:p>
            <a:r>
              <a:rPr lang="fr-FR" smtClean="0"/>
              <a:t>15-  BIG UP T.I.T.L., RDK'L DESTINATION FINALE : ARRIVÉE AU CIEL !</a:t>
            </a:r>
          </a:p>
          <a:p>
            <a:r>
              <a:rPr lang="fr-FR" smtClean="0"/>
              <a:t>16-  PARFOIS L'HOMME PASSE SON TEMPS À PLEURER SUR SON SORT</a:t>
            </a:r>
          </a:p>
          <a:p>
            <a:r>
              <a:rPr lang="fr-FR" smtClean="0"/>
              <a:t>17-  INCONSCIENT QUE C'EST DE SA BOUCHE QUE SON AVENIR SORT</a:t>
            </a:r>
          </a:p>
          <a:p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19-  JE SUIS SÛR QU'IL POURRAIT ENFIN ACCÉDER À L'AMOUR </a:t>
            </a:r>
          </a:p>
          <a:p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CHOISIS LA VIE, ET NON LA MORT. AVEC TA VIE, NE SOIS PAS MÉCHANT</a:t>
            </a:r>
          </a:p>
          <a:p>
            <a:r>
              <a:rPr lang="fr-FR" smtClean="0"/>
              <a:t>22-  OUVRE GRAND TA BOUCHE ET PARLE LE POSITIF</a:t>
            </a:r>
          </a:p>
          <a:p>
            <a:r>
              <a:rPr lang="fr-FR" smtClean="0"/>
              <a:t>23-  NÉGATIVE A ÉTÉ TA VIE DONC FAIS QUE LE MEILLEUR ARRIVE</a:t>
            </a:r>
          </a:p>
          <a:p>
            <a:r>
              <a:rPr lang="fr-FR" smtClean="0"/>
              <a:t>24-  FORTIFIE-TOI ET DÉCIDE D'AVANCER</a:t>
            </a:r>
          </a:p>
          <a:p>
            <a:r>
              <a:rPr lang="fr-FR" smtClean="0"/>
              <a:t>25-  HORS DE QUESTION QUE TON PASSÉ PUISSE TE DEVANCER</a:t>
            </a:r>
          </a:p>
          <a:p>
            <a:r>
              <a:rPr lang="fr-FR" smtClean="0"/>
              <a:t>26-  LE CHOIX EST DÉSORMAIS ENTRE TES MAINS ET DANS TA BOUCHE</a:t>
            </a:r>
          </a:p>
          <a:p>
            <a:r>
              <a:rPr lang="fr-FR" smtClean="0"/>
              <a:t>27-  CHOISIS LE MEILLEUR, ET POUR LE PIRE, FAIS LE VOIR LOUCHE</a:t>
            </a:r>
          </a:p>
          <a:p>
            <a:r>
              <a:rPr lang="fr-FR" smtClean="0"/>
              <a:t>28-  ROUGE EST LE SANG, DONC ROUGE EST LA VICTOIRE</a:t>
            </a:r>
          </a:p>
          <a:p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30-  PARÉ POUR CONQUÉRIR FAIS ÉCLATER TES RIRES</a:t>
            </a:r>
          </a:p>
          <a:p>
            <a:r>
              <a:rPr lang="fr-FR" smtClean="0"/>
              <a:t>31-  ET LÀ TU POURRAS DIRE QUE LE MEILLEUR RESTE À VENIR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34-  AS-TU DÉJÀ ENTENDU DIRE QUE L'ESPOIR S'EST FAIT TUER ? </a:t>
            </a:r>
          </a:p>
          <a:p>
            <a:r>
              <a:rPr lang="fr-FR" smtClean="0"/>
              <a:t>35-  OU BIEN ALORS, QU'APRÈS UN CHOC, L'AMOUR EST DEVENU MUET ? </a:t>
            </a:r>
          </a:p>
          <a:p>
            <a:r>
              <a:rPr lang="fr-FR" smtClean="0"/>
              <a:t>36-  STOP TES PRÉSOMPTIONS ET PUIS PRENDS COURAGE ! </a:t>
            </a:r>
          </a:p>
          <a:p>
            <a:r>
              <a:rPr lang="fr-FR" smtClean="0"/>
              <a:t>37-  SEUL UN LÂCHE SE CACHE LÈVE-TOI ET MARCHE </a:t>
            </a:r>
          </a:p>
          <a:p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39-  QUE LA FOI, DANS TES COMBATS SOIT TON SEUL ÉQUIPIER </a:t>
            </a:r>
          </a:p>
          <a:p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41-  LE DOUTE, TON PIRE ENNEMI, A POUR BUT QUE TU RENONCES </a:t>
            </a:r>
          </a:p>
          <a:p>
            <a:r>
              <a:rPr lang="fr-FR" smtClean="0"/>
              <a:t>42-  PASSE LA CINQUIÈME ET FONCE SANS JAMAIS PLUS RÉTROGRADER </a:t>
            </a:r>
          </a:p>
          <a:p>
            <a:r>
              <a:rPr lang="fr-FR" smtClean="0"/>
              <a:t>43-  DEVANT TOI, LA TERRE PROMISE DERRIÈRE TOI, UNE TERRE DÉGRADÉE </a:t>
            </a:r>
          </a:p>
          <a:p>
            <a:r>
              <a:rPr lang="fr-FR" smtClean="0"/>
              <a:t>44-  DES GRADINS, J'ENTENDS L'ÉQUIPE-TYPE CRIER VICTORY</a:t>
            </a:r>
          </a:p>
          <a:p>
            <a:r>
              <a:rPr lang="fr-FR" smtClean="0"/>
              <a:t>45-  VICTORIA TE SUIVRA, SI T'ABANDONNES TON ANCIENNE STORY </a:t>
            </a:r>
          </a:p>
          <a:p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48-  T'AURAS LA PAIX PLEIN LES POCHES</a:t>
            </a:r>
          </a:p>
          <a:p>
            <a:r>
              <a:rPr lang="fr-FR" smtClean="0"/>
              <a:t>49-  LA GLOIRE POUR COURONNE ET L'A.M.O.U.R POUR TROPHÉE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50-  UNE SEULE DÉCISION QUI A FAIT QUE</a:t>
            </a:r>
          </a:p>
          <a:p>
            <a:r>
              <a:rPr lang="fr-FR" smtClean="0"/>
              <a:t>	51-  VOUS ET MOI, NOUS SOYONS LES PERSONNES QUE NOUS SOMMES</a:t>
            </a:r>
          </a:p>
          <a:p>
            <a:r>
              <a:rPr lang="fr-FR" smtClean="0"/>
              <a:t>	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GOGOGOGO GOSPELLEMENT VÔTRE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BIENVENUE DANS UN MONDE 2 OÙ LA J.O.I.E DÉPASSE LA NORME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NORMAL ON EST VENU DÉTOURNER L'GAME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CHANGER LA DONNE, ON T'AUTORISE À NOUS APPELER GAMINS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QUOI DE PLUS PUR QUE LE CŒUR D'UN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SIMPLE ET SANS SOUCI ON VIT LA VIE À 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PAR MON ÉPANOUISSEMENT JE VEUX FAIRE SOURIRE LE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PERDURER DANS SON LOVE EN LUI JE ME SUIS DU-PER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 EXPECTATIVE : REPARTIR DIFFÉRENT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ME LAISSER GUIDER PAR L'ESPRIT-SAINT, LE LAISSER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VICTIME D'UNE OPÉRATION À CŒUR OUVERT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A SON D.I.E.U LUD'OBÉIT S'EST OFFERT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VOUS VOIS BOUGER LA TÊTE DEVANT, DERRIÈRE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VOUS VOULEZ DU GOSPEL VOUS ALLEZ ÊTRE VI-SER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BIG UP T.I.T.L., RDK'L DESTINATION FINALE : ARRIVÉE AU CIEL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SUIS SÛR QU'IL POURRAIT ENFIN ACCÉDER À L'AMOUR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CHOISIS LA VIE, ET NON LA MORT. AVEC TA VIE, NE SOIS PAS MÉCHANT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NÉGATIVE A ÉTÉ TA VIE DONC FAIS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CHOISIS LE MEILLEUR, ET POUR LE PIRE, FAIS LE VOIR LOUCHE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AS-TU DÉJÀ ENTENDU DIRE QUE L'ESPOIR S'EST FAIT TUER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OU BIEN ALORS, QU'APRÈS UN CHOC, L'AMOUR EST DEVENU MUET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STOP TES PRÉSOMPTIONS ET PUIS PRENDS COURAGE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SEUL UN LÂCHE SE CACHE LÈVE-TOI ET MARCHE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QUE LA FOI, DANS TES COMBATS SOIT TON SEUL ÉQUIPIER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 DOUTE, TON PIRE ENNEMI, A POUR BUT QUE TU RENONCES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PASSE LA CINQUIÈME ET FONCE SANS JAMAIS PLUS RÉTROGRADER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DEVANT TOI, LA TERRE PROMISE DERRIÈRE TOI, UNE TERRE DÉGRADÉE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DES GRADINS, J'ENTENDS L'ÉQUIPE-TYPE CRIER VICTORY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VICTORIA TE SUIVRA, SI T'ABANDONNES TON ANCIENNE STORY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T'AURAS LA PAIX PLEIN LES POCHES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50-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51-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65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GOGOGOGO GOSPELLEMENT VÔTRE</a:t>
            </a:r>
          </a:p>
          <a:p>
            <a:r>
              <a:rPr lang="fr-FR" smtClean="0"/>
              <a:t>2-  BIENVENUE DANS UN MONDE 2 OÙ LA J.O.I.E DÉPASSE LA NORME</a:t>
            </a:r>
          </a:p>
          <a:p>
            <a:r>
              <a:rPr lang="fr-FR" smtClean="0"/>
              <a:t>3-  NORMAL ON EST VENU DÉTOURNER L'GAME</a:t>
            </a:r>
          </a:p>
          <a:p>
            <a:r>
              <a:rPr lang="fr-FR" smtClean="0"/>
              <a:t>4-  CHANGER LA DONNE, ON T'AUTORISE À NOUS APPELER GAMINS</a:t>
            </a:r>
          </a:p>
          <a:p>
            <a:r>
              <a:rPr lang="fr-FR" smtClean="0"/>
              <a:t>5-  QUOI DE PLUS PUR QUE LE CŒUR D'UN ENFANT</a:t>
            </a:r>
          </a:p>
          <a:p>
            <a:r>
              <a:rPr lang="fr-FR" smtClean="0"/>
              <a:t>6-  SIMPLE ET SANS SOUCI ON VIT LA VIE À FOND</a:t>
            </a:r>
          </a:p>
          <a:p>
            <a:r>
              <a:rPr lang="fr-FR" smtClean="0"/>
              <a:t>7-  PAR MON ÉPANOUISSEMENT JE VEUX FAIRE SOURIRE LE PÈRE</a:t>
            </a:r>
          </a:p>
          <a:p>
            <a:r>
              <a:rPr lang="fr-FR" smtClean="0"/>
              <a:t>8-  PERDURER DANS SON LOVE EN LUI JE ME SUIS DU-PER</a:t>
            </a:r>
          </a:p>
          <a:p>
            <a:r>
              <a:rPr lang="fr-FR" smtClean="0"/>
              <a:t>9-  MON EXPECTATIVE : REPARTIR DIFFÉRENT</a:t>
            </a:r>
          </a:p>
          <a:p>
            <a:r>
              <a:rPr lang="fr-FR" smtClean="0"/>
              <a:t>10-  ME LAISSER GUIDER PAR L'ESPRIT-SAINT, LE LAISSER FAIRE</a:t>
            </a:r>
          </a:p>
          <a:p>
            <a:r>
              <a:rPr lang="fr-FR" smtClean="0"/>
              <a:t>11-  VICTIME D'UNE OPÉRATION À CŒUR OUVERT</a:t>
            </a:r>
          </a:p>
          <a:p>
            <a:r>
              <a:rPr lang="fr-FR" smtClean="0"/>
              <a:t>12-  A SON D.I.E.U LUD'OBÉIT S'EST OFFERT</a:t>
            </a:r>
          </a:p>
          <a:p>
            <a:r>
              <a:rPr lang="fr-FR" smtClean="0"/>
              <a:t>13-  JE VOUS VOIS BOUGER LA TÊTE DEVANT, DERRIÈRE</a:t>
            </a:r>
          </a:p>
          <a:p>
            <a:r>
              <a:rPr lang="fr-FR" smtClean="0"/>
              <a:t>14-  VOUS VOULEZ DU GOSPEL VOUS ALLEZ ÊTRE VI-SER</a:t>
            </a:r>
          </a:p>
          <a:p>
            <a:r>
              <a:rPr lang="fr-FR" smtClean="0"/>
              <a:t>15-  BIG UP T.I.T.L., RDK'L DESTINATION FINALE : ARRIVÉE AU CIEL !</a:t>
            </a:r>
          </a:p>
          <a:p>
            <a:r>
              <a:rPr lang="fr-FR" smtClean="0"/>
              <a:t>16-  PARFOIS L'HOMME PASSE SON TEMPS À PLEURER SUR SON SORT</a:t>
            </a:r>
          </a:p>
          <a:p>
            <a:r>
              <a:rPr lang="fr-FR" smtClean="0"/>
              <a:t>17-  INCONSCIENT QUE C'EST DE SA BOUCHE QUE SON AVENIR SORT</a:t>
            </a:r>
          </a:p>
          <a:p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19-  JE SUIS SÛR QU'IL POURRAIT ENFIN ACCÉDER À L'AMOUR </a:t>
            </a:r>
          </a:p>
          <a:p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CHOISIS LA VIE, ET NON LA MORT. AVEC TA VIE, NE SOIS PAS MÉCHANT</a:t>
            </a:r>
          </a:p>
          <a:p>
            <a:r>
              <a:rPr lang="fr-FR" smtClean="0"/>
              <a:t>22-  OUVRE GRAND TA BOUCHE ET PARLE LE POSITIF</a:t>
            </a:r>
          </a:p>
          <a:p>
            <a:r>
              <a:rPr lang="fr-FR" smtClean="0"/>
              <a:t>23-  NÉGATIVE A ÉTÉ TA VIE DONC FAIS QUE LE MEILLEUR ARRIVE</a:t>
            </a:r>
          </a:p>
          <a:p>
            <a:r>
              <a:rPr lang="fr-FR" smtClean="0"/>
              <a:t>24-  FORTIFIE-TOI ET DÉCIDE D'AVANCER</a:t>
            </a:r>
          </a:p>
          <a:p>
            <a:r>
              <a:rPr lang="fr-FR" smtClean="0"/>
              <a:t>25-  HORS DE QUESTION QUE TON PASSÉ PUISSE TE DEVANCER</a:t>
            </a:r>
          </a:p>
          <a:p>
            <a:r>
              <a:rPr lang="fr-FR" smtClean="0"/>
              <a:t>26-  LE CHOIX EST DÉSORMAIS ENTRE TES MAINS ET DANS TA BOUCHE</a:t>
            </a:r>
          </a:p>
          <a:p>
            <a:r>
              <a:rPr lang="fr-FR" smtClean="0"/>
              <a:t>27-  CHOISIS LE MEILLEUR, ET POUR LE PIRE, FAIS LE VOIR LOUCHE</a:t>
            </a:r>
          </a:p>
          <a:p>
            <a:r>
              <a:rPr lang="fr-FR" smtClean="0"/>
              <a:t>28-  ROUGE EST LE SANG, DONC ROUGE EST LA VICTOIRE</a:t>
            </a:r>
          </a:p>
          <a:p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30-  PARÉ POUR CONQUÉRIR FAIS ÉCLATER TES RIRES</a:t>
            </a:r>
          </a:p>
          <a:p>
            <a:r>
              <a:rPr lang="fr-FR" smtClean="0"/>
              <a:t>31-  ET LÀ TU POURRAS DIRE QUE LE MEILLEUR RESTE À VENIR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34-  AS-TU DÉJÀ ENTENDU DIRE QUE L'ESPOIR S'EST FAIT TUER ? </a:t>
            </a:r>
          </a:p>
          <a:p>
            <a:r>
              <a:rPr lang="fr-FR" smtClean="0"/>
              <a:t>35-  OU BIEN ALORS, QU'APRÈS UN CHOC, L'AMOUR EST DEVENU MUET ? </a:t>
            </a:r>
          </a:p>
          <a:p>
            <a:r>
              <a:rPr lang="fr-FR" smtClean="0"/>
              <a:t>36-  STOP TES PRÉSOMPTIONS ET PUIS PRENDS COURAGE ! </a:t>
            </a:r>
          </a:p>
          <a:p>
            <a:r>
              <a:rPr lang="fr-FR" smtClean="0"/>
              <a:t>37-  SEUL UN LÂCHE SE CACHE LÈVE-TOI ET MARCHE </a:t>
            </a:r>
          </a:p>
          <a:p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39-  QUE LA FOI, DANS TES COMBATS SOIT TON SEUL ÉQUIPIER </a:t>
            </a:r>
          </a:p>
          <a:p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41-  LE DOUTE, TON PIRE ENNEMI, A POUR BUT QUE TU RENONCES </a:t>
            </a:r>
          </a:p>
          <a:p>
            <a:r>
              <a:rPr lang="fr-FR" smtClean="0"/>
              <a:t>42-  PASSE LA CINQUIÈME ET FONCE SANS JAMAIS PLUS RÉTROGRADER </a:t>
            </a:r>
          </a:p>
          <a:p>
            <a:r>
              <a:rPr lang="fr-FR" smtClean="0"/>
              <a:t>43-  DEVANT TOI, LA TERRE PROMISE DERRIÈRE TOI, UNE TERRE DÉGRADÉE </a:t>
            </a:r>
          </a:p>
          <a:p>
            <a:r>
              <a:rPr lang="fr-FR" smtClean="0"/>
              <a:t>44-  DES GRADINS, J'ENTENDS L'ÉQUIPE-TYPE CRIER VICTORY</a:t>
            </a:r>
          </a:p>
          <a:p>
            <a:r>
              <a:rPr lang="fr-FR" smtClean="0"/>
              <a:t>45-  VICTORIA TE SUIVRA, SI T'ABANDONNES TON ANCIENNE STORY </a:t>
            </a:r>
          </a:p>
          <a:p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48-  T'AURAS LA PAIX PLEIN LES POCHES</a:t>
            </a:r>
          </a:p>
          <a:p>
            <a:r>
              <a:rPr lang="fr-FR" smtClean="0"/>
              <a:t>49-  LA GLOIRE POUR COURONNE ET L'A.M.O.U.R POUR TROPHÉE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50-  UNE SEULE DÉCISION QUI A FAIT QUE</a:t>
            </a:r>
          </a:p>
          <a:p>
            <a:r>
              <a:rPr lang="fr-FR" smtClean="0"/>
              <a:t>	51-  VOUS ET MOI, NOUS SOYONS LES PERSONNES QUE NOUS SOMMES</a:t>
            </a:r>
          </a:p>
          <a:p>
            <a:r>
              <a:rPr lang="fr-FR" smtClean="0"/>
              <a:t>	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GOGOGOGO GOSPELLEMENT VÔTRE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BIENVENUE DANS UN MONDE 2 OÙ LA J.O.I.E DÉPASSE LA NORME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NORMAL ON EST VENU DÉTOURNER L'GAME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CHANGER LA DONNE, ON T'AUTORISE À NOUS APPELER GAMINS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QUOI DE PLUS PUR QUE LE CŒUR D'UN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SIMPLE ET SANS SOUCI ON VIT LA VIE À 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PAR MON ÉPANOUISSEMENT JE VEUX FAIRE SOURIRE LE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PERDURER DANS SON LOVE EN LUI JE ME SUIS DU-PER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 EXPECTATIVE : REPARTIR DIFFÉRENT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ME LAISSER GUIDER PAR L'ESPRIT-SAINT, LE LAISSER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VICTIME D'UNE OPÉRATION À CŒUR OUVERT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A SON D.I.E.U LUD'OBÉIT S'EST OFFERT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VOUS VOIS BOUGER LA TÊTE DEVANT, DERRIÈRE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VOUS VOULEZ DU GOSPEL VOUS ALLEZ ÊTRE VI-SER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BIG UP T.I.T.L., RDK'L DESTINATION FINALE : ARRIVÉE AU CIEL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SUIS SÛR QU'IL POURRAIT ENFIN ACCÉDER À L'AMOUR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CHOISIS LA VIE, ET NON LA MORT. AVEC TA VIE, NE SOIS PAS MÉCHANT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NÉGATIVE A ÉTÉ TA VIE DONC FAIS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CHOISIS LE MEILLEUR, ET POUR LE PIRE, FAIS LE VOIR LOUCHE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AS-TU DÉJÀ ENTENDU DIRE QUE L'ESPOIR S'EST FAIT TUER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OU BIEN ALORS, QU'APRÈS UN CHOC, L'AMOUR EST DEVENU MUET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STOP TES PRÉSOMPTIONS ET PUIS PRENDS COURAGE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SEUL UN LÂCHE SE CACHE LÈVE-TOI ET MARCHE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QUE LA FOI, DANS TES COMBATS SOIT TON SEUL ÉQUIPIER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 DOUTE, TON PIRE ENNEMI, A POUR BUT QUE TU RENONCES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PASSE LA CINQUIÈME ET FONCE SANS JAMAIS PLUS RÉTROGRADER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DEVANT TOI, LA TERRE PROMISE DERRIÈRE TOI, UNE TERRE DÉGRADÉE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DES GRADINS, J'ENTENDS L'ÉQUIPE-TYPE CRIER VICTORY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VICTORIA TE SUIVRA, SI T'ABANDONNES TON ANCIENNE STORY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T'AURAS LA PAIX PLEIN LES POCHES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50-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51-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75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GOGOGOGO GOSPELLEMENT VÔTRE</a:t>
            </a:r>
          </a:p>
          <a:p>
            <a:r>
              <a:rPr lang="fr-FR" smtClean="0"/>
              <a:t>2-  BIENVENUE DANS UN MONDE 2 OÙ LA J.O.I.E DÉPASSE LA NORME</a:t>
            </a:r>
          </a:p>
          <a:p>
            <a:r>
              <a:rPr lang="fr-FR" smtClean="0"/>
              <a:t>3-  NORMAL ON EST VENU DÉTOURNER L'GAME</a:t>
            </a:r>
          </a:p>
          <a:p>
            <a:r>
              <a:rPr lang="fr-FR" smtClean="0"/>
              <a:t>4-  CHANGER LA DONNE, ON T'AUTORISE À NOUS APPELER GAMINS</a:t>
            </a:r>
          </a:p>
          <a:p>
            <a:r>
              <a:rPr lang="fr-FR" smtClean="0"/>
              <a:t>5-  QUOI DE PLUS PUR QUE LE CŒUR D'UN ENFANT</a:t>
            </a:r>
          </a:p>
          <a:p>
            <a:r>
              <a:rPr lang="fr-FR" smtClean="0"/>
              <a:t>6-  SIMPLE ET SANS SOUCI ON VIT LA VIE À FOND</a:t>
            </a:r>
          </a:p>
          <a:p>
            <a:r>
              <a:rPr lang="fr-FR" smtClean="0"/>
              <a:t>7-  PAR MON ÉPANOUISSEMENT JE VEUX FAIRE SOURIRE LE PÈRE</a:t>
            </a:r>
          </a:p>
          <a:p>
            <a:r>
              <a:rPr lang="fr-FR" smtClean="0"/>
              <a:t>8-  PERDURER DANS SON LOVE EN LUI JE ME SUIS DU-PER</a:t>
            </a:r>
          </a:p>
          <a:p>
            <a:r>
              <a:rPr lang="fr-FR" smtClean="0"/>
              <a:t>9-  MON EXPECTATIVE : REPARTIR DIFFÉRENT</a:t>
            </a:r>
          </a:p>
          <a:p>
            <a:r>
              <a:rPr lang="fr-FR" smtClean="0"/>
              <a:t>10-  ME LAISSER GUIDER PAR L'ESPRIT-SAINT, LE LAISSER FAIRE</a:t>
            </a:r>
          </a:p>
          <a:p>
            <a:r>
              <a:rPr lang="fr-FR" smtClean="0"/>
              <a:t>11-  VICTIME D'UNE OPÉRATION À CŒUR OUVERT</a:t>
            </a:r>
          </a:p>
          <a:p>
            <a:r>
              <a:rPr lang="fr-FR" smtClean="0"/>
              <a:t>12-  A SON D.I.E.U LUD'OBÉIT S'EST OFFERT</a:t>
            </a:r>
          </a:p>
          <a:p>
            <a:r>
              <a:rPr lang="fr-FR" smtClean="0"/>
              <a:t>13-  JE VOUS VOIS BOUGER LA TÊTE DEVANT, DERRIÈRE</a:t>
            </a:r>
          </a:p>
          <a:p>
            <a:r>
              <a:rPr lang="fr-FR" smtClean="0"/>
              <a:t>14-  VOUS VOULEZ DU GOSPEL VOUS ALLEZ ÊTRE VI-SER</a:t>
            </a:r>
          </a:p>
          <a:p>
            <a:r>
              <a:rPr lang="fr-FR" smtClean="0"/>
              <a:t>15-  BIG UP T.I.T.L., RDK'L DESTINATION FINALE : ARRIVÉE AU CIEL !</a:t>
            </a:r>
          </a:p>
          <a:p>
            <a:r>
              <a:rPr lang="fr-FR" smtClean="0"/>
              <a:t>16-  PARFOIS L'HOMME PASSE SON TEMPS À PLEURER SUR SON SORT</a:t>
            </a:r>
          </a:p>
          <a:p>
            <a:r>
              <a:rPr lang="fr-FR" smtClean="0"/>
              <a:t>17-  INCONSCIENT QUE C'EST DE SA BOUCHE QUE SON AVENIR SORT</a:t>
            </a:r>
          </a:p>
          <a:p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19-  JE SUIS SÛR QU'IL POURRAIT ENFIN ACCÉDER À L'AMOUR </a:t>
            </a:r>
          </a:p>
          <a:p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CHOISIS LA VIE, ET NON LA MORT. AVEC TA VIE, NE SOIS PAS MÉCHANT</a:t>
            </a:r>
          </a:p>
          <a:p>
            <a:r>
              <a:rPr lang="fr-FR" smtClean="0"/>
              <a:t>22-  OUVRE GRAND TA BOUCHE ET PARLE LE POSITIF</a:t>
            </a:r>
          </a:p>
          <a:p>
            <a:r>
              <a:rPr lang="fr-FR" smtClean="0"/>
              <a:t>23-  NÉGATIVE A ÉTÉ TA VIE DONC FAIS QUE LE MEILLEUR ARRIVE</a:t>
            </a:r>
          </a:p>
          <a:p>
            <a:r>
              <a:rPr lang="fr-FR" smtClean="0"/>
              <a:t>24-  FORTIFIE-TOI ET DÉCIDE D'AVANCER</a:t>
            </a:r>
          </a:p>
          <a:p>
            <a:r>
              <a:rPr lang="fr-FR" smtClean="0"/>
              <a:t>25-  HORS DE QUESTION QUE TON PASSÉ PUISSE TE DEVANCER</a:t>
            </a:r>
          </a:p>
          <a:p>
            <a:r>
              <a:rPr lang="fr-FR" smtClean="0"/>
              <a:t>26-  LE CHOIX EST DÉSORMAIS ENTRE TES MAINS ET DANS TA BOUCHE</a:t>
            </a:r>
          </a:p>
          <a:p>
            <a:r>
              <a:rPr lang="fr-FR" smtClean="0"/>
              <a:t>27-  CHOISIS LE MEILLEUR, ET POUR LE PIRE, FAIS LE VOIR LOUCHE</a:t>
            </a:r>
          </a:p>
          <a:p>
            <a:r>
              <a:rPr lang="fr-FR" smtClean="0"/>
              <a:t>28-  ROUGE EST LE SANG, DONC ROUGE EST LA VICTOIRE</a:t>
            </a:r>
          </a:p>
          <a:p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30-  PARÉ POUR CONQUÉRIR FAIS ÉCLATER TES RIRES</a:t>
            </a:r>
          </a:p>
          <a:p>
            <a:r>
              <a:rPr lang="fr-FR" smtClean="0"/>
              <a:t>31-  ET LÀ TU POURRAS DIRE QUE LE MEILLEUR RESTE À VENIR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34-  AS-TU DÉJÀ ENTENDU DIRE QUE L'ESPOIR S'EST FAIT TUER ? </a:t>
            </a:r>
          </a:p>
          <a:p>
            <a:r>
              <a:rPr lang="fr-FR" smtClean="0"/>
              <a:t>35-  OU BIEN ALORS, QU'APRÈS UN CHOC, L'AMOUR EST DEVENU MUET ? </a:t>
            </a:r>
          </a:p>
          <a:p>
            <a:r>
              <a:rPr lang="fr-FR" smtClean="0"/>
              <a:t>36-  STOP TES PRÉSOMPTIONS ET PUIS PRENDS COURAGE ! </a:t>
            </a:r>
          </a:p>
          <a:p>
            <a:r>
              <a:rPr lang="fr-FR" smtClean="0"/>
              <a:t>37-  SEUL UN LÂCHE SE CACHE LÈVE-TOI ET MARCHE </a:t>
            </a:r>
          </a:p>
          <a:p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39-  QUE LA FOI, DANS TES COMBATS SOIT TON SEUL ÉQUIPIER </a:t>
            </a:r>
          </a:p>
          <a:p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41-  LE DOUTE, TON PIRE ENNEMI, A POUR BUT QUE TU RENONCES </a:t>
            </a:r>
          </a:p>
          <a:p>
            <a:r>
              <a:rPr lang="fr-FR" smtClean="0"/>
              <a:t>42-  PASSE LA CINQUIÈME ET FONCE SANS JAMAIS PLUS RÉTROGRADER </a:t>
            </a:r>
          </a:p>
          <a:p>
            <a:r>
              <a:rPr lang="fr-FR" smtClean="0"/>
              <a:t>43-  DEVANT TOI, LA TERRE PROMISE DERRIÈRE TOI, UNE TERRE DÉGRADÉE </a:t>
            </a:r>
          </a:p>
          <a:p>
            <a:r>
              <a:rPr lang="fr-FR" smtClean="0"/>
              <a:t>44-  DES GRADINS, J'ENTENDS L'ÉQUIPE-TYPE CRIER VICTORY</a:t>
            </a:r>
          </a:p>
          <a:p>
            <a:r>
              <a:rPr lang="fr-FR" smtClean="0"/>
              <a:t>45-  VICTORIA TE SUIVRA, SI T'ABANDONNES TON ANCIENNE STORY </a:t>
            </a:r>
          </a:p>
          <a:p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48-  T'AURAS LA PAIX PLEIN LES POCHES</a:t>
            </a:r>
          </a:p>
          <a:p>
            <a:r>
              <a:rPr lang="fr-FR" smtClean="0"/>
              <a:t>49-  LA GLOIRE POUR COURONNE ET L'A.M.O.U.R POUR TROPHÉE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50-  UNE SEULE DÉCISION QUI A FAIT QUE</a:t>
            </a:r>
          </a:p>
          <a:p>
            <a:r>
              <a:rPr lang="fr-FR" smtClean="0"/>
              <a:t>	51-  VOUS ET MOI, NOUS SOYONS LES PERSONNES QUE NOUS SOMMES</a:t>
            </a:r>
          </a:p>
          <a:p>
            <a:r>
              <a:rPr lang="fr-FR" smtClean="0"/>
              <a:t>	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GOGOGOGO GOSPELLEMENT VÔTRE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BIENVENUE DANS UN MONDE 2 OÙ LA J.O.I.E DÉPASSE LA NORME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NORMAL ON EST VENU DÉTOURNER L'GAME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CHANGER LA DONNE, ON T'AUTORISE À NOUS APPELER GAMINS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QUOI DE PLUS PUR QUE LE CŒUR D'UN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SIMPLE ET SANS SOUCI ON VIT LA VIE À 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PAR MON ÉPANOUISSEMENT JE VEUX FAIRE SOURIRE LE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PERDURER DANS SON LOVE EN LUI JE ME SUIS DU-PER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 EXPECTATIVE : REPARTIR DIFFÉRENT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ME LAISSER GUIDER PAR L'ESPRIT-SAINT, LE LAISSER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VICTIME D'UNE OPÉRATION À CŒUR OUVERT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A SON D.I.E.U LUD'OBÉIT S'EST OFFERT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VOUS VOIS BOUGER LA TÊTE DEVANT, DERRIÈRE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VOUS VOULEZ DU GOSPEL VOUS ALLEZ ÊTRE VI-SER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BIG UP T.I.T.L., RDK'L DESTINATION FINALE : ARRIVÉE AU CIEL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SUIS SÛR QU'IL POURRAIT ENFIN ACCÉDER À L'AMOUR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CHOISIS LA VIE, ET NON LA MORT. AVEC TA VIE, NE SOIS PAS MÉCHANT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NÉGATIVE A ÉTÉ TA VIE DONC FAIS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CHOISIS LE MEILLEUR, ET POUR LE PIRE, FAIS LE VOIR LOUCHE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AS-TU DÉJÀ ENTENDU DIRE QUE L'ESPOIR S'EST FAIT TUER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OU BIEN ALORS, QU'APRÈS UN CHOC, L'AMOUR EST DEVENU MUET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STOP TES PRÉSOMPTIONS ET PUIS PRENDS COURAGE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SEUL UN LÂCHE SE CACHE LÈVE-TOI ET MARCHE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QUE LA FOI, DANS TES COMBATS SOIT TON SEUL ÉQUIPIER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 DOUTE, TON PIRE ENNEMI, A POUR BUT QUE TU RENONCES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PASSE LA CINQUIÈME ET FONCE SANS JAMAIS PLUS RÉTROGRADER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DEVANT TOI, LA TERRE PROMISE DERRIÈRE TOI, UNE TERRE DÉGRADÉE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DES GRADINS, J'ENTENDS L'ÉQUIPE-TYPE CRIER VICTORY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VICTORIA TE SUIVRA, SI T'ABANDONNES TON ANCIENNE STORY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T'AURAS LA PAIX PLEIN LES POCHES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50-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51-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686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GOGOGOGO GOSPELLEMENT VÔTRE</a:t>
            </a:r>
          </a:p>
          <a:p>
            <a:r>
              <a:rPr lang="fr-FR" smtClean="0"/>
              <a:t>2-  BIENVENUE DANS UN MONDE 2 OÙ LA J.O.I.E DÉPASSE LA NORME</a:t>
            </a:r>
          </a:p>
          <a:p>
            <a:r>
              <a:rPr lang="fr-FR" smtClean="0"/>
              <a:t>3-  NORMAL ON EST VENU DÉTOURNER L'GAME</a:t>
            </a:r>
          </a:p>
          <a:p>
            <a:r>
              <a:rPr lang="fr-FR" smtClean="0"/>
              <a:t>4-  CHANGER LA DONNE, ON T'AUTORISE À NOUS APPELER GAMINS</a:t>
            </a:r>
          </a:p>
          <a:p>
            <a:r>
              <a:rPr lang="fr-FR" smtClean="0"/>
              <a:t>5-  QUOI DE PLUS PUR QUE LE CŒUR D'UN ENFANT</a:t>
            </a:r>
          </a:p>
          <a:p>
            <a:r>
              <a:rPr lang="fr-FR" smtClean="0"/>
              <a:t>6-  SIMPLE ET SANS SOUCI ON VIT LA VIE À FOND</a:t>
            </a:r>
          </a:p>
          <a:p>
            <a:r>
              <a:rPr lang="fr-FR" smtClean="0"/>
              <a:t>7-  PAR MON ÉPANOUISSEMENT JE VEUX FAIRE SOURIRE LE PÈRE</a:t>
            </a:r>
          </a:p>
          <a:p>
            <a:r>
              <a:rPr lang="fr-FR" smtClean="0"/>
              <a:t>8-  PERDURER DANS SON LOVE EN LUI JE ME SUIS DU-PER</a:t>
            </a:r>
          </a:p>
          <a:p>
            <a:r>
              <a:rPr lang="fr-FR" smtClean="0"/>
              <a:t>9-  MON EXPECTATIVE : REPARTIR DIFFÉRENT</a:t>
            </a:r>
          </a:p>
          <a:p>
            <a:r>
              <a:rPr lang="fr-FR" smtClean="0"/>
              <a:t>10-  ME LAISSER GUIDER PAR L'ESPRIT-SAINT, LE LAISSER FAIRE</a:t>
            </a:r>
          </a:p>
          <a:p>
            <a:r>
              <a:rPr lang="fr-FR" smtClean="0"/>
              <a:t>11-  VICTIME D'UNE OPÉRATION À CŒUR OUVERT</a:t>
            </a:r>
          </a:p>
          <a:p>
            <a:r>
              <a:rPr lang="fr-FR" smtClean="0"/>
              <a:t>12-  A SON D.I.E.U LUD'OBÉIT S'EST OFFERT</a:t>
            </a:r>
          </a:p>
          <a:p>
            <a:r>
              <a:rPr lang="fr-FR" smtClean="0"/>
              <a:t>13-  JE VOUS VOIS BOUGER LA TÊTE DEVANT, DERRIÈRE</a:t>
            </a:r>
          </a:p>
          <a:p>
            <a:r>
              <a:rPr lang="fr-FR" smtClean="0"/>
              <a:t>14-  VOUS VOULEZ DU GOSPEL VOUS ALLEZ ÊTRE VI-SER</a:t>
            </a:r>
          </a:p>
          <a:p>
            <a:r>
              <a:rPr lang="fr-FR" smtClean="0"/>
              <a:t>15-  BIG UP T.I.T.L., RDK'L DESTINATION FINALE : ARRIVÉE AU CIEL !</a:t>
            </a:r>
          </a:p>
          <a:p>
            <a:r>
              <a:rPr lang="fr-FR" smtClean="0"/>
              <a:t>16-  PARFOIS L'HOMME PASSE SON TEMPS À PLEURER SUR SON SORT</a:t>
            </a:r>
          </a:p>
          <a:p>
            <a:r>
              <a:rPr lang="fr-FR" smtClean="0"/>
              <a:t>17-  INCONSCIENT QUE C'EST DE SA BOUCHE QUE SON AVENIR SORT</a:t>
            </a:r>
          </a:p>
          <a:p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19-  JE SUIS SÛR QU'IL POURRAIT ENFIN ACCÉDER À L'AMOUR </a:t>
            </a:r>
          </a:p>
          <a:p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CHOISIS LA VIE, ET NON LA MORT. AVEC TA VIE, NE SOIS PAS MÉCHANT</a:t>
            </a:r>
          </a:p>
          <a:p>
            <a:r>
              <a:rPr lang="fr-FR" smtClean="0"/>
              <a:t>22-  OUVRE GRAND TA BOUCHE ET PARLE LE POSITIF</a:t>
            </a:r>
          </a:p>
          <a:p>
            <a:r>
              <a:rPr lang="fr-FR" smtClean="0"/>
              <a:t>23-  NÉGATIVE A ÉTÉ TA VIE DONC FAIS QUE LE MEILLEUR ARRIVE</a:t>
            </a:r>
          </a:p>
          <a:p>
            <a:r>
              <a:rPr lang="fr-FR" smtClean="0"/>
              <a:t>24-  FORTIFIE-TOI ET DÉCIDE D'AVANCER</a:t>
            </a:r>
          </a:p>
          <a:p>
            <a:r>
              <a:rPr lang="fr-FR" smtClean="0"/>
              <a:t>25-  HORS DE QUESTION QUE TON PASSÉ PUISSE TE DEVANCER</a:t>
            </a:r>
          </a:p>
          <a:p>
            <a:r>
              <a:rPr lang="fr-FR" smtClean="0"/>
              <a:t>26-  LE CHOIX EST DÉSORMAIS ENTRE TES MAINS ET DANS TA BOUCHE</a:t>
            </a:r>
          </a:p>
          <a:p>
            <a:r>
              <a:rPr lang="fr-FR" smtClean="0"/>
              <a:t>27-  CHOISIS LE MEILLEUR, ET POUR LE PIRE, FAIS LE VOIR LOUCHE</a:t>
            </a:r>
          </a:p>
          <a:p>
            <a:r>
              <a:rPr lang="fr-FR" smtClean="0"/>
              <a:t>28-  ROUGE EST LE SANG, DONC ROUGE EST LA VICTOIRE</a:t>
            </a:r>
          </a:p>
          <a:p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30-  PARÉ POUR CONQUÉRIR FAIS ÉCLATER TES RIRES</a:t>
            </a:r>
          </a:p>
          <a:p>
            <a:r>
              <a:rPr lang="fr-FR" smtClean="0"/>
              <a:t>31-  ET LÀ TU POURRAS DIRE QUE LE MEILLEUR RESTE À VENIR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34-  AS-TU DÉJÀ ENTENDU DIRE QUE L'ESPOIR S'EST FAIT TUER ? </a:t>
            </a:r>
          </a:p>
          <a:p>
            <a:r>
              <a:rPr lang="fr-FR" smtClean="0"/>
              <a:t>35-  OU BIEN ALORS, QU'APRÈS UN CHOC, L'AMOUR EST DEVENU MUET ? </a:t>
            </a:r>
          </a:p>
          <a:p>
            <a:r>
              <a:rPr lang="fr-FR" smtClean="0"/>
              <a:t>36-  STOP TES PRÉSOMPTIONS ET PUIS PRENDS COURAGE ! </a:t>
            </a:r>
          </a:p>
          <a:p>
            <a:r>
              <a:rPr lang="fr-FR" smtClean="0"/>
              <a:t>37-  SEUL UN LÂCHE SE CACHE LÈVE-TOI ET MARCHE </a:t>
            </a:r>
          </a:p>
          <a:p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39-  QUE LA FOI, DANS TES COMBATS SOIT TON SEUL ÉQUIPIER </a:t>
            </a:r>
          </a:p>
          <a:p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41-  LE DOUTE, TON PIRE ENNEMI, A POUR BUT QUE TU RENONCES </a:t>
            </a:r>
          </a:p>
          <a:p>
            <a:r>
              <a:rPr lang="fr-FR" smtClean="0"/>
              <a:t>42-  PASSE LA CINQUIÈME ET FONCE SANS JAMAIS PLUS RÉTROGRADER </a:t>
            </a:r>
          </a:p>
          <a:p>
            <a:r>
              <a:rPr lang="fr-FR" smtClean="0"/>
              <a:t>43-  DEVANT TOI, LA TERRE PROMISE DERRIÈRE TOI, UNE TERRE DÉGRADÉE </a:t>
            </a:r>
          </a:p>
          <a:p>
            <a:r>
              <a:rPr lang="fr-FR" smtClean="0"/>
              <a:t>44-  DES GRADINS, J'ENTENDS L'ÉQUIPE-TYPE CRIER VICTORY</a:t>
            </a:r>
          </a:p>
          <a:p>
            <a:r>
              <a:rPr lang="fr-FR" smtClean="0"/>
              <a:t>45-  VICTORIA TE SUIVRA, SI T'ABANDONNES TON ANCIENNE STORY </a:t>
            </a:r>
          </a:p>
          <a:p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48-  T'AURAS LA PAIX PLEIN LES POCHES</a:t>
            </a:r>
          </a:p>
          <a:p>
            <a:r>
              <a:rPr lang="fr-FR" smtClean="0"/>
              <a:t>49-  LA GLOIRE POUR COURONNE ET L'A.M.O.U.R POUR TROPHÉE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50-  UNE SEULE DÉCISION QUI A FAIT QUE</a:t>
            </a:r>
          </a:p>
          <a:p>
            <a:r>
              <a:rPr lang="fr-FR" smtClean="0"/>
              <a:t>	51-  VOUS ET MOI, NOUS SOYONS LES PERSONNES QUE NOUS SOMMES</a:t>
            </a:r>
          </a:p>
          <a:p>
            <a:r>
              <a:rPr lang="fr-FR" smtClean="0"/>
              <a:t>	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GOGOGOGO GOSPELLEMENT VÔTRE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BIENVENUE DANS UN MONDE 2 OÙ LA J.O.I.E DÉPASSE LA NORME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NORMAL ON EST VENU DÉTOURNER L'GAME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CHANGER LA DONNE, ON T'AUTORISE À NOUS APPELER GAMINS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QUOI DE PLUS PUR QUE LE CŒUR D'UN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SIMPLE ET SANS SOUCI ON VIT LA VIE À 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PAR MON ÉPANOUISSEMENT JE VEUX FAIRE SOURIRE LE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PERDURER DANS SON LOVE EN LUI JE ME SUIS DU-PER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 EXPECTATIVE : REPARTIR DIFFÉRENT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ME LAISSER GUIDER PAR L'ESPRIT-SAINT, LE LAISSER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VICTIME D'UNE OPÉRATION À CŒUR OUVERT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A SON D.I.E.U LUD'OBÉIT S'EST OFFERT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VOUS VOIS BOUGER LA TÊTE DEVANT, DERRIÈRE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VOUS VOULEZ DU GOSPEL VOUS ALLEZ ÊTRE VI-SER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BIG UP T.I.T.L., RDK'L DESTINATION FINALE : ARRIVÉE AU CIEL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SUIS SÛR QU'IL POURRAIT ENFIN ACCÉDER À L'AMOUR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CHOISIS LA VIE, ET NON LA MORT. AVEC TA VIE, NE SOIS PAS MÉCHANT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NÉGATIVE A ÉTÉ TA VIE DONC FAIS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CHOISIS LE MEILLEUR, ET POUR LE PIRE, FAIS LE VOIR LOUCHE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AS-TU DÉJÀ ENTENDU DIRE QUE L'ESPOIR S'EST FAIT TUER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OU BIEN ALORS, QU'APRÈS UN CHOC, L'AMOUR EST DEVENU MUET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STOP TES PRÉSOMPTIONS ET PUIS PRENDS COURAGE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SEUL UN LÂCHE SE CACHE LÈVE-TOI ET MARCHE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QUE LA FOI, DANS TES COMBATS SOIT TON SEUL ÉQUIPIER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 DOUTE, TON PIRE ENNEMI, A POUR BUT QUE TU RENONCES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PASSE LA CINQUIÈME ET FONCE SANS JAMAIS PLUS RÉTROGRADER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DEVANT TOI, LA TERRE PROMISE DERRIÈRE TOI, UNE TERRE DÉGRADÉE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DES GRADINS, J'ENTENDS L'ÉQUIPE-TYPE CRIER VICTORY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VICTORIA TE SUIVRA, SI T'ABANDONNES TON ANCIENNE STORY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T'AURAS LA PAIX PLEIN LES POCHES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50-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51-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696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GOGOGOGO GOSPELLEMENT VÔTRE</a:t>
            </a:r>
          </a:p>
          <a:p>
            <a:r>
              <a:rPr lang="fr-FR" smtClean="0"/>
              <a:t>2-  BIENVENUE DANS UN MONDE 2 OÙ LA J.O.I.E DÉPASSE LA NORME</a:t>
            </a:r>
          </a:p>
          <a:p>
            <a:r>
              <a:rPr lang="fr-FR" smtClean="0"/>
              <a:t>3-  NORMAL ON EST VENU DÉTOURNER L'GAME</a:t>
            </a:r>
          </a:p>
          <a:p>
            <a:r>
              <a:rPr lang="fr-FR" smtClean="0"/>
              <a:t>4-  CHANGER LA DONNE, ON T'AUTORISE À NOUS APPELER GAMINS</a:t>
            </a:r>
          </a:p>
          <a:p>
            <a:r>
              <a:rPr lang="fr-FR" smtClean="0"/>
              <a:t>5-  QUOI DE PLUS PUR QUE LE CŒUR D'UN ENFANT</a:t>
            </a:r>
          </a:p>
          <a:p>
            <a:r>
              <a:rPr lang="fr-FR" smtClean="0"/>
              <a:t>6-  SIMPLE ET SANS SOUCI ON VIT LA VIE À FOND</a:t>
            </a:r>
          </a:p>
          <a:p>
            <a:r>
              <a:rPr lang="fr-FR" smtClean="0"/>
              <a:t>7-  PAR MON ÉPANOUISSEMENT JE VEUX FAIRE SOURIRE LE PÈRE</a:t>
            </a:r>
          </a:p>
          <a:p>
            <a:r>
              <a:rPr lang="fr-FR" smtClean="0"/>
              <a:t>8-  PERDURER DANS SON LOVE EN LUI JE ME SUIS DU-PER</a:t>
            </a:r>
          </a:p>
          <a:p>
            <a:r>
              <a:rPr lang="fr-FR" smtClean="0"/>
              <a:t>9-  MON EXPECTATIVE : REPARTIR DIFFÉRENT</a:t>
            </a:r>
          </a:p>
          <a:p>
            <a:r>
              <a:rPr lang="fr-FR" smtClean="0"/>
              <a:t>10-  ME LAISSER GUIDER PAR L'ESPRIT-SAINT, LE LAISSER FAIRE</a:t>
            </a:r>
          </a:p>
          <a:p>
            <a:r>
              <a:rPr lang="fr-FR" smtClean="0"/>
              <a:t>11-  VICTIME D'UNE OPÉRATION À CŒUR OUVERT</a:t>
            </a:r>
          </a:p>
          <a:p>
            <a:r>
              <a:rPr lang="fr-FR" smtClean="0"/>
              <a:t>12-  A SON D.I.E.U LUD'OBÉIT S'EST OFFERT</a:t>
            </a:r>
          </a:p>
          <a:p>
            <a:r>
              <a:rPr lang="fr-FR" smtClean="0"/>
              <a:t>13-  JE VOUS VOIS BOUGER LA TÊTE DEVANT, DERRIÈRE</a:t>
            </a:r>
          </a:p>
          <a:p>
            <a:r>
              <a:rPr lang="fr-FR" smtClean="0"/>
              <a:t>14-  VOUS VOULEZ DU GOSPEL VOUS ALLEZ ÊTRE VI-SER</a:t>
            </a:r>
          </a:p>
          <a:p>
            <a:r>
              <a:rPr lang="fr-FR" smtClean="0"/>
              <a:t>15-  BIG UP T.I.T.L., RDK'L DESTINATION FINALE : ARRIVÉE AU CIEL !</a:t>
            </a:r>
          </a:p>
          <a:p>
            <a:r>
              <a:rPr lang="fr-FR" smtClean="0"/>
              <a:t>16-  PARFOIS L'HOMME PASSE SON TEMPS À PLEURER SUR SON SORT</a:t>
            </a:r>
          </a:p>
          <a:p>
            <a:r>
              <a:rPr lang="fr-FR" smtClean="0"/>
              <a:t>17-  INCONSCIENT QUE C'EST DE SA BOUCHE QUE SON AVENIR SORT</a:t>
            </a:r>
          </a:p>
          <a:p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19-  JE SUIS SÛR QU'IL POURRAIT ENFIN ACCÉDER À L'AMOUR </a:t>
            </a:r>
          </a:p>
          <a:p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CHOISIS LA VIE, ET NON LA MORT. AVEC TA VIE, NE SOIS PAS MÉCHANT</a:t>
            </a:r>
          </a:p>
          <a:p>
            <a:r>
              <a:rPr lang="fr-FR" smtClean="0"/>
              <a:t>22-  OUVRE GRAND TA BOUCHE ET PARLE LE POSITIF</a:t>
            </a:r>
          </a:p>
          <a:p>
            <a:r>
              <a:rPr lang="fr-FR" smtClean="0"/>
              <a:t>23-  NÉGATIVE A ÉTÉ TA VIE DONC FAIS QUE LE MEILLEUR ARRIVE</a:t>
            </a:r>
          </a:p>
          <a:p>
            <a:r>
              <a:rPr lang="fr-FR" smtClean="0"/>
              <a:t>24-  FORTIFIE-TOI ET DÉCIDE D'AVANCER</a:t>
            </a:r>
          </a:p>
          <a:p>
            <a:r>
              <a:rPr lang="fr-FR" smtClean="0"/>
              <a:t>25-  HORS DE QUESTION QUE TON PASSÉ PUISSE TE DEVANCER</a:t>
            </a:r>
          </a:p>
          <a:p>
            <a:r>
              <a:rPr lang="fr-FR" smtClean="0"/>
              <a:t>26-  LE CHOIX EST DÉSORMAIS ENTRE TES MAINS ET DANS TA BOUCHE</a:t>
            </a:r>
          </a:p>
          <a:p>
            <a:r>
              <a:rPr lang="fr-FR" smtClean="0"/>
              <a:t>27-  CHOISIS LE MEILLEUR, ET POUR LE PIRE, FAIS LE VOIR LOUCHE</a:t>
            </a:r>
          </a:p>
          <a:p>
            <a:r>
              <a:rPr lang="fr-FR" smtClean="0"/>
              <a:t>28-  ROUGE EST LE SANG, DONC ROUGE EST LA VICTOIRE</a:t>
            </a:r>
          </a:p>
          <a:p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30-  PARÉ POUR CONQUÉRIR FAIS ÉCLATER TES RIRES</a:t>
            </a:r>
          </a:p>
          <a:p>
            <a:r>
              <a:rPr lang="fr-FR" smtClean="0"/>
              <a:t>31-  ET LÀ TU POURRAS DIRE QUE LE MEILLEUR RESTE À VENIR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34-  AS-TU DÉJÀ ENTENDU DIRE QUE L'ESPOIR S'EST FAIT TUER ? </a:t>
            </a:r>
          </a:p>
          <a:p>
            <a:r>
              <a:rPr lang="fr-FR" smtClean="0"/>
              <a:t>35-  OU BIEN ALORS, QU'APRÈS UN CHOC, L'AMOUR EST DEVENU MUET ? </a:t>
            </a:r>
          </a:p>
          <a:p>
            <a:r>
              <a:rPr lang="fr-FR" smtClean="0"/>
              <a:t>36-  STOP TES PRÉSOMPTIONS ET PUIS PRENDS COURAGE ! </a:t>
            </a:r>
          </a:p>
          <a:p>
            <a:r>
              <a:rPr lang="fr-FR" smtClean="0"/>
              <a:t>37-  SEUL UN LÂCHE SE CACHE LÈVE-TOI ET MARCHE </a:t>
            </a:r>
          </a:p>
          <a:p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39-  QUE LA FOI, DANS TES COMBATS SOIT TON SEUL ÉQUIPIER </a:t>
            </a:r>
          </a:p>
          <a:p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41-  LE DOUTE, TON PIRE ENNEMI, A POUR BUT QUE TU RENONCES </a:t>
            </a:r>
          </a:p>
          <a:p>
            <a:r>
              <a:rPr lang="fr-FR" smtClean="0"/>
              <a:t>42-  PASSE LA CINQUIÈME ET FONCE SANS JAMAIS PLUS RÉTROGRADER </a:t>
            </a:r>
          </a:p>
          <a:p>
            <a:r>
              <a:rPr lang="fr-FR" smtClean="0"/>
              <a:t>43-  DEVANT TOI, LA TERRE PROMISE DERRIÈRE TOI, UNE TERRE DÉGRADÉE </a:t>
            </a:r>
          </a:p>
          <a:p>
            <a:r>
              <a:rPr lang="fr-FR" smtClean="0"/>
              <a:t>44-  DES GRADINS, J'ENTENDS L'ÉQUIPE-TYPE CRIER VICTORY</a:t>
            </a:r>
          </a:p>
          <a:p>
            <a:r>
              <a:rPr lang="fr-FR" smtClean="0"/>
              <a:t>45-  VICTORIA TE SUIVRA, SI T'ABANDONNES TON ANCIENNE STORY </a:t>
            </a:r>
          </a:p>
          <a:p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48-  T'AURAS LA PAIX PLEIN LES POCHES</a:t>
            </a:r>
          </a:p>
          <a:p>
            <a:r>
              <a:rPr lang="fr-FR" smtClean="0"/>
              <a:t>49-  LA GLOIRE POUR COURONNE ET L'A.M.O.U.R POUR TROPHÉE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50-  UNE SEULE DÉCISION QUI A FAIT QUE</a:t>
            </a:r>
          </a:p>
          <a:p>
            <a:r>
              <a:rPr lang="fr-FR" smtClean="0"/>
              <a:t>	51-  VOUS ET MOI, NOUS SOYONS LES PERSONNES QUE NOUS SOMMES</a:t>
            </a:r>
          </a:p>
          <a:p>
            <a:r>
              <a:rPr lang="fr-FR" smtClean="0"/>
              <a:t>	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GOGOGOGO GOSPELLEMENT VÔTRE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BIENVENUE DANS UN MONDE 2 OÙ LA J.O.I.E DÉPASSE LA NORME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NORMAL ON EST VENU DÉTOURNER L'GAME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CHANGER LA DONNE, ON T'AUTORISE À NOUS APPELER GAMINS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QUOI DE PLUS PUR QUE LE CŒUR D'UN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SIMPLE ET SANS SOUCI ON VIT LA VIE À 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PAR MON ÉPANOUISSEMENT JE VEUX FAIRE SOURIRE LE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PERDURER DANS SON LOVE EN LUI JE ME SUIS DU-PER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 EXPECTATIVE : REPARTIR DIFFÉRENT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ME LAISSER GUIDER PAR L'ESPRIT-SAINT, LE LAISSER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VICTIME D'UNE OPÉRATION À CŒUR OUVERT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A SON D.I.E.U LUD'OBÉIT S'EST OFFERT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VOUS VOIS BOUGER LA TÊTE DEVANT, DERRIÈRE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VOUS VOULEZ DU GOSPEL VOUS ALLEZ ÊTRE VI-SER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BIG UP T.I.T.L., RDK'L DESTINATION FINALE : ARRIVÉE AU CIEL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SUIS SÛR QU'IL POURRAIT ENFIN ACCÉDER À L'AMOUR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CHOISIS LA VIE, ET NON LA MORT. AVEC TA VIE, NE SOIS PAS MÉCHANT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NÉGATIVE A ÉTÉ TA VIE DONC FAIS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CHOISIS LE MEILLEUR, ET POUR LE PIRE, FAIS LE VOIR LOUCHE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AS-TU DÉJÀ ENTENDU DIRE QUE L'ESPOIR S'EST FAIT TUER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OU BIEN ALORS, QU'APRÈS UN CHOC, L'AMOUR EST DEVENU MUET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STOP TES PRÉSOMPTIONS ET PUIS PRENDS COURAGE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SEUL UN LÂCHE SE CACHE LÈVE-TOI ET MARCHE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QUE LA FOI, DANS TES COMBATS SOIT TON SEUL ÉQUIPIER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 DOUTE, TON PIRE ENNEMI, A POUR BUT QUE TU RENONCES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PASSE LA CINQUIÈME ET FONCE SANS JAMAIS PLUS RÉTROGRADER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DEVANT TOI, LA TERRE PROMISE DERRIÈRE TOI, UNE TERRE DÉGRADÉE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DES GRADINS, J'ENTENDS L'ÉQUIPE-TYPE CRIER VICTORY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VICTORIA TE SUIVRA, SI T'ABANDONNES TON ANCIENNE STORY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T'AURAS LA PAIX PLEIN LES POCHES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50-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51-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706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GOGOGOGO GOSPELLEMENT VÔTRE</a:t>
            </a:r>
          </a:p>
          <a:p>
            <a:r>
              <a:rPr lang="fr-FR" smtClean="0"/>
              <a:t>2-  BIENVENUE DANS UN MONDE 2 OÙ LA J.O.I.E DÉPASSE LA NORME</a:t>
            </a:r>
          </a:p>
          <a:p>
            <a:r>
              <a:rPr lang="fr-FR" smtClean="0"/>
              <a:t>3-  NORMAL ON EST VENU DÉTOURNER L'GAME</a:t>
            </a:r>
          </a:p>
          <a:p>
            <a:r>
              <a:rPr lang="fr-FR" smtClean="0"/>
              <a:t>4-  CHANGER LA DONNE, ON T'AUTORISE À NOUS APPELER GAMINS</a:t>
            </a:r>
          </a:p>
          <a:p>
            <a:r>
              <a:rPr lang="fr-FR" smtClean="0"/>
              <a:t>5-  QUOI DE PLUS PUR QUE LE CŒUR D'UN ENFANT</a:t>
            </a:r>
          </a:p>
          <a:p>
            <a:r>
              <a:rPr lang="fr-FR" smtClean="0"/>
              <a:t>6-  SIMPLE ET SANS SOUCI ON VIT LA VIE À FOND</a:t>
            </a:r>
          </a:p>
          <a:p>
            <a:r>
              <a:rPr lang="fr-FR" smtClean="0"/>
              <a:t>7-  PAR MON ÉPANOUISSEMENT JE VEUX FAIRE SOURIRE LE PÈRE</a:t>
            </a:r>
          </a:p>
          <a:p>
            <a:r>
              <a:rPr lang="fr-FR" smtClean="0"/>
              <a:t>8-  PERDURER DANS SON LOVE EN LUI JE ME SUIS DU-PER</a:t>
            </a:r>
          </a:p>
          <a:p>
            <a:r>
              <a:rPr lang="fr-FR" smtClean="0"/>
              <a:t>9-  MON EXPECTATIVE : REPARTIR DIFFÉRENT</a:t>
            </a:r>
          </a:p>
          <a:p>
            <a:r>
              <a:rPr lang="fr-FR" smtClean="0"/>
              <a:t>10-  ME LAISSER GUIDER PAR L'ESPRIT-SAINT, LE LAISSER FAIRE</a:t>
            </a:r>
          </a:p>
          <a:p>
            <a:r>
              <a:rPr lang="fr-FR" smtClean="0"/>
              <a:t>11-  VICTIME D'UNE OPÉRATION À CŒUR OUVERT</a:t>
            </a:r>
          </a:p>
          <a:p>
            <a:r>
              <a:rPr lang="fr-FR" smtClean="0"/>
              <a:t>12-  A SON D.I.E.U LUD'OBÉIT S'EST OFFERT</a:t>
            </a:r>
          </a:p>
          <a:p>
            <a:r>
              <a:rPr lang="fr-FR" smtClean="0"/>
              <a:t>13-  JE VOUS VOIS BOUGER LA TÊTE DEVANT, DERRIÈRE</a:t>
            </a:r>
          </a:p>
          <a:p>
            <a:r>
              <a:rPr lang="fr-FR" smtClean="0"/>
              <a:t>14-  VOUS VOULEZ DU GOSPEL VOUS ALLEZ ÊTRE VI-SER</a:t>
            </a:r>
          </a:p>
          <a:p>
            <a:r>
              <a:rPr lang="fr-FR" smtClean="0"/>
              <a:t>15-  BIG UP T.I.T.L., RDK'L DESTINATION FINALE : ARRIVÉE AU CIEL !</a:t>
            </a:r>
          </a:p>
          <a:p>
            <a:r>
              <a:rPr lang="fr-FR" smtClean="0"/>
              <a:t>16-  PARFOIS L'HOMME PASSE SON TEMPS À PLEURER SUR SON SORT</a:t>
            </a:r>
          </a:p>
          <a:p>
            <a:r>
              <a:rPr lang="fr-FR" smtClean="0"/>
              <a:t>17-  INCONSCIENT QUE C'EST DE SA BOUCHE QUE SON AVENIR SORT</a:t>
            </a:r>
          </a:p>
          <a:p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19-  JE SUIS SÛR QU'IL POURRAIT ENFIN ACCÉDER À L'AMOUR </a:t>
            </a:r>
          </a:p>
          <a:p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CHOISIS LA VIE, ET NON LA MORT. AVEC TA VIE, NE SOIS PAS MÉCHANT</a:t>
            </a:r>
          </a:p>
          <a:p>
            <a:r>
              <a:rPr lang="fr-FR" smtClean="0"/>
              <a:t>22-  OUVRE GRAND TA BOUCHE ET PARLE LE POSITIF</a:t>
            </a:r>
          </a:p>
          <a:p>
            <a:r>
              <a:rPr lang="fr-FR" smtClean="0"/>
              <a:t>23-  NÉGATIVE A ÉTÉ TA VIE DONC FAIS QUE LE MEILLEUR ARRIVE</a:t>
            </a:r>
          </a:p>
          <a:p>
            <a:r>
              <a:rPr lang="fr-FR" smtClean="0"/>
              <a:t>24-  FORTIFIE-TOI ET DÉCIDE D'AVANCER</a:t>
            </a:r>
          </a:p>
          <a:p>
            <a:r>
              <a:rPr lang="fr-FR" smtClean="0"/>
              <a:t>25-  HORS DE QUESTION QUE TON PASSÉ PUISSE TE DEVANCER</a:t>
            </a:r>
          </a:p>
          <a:p>
            <a:r>
              <a:rPr lang="fr-FR" smtClean="0"/>
              <a:t>26-  LE CHOIX EST DÉSORMAIS ENTRE TES MAINS ET DANS TA BOUCHE</a:t>
            </a:r>
          </a:p>
          <a:p>
            <a:r>
              <a:rPr lang="fr-FR" smtClean="0"/>
              <a:t>27-  CHOISIS LE MEILLEUR, ET POUR LE PIRE, FAIS LE VOIR LOUCHE</a:t>
            </a:r>
          </a:p>
          <a:p>
            <a:r>
              <a:rPr lang="fr-FR" smtClean="0"/>
              <a:t>28-  ROUGE EST LE SANG, DONC ROUGE EST LA VICTOIRE</a:t>
            </a:r>
          </a:p>
          <a:p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30-  PARÉ POUR CONQUÉRIR FAIS ÉCLATER TES RIRES</a:t>
            </a:r>
          </a:p>
          <a:p>
            <a:r>
              <a:rPr lang="fr-FR" smtClean="0"/>
              <a:t>31-  ET LÀ TU POURRAS DIRE QUE LE MEILLEUR RESTE À VENIR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34-  AS-TU DÉJÀ ENTENDU DIRE QUE L'ESPOIR S'EST FAIT TUER ? </a:t>
            </a:r>
          </a:p>
          <a:p>
            <a:r>
              <a:rPr lang="fr-FR" smtClean="0"/>
              <a:t>35-  OU BIEN ALORS, QU'APRÈS UN CHOC, L'AMOUR EST DEVENU MUET ? </a:t>
            </a:r>
          </a:p>
          <a:p>
            <a:r>
              <a:rPr lang="fr-FR" smtClean="0"/>
              <a:t>36-  STOP TES PRÉSOMPTIONS ET PUIS PRENDS COURAGE ! </a:t>
            </a:r>
          </a:p>
          <a:p>
            <a:r>
              <a:rPr lang="fr-FR" smtClean="0"/>
              <a:t>37-  SEUL UN LÂCHE SE CACHE LÈVE-TOI ET MARCHE </a:t>
            </a:r>
          </a:p>
          <a:p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39-  QUE LA FOI, DANS TES COMBATS SOIT TON SEUL ÉQUIPIER </a:t>
            </a:r>
          </a:p>
          <a:p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41-  LE DOUTE, TON PIRE ENNEMI, A POUR BUT QUE TU RENONCES </a:t>
            </a:r>
          </a:p>
          <a:p>
            <a:r>
              <a:rPr lang="fr-FR" smtClean="0"/>
              <a:t>42-  PASSE LA CINQUIÈME ET FONCE SANS JAMAIS PLUS RÉTROGRADER </a:t>
            </a:r>
          </a:p>
          <a:p>
            <a:r>
              <a:rPr lang="fr-FR" smtClean="0"/>
              <a:t>43-  DEVANT TOI, LA TERRE PROMISE DERRIÈRE TOI, UNE TERRE DÉGRADÉE </a:t>
            </a:r>
          </a:p>
          <a:p>
            <a:r>
              <a:rPr lang="fr-FR" smtClean="0"/>
              <a:t>44-  DES GRADINS, J'ENTENDS L'ÉQUIPE-TYPE CRIER VICTORY</a:t>
            </a:r>
          </a:p>
          <a:p>
            <a:r>
              <a:rPr lang="fr-FR" smtClean="0"/>
              <a:t>45-  VICTORIA TE SUIVRA, SI T'ABANDONNES TON ANCIENNE STORY </a:t>
            </a:r>
          </a:p>
          <a:p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48-  T'AURAS LA PAIX PLEIN LES POCHES</a:t>
            </a:r>
          </a:p>
          <a:p>
            <a:r>
              <a:rPr lang="fr-FR" smtClean="0"/>
              <a:t>49-  LA GLOIRE POUR COURONNE ET L'A.M.O.U.R POUR TROPHÉE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50-  UNE SEULE DÉCISION QUI A FAIT QUE</a:t>
            </a:r>
          </a:p>
          <a:p>
            <a:r>
              <a:rPr lang="fr-FR" smtClean="0"/>
              <a:t>	51-  VOUS ET MOI, NOUS SOYONS LES PERSONNES QUE NOUS SOMMES</a:t>
            </a:r>
          </a:p>
          <a:p>
            <a:r>
              <a:rPr lang="fr-FR" smtClean="0"/>
              <a:t>	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GOGOGOGO GOSPELLEMENT VÔTRE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BIENVENUE DANS UN MONDE 2 OÙ LA J.O.I.E DÉPASSE LA NORME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NORMAL ON EST VENU DÉTOURNER L'GAME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CHANGER LA DONNE, ON T'AUTORISE À NOUS APPELER GAMINS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QUOI DE PLUS PUR QUE LE CŒUR D'UN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SIMPLE ET SANS SOUCI ON VIT LA VIE À 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PAR MON ÉPANOUISSEMENT JE VEUX FAIRE SOURIRE LE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PERDURER DANS SON LOVE EN LUI JE ME SUIS DU-PER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 EXPECTATIVE : REPARTIR DIFFÉRENT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ME LAISSER GUIDER PAR L'ESPRIT-SAINT, LE LAISSER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VICTIME D'UNE OPÉRATION À CŒUR OUVERT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A SON D.I.E.U LUD'OBÉIT S'EST OFFERT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VOUS VOIS BOUGER LA TÊTE DEVANT, DERRIÈRE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VOUS VOULEZ DU GOSPEL VOUS ALLEZ ÊTRE VI-SER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BIG UP T.I.T.L., RDK'L DESTINATION FINALE : ARRIVÉE AU CIEL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SUIS SÛR QU'IL POURRAIT ENFIN ACCÉDER À L'AMOUR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CHOISIS LA VIE, ET NON LA MORT. AVEC TA VIE, NE SOIS PAS MÉCHANT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NÉGATIVE A ÉTÉ TA VIE DONC FAIS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CHOISIS LE MEILLEUR, ET POUR LE PIRE, FAIS LE VOIR LOUCHE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AS-TU DÉJÀ ENTENDU DIRE QUE L'ESPOIR S'EST FAIT TUER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OU BIEN ALORS, QU'APRÈS UN CHOC, L'AMOUR EST DEVENU MUET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STOP TES PRÉSOMPTIONS ET PUIS PRENDS COURAGE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SEUL UN LÂCHE SE CACHE LÈVE-TOI ET MARCHE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QUE LA FOI, DANS TES COMBATS SOIT TON SEUL ÉQUIPIER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 DOUTE, TON PIRE ENNEMI, A POUR BUT QUE TU RENONCES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PASSE LA CINQUIÈME ET FONCE SANS JAMAIS PLUS RÉTROGRADER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DEVANT TOI, LA TERRE PROMISE DERRIÈRE TOI, UNE TERRE DÉGRADÉE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DES GRADINS, J'ENTENDS L'ÉQUIPE-TYPE CRIER VICTORY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VICTORIA TE SUIVRA, SI T'ABANDONNES TON ANCIENNE STORY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T'AURAS LA PAIX PLEIN LES POCHES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50-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51-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716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GOGOGOGO GOSPELLEMENT VÔTRE</a:t>
            </a:r>
          </a:p>
          <a:p>
            <a:r>
              <a:rPr lang="fr-FR" smtClean="0"/>
              <a:t>2-  BIENVENUE DANS UN MONDE 2 OÙ LA J.O.I.E DÉPASSE LA NORME</a:t>
            </a:r>
          </a:p>
          <a:p>
            <a:r>
              <a:rPr lang="fr-FR" smtClean="0"/>
              <a:t>3-  NORMAL ON EST VENU DÉTOURNER L'GAME</a:t>
            </a:r>
          </a:p>
          <a:p>
            <a:r>
              <a:rPr lang="fr-FR" smtClean="0"/>
              <a:t>4-  CHANGER LA DONNE, ON T'AUTORISE À NOUS APPELER GAMINS</a:t>
            </a:r>
          </a:p>
          <a:p>
            <a:r>
              <a:rPr lang="fr-FR" smtClean="0"/>
              <a:t>5-  QUOI DE PLUS PUR QUE LE CŒUR D'UN ENFANT</a:t>
            </a:r>
          </a:p>
          <a:p>
            <a:r>
              <a:rPr lang="fr-FR" smtClean="0"/>
              <a:t>6-  SIMPLE ET SANS SOUCI ON VIT LA VIE À FOND</a:t>
            </a:r>
          </a:p>
          <a:p>
            <a:r>
              <a:rPr lang="fr-FR" smtClean="0"/>
              <a:t>7-  PAR MON ÉPANOUISSEMENT JE VEUX FAIRE SOURIRE LE PÈRE</a:t>
            </a:r>
          </a:p>
          <a:p>
            <a:r>
              <a:rPr lang="fr-FR" smtClean="0"/>
              <a:t>8-  PERDURER DANS SON LOVE EN LUI JE ME SUIS DU-PER</a:t>
            </a:r>
          </a:p>
          <a:p>
            <a:r>
              <a:rPr lang="fr-FR" smtClean="0"/>
              <a:t>9-  MON EXPECTATIVE : REPARTIR DIFFÉRENT</a:t>
            </a:r>
          </a:p>
          <a:p>
            <a:r>
              <a:rPr lang="fr-FR" smtClean="0"/>
              <a:t>10-  ME LAISSER GUIDER PAR L'ESPRIT-SAINT, LE LAISSER FAIRE</a:t>
            </a:r>
          </a:p>
          <a:p>
            <a:r>
              <a:rPr lang="fr-FR" smtClean="0"/>
              <a:t>11-  VICTIME D'UNE OPÉRATION À CŒUR OUVERT</a:t>
            </a:r>
          </a:p>
          <a:p>
            <a:r>
              <a:rPr lang="fr-FR" smtClean="0"/>
              <a:t>12-  A SON D.I.E.U LUD'OBÉIT S'EST OFFERT</a:t>
            </a:r>
          </a:p>
          <a:p>
            <a:r>
              <a:rPr lang="fr-FR" smtClean="0"/>
              <a:t>13-  JE VOUS VOIS BOUGER LA TÊTE DEVANT, DERRIÈRE</a:t>
            </a:r>
          </a:p>
          <a:p>
            <a:r>
              <a:rPr lang="fr-FR" smtClean="0"/>
              <a:t>14-  VOUS VOULEZ DU GOSPEL VOUS ALLEZ ÊTRE VI-SER</a:t>
            </a:r>
          </a:p>
          <a:p>
            <a:r>
              <a:rPr lang="fr-FR" smtClean="0"/>
              <a:t>15-  BIG UP T.I.T.L., RDK'L DESTINATION FINALE : ARRIVÉE AU CIEL !</a:t>
            </a:r>
          </a:p>
          <a:p>
            <a:r>
              <a:rPr lang="fr-FR" smtClean="0"/>
              <a:t>16-  PARFOIS L'HOMME PASSE SON TEMPS À PLEURER SUR SON SORT</a:t>
            </a:r>
          </a:p>
          <a:p>
            <a:r>
              <a:rPr lang="fr-FR" smtClean="0"/>
              <a:t>17-  INCONSCIENT QUE C'EST DE SA BOUCHE QUE SON AVENIR SORT</a:t>
            </a:r>
          </a:p>
          <a:p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19-  JE SUIS SÛR QU'IL POURRAIT ENFIN ACCÉDER À L'AMOUR </a:t>
            </a:r>
          </a:p>
          <a:p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CHOISIS LA VIE, ET NON LA MORT. AVEC TA VIE, NE SOIS PAS MÉCHANT</a:t>
            </a:r>
          </a:p>
          <a:p>
            <a:r>
              <a:rPr lang="fr-FR" smtClean="0"/>
              <a:t>22-  OUVRE GRAND TA BOUCHE ET PARLE LE POSITIF</a:t>
            </a:r>
          </a:p>
          <a:p>
            <a:r>
              <a:rPr lang="fr-FR" smtClean="0"/>
              <a:t>23-  NÉGATIVE A ÉTÉ TA VIE DONC FAIS QUE LE MEILLEUR ARRIVE</a:t>
            </a:r>
          </a:p>
          <a:p>
            <a:r>
              <a:rPr lang="fr-FR" smtClean="0"/>
              <a:t>24-  FORTIFIE-TOI ET DÉCIDE D'AVANCER</a:t>
            </a:r>
          </a:p>
          <a:p>
            <a:r>
              <a:rPr lang="fr-FR" smtClean="0"/>
              <a:t>25-  HORS DE QUESTION QUE TON PASSÉ PUISSE TE DEVANCER</a:t>
            </a:r>
          </a:p>
          <a:p>
            <a:r>
              <a:rPr lang="fr-FR" smtClean="0"/>
              <a:t>26-  LE CHOIX EST DÉSORMAIS ENTRE TES MAINS ET DANS TA BOUCHE</a:t>
            </a:r>
          </a:p>
          <a:p>
            <a:r>
              <a:rPr lang="fr-FR" smtClean="0"/>
              <a:t>27-  CHOISIS LE MEILLEUR, ET POUR LE PIRE, FAIS LE VOIR LOUCHE</a:t>
            </a:r>
          </a:p>
          <a:p>
            <a:r>
              <a:rPr lang="fr-FR" smtClean="0"/>
              <a:t>28-  ROUGE EST LE SANG, DONC ROUGE EST LA VICTOIRE</a:t>
            </a:r>
          </a:p>
          <a:p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30-  PARÉ POUR CONQUÉRIR FAIS ÉCLATER TES RIRES</a:t>
            </a:r>
          </a:p>
          <a:p>
            <a:r>
              <a:rPr lang="fr-FR" smtClean="0"/>
              <a:t>31-  ET LÀ TU POURRAS DIRE QUE LE MEILLEUR RESTE À VENIR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34-  AS-TU DÉJÀ ENTENDU DIRE QUE L'ESPOIR S'EST FAIT TUER ? </a:t>
            </a:r>
          </a:p>
          <a:p>
            <a:r>
              <a:rPr lang="fr-FR" smtClean="0"/>
              <a:t>35-  OU BIEN ALORS, QU'APRÈS UN CHOC, L'AMOUR EST DEVENU MUET ? </a:t>
            </a:r>
          </a:p>
          <a:p>
            <a:r>
              <a:rPr lang="fr-FR" smtClean="0"/>
              <a:t>36-  STOP TES PRÉSOMPTIONS ET PUIS PRENDS COURAGE ! </a:t>
            </a:r>
          </a:p>
          <a:p>
            <a:r>
              <a:rPr lang="fr-FR" smtClean="0"/>
              <a:t>37-  SEUL UN LÂCHE SE CACHE LÈVE-TOI ET MARCHE </a:t>
            </a:r>
          </a:p>
          <a:p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39-  QUE LA FOI, DANS TES COMBATS SOIT TON SEUL ÉQUIPIER </a:t>
            </a:r>
          </a:p>
          <a:p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41-  LE DOUTE, TON PIRE ENNEMI, A POUR BUT QUE TU RENONCES </a:t>
            </a:r>
          </a:p>
          <a:p>
            <a:r>
              <a:rPr lang="fr-FR" smtClean="0"/>
              <a:t>42-  PASSE LA CINQUIÈME ET FONCE SANS JAMAIS PLUS RÉTROGRADER </a:t>
            </a:r>
          </a:p>
          <a:p>
            <a:r>
              <a:rPr lang="fr-FR" smtClean="0"/>
              <a:t>43-  DEVANT TOI, LA TERRE PROMISE DERRIÈRE TOI, UNE TERRE DÉGRADÉE </a:t>
            </a:r>
          </a:p>
          <a:p>
            <a:r>
              <a:rPr lang="fr-FR" smtClean="0"/>
              <a:t>44-  DES GRADINS, J'ENTENDS L'ÉQUIPE-TYPE CRIER VICTORY</a:t>
            </a:r>
          </a:p>
          <a:p>
            <a:r>
              <a:rPr lang="fr-FR" smtClean="0"/>
              <a:t>45-  VICTORIA TE SUIVRA, SI T'ABANDONNES TON ANCIENNE STORY </a:t>
            </a:r>
          </a:p>
          <a:p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48-  T'AURAS LA PAIX PLEIN LES POCHES</a:t>
            </a:r>
          </a:p>
          <a:p>
            <a:r>
              <a:rPr lang="fr-FR" smtClean="0"/>
              <a:t>49-  LA GLOIRE POUR COURONNE ET L'A.M.O.U.R POUR TROPHÉE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50-  UNE SEULE DÉCISION QUI A FAIT QUE</a:t>
            </a:r>
          </a:p>
          <a:p>
            <a:r>
              <a:rPr lang="fr-FR" smtClean="0"/>
              <a:t>	51-  VOUS ET MOI, NOUS SOYONS LES PERSONNES QUE NOUS SOMMES</a:t>
            </a:r>
          </a:p>
          <a:p>
            <a:r>
              <a:rPr lang="fr-FR" smtClean="0"/>
              <a:t>	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GOGOGOGO GOSPELLEMENT VÔTRE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BIENVENUE DANS UN MONDE 2 OÙ LA J.O.I.E DÉPASSE LA NORME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NORMAL ON EST VENU DÉTOURNER L'GAME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CHANGER LA DONNE, ON T'AUTORISE À NOUS APPELER GAMINS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QUOI DE PLUS PUR QUE LE CŒUR D'UN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SIMPLE ET SANS SOUCI ON VIT LA VIE À 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PAR MON ÉPANOUISSEMENT JE VEUX FAIRE SOURIRE LE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PERDURER DANS SON LOVE EN LUI JE ME SUIS DU-PER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 EXPECTATIVE : REPARTIR DIFFÉRENT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ME LAISSER GUIDER PAR L'ESPRIT-SAINT, LE LAISSER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VICTIME D'UNE OPÉRATION À CŒUR OUVERT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A SON D.I.E.U LUD'OBÉIT S'EST OFFERT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VOUS VOIS BOUGER LA TÊTE DEVANT, DERRIÈRE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VOUS VOULEZ DU GOSPEL VOUS ALLEZ ÊTRE VI-SER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BIG UP T.I.T.L., RDK'L DESTINATION FINALE : ARRIVÉE AU CIEL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SUIS SÛR QU'IL POURRAIT ENFIN ACCÉDER À L'AMOUR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CHOISIS LA VIE, ET NON LA MORT. AVEC TA VIE, NE SOIS PAS MÉCHANT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NÉGATIVE A ÉTÉ TA VIE DONC FAIS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CHOISIS LE MEILLEUR, ET POUR LE PIRE, FAIS LE VOIR LOUCHE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AS-TU DÉJÀ ENTENDU DIRE QUE L'ESPOIR S'EST FAIT TUER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OU BIEN ALORS, QU'APRÈS UN CHOC, L'AMOUR EST DEVENU MUET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STOP TES PRÉSOMPTIONS ET PUIS PRENDS COURAGE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SEUL UN LÂCHE SE CACHE LÈVE-TOI ET MARCHE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QUE LA FOI, DANS TES COMBATS SOIT TON SEUL ÉQUIPIER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 DOUTE, TON PIRE ENNEMI, A POUR BUT QUE TU RENONCES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PASSE LA CINQUIÈME ET FONCE SANS JAMAIS PLUS RÉTROGRADER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DEVANT TOI, LA TERRE PROMISE DERRIÈRE TOI, UNE TERRE DÉGRADÉE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DES GRADINS, J'ENTENDS L'ÉQUIPE-TYPE CRIER VICTORY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VICTORIA TE SUIVRA, SI T'ABANDONNES TON ANCIENNE STORY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T'AURAS LA PAIX PLEIN LES POCHES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50-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51-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727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GOGOGOGO GOSPELLEMENT VÔTRE</a:t>
            </a:r>
          </a:p>
          <a:p>
            <a:r>
              <a:rPr lang="fr-FR" smtClean="0"/>
              <a:t>2-  BIENVENUE DANS UN MONDE 2 OÙ LA J.O.I.E DÉPASSE LA NORME</a:t>
            </a:r>
          </a:p>
          <a:p>
            <a:r>
              <a:rPr lang="fr-FR" smtClean="0"/>
              <a:t>3-  NORMAL ON EST VENU DÉTOURNER L'GAME</a:t>
            </a:r>
          </a:p>
          <a:p>
            <a:r>
              <a:rPr lang="fr-FR" smtClean="0"/>
              <a:t>4-  CHANGER LA DONNE, ON T'AUTORISE À NOUS APPELER GAMINS</a:t>
            </a:r>
          </a:p>
          <a:p>
            <a:r>
              <a:rPr lang="fr-FR" smtClean="0"/>
              <a:t>5-  QUOI DE PLUS PUR QUE LE CŒUR D'UN ENFANT</a:t>
            </a:r>
          </a:p>
          <a:p>
            <a:r>
              <a:rPr lang="fr-FR" smtClean="0"/>
              <a:t>6-  SIMPLE ET SANS SOUCI ON VIT LA VIE À FOND</a:t>
            </a:r>
          </a:p>
          <a:p>
            <a:r>
              <a:rPr lang="fr-FR" smtClean="0"/>
              <a:t>7-  PAR MON ÉPANOUISSEMENT JE VEUX FAIRE SOURIRE LE PÈRE</a:t>
            </a:r>
          </a:p>
          <a:p>
            <a:r>
              <a:rPr lang="fr-FR" smtClean="0"/>
              <a:t>8-  PERDURER DANS SON LOVE EN LUI JE ME SUIS DU-PER</a:t>
            </a:r>
          </a:p>
          <a:p>
            <a:r>
              <a:rPr lang="fr-FR" smtClean="0"/>
              <a:t>9-  MON EXPECTATIVE : REPARTIR DIFFÉRENT</a:t>
            </a:r>
          </a:p>
          <a:p>
            <a:r>
              <a:rPr lang="fr-FR" smtClean="0"/>
              <a:t>10-  ME LAISSER GUIDER PAR L'ESPRIT-SAINT, LE LAISSER FAIRE</a:t>
            </a:r>
          </a:p>
          <a:p>
            <a:r>
              <a:rPr lang="fr-FR" smtClean="0"/>
              <a:t>11-  VICTIME D'UNE OPÉRATION À CŒUR OUVERT</a:t>
            </a:r>
          </a:p>
          <a:p>
            <a:r>
              <a:rPr lang="fr-FR" smtClean="0"/>
              <a:t>12-  A SON D.I.E.U LUD'OBÉIT S'EST OFFERT</a:t>
            </a:r>
          </a:p>
          <a:p>
            <a:r>
              <a:rPr lang="fr-FR" smtClean="0"/>
              <a:t>13-  JE VOUS VOIS BOUGER LA TÊTE DEVANT, DERRIÈRE</a:t>
            </a:r>
          </a:p>
          <a:p>
            <a:r>
              <a:rPr lang="fr-FR" smtClean="0"/>
              <a:t>14-  VOUS VOULEZ DU GOSPEL VOUS ALLEZ ÊTRE VI-SER</a:t>
            </a:r>
          </a:p>
          <a:p>
            <a:r>
              <a:rPr lang="fr-FR" smtClean="0"/>
              <a:t>15-  BIG UP T.I.T.L., RDK'L DESTINATION FINALE : ARRIVÉE AU CIEL !</a:t>
            </a:r>
          </a:p>
          <a:p>
            <a:r>
              <a:rPr lang="fr-FR" smtClean="0"/>
              <a:t>16-  PARFOIS L'HOMME PASSE SON TEMPS À PLEURER SUR SON SORT</a:t>
            </a:r>
          </a:p>
          <a:p>
            <a:r>
              <a:rPr lang="fr-FR" smtClean="0"/>
              <a:t>17-  INCONSCIENT QUE C'EST DE SA BOUCHE QUE SON AVENIR SORT</a:t>
            </a:r>
          </a:p>
          <a:p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19-  JE SUIS SÛR QU'IL POURRAIT ENFIN ACCÉDER À L'AMOUR </a:t>
            </a:r>
          </a:p>
          <a:p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CHOISIS LA VIE, ET NON LA MORT. AVEC TA VIE, NE SOIS PAS MÉCHANT</a:t>
            </a:r>
          </a:p>
          <a:p>
            <a:r>
              <a:rPr lang="fr-FR" smtClean="0"/>
              <a:t>22-  OUVRE GRAND TA BOUCHE ET PARLE LE POSITIF</a:t>
            </a:r>
          </a:p>
          <a:p>
            <a:r>
              <a:rPr lang="fr-FR" smtClean="0"/>
              <a:t>23-  NÉGATIVE A ÉTÉ TA VIE DONC FAIS QUE LE MEILLEUR ARRIVE</a:t>
            </a:r>
          </a:p>
          <a:p>
            <a:r>
              <a:rPr lang="fr-FR" smtClean="0"/>
              <a:t>24-  FORTIFIE-TOI ET DÉCIDE D'AVANCER</a:t>
            </a:r>
          </a:p>
          <a:p>
            <a:r>
              <a:rPr lang="fr-FR" smtClean="0"/>
              <a:t>25-  HORS DE QUESTION QUE TON PASSÉ PUISSE TE DEVANCER</a:t>
            </a:r>
          </a:p>
          <a:p>
            <a:r>
              <a:rPr lang="fr-FR" smtClean="0"/>
              <a:t>26-  LE CHOIX EST DÉSORMAIS ENTRE TES MAINS ET DANS TA BOUCHE</a:t>
            </a:r>
          </a:p>
          <a:p>
            <a:r>
              <a:rPr lang="fr-FR" smtClean="0"/>
              <a:t>27-  CHOISIS LE MEILLEUR, ET POUR LE PIRE, FAIS LE VOIR LOUCHE</a:t>
            </a:r>
          </a:p>
          <a:p>
            <a:r>
              <a:rPr lang="fr-FR" smtClean="0"/>
              <a:t>28-  ROUGE EST LE SANG, DONC ROUGE EST LA VICTOIRE</a:t>
            </a:r>
          </a:p>
          <a:p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30-  PARÉ POUR CONQUÉRIR FAIS ÉCLATER TES RIRES</a:t>
            </a:r>
          </a:p>
          <a:p>
            <a:r>
              <a:rPr lang="fr-FR" smtClean="0"/>
              <a:t>31-  ET LÀ TU POURRAS DIRE QUE LE MEILLEUR RESTE À VENIR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34-  AS-TU DÉJÀ ENTENDU DIRE QUE L'ESPOIR S'EST FAIT TUER ? </a:t>
            </a:r>
          </a:p>
          <a:p>
            <a:r>
              <a:rPr lang="fr-FR" smtClean="0"/>
              <a:t>35-  OU BIEN ALORS, QU'APRÈS UN CHOC, L'AMOUR EST DEVENU MUET ? </a:t>
            </a:r>
          </a:p>
          <a:p>
            <a:r>
              <a:rPr lang="fr-FR" smtClean="0"/>
              <a:t>36-  STOP TES PRÉSOMPTIONS ET PUIS PRENDS COURAGE ! </a:t>
            </a:r>
          </a:p>
          <a:p>
            <a:r>
              <a:rPr lang="fr-FR" smtClean="0"/>
              <a:t>37-  SEUL UN LÂCHE SE CACHE LÈVE-TOI ET MARCHE </a:t>
            </a:r>
          </a:p>
          <a:p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39-  QUE LA FOI, DANS TES COMBATS SOIT TON SEUL ÉQUIPIER </a:t>
            </a:r>
          </a:p>
          <a:p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41-  LE DOUTE, TON PIRE ENNEMI, A POUR BUT QUE TU RENONCES </a:t>
            </a:r>
          </a:p>
          <a:p>
            <a:r>
              <a:rPr lang="fr-FR" smtClean="0"/>
              <a:t>42-  PASSE LA CINQUIÈME ET FONCE SANS JAMAIS PLUS RÉTROGRADER </a:t>
            </a:r>
          </a:p>
          <a:p>
            <a:r>
              <a:rPr lang="fr-FR" smtClean="0"/>
              <a:t>43-  DEVANT TOI, LA TERRE PROMISE DERRIÈRE TOI, UNE TERRE DÉGRADÉE </a:t>
            </a:r>
          </a:p>
          <a:p>
            <a:r>
              <a:rPr lang="fr-FR" smtClean="0"/>
              <a:t>44-  DES GRADINS, J'ENTENDS L'ÉQUIPE-TYPE CRIER VICTORY</a:t>
            </a:r>
          </a:p>
          <a:p>
            <a:r>
              <a:rPr lang="fr-FR" smtClean="0"/>
              <a:t>45-  VICTORIA TE SUIVRA, SI T'ABANDONNES TON ANCIENNE STORY </a:t>
            </a:r>
          </a:p>
          <a:p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48-  T'AURAS LA PAIX PLEIN LES POCHES</a:t>
            </a:r>
          </a:p>
          <a:p>
            <a:r>
              <a:rPr lang="fr-FR" smtClean="0"/>
              <a:t>49-  LA GLOIRE POUR COURONNE ET L'A.M.O.U.R POUR TROPHÉE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50-  UNE SEULE DÉCISION QUI A FAIT QUE</a:t>
            </a:r>
          </a:p>
          <a:p>
            <a:r>
              <a:rPr lang="fr-FR" smtClean="0"/>
              <a:t>	51-  VOUS ET MOI, NOUS SOYONS LES PERSONNES QUE NOUS SOMMES</a:t>
            </a:r>
          </a:p>
          <a:p>
            <a:r>
              <a:rPr lang="fr-FR" smtClean="0"/>
              <a:t>	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GOGOGOGO GOSPELLEMENT VÔTRE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BIENVENUE DANS UN MONDE 2 OÙ LA J.O.I.E DÉPASSE LA NORME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NORMAL ON EST VENU DÉTOURNER L'GAME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CHANGER LA DONNE, ON T'AUTORISE À NOUS APPELER GAMINS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QUOI DE PLUS PUR QUE LE CŒUR D'UN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SIMPLE ET SANS SOUCI ON VIT LA VIE À 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PAR MON ÉPANOUISSEMENT JE VEUX FAIRE SOURIRE LE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PERDURER DANS SON LOVE EN LUI JE ME SUIS DU-PER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 EXPECTATIVE : REPARTIR DIFFÉRENT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ME LAISSER GUIDER PAR L'ESPRIT-SAINT, LE LAISSER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VICTIME D'UNE OPÉRATION À CŒUR OUVERT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A SON D.I.E.U LUD'OBÉIT S'EST OFFERT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VOUS VOIS BOUGER LA TÊTE DEVANT, DERRIÈRE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VOUS VOULEZ DU GOSPEL VOUS ALLEZ ÊTRE VI-SER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BIG UP T.I.T.L., RDK'L DESTINATION FINALE : ARRIVÉE AU CIEL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SUIS SÛR QU'IL POURRAIT ENFIN ACCÉDER À L'AMOUR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CHOISIS LA VIE, ET NON LA MORT. AVEC TA VIE, NE SOIS PAS MÉCHANT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NÉGATIVE A ÉTÉ TA VIE DONC FAIS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CHOISIS LE MEILLEUR, ET POUR LE PIRE, FAIS LE VOIR LOUCHE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AS-TU DÉJÀ ENTENDU DIRE QUE L'ESPOIR S'EST FAIT TUER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OU BIEN ALORS, QU'APRÈS UN CHOC, L'AMOUR EST DEVENU MUET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STOP TES PRÉSOMPTIONS ET PUIS PRENDS COURAGE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SEUL UN LÂCHE SE CACHE LÈVE-TOI ET MARCHE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QUE LA FOI, DANS TES COMBATS SOIT TON SEUL ÉQUIPIER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 DOUTE, TON PIRE ENNEMI, A POUR BUT QUE TU RENONCES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PASSE LA CINQUIÈME ET FONCE SANS JAMAIS PLUS RÉTROGRADER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DEVANT TOI, LA TERRE PROMISE DERRIÈRE TOI, UNE TERRE DÉGRADÉE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DES GRADINS, J'ENTENDS L'ÉQUIPE-TYPE CRIER VICTORY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VICTORIA TE SUIVRA, SI T'ABANDONNES TON ANCIENNE STORY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T'AURAS LA PAIX PLEIN LES POCHES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50-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51-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737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GOGOGOGO GOSPELLEMENT VÔTRE</a:t>
            </a:r>
          </a:p>
          <a:p>
            <a:r>
              <a:rPr lang="fr-FR" smtClean="0"/>
              <a:t>2-  BIENVENUE DANS UN MONDE 2 OÙ LA J.O.I.E DÉPASSE LA NORME</a:t>
            </a:r>
          </a:p>
          <a:p>
            <a:r>
              <a:rPr lang="fr-FR" smtClean="0"/>
              <a:t>3-  NORMAL ON EST VENU DÉTOURNER L'GAME</a:t>
            </a:r>
          </a:p>
          <a:p>
            <a:r>
              <a:rPr lang="fr-FR" smtClean="0"/>
              <a:t>4-  CHANGER LA DONNE, ON T'AUTORISE À NOUS APPELER GAMINS</a:t>
            </a:r>
          </a:p>
          <a:p>
            <a:r>
              <a:rPr lang="fr-FR" smtClean="0"/>
              <a:t>5-  QUOI DE PLUS PUR QUE LE CŒUR D'UN ENFANT</a:t>
            </a:r>
          </a:p>
          <a:p>
            <a:r>
              <a:rPr lang="fr-FR" smtClean="0"/>
              <a:t>6-  SIMPLE ET SANS SOUCI ON VIT LA VIE À FOND</a:t>
            </a:r>
          </a:p>
          <a:p>
            <a:r>
              <a:rPr lang="fr-FR" smtClean="0"/>
              <a:t>7-  PAR MON ÉPANOUISSEMENT JE VEUX FAIRE SOURIRE LE PÈRE</a:t>
            </a:r>
          </a:p>
          <a:p>
            <a:r>
              <a:rPr lang="fr-FR" smtClean="0"/>
              <a:t>8-  PERDURER DANS SON LOVE EN LUI JE ME SUIS DU-PER</a:t>
            </a:r>
          </a:p>
          <a:p>
            <a:r>
              <a:rPr lang="fr-FR" smtClean="0"/>
              <a:t>9-  MON EXPECTATIVE : REPARTIR DIFFÉRENT</a:t>
            </a:r>
          </a:p>
          <a:p>
            <a:r>
              <a:rPr lang="fr-FR" smtClean="0"/>
              <a:t>10-  ME LAISSER GUIDER PAR L'ESPRIT-SAINT, LE LAISSER FAIRE</a:t>
            </a:r>
          </a:p>
          <a:p>
            <a:r>
              <a:rPr lang="fr-FR" smtClean="0"/>
              <a:t>11-  VICTIME D'UNE OPÉRATION À CŒUR OUVERT</a:t>
            </a:r>
          </a:p>
          <a:p>
            <a:r>
              <a:rPr lang="fr-FR" smtClean="0"/>
              <a:t>12-  A SON D.I.E.U LUD'OBÉIT S'EST OFFERT</a:t>
            </a:r>
          </a:p>
          <a:p>
            <a:r>
              <a:rPr lang="fr-FR" smtClean="0"/>
              <a:t>13-  JE VOUS VOIS BOUGER LA TÊTE DEVANT, DERRIÈRE</a:t>
            </a:r>
          </a:p>
          <a:p>
            <a:r>
              <a:rPr lang="fr-FR" smtClean="0"/>
              <a:t>14-  VOUS VOULEZ DU GOSPEL VOUS ALLEZ ÊTRE VI-SER</a:t>
            </a:r>
          </a:p>
          <a:p>
            <a:r>
              <a:rPr lang="fr-FR" smtClean="0"/>
              <a:t>15-  BIG UP T.I.T.L., RDK'L DESTINATION FINALE : ARRIVÉE AU CIEL !</a:t>
            </a:r>
          </a:p>
          <a:p>
            <a:r>
              <a:rPr lang="fr-FR" smtClean="0"/>
              <a:t>16-  PARFOIS L'HOMME PASSE SON TEMPS À PLEURER SUR SON SORT</a:t>
            </a:r>
          </a:p>
          <a:p>
            <a:r>
              <a:rPr lang="fr-FR" smtClean="0"/>
              <a:t>17-  INCONSCIENT QUE C'EST DE SA BOUCHE QUE SON AVENIR SORT</a:t>
            </a:r>
          </a:p>
          <a:p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19-  JE SUIS SÛR QU'IL POURRAIT ENFIN ACCÉDER À L'AMOUR </a:t>
            </a:r>
          </a:p>
          <a:p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CHOISIS LA VIE, ET NON LA MORT. AVEC TA VIE, NE SOIS PAS MÉCHANT</a:t>
            </a:r>
          </a:p>
          <a:p>
            <a:r>
              <a:rPr lang="fr-FR" smtClean="0"/>
              <a:t>22-  OUVRE GRAND TA BOUCHE ET PARLE LE POSITIF</a:t>
            </a:r>
          </a:p>
          <a:p>
            <a:r>
              <a:rPr lang="fr-FR" smtClean="0"/>
              <a:t>23-  NÉGATIVE A ÉTÉ TA VIE DONC FAIS QUE LE MEILLEUR ARRIVE</a:t>
            </a:r>
          </a:p>
          <a:p>
            <a:r>
              <a:rPr lang="fr-FR" smtClean="0"/>
              <a:t>24-  FORTIFIE-TOI ET DÉCIDE D'AVANCER</a:t>
            </a:r>
          </a:p>
          <a:p>
            <a:r>
              <a:rPr lang="fr-FR" smtClean="0"/>
              <a:t>25-  HORS DE QUESTION QUE TON PASSÉ PUISSE TE DEVANCER</a:t>
            </a:r>
          </a:p>
          <a:p>
            <a:r>
              <a:rPr lang="fr-FR" smtClean="0"/>
              <a:t>26-  LE CHOIX EST DÉSORMAIS ENTRE TES MAINS ET DANS TA BOUCHE</a:t>
            </a:r>
          </a:p>
          <a:p>
            <a:r>
              <a:rPr lang="fr-FR" smtClean="0"/>
              <a:t>27-  CHOISIS LE MEILLEUR, ET POUR LE PIRE, FAIS LE VOIR LOUCHE</a:t>
            </a:r>
          </a:p>
          <a:p>
            <a:r>
              <a:rPr lang="fr-FR" smtClean="0"/>
              <a:t>28-  ROUGE EST LE SANG, DONC ROUGE EST LA VICTOIRE</a:t>
            </a:r>
          </a:p>
          <a:p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30-  PARÉ POUR CONQUÉRIR FAIS ÉCLATER TES RIRES</a:t>
            </a:r>
          </a:p>
          <a:p>
            <a:r>
              <a:rPr lang="fr-FR" smtClean="0"/>
              <a:t>31-  ET LÀ TU POURRAS DIRE QUE LE MEILLEUR RESTE À VENIR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34-  AS-TU DÉJÀ ENTENDU DIRE QUE L'ESPOIR S'EST FAIT TUER ? </a:t>
            </a:r>
          </a:p>
          <a:p>
            <a:r>
              <a:rPr lang="fr-FR" smtClean="0"/>
              <a:t>35-  OU BIEN ALORS, QU'APRÈS UN CHOC, L'AMOUR EST DEVENU MUET ? </a:t>
            </a:r>
          </a:p>
          <a:p>
            <a:r>
              <a:rPr lang="fr-FR" smtClean="0"/>
              <a:t>36-  STOP TES PRÉSOMPTIONS ET PUIS PRENDS COURAGE ! </a:t>
            </a:r>
          </a:p>
          <a:p>
            <a:r>
              <a:rPr lang="fr-FR" smtClean="0"/>
              <a:t>37-  SEUL UN LÂCHE SE CACHE LÈVE-TOI ET MARCHE </a:t>
            </a:r>
          </a:p>
          <a:p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39-  QUE LA FOI, DANS TES COMBATS SOIT TON SEUL ÉQUIPIER </a:t>
            </a:r>
          </a:p>
          <a:p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41-  LE DOUTE, TON PIRE ENNEMI, A POUR BUT QUE TU RENONCES </a:t>
            </a:r>
          </a:p>
          <a:p>
            <a:r>
              <a:rPr lang="fr-FR" smtClean="0"/>
              <a:t>42-  PASSE LA CINQUIÈME ET FONCE SANS JAMAIS PLUS RÉTROGRADER </a:t>
            </a:r>
          </a:p>
          <a:p>
            <a:r>
              <a:rPr lang="fr-FR" smtClean="0"/>
              <a:t>43-  DEVANT TOI, LA TERRE PROMISE DERRIÈRE TOI, UNE TERRE DÉGRADÉE </a:t>
            </a:r>
          </a:p>
          <a:p>
            <a:r>
              <a:rPr lang="fr-FR" smtClean="0"/>
              <a:t>44-  DES GRADINS, J'ENTENDS L'ÉQUIPE-TYPE CRIER VICTORY</a:t>
            </a:r>
          </a:p>
          <a:p>
            <a:r>
              <a:rPr lang="fr-FR" smtClean="0"/>
              <a:t>45-  VICTORIA TE SUIVRA, SI T'ABANDONNES TON ANCIENNE STORY </a:t>
            </a:r>
          </a:p>
          <a:p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48-  T'AURAS LA PAIX PLEIN LES POCHES</a:t>
            </a:r>
          </a:p>
          <a:p>
            <a:r>
              <a:rPr lang="fr-FR" smtClean="0"/>
              <a:t>49-  LA GLOIRE POUR COURONNE ET L'A.M.O.U.R POUR TROPHÉE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50-  UNE SEULE DÉCISION QUI A FAIT QUE</a:t>
            </a:r>
          </a:p>
          <a:p>
            <a:r>
              <a:rPr lang="fr-FR" smtClean="0"/>
              <a:t>	51-  VOUS ET MOI, NOUS SOYONS LES PERSONNES QUE NOUS SOMMES</a:t>
            </a:r>
          </a:p>
          <a:p>
            <a:r>
              <a:rPr lang="fr-FR" smtClean="0"/>
              <a:t>	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GOGOGOGO GOSPELLEMENT VÔTRE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BIENVENUE DANS UN MONDE 2 OÙ LA J.O.I.E DÉPASSE LA NORME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NORMAL ON EST VENU DÉTOURNER L'GAME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CHANGER LA DONNE, ON T'AUTORISE À NOUS APPELER GAMINS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QUOI DE PLUS PUR QUE LE CŒUR D'UN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SIMPLE ET SANS SOUCI ON VIT LA VIE À 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PAR MON ÉPANOUISSEMENT JE VEUX FAIRE SOURIRE LE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PERDURER DANS SON LOVE EN LUI JE ME SUIS DU-PER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 EXPECTATIVE : REPARTIR DIFFÉRENT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ME LAISSER GUIDER PAR L'ESPRIT-SAINT, LE LAISSER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VICTIME D'UNE OPÉRATION À CŒUR OUVERT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A SON D.I.E.U LUD'OBÉIT S'EST OFFERT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VOUS VOIS BOUGER LA TÊTE DEVANT, DERRIÈRE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VOUS VOULEZ DU GOSPEL VOUS ALLEZ ÊTRE VI-SER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BIG UP T.I.T.L., RDK'L DESTINATION FINALE : ARRIVÉE AU CIEL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SUIS SÛR QU'IL POURRAIT ENFIN ACCÉDER À L'AMOUR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CHOISIS LA VIE, ET NON LA MORT. AVEC TA VIE, NE SOIS PAS MÉCHANT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NÉGATIVE A ÉTÉ TA VIE DONC FAIS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CHOISIS LE MEILLEUR, ET POUR LE PIRE, FAIS LE VOIR LOUCHE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AS-TU DÉJÀ ENTENDU DIRE QUE L'ESPOIR S'EST FAIT TUER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OU BIEN ALORS, QU'APRÈS UN CHOC, L'AMOUR EST DEVENU MUET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STOP TES PRÉSOMPTIONS ET PUIS PRENDS COURAGE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SEUL UN LÂCHE SE CACHE LÈVE-TOI ET MARCHE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QUE LA FOI, DANS TES COMBATS SOIT TON SEUL ÉQUIPIER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 DOUTE, TON PIRE ENNEMI, A POUR BUT QUE TU RENONCES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PASSE LA CINQUIÈME ET FONCE SANS JAMAIS PLUS RÉTROGRADER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DEVANT TOI, LA TERRE PROMISE DERRIÈRE TOI, UNE TERRE DÉGRADÉE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DES GRADINS, J'ENTENDS L'ÉQUIPE-TYPE CRIER VICTORY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VICTORIA TE SUIVRA, SI T'ABANDONNES TON ANCIENNE STORY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T'AURAS LA PAIX PLEIN LES POCHES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50-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51-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747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GOGOGOGO GOSPELLEMENT VÔTRE</a:t>
            </a:r>
          </a:p>
          <a:p>
            <a:r>
              <a:rPr lang="fr-FR" smtClean="0"/>
              <a:t>2-  BIENVENUE DANS UN MONDE 2 OÙ LA J.O.I.E DÉPASSE LA NORME</a:t>
            </a:r>
          </a:p>
          <a:p>
            <a:r>
              <a:rPr lang="fr-FR" smtClean="0"/>
              <a:t>3-  NORMAL ON EST VENU DÉTOURNER L'GAME</a:t>
            </a:r>
          </a:p>
          <a:p>
            <a:r>
              <a:rPr lang="fr-FR" smtClean="0"/>
              <a:t>4-  CHANGER LA DONNE, ON T'AUTORISE À NOUS APPELER GAMINS</a:t>
            </a:r>
          </a:p>
          <a:p>
            <a:r>
              <a:rPr lang="fr-FR" smtClean="0"/>
              <a:t>5-  QUOI DE PLUS PUR QUE LE CŒUR D'UN ENFANT</a:t>
            </a:r>
          </a:p>
          <a:p>
            <a:r>
              <a:rPr lang="fr-FR" smtClean="0"/>
              <a:t>6-  SIMPLE ET SANS SOUCI ON VIT LA VIE À FOND</a:t>
            </a:r>
          </a:p>
          <a:p>
            <a:r>
              <a:rPr lang="fr-FR" smtClean="0"/>
              <a:t>7-  PAR MON ÉPANOUISSEMENT JE VEUX FAIRE SOURIRE LE PÈRE</a:t>
            </a:r>
          </a:p>
          <a:p>
            <a:r>
              <a:rPr lang="fr-FR" smtClean="0"/>
              <a:t>8-  PERDURER DANS SON LOVE EN LUI JE ME SUIS DU-PER</a:t>
            </a:r>
          </a:p>
          <a:p>
            <a:r>
              <a:rPr lang="fr-FR" smtClean="0"/>
              <a:t>9-  MON EXPECTATIVE : REPARTIR DIFFÉRENT</a:t>
            </a:r>
          </a:p>
          <a:p>
            <a:r>
              <a:rPr lang="fr-FR" smtClean="0"/>
              <a:t>10-  ME LAISSER GUIDER PAR L'ESPRIT-SAINT, LE LAISSER FAIRE</a:t>
            </a:r>
          </a:p>
          <a:p>
            <a:r>
              <a:rPr lang="fr-FR" smtClean="0"/>
              <a:t>11-  VICTIME D'UNE OPÉRATION À CŒUR OUVERT</a:t>
            </a:r>
          </a:p>
          <a:p>
            <a:r>
              <a:rPr lang="fr-FR" smtClean="0"/>
              <a:t>12-  A SON D.I.E.U LUD'OBÉIT S'EST OFFERT</a:t>
            </a:r>
          </a:p>
          <a:p>
            <a:r>
              <a:rPr lang="fr-FR" smtClean="0"/>
              <a:t>13-  JE VOUS VOIS BOUGER LA TÊTE DEVANT, DERRIÈRE</a:t>
            </a:r>
          </a:p>
          <a:p>
            <a:r>
              <a:rPr lang="fr-FR" smtClean="0"/>
              <a:t>14-  VOUS VOULEZ DU GOSPEL VOUS ALLEZ ÊTRE VI-SER</a:t>
            </a:r>
          </a:p>
          <a:p>
            <a:r>
              <a:rPr lang="fr-FR" smtClean="0"/>
              <a:t>15-  BIG UP T.I.T.L., RDK'L DESTINATION FINALE : ARRIVÉE AU CIEL !</a:t>
            </a:r>
          </a:p>
          <a:p>
            <a:r>
              <a:rPr lang="fr-FR" smtClean="0"/>
              <a:t>16-  PARFOIS L'HOMME PASSE SON TEMPS À PLEURER SUR SON SORT</a:t>
            </a:r>
          </a:p>
          <a:p>
            <a:r>
              <a:rPr lang="fr-FR" smtClean="0"/>
              <a:t>17-  INCONSCIENT QUE C'EST DE SA BOUCHE QUE SON AVENIR SORT</a:t>
            </a:r>
          </a:p>
          <a:p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19-  JE SUIS SÛR QU'IL POURRAIT ENFIN ACCÉDER À L'AMOUR </a:t>
            </a:r>
          </a:p>
          <a:p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CHOISIS LA VIE, ET NON LA MORT. AVEC TA VIE, NE SOIS PAS MÉCHANT</a:t>
            </a:r>
          </a:p>
          <a:p>
            <a:r>
              <a:rPr lang="fr-FR" smtClean="0"/>
              <a:t>22-  OUVRE GRAND TA BOUCHE ET PARLE LE POSITIF</a:t>
            </a:r>
          </a:p>
          <a:p>
            <a:r>
              <a:rPr lang="fr-FR" smtClean="0"/>
              <a:t>23-  NÉGATIVE A ÉTÉ TA VIE DONC FAIS QUE LE MEILLEUR ARRIVE</a:t>
            </a:r>
          </a:p>
          <a:p>
            <a:r>
              <a:rPr lang="fr-FR" smtClean="0"/>
              <a:t>24-  FORTIFIE-TOI ET DÉCIDE D'AVANCER</a:t>
            </a:r>
          </a:p>
          <a:p>
            <a:r>
              <a:rPr lang="fr-FR" smtClean="0"/>
              <a:t>25-  HORS DE QUESTION QUE TON PASSÉ PUISSE TE DEVANCER</a:t>
            </a:r>
          </a:p>
          <a:p>
            <a:r>
              <a:rPr lang="fr-FR" smtClean="0"/>
              <a:t>26-  LE CHOIX EST DÉSORMAIS ENTRE TES MAINS ET DANS TA BOUCHE</a:t>
            </a:r>
          </a:p>
          <a:p>
            <a:r>
              <a:rPr lang="fr-FR" smtClean="0"/>
              <a:t>27-  CHOISIS LE MEILLEUR, ET POUR LE PIRE, FAIS LE VOIR LOUCHE</a:t>
            </a:r>
          </a:p>
          <a:p>
            <a:r>
              <a:rPr lang="fr-FR" smtClean="0"/>
              <a:t>28-  ROUGE EST LE SANG, DONC ROUGE EST LA VICTOIRE</a:t>
            </a:r>
          </a:p>
          <a:p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30-  PARÉ POUR CONQUÉRIR FAIS ÉCLATER TES RIRES</a:t>
            </a:r>
          </a:p>
          <a:p>
            <a:r>
              <a:rPr lang="fr-FR" smtClean="0"/>
              <a:t>31-  ET LÀ TU POURRAS DIRE QUE LE MEILLEUR RESTE À VENIR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34-  AS-TU DÉJÀ ENTENDU DIRE QUE L'ESPOIR S'EST FAIT TUER ? </a:t>
            </a:r>
          </a:p>
          <a:p>
            <a:r>
              <a:rPr lang="fr-FR" smtClean="0"/>
              <a:t>35-  OU BIEN ALORS, QU'APRÈS UN CHOC, L'AMOUR EST DEVENU MUET ? </a:t>
            </a:r>
          </a:p>
          <a:p>
            <a:r>
              <a:rPr lang="fr-FR" smtClean="0"/>
              <a:t>36-  STOP TES PRÉSOMPTIONS ET PUIS PRENDS COURAGE ! </a:t>
            </a:r>
          </a:p>
          <a:p>
            <a:r>
              <a:rPr lang="fr-FR" smtClean="0"/>
              <a:t>37-  SEUL UN LÂCHE SE CACHE LÈVE-TOI ET MARCHE </a:t>
            </a:r>
          </a:p>
          <a:p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39-  QUE LA FOI, DANS TES COMBATS SOIT TON SEUL ÉQUIPIER </a:t>
            </a:r>
          </a:p>
          <a:p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41-  LE DOUTE, TON PIRE ENNEMI, A POUR BUT QUE TU RENONCES </a:t>
            </a:r>
          </a:p>
          <a:p>
            <a:r>
              <a:rPr lang="fr-FR" smtClean="0"/>
              <a:t>42-  PASSE LA CINQUIÈME ET FONCE SANS JAMAIS PLUS RÉTROGRADER </a:t>
            </a:r>
          </a:p>
          <a:p>
            <a:r>
              <a:rPr lang="fr-FR" smtClean="0"/>
              <a:t>43-  DEVANT TOI, LA TERRE PROMISE DERRIÈRE TOI, UNE TERRE DÉGRADÉE </a:t>
            </a:r>
          </a:p>
          <a:p>
            <a:r>
              <a:rPr lang="fr-FR" smtClean="0"/>
              <a:t>44-  DES GRADINS, J'ENTENDS L'ÉQUIPE-TYPE CRIER VICTORY</a:t>
            </a:r>
          </a:p>
          <a:p>
            <a:r>
              <a:rPr lang="fr-FR" smtClean="0"/>
              <a:t>45-  VICTORIA TE SUIVRA, SI T'ABANDONNES TON ANCIENNE STORY </a:t>
            </a:r>
          </a:p>
          <a:p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48-  T'AURAS LA PAIX PLEIN LES POCHES</a:t>
            </a:r>
          </a:p>
          <a:p>
            <a:r>
              <a:rPr lang="fr-FR" smtClean="0"/>
              <a:t>49-  LA GLOIRE POUR COURONNE ET L'A.M.O.U.R POUR TROPHÉE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50-  UNE SEULE DÉCISION QUI A FAIT QUE</a:t>
            </a:r>
          </a:p>
          <a:p>
            <a:r>
              <a:rPr lang="fr-FR" smtClean="0"/>
              <a:t>	51-  VOUS ET MOI, NOUS SOYONS LES PERSONNES QUE NOUS SOMMES</a:t>
            </a:r>
          </a:p>
          <a:p>
            <a:r>
              <a:rPr lang="fr-FR" smtClean="0"/>
              <a:t>	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GOGOGOGO GOSPELLEMENT VÔTRE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BIENVENUE DANS UN MONDE 2 OÙ LA J.O.I.E DÉPASSE LA NORME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NORMAL ON EST VENU DÉTOURNER L'GAME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CHANGER LA DONNE, ON T'AUTORISE À NOUS APPELER GAMINS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QUOI DE PLUS PUR QUE LE CŒUR D'UN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SIMPLE ET SANS SOUCI ON VIT LA VIE À 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PAR MON ÉPANOUISSEMENT JE VEUX FAIRE SOURIRE LE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PERDURER DANS SON LOVE EN LUI JE ME SUIS DU-PER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 EXPECTATIVE : REPARTIR DIFFÉRENT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ME LAISSER GUIDER PAR L'ESPRIT-SAINT, LE LAISSER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VICTIME D'UNE OPÉRATION À CŒUR OUVERT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A SON D.I.E.U LUD'OBÉIT S'EST OFFERT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VOUS VOIS BOUGER LA TÊTE DEVANT, DERRIÈRE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VOUS VOULEZ DU GOSPEL VOUS ALLEZ ÊTRE VI-SER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BIG UP T.I.T.L., RDK'L DESTINATION FINALE : ARRIVÉE AU CIEL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SUIS SÛR QU'IL POURRAIT ENFIN ACCÉDER À L'AMOUR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CHOISIS LA VIE, ET NON LA MORT. AVEC TA VIE, NE SOIS PAS MÉCHANT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NÉGATIVE A ÉTÉ TA VIE DONC FAIS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CHOISIS LE MEILLEUR, ET POUR LE PIRE, FAIS LE VOIR LOUCHE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AS-TU DÉJÀ ENTENDU DIRE QUE L'ESPOIR S'EST FAIT TUER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OU BIEN ALORS, QU'APRÈS UN CHOC, L'AMOUR EST DEVENU MUET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STOP TES PRÉSOMPTIONS ET PUIS PRENDS COURAGE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SEUL UN LÂCHE SE CACHE LÈVE-TOI ET MARCHE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QUE LA FOI, DANS TES COMBATS SOIT TON SEUL ÉQUIPIER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 DOUTE, TON PIRE ENNEMI, A POUR BUT QUE TU RENONCES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PASSE LA CINQUIÈME ET FONCE SANS JAMAIS PLUS RÉTROGRADER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DEVANT TOI, LA TERRE PROMISE DERRIÈRE TOI, UNE TERRE DÉGRADÉE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DES GRADINS, J'ENTENDS L'ÉQUIPE-TYPE CRIER VICTORY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VICTORIA TE SUIVRA, SI T'ABANDONNES TON ANCIENNE STORY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T'AURAS LA PAIX PLEIN LES POCHES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50-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51-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757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GOGOGOGO GOSPELLEMENT VÔTRE</a:t>
            </a:r>
          </a:p>
          <a:p>
            <a:r>
              <a:rPr lang="fr-FR" smtClean="0"/>
              <a:t>2-  BIENVENUE DANS UN MONDE 2 OÙ LA J.O.I.E DÉPASSE LA NORME</a:t>
            </a:r>
          </a:p>
          <a:p>
            <a:r>
              <a:rPr lang="fr-FR" smtClean="0"/>
              <a:t>3-  NORMAL ON EST VENU DÉTOURNER L'GAME</a:t>
            </a:r>
          </a:p>
          <a:p>
            <a:r>
              <a:rPr lang="fr-FR" smtClean="0"/>
              <a:t>4-  CHANGER LA DONNE, ON T'AUTORISE À NOUS APPELER GAMINS</a:t>
            </a:r>
          </a:p>
          <a:p>
            <a:r>
              <a:rPr lang="fr-FR" smtClean="0"/>
              <a:t>5-  QUOI DE PLUS PUR QUE LE CŒUR D'UN ENFANT</a:t>
            </a:r>
          </a:p>
          <a:p>
            <a:r>
              <a:rPr lang="fr-FR" smtClean="0"/>
              <a:t>6-  SIMPLE ET SANS SOUCI ON VIT LA VIE À FOND</a:t>
            </a:r>
          </a:p>
          <a:p>
            <a:r>
              <a:rPr lang="fr-FR" smtClean="0"/>
              <a:t>7-  PAR MON ÉPANOUISSEMENT JE VEUX FAIRE SOURIRE LE PÈRE</a:t>
            </a:r>
          </a:p>
          <a:p>
            <a:r>
              <a:rPr lang="fr-FR" smtClean="0"/>
              <a:t>8-  PERDURER DANS SON LOVE EN LUI JE ME SUIS DU-PER</a:t>
            </a:r>
          </a:p>
          <a:p>
            <a:r>
              <a:rPr lang="fr-FR" smtClean="0"/>
              <a:t>9-  MON EXPECTATIVE : REPARTIR DIFFÉRENT</a:t>
            </a:r>
          </a:p>
          <a:p>
            <a:r>
              <a:rPr lang="fr-FR" smtClean="0"/>
              <a:t>10-  ME LAISSER GUIDER PAR L'ESPRIT-SAINT, LE LAISSER FAIRE</a:t>
            </a:r>
          </a:p>
          <a:p>
            <a:r>
              <a:rPr lang="fr-FR" smtClean="0"/>
              <a:t>11-  VICTIME D'UNE OPÉRATION À CŒUR OUVERT</a:t>
            </a:r>
          </a:p>
          <a:p>
            <a:r>
              <a:rPr lang="fr-FR" smtClean="0"/>
              <a:t>12-  A SON D.I.E.U LUD'OBÉIT S'EST OFFERT</a:t>
            </a:r>
          </a:p>
          <a:p>
            <a:r>
              <a:rPr lang="fr-FR" smtClean="0"/>
              <a:t>13-  JE VOUS VOIS BOUGER LA TÊTE DEVANT, DERRIÈRE</a:t>
            </a:r>
          </a:p>
          <a:p>
            <a:r>
              <a:rPr lang="fr-FR" smtClean="0"/>
              <a:t>14-  VOUS VOULEZ DU GOSPEL VOUS ALLEZ ÊTRE VI-SER</a:t>
            </a:r>
          </a:p>
          <a:p>
            <a:r>
              <a:rPr lang="fr-FR" smtClean="0"/>
              <a:t>15-  BIG UP T.I.T.L., RDK'L DESTINATION FINALE : ARRIVÉE AU CIEL !</a:t>
            </a:r>
          </a:p>
          <a:p>
            <a:r>
              <a:rPr lang="fr-FR" smtClean="0"/>
              <a:t>16-  PARFOIS L'HOMME PASSE SON TEMPS À PLEURER SUR SON SORT</a:t>
            </a:r>
          </a:p>
          <a:p>
            <a:r>
              <a:rPr lang="fr-FR" smtClean="0"/>
              <a:t>17-  INCONSCIENT QUE C'EST DE SA BOUCHE QUE SON AVENIR SORT</a:t>
            </a:r>
          </a:p>
          <a:p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19-  JE SUIS SÛR QU'IL POURRAIT ENFIN ACCÉDER À L'AMOUR </a:t>
            </a:r>
          </a:p>
          <a:p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CHOISIS LA VIE, ET NON LA MORT. AVEC TA VIE, NE SOIS PAS MÉCHANT</a:t>
            </a:r>
          </a:p>
          <a:p>
            <a:r>
              <a:rPr lang="fr-FR" smtClean="0"/>
              <a:t>22-  OUVRE GRAND TA BOUCHE ET PARLE LE POSITIF</a:t>
            </a:r>
          </a:p>
          <a:p>
            <a:r>
              <a:rPr lang="fr-FR" smtClean="0"/>
              <a:t>23-  NÉGATIVE A ÉTÉ TA VIE DONC FAIS QUE LE MEILLEUR ARRIVE</a:t>
            </a:r>
          </a:p>
          <a:p>
            <a:r>
              <a:rPr lang="fr-FR" smtClean="0"/>
              <a:t>24-  FORTIFIE-TOI ET DÉCIDE D'AVANCER</a:t>
            </a:r>
          </a:p>
          <a:p>
            <a:r>
              <a:rPr lang="fr-FR" smtClean="0"/>
              <a:t>25-  HORS DE QUESTION QUE TON PASSÉ PUISSE TE DEVANCER</a:t>
            </a:r>
          </a:p>
          <a:p>
            <a:r>
              <a:rPr lang="fr-FR" smtClean="0"/>
              <a:t>26-  LE CHOIX EST DÉSORMAIS ENTRE TES MAINS ET DANS TA BOUCHE</a:t>
            </a:r>
          </a:p>
          <a:p>
            <a:r>
              <a:rPr lang="fr-FR" smtClean="0"/>
              <a:t>27-  CHOISIS LE MEILLEUR, ET POUR LE PIRE, FAIS LE VOIR LOUCHE</a:t>
            </a:r>
          </a:p>
          <a:p>
            <a:r>
              <a:rPr lang="fr-FR" smtClean="0"/>
              <a:t>28-  ROUGE EST LE SANG, DONC ROUGE EST LA VICTOIRE</a:t>
            </a:r>
          </a:p>
          <a:p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30-  PARÉ POUR CONQUÉRIR FAIS ÉCLATER TES RIRES</a:t>
            </a:r>
          </a:p>
          <a:p>
            <a:r>
              <a:rPr lang="fr-FR" smtClean="0"/>
              <a:t>31-  ET LÀ TU POURRAS DIRE QUE LE MEILLEUR RESTE À VENIR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34-  AS-TU DÉJÀ ENTENDU DIRE QUE L'ESPOIR S'EST FAIT TUER ? </a:t>
            </a:r>
          </a:p>
          <a:p>
            <a:r>
              <a:rPr lang="fr-FR" smtClean="0"/>
              <a:t>35-  OU BIEN ALORS, QU'APRÈS UN CHOC, L'AMOUR EST DEVENU MUET ? </a:t>
            </a:r>
          </a:p>
          <a:p>
            <a:r>
              <a:rPr lang="fr-FR" smtClean="0"/>
              <a:t>36-  STOP TES PRÉSOMPTIONS ET PUIS PRENDS COURAGE ! </a:t>
            </a:r>
          </a:p>
          <a:p>
            <a:r>
              <a:rPr lang="fr-FR" smtClean="0"/>
              <a:t>37-  SEUL UN LÂCHE SE CACHE LÈVE-TOI ET MARCHE </a:t>
            </a:r>
          </a:p>
          <a:p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39-  QUE LA FOI, DANS TES COMBATS SOIT TON SEUL ÉQUIPIER </a:t>
            </a:r>
          </a:p>
          <a:p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41-  LE DOUTE, TON PIRE ENNEMI, A POUR BUT QUE TU RENONCES </a:t>
            </a:r>
          </a:p>
          <a:p>
            <a:r>
              <a:rPr lang="fr-FR" smtClean="0"/>
              <a:t>42-  PASSE LA CINQUIÈME ET FONCE SANS JAMAIS PLUS RÉTROGRADER </a:t>
            </a:r>
          </a:p>
          <a:p>
            <a:r>
              <a:rPr lang="fr-FR" smtClean="0"/>
              <a:t>43-  DEVANT TOI, LA TERRE PROMISE DERRIÈRE TOI, UNE TERRE DÉGRADÉE </a:t>
            </a:r>
          </a:p>
          <a:p>
            <a:r>
              <a:rPr lang="fr-FR" smtClean="0"/>
              <a:t>44-  DES GRADINS, J'ENTENDS L'ÉQUIPE-TYPE CRIER VICTORY</a:t>
            </a:r>
          </a:p>
          <a:p>
            <a:r>
              <a:rPr lang="fr-FR" smtClean="0"/>
              <a:t>45-  VICTORIA TE SUIVRA, SI T'ABANDONNES TON ANCIENNE STORY </a:t>
            </a:r>
          </a:p>
          <a:p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48-  T'AURAS LA PAIX PLEIN LES POCHES</a:t>
            </a:r>
          </a:p>
          <a:p>
            <a:r>
              <a:rPr lang="fr-FR" smtClean="0"/>
              <a:t>49-  LA GLOIRE POUR COURONNE ET L'A.M.O.U.R POUR TROPHÉE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50-  UNE SEULE DÉCISION QUI A FAIT QUE</a:t>
            </a:r>
          </a:p>
          <a:p>
            <a:r>
              <a:rPr lang="fr-FR" smtClean="0"/>
              <a:t>	51-  VOUS ET MOI, NOUS SOYONS LES PERSONNES QUE NOUS SOMMES</a:t>
            </a:r>
          </a:p>
          <a:p>
            <a:r>
              <a:rPr lang="fr-FR" smtClean="0"/>
              <a:t>	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GOGOGOGO GOSPELLEMENT VÔTRE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BIENVENUE DANS UN MONDE 2 OÙ LA J.O.I.E DÉPASSE LA NORME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NORMAL ON EST VENU DÉTOURNER L'GAME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CHANGER LA DONNE, ON T'AUTORISE À NOUS APPELER GAMINS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QUOI DE PLUS PUR QUE LE CŒUR D'UN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SIMPLE ET SANS SOUCI ON VIT LA VIE À 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PAR MON ÉPANOUISSEMENT JE VEUX FAIRE SOURIRE LE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PERDURER DANS SON LOVE EN LUI JE ME SUIS DU-PER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 EXPECTATIVE : REPARTIR DIFFÉRENT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ME LAISSER GUIDER PAR L'ESPRIT-SAINT, LE LAISSER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VICTIME D'UNE OPÉRATION À CŒUR OUVERT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A SON D.I.E.U LUD'OBÉIT S'EST OFFERT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VOUS VOIS BOUGER LA TÊTE DEVANT, DERRIÈRE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VOUS VOULEZ DU GOSPEL VOUS ALLEZ ÊTRE VI-SER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BIG UP T.I.T.L., RDK'L DESTINATION FINALE : ARRIVÉE AU CIEL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SUIS SÛR QU'IL POURRAIT ENFIN ACCÉDER À L'AMOUR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CHOISIS LA VIE, ET NON LA MORT. AVEC TA VIE, NE SOIS PAS MÉCHANT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NÉGATIVE A ÉTÉ TA VIE DONC FAIS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CHOISIS LE MEILLEUR, ET POUR LE PIRE, FAIS LE VOIR LOUCHE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AS-TU DÉJÀ ENTENDU DIRE QUE L'ESPOIR S'EST FAIT TUER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OU BIEN ALORS, QU'APRÈS UN CHOC, L'AMOUR EST DEVENU MUET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STOP TES PRÉSOMPTIONS ET PUIS PRENDS COURAGE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SEUL UN LÂCHE SE CACHE LÈVE-TOI ET MARCHE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QUE LA FOI, DANS TES COMBATS SOIT TON SEUL ÉQUIPIER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 DOUTE, TON PIRE ENNEMI, A POUR BUT QUE TU RENONCES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PASSE LA CINQUIÈME ET FONCE SANS JAMAIS PLUS RÉTROGRADER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DEVANT TOI, LA TERRE PROMISE DERRIÈRE TOI, UNE TERRE DÉGRADÉE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DES GRADINS, J'ENTENDS L'ÉQUIPE-TYPE CRIER VICTORY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VICTORIA TE SUIVRA, SI T'ABANDONNES TON ANCIENNE STORY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T'AURAS LA PAIX PLEIN LES POCHES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50-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51-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768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GOGOGOGO GOSPELLEMENT VÔTRE</a:t>
            </a:r>
          </a:p>
          <a:p>
            <a:r>
              <a:rPr lang="fr-FR" smtClean="0"/>
              <a:t>2-  BIENVENUE DANS UN MONDE 2 OÙ LA J.O.I.E DÉPASSE LA NORME</a:t>
            </a:r>
          </a:p>
          <a:p>
            <a:r>
              <a:rPr lang="fr-FR" smtClean="0"/>
              <a:t>3-  NORMAL ON EST VENU DÉTOURNER L'GAME</a:t>
            </a:r>
          </a:p>
          <a:p>
            <a:r>
              <a:rPr lang="fr-FR" smtClean="0"/>
              <a:t>4-  CHANGER LA DONNE, ON T'AUTORISE À NOUS APPELER GAMINS</a:t>
            </a:r>
          </a:p>
          <a:p>
            <a:r>
              <a:rPr lang="fr-FR" smtClean="0"/>
              <a:t>5-  QUOI DE PLUS PUR QUE LE CŒUR D'UN ENFANT</a:t>
            </a:r>
          </a:p>
          <a:p>
            <a:r>
              <a:rPr lang="fr-FR" smtClean="0"/>
              <a:t>6-  SIMPLE ET SANS SOUCI ON VIT LA VIE À FOND</a:t>
            </a:r>
          </a:p>
          <a:p>
            <a:r>
              <a:rPr lang="fr-FR" smtClean="0"/>
              <a:t>7-  PAR MON ÉPANOUISSEMENT JE VEUX FAIRE SOURIRE LE PÈRE</a:t>
            </a:r>
          </a:p>
          <a:p>
            <a:r>
              <a:rPr lang="fr-FR" smtClean="0"/>
              <a:t>8-  PERDURER DANS SON LOVE EN LUI JE ME SUIS DU-PER</a:t>
            </a:r>
          </a:p>
          <a:p>
            <a:r>
              <a:rPr lang="fr-FR" smtClean="0"/>
              <a:t>9-  MON EXPECTATIVE : REPARTIR DIFFÉRENT</a:t>
            </a:r>
          </a:p>
          <a:p>
            <a:r>
              <a:rPr lang="fr-FR" smtClean="0"/>
              <a:t>10-  ME LAISSER GUIDER PAR L'ESPRIT-SAINT, LE LAISSER FAIRE</a:t>
            </a:r>
          </a:p>
          <a:p>
            <a:r>
              <a:rPr lang="fr-FR" smtClean="0"/>
              <a:t>11-  VICTIME D'UNE OPÉRATION À CŒUR OUVERT</a:t>
            </a:r>
          </a:p>
          <a:p>
            <a:r>
              <a:rPr lang="fr-FR" smtClean="0"/>
              <a:t>12-  A SON D.I.E.U LUD'OBÉIT S'EST OFFERT</a:t>
            </a:r>
          </a:p>
          <a:p>
            <a:r>
              <a:rPr lang="fr-FR" smtClean="0"/>
              <a:t>13-  JE VOUS VOIS BOUGER LA TÊTE DEVANT, DERRIÈRE</a:t>
            </a:r>
          </a:p>
          <a:p>
            <a:r>
              <a:rPr lang="fr-FR" smtClean="0"/>
              <a:t>14-  VOUS VOULEZ DU GOSPEL VOUS ALLEZ ÊTRE VI-SER</a:t>
            </a:r>
          </a:p>
          <a:p>
            <a:r>
              <a:rPr lang="fr-FR" smtClean="0"/>
              <a:t>15-  BIG UP T.I.T.L., RDK'L DESTINATION FINALE : ARRIVÉE AU CIEL !</a:t>
            </a:r>
          </a:p>
          <a:p>
            <a:r>
              <a:rPr lang="fr-FR" smtClean="0"/>
              <a:t>16-  PARFOIS L'HOMME PASSE SON TEMPS À PLEURER SUR SON SORT</a:t>
            </a:r>
          </a:p>
          <a:p>
            <a:r>
              <a:rPr lang="fr-FR" smtClean="0"/>
              <a:t>17-  INCONSCIENT QUE C'EST DE SA BOUCHE QUE SON AVENIR SORT</a:t>
            </a:r>
          </a:p>
          <a:p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19-  JE SUIS SÛR QU'IL POURRAIT ENFIN ACCÉDER À L'AMOUR </a:t>
            </a:r>
          </a:p>
          <a:p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CHOISIS LA VIE, ET NON LA MORT. AVEC TA VIE, NE SOIS PAS MÉCHANT</a:t>
            </a:r>
          </a:p>
          <a:p>
            <a:r>
              <a:rPr lang="fr-FR" smtClean="0"/>
              <a:t>22-  OUVRE GRAND TA BOUCHE ET PARLE LE POSITIF</a:t>
            </a:r>
          </a:p>
          <a:p>
            <a:r>
              <a:rPr lang="fr-FR" smtClean="0"/>
              <a:t>23-  NÉGATIVE A ÉTÉ TA VIE DONC FAIS QUE LE MEILLEUR ARRIVE</a:t>
            </a:r>
          </a:p>
          <a:p>
            <a:r>
              <a:rPr lang="fr-FR" smtClean="0"/>
              <a:t>24-  FORTIFIE-TOI ET DÉCIDE D'AVANCER</a:t>
            </a:r>
          </a:p>
          <a:p>
            <a:r>
              <a:rPr lang="fr-FR" smtClean="0"/>
              <a:t>25-  HORS DE QUESTION QUE TON PASSÉ PUISSE TE DEVANCER</a:t>
            </a:r>
          </a:p>
          <a:p>
            <a:r>
              <a:rPr lang="fr-FR" smtClean="0"/>
              <a:t>26-  LE CHOIX EST DÉSORMAIS ENTRE TES MAINS ET DANS TA BOUCHE</a:t>
            </a:r>
          </a:p>
          <a:p>
            <a:r>
              <a:rPr lang="fr-FR" smtClean="0"/>
              <a:t>27-  CHOISIS LE MEILLEUR, ET POUR LE PIRE, FAIS LE VOIR LOUCHE</a:t>
            </a:r>
          </a:p>
          <a:p>
            <a:r>
              <a:rPr lang="fr-FR" smtClean="0"/>
              <a:t>28-  ROUGE EST LE SANG, DONC ROUGE EST LA VICTOIRE</a:t>
            </a:r>
          </a:p>
          <a:p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30-  PARÉ POUR CONQUÉRIR FAIS ÉCLATER TES RIRES</a:t>
            </a:r>
          </a:p>
          <a:p>
            <a:r>
              <a:rPr lang="fr-FR" smtClean="0"/>
              <a:t>31-  ET LÀ TU POURRAS DIRE QUE LE MEILLEUR RESTE À VENIR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34-  AS-TU DÉJÀ ENTENDU DIRE QUE L'ESPOIR S'EST FAIT TUER ? </a:t>
            </a:r>
          </a:p>
          <a:p>
            <a:r>
              <a:rPr lang="fr-FR" smtClean="0"/>
              <a:t>35-  OU BIEN ALORS, QU'APRÈS UN CHOC, L'AMOUR EST DEVENU MUET ? </a:t>
            </a:r>
          </a:p>
          <a:p>
            <a:r>
              <a:rPr lang="fr-FR" smtClean="0"/>
              <a:t>36-  STOP TES PRÉSOMPTIONS ET PUIS PRENDS COURAGE ! </a:t>
            </a:r>
          </a:p>
          <a:p>
            <a:r>
              <a:rPr lang="fr-FR" smtClean="0"/>
              <a:t>37-  SEUL UN LÂCHE SE CACHE LÈVE-TOI ET MARCHE </a:t>
            </a:r>
          </a:p>
          <a:p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39-  QUE LA FOI, DANS TES COMBATS SOIT TON SEUL ÉQUIPIER </a:t>
            </a:r>
          </a:p>
          <a:p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41-  LE DOUTE, TON PIRE ENNEMI, A POUR BUT QUE TU RENONCES </a:t>
            </a:r>
          </a:p>
          <a:p>
            <a:r>
              <a:rPr lang="fr-FR" smtClean="0"/>
              <a:t>42-  PASSE LA CINQUIÈME ET FONCE SANS JAMAIS PLUS RÉTROGRADER </a:t>
            </a:r>
          </a:p>
          <a:p>
            <a:r>
              <a:rPr lang="fr-FR" smtClean="0"/>
              <a:t>43-  DEVANT TOI, LA TERRE PROMISE DERRIÈRE TOI, UNE TERRE DÉGRADÉE </a:t>
            </a:r>
          </a:p>
          <a:p>
            <a:r>
              <a:rPr lang="fr-FR" smtClean="0"/>
              <a:t>44-  DES GRADINS, J'ENTENDS L'ÉQUIPE-TYPE CRIER VICTORY</a:t>
            </a:r>
          </a:p>
          <a:p>
            <a:r>
              <a:rPr lang="fr-FR" smtClean="0"/>
              <a:t>45-  VICTORIA TE SUIVRA, SI T'ABANDONNES TON ANCIENNE STORY </a:t>
            </a:r>
          </a:p>
          <a:p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48-  T'AURAS LA PAIX PLEIN LES POCHES</a:t>
            </a:r>
          </a:p>
          <a:p>
            <a:r>
              <a:rPr lang="fr-FR" smtClean="0"/>
              <a:t>49-  LA GLOIRE POUR COURONNE ET L'A.M.O.U.R POUR TROPHÉE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50-  UNE SEULE DÉCISION QUI A FAIT QUE</a:t>
            </a:r>
          </a:p>
          <a:p>
            <a:r>
              <a:rPr lang="fr-FR" smtClean="0"/>
              <a:t>	51-  VOUS ET MOI, NOUS SOYONS LES PERSONNES QUE NOUS SOMMES</a:t>
            </a:r>
          </a:p>
          <a:p>
            <a:r>
              <a:rPr lang="fr-FR" smtClean="0"/>
              <a:t>	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GOGOGOGO GOSPELLEMENT VÔTRE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BIENVENUE DANS UN MONDE 2 OÙ LA J.O.I.E DÉPASSE LA NORME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NORMAL ON EST VENU DÉTOURNER L'GAME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CHANGER LA DONNE, ON T'AUTORISE À NOUS APPELER GAMINS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QUOI DE PLUS PUR QUE LE CŒUR D'UN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SIMPLE ET SANS SOUCI ON VIT LA VIE À 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PAR MON ÉPANOUISSEMENT JE VEUX FAIRE SOURIRE LE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PERDURER DANS SON LOVE EN LUI JE ME SUIS DU-PER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 EXPECTATIVE : REPARTIR DIFFÉRENT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ME LAISSER GUIDER PAR L'ESPRIT-SAINT, LE LAISSER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VICTIME D'UNE OPÉRATION À CŒUR OUVERT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A SON D.I.E.U LUD'OBÉIT S'EST OFFERT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VOUS VOIS BOUGER LA TÊTE DEVANT, DERRIÈRE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VOUS VOULEZ DU GOSPEL VOUS ALLEZ ÊTRE VI-SER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BIG UP T.I.T.L., RDK'L DESTINATION FINALE : ARRIVÉE AU CIEL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SUIS SÛR QU'IL POURRAIT ENFIN ACCÉDER À L'AMOUR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CHOISIS LA VIE, ET NON LA MORT. AVEC TA VIE, NE SOIS PAS MÉCHANT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NÉGATIVE A ÉTÉ TA VIE DONC FAIS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CHOISIS LE MEILLEUR, ET POUR LE PIRE, FAIS LE VOIR LOUCHE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AS-TU DÉJÀ ENTENDU DIRE QUE L'ESPOIR S'EST FAIT TUER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OU BIEN ALORS, QU'APRÈS UN CHOC, L'AMOUR EST DEVENU MUET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STOP TES PRÉSOMPTIONS ET PUIS PRENDS COURAGE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SEUL UN LÂCHE SE CACHE LÈVE-TOI ET MARCHE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QUE LA FOI, DANS TES COMBATS SOIT TON SEUL ÉQUIPIER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 DOUTE, TON PIRE ENNEMI, A POUR BUT QUE TU RENONCES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PASSE LA CINQUIÈME ET FONCE SANS JAMAIS PLUS RÉTROGRADER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DEVANT TOI, LA TERRE PROMISE DERRIÈRE TOI, UNE TERRE DÉGRADÉE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DES GRADINS, J'ENTENDS L'ÉQUIPE-TYPE CRIER VICTORY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VICTORIA TE SUIVRA, SI T'ABANDONNES TON ANCIENNE STORY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T'AURAS LA PAIX PLEIN LES POCHES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50-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51-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778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GOGOGOGO GOSPELLEMENT VÔTRE</a:t>
            </a:r>
          </a:p>
          <a:p>
            <a:r>
              <a:rPr lang="fr-FR" smtClean="0"/>
              <a:t>2-  BIENVENUE DANS UN MONDE 2 OÙ LA J.O.I.E DÉPASSE LA NORME</a:t>
            </a:r>
          </a:p>
          <a:p>
            <a:r>
              <a:rPr lang="fr-FR" smtClean="0"/>
              <a:t>3-  NORMAL ON EST VENU DÉTOURNER L'GAME</a:t>
            </a:r>
          </a:p>
          <a:p>
            <a:r>
              <a:rPr lang="fr-FR" smtClean="0"/>
              <a:t>4-  CHANGER LA DONNE, ON T'AUTORISE À NOUS APPELER GAMINS</a:t>
            </a:r>
          </a:p>
          <a:p>
            <a:r>
              <a:rPr lang="fr-FR" smtClean="0"/>
              <a:t>5-  QUOI DE PLUS PUR QUE LE CŒUR D'UN ENFANT</a:t>
            </a:r>
          </a:p>
          <a:p>
            <a:r>
              <a:rPr lang="fr-FR" smtClean="0"/>
              <a:t>6-  SIMPLE ET SANS SOUCI ON VIT LA VIE À FOND</a:t>
            </a:r>
          </a:p>
          <a:p>
            <a:r>
              <a:rPr lang="fr-FR" smtClean="0"/>
              <a:t>7-  PAR MON ÉPANOUISSEMENT JE VEUX FAIRE SOURIRE LE PÈRE</a:t>
            </a:r>
          </a:p>
          <a:p>
            <a:r>
              <a:rPr lang="fr-FR" smtClean="0"/>
              <a:t>8-  PERDURER DANS SON LOVE EN LUI JE ME SUIS DU-PER</a:t>
            </a:r>
          </a:p>
          <a:p>
            <a:r>
              <a:rPr lang="fr-FR" smtClean="0"/>
              <a:t>9-  MON EXPECTATIVE : REPARTIR DIFFÉRENT</a:t>
            </a:r>
          </a:p>
          <a:p>
            <a:r>
              <a:rPr lang="fr-FR" smtClean="0"/>
              <a:t>10-  ME LAISSER GUIDER PAR L'ESPRIT-SAINT, LE LAISSER FAIRE</a:t>
            </a:r>
          </a:p>
          <a:p>
            <a:r>
              <a:rPr lang="fr-FR" smtClean="0"/>
              <a:t>11-  VICTIME D'UNE OPÉRATION À CŒUR OUVERT</a:t>
            </a:r>
          </a:p>
          <a:p>
            <a:r>
              <a:rPr lang="fr-FR" smtClean="0"/>
              <a:t>12-  A SON D.I.E.U LUD'OBÉIT S'EST OFFERT</a:t>
            </a:r>
          </a:p>
          <a:p>
            <a:r>
              <a:rPr lang="fr-FR" smtClean="0"/>
              <a:t>13-  JE VOUS VOIS BOUGER LA TÊTE DEVANT, DERRIÈRE</a:t>
            </a:r>
          </a:p>
          <a:p>
            <a:r>
              <a:rPr lang="fr-FR" smtClean="0"/>
              <a:t>14-  VOUS VOULEZ DU GOSPEL VOUS ALLEZ ÊTRE VI-SER</a:t>
            </a:r>
          </a:p>
          <a:p>
            <a:r>
              <a:rPr lang="fr-FR" smtClean="0"/>
              <a:t>15-  BIG UP T.I.T.L., RDK'L DESTINATION FINALE : ARRIVÉE AU CIEL !</a:t>
            </a:r>
          </a:p>
          <a:p>
            <a:r>
              <a:rPr lang="fr-FR" smtClean="0"/>
              <a:t>16-  PARFOIS L'HOMME PASSE SON TEMPS À PLEURER SUR SON SORT</a:t>
            </a:r>
          </a:p>
          <a:p>
            <a:r>
              <a:rPr lang="fr-FR" smtClean="0"/>
              <a:t>17-  INCONSCIENT QUE C'EST DE SA BOUCHE QUE SON AVENIR SORT</a:t>
            </a:r>
          </a:p>
          <a:p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19-  JE SUIS SÛR QU'IL POURRAIT ENFIN ACCÉDER À L'AMOUR </a:t>
            </a:r>
          </a:p>
          <a:p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CHOISIS LA VIE, ET NON LA MORT. AVEC TA VIE, NE SOIS PAS MÉCHANT</a:t>
            </a:r>
          </a:p>
          <a:p>
            <a:r>
              <a:rPr lang="fr-FR" smtClean="0"/>
              <a:t>22-  OUVRE GRAND TA BOUCHE ET PARLE LE POSITIF</a:t>
            </a:r>
          </a:p>
          <a:p>
            <a:r>
              <a:rPr lang="fr-FR" smtClean="0"/>
              <a:t>23-  NÉGATIVE A ÉTÉ TA VIE DONC FAIS QUE LE MEILLEUR ARRIVE</a:t>
            </a:r>
          </a:p>
          <a:p>
            <a:r>
              <a:rPr lang="fr-FR" smtClean="0"/>
              <a:t>24-  FORTIFIE-TOI ET DÉCIDE D'AVANCER</a:t>
            </a:r>
          </a:p>
          <a:p>
            <a:r>
              <a:rPr lang="fr-FR" smtClean="0"/>
              <a:t>25-  HORS DE QUESTION QUE TON PASSÉ PUISSE TE DEVANCER</a:t>
            </a:r>
          </a:p>
          <a:p>
            <a:r>
              <a:rPr lang="fr-FR" smtClean="0"/>
              <a:t>26-  LE CHOIX EST DÉSORMAIS ENTRE TES MAINS ET DANS TA BOUCHE</a:t>
            </a:r>
          </a:p>
          <a:p>
            <a:r>
              <a:rPr lang="fr-FR" smtClean="0"/>
              <a:t>27-  CHOISIS LE MEILLEUR, ET POUR LE PIRE, FAIS LE VOIR LOUCHE</a:t>
            </a:r>
          </a:p>
          <a:p>
            <a:r>
              <a:rPr lang="fr-FR" smtClean="0"/>
              <a:t>28-  ROUGE EST LE SANG, DONC ROUGE EST LA VICTOIRE</a:t>
            </a:r>
          </a:p>
          <a:p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30-  PARÉ POUR CONQUÉRIR FAIS ÉCLATER TES RIRES</a:t>
            </a:r>
          </a:p>
          <a:p>
            <a:r>
              <a:rPr lang="fr-FR" smtClean="0"/>
              <a:t>31-  ET LÀ TU POURRAS DIRE QUE LE MEILLEUR RESTE À VENIR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34-  AS-TU DÉJÀ ENTENDU DIRE QUE L'ESPOIR S'EST FAIT TUER ? </a:t>
            </a:r>
          </a:p>
          <a:p>
            <a:r>
              <a:rPr lang="fr-FR" smtClean="0"/>
              <a:t>35-  OU BIEN ALORS, QU'APRÈS UN CHOC, L'AMOUR EST DEVENU MUET ? </a:t>
            </a:r>
          </a:p>
          <a:p>
            <a:r>
              <a:rPr lang="fr-FR" smtClean="0"/>
              <a:t>36-  STOP TES PRÉSOMPTIONS ET PUIS PRENDS COURAGE ! </a:t>
            </a:r>
          </a:p>
          <a:p>
            <a:r>
              <a:rPr lang="fr-FR" smtClean="0"/>
              <a:t>37-  SEUL UN LÂCHE SE CACHE LÈVE-TOI ET MARCHE </a:t>
            </a:r>
          </a:p>
          <a:p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39-  QUE LA FOI, DANS TES COMBATS SOIT TON SEUL ÉQUIPIER </a:t>
            </a:r>
          </a:p>
          <a:p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41-  LE DOUTE, TON PIRE ENNEMI, A POUR BUT QUE TU RENONCES </a:t>
            </a:r>
          </a:p>
          <a:p>
            <a:r>
              <a:rPr lang="fr-FR" smtClean="0"/>
              <a:t>42-  PASSE LA CINQUIÈME ET FONCE SANS JAMAIS PLUS RÉTROGRADER </a:t>
            </a:r>
          </a:p>
          <a:p>
            <a:r>
              <a:rPr lang="fr-FR" smtClean="0"/>
              <a:t>43-  DEVANT TOI, LA TERRE PROMISE DERRIÈRE TOI, UNE TERRE DÉGRADÉE </a:t>
            </a:r>
          </a:p>
          <a:p>
            <a:r>
              <a:rPr lang="fr-FR" smtClean="0"/>
              <a:t>44-  DES GRADINS, J'ENTENDS L'ÉQUIPE-TYPE CRIER VICTORY</a:t>
            </a:r>
          </a:p>
          <a:p>
            <a:r>
              <a:rPr lang="fr-FR" smtClean="0"/>
              <a:t>45-  VICTORIA TE SUIVRA, SI T'ABANDONNES TON ANCIENNE STORY </a:t>
            </a:r>
          </a:p>
          <a:p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48-  T'AURAS LA PAIX PLEIN LES POCHES</a:t>
            </a:r>
          </a:p>
          <a:p>
            <a:r>
              <a:rPr lang="fr-FR" smtClean="0"/>
              <a:t>49-  LA GLOIRE POUR COURONNE ET L'A.M.O.U.R POUR TROPHÉE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50-  UNE SEULE DÉCISION QUI A FAIT QUE</a:t>
            </a:r>
          </a:p>
          <a:p>
            <a:r>
              <a:rPr lang="fr-FR" smtClean="0"/>
              <a:t>	51-  VOUS ET MOI, NOUS SOYONS LES PERSONNES QUE NOUS SOMMES</a:t>
            </a:r>
          </a:p>
          <a:p>
            <a:r>
              <a:rPr lang="fr-FR" smtClean="0"/>
              <a:t>	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GOGOGOGO GOSPELLEMENT VÔTRE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BIENVENUE DANS UN MONDE 2 OÙ LA J.O.I.E DÉPASSE LA NORME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NORMAL ON EST VENU DÉTOURNER L'GAME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CHANGER LA DONNE, ON T'AUTORISE À NOUS APPELER GAMINS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QUOI DE PLUS PUR QUE LE CŒUR D'UN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SIMPLE ET SANS SOUCI ON VIT LA VIE À 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PAR MON ÉPANOUISSEMENT JE VEUX FAIRE SOURIRE LE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PERDURER DANS SON LOVE EN LUI JE ME SUIS DU-PER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 EXPECTATIVE : REPARTIR DIFFÉRENT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ME LAISSER GUIDER PAR L'ESPRIT-SAINT, LE LAISSER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VICTIME D'UNE OPÉRATION À CŒUR OUVERT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A SON D.I.E.U LUD'OBÉIT S'EST OFFERT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VOUS VOIS BOUGER LA TÊTE DEVANT, DERRIÈRE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VOUS VOULEZ DU GOSPEL VOUS ALLEZ ÊTRE VI-SER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BIG UP T.I.T.L., RDK'L DESTINATION FINALE : ARRIVÉE AU CIEL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SUIS SÛR QU'IL POURRAIT ENFIN ACCÉDER À L'AMOUR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CHOISIS LA VIE, ET NON LA MORT. AVEC TA VIE, NE SOIS PAS MÉCHANT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NÉGATIVE A ÉTÉ TA VIE DONC FAIS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CHOISIS LE MEILLEUR, ET POUR LE PIRE, FAIS LE VOIR LOUCHE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AS-TU DÉJÀ ENTENDU DIRE QUE L'ESPOIR S'EST FAIT TUER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OU BIEN ALORS, QU'APRÈS UN CHOC, L'AMOUR EST DEVENU MUET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STOP TES PRÉSOMPTIONS ET PUIS PRENDS COURAGE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SEUL UN LÂCHE SE CACHE LÈVE-TOI ET MARCHE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QUE LA FOI, DANS TES COMBATS SOIT TON SEUL ÉQUIPIER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 DOUTE, TON PIRE ENNEMI, A POUR BUT QUE TU RENONCES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PASSE LA CINQUIÈME ET FONCE SANS JAMAIS PLUS RÉTROGRADER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DEVANT TOI, LA TERRE PROMISE DERRIÈRE TOI, UNE TERRE DÉGRADÉE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DES GRADINS, J'ENTENDS L'ÉQUIPE-TYPE CRIER VICTORY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VICTORIA TE SUIVRA, SI T'ABANDONNES TON ANCIENNE STORY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T'AURAS LA PAIX PLEIN LES POCHES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50-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51-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788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GOGOGOGO GOSPELLEMENT VÔTRE</a:t>
            </a:r>
          </a:p>
          <a:p>
            <a:r>
              <a:rPr lang="fr-FR" smtClean="0"/>
              <a:t>2-  BIENVENUE DANS UN MONDE 2 OÙ LA J.O.I.E DÉPASSE LA NORME</a:t>
            </a:r>
          </a:p>
          <a:p>
            <a:r>
              <a:rPr lang="fr-FR" smtClean="0"/>
              <a:t>3-  NORMAL ON EST VENU DÉTOURNER L'GAME</a:t>
            </a:r>
          </a:p>
          <a:p>
            <a:r>
              <a:rPr lang="fr-FR" smtClean="0"/>
              <a:t>4-  CHANGER LA DONNE, ON T'AUTORISE À NOUS APPELER GAMINS</a:t>
            </a:r>
          </a:p>
          <a:p>
            <a:r>
              <a:rPr lang="fr-FR" smtClean="0"/>
              <a:t>5-  QUOI DE PLUS PUR QUE LE CŒUR D'UN ENFANT</a:t>
            </a:r>
          </a:p>
          <a:p>
            <a:r>
              <a:rPr lang="fr-FR" smtClean="0"/>
              <a:t>6-  SIMPLE ET SANS SOUCI ON VIT LA VIE À FOND</a:t>
            </a:r>
          </a:p>
          <a:p>
            <a:r>
              <a:rPr lang="fr-FR" smtClean="0"/>
              <a:t>7-  PAR MON ÉPANOUISSEMENT JE VEUX FAIRE SOURIRE LE PÈRE</a:t>
            </a:r>
          </a:p>
          <a:p>
            <a:r>
              <a:rPr lang="fr-FR" smtClean="0"/>
              <a:t>8-  PERDURER DANS SON LOVE EN LUI JE ME SUIS DU-PER</a:t>
            </a:r>
          </a:p>
          <a:p>
            <a:r>
              <a:rPr lang="fr-FR" smtClean="0"/>
              <a:t>9-  MON EXPECTATIVE : REPARTIR DIFFÉRENT</a:t>
            </a:r>
          </a:p>
          <a:p>
            <a:r>
              <a:rPr lang="fr-FR" smtClean="0"/>
              <a:t>10-  ME LAISSER GUIDER PAR L'ESPRIT-SAINT, LE LAISSER FAIRE</a:t>
            </a:r>
          </a:p>
          <a:p>
            <a:r>
              <a:rPr lang="fr-FR" smtClean="0"/>
              <a:t>11-  VICTIME D'UNE OPÉRATION À CŒUR OUVERT</a:t>
            </a:r>
          </a:p>
          <a:p>
            <a:r>
              <a:rPr lang="fr-FR" smtClean="0"/>
              <a:t>12-  A SON D.I.E.U LUD'OBÉIT S'EST OFFERT</a:t>
            </a:r>
          </a:p>
          <a:p>
            <a:r>
              <a:rPr lang="fr-FR" smtClean="0"/>
              <a:t>13-  JE VOUS VOIS BOUGER LA TÊTE DEVANT, DERRIÈRE</a:t>
            </a:r>
          </a:p>
          <a:p>
            <a:r>
              <a:rPr lang="fr-FR" smtClean="0"/>
              <a:t>14-  VOUS VOULEZ DU GOSPEL VOUS ALLEZ ÊTRE VI-SER</a:t>
            </a:r>
          </a:p>
          <a:p>
            <a:r>
              <a:rPr lang="fr-FR" smtClean="0"/>
              <a:t>15-  BIG UP T.I.T.L., RDK'L DESTINATION FINALE : ARRIVÉE AU CIEL !</a:t>
            </a:r>
          </a:p>
          <a:p>
            <a:r>
              <a:rPr lang="fr-FR" smtClean="0"/>
              <a:t>16-  PARFOIS L'HOMME PASSE SON TEMPS À PLEURER SUR SON SORT</a:t>
            </a:r>
          </a:p>
          <a:p>
            <a:r>
              <a:rPr lang="fr-FR" smtClean="0"/>
              <a:t>17-  INCONSCIENT QUE C'EST DE SA BOUCHE QUE SON AVENIR SORT</a:t>
            </a:r>
          </a:p>
          <a:p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19-  JE SUIS SÛR QU'IL POURRAIT ENFIN ACCÉDER À L'AMOUR </a:t>
            </a:r>
          </a:p>
          <a:p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CHOISIS LA VIE, ET NON LA MORT. AVEC TA VIE, NE SOIS PAS MÉCHANT</a:t>
            </a:r>
          </a:p>
          <a:p>
            <a:r>
              <a:rPr lang="fr-FR" smtClean="0"/>
              <a:t>22-  OUVRE GRAND TA BOUCHE ET PARLE LE POSITIF</a:t>
            </a:r>
          </a:p>
          <a:p>
            <a:r>
              <a:rPr lang="fr-FR" smtClean="0"/>
              <a:t>23-  NÉGATIVE A ÉTÉ TA VIE DONC FAIS QUE LE MEILLEUR ARRIVE</a:t>
            </a:r>
          </a:p>
          <a:p>
            <a:r>
              <a:rPr lang="fr-FR" smtClean="0"/>
              <a:t>24-  FORTIFIE-TOI ET DÉCIDE D'AVANCER</a:t>
            </a:r>
          </a:p>
          <a:p>
            <a:r>
              <a:rPr lang="fr-FR" smtClean="0"/>
              <a:t>25-  HORS DE QUESTION QUE TON PASSÉ PUISSE TE DEVANCER</a:t>
            </a:r>
          </a:p>
          <a:p>
            <a:r>
              <a:rPr lang="fr-FR" smtClean="0"/>
              <a:t>26-  LE CHOIX EST DÉSORMAIS ENTRE TES MAINS ET DANS TA BOUCHE</a:t>
            </a:r>
          </a:p>
          <a:p>
            <a:r>
              <a:rPr lang="fr-FR" smtClean="0"/>
              <a:t>27-  CHOISIS LE MEILLEUR, ET POUR LE PIRE, FAIS LE VOIR LOUCHE</a:t>
            </a:r>
          </a:p>
          <a:p>
            <a:r>
              <a:rPr lang="fr-FR" smtClean="0"/>
              <a:t>28-  ROUGE EST LE SANG, DONC ROUGE EST LA VICTOIRE</a:t>
            </a:r>
          </a:p>
          <a:p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30-  PARÉ POUR CONQUÉRIR FAIS ÉCLATER TES RIRES</a:t>
            </a:r>
          </a:p>
          <a:p>
            <a:r>
              <a:rPr lang="fr-FR" smtClean="0"/>
              <a:t>31-  ET LÀ TU POURRAS DIRE QUE LE MEILLEUR RESTE À VENIR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34-  AS-TU DÉJÀ ENTENDU DIRE QUE L'ESPOIR S'EST FAIT TUER ? </a:t>
            </a:r>
          </a:p>
          <a:p>
            <a:r>
              <a:rPr lang="fr-FR" smtClean="0"/>
              <a:t>35-  OU BIEN ALORS, QU'APRÈS UN CHOC, L'AMOUR EST DEVENU MUET ? </a:t>
            </a:r>
          </a:p>
          <a:p>
            <a:r>
              <a:rPr lang="fr-FR" smtClean="0"/>
              <a:t>36-  STOP TES PRÉSOMPTIONS ET PUIS PRENDS COURAGE ! </a:t>
            </a:r>
          </a:p>
          <a:p>
            <a:r>
              <a:rPr lang="fr-FR" smtClean="0"/>
              <a:t>37-  SEUL UN LÂCHE SE CACHE LÈVE-TOI ET MARCHE </a:t>
            </a:r>
          </a:p>
          <a:p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39-  QUE LA FOI, DANS TES COMBATS SOIT TON SEUL ÉQUIPIER </a:t>
            </a:r>
          </a:p>
          <a:p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41-  LE DOUTE, TON PIRE ENNEMI, A POUR BUT QUE TU RENONCES </a:t>
            </a:r>
          </a:p>
          <a:p>
            <a:r>
              <a:rPr lang="fr-FR" smtClean="0"/>
              <a:t>42-  PASSE LA CINQUIÈME ET FONCE SANS JAMAIS PLUS RÉTROGRADER </a:t>
            </a:r>
          </a:p>
          <a:p>
            <a:r>
              <a:rPr lang="fr-FR" smtClean="0"/>
              <a:t>43-  DEVANT TOI, LA TERRE PROMISE DERRIÈRE TOI, UNE TERRE DÉGRADÉE </a:t>
            </a:r>
          </a:p>
          <a:p>
            <a:r>
              <a:rPr lang="fr-FR" smtClean="0"/>
              <a:t>44-  DES GRADINS, J'ENTENDS L'ÉQUIPE-TYPE CRIER VICTORY</a:t>
            </a:r>
          </a:p>
          <a:p>
            <a:r>
              <a:rPr lang="fr-FR" smtClean="0"/>
              <a:t>45-  VICTORIA TE SUIVRA, SI T'ABANDONNES TON ANCIENNE STORY </a:t>
            </a:r>
          </a:p>
          <a:p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48-  T'AURAS LA PAIX PLEIN LES POCHES</a:t>
            </a:r>
          </a:p>
          <a:p>
            <a:r>
              <a:rPr lang="fr-FR" smtClean="0"/>
              <a:t>49-  LA GLOIRE POUR COURONNE ET L'A.M.O.U.R POUR TROPHÉE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50-  UNE SEULE DÉCISION QUI A FAIT QUE</a:t>
            </a:r>
          </a:p>
          <a:p>
            <a:r>
              <a:rPr lang="fr-FR" smtClean="0"/>
              <a:t>	51-  VOUS ET MOI, NOUS SOYONS LES PERSONNES QUE NOUS SOMMES</a:t>
            </a:r>
          </a:p>
          <a:p>
            <a:r>
              <a:rPr lang="fr-FR" smtClean="0"/>
              <a:t>	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GOGOGOGO GOSPELLEMENT VÔTRE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BIENVENUE DANS UN MONDE 2 OÙ LA J.O.I.E DÉPASSE LA NORME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NORMAL ON EST VENU DÉTOURNER L'GAME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CHANGER LA DONNE, ON T'AUTORISE À NOUS APPELER GAMINS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QUOI DE PLUS PUR QUE LE CŒUR D'UN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SIMPLE ET SANS SOUCI ON VIT LA VIE À 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PAR MON ÉPANOUISSEMENT JE VEUX FAIRE SOURIRE LE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PERDURER DANS SON LOVE EN LUI JE ME SUIS DU-PER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 EXPECTATIVE : REPARTIR DIFFÉRENT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ME LAISSER GUIDER PAR L'ESPRIT-SAINT, LE LAISSER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VICTIME D'UNE OPÉRATION À CŒUR OUVERT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A SON D.I.E.U LUD'OBÉIT S'EST OFFERT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VOUS VOIS BOUGER LA TÊTE DEVANT, DERRIÈRE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VOUS VOULEZ DU GOSPEL VOUS ALLEZ ÊTRE VI-SER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BIG UP T.I.T.L., RDK'L DESTINATION FINALE : ARRIVÉE AU CIEL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SUIS SÛR QU'IL POURRAIT ENFIN ACCÉDER À L'AMOUR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CHOISIS LA VIE, ET NON LA MORT. AVEC TA VIE, NE SOIS PAS MÉCHANT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NÉGATIVE A ÉTÉ TA VIE DONC FAIS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CHOISIS LE MEILLEUR, ET POUR LE PIRE, FAIS LE VOIR LOUCHE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AS-TU DÉJÀ ENTENDU DIRE QUE L'ESPOIR S'EST FAIT TUER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OU BIEN ALORS, QU'APRÈS UN CHOC, L'AMOUR EST DEVENU MUET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STOP TES PRÉSOMPTIONS ET PUIS PRENDS COURAGE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SEUL UN LÂCHE SE CACHE LÈVE-TOI ET MARCHE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QUE LA FOI, DANS TES COMBATS SOIT TON SEUL ÉQUIPIER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 DOUTE, TON PIRE ENNEMI, A POUR BUT QUE TU RENONCES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PASSE LA CINQUIÈME ET FONCE SANS JAMAIS PLUS RÉTROGRADER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DEVANT TOI, LA TERRE PROMISE DERRIÈRE TOI, UNE TERRE DÉGRADÉE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DES GRADINS, J'ENTENDS L'ÉQUIPE-TYPE CRIER VICTORY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VICTORIA TE SUIVRA, SI T'ABANDONNES TON ANCIENNE STORY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T'AURAS LA PAIX PLEIN LES POCHES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50-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51-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798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GOGOGOGO GOSPELLEMENT VÔTRE</a:t>
            </a:r>
          </a:p>
          <a:p>
            <a:r>
              <a:rPr lang="fr-FR" smtClean="0"/>
              <a:t>2-  BIENVENUE DANS UN MONDE 2 OÙ LA J.O.I.E DÉPASSE LA NORME</a:t>
            </a:r>
          </a:p>
          <a:p>
            <a:r>
              <a:rPr lang="fr-FR" smtClean="0"/>
              <a:t>3-  NORMAL ON EST VENU DÉTOURNER L'GAME</a:t>
            </a:r>
          </a:p>
          <a:p>
            <a:r>
              <a:rPr lang="fr-FR" smtClean="0"/>
              <a:t>4-  CHANGER LA DONNE, ON T'AUTORISE À NOUS APPELER GAMINS</a:t>
            </a:r>
          </a:p>
          <a:p>
            <a:r>
              <a:rPr lang="fr-FR" smtClean="0"/>
              <a:t>5-  QUOI DE PLUS PUR QUE LE CŒUR D'UN ENFANT</a:t>
            </a:r>
          </a:p>
          <a:p>
            <a:r>
              <a:rPr lang="fr-FR" smtClean="0"/>
              <a:t>6-  SIMPLE ET SANS SOUCI ON VIT LA VIE À FOND</a:t>
            </a:r>
          </a:p>
          <a:p>
            <a:r>
              <a:rPr lang="fr-FR" smtClean="0"/>
              <a:t>7-  PAR MON ÉPANOUISSEMENT JE VEUX FAIRE SOURIRE LE PÈRE</a:t>
            </a:r>
          </a:p>
          <a:p>
            <a:r>
              <a:rPr lang="fr-FR" smtClean="0"/>
              <a:t>8-  PERDURER DANS SON LOVE EN LUI JE ME SUIS DU-PER</a:t>
            </a:r>
          </a:p>
          <a:p>
            <a:r>
              <a:rPr lang="fr-FR" smtClean="0"/>
              <a:t>9-  MON EXPECTATIVE : REPARTIR DIFFÉRENT</a:t>
            </a:r>
          </a:p>
          <a:p>
            <a:r>
              <a:rPr lang="fr-FR" smtClean="0"/>
              <a:t>10-  ME LAISSER GUIDER PAR L'ESPRIT-SAINT, LE LAISSER FAIRE</a:t>
            </a:r>
          </a:p>
          <a:p>
            <a:r>
              <a:rPr lang="fr-FR" smtClean="0"/>
              <a:t>11-  VICTIME D'UNE OPÉRATION À CŒUR OUVERT</a:t>
            </a:r>
          </a:p>
          <a:p>
            <a:r>
              <a:rPr lang="fr-FR" smtClean="0"/>
              <a:t>12-  A SON D.I.E.U LUD'OBÉIT S'EST OFFERT</a:t>
            </a:r>
          </a:p>
          <a:p>
            <a:r>
              <a:rPr lang="fr-FR" smtClean="0"/>
              <a:t>13-  JE VOUS VOIS BOUGER LA TÊTE DEVANT, DERRIÈRE</a:t>
            </a:r>
          </a:p>
          <a:p>
            <a:r>
              <a:rPr lang="fr-FR" smtClean="0"/>
              <a:t>14-  VOUS VOULEZ DU GOSPEL VOUS ALLEZ ÊTRE VI-SER</a:t>
            </a:r>
          </a:p>
          <a:p>
            <a:r>
              <a:rPr lang="fr-FR" smtClean="0"/>
              <a:t>15-  BIG UP T.I.T.L., RDK'L DESTINATION FINALE : ARRIVÉE AU CIEL !</a:t>
            </a:r>
          </a:p>
          <a:p>
            <a:r>
              <a:rPr lang="fr-FR" smtClean="0"/>
              <a:t>16-  PARFOIS L'HOMME PASSE SON TEMPS À PLEURER SUR SON SORT</a:t>
            </a:r>
          </a:p>
          <a:p>
            <a:r>
              <a:rPr lang="fr-FR" smtClean="0"/>
              <a:t>17-  INCONSCIENT QUE C'EST DE SA BOUCHE QUE SON AVENIR SORT</a:t>
            </a:r>
          </a:p>
          <a:p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19-  JE SUIS SÛR QU'IL POURRAIT ENFIN ACCÉDER À L'AMOUR </a:t>
            </a:r>
          </a:p>
          <a:p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CHOISIS LA VIE, ET NON LA MORT. AVEC TA VIE, NE SOIS PAS MÉCHANT</a:t>
            </a:r>
          </a:p>
          <a:p>
            <a:r>
              <a:rPr lang="fr-FR" smtClean="0"/>
              <a:t>22-  OUVRE GRAND TA BOUCHE ET PARLE LE POSITIF</a:t>
            </a:r>
          </a:p>
          <a:p>
            <a:r>
              <a:rPr lang="fr-FR" smtClean="0"/>
              <a:t>23-  NÉGATIVE A ÉTÉ TA VIE DONC FAIS QUE LE MEILLEUR ARRIVE</a:t>
            </a:r>
          </a:p>
          <a:p>
            <a:r>
              <a:rPr lang="fr-FR" smtClean="0"/>
              <a:t>24-  FORTIFIE-TOI ET DÉCIDE D'AVANCER</a:t>
            </a:r>
          </a:p>
          <a:p>
            <a:r>
              <a:rPr lang="fr-FR" smtClean="0"/>
              <a:t>25-  HORS DE QUESTION QUE TON PASSÉ PUISSE TE DEVANCER</a:t>
            </a:r>
          </a:p>
          <a:p>
            <a:r>
              <a:rPr lang="fr-FR" smtClean="0"/>
              <a:t>26-  LE CHOIX EST DÉSORMAIS ENTRE TES MAINS ET DANS TA BOUCHE</a:t>
            </a:r>
          </a:p>
          <a:p>
            <a:r>
              <a:rPr lang="fr-FR" smtClean="0"/>
              <a:t>27-  CHOISIS LE MEILLEUR, ET POUR LE PIRE, FAIS LE VOIR LOUCHE</a:t>
            </a:r>
          </a:p>
          <a:p>
            <a:r>
              <a:rPr lang="fr-FR" smtClean="0"/>
              <a:t>28-  ROUGE EST LE SANG, DONC ROUGE EST LA VICTOIRE</a:t>
            </a:r>
          </a:p>
          <a:p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30-  PARÉ POUR CONQUÉRIR FAIS ÉCLATER TES RIRES</a:t>
            </a:r>
          </a:p>
          <a:p>
            <a:r>
              <a:rPr lang="fr-FR" smtClean="0"/>
              <a:t>31-  ET LÀ TU POURRAS DIRE QUE LE MEILLEUR RESTE À VENIR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34-  AS-TU DÉJÀ ENTENDU DIRE QUE L'ESPOIR S'EST FAIT TUER ? </a:t>
            </a:r>
          </a:p>
          <a:p>
            <a:r>
              <a:rPr lang="fr-FR" smtClean="0"/>
              <a:t>35-  OU BIEN ALORS, QU'APRÈS UN CHOC, L'AMOUR EST DEVENU MUET ? </a:t>
            </a:r>
          </a:p>
          <a:p>
            <a:r>
              <a:rPr lang="fr-FR" smtClean="0"/>
              <a:t>36-  STOP TES PRÉSOMPTIONS ET PUIS PRENDS COURAGE ! </a:t>
            </a:r>
          </a:p>
          <a:p>
            <a:r>
              <a:rPr lang="fr-FR" smtClean="0"/>
              <a:t>37-  SEUL UN LÂCHE SE CACHE LÈVE-TOI ET MARCHE </a:t>
            </a:r>
          </a:p>
          <a:p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39-  QUE LA FOI, DANS TES COMBATS SOIT TON SEUL ÉQUIPIER </a:t>
            </a:r>
          </a:p>
          <a:p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41-  LE DOUTE, TON PIRE ENNEMI, A POUR BUT QUE TU RENONCES </a:t>
            </a:r>
          </a:p>
          <a:p>
            <a:r>
              <a:rPr lang="fr-FR" smtClean="0"/>
              <a:t>42-  PASSE LA CINQUIÈME ET FONCE SANS JAMAIS PLUS RÉTROGRADER </a:t>
            </a:r>
          </a:p>
          <a:p>
            <a:r>
              <a:rPr lang="fr-FR" smtClean="0"/>
              <a:t>43-  DEVANT TOI, LA TERRE PROMISE DERRIÈRE TOI, UNE TERRE DÉGRADÉE </a:t>
            </a:r>
          </a:p>
          <a:p>
            <a:r>
              <a:rPr lang="fr-FR" smtClean="0"/>
              <a:t>44-  DES GRADINS, J'ENTENDS L'ÉQUIPE-TYPE CRIER VICTORY</a:t>
            </a:r>
          </a:p>
          <a:p>
            <a:r>
              <a:rPr lang="fr-FR" smtClean="0"/>
              <a:t>45-  VICTORIA TE SUIVRA, SI T'ABANDONNES TON ANCIENNE STORY </a:t>
            </a:r>
          </a:p>
          <a:p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48-  T'AURAS LA PAIX PLEIN LES POCHES</a:t>
            </a:r>
          </a:p>
          <a:p>
            <a:r>
              <a:rPr lang="fr-FR" smtClean="0"/>
              <a:t>49-  LA GLOIRE POUR COURONNE ET L'A.M.O.U.R POUR TROPHÉE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50-  UNE SEULE DÉCISION QUI A FAIT QUE</a:t>
            </a:r>
          </a:p>
          <a:p>
            <a:r>
              <a:rPr lang="fr-FR" smtClean="0"/>
              <a:t>	51-  VOUS ET MOI, NOUS SOYONS LES PERSONNES QUE NOUS SOMMES</a:t>
            </a:r>
          </a:p>
          <a:p>
            <a:r>
              <a:rPr lang="fr-FR" smtClean="0"/>
              <a:t>	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GOGOGOGO GOSPELLEMENT VÔTRE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BIENVENUE DANS UN MONDE 2 OÙ LA J.O.I.E DÉPASSE LA NORME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NORMAL ON EST VENU DÉTOURNER L'GAME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CHANGER LA DONNE, ON T'AUTORISE À NOUS APPELER GAMINS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QUOI DE PLUS PUR QUE LE CŒUR D'UN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SIMPLE ET SANS SOUCI ON VIT LA VIE À 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PAR MON ÉPANOUISSEMENT JE VEUX FAIRE SOURIRE LE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PERDURER DANS SON LOVE EN LUI JE ME SUIS DU-PER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 EXPECTATIVE : REPARTIR DIFFÉRENT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ME LAISSER GUIDER PAR L'ESPRIT-SAINT, LE LAISSER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VICTIME D'UNE OPÉRATION À CŒUR OUVERT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A SON D.I.E.U LUD'OBÉIT S'EST OFFERT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VOUS VOIS BOUGER LA TÊTE DEVANT, DERRIÈRE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VOUS VOULEZ DU GOSPEL VOUS ALLEZ ÊTRE VI-SER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BIG UP T.I.T.L., RDK'L DESTINATION FINALE : ARRIVÉE AU CIEL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SUIS SÛR QU'IL POURRAIT ENFIN ACCÉDER À L'AMOUR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CHOISIS LA VIE, ET NON LA MORT. AVEC TA VIE, NE SOIS PAS MÉCHANT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NÉGATIVE A ÉTÉ TA VIE DONC FAIS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CHOISIS LE MEILLEUR, ET POUR LE PIRE, FAIS LE VOIR LOUCHE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AS-TU DÉJÀ ENTENDU DIRE QUE L'ESPOIR S'EST FAIT TUER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OU BIEN ALORS, QU'APRÈS UN CHOC, L'AMOUR EST DEVENU MUET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STOP TES PRÉSOMPTIONS ET PUIS PRENDS COURAGE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SEUL UN LÂCHE SE CACHE LÈVE-TOI ET MARCHE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QUE LA FOI, DANS TES COMBATS SOIT TON SEUL ÉQUIPIER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 DOUTE, TON PIRE ENNEMI, A POUR BUT QUE TU RENONCES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PASSE LA CINQUIÈME ET FONCE SANS JAMAIS PLUS RÉTROGRADER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DEVANT TOI, LA TERRE PROMISE DERRIÈRE TOI, UNE TERRE DÉGRADÉE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DES GRADINS, J'ENTENDS L'ÉQUIPE-TYPE CRIER VICTORY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VICTORIA TE SUIVRA, SI T'ABANDONNES TON ANCIENNE STORY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T'AURAS LA PAIX PLEIN LES POCHES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50-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51-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809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GOGOGOGO GOSPELLEMENT VÔTRE</a:t>
            </a:r>
          </a:p>
          <a:p>
            <a:r>
              <a:rPr lang="fr-FR" smtClean="0"/>
              <a:t>2-  BIENVENUE DANS UN MONDE 2 OÙ LA J.O.I.E DÉPASSE LA NORME</a:t>
            </a:r>
          </a:p>
          <a:p>
            <a:r>
              <a:rPr lang="fr-FR" smtClean="0"/>
              <a:t>3-  NORMAL ON EST VENU DÉTOURNER L'GAME</a:t>
            </a:r>
          </a:p>
          <a:p>
            <a:r>
              <a:rPr lang="fr-FR" smtClean="0"/>
              <a:t>4-  CHANGER LA DONNE, ON T'AUTORISE À NOUS APPELER GAMINS</a:t>
            </a:r>
          </a:p>
          <a:p>
            <a:r>
              <a:rPr lang="fr-FR" smtClean="0"/>
              <a:t>5-  QUOI DE PLUS PUR QUE LE CŒUR D'UN ENFANT</a:t>
            </a:r>
          </a:p>
          <a:p>
            <a:r>
              <a:rPr lang="fr-FR" smtClean="0"/>
              <a:t>6-  SIMPLE ET SANS SOUCI ON VIT LA VIE À FOND</a:t>
            </a:r>
          </a:p>
          <a:p>
            <a:r>
              <a:rPr lang="fr-FR" smtClean="0"/>
              <a:t>7-  PAR MON ÉPANOUISSEMENT JE VEUX FAIRE SOURIRE LE PÈRE</a:t>
            </a:r>
          </a:p>
          <a:p>
            <a:r>
              <a:rPr lang="fr-FR" smtClean="0"/>
              <a:t>8-  PERDURER DANS SON LOVE EN LUI JE ME SUIS DU-PER</a:t>
            </a:r>
          </a:p>
          <a:p>
            <a:r>
              <a:rPr lang="fr-FR" smtClean="0"/>
              <a:t>9-  MON EXPECTATIVE : REPARTIR DIFFÉRENT</a:t>
            </a:r>
          </a:p>
          <a:p>
            <a:r>
              <a:rPr lang="fr-FR" smtClean="0"/>
              <a:t>10-  ME LAISSER GUIDER PAR L'ESPRIT-SAINT, LE LAISSER FAIRE</a:t>
            </a:r>
          </a:p>
          <a:p>
            <a:r>
              <a:rPr lang="fr-FR" smtClean="0"/>
              <a:t>11-  VICTIME D'UNE OPÉRATION À CŒUR OUVERT</a:t>
            </a:r>
          </a:p>
          <a:p>
            <a:r>
              <a:rPr lang="fr-FR" smtClean="0"/>
              <a:t>12-  A SON D.I.E.U LUD'OBÉIT S'EST OFFERT</a:t>
            </a:r>
          </a:p>
          <a:p>
            <a:r>
              <a:rPr lang="fr-FR" smtClean="0"/>
              <a:t>13-  JE VOUS VOIS BOUGER LA TÊTE DEVANT, DERRIÈRE</a:t>
            </a:r>
          </a:p>
          <a:p>
            <a:r>
              <a:rPr lang="fr-FR" smtClean="0"/>
              <a:t>14-  VOUS VOULEZ DU GOSPEL VOUS ALLEZ ÊTRE VI-SER</a:t>
            </a:r>
          </a:p>
          <a:p>
            <a:r>
              <a:rPr lang="fr-FR" smtClean="0"/>
              <a:t>15-  BIG UP T.I.T.L., RDK'L DESTINATION FINALE : ARRIVÉE AU CIEL !</a:t>
            </a:r>
          </a:p>
          <a:p>
            <a:r>
              <a:rPr lang="fr-FR" smtClean="0"/>
              <a:t>16-  PARFOIS L'HOMME PASSE SON TEMPS À PLEURER SUR SON SORT</a:t>
            </a:r>
          </a:p>
          <a:p>
            <a:r>
              <a:rPr lang="fr-FR" smtClean="0"/>
              <a:t>17-  INCONSCIENT QUE C'EST DE SA BOUCHE QUE SON AVENIR SORT</a:t>
            </a:r>
          </a:p>
          <a:p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19-  JE SUIS SÛR QU'IL POURRAIT ENFIN ACCÉDER À L'AMOUR </a:t>
            </a:r>
          </a:p>
          <a:p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CHOISIS LA VIE, ET NON LA MORT. AVEC TA VIE, NE SOIS PAS MÉCHANT</a:t>
            </a:r>
          </a:p>
          <a:p>
            <a:r>
              <a:rPr lang="fr-FR" smtClean="0"/>
              <a:t>22-  OUVRE GRAND TA BOUCHE ET PARLE LE POSITIF</a:t>
            </a:r>
          </a:p>
          <a:p>
            <a:r>
              <a:rPr lang="fr-FR" smtClean="0"/>
              <a:t>23-  NÉGATIVE A ÉTÉ TA VIE DONC FAIS QUE LE MEILLEUR ARRIVE</a:t>
            </a:r>
          </a:p>
          <a:p>
            <a:r>
              <a:rPr lang="fr-FR" smtClean="0"/>
              <a:t>24-  FORTIFIE-TOI ET DÉCIDE D'AVANCER</a:t>
            </a:r>
          </a:p>
          <a:p>
            <a:r>
              <a:rPr lang="fr-FR" smtClean="0"/>
              <a:t>25-  HORS DE QUESTION QUE TON PASSÉ PUISSE TE DEVANCER</a:t>
            </a:r>
          </a:p>
          <a:p>
            <a:r>
              <a:rPr lang="fr-FR" smtClean="0"/>
              <a:t>26-  LE CHOIX EST DÉSORMAIS ENTRE TES MAINS ET DANS TA BOUCHE</a:t>
            </a:r>
          </a:p>
          <a:p>
            <a:r>
              <a:rPr lang="fr-FR" smtClean="0"/>
              <a:t>27-  CHOISIS LE MEILLEUR, ET POUR LE PIRE, FAIS LE VOIR LOUCHE</a:t>
            </a:r>
          </a:p>
          <a:p>
            <a:r>
              <a:rPr lang="fr-FR" smtClean="0"/>
              <a:t>28-  ROUGE EST LE SANG, DONC ROUGE EST LA VICTOIRE</a:t>
            </a:r>
          </a:p>
          <a:p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30-  PARÉ POUR CONQUÉRIR FAIS ÉCLATER TES RIRES</a:t>
            </a:r>
          </a:p>
          <a:p>
            <a:r>
              <a:rPr lang="fr-FR" smtClean="0"/>
              <a:t>31-  ET LÀ TU POURRAS DIRE QUE LE MEILLEUR RESTE À VENIR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34-  AS-TU DÉJÀ ENTENDU DIRE QUE L'ESPOIR S'EST FAIT TUER ? </a:t>
            </a:r>
          </a:p>
          <a:p>
            <a:r>
              <a:rPr lang="fr-FR" smtClean="0"/>
              <a:t>35-  OU BIEN ALORS, QU'APRÈS UN CHOC, L'AMOUR EST DEVENU MUET ? </a:t>
            </a:r>
          </a:p>
          <a:p>
            <a:r>
              <a:rPr lang="fr-FR" smtClean="0"/>
              <a:t>36-  STOP TES PRÉSOMPTIONS ET PUIS PRENDS COURAGE ! </a:t>
            </a:r>
          </a:p>
          <a:p>
            <a:r>
              <a:rPr lang="fr-FR" smtClean="0"/>
              <a:t>37-  SEUL UN LÂCHE SE CACHE LÈVE-TOI ET MARCHE </a:t>
            </a:r>
          </a:p>
          <a:p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39-  QUE LA FOI, DANS TES COMBATS SOIT TON SEUL ÉQUIPIER </a:t>
            </a:r>
          </a:p>
          <a:p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41-  LE DOUTE, TON PIRE ENNEMI, A POUR BUT QUE TU RENONCES </a:t>
            </a:r>
          </a:p>
          <a:p>
            <a:r>
              <a:rPr lang="fr-FR" smtClean="0"/>
              <a:t>42-  PASSE LA CINQUIÈME ET FONCE SANS JAMAIS PLUS RÉTROGRADER </a:t>
            </a:r>
          </a:p>
          <a:p>
            <a:r>
              <a:rPr lang="fr-FR" smtClean="0"/>
              <a:t>43-  DEVANT TOI, LA TERRE PROMISE DERRIÈRE TOI, UNE TERRE DÉGRADÉE </a:t>
            </a:r>
          </a:p>
          <a:p>
            <a:r>
              <a:rPr lang="fr-FR" smtClean="0"/>
              <a:t>44-  DES GRADINS, J'ENTENDS L'ÉQUIPE-TYPE CRIER VICTORY</a:t>
            </a:r>
          </a:p>
          <a:p>
            <a:r>
              <a:rPr lang="fr-FR" smtClean="0"/>
              <a:t>45-  VICTORIA TE SUIVRA, SI T'ABANDONNES TON ANCIENNE STORY </a:t>
            </a:r>
          </a:p>
          <a:p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48-  T'AURAS LA PAIX PLEIN LES POCHES</a:t>
            </a:r>
          </a:p>
          <a:p>
            <a:r>
              <a:rPr lang="fr-FR" smtClean="0"/>
              <a:t>49-  LA GLOIRE POUR COURONNE ET L'A.M.O.U.R POUR TROPHÉE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50-  UNE SEULE DÉCISION QUI A FAIT QUE</a:t>
            </a:r>
          </a:p>
          <a:p>
            <a:r>
              <a:rPr lang="fr-FR" smtClean="0"/>
              <a:t>	51-  VOUS ET MOI, NOUS SOYONS LES PERSONNES QUE NOUS SOMMES</a:t>
            </a:r>
          </a:p>
          <a:p>
            <a:r>
              <a:rPr lang="fr-FR" smtClean="0"/>
              <a:t>	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GOGOGOGO GOSPELLEMENT VÔTRE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BIENVENUE DANS UN MONDE 2 OÙ LA J.O.I.E DÉPASSE LA NORME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NORMAL ON EST VENU DÉTOURNER L'GAME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CHANGER LA DONNE, ON T'AUTORISE À NOUS APPELER GAMINS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QUOI DE PLUS PUR QUE LE CŒUR D'UN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SIMPLE ET SANS SOUCI ON VIT LA VIE À 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PAR MON ÉPANOUISSEMENT JE VEUX FAIRE SOURIRE LE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PERDURER DANS SON LOVE EN LUI JE ME SUIS DU-PER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 EXPECTATIVE : REPARTIR DIFFÉRENT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ME LAISSER GUIDER PAR L'ESPRIT-SAINT, LE LAISSER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VICTIME D'UNE OPÉRATION À CŒUR OUVERT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A SON D.I.E.U LUD'OBÉIT S'EST OFFERT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VOUS VOIS BOUGER LA TÊTE DEVANT, DERRIÈRE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VOUS VOULEZ DU GOSPEL VOUS ALLEZ ÊTRE VI-SER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BIG UP T.I.T.L., RDK'L DESTINATION FINALE : ARRIVÉE AU CIEL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SUIS SÛR QU'IL POURRAIT ENFIN ACCÉDER À L'AMOUR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CHOISIS LA VIE, ET NON LA MORT. AVEC TA VIE, NE SOIS PAS MÉCHANT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NÉGATIVE A ÉTÉ TA VIE DONC FAIS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CHOISIS LE MEILLEUR, ET POUR LE PIRE, FAIS LE VOIR LOUCHE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AS-TU DÉJÀ ENTENDU DIRE QUE L'ESPOIR S'EST FAIT TUER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OU BIEN ALORS, QU'APRÈS UN CHOC, L'AMOUR EST DEVENU MUET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STOP TES PRÉSOMPTIONS ET PUIS PRENDS COURAGE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SEUL UN LÂCHE SE CACHE LÈVE-TOI ET MARCHE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QUE LA FOI, DANS TES COMBATS SOIT TON SEUL ÉQUIPIER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 DOUTE, TON PIRE ENNEMI, A POUR BUT QUE TU RENONCES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PASSE LA CINQUIÈME ET FONCE SANS JAMAIS PLUS RÉTROGRADER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DEVANT TOI, LA TERRE PROMISE DERRIÈRE TOI, UNE TERRE DÉGRADÉE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DES GRADINS, J'ENTENDS L'ÉQUIPE-TYPE CRIER VICTORY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VICTORIA TE SUIVRA, SI T'ABANDONNES TON ANCIENNE STORY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T'AURAS LA PAIX PLEIN LES POCHES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50-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51-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819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GOGOGOGO GOSPELLEMENT VÔTRE</a:t>
            </a:r>
          </a:p>
          <a:p>
            <a:r>
              <a:rPr lang="fr-FR" smtClean="0"/>
              <a:t>2-  BIENVENUE DANS UN MONDE 2 OÙ LA J.O.I.E DÉPASSE LA NORME</a:t>
            </a:r>
          </a:p>
          <a:p>
            <a:r>
              <a:rPr lang="fr-FR" smtClean="0"/>
              <a:t>3-  NORMAL ON EST VENU DÉTOURNER L'GAME</a:t>
            </a:r>
          </a:p>
          <a:p>
            <a:r>
              <a:rPr lang="fr-FR" smtClean="0"/>
              <a:t>4-  CHANGER LA DONNE, ON T'AUTORISE À NOUS APPELER GAMINS</a:t>
            </a:r>
          </a:p>
          <a:p>
            <a:r>
              <a:rPr lang="fr-FR" smtClean="0"/>
              <a:t>5-  QUOI DE PLUS PUR QUE LE CŒUR D'UN ENFANT</a:t>
            </a:r>
          </a:p>
          <a:p>
            <a:r>
              <a:rPr lang="fr-FR" smtClean="0"/>
              <a:t>6-  SIMPLE ET SANS SOUCI ON VIT LA VIE À FOND</a:t>
            </a:r>
          </a:p>
          <a:p>
            <a:r>
              <a:rPr lang="fr-FR" smtClean="0"/>
              <a:t>7-  PAR MON ÉPANOUISSEMENT JE VEUX FAIRE SOURIRE LE PÈRE</a:t>
            </a:r>
          </a:p>
          <a:p>
            <a:r>
              <a:rPr lang="fr-FR" smtClean="0"/>
              <a:t>8-  PERDURER DANS SON LOVE EN LUI JE ME SUIS DU-PER</a:t>
            </a:r>
          </a:p>
          <a:p>
            <a:r>
              <a:rPr lang="fr-FR" smtClean="0"/>
              <a:t>9-  MON EXPECTATIVE : REPARTIR DIFFÉRENT</a:t>
            </a:r>
          </a:p>
          <a:p>
            <a:r>
              <a:rPr lang="fr-FR" smtClean="0"/>
              <a:t>10-  ME LAISSER GUIDER PAR L'ESPRIT-SAINT, LE LAISSER FAIRE</a:t>
            </a:r>
          </a:p>
          <a:p>
            <a:r>
              <a:rPr lang="fr-FR" smtClean="0"/>
              <a:t>11-  VICTIME D'UNE OPÉRATION À CŒUR OUVERT</a:t>
            </a:r>
          </a:p>
          <a:p>
            <a:r>
              <a:rPr lang="fr-FR" smtClean="0"/>
              <a:t>12-  A SON D.I.E.U LUD'OBÉIT S'EST OFFERT</a:t>
            </a:r>
          </a:p>
          <a:p>
            <a:r>
              <a:rPr lang="fr-FR" smtClean="0"/>
              <a:t>13-  JE VOUS VOIS BOUGER LA TÊTE DEVANT, DERRIÈRE</a:t>
            </a:r>
          </a:p>
          <a:p>
            <a:r>
              <a:rPr lang="fr-FR" smtClean="0"/>
              <a:t>14-  VOUS VOULEZ DU GOSPEL VOUS ALLEZ ÊTRE VI-SER</a:t>
            </a:r>
          </a:p>
          <a:p>
            <a:r>
              <a:rPr lang="fr-FR" smtClean="0"/>
              <a:t>15-  BIG UP T.I.T.L., RDK'L DESTINATION FINALE : ARRIVÉE AU CIEL !</a:t>
            </a:r>
          </a:p>
          <a:p>
            <a:r>
              <a:rPr lang="fr-FR" smtClean="0"/>
              <a:t>16-  PARFOIS L'HOMME PASSE SON TEMPS À PLEURER SUR SON SORT</a:t>
            </a:r>
          </a:p>
          <a:p>
            <a:r>
              <a:rPr lang="fr-FR" smtClean="0"/>
              <a:t>17-  INCONSCIENT QUE C'EST DE SA BOUCHE QUE SON AVENIR SORT</a:t>
            </a:r>
          </a:p>
          <a:p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19-  JE SUIS SÛR QU'IL POURRAIT ENFIN ACCÉDER À L'AMOUR </a:t>
            </a:r>
          </a:p>
          <a:p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CHOISIS LA VIE, ET NON LA MORT. AVEC TA VIE, NE SOIS PAS MÉCHANT</a:t>
            </a:r>
          </a:p>
          <a:p>
            <a:r>
              <a:rPr lang="fr-FR" smtClean="0"/>
              <a:t>22-  OUVRE GRAND TA BOUCHE ET PARLE LE POSITIF</a:t>
            </a:r>
          </a:p>
          <a:p>
            <a:r>
              <a:rPr lang="fr-FR" smtClean="0"/>
              <a:t>23-  NÉGATIVE A ÉTÉ TA VIE DONC FAIS QUE LE MEILLEUR ARRIVE</a:t>
            </a:r>
          </a:p>
          <a:p>
            <a:r>
              <a:rPr lang="fr-FR" smtClean="0"/>
              <a:t>24-  FORTIFIE-TOI ET DÉCIDE D'AVANCER</a:t>
            </a:r>
          </a:p>
          <a:p>
            <a:r>
              <a:rPr lang="fr-FR" smtClean="0"/>
              <a:t>25-  HORS DE QUESTION QUE TON PASSÉ PUISSE TE DEVANCER</a:t>
            </a:r>
          </a:p>
          <a:p>
            <a:r>
              <a:rPr lang="fr-FR" smtClean="0"/>
              <a:t>26-  LE CHOIX EST DÉSORMAIS ENTRE TES MAINS ET DANS TA BOUCHE</a:t>
            </a:r>
          </a:p>
          <a:p>
            <a:r>
              <a:rPr lang="fr-FR" smtClean="0"/>
              <a:t>27-  CHOISIS LE MEILLEUR, ET POUR LE PIRE, FAIS LE VOIR LOUCHE</a:t>
            </a:r>
          </a:p>
          <a:p>
            <a:r>
              <a:rPr lang="fr-FR" smtClean="0"/>
              <a:t>28-  ROUGE EST LE SANG, DONC ROUGE EST LA VICTOIRE</a:t>
            </a:r>
          </a:p>
          <a:p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30-  PARÉ POUR CONQUÉRIR FAIS ÉCLATER TES RIRES</a:t>
            </a:r>
          </a:p>
          <a:p>
            <a:r>
              <a:rPr lang="fr-FR" smtClean="0"/>
              <a:t>31-  ET LÀ TU POURRAS DIRE QUE LE MEILLEUR RESTE À VENIR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34-  AS-TU DÉJÀ ENTENDU DIRE QUE L'ESPOIR S'EST FAIT TUER ? </a:t>
            </a:r>
          </a:p>
          <a:p>
            <a:r>
              <a:rPr lang="fr-FR" smtClean="0"/>
              <a:t>35-  OU BIEN ALORS, QU'APRÈS UN CHOC, L'AMOUR EST DEVENU MUET ? </a:t>
            </a:r>
          </a:p>
          <a:p>
            <a:r>
              <a:rPr lang="fr-FR" smtClean="0"/>
              <a:t>36-  STOP TES PRÉSOMPTIONS ET PUIS PRENDS COURAGE ! </a:t>
            </a:r>
          </a:p>
          <a:p>
            <a:r>
              <a:rPr lang="fr-FR" smtClean="0"/>
              <a:t>37-  SEUL UN LÂCHE SE CACHE LÈVE-TOI ET MARCHE </a:t>
            </a:r>
          </a:p>
          <a:p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39-  QUE LA FOI, DANS TES COMBATS SOIT TON SEUL ÉQUIPIER </a:t>
            </a:r>
          </a:p>
          <a:p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41-  LE DOUTE, TON PIRE ENNEMI, A POUR BUT QUE TU RENONCES </a:t>
            </a:r>
          </a:p>
          <a:p>
            <a:r>
              <a:rPr lang="fr-FR" smtClean="0"/>
              <a:t>42-  PASSE LA CINQUIÈME ET FONCE SANS JAMAIS PLUS RÉTROGRADER </a:t>
            </a:r>
          </a:p>
          <a:p>
            <a:r>
              <a:rPr lang="fr-FR" smtClean="0"/>
              <a:t>43-  DEVANT TOI, LA TERRE PROMISE DERRIÈRE TOI, UNE TERRE DÉGRADÉE </a:t>
            </a:r>
          </a:p>
          <a:p>
            <a:r>
              <a:rPr lang="fr-FR" smtClean="0"/>
              <a:t>44-  DES GRADINS, J'ENTENDS L'ÉQUIPE-TYPE CRIER VICTORY</a:t>
            </a:r>
          </a:p>
          <a:p>
            <a:r>
              <a:rPr lang="fr-FR" smtClean="0"/>
              <a:t>45-  VICTORIA TE SUIVRA, SI T'ABANDONNES TON ANCIENNE STORY </a:t>
            </a:r>
          </a:p>
          <a:p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48-  T'AURAS LA PAIX PLEIN LES POCHES</a:t>
            </a:r>
          </a:p>
          <a:p>
            <a:r>
              <a:rPr lang="fr-FR" smtClean="0"/>
              <a:t>49-  LA GLOIRE POUR COURONNE ET L'A.M.O.U.R POUR TROPHÉE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50-  UNE SEULE DÉCISION QUI A FAIT QUE</a:t>
            </a:r>
          </a:p>
          <a:p>
            <a:r>
              <a:rPr lang="fr-FR" smtClean="0"/>
              <a:t>	51-  VOUS ET MOI, NOUS SOYONS LES PERSONNES QUE NOUS SOMMES</a:t>
            </a:r>
          </a:p>
          <a:p>
            <a:r>
              <a:rPr lang="fr-FR" smtClean="0"/>
              <a:t>	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GOGOGOGO GOSPELLEMENT VÔTRE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BIENVENUE DANS UN MONDE 2 OÙ LA J.O.I.E DÉPASSE LA NORME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NORMAL ON EST VENU DÉTOURNER L'GAME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CHANGER LA DONNE, ON T'AUTORISE À NOUS APPELER GAMINS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QUOI DE PLUS PUR QUE LE CŒUR D'UN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SIMPLE ET SANS SOUCI ON VIT LA VIE À 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PAR MON ÉPANOUISSEMENT JE VEUX FAIRE SOURIRE LE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PERDURER DANS SON LOVE EN LUI JE ME SUIS DU-PER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 EXPECTATIVE : REPARTIR DIFFÉRENT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ME LAISSER GUIDER PAR L'ESPRIT-SAINT, LE LAISSER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VICTIME D'UNE OPÉRATION À CŒUR OUVERT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A SON D.I.E.U LUD'OBÉIT S'EST OFFERT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VOUS VOIS BOUGER LA TÊTE DEVANT, DERRIÈRE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VOUS VOULEZ DU GOSPEL VOUS ALLEZ ÊTRE VI-SER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BIG UP T.I.T.L., RDK'L DESTINATION FINALE : ARRIVÉE AU CIEL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SUIS SÛR QU'IL POURRAIT ENFIN ACCÉDER À L'AMOUR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CHOISIS LA VIE, ET NON LA MORT. AVEC TA VIE, NE SOIS PAS MÉCHANT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NÉGATIVE A ÉTÉ TA VIE DONC FAIS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CHOISIS LE MEILLEUR, ET POUR LE PIRE, FAIS LE VOIR LOUCHE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AS-TU DÉJÀ ENTENDU DIRE QUE L'ESPOIR S'EST FAIT TUER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OU BIEN ALORS, QU'APRÈS UN CHOC, L'AMOUR EST DEVENU MUET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STOP TES PRÉSOMPTIONS ET PUIS PRENDS COURAGE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SEUL UN LÂCHE SE CACHE LÈVE-TOI ET MARCHE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QUE LA FOI, DANS TES COMBATS SOIT TON SEUL ÉQUIPIER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 DOUTE, TON PIRE ENNEMI, A POUR BUT QUE TU RENONCES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PASSE LA CINQUIÈME ET FONCE SANS JAMAIS PLUS RÉTROGRADER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DEVANT TOI, LA TERRE PROMISE DERRIÈRE TOI, UNE TERRE DÉGRADÉE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DES GRADINS, J'ENTENDS L'ÉQUIPE-TYPE CRIER VICTORY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VICTORIA TE SUIVRA, SI T'ABANDONNES TON ANCIENNE STORY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T'AURAS LA PAIX PLEIN LES POCHES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50-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51-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829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GOGOGOGO GOSPELLEMENT VÔTRE</a:t>
            </a:r>
          </a:p>
          <a:p>
            <a:r>
              <a:rPr lang="fr-FR" smtClean="0"/>
              <a:t>2-  BIENVENUE DANS UN MONDE 2 OÙ LA J.O.I.E DÉPASSE LA NORME</a:t>
            </a:r>
          </a:p>
          <a:p>
            <a:r>
              <a:rPr lang="fr-FR" smtClean="0"/>
              <a:t>3-  NORMAL ON EST VENU DÉTOURNER L'GAME</a:t>
            </a:r>
          </a:p>
          <a:p>
            <a:r>
              <a:rPr lang="fr-FR" smtClean="0"/>
              <a:t>4-  CHANGER LA DONNE, ON T'AUTORISE À NOUS APPELER GAMINS</a:t>
            </a:r>
          </a:p>
          <a:p>
            <a:r>
              <a:rPr lang="fr-FR" smtClean="0"/>
              <a:t>5-  QUOI DE PLUS PUR QUE LE CŒUR D'UN ENFANT</a:t>
            </a:r>
          </a:p>
          <a:p>
            <a:r>
              <a:rPr lang="fr-FR" smtClean="0"/>
              <a:t>6-  SIMPLE ET SANS SOUCI ON VIT LA VIE À FOND</a:t>
            </a:r>
          </a:p>
          <a:p>
            <a:r>
              <a:rPr lang="fr-FR" smtClean="0"/>
              <a:t>7-  PAR MON ÉPANOUISSEMENT JE VEUX FAIRE SOURIRE LE PÈRE</a:t>
            </a:r>
          </a:p>
          <a:p>
            <a:r>
              <a:rPr lang="fr-FR" smtClean="0"/>
              <a:t>8-  PERDURER DANS SON LOVE EN LUI JE ME SUIS DU-PER</a:t>
            </a:r>
          </a:p>
          <a:p>
            <a:r>
              <a:rPr lang="fr-FR" smtClean="0"/>
              <a:t>9-  MON EXPECTATIVE : REPARTIR DIFFÉRENT</a:t>
            </a:r>
          </a:p>
          <a:p>
            <a:r>
              <a:rPr lang="fr-FR" smtClean="0"/>
              <a:t>10-  ME LAISSER GUIDER PAR L'ESPRIT-SAINT, LE LAISSER FAIRE</a:t>
            </a:r>
          </a:p>
          <a:p>
            <a:r>
              <a:rPr lang="fr-FR" smtClean="0"/>
              <a:t>11-  VICTIME D'UNE OPÉRATION À CŒUR OUVERT</a:t>
            </a:r>
          </a:p>
          <a:p>
            <a:r>
              <a:rPr lang="fr-FR" smtClean="0"/>
              <a:t>12-  A SON D.I.E.U LUD'OBÉIT S'EST OFFERT</a:t>
            </a:r>
          </a:p>
          <a:p>
            <a:r>
              <a:rPr lang="fr-FR" smtClean="0"/>
              <a:t>13-  JE VOUS VOIS BOUGER LA TÊTE DEVANT, DERRIÈRE</a:t>
            </a:r>
          </a:p>
          <a:p>
            <a:r>
              <a:rPr lang="fr-FR" smtClean="0"/>
              <a:t>14-  VOUS VOULEZ DU GOSPEL VOUS ALLEZ ÊTRE VI-SER</a:t>
            </a:r>
          </a:p>
          <a:p>
            <a:r>
              <a:rPr lang="fr-FR" smtClean="0"/>
              <a:t>15-  BIG UP T.I.T.L., RDK'L DESTINATION FINALE : ARRIVÉE AU CIEL !</a:t>
            </a:r>
          </a:p>
          <a:p>
            <a:r>
              <a:rPr lang="fr-FR" smtClean="0"/>
              <a:t>16-  PARFOIS L'HOMME PASSE SON TEMPS À PLEURER SUR SON SORT</a:t>
            </a:r>
          </a:p>
          <a:p>
            <a:r>
              <a:rPr lang="fr-FR" smtClean="0"/>
              <a:t>17-  INCONSCIENT QUE C'EST DE SA BOUCHE QUE SON AVENIR SORT</a:t>
            </a:r>
          </a:p>
          <a:p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19-  JE SUIS SÛR QU'IL POURRAIT ENFIN ACCÉDER À L'AMOUR </a:t>
            </a:r>
          </a:p>
          <a:p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CHOISIS LA VIE, ET NON LA MORT. AVEC TA VIE, NE SOIS PAS MÉCHANT</a:t>
            </a:r>
          </a:p>
          <a:p>
            <a:r>
              <a:rPr lang="fr-FR" smtClean="0"/>
              <a:t>22-  OUVRE GRAND TA BOUCHE ET PARLE LE POSITIF</a:t>
            </a:r>
          </a:p>
          <a:p>
            <a:r>
              <a:rPr lang="fr-FR" smtClean="0"/>
              <a:t>23-  NÉGATIVE A ÉTÉ TA VIE DONC FAIS QUE LE MEILLEUR ARRIVE</a:t>
            </a:r>
          </a:p>
          <a:p>
            <a:r>
              <a:rPr lang="fr-FR" smtClean="0"/>
              <a:t>24-  FORTIFIE-TOI ET DÉCIDE D'AVANCER</a:t>
            </a:r>
          </a:p>
          <a:p>
            <a:r>
              <a:rPr lang="fr-FR" smtClean="0"/>
              <a:t>25-  HORS DE QUESTION QUE TON PASSÉ PUISSE TE DEVANCER</a:t>
            </a:r>
          </a:p>
          <a:p>
            <a:r>
              <a:rPr lang="fr-FR" smtClean="0"/>
              <a:t>26-  LE CHOIX EST DÉSORMAIS ENTRE TES MAINS ET DANS TA BOUCHE</a:t>
            </a:r>
          </a:p>
          <a:p>
            <a:r>
              <a:rPr lang="fr-FR" smtClean="0"/>
              <a:t>27-  CHOISIS LE MEILLEUR, ET POUR LE PIRE, FAIS LE VOIR LOUCHE</a:t>
            </a:r>
          </a:p>
          <a:p>
            <a:r>
              <a:rPr lang="fr-FR" smtClean="0"/>
              <a:t>28-  ROUGE EST LE SANG, DONC ROUGE EST LA VICTOIRE</a:t>
            </a:r>
          </a:p>
          <a:p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30-  PARÉ POUR CONQUÉRIR FAIS ÉCLATER TES RIRES</a:t>
            </a:r>
          </a:p>
          <a:p>
            <a:r>
              <a:rPr lang="fr-FR" smtClean="0"/>
              <a:t>31-  ET LÀ TU POURRAS DIRE QUE LE MEILLEUR RESTE À VENIR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34-  AS-TU DÉJÀ ENTENDU DIRE QUE L'ESPOIR S'EST FAIT TUER ? </a:t>
            </a:r>
          </a:p>
          <a:p>
            <a:r>
              <a:rPr lang="fr-FR" smtClean="0"/>
              <a:t>35-  OU BIEN ALORS, QU'APRÈS UN CHOC, L'AMOUR EST DEVENU MUET ? </a:t>
            </a:r>
          </a:p>
          <a:p>
            <a:r>
              <a:rPr lang="fr-FR" smtClean="0"/>
              <a:t>36-  STOP TES PRÉSOMPTIONS ET PUIS PRENDS COURAGE ! </a:t>
            </a:r>
          </a:p>
          <a:p>
            <a:r>
              <a:rPr lang="fr-FR" smtClean="0"/>
              <a:t>37-  SEUL UN LÂCHE SE CACHE LÈVE-TOI ET MARCHE </a:t>
            </a:r>
          </a:p>
          <a:p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39-  QUE LA FOI, DANS TES COMBATS SOIT TON SEUL ÉQUIPIER </a:t>
            </a:r>
          </a:p>
          <a:p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41-  LE DOUTE, TON PIRE ENNEMI, A POUR BUT QUE TU RENONCES </a:t>
            </a:r>
          </a:p>
          <a:p>
            <a:r>
              <a:rPr lang="fr-FR" smtClean="0"/>
              <a:t>42-  PASSE LA CINQUIÈME ET FONCE SANS JAMAIS PLUS RÉTROGRADER </a:t>
            </a:r>
          </a:p>
          <a:p>
            <a:r>
              <a:rPr lang="fr-FR" smtClean="0"/>
              <a:t>43-  DEVANT TOI, LA TERRE PROMISE DERRIÈRE TOI, UNE TERRE DÉGRADÉE </a:t>
            </a:r>
          </a:p>
          <a:p>
            <a:r>
              <a:rPr lang="fr-FR" smtClean="0"/>
              <a:t>44-  DES GRADINS, J'ENTENDS L'ÉQUIPE-TYPE CRIER VICTORY</a:t>
            </a:r>
          </a:p>
          <a:p>
            <a:r>
              <a:rPr lang="fr-FR" smtClean="0"/>
              <a:t>45-  VICTORIA TE SUIVRA, SI T'ABANDONNES TON ANCIENNE STORY </a:t>
            </a:r>
          </a:p>
          <a:p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48-  T'AURAS LA PAIX PLEIN LES POCHES</a:t>
            </a:r>
          </a:p>
          <a:p>
            <a:r>
              <a:rPr lang="fr-FR" smtClean="0"/>
              <a:t>49-  LA GLOIRE POUR COURONNE ET L'A.M.O.U.R POUR TROPHÉE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50-  UNE SEULE DÉCISION QUI A FAIT QUE</a:t>
            </a:r>
          </a:p>
          <a:p>
            <a:r>
              <a:rPr lang="fr-FR" smtClean="0"/>
              <a:t>	51-  VOUS ET MOI, NOUS SOYONS LES PERSONNES QUE NOUS SOMMES</a:t>
            </a:r>
          </a:p>
          <a:p>
            <a:r>
              <a:rPr lang="fr-FR" smtClean="0"/>
              <a:t>	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GOGOGOGO GOSPELLEMENT VÔTRE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BIENVENUE DANS UN MONDE 2 OÙ LA J.O.I.E DÉPASSE LA NORME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NORMAL ON EST VENU DÉTOURNER L'GAME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CHANGER LA DONNE, ON T'AUTORISE À NOUS APPELER GAMINS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QUOI DE PLUS PUR QUE LE CŒUR D'UN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SIMPLE ET SANS SOUCI ON VIT LA VIE À 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PAR MON ÉPANOUISSEMENT JE VEUX FAIRE SOURIRE LE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PERDURER DANS SON LOVE EN LUI JE ME SUIS DU-PER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 EXPECTATIVE : REPARTIR DIFFÉRENT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ME LAISSER GUIDER PAR L'ESPRIT-SAINT, LE LAISSER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VICTIME D'UNE OPÉRATION À CŒUR OUVERT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A SON D.I.E.U LUD'OBÉIT S'EST OFFERT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VOUS VOIS BOUGER LA TÊTE DEVANT, DERRIÈRE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VOUS VOULEZ DU GOSPEL VOUS ALLEZ ÊTRE VI-SER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BIG UP T.I.T.L., RDK'L DESTINATION FINALE : ARRIVÉE AU CIEL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SUIS SÛR QU'IL POURRAIT ENFIN ACCÉDER À L'AMOUR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CHOISIS LA VIE, ET NON LA MORT. AVEC TA VIE, NE SOIS PAS MÉCHANT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NÉGATIVE A ÉTÉ TA VIE DONC FAIS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CHOISIS LE MEILLEUR, ET POUR LE PIRE, FAIS LE VOIR LOUCHE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AS-TU DÉJÀ ENTENDU DIRE QUE L'ESPOIR S'EST FAIT TUER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OU BIEN ALORS, QU'APRÈS UN CHOC, L'AMOUR EST DEVENU MUET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STOP TES PRÉSOMPTIONS ET PUIS PRENDS COURAGE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SEUL UN LÂCHE SE CACHE LÈVE-TOI ET MARCHE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QUE LA FOI, DANS TES COMBATS SOIT TON SEUL ÉQUIPIER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 DOUTE, TON PIRE ENNEMI, A POUR BUT QUE TU RENONCES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PASSE LA CINQUIÈME ET FONCE SANS JAMAIS PLUS RÉTROGRADER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DEVANT TOI, LA TERRE PROMISE DERRIÈRE TOI, UNE TERRE DÉGRADÉE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DES GRADINS, J'ENTENDS L'ÉQUIPE-TYPE CRIER VICTORY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VICTORIA TE SUIVRA, SI T'ABANDONNES TON ANCIENNE STORY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T'AURAS LA PAIX PLEIN LES POCHES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50-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51-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839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GOGOGOGO GOSPELLEMENT VÔTRE</a:t>
            </a:r>
          </a:p>
          <a:p>
            <a:r>
              <a:rPr lang="fr-FR" smtClean="0"/>
              <a:t>2-  BIENVENUE DANS UN MONDE 2 OÙ LA J.O.I.E DÉPASSE LA NORME</a:t>
            </a:r>
          </a:p>
          <a:p>
            <a:r>
              <a:rPr lang="fr-FR" smtClean="0"/>
              <a:t>3-  NORMAL ON EST VENU DÉTOURNER L'GAME</a:t>
            </a:r>
          </a:p>
          <a:p>
            <a:r>
              <a:rPr lang="fr-FR" smtClean="0"/>
              <a:t>4-  CHANGER LA DONNE, ON T'AUTORISE À NOUS APPELER GAMINS</a:t>
            </a:r>
          </a:p>
          <a:p>
            <a:r>
              <a:rPr lang="fr-FR" smtClean="0"/>
              <a:t>5-  QUOI DE PLUS PUR QUE LE CŒUR D'UN ENFANT</a:t>
            </a:r>
          </a:p>
          <a:p>
            <a:r>
              <a:rPr lang="fr-FR" smtClean="0"/>
              <a:t>6-  SIMPLE ET SANS SOUCI ON VIT LA VIE À FOND</a:t>
            </a:r>
          </a:p>
          <a:p>
            <a:r>
              <a:rPr lang="fr-FR" smtClean="0"/>
              <a:t>7-  PAR MON ÉPANOUISSEMENT JE VEUX FAIRE SOURIRE LE PÈRE</a:t>
            </a:r>
          </a:p>
          <a:p>
            <a:r>
              <a:rPr lang="fr-FR" smtClean="0"/>
              <a:t>8-  PERDURER DANS SON LOVE EN LUI JE ME SUIS DU-PER</a:t>
            </a:r>
          </a:p>
          <a:p>
            <a:r>
              <a:rPr lang="fr-FR" smtClean="0"/>
              <a:t>9-  MON EXPECTATIVE : REPARTIR DIFFÉRENT</a:t>
            </a:r>
          </a:p>
          <a:p>
            <a:r>
              <a:rPr lang="fr-FR" smtClean="0"/>
              <a:t>10-  ME LAISSER GUIDER PAR L'ESPRIT-SAINT, LE LAISSER FAIRE</a:t>
            </a:r>
          </a:p>
          <a:p>
            <a:r>
              <a:rPr lang="fr-FR" smtClean="0"/>
              <a:t>11-  VICTIME D'UNE OPÉRATION À CŒUR OUVERT</a:t>
            </a:r>
          </a:p>
          <a:p>
            <a:r>
              <a:rPr lang="fr-FR" smtClean="0"/>
              <a:t>12-  A SON D.I.E.U LUD'OBÉIT S'EST OFFERT</a:t>
            </a:r>
          </a:p>
          <a:p>
            <a:r>
              <a:rPr lang="fr-FR" smtClean="0"/>
              <a:t>13-  JE VOUS VOIS BOUGER LA TÊTE DEVANT, DERRIÈRE</a:t>
            </a:r>
          </a:p>
          <a:p>
            <a:r>
              <a:rPr lang="fr-FR" smtClean="0"/>
              <a:t>14-  VOUS VOULEZ DU GOSPEL VOUS ALLEZ ÊTRE VI-SER</a:t>
            </a:r>
          </a:p>
          <a:p>
            <a:r>
              <a:rPr lang="fr-FR" smtClean="0"/>
              <a:t>15-  BIG UP T.I.T.L., RDK'L DESTINATION FINALE : ARRIVÉE AU CIEL !</a:t>
            </a:r>
          </a:p>
          <a:p>
            <a:r>
              <a:rPr lang="fr-FR" smtClean="0"/>
              <a:t>16-  PARFOIS L'HOMME PASSE SON TEMPS À PLEURER SUR SON SORT</a:t>
            </a:r>
          </a:p>
          <a:p>
            <a:r>
              <a:rPr lang="fr-FR" smtClean="0"/>
              <a:t>17-  INCONSCIENT QUE C'EST DE SA BOUCHE QUE SON AVENIR SORT</a:t>
            </a:r>
          </a:p>
          <a:p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19-  JE SUIS SÛR QU'IL POURRAIT ENFIN ACCÉDER À L'AMOUR </a:t>
            </a:r>
          </a:p>
          <a:p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CHOISIS LA VIE, ET NON LA MORT. AVEC TA VIE, NE SOIS PAS MÉCHANT</a:t>
            </a:r>
          </a:p>
          <a:p>
            <a:r>
              <a:rPr lang="fr-FR" smtClean="0"/>
              <a:t>22-  OUVRE GRAND TA BOUCHE ET PARLE LE POSITIF</a:t>
            </a:r>
          </a:p>
          <a:p>
            <a:r>
              <a:rPr lang="fr-FR" smtClean="0"/>
              <a:t>23-  NÉGATIVE A ÉTÉ TA VIE DONC FAIS QUE LE MEILLEUR ARRIVE</a:t>
            </a:r>
          </a:p>
          <a:p>
            <a:r>
              <a:rPr lang="fr-FR" smtClean="0"/>
              <a:t>24-  FORTIFIE-TOI ET DÉCIDE D'AVANCER</a:t>
            </a:r>
          </a:p>
          <a:p>
            <a:r>
              <a:rPr lang="fr-FR" smtClean="0"/>
              <a:t>25-  HORS DE QUESTION QUE TON PASSÉ PUISSE TE DEVANCER</a:t>
            </a:r>
          </a:p>
          <a:p>
            <a:r>
              <a:rPr lang="fr-FR" smtClean="0"/>
              <a:t>26-  LE CHOIX EST DÉSORMAIS ENTRE TES MAINS ET DANS TA BOUCHE</a:t>
            </a:r>
          </a:p>
          <a:p>
            <a:r>
              <a:rPr lang="fr-FR" smtClean="0"/>
              <a:t>27-  CHOISIS LE MEILLEUR, ET POUR LE PIRE, FAIS LE VOIR LOUCHE</a:t>
            </a:r>
          </a:p>
          <a:p>
            <a:r>
              <a:rPr lang="fr-FR" smtClean="0"/>
              <a:t>28-  ROUGE EST LE SANG, DONC ROUGE EST LA VICTOIRE</a:t>
            </a:r>
          </a:p>
          <a:p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30-  PARÉ POUR CONQUÉRIR FAIS ÉCLATER TES RIRES</a:t>
            </a:r>
          </a:p>
          <a:p>
            <a:r>
              <a:rPr lang="fr-FR" smtClean="0"/>
              <a:t>31-  ET LÀ TU POURRAS DIRE QUE LE MEILLEUR RESTE À VENIR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34-  AS-TU DÉJÀ ENTENDU DIRE QUE L'ESPOIR S'EST FAIT TUER ? </a:t>
            </a:r>
          </a:p>
          <a:p>
            <a:r>
              <a:rPr lang="fr-FR" smtClean="0"/>
              <a:t>35-  OU BIEN ALORS, QU'APRÈS UN CHOC, L'AMOUR EST DEVENU MUET ? </a:t>
            </a:r>
          </a:p>
          <a:p>
            <a:r>
              <a:rPr lang="fr-FR" smtClean="0"/>
              <a:t>36-  STOP TES PRÉSOMPTIONS ET PUIS PRENDS COURAGE ! </a:t>
            </a:r>
          </a:p>
          <a:p>
            <a:r>
              <a:rPr lang="fr-FR" smtClean="0"/>
              <a:t>37-  SEUL UN LÂCHE SE CACHE LÈVE-TOI ET MARCHE </a:t>
            </a:r>
          </a:p>
          <a:p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39-  QUE LA FOI, DANS TES COMBATS SOIT TON SEUL ÉQUIPIER </a:t>
            </a:r>
          </a:p>
          <a:p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41-  LE DOUTE, TON PIRE ENNEMI, A POUR BUT QUE TU RENONCES </a:t>
            </a:r>
          </a:p>
          <a:p>
            <a:r>
              <a:rPr lang="fr-FR" smtClean="0"/>
              <a:t>42-  PASSE LA CINQUIÈME ET FONCE SANS JAMAIS PLUS RÉTROGRADER </a:t>
            </a:r>
          </a:p>
          <a:p>
            <a:r>
              <a:rPr lang="fr-FR" smtClean="0"/>
              <a:t>43-  DEVANT TOI, LA TERRE PROMISE DERRIÈRE TOI, UNE TERRE DÉGRADÉE </a:t>
            </a:r>
          </a:p>
          <a:p>
            <a:r>
              <a:rPr lang="fr-FR" smtClean="0"/>
              <a:t>44-  DES GRADINS, J'ENTENDS L'ÉQUIPE-TYPE CRIER VICTORY</a:t>
            </a:r>
          </a:p>
          <a:p>
            <a:r>
              <a:rPr lang="fr-FR" smtClean="0"/>
              <a:t>45-  VICTORIA TE SUIVRA, SI T'ABANDONNES TON ANCIENNE STORY </a:t>
            </a:r>
          </a:p>
          <a:p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48-  T'AURAS LA PAIX PLEIN LES POCHES</a:t>
            </a:r>
          </a:p>
          <a:p>
            <a:r>
              <a:rPr lang="fr-FR" smtClean="0"/>
              <a:t>49-  LA GLOIRE POUR COURONNE ET L'A.M.O.U.R POUR TROPHÉE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50-  UNE SEULE DÉCISION QUI A FAIT QUE</a:t>
            </a:r>
          </a:p>
          <a:p>
            <a:r>
              <a:rPr lang="fr-FR" smtClean="0"/>
              <a:t>	51-  VOUS ET MOI, NOUS SOYONS LES PERSONNES QUE NOUS SOMMES</a:t>
            </a:r>
          </a:p>
          <a:p>
            <a:r>
              <a:rPr lang="fr-FR" smtClean="0"/>
              <a:t>	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GOGOGOGO GOSPELLEMENT VÔTRE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BIENVENUE DANS UN MONDE 2 OÙ LA J.O.I.E DÉPASSE LA NORME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NORMAL ON EST VENU DÉTOURNER L'GAME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CHANGER LA DONNE, ON T'AUTORISE À NOUS APPELER GAMINS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QUOI DE PLUS PUR QUE LE CŒUR D'UN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SIMPLE ET SANS SOUCI ON VIT LA VIE À 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PAR MON ÉPANOUISSEMENT JE VEUX FAIRE SOURIRE LE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PERDURER DANS SON LOVE EN LUI JE ME SUIS DU-PER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 EXPECTATIVE : REPARTIR DIFFÉRENT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ME LAISSER GUIDER PAR L'ESPRIT-SAINT, LE LAISSER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VICTIME D'UNE OPÉRATION À CŒUR OUVERT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A SON D.I.E.U LUD'OBÉIT S'EST OFFERT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VOUS VOIS BOUGER LA TÊTE DEVANT, DERRIÈRE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VOUS VOULEZ DU GOSPEL VOUS ALLEZ ÊTRE VI-SER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BIG UP T.I.T.L., RDK'L DESTINATION FINALE : ARRIVÉE AU CIEL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SUIS SÛR QU'IL POURRAIT ENFIN ACCÉDER À L'AMOUR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CHOISIS LA VIE, ET NON LA MORT. AVEC TA VIE, NE SOIS PAS MÉCHANT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NÉGATIVE A ÉTÉ TA VIE DONC FAIS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CHOISIS LE MEILLEUR, ET POUR LE PIRE, FAIS LE VOIR LOUCHE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AS-TU DÉJÀ ENTENDU DIRE QUE L'ESPOIR S'EST FAIT TUER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OU BIEN ALORS, QU'APRÈS UN CHOC, L'AMOUR EST DEVENU MUET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STOP TES PRÉSOMPTIONS ET PUIS PRENDS COURAGE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SEUL UN LÂCHE SE CACHE LÈVE-TOI ET MARCHE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QUE LA FOI, DANS TES COMBATS SOIT TON SEUL ÉQUIPIER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 DOUTE, TON PIRE ENNEMI, A POUR BUT QUE TU RENONCES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PASSE LA CINQUIÈME ET FONCE SANS JAMAIS PLUS RÉTROGRADER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DEVANT TOI, LA TERRE PROMISE DERRIÈRE TOI, UNE TERRE DÉGRADÉE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DES GRADINS, J'ENTENDS L'ÉQUIPE-TYPE CRIER VICTORY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VICTORIA TE SUIVRA, SI T'ABANDONNES TON ANCIENNE STORY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T'AURAS LA PAIX PLEIN LES POCHES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50-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51-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849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GOGOGOGO GOSPELLEMENT VÔTRE</a:t>
            </a:r>
          </a:p>
          <a:p>
            <a:r>
              <a:rPr lang="fr-FR" smtClean="0"/>
              <a:t>2-  BIENVENUE DANS UN MONDE 2 OÙ LA J.O.I.E DÉPASSE LA NORME</a:t>
            </a:r>
          </a:p>
          <a:p>
            <a:r>
              <a:rPr lang="fr-FR" smtClean="0"/>
              <a:t>3-  NORMAL ON EST VENU DÉTOURNER L'GAME</a:t>
            </a:r>
          </a:p>
          <a:p>
            <a:r>
              <a:rPr lang="fr-FR" smtClean="0"/>
              <a:t>4-  CHANGER LA DONNE, ON T'AUTORISE À NOUS APPELER GAMINS</a:t>
            </a:r>
          </a:p>
          <a:p>
            <a:r>
              <a:rPr lang="fr-FR" smtClean="0"/>
              <a:t>5-  QUOI DE PLUS PUR QUE LE CŒUR D'UN ENFANT</a:t>
            </a:r>
          </a:p>
          <a:p>
            <a:r>
              <a:rPr lang="fr-FR" smtClean="0"/>
              <a:t>6-  SIMPLE ET SANS SOUCI ON VIT LA VIE À FOND</a:t>
            </a:r>
          </a:p>
          <a:p>
            <a:r>
              <a:rPr lang="fr-FR" smtClean="0"/>
              <a:t>7-  PAR MON ÉPANOUISSEMENT JE VEUX FAIRE SOURIRE LE PÈRE</a:t>
            </a:r>
          </a:p>
          <a:p>
            <a:r>
              <a:rPr lang="fr-FR" smtClean="0"/>
              <a:t>8-  PERDURER DANS SON LOVE EN LUI JE ME SUIS DU-PER</a:t>
            </a:r>
          </a:p>
          <a:p>
            <a:r>
              <a:rPr lang="fr-FR" smtClean="0"/>
              <a:t>9-  MON EXPECTATIVE : REPARTIR DIFFÉRENT</a:t>
            </a:r>
          </a:p>
          <a:p>
            <a:r>
              <a:rPr lang="fr-FR" smtClean="0"/>
              <a:t>10-  ME LAISSER GUIDER PAR L'ESPRIT-SAINT, LE LAISSER FAIRE</a:t>
            </a:r>
          </a:p>
          <a:p>
            <a:r>
              <a:rPr lang="fr-FR" smtClean="0"/>
              <a:t>11-  VICTIME D'UNE OPÉRATION À CŒUR OUVERT</a:t>
            </a:r>
          </a:p>
          <a:p>
            <a:r>
              <a:rPr lang="fr-FR" smtClean="0"/>
              <a:t>12-  A SON D.I.E.U LUD'OBÉIT S'EST OFFERT</a:t>
            </a:r>
          </a:p>
          <a:p>
            <a:r>
              <a:rPr lang="fr-FR" smtClean="0"/>
              <a:t>13-  JE VOUS VOIS BOUGER LA TÊTE DEVANT, DERRIÈRE</a:t>
            </a:r>
          </a:p>
          <a:p>
            <a:r>
              <a:rPr lang="fr-FR" smtClean="0"/>
              <a:t>14-  VOUS VOULEZ DU GOSPEL VOUS ALLEZ ÊTRE VI-SER</a:t>
            </a:r>
          </a:p>
          <a:p>
            <a:r>
              <a:rPr lang="fr-FR" smtClean="0"/>
              <a:t>15-  BIG UP T.I.T.L., RDK'L DESTINATION FINALE : ARRIVÉE AU CIEL !</a:t>
            </a:r>
          </a:p>
          <a:p>
            <a:r>
              <a:rPr lang="fr-FR" smtClean="0"/>
              <a:t>16-  PARFOIS L'HOMME PASSE SON TEMPS À PLEURER SUR SON SORT</a:t>
            </a:r>
          </a:p>
          <a:p>
            <a:r>
              <a:rPr lang="fr-FR" smtClean="0"/>
              <a:t>17-  INCONSCIENT QUE C'EST DE SA BOUCHE QUE SON AVENIR SORT</a:t>
            </a:r>
          </a:p>
          <a:p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19-  JE SUIS SÛR QU'IL POURRAIT ENFIN ACCÉDER À L'AMOUR </a:t>
            </a:r>
          </a:p>
          <a:p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CHOISIS LA VIE, ET NON LA MORT. AVEC TA VIE, NE SOIS PAS MÉCHANT</a:t>
            </a:r>
          </a:p>
          <a:p>
            <a:r>
              <a:rPr lang="fr-FR" smtClean="0"/>
              <a:t>22-  OUVRE GRAND TA BOUCHE ET PARLE LE POSITIF</a:t>
            </a:r>
          </a:p>
          <a:p>
            <a:r>
              <a:rPr lang="fr-FR" smtClean="0"/>
              <a:t>23-  NÉGATIVE A ÉTÉ TA VIE DONC FAIS QUE LE MEILLEUR ARRIVE</a:t>
            </a:r>
          </a:p>
          <a:p>
            <a:r>
              <a:rPr lang="fr-FR" smtClean="0"/>
              <a:t>24-  FORTIFIE-TOI ET DÉCIDE D'AVANCER</a:t>
            </a:r>
          </a:p>
          <a:p>
            <a:r>
              <a:rPr lang="fr-FR" smtClean="0"/>
              <a:t>25-  HORS DE QUESTION QUE TON PASSÉ PUISSE TE DEVANCER</a:t>
            </a:r>
          </a:p>
          <a:p>
            <a:r>
              <a:rPr lang="fr-FR" smtClean="0"/>
              <a:t>26-  LE CHOIX EST DÉSORMAIS ENTRE TES MAINS ET DANS TA BOUCHE</a:t>
            </a:r>
          </a:p>
          <a:p>
            <a:r>
              <a:rPr lang="fr-FR" smtClean="0"/>
              <a:t>27-  CHOISIS LE MEILLEUR, ET POUR LE PIRE, FAIS LE VOIR LOUCHE</a:t>
            </a:r>
          </a:p>
          <a:p>
            <a:r>
              <a:rPr lang="fr-FR" smtClean="0"/>
              <a:t>28-  ROUGE EST LE SANG, DONC ROUGE EST LA VICTOIRE</a:t>
            </a:r>
          </a:p>
          <a:p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30-  PARÉ POUR CONQUÉRIR FAIS ÉCLATER TES RIRES</a:t>
            </a:r>
          </a:p>
          <a:p>
            <a:r>
              <a:rPr lang="fr-FR" smtClean="0"/>
              <a:t>31-  ET LÀ TU POURRAS DIRE QUE LE MEILLEUR RESTE À VENIR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34-  AS-TU DÉJÀ ENTENDU DIRE QUE L'ESPOIR S'EST FAIT TUER ? </a:t>
            </a:r>
          </a:p>
          <a:p>
            <a:r>
              <a:rPr lang="fr-FR" smtClean="0"/>
              <a:t>35-  OU BIEN ALORS, QU'APRÈS UN CHOC, L'AMOUR EST DEVENU MUET ? </a:t>
            </a:r>
          </a:p>
          <a:p>
            <a:r>
              <a:rPr lang="fr-FR" smtClean="0"/>
              <a:t>36-  STOP TES PRÉSOMPTIONS ET PUIS PRENDS COURAGE ! </a:t>
            </a:r>
          </a:p>
          <a:p>
            <a:r>
              <a:rPr lang="fr-FR" smtClean="0"/>
              <a:t>37-  SEUL UN LÂCHE SE CACHE LÈVE-TOI ET MARCHE </a:t>
            </a:r>
          </a:p>
          <a:p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39-  QUE LA FOI, DANS TES COMBATS SOIT TON SEUL ÉQUIPIER </a:t>
            </a:r>
          </a:p>
          <a:p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41-  LE DOUTE, TON PIRE ENNEMI, A POUR BUT QUE TU RENONCES </a:t>
            </a:r>
          </a:p>
          <a:p>
            <a:r>
              <a:rPr lang="fr-FR" smtClean="0"/>
              <a:t>42-  PASSE LA CINQUIÈME ET FONCE SANS JAMAIS PLUS RÉTROGRADER </a:t>
            </a:r>
          </a:p>
          <a:p>
            <a:r>
              <a:rPr lang="fr-FR" smtClean="0"/>
              <a:t>43-  DEVANT TOI, LA TERRE PROMISE DERRIÈRE TOI, UNE TERRE DÉGRADÉE </a:t>
            </a:r>
          </a:p>
          <a:p>
            <a:r>
              <a:rPr lang="fr-FR" smtClean="0"/>
              <a:t>44-  DES GRADINS, J'ENTENDS L'ÉQUIPE-TYPE CRIER VICTORY</a:t>
            </a:r>
          </a:p>
          <a:p>
            <a:r>
              <a:rPr lang="fr-FR" smtClean="0"/>
              <a:t>45-  VICTORIA TE SUIVRA, SI T'ABANDONNES TON ANCIENNE STORY </a:t>
            </a:r>
          </a:p>
          <a:p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48-  T'AURAS LA PAIX PLEIN LES POCHES</a:t>
            </a:r>
          </a:p>
          <a:p>
            <a:r>
              <a:rPr lang="fr-FR" smtClean="0"/>
              <a:t>49-  LA GLOIRE POUR COURONNE ET L'A.M.O.U.R POUR TROPHÉE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50-  UNE SEULE DÉCISION QUI A FAIT QUE</a:t>
            </a:r>
          </a:p>
          <a:p>
            <a:r>
              <a:rPr lang="fr-FR" smtClean="0"/>
              <a:t>	51-  VOUS ET MOI, NOUS SOYONS LES PERSONNES QUE NOUS SOMMES</a:t>
            </a:r>
          </a:p>
          <a:p>
            <a:r>
              <a:rPr lang="fr-FR" smtClean="0"/>
              <a:t>	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GOGOGOGO GOSPELLEMENT VÔTRE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BIENVENUE DANS UN MONDE 2 OÙ LA J.O.I.E DÉPASSE LA NORME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NORMAL ON EST VENU DÉTOURNER L'GAME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CHANGER LA DONNE, ON T'AUTORISE À NOUS APPELER GAMINS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QUOI DE PLUS PUR QUE LE CŒUR D'UN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SIMPLE ET SANS SOUCI ON VIT LA VIE À 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PAR MON ÉPANOUISSEMENT JE VEUX FAIRE SOURIRE LE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PERDURER DANS SON LOVE EN LUI JE ME SUIS DU-PER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 EXPECTATIVE : REPARTIR DIFFÉRENT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ME LAISSER GUIDER PAR L'ESPRIT-SAINT, LE LAISSER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VICTIME D'UNE OPÉRATION À CŒUR OUVERT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A SON D.I.E.U LUD'OBÉIT S'EST OFFERT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VOUS VOIS BOUGER LA TÊTE DEVANT, DERRIÈRE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VOUS VOULEZ DU GOSPEL VOUS ALLEZ ÊTRE VI-SER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BIG UP T.I.T.L., RDK'L DESTINATION FINALE : ARRIVÉE AU CIEL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SUIS SÛR QU'IL POURRAIT ENFIN ACCÉDER À L'AMOUR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CHOISIS LA VIE, ET NON LA MORT. AVEC TA VIE, NE SOIS PAS MÉCHANT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NÉGATIVE A ÉTÉ TA VIE DONC FAIS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CHOISIS LE MEILLEUR, ET POUR LE PIRE, FAIS LE VOIR LOUCHE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AS-TU DÉJÀ ENTENDU DIRE QUE L'ESPOIR S'EST FAIT TUER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OU BIEN ALORS, QU'APRÈS UN CHOC, L'AMOUR EST DEVENU MUET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STOP TES PRÉSOMPTIONS ET PUIS PRENDS COURAGE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SEUL UN LÂCHE SE CACHE LÈVE-TOI ET MARCHE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QUE LA FOI, DANS TES COMBATS SOIT TON SEUL ÉQUIPIER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 DOUTE, TON PIRE ENNEMI, A POUR BUT QUE TU RENONCES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PASSE LA CINQUIÈME ET FONCE SANS JAMAIS PLUS RÉTROGRADER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DEVANT TOI, LA TERRE PROMISE DERRIÈRE TOI, UNE TERRE DÉGRADÉE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DES GRADINS, J'ENTENDS L'ÉQUIPE-TYPE CRIER VICTORY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VICTORIA TE SUIVRA, SI T'ABANDONNES TON ANCIENNE STORY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T'AURAS LA PAIX PLEIN LES POCHES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50-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51-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860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GOGOGOGO GOSPELLEMENT VÔTRE</a:t>
            </a:r>
          </a:p>
          <a:p>
            <a:r>
              <a:rPr lang="fr-FR" smtClean="0"/>
              <a:t>2-  BIENVENUE DANS UN MONDE 2 OÙ LA J.O.I.E DÉPASSE LA NORME</a:t>
            </a:r>
          </a:p>
          <a:p>
            <a:r>
              <a:rPr lang="fr-FR" smtClean="0"/>
              <a:t>3-  NORMAL ON EST VENU DÉTOURNER L'GAME</a:t>
            </a:r>
          </a:p>
          <a:p>
            <a:r>
              <a:rPr lang="fr-FR" smtClean="0"/>
              <a:t>4-  CHANGER LA DONNE, ON T'AUTORISE À NOUS APPELER GAMINS</a:t>
            </a:r>
          </a:p>
          <a:p>
            <a:r>
              <a:rPr lang="fr-FR" smtClean="0"/>
              <a:t>5-  QUOI DE PLUS PUR QUE LE CŒUR D'UN ENFANT</a:t>
            </a:r>
          </a:p>
          <a:p>
            <a:r>
              <a:rPr lang="fr-FR" smtClean="0"/>
              <a:t>6-  SIMPLE ET SANS SOUCI ON VIT LA VIE À FOND</a:t>
            </a:r>
          </a:p>
          <a:p>
            <a:r>
              <a:rPr lang="fr-FR" smtClean="0"/>
              <a:t>7-  PAR MON ÉPANOUISSEMENT JE VEUX FAIRE SOURIRE LE PÈRE</a:t>
            </a:r>
          </a:p>
          <a:p>
            <a:r>
              <a:rPr lang="fr-FR" smtClean="0"/>
              <a:t>8-  PERDURER DANS SON LOVE EN LUI JE ME SUIS DU-PER</a:t>
            </a:r>
          </a:p>
          <a:p>
            <a:r>
              <a:rPr lang="fr-FR" smtClean="0"/>
              <a:t>9-  MON EXPECTATIVE : REPARTIR DIFFÉRENT</a:t>
            </a:r>
          </a:p>
          <a:p>
            <a:r>
              <a:rPr lang="fr-FR" smtClean="0"/>
              <a:t>10-  ME LAISSER GUIDER PAR L'ESPRIT-SAINT, LE LAISSER FAIRE</a:t>
            </a:r>
          </a:p>
          <a:p>
            <a:r>
              <a:rPr lang="fr-FR" smtClean="0"/>
              <a:t>11-  VICTIME D'UNE OPÉRATION À CŒUR OUVERT</a:t>
            </a:r>
          </a:p>
          <a:p>
            <a:r>
              <a:rPr lang="fr-FR" smtClean="0"/>
              <a:t>12-  A SON D.I.E.U LUD'OBÉIT S'EST OFFERT</a:t>
            </a:r>
          </a:p>
          <a:p>
            <a:r>
              <a:rPr lang="fr-FR" smtClean="0"/>
              <a:t>13-  JE VOUS VOIS BOUGER LA TÊTE DEVANT, DERRIÈRE</a:t>
            </a:r>
          </a:p>
          <a:p>
            <a:r>
              <a:rPr lang="fr-FR" smtClean="0"/>
              <a:t>14-  VOUS VOULEZ DU GOSPEL VOUS ALLEZ ÊTRE VI-SER</a:t>
            </a:r>
          </a:p>
          <a:p>
            <a:r>
              <a:rPr lang="fr-FR" smtClean="0"/>
              <a:t>15-  BIG UP T.I.T.L., RDK'L DESTINATION FINALE : ARRIVÉE AU CIEL !</a:t>
            </a:r>
          </a:p>
          <a:p>
            <a:r>
              <a:rPr lang="fr-FR" smtClean="0"/>
              <a:t>16-  PARFOIS L'HOMME PASSE SON TEMPS À PLEURER SUR SON SORT</a:t>
            </a:r>
          </a:p>
          <a:p>
            <a:r>
              <a:rPr lang="fr-FR" smtClean="0"/>
              <a:t>17-  INCONSCIENT QUE C'EST DE SA BOUCHE QUE SON AVENIR SORT</a:t>
            </a:r>
          </a:p>
          <a:p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19-  JE SUIS SÛR QU'IL POURRAIT ENFIN ACCÉDER À L'AMOUR </a:t>
            </a:r>
          </a:p>
          <a:p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CHOISIS LA VIE, ET NON LA MORT. AVEC TA VIE, NE SOIS PAS MÉCHANT</a:t>
            </a:r>
          </a:p>
          <a:p>
            <a:r>
              <a:rPr lang="fr-FR" smtClean="0"/>
              <a:t>22-  OUVRE GRAND TA BOUCHE ET PARLE LE POSITIF</a:t>
            </a:r>
          </a:p>
          <a:p>
            <a:r>
              <a:rPr lang="fr-FR" smtClean="0"/>
              <a:t>23-  NÉGATIVE A ÉTÉ TA VIE DONC FAIS QUE LE MEILLEUR ARRIVE</a:t>
            </a:r>
          </a:p>
          <a:p>
            <a:r>
              <a:rPr lang="fr-FR" smtClean="0"/>
              <a:t>24-  FORTIFIE-TOI ET DÉCIDE D'AVANCER</a:t>
            </a:r>
          </a:p>
          <a:p>
            <a:r>
              <a:rPr lang="fr-FR" smtClean="0"/>
              <a:t>25-  HORS DE QUESTION QUE TON PASSÉ PUISSE TE DEVANCER</a:t>
            </a:r>
          </a:p>
          <a:p>
            <a:r>
              <a:rPr lang="fr-FR" smtClean="0"/>
              <a:t>26-  LE CHOIX EST DÉSORMAIS ENTRE TES MAINS ET DANS TA BOUCHE</a:t>
            </a:r>
          </a:p>
          <a:p>
            <a:r>
              <a:rPr lang="fr-FR" smtClean="0"/>
              <a:t>27-  CHOISIS LE MEILLEUR, ET POUR LE PIRE, FAIS LE VOIR LOUCHE</a:t>
            </a:r>
          </a:p>
          <a:p>
            <a:r>
              <a:rPr lang="fr-FR" smtClean="0"/>
              <a:t>28-  ROUGE EST LE SANG, DONC ROUGE EST LA VICTOIRE</a:t>
            </a:r>
          </a:p>
          <a:p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30-  PARÉ POUR CONQUÉRIR FAIS ÉCLATER TES RIRES</a:t>
            </a:r>
          </a:p>
          <a:p>
            <a:r>
              <a:rPr lang="fr-FR" smtClean="0"/>
              <a:t>31-  ET LÀ TU POURRAS DIRE QUE LE MEILLEUR RESTE À VENIR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34-  AS-TU DÉJÀ ENTENDU DIRE QUE L'ESPOIR S'EST FAIT TUER ? </a:t>
            </a:r>
          </a:p>
          <a:p>
            <a:r>
              <a:rPr lang="fr-FR" smtClean="0"/>
              <a:t>35-  OU BIEN ALORS, QU'APRÈS UN CHOC, L'AMOUR EST DEVENU MUET ? </a:t>
            </a:r>
          </a:p>
          <a:p>
            <a:r>
              <a:rPr lang="fr-FR" smtClean="0"/>
              <a:t>36-  STOP TES PRÉSOMPTIONS ET PUIS PRENDS COURAGE ! </a:t>
            </a:r>
          </a:p>
          <a:p>
            <a:r>
              <a:rPr lang="fr-FR" smtClean="0"/>
              <a:t>37-  SEUL UN LÂCHE SE CACHE LÈVE-TOI ET MARCHE </a:t>
            </a:r>
          </a:p>
          <a:p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39-  QUE LA FOI, DANS TES COMBATS SOIT TON SEUL ÉQUIPIER </a:t>
            </a:r>
          </a:p>
          <a:p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41-  LE DOUTE, TON PIRE ENNEMI, A POUR BUT QUE TU RENONCES </a:t>
            </a:r>
          </a:p>
          <a:p>
            <a:r>
              <a:rPr lang="fr-FR" smtClean="0"/>
              <a:t>42-  PASSE LA CINQUIÈME ET FONCE SANS JAMAIS PLUS RÉTROGRADER </a:t>
            </a:r>
          </a:p>
          <a:p>
            <a:r>
              <a:rPr lang="fr-FR" smtClean="0"/>
              <a:t>43-  DEVANT TOI, LA TERRE PROMISE DERRIÈRE TOI, UNE TERRE DÉGRADÉE </a:t>
            </a:r>
          </a:p>
          <a:p>
            <a:r>
              <a:rPr lang="fr-FR" smtClean="0"/>
              <a:t>44-  DES GRADINS, J'ENTENDS L'ÉQUIPE-TYPE CRIER VICTORY</a:t>
            </a:r>
          </a:p>
          <a:p>
            <a:r>
              <a:rPr lang="fr-FR" smtClean="0"/>
              <a:t>45-  VICTORIA TE SUIVRA, SI T'ABANDONNES TON ANCIENNE STORY </a:t>
            </a:r>
          </a:p>
          <a:p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48-  T'AURAS LA PAIX PLEIN LES POCHES</a:t>
            </a:r>
          </a:p>
          <a:p>
            <a:r>
              <a:rPr lang="fr-FR" smtClean="0"/>
              <a:t>49-  LA GLOIRE POUR COURONNE ET L'A.M.O.U.R POUR TROPHÉE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50-  UNE SEULE DÉCISION QUI A FAIT QUE</a:t>
            </a:r>
          </a:p>
          <a:p>
            <a:r>
              <a:rPr lang="fr-FR" smtClean="0"/>
              <a:t>	51-  VOUS ET MOI, NOUS SOYONS LES PERSONNES QUE NOUS SOMMES</a:t>
            </a:r>
          </a:p>
          <a:p>
            <a:r>
              <a:rPr lang="fr-FR" smtClean="0"/>
              <a:t>	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GOGOGOGO GOSPELLEMENT VÔTRE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BIENVENUE DANS UN MONDE 2 OÙ LA J.O.I.E DÉPASSE LA NORME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NORMAL ON EST VENU DÉTOURNER L'GAME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CHANGER LA DONNE, ON T'AUTORISE À NOUS APPELER GAMINS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QUOI DE PLUS PUR QUE LE CŒUR D'UN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SIMPLE ET SANS SOUCI ON VIT LA VIE À 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PAR MON ÉPANOUISSEMENT JE VEUX FAIRE SOURIRE LE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PERDURER DANS SON LOVE EN LUI JE ME SUIS DU-PER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 EXPECTATIVE : REPARTIR DIFFÉRENT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ME LAISSER GUIDER PAR L'ESPRIT-SAINT, LE LAISSER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VICTIME D'UNE OPÉRATION À CŒUR OUVERT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A SON D.I.E.U LUD'OBÉIT S'EST OFFERT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VOUS VOIS BOUGER LA TÊTE DEVANT, DERRIÈRE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VOUS VOULEZ DU GOSPEL VOUS ALLEZ ÊTRE VI-SER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BIG UP T.I.T.L., RDK'L DESTINATION FINALE : ARRIVÉE AU CIEL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SUIS SÛR QU'IL POURRAIT ENFIN ACCÉDER À L'AMOUR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CHOISIS LA VIE, ET NON LA MORT. AVEC TA VIE, NE SOIS PAS MÉCHANT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NÉGATIVE A ÉTÉ TA VIE DONC FAIS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CHOISIS LE MEILLEUR, ET POUR LE PIRE, FAIS LE VOIR LOUCHE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AS-TU DÉJÀ ENTENDU DIRE QUE L'ESPOIR S'EST FAIT TUER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OU BIEN ALORS, QU'APRÈS UN CHOC, L'AMOUR EST DEVENU MUET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STOP TES PRÉSOMPTIONS ET PUIS PRENDS COURAGE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SEUL UN LÂCHE SE CACHE LÈVE-TOI ET MARCHE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QUE LA FOI, DANS TES COMBATS SOIT TON SEUL ÉQUIPIER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 DOUTE, TON PIRE ENNEMI, A POUR BUT QUE TU RENONCES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PASSE LA CINQUIÈME ET FONCE SANS JAMAIS PLUS RÉTROGRADER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DEVANT TOI, LA TERRE PROMISE DERRIÈRE TOI, UNE TERRE DÉGRADÉE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DES GRADINS, J'ENTENDS L'ÉQUIPE-TYPE CRIER VICTORY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VICTORIA TE SUIVRA, SI T'ABANDONNES TON ANCIENNE STORY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T'AURAS LA PAIX PLEIN LES POCHES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50-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51-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870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GOGOGOGO GOSPELLEMENT VÔTRE</a:t>
            </a:r>
          </a:p>
          <a:p>
            <a:r>
              <a:rPr lang="fr-FR" smtClean="0"/>
              <a:t>2-  BIENVENUE DANS UN MONDE 2 OÙ LA J.O.I.E DÉPASSE LA NORME</a:t>
            </a:r>
          </a:p>
          <a:p>
            <a:r>
              <a:rPr lang="fr-FR" smtClean="0"/>
              <a:t>3-  NORMAL ON EST VENU DÉTOURNER L'GAME</a:t>
            </a:r>
          </a:p>
          <a:p>
            <a:r>
              <a:rPr lang="fr-FR" smtClean="0"/>
              <a:t>4-  CHANGER LA DONNE, ON T'AUTORISE À NOUS APPELER GAMINS</a:t>
            </a:r>
          </a:p>
          <a:p>
            <a:r>
              <a:rPr lang="fr-FR" smtClean="0"/>
              <a:t>5-  QUOI DE PLUS PUR QUE LE CŒUR D'UN ENFANT</a:t>
            </a:r>
          </a:p>
          <a:p>
            <a:r>
              <a:rPr lang="fr-FR" smtClean="0"/>
              <a:t>6-  SIMPLE ET SANS SOUCI ON VIT LA VIE À FOND</a:t>
            </a:r>
          </a:p>
          <a:p>
            <a:r>
              <a:rPr lang="fr-FR" smtClean="0"/>
              <a:t>7-  PAR MON ÉPANOUISSEMENT JE VEUX FAIRE SOURIRE LE PÈRE</a:t>
            </a:r>
          </a:p>
          <a:p>
            <a:r>
              <a:rPr lang="fr-FR" smtClean="0"/>
              <a:t>8-  PERDURER DANS SON LOVE EN LUI JE ME SUIS DU-PER</a:t>
            </a:r>
          </a:p>
          <a:p>
            <a:r>
              <a:rPr lang="fr-FR" smtClean="0"/>
              <a:t>9-  MON EXPECTATIVE : REPARTIR DIFFÉRENT</a:t>
            </a:r>
          </a:p>
          <a:p>
            <a:r>
              <a:rPr lang="fr-FR" smtClean="0"/>
              <a:t>10-  ME LAISSER GUIDER PAR L'ESPRIT-SAINT, LE LAISSER FAIRE</a:t>
            </a:r>
          </a:p>
          <a:p>
            <a:r>
              <a:rPr lang="fr-FR" smtClean="0"/>
              <a:t>11-  VICTIME D'UNE OPÉRATION À CŒUR OUVERT</a:t>
            </a:r>
          </a:p>
          <a:p>
            <a:r>
              <a:rPr lang="fr-FR" smtClean="0"/>
              <a:t>12-  A SON D.I.E.U LUD'OBÉIT S'EST OFFERT</a:t>
            </a:r>
          </a:p>
          <a:p>
            <a:r>
              <a:rPr lang="fr-FR" smtClean="0"/>
              <a:t>13-  JE VOUS VOIS BOUGER LA TÊTE DEVANT, DERRIÈRE</a:t>
            </a:r>
          </a:p>
          <a:p>
            <a:r>
              <a:rPr lang="fr-FR" smtClean="0"/>
              <a:t>14-  VOUS VOULEZ DU GOSPEL VOUS ALLEZ ÊTRE VI-SER</a:t>
            </a:r>
          </a:p>
          <a:p>
            <a:r>
              <a:rPr lang="fr-FR" smtClean="0"/>
              <a:t>15-  BIG UP T.I.T.L., RDK'L DESTINATION FINALE : ARRIVÉE AU CIEL !</a:t>
            </a:r>
          </a:p>
          <a:p>
            <a:r>
              <a:rPr lang="fr-FR" smtClean="0"/>
              <a:t>16-  PARFOIS L'HOMME PASSE SON TEMPS À PLEURER SUR SON SORT</a:t>
            </a:r>
          </a:p>
          <a:p>
            <a:r>
              <a:rPr lang="fr-FR" smtClean="0"/>
              <a:t>17-  INCONSCIENT QUE C'EST DE SA BOUCHE QUE SON AVENIR SORT</a:t>
            </a:r>
          </a:p>
          <a:p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19-  JE SUIS SÛR QU'IL POURRAIT ENFIN ACCÉDER À L'AMOUR </a:t>
            </a:r>
          </a:p>
          <a:p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CHOISIS LA VIE, ET NON LA MORT. AVEC TA VIE, NE SOIS PAS MÉCHANT</a:t>
            </a:r>
          </a:p>
          <a:p>
            <a:r>
              <a:rPr lang="fr-FR" smtClean="0"/>
              <a:t>22-  OUVRE GRAND TA BOUCHE ET PARLE LE POSITIF</a:t>
            </a:r>
          </a:p>
          <a:p>
            <a:r>
              <a:rPr lang="fr-FR" smtClean="0"/>
              <a:t>23-  NÉGATIVE A ÉTÉ TA VIE DONC FAIS QUE LE MEILLEUR ARRIVE</a:t>
            </a:r>
          </a:p>
          <a:p>
            <a:r>
              <a:rPr lang="fr-FR" smtClean="0"/>
              <a:t>24-  FORTIFIE-TOI ET DÉCIDE D'AVANCER</a:t>
            </a:r>
          </a:p>
          <a:p>
            <a:r>
              <a:rPr lang="fr-FR" smtClean="0"/>
              <a:t>25-  HORS DE QUESTION QUE TON PASSÉ PUISSE TE DEVANCER</a:t>
            </a:r>
          </a:p>
          <a:p>
            <a:r>
              <a:rPr lang="fr-FR" smtClean="0"/>
              <a:t>26-  LE CHOIX EST DÉSORMAIS ENTRE TES MAINS ET DANS TA BOUCHE</a:t>
            </a:r>
          </a:p>
          <a:p>
            <a:r>
              <a:rPr lang="fr-FR" smtClean="0"/>
              <a:t>27-  CHOISIS LE MEILLEUR, ET POUR LE PIRE, FAIS LE VOIR LOUCHE</a:t>
            </a:r>
          </a:p>
          <a:p>
            <a:r>
              <a:rPr lang="fr-FR" smtClean="0"/>
              <a:t>28-  ROUGE EST LE SANG, DONC ROUGE EST LA VICTOIRE</a:t>
            </a:r>
          </a:p>
          <a:p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30-  PARÉ POUR CONQUÉRIR FAIS ÉCLATER TES RIRES</a:t>
            </a:r>
          </a:p>
          <a:p>
            <a:r>
              <a:rPr lang="fr-FR" smtClean="0"/>
              <a:t>31-  ET LÀ TU POURRAS DIRE QUE LE MEILLEUR RESTE À VENIR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34-  AS-TU DÉJÀ ENTENDU DIRE QUE L'ESPOIR S'EST FAIT TUER ? </a:t>
            </a:r>
          </a:p>
          <a:p>
            <a:r>
              <a:rPr lang="fr-FR" smtClean="0"/>
              <a:t>35-  OU BIEN ALORS, QU'APRÈS UN CHOC, L'AMOUR EST DEVENU MUET ? </a:t>
            </a:r>
          </a:p>
          <a:p>
            <a:r>
              <a:rPr lang="fr-FR" smtClean="0"/>
              <a:t>36-  STOP TES PRÉSOMPTIONS ET PUIS PRENDS COURAGE ! </a:t>
            </a:r>
          </a:p>
          <a:p>
            <a:r>
              <a:rPr lang="fr-FR" smtClean="0"/>
              <a:t>37-  SEUL UN LÂCHE SE CACHE LÈVE-TOI ET MARCHE </a:t>
            </a:r>
          </a:p>
          <a:p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39-  QUE LA FOI, DANS TES COMBATS SOIT TON SEUL ÉQUIPIER </a:t>
            </a:r>
          </a:p>
          <a:p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41-  LE DOUTE, TON PIRE ENNEMI, A POUR BUT QUE TU RENONCES </a:t>
            </a:r>
          </a:p>
          <a:p>
            <a:r>
              <a:rPr lang="fr-FR" smtClean="0"/>
              <a:t>42-  PASSE LA CINQUIÈME ET FONCE SANS JAMAIS PLUS RÉTROGRADER </a:t>
            </a:r>
          </a:p>
          <a:p>
            <a:r>
              <a:rPr lang="fr-FR" smtClean="0"/>
              <a:t>43-  DEVANT TOI, LA TERRE PROMISE DERRIÈRE TOI, UNE TERRE DÉGRADÉE </a:t>
            </a:r>
          </a:p>
          <a:p>
            <a:r>
              <a:rPr lang="fr-FR" smtClean="0"/>
              <a:t>44-  DES GRADINS, J'ENTENDS L'ÉQUIPE-TYPE CRIER VICTORY</a:t>
            </a:r>
          </a:p>
          <a:p>
            <a:r>
              <a:rPr lang="fr-FR" smtClean="0"/>
              <a:t>45-  VICTORIA TE SUIVRA, SI T'ABANDONNES TON ANCIENNE STORY </a:t>
            </a:r>
          </a:p>
          <a:p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48-  T'AURAS LA PAIX PLEIN LES POCHES</a:t>
            </a:r>
          </a:p>
          <a:p>
            <a:r>
              <a:rPr lang="fr-FR" smtClean="0"/>
              <a:t>49-  LA GLOIRE POUR COURONNE ET L'A.M.O.U.R POUR TROPHÉE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50-  UNE SEULE DÉCISION QUI A FAIT QUE</a:t>
            </a:r>
          </a:p>
          <a:p>
            <a:r>
              <a:rPr lang="fr-FR" smtClean="0"/>
              <a:t>	51-  VOUS ET MOI, NOUS SOYONS LES PERSONNES QUE NOUS SOMMES</a:t>
            </a:r>
          </a:p>
          <a:p>
            <a:r>
              <a:rPr lang="fr-FR" smtClean="0"/>
              <a:t>	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GOGOGOGO GOSPELLEMENT VÔTRE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BIENVENUE DANS UN MONDE 2 OÙ LA J.O.I.E DÉPASSE LA NORME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NORMAL ON EST VENU DÉTOURNER L'GAME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CHANGER LA DONNE, ON T'AUTORISE À NOUS APPELER GAMINS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QUOI DE PLUS PUR QUE LE CŒUR D'UN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SIMPLE ET SANS SOUCI ON VIT LA VIE À 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PAR MON ÉPANOUISSEMENT JE VEUX FAIRE SOURIRE LE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PERDURER DANS SON LOVE EN LUI JE ME SUIS DU-PER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 EXPECTATIVE : REPARTIR DIFFÉRENT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ME LAISSER GUIDER PAR L'ESPRIT-SAINT, LE LAISSER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VICTIME D'UNE OPÉRATION À CŒUR OUVERT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A SON D.I.E.U LUD'OBÉIT S'EST OFFERT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VOUS VOIS BOUGER LA TÊTE DEVANT, DERRIÈRE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VOUS VOULEZ DU GOSPEL VOUS ALLEZ ÊTRE VI-SER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BIG UP T.I.T.L., RDK'L DESTINATION FINALE : ARRIVÉE AU CIEL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SUIS SÛR QU'IL POURRAIT ENFIN ACCÉDER À L'AMOUR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CHOISIS LA VIE, ET NON LA MORT. AVEC TA VIE, NE SOIS PAS MÉCHANT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NÉGATIVE A ÉTÉ TA VIE DONC FAIS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CHOISIS LE MEILLEUR, ET POUR LE PIRE, FAIS LE VOIR LOUCHE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AS-TU DÉJÀ ENTENDU DIRE QUE L'ESPOIR S'EST FAIT TUER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OU BIEN ALORS, QU'APRÈS UN CHOC, L'AMOUR EST DEVENU MUET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STOP TES PRÉSOMPTIONS ET PUIS PRENDS COURAGE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SEUL UN LÂCHE SE CACHE LÈVE-TOI ET MARCHE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QUE LA FOI, DANS TES COMBATS SOIT TON SEUL ÉQUIPIER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 DOUTE, TON PIRE ENNEMI, A POUR BUT QUE TU RENONCES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PASSE LA CINQUIÈME ET FONCE SANS JAMAIS PLUS RÉTROGRADER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DEVANT TOI, LA TERRE PROMISE DERRIÈRE TOI, UNE TERRE DÉGRADÉE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DES GRADINS, J'ENTENDS L'ÉQUIPE-TYPE CRIER VICTORY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VICTORIA TE SUIVRA, SI T'ABANDONNES TON ANCIENNE STORY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T'AURAS LA PAIX PLEIN LES POCHES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50-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51-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880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GOGOGOGO GOSPELLEMENT VÔTRE</a:t>
            </a:r>
          </a:p>
          <a:p>
            <a:r>
              <a:rPr lang="fr-FR" smtClean="0"/>
              <a:t>2-  BIENVENUE DANS UN MONDE 2 OÙ LA J.O.I.E DÉPASSE LA NORME</a:t>
            </a:r>
          </a:p>
          <a:p>
            <a:r>
              <a:rPr lang="fr-FR" smtClean="0"/>
              <a:t>3-  NORMAL ON EST VENU DÉTOURNER L'GAME</a:t>
            </a:r>
          </a:p>
          <a:p>
            <a:r>
              <a:rPr lang="fr-FR" smtClean="0"/>
              <a:t>4-  CHANGER LA DONNE, ON T'AUTORISE À NOUS APPELER GAMINS</a:t>
            </a:r>
          </a:p>
          <a:p>
            <a:r>
              <a:rPr lang="fr-FR" smtClean="0"/>
              <a:t>5-  QUOI DE PLUS PUR QUE LE CŒUR D'UN ENFANT</a:t>
            </a:r>
          </a:p>
          <a:p>
            <a:r>
              <a:rPr lang="fr-FR" smtClean="0"/>
              <a:t>6-  SIMPLE ET SANS SOUCI ON VIT LA VIE À FOND</a:t>
            </a:r>
          </a:p>
          <a:p>
            <a:r>
              <a:rPr lang="fr-FR" smtClean="0"/>
              <a:t>7-  PAR MON ÉPANOUISSEMENT JE VEUX FAIRE SOURIRE LE PÈRE</a:t>
            </a:r>
          </a:p>
          <a:p>
            <a:r>
              <a:rPr lang="fr-FR" smtClean="0"/>
              <a:t>8-  PERDURER DANS SON LOVE EN LUI JE ME SUIS DU-PER</a:t>
            </a:r>
          </a:p>
          <a:p>
            <a:r>
              <a:rPr lang="fr-FR" smtClean="0"/>
              <a:t>9-  MON EXPECTATIVE : REPARTIR DIFFÉRENT</a:t>
            </a:r>
          </a:p>
          <a:p>
            <a:r>
              <a:rPr lang="fr-FR" smtClean="0"/>
              <a:t>10-  ME LAISSER GUIDER PAR L'ESPRIT-SAINT, LE LAISSER FAIRE</a:t>
            </a:r>
          </a:p>
          <a:p>
            <a:r>
              <a:rPr lang="fr-FR" smtClean="0"/>
              <a:t>11-  VICTIME D'UNE OPÉRATION À CŒUR OUVERT</a:t>
            </a:r>
          </a:p>
          <a:p>
            <a:r>
              <a:rPr lang="fr-FR" smtClean="0"/>
              <a:t>12-  A SON D.I.E.U LUD'OBÉIT S'EST OFFERT</a:t>
            </a:r>
          </a:p>
          <a:p>
            <a:r>
              <a:rPr lang="fr-FR" smtClean="0"/>
              <a:t>13-  JE VOUS VOIS BOUGER LA TÊTE DEVANT, DERRIÈRE</a:t>
            </a:r>
          </a:p>
          <a:p>
            <a:r>
              <a:rPr lang="fr-FR" smtClean="0"/>
              <a:t>14-  VOUS VOULEZ DU GOSPEL VOUS ALLEZ ÊTRE VI-SER</a:t>
            </a:r>
          </a:p>
          <a:p>
            <a:r>
              <a:rPr lang="fr-FR" smtClean="0"/>
              <a:t>15-  BIG UP T.I.T.L., RDK'L DESTINATION FINALE : ARRIVÉE AU CIEL !</a:t>
            </a:r>
          </a:p>
          <a:p>
            <a:r>
              <a:rPr lang="fr-FR" smtClean="0"/>
              <a:t>16-  PARFOIS L'HOMME PASSE SON TEMPS À PLEURER SUR SON SORT</a:t>
            </a:r>
          </a:p>
          <a:p>
            <a:r>
              <a:rPr lang="fr-FR" smtClean="0"/>
              <a:t>17-  INCONSCIENT QUE C'EST DE SA BOUCHE QUE SON AVENIR SORT</a:t>
            </a:r>
          </a:p>
          <a:p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19-  JE SUIS SÛR QU'IL POURRAIT ENFIN ACCÉDER À L'AMOUR </a:t>
            </a:r>
          </a:p>
          <a:p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CHOISIS LA VIE, ET NON LA MORT. AVEC TA VIE, NE SOIS PAS MÉCHANT</a:t>
            </a:r>
          </a:p>
          <a:p>
            <a:r>
              <a:rPr lang="fr-FR" smtClean="0"/>
              <a:t>22-  OUVRE GRAND TA BOUCHE ET PARLE LE POSITIF</a:t>
            </a:r>
          </a:p>
          <a:p>
            <a:r>
              <a:rPr lang="fr-FR" smtClean="0"/>
              <a:t>23-  NÉGATIVE A ÉTÉ TA VIE DONC FAIS QUE LE MEILLEUR ARRIVE</a:t>
            </a:r>
          </a:p>
          <a:p>
            <a:r>
              <a:rPr lang="fr-FR" smtClean="0"/>
              <a:t>24-  FORTIFIE-TOI ET DÉCIDE D'AVANCER</a:t>
            </a:r>
          </a:p>
          <a:p>
            <a:r>
              <a:rPr lang="fr-FR" smtClean="0"/>
              <a:t>25-  HORS DE QUESTION QUE TON PASSÉ PUISSE TE DEVANCER</a:t>
            </a:r>
          </a:p>
          <a:p>
            <a:r>
              <a:rPr lang="fr-FR" smtClean="0"/>
              <a:t>26-  LE CHOIX EST DÉSORMAIS ENTRE TES MAINS ET DANS TA BOUCHE</a:t>
            </a:r>
          </a:p>
          <a:p>
            <a:r>
              <a:rPr lang="fr-FR" smtClean="0"/>
              <a:t>27-  CHOISIS LE MEILLEUR, ET POUR LE PIRE, FAIS LE VOIR LOUCHE</a:t>
            </a:r>
          </a:p>
          <a:p>
            <a:r>
              <a:rPr lang="fr-FR" smtClean="0"/>
              <a:t>28-  ROUGE EST LE SANG, DONC ROUGE EST LA VICTOIRE</a:t>
            </a:r>
          </a:p>
          <a:p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30-  PARÉ POUR CONQUÉRIR FAIS ÉCLATER TES RIRES</a:t>
            </a:r>
          </a:p>
          <a:p>
            <a:r>
              <a:rPr lang="fr-FR" smtClean="0"/>
              <a:t>31-  ET LÀ TU POURRAS DIRE QUE LE MEILLEUR RESTE À VENIR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34-  AS-TU DÉJÀ ENTENDU DIRE QUE L'ESPOIR S'EST FAIT TUER ? </a:t>
            </a:r>
          </a:p>
          <a:p>
            <a:r>
              <a:rPr lang="fr-FR" smtClean="0"/>
              <a:t>35-  OU BIEN ALORS, QU'APRÈS UN CHOC, L'AMOUR EST DEVENU MUET ? </a:t>
            </a:r>
          </a:p>
          <a:p>
            <a:r>
              <a:rPr lang="fr-FR" smtClean="0"/>
              <a:t>36-  STOP TES PRÉSOMPTIONS ET PUIS PRENDS COURAGE ! </a:t>
            </a:r>
          </a:p>
          <a:p>
            <a:r>
              <a:rPr lang="fr-FR" smtClean="0"/>
              <a:t>37-  SEUL UN LÂCHE SE CACHE LÈVE-TOI ET MARCHE </a:t>
            </a:r>
          </a:p>
          <a:p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39-  QUE LA FOI, DANS TES COMBATS SOIT TON SEUL ÉQUIPIER </a:t>
            </a:r>
          </a:p>
          <a:p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41-  LE DOUTE, TON PIRE ENNEMI, A POUR BUT QUE TU RENONCES </a:t>
            </a:r>
          </a:p>
          <a:p>
            <a:r>
              <a:rPr lang="fr-FR" smtClean="0"/>
              <a:t>42-  PASSE LA CINQUIÈME ET FONCE SANS JAMAIS PLUS RÉTROGRADER </a:t>
            </a:r>
          </a:p>
          <a:p>
            <a:r>
              <a:rPr lang="fr-FR" smtClean="0"/>
              <a:t>43-  DEVANT TOI, LA TERRE PROMISE DERRIÈRE TOI, UNE TERRE DÉGRADÉE </a:t>
            </a:r>
          </a:p>
          <a:p>
            <a:r>
              <a:rPr lang="fr-FR" smtClean="0"/>
              <a:t>44-  DES GRADINS, J'ENTENDS L'ÉQUIPE-TYPE CRIER VICTORY</a:t>
            </a:r>
          </a:p>
          <a:p>
            <a:r>
              <a:rPr lang="fr-FR" smtClean="0"/>
              <a:t>45-  VICTORIA TE SUIVRA, SI T'ABANDONNES TON ANCIENNE STORY </a:t>
            </a:r>
          </a:p>
          <a:p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48-  T'AURAS LA PAIX PLEIN LES POCHES</a:t>
            </a:r>
          </a:p>
          <a:p>
            <a:r>
              <a:rPr lang="fr-FR" smtClean="0"/>
              <a:t>49-  LA GLOIRE POUR COURONNE ET L'A.M.O.U.R POUR TROPHÉE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50-  UNE SEULE DÉCISION QUI A FAIT QUE</a:t>
            </a:r>
          </a:p>
          <a:p>
            <a:r>
              <a:rPr lang="fr-FR" smtClean="0"/>
              <a:t>	51-  VOUS ET MOI, NOUS SOYONS LES PERSONNES QUE NOUS SOMMES</a:t>
            </a:r>
          </a:p>
          <a:p>
            <a:r>
              <a:rPr lang="fr-FR" smtClean="0"/>
              <a:t>	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GOGOGOGO GOSPELLEMENT VÔTRE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BIENVENUE DANS UN MONDE 2 OÙ LA J.O.I.E DÉPASSE LA NORME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NORMAL ON EST VENU DÉTOURNER L'GAME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CHANGER LA DONNE, ON T'AUTORISE À NOUS APPELER GAMINS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QUOI DE PLUS PUR QUE LE CŒUR D'UN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SIMPLE ET SANS SOUCI ON VIT LA VIE À 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PAR MON ÉPANOUISSEMENT JE VEUX FAIRE SOURIRE LE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PERDURER DANS SON LOVE EN LUI JE ME SUIS DU-PER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 EXPECTATIVE : REPARTIR DIFFÉRENT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ME LAISSER GUIDER PAR L'ESPRIT-SAINT, LE LAISSER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VICTIME D'UNE OPÉRATION À CŒUR OUVERT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A SON D.I.E.U LUD'OBÉIT S'EST OFFERT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VOUS VOIS BOUGER LA TÊTE DEVANT, DERRIÈRE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VOUS VOULEZ DU GOSPEL VOUS ALLEZ ÊTRE VI-SER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BIG UP T.I.T.L., RDK'L DESTINATION FINALE : ARRIVÉE AU CIEL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SUIS SÛR QU'IL POURRAIT ENFIN ACCÉDER À L'AMOUR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CHOISIS LA VIE, ET NON LA MORT. AVEC TA VIE, NE SOIS PAS MÉCHANT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NÉGATIVE A ÉTÉ TA VIE DONC FAIS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CHOISIS LE MEILLEUR, ET POUR LE PIRE, FAIS LE VOIR LOUCHE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AS-TU DÉJÀ ENTENDU DIRE QUE L'ESPOIR S'EST FAIT TUER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OU BIEN ALORS, QU'APRÈS UN CHOC, L'AMOUR EST DEVENU MUET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STOP TES PRÉSOMPTIONS ET PUIS PRENDS COURAGE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SEUL UN LÂCHE SE CACHE LÈVE-TOI ET MARCHE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QUE LA FOI, DANS TES COMBATS SOIT TON SEUL ÉQUIPIER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 DOUTE, TON PIRE ENNEMI, A POUR BUT QUE TU RENONCES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PASSE LA CINQUIÈME ET FONCE SANS JAMAIS PLUS RÉTROGRADER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DEVANT TOI, LA TERRE PROMISE DERRIÈRE TOI, UNE TERRE DÉGRADÉE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DES GRADINS, J'ENTENDS L'ÉQUIPE-TYPE CRIER VICTORY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VICTORIA TE SUIVRA, SI T'ABANDONNES TON ANCIENNE STORY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T'AURAS LA PAIX PLEIN LES POCHES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50-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51-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890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GOGOGOGO GOSPELLEMENT VÔTRE</a:t>
            </a:r>
          </a:p>
          <a:p>
            <a:r>
              <a:rPr lang="fr-FR" smtClean="0"/>
              <a:t>2-  BIENVENUE DANS UN MONDE 2 OÙ LA J.O.I.E DÉPASSE LA NORME</a:t>
            </a:r>
          </a:p>
          <a:p>
            <a:r>
              <a:rPr lang="fr-FR" smtClean="0"/>
              <a:t>3-  NORMAL ON EST VENU DÉTOURNER L'GAME</a:t>
            </a:r>
          </a:p>
          <a:p>
            <a:r>
              <a:rPr lang="fr-FR" smtClean="0"/>
              <a:t>4-  CHANGER LA DONNE, ON T'AUTORISE À NOUS APPELER GAMINS</a:t>
            </a:r>
          </a:p>
          <a:p>
            <a:r>
              <a:rPr lang="fr-FR" smtClean="0"/>
              <a:t>5-  QUOI DE PLUS PUR QUE LE CŒUR D'UN ENFANT</a:t>
            </a:r>
          </a:p>
          <a:p>
            <a:r>
              <a:rPr lang="fr-FR" smtClean="0"/>
              <a:t>6-  SIMPLE ET SANS SOUCI ON VIT LA VIE À FOND</a:t>
            </a:r>
          </a:p>
          <a:p>
            <a:r>
              <a:rPr lang="fr-FR" smtClean="0"/>
              <a:t>7-  PAR MON ÉPANOUISSEMENT JE VEUX FAIRE SOURIRE LE PÈRE</a:t>
            </a:r>
          </a:p>
          <a:p>
            <a:r>
              <a:rPr lang="fr-FR" smtClean="0"/>
              <a:t>8-  PERDURER DANS SON LOVE EN LUI JE ME SUIS DU-PER</a:t>
            </a:r>
          </a:p>
          <a:p>
            <a:r>
              <a:rPr lang="fr-FR" smtClean="0"/>
              <a:t>9-  MON EXPECTATIVE : REPARTIR DIFFÉRENT</a:t>
            </a:r>
          </a:p>
          <a:p>
            <a:r>
              <a:rPr lang="fr-FR" smtClean="0"/>
              <a:t>10-  ME LAISSER GUIDER PAR L'ESPRIT-SAINT, LE LAISSER FAIRE</a:t>
            </a:r>
          </a:p>
          <a:p>
            <a:r>
              <a:rPr lang="fr-FR" smtClean="0"/>
              <a:t>11-  VICTIME D'UNE OPÉRATION À CŒUR OUVERT</a:t>
            </a:r>
          </a:p>
          <a:p>
            <a:r>
              <a:rPr lang="fr-FR" smtClean="0"/>
              <a:t>12-  A SON D.I.E.U LUD'OBÉIT S'EST OFFERT</a:t>
            </a:r>
          </a:p>
          <a:p>
            <a:r>
              <a:rPr lang="fr-FR" smtClean="0"/>
              <a:t>13-  JE VOUS VOIS BOUGER LA TÊTE DEVANT, DERRIÈRE</a:t>
            </a:r>
          </a:p>
          <a:p>
            <a:r>
              <a:rPr lang="fr-FR" smtClean="0"/>
              <a:t>14-  VOUS VOULEZ DU GOSPEL VOUS ALLEZ ÊTRE VI-SER</a:t>
            </a:r>
          </a:p>
          <a:p>
            <a:r>
              <a:rPr lang="fr-FR" smtClean="0"/>
              <a:t>15-  BIG UP T.I.T.L., RDK'L DESTINATION FINALE : ARRIVÉE AU CIEL !</a:t>
            </a:r>
          </a:p>
          <a:p>
            <a:r>
              <a:rPr lang="fr-FR" smtClean="0"/>
              <a:t>16-  PARFOIS L'HOMME PASSE SON TEMPS À PLEURER SUR SON SORT</a:t>
            </a:r>
          </a:p>
          <a:p>
            <a:r>
              <a:rPr lang="fr-FR" smtClean="0"/>
              <a:t>17-  INCONSCIENT QUE C'EST DE SA BOUCHE QUE SON AVENIR SORT</a:t>
            </a:r>
          </a:p>
          <a:p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19-  JE SUIS SÛR QU'IL POURRAIT ENFIN ACCÉDER À L'AMOUR </a:t>
            </a:r>
          </a:p>
          <a:p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CHOISIS LA VIE, ET NON LA MORT. AVEC TA VIE, NE SOIS PAS MÉCHANT</a:t>
            </a:r>
          </a:p>
          <a:p>
            <a:r>
              <a:rPr lang="fr-FR" smtClean="0"/>
              <a:t>22-  OUVRE GRAND TA BOUCHE ET PARLE LE POSITIF</a:t>
            </a:r>
          </a:p>
          <a:p>
            <a:r>
              <a:rPr lang="fr-FR" smtClean="0"/>
              <a:t>23-  NÉGATIVE A ÉTÉ TA VIE DONC FAIS QUE LE MEILLEUR ARRIVE</a:t>
            </a:r>
          </a:p>
          <a:p>
            <a:r>
              <a:rPr lang="fr-FR" smtClean="0"/>
              <a:t>24-  FORTIFIE-TOI ET DÉCIDE D'AVANCER</a:t>
            </a:r>
          </a:p>
          <a:p>
            <a:r>
              <a:rPr lang="fr-FR" smtClean="0"/>
              <a:t>25-  HORS DE QUESTION QUE TON PASSÉ PUISSE TE DEVANCER</a:t>
            </a:r>
          </a:p>
          <a:p>
            <a:r>
              <a:rPr lang="fr-FR" smtClean="0"/>
              <a:t>26-  LE CHOIX EST DÉSORMAIS ENTRE TES MAINS ET DANS TA BOUCHE</a:t>
            </a:r>
          </a:p>
          <a:p>
            <a:r>
              <a:rPr lang="fr-FR" smtClean="0"/>
              <a:t>27-  CHOISIS LE MEILLEUR, ET POUR LE PIRE, FAIS LE VOIR LOUCHE</a:t>
            </a:r>
          </a:p>
          <a:p>
            <a:r>
              <a:rPr lang="fr-FR" smtClean="0"/>
              <a:t>28-  ROUGE EST LE SANG, DONC ROUGE EST LA VICTOIRE</a:t>
            </a:r>
          </a:p>
          <a:p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30-  PARÉ POUR CONQUÉRIR FAIS ÉCLATER TES RIRES</a:t>
            </a:r>
          </a:p>
          <a:p>
            <a:r>
              <a:rPr lang="fr-FR" smtClean="0"/>
              <a:t>31-  ET LÀ TU POURRAS DIRE QUE LE MEILLEUR RESTE À VENIR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34-  AS-TU DÉJÀ ENTENDU DIRE QUE L'ESPOIR S'EST FAIT TUER ? </a:t>
            </a:r>
          </a:p>
          <a:p>
            <a:r>
              <a:rPr lang="fr-FR" smtClean="0"/>
              <a:t>35-  OU BIEN ALORS, QU'APRÈS UN CHOC, L'AMOUR EST DEVENU MUET ? </a:t>
            </a:r>
          </a:p>
          <a:p>
            <a:r>
              <a:rPr lang="fr-FR" smtClean="0"/>
              <a:t>36-  STOP TES PRÉSOMPTIONS ET PUIS PRENDS COURAGE ! </a:t>
            </a:r>
          </a:p>
          <a:p>
            <a:r>
              <a:rPr lang="fr-FR" smtClean="0"/>
              <a:t>37-  SEUL UN LÂCHE SE CACHE LÈVE-TOI ET MARCHE </a:t>
            </a:r>
          </a:p>
          <a:p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39-  QUE LA FOI, DANS TES COMBATS SOIT TON SEUL ÉQUIPIER </a:t>
            </a:r>
          </a:p>
          <a:p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41-  LE DOUTE, TON PIRE ENNEMI, A POUR BUT QUE TU RENONCES </a:t>
            </a:r>
          </a:p>
          <a:p>
            <a:r>
              <a:rPr lang="fr-FR" smtClean="0"/>
              <a:t>42-  PASSE LA CINQUIÈME ET FONCE SANS JAMAIS PLUS RÉTROGRADER </a:t>
            </a:r>
          </a:p>
          <a:p>
            <a:r>
              <a:rPr lang="fr-FR" smtClean="0"/>
              <a:t>43-  DEVANT TOI, LA TERRE PROMISE DERRIÈRE TOI, UNE TERRE DÉGRADÉE </a:t>
            </a:r>
          </a:p>
          <a:p>
            <a:r>
              <a:rPr lang="fr-FR" smtClean="0"/>
              <a:t>44-  DES GRADINS, J'ENTENDS L'ÉQUIPE-TYPE CRIER VICTORY</a:t>
            </a:r>
          </a:p>
          <a:p>
            <a:r>
              <a:rPr lang="fr-FR" smtClean="0"/>
              <a:t>45-  VICTORIA TE SUIVRA, SI T'ABANDONNES TON ANCIENNE STORY </a:t>
            </a:r>
          </a:p>
          <a:p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48-  T'AURAS LA PAIX PLEIN LES POCHES</a:t>
            </a:r>
          </a:p>
          <a:p>
            <a:r>
              <a:rPr lang="fr-FR" smtClean="0"/>
              <a:t>49-  LA GLOIRE POUR COURONNE ET L'A.M.O.U.R POUR TROPHÉE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50-  UNE SEULE DÉCISION QUI A FAIT QUE</a:t>
            </a:r>
          </a:p>
          <a:p>
            <a:r>
              <a:rPr lang="fr-FR" smtClean="0"/>
              <a:t>	51-  VOUS ET MOI, NOUS SOYONS LES PERSONNES QUE NOUS SOMMES</a:t>
            </a:r>
          </a:p>
          <a:p>
            <a:r>
              <a:rPr lang="fr-FR" smtClean="0"/>
              <a:t>	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GOGOGOGO GOSPELLEMENT VÔTRE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BIENVENUE DANS UN MONDE 2 OÙ LA J.O.I.E DÉPASSE LA NORME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NORMAL ON EST VENU DÉTOURNER L'GAME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CHANGER LA DONNE, ON T'AUTORISE À NOUS APPELER GAMINS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QUOI DE PLUS PUR QUE LE CŒUR D'UN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SIMPLE ET SANS SOUCI ON VIT LA VIE À 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PAR MON ÉPANOUISSEMENT JE VEUX FAIRE SOURIRE LE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PERDURER DANS SON LOVE EN LUI JE ME SUIS DU-PER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 EXPECTATIVE : REPARTIR DIFFÉRENT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ME LAISSER GUIDER PAR L'ESPRIT-SAINT, LE LAISSER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VICTIME D'UNE OPÉRATION À CŒUR OUVERT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A SON D.I.E.U LUD'OBÉIT S'EST OFFERT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VOUS VOIS BOUGER LA TÊTE DEVANT, DERRIÈRE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VOUS VOULEZ DU GOSPEL VOUS ALLEZ ÊTRE VI-SER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BIG UP T.I.T.L., RDK'L DESTINATION FINALE : ARRIVÉE AU CIEL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SUIS SÛR QU'IL POURRAIT ENFIN ACCÉDER À L'AMOUR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CHOISIS LA VIE, ET NON LA MORT. AVEC TA VIE, NE SOIS PAS MÉCHANT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NÉGATIVE A ÉTÉ TA VIE DONC FAIS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CHOISIS LE MEILLEUR, ET POUR LE PIRE, FAIS LE VOIR LOUCHE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AS-TU DÉJÀ ENTENDU DIRE QUE L'ESPOIR S'EST FAIT TUER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OU BIEN ALORS, QU'APRÈS UN CHOC, L'AMOUR EST DEVENU MUET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STOP TES PRÉSOMPTIONS ET PUIS PRENDS COURAGE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SEUL UN LÂCHE SE CACHE LÈVE-TOI ET MARCHE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QUE LA FOI, DANS TES COMBATS SOIT TON SEUL ÉQUIPIER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 DOUTE, TON PIRE ENNEMI, A POUR BUT QUE TU RENONCES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PASSE LA CINQUIÈME ET FONCE SANS JAMAIS PLUS RÉTROGRADER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DEVANT TOI, LA TERRE PROMISE DERRIÈRE TOI, UNE TERRE DÉGRADÉE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DES GRADINS, J'ENTENDS L'ÉQUIPE-TYPE CRIER VICTORY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VICTORIA TE SUIVRA, SI T'ABANDONNES TON ANCIENNE STORY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T'AURAS LA PAIX PLEIN LES POCHES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50-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51-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901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GOGOGOGO GOSPELLEMENT VÔTRE</a:t>
            </a:r>
          </a:p>
          <a:p>
            <a:r>
              <a:rPr lang="fr-FR" smtClean="0"/>
              <a:t>2-  BIENVENUE DANS UN MONDE 2 OÙ LA J.O.I.E DÉPASSE LA NORME</a:t>
            </a:r>
          </a:p>
          <a:p>
            <a:r>
              <a:rPr lang="fr-FR" smtClean="0"/>
              <a:t>3-  NORMAL ON EST VENU DÉTOURNER L'GAME</a:t>
            </a:r>
          </a:p>
          <a:p>
            <a:r>
              <a:rPr lang="fr-FR" smtClean="0"/>
              <a:t>4-  CHANGER LA DONNE, ON T'AUTORISE À NOUS APPELER GAMINS</a:t>
            </a:r>
          </a:p>
          <a:p>
            <a:r>
              <a:rPr lang="fr-FR" smtClean="0"/>
              <a:t>5-  QUOI DE PLUS PUR QUE LE CŒUR D'UN ENFANT</a:t>
            </a:r>
          </a:p>
          <a:p>
            <a:r>
              <a:rPr lang="fr-FR" smtClean="0"/>
              <a:t>6-  SIMPLE ET SANS SOUCI ON VIT LA VIE À FOND</a:t>
            </a:r>
          </a:p>
          <a:p>
            <a:r>
              <a:rPr lang="fr-FR" smtClean="0"/>
              <a:t>7-  PAR MON ÉPANOUISSEMENT JE VEUX FAIRE SOURIRE LE PÈRE</a:t>
            </a:r>
          </a:p>
          <a:p>
            <a:r>
              <a:rPr lang="fr-FR" smtClean="0"/>
              <a:t>8-  PERDURER DANS SON LOVE EN LUI JE ME SUIS DU-PER</a:t>
            </a:r>
          </a:p>
          <a:p>
            <a:r>
              <a:rPr lang="fr-FR" smtClean="0"/>
              <a:t>9-  MON EXPECTATIVE : REPARTIR DIFFÉRENT</a:t>
            </a:r>
          </a:p>
          <a:p>
            <a:r>
              <a:rPr lang="fr-FR" smtClean="0"/>
              <a:t>10-  ME LAISSER GUIDER PAR L'ESPRIT-SAINT, LE LAISSER FAIRE</a:t>
            </a:r>
          </a:p>
          <a:p>
            <a:r>
              <a:rPr lang="fr-FR" smtClean="0"/>
              <a:t>11-  VICTIME D'UNE OPÉRATION À CŒUR OUVERT</a:t>
            </a:r>
          </a:p>
          <a:p>
            <a:r>
              <a:rPr lang="fr-FR" smtClean="0"/>
              <a:t>12-  A SON D.I.E.U LUD'OBÉIT S'EST OFFERT</a:t>
            </a:r>
          </a:p>
          <a:p>
            <a:r>
              <a:rPr lang="fr-FR" smtClean="0"/>
              <a:t>13-  JE VOUS VOIS BOUGER LA TÊTE DEVANT, DERRIÈRE</a:t>
            </a:r>
          </a:p>
          <a:p>
            <a:r>
              <a:rPr lang="fr-FR" smtClean="0"/>
              <a:t>14-  VOUS VOULEZ DU GOSPEL VOUS ALLEZ ÊTRE VI-SER</a:t>
            </a:r>
          </a:p>
          <a:p>
            <a:r>
              <a:rPr lang="fr-FR" smtClean="0"/>
              <a:t>15-  BIG UP T.I.T.L., RDK'L DESTINATION FINALE : ARRIVÉE AU CIEL !</a:t>
            </a:r>
          </a:p>
          <a:p>
            <a:r>
              <a:rPr lang="fr-FR" smtClean="0"/>
              <a:t>16-  PARFOIS L'HOMME PASSE SON TEMPS À PLEURER SUR SON SORT</a:t>
            </a:r>
          </a:p>
          <a:p>
            <a:r>
              <a:rPr lang="fr-FR" smtClean="0"/>
              <a:t>17-  INCONSCIENT QUE C'EST DE SA BOUCHE QUE SON AVENIR SORT</a:t>
            </a:r>
          </a:p>
          <a:p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19-  JE SUIS SÛR QU'IL POURRAIT ENFIN ACCÉDER À L'AMOUR </a:t>
            </a:r>
          </a:p>
          <a:p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CHOISIS LA VIE, ET NON LA MORT. AVEC TA VIE, NE SOIS PAS MÉCHANT</a:t>
            </a:r>
          </a:p>
          <a:p>
            <a:r>
              <a:rPr lang="fr-FR" smtClean="0"/>
              <a:t>22-  OUVRE GRAND TA BOUCHE ET PARLE LE POSITIF</a:t>
            </a:r>
          </a:p>
          <a:p>
            <a:r>
              <a:rPr lang="fr-FR" smtClean="0"/>
              <a:t>23-  NÉGATIVE A ÉTÉ TA VIE DONC FAIS QUE LE MEILLEUR ARRIVE</a:t>
            </a:r>
          </a:p>
          <a:p>
            <a:r>
              <a:rPr lang="fr-FR" smtClean="0"/>
              <a:t>24-  FORTIFIE-TOI ET DÉCIDE D'AVANCER</a:t>
            </a:r>
          </a:p>
          <a:p>
            <a:r>
              <a:rPr lang="fr-FR" smtClean="0"/>
              <a:t>25-  HORS DE QUESTION QUE TON PASSÉ PUISSE TE DEVANCER</a:t>
            </a:r>
          </a:p>
          <a:p>
            <a:r>
              <a:rPr lang="fr-FR" smtClean="0"/>
              <a:t>26-  LE CHOIX EST DÉSORMAIS ENTRE TES MAINS ET DANS TA BOUCHE</a:t>
            </a:r>
          </a:p>
          <a:p>
            <a:r>
              <a:rPr lang="fr-FR" smtClean="0"/>
              <a:t>27-  CHOISIS LE MEILLEUR, ET POUR LE PIRE, FAIS LE VOIR LOUCHE</a:t>
            </a:r>
          </a:p>
          <a:p>
            <a:r>
              <a:rPr lang="fr-FR" smtClean="0"/>
              <a:t>28-  ROUGE EST LE SANG, DONC ROUGE EST LA VICTOIRE</a:t>
            </a:r>
          </a:p>
          <a:p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30-  PARÉ POUR CONQUÉRIR FAIS ÉCLATER TES RIRES</a:t>
            </a:r>
          </a:p>
          <a:p>
            <a:r>
              <a:rPr lang="fr-FR" smtClean="0"/>
              <a:t>31-  ET LÀ TU POURRAS DIRE QUE LE MEILLEUR RESTE À VENIR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34-  AS-TU DÉJÀ ENTENDU DIRE QUE L'ESPOIR S'EST FAIT TUER ? </a:t>
            </a:r>
          </a:p>
          <a:p>
            <a:r>
              <a:rPr lang="fr-FR" smtClean="0"/>
              <a:t>35-  OU BIEN ALORS, QU'APRÈS UN CHOC, L'AMOUR EST DEVENU MUET ? </a:t>
            </a:r>
          </a:p>
          <a:p>
            <a:r>
              <a:rPr lang="fr-FR" smtClean="0"/>
              <a:t>36-  STOP TES PRÉSOMPTIONS ET PUIS PRENDS COURAGE ! </a:t>
            </a:r>
          </a:p>
          <a:p>
            <a:r>
              <a:rPr lang="fr-FR" smtClean="0"/>
              <a:t>37-  SEUL UN LÂCHE SE CACHE LÈVE-TOI ET MARCHE </a:t>
            </a:r>
          </a:p>
          <a:p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39-  QUE LA FOI, DANS TES COMBATS SOIT TON SEUL ÉQUIPIER </a:t>
            </a:r>
          </a:p>
          <a:p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41-  LE DOUTE, TON PIRE ENNEMI, A POUR BUT QUE TU RENONCES </a:t>
            </a:r>
          </a:p>
          <a:p>
            <a:r>
              <a:rPr lang="fr-FR" smtClean="0"/>
              <a:t>42-  PASSE LA CINQUIÈME ET FONCE SANS JAMAIS PLUS RÉTROGRADER </a:t>
            </a:r>
          </a:p>
          <a:p>
            <a:r>
              <a:rPr lang="fr-FR" smtClean="0"/>
              <a:t>43-  DEVANT TOI, LA TERRE PROMISE DERRIÈRE TOI, UNE TERRE DÉGRADÉE </a:t>
            </a:r>
          </a:p>
          <a:p>
            <a:r>
              <a:rPr lang="fr-FR" smtClean="0"/>
              <a:t>44-  DES GRADINS, J'ENTENDS L'ÉQUIPE-TYPE CRIER VICTORY</a:t>
            </a:r>
          </a:p>
          <a:p>
            <a:r>
              <a:rPr lang="fr-FR" smtClean="0"/>
              <a:t>45-  VICTORIA TE SUIVRA, SI T'ABANDONNES TON ANCIENNE STORY </a:t>
            </a:r>
          </a:p>
          <a:p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48-  T'AURAS LA PAIX PLEIN LES POCHES</a:t>
            </a:r>
          </a:p>
          <a:p>
            <a:r>
              <a:rPr lang="fr-FR" smtClean="0"/>
              <a:t>49-  LA GLOIRE POUR COURONNE ET L'A.M.O.U.R POUR TROPHÉE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50-  UNE SEULE DÉCISION QUI A FAIT QUE</a:t>
            </a:r>
          </a:p>
          <a:p>
            <a:r>
              <a:rPr lang="fr-FR" smtClean="0"/>
              <a:t>	51-  VOUS ET MOI, NOUS SOYONS LES PERSONNES QUE NOUS SOMMES</a:t>
            </a:r>
          </a:p>
          <a:p>
            <a:r>
              <a:rPr lang="fr-FR" smtClean="0"/>
              <a:t>	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GOGOGOGO GOSPELLEMENT VÔTRE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BIENVENUE DANS UN MONDE 2 OÙ LA J.O.I.E DÉPASSE LA NORME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NORMAL ON EST VENU DÉTOURNER L'GAME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CHANGER LA DONNE, ON T'AUTORISE À NOUS APPELER GAMINS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QUOI DE PLUS PUR QUE LE CŒUR D'UN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SIMPLE ET SANS SOUCI ON VIT LA VIE À 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PAR MON ÉPANOUISSEMENT JE VEUX FAIRE SOURIRE LE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PERDURER DANS SON LOVE EN LUI JE ME SUIS DU-PER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 EXPECTATIVE : REPARTIR DIFFÉRENT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ME LAISSER GUIDER PAR L'ESPRIT-SAINT, LE LAISSER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VICTIME D'UNE OPÉRATION À CŒUR OUVERT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A SON D.I.E.U LUD'OBÉIT S'EST OFFERT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VOUS VOIS BOUGER LA TÊTE DEVANT, DERRIÈRE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VOUS VOULEZ DU GOSPEL VOUS ALLEZ ÊTRE VI-SER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BIG UP T.I.T.L., RDK'L DESTINATION FINALE : ARRIVÉE AU CIEL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SUIS SÛR QU'IL POURRAIT ENFIN ACCÉDER À L'AMOUR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CHOISIS LA VIE, ET NON LA MORT. AVEC TA VIE, NE SOIS PAS MÉCHANT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NÉGATIVE A ÉTÉ TA VIE DONC FAIS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CHOISIS LE MEILLEUR, ET POUR LE PIRE, FAIS LE VOIR LOUCHE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AS-TU DÉJÀ ENTENDU DIRE QUE L'ESPOIR S'EST FAIT TUER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OU BIEN ALORS, QU'APRÈS UN CHOC, L'AMOUR EST DEVENU MUET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STOP TES PRÉSOMPTIONS ET PUIS PRENDS COURAGE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SEUL UN LÂCHE SE CACHE LÈVE-TOI ET MARCHE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QUE LA FOI, DANS TES COMBATS SOIT TON SEUL ÉQUIPIER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 DOUTE, TON PIRE ENNEMI, A POUR BUT QUE TU RENONCES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PASSE LA CINQUIÈME ET FONCE SANS JAMAIS PLUS RÉTROGRADER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DEVANT TOI, LA TERRE PROMISE DERRIÈRE TOI, UNE TERRE DÉGRADÉE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DES GRADINS, J'ENTENDS L'ÉQUIPE-TYPE CRIER VICTORY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VICTORIA TE SUIVRA, SI T'ABANDONNES TON ANCIENNE STORY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T'AURAS LA PAIX PLEIN LES POCHES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50-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51-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911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GOGOGOGO GOSPELLEMENT VÔTRE</a:t>
            </a:r>
          </a:p>
          <a:p>
            <a:r>
              <a:rPr lang="fr-FR" smtClean="0"/>
              <a:t>2-  BIENVENUE DANS UN MONDE 2 OÙ LA J.O.I.E DÉPASSE LA NORME</a:t>
            </a:r>
          </a:p>
          <a:p>
            <a:r>
              <a:rPr lang="fr-FR" smtClean="0"/>
              <a:t>3-  NORMAL ON EST VENU DÉTOURNER L'GAME</a:t>
            </a:r>
          </a:p>
          <a:p>
            <a:r>
              <a:rPr lang="fr-FR" smtClean="0"/>
              <a:t>4-  CHANGER LA DONNE, ON T'AUTORISE À NOUS APPELER GAMINS</a:t>
            </a:r>
          </a:p>
          <a:p>
            <a:r>
              <a:rPr lang="fr-FR" smtClean="0"/>
              <a:t>5-  QUOI DE PLUS PUR QUE LE CŒUR D'UN ENFANT</a:t>
            </a:r>
          </a:p>
          <a:p>
            <a:r>
              <a:rPr lang="fr-FR" smtClean="0"/>
              <a:t>6-  SIMPLE ET SANS SOUCI ON VIT LA VIE À FOND</a:t>
            </a:r>
          </a:p>
          <a:p>
            <a:r>
              <a:rPr lang="fr-FR" smtClean="0"/>
              <a:t>7-  PAR MON ÉPANOUISSEMENT JE VEUX FAIRE SOURIRE LE PÈRE</a:t>
            </a:r>
          </a:p>
          <a:p>
            <a:r>
              <a:rPr lang="fr-FR" smtClean="0"/>
              <a:t>8-  PERDURER DANS SON LOVE EN LUI JE ME SUIS DU-PER</a:t>
            </a:r>
          </a:p>
          <a:p>
            <a:r>
              <a:rPr lang="fr-FR" smtClean="0"/>
              <a:t>9-  MON EXPECTATIVE : REPARTIR DIFFÉRENT</a:t>
            </a:r>
          </a:p>
          <a:p>
            <a:r>
              <a:rPr lang="fr-FR" smtClean="0"/>
              <a:t>10-  ME LAISSER GUIDER PAR L'ESPRIT-SAINT, LE LAISSER FAIRE</a:t>
            </a:r>
          </a:p>
          <a:p>
            <a:r>
              <a:rPr lang="fr-FR" smtClean="0"/>
              <a:t>11-  VICTIME D'UNE OPÉRATION À CŒUR OUVERT</a:t>
            </a:r>
          </a:p>
          <a:p>
            <a:r>
              <a:rPr lang="fr-FR" smtClean="0"/>
              <a:t>12-  A SON D.I.E.U LUD'OBÉIT S'EST OFFERT</a:t>
            </a:r>
          </a:p>
          <a:p>
            <a:r>
              <a:rPr lang="fr-FR" smtClean="0"/>
              <a:t>13-  JE VOUS VOIS BOUGER LA TÊTE DEVANT, DERRIÈRE</a:t>
            </a:r>
          </a:p>
          <a:p>
            <a:r>
              <a:rPr lang="fr-FR" smtClean="0"/>
              <a:t>14-  VOUS VOULEZ DU GOSPEL VOUS ALLEZ ÊTRE VI-SER</a:t>
            </a:r>
          </a:p>
          <a:p>
            <a:r>
              <a:rPr lang="fr-FR" smtClean="0"/>
              <a:t>15-  BIG UP T.I.T.L., RDK'L DESTINATION FINALE : ARRIVÉE AU CIEL !</a:t>
            </a:r>
          </a:p>
          <a:p>
            <a:r>
              <a:rPr lang="fr-FR" smtClean="0"/>
              <a:t>16-  PARFOIS L'HOMME PASSE SON TEMPS À PLEURER SUR SON SORT</a:t>
            </a:r>
          </a:p>
          <a:p>
            <a:r>
              <a:rPr lang="fr-FR" smtClean="0"/>
              <a:t>17-  INCONSCIENT QUE C'EST DE SA BOUCHE QUE SON AVENIR SORT</a:t>
            </a:r>
          </a:p>
          <a:p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19-  JE SUIS SÛR QU'IL POURRAIT ENFIN ACCÉDER À L'AMOUR </a:t>
            </a:r>
          </a:p>
          <a:p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CHOISIS LA VIE, ET NON LA MORT. AVEC TA VIE, NE SOIS PAS MÉCHANT</a:t>
            </a:r>
          </a:p>
          <a:p>
            <a:r>
              <a:rPr lang="fr-FR" smtClean="0"/>
              <a:t>22-  OUVRE GRAND TA BOUCHE ET PARLE LE POSITIF</a:t>
            </a:r>
          </a:p>
          <a:p>
            <a:r>
              <a:rPr lang="fr-FR" smtClean="0"/>
              <a:t>23-  NÉGATIVE A ÉTÉ TA VIE DONC FAIS QUE LE MEILLEUR ARRIVE</a:t>
            </a:r>
          </a:p>
          <a:p>
            <a:r>
              <a:rPr lang="fr-FR" smtClean="0"/>
              <a:t>24-  FORTIFIE-TOI ET DÉCIDE D'AVANCER</a:t>
            </a:r>
          </a:p>
          <a:p>
            <a:r>
              <a:rPr lang="fr-FR" smtClean="0"/>
              <a:t>25-  HORS DE QUESTION QUE TON PASSÉ PUISSE TE DEVANCER</a:t>
            </a:r>
          </a:p>
          <a:p>
            <a:r>
              <a:rPr lang="fr-FR" smtClean="0"/>
              <a:t>26-  LE CHOIX EST DÉSORMAIS ENTRE TES MAINS ET DANS TA BOUCHE</a:t>
            </a:r>
          </a:p>
          <a:p>
            <a:r>
              <a:rPr lang="fr-FR" smtClean="0"/>
              <a:t>27-  CHOISIS LE MEILLEUR, ET POUR LE PIRE, FAIS LE VOIR LOUCHE</a:t>
            </a:r>
          </a:p>
          <a:p>
            <a:r>
              <a:rPr lang="fr-FR" smtClean="0"/>
              <a:t>28-  ROUGE EST LE SANG, DONC ROUGE EST LA VICTOIRE</a:t>
            </a:r>
          </a:p>
          <a:p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30-  PARÉ POUR CONQUÉRIR FAIS ÉCLATER TES RIRES</a:t>
            </a:r>
          </a:p>
          <a:p>
            <a:r>
              <a:rPr lang="fr-FR" smtClean="0"/>
              <a:t>31-  ET LÀ TU POURRAS DIRE QUE LE MEILLEUR RESTE À VENIR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34-  AS-TU DÉJÀ ENTENDU DIRE QUE L'ESPOIR S'EST FAIT TUER ? </a:t>
            </a:r>
          </a:p>
          <a:p>
            <a:r>
              <a:rPr lang="fr-FR" smtClean="0"/>
              <a:t>35-  OU BIEN ALORS, QU'APRÈS UN CHOC, L'AMOUR EST DEVENU MUET ? </a:t>
            </a:r>
          </a:p>
          <a:p>
            <a:r>
              <a:rPr lang="fr-FR" smtClean="0"/>
              <a:t>36-  STOP TES PRÉSOMPTIONS ET PUIS PRENDS COURAGE ! </a:t>
            </a:r>
          </a:p>
          <a:p>
            <a:r>
              <a:rPr lang="fr-FR" smtClean="0"/>
              <a:t>37-  SEUL UN LÂCHE SE CACHE LÈVE-TOI ET MARCHE </a:t>
            </a:r>
          </a:p>
          <a:p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39-  QUE LA FOI, DANS TES COMBATS SOIT TON SEUL ÉQUIPIER </a:t>
            </a:r>
          </a:p>
          <a:p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41-  LE DOUTE, TON PIRE ENNEMI, A POUR BUT QUE TU RENONCES </a:t>
            </a:r>
          </a:p>
          <a:p>
            <a:r>
              <a:rPr lang="fr-FR" smtClean="0"/>
              <a:t>42-  PASSE LA CINQUIÈME ET FONCE SANS JAMAIS PLUS RÉTROGRADER </a:t>
            </a:r>
          </a:p>
          <a:p>
            <a:r>
              <a:rPr lang="fr-FR" smtClean="0"/>
              <a:t>43-  DEVANT TOI, LA TERRE PROMISE DERRIÈRE TOI, UNE TERRE DÉGRADÉE </a:t>
            </a:r>
          </a:p>
          <a:p>
            <a:r>
              <a:rPr lang="fr-FR" smtClean="0"/>
              <a:t>44-  DES GRADINS, J'ENTENDS L'ÉQUIPE-TYPE CRIER VICTORY</a:t>
            </a:r>
          </a:p>
          <a:p>
            <a:r>
              <a:rPr lang="fr-FR" smtClean="0"/>
              <a:t>45-  VICTORIA TE SUIVRA, SI T'ABANDONNES TON ANCIENNE STORY </a:t>
            </a:r>
          </a:p>
          <a:p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48-  T'AURAS LA PAIX PLEIN LES POCHES</a:t>
            </a:r>
          </a:p>
          <a:p>
            <a:r>
              <a:rPr lang="fr-FR" smtClean="0"/>
              <a:t>49-  LA GLOIRE POUR COURONNE ET L'A.M.O.U.R POUR TROPHÉE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50-  UNE SEULE DÉCISION QUI A FAIT QUE</a:t>
            </a:r>
          </a:p>
          <a:p>
            <a:r>
              <a:rPr lang="fr-FR" smtClean="0"/>
              <a:t>	51-  VOUS ET MOI, NOUS SOYONS LES PERSONNES QUE NOUS SOMMES</a:t>
            </a:r>
          </a:p>
          <a:p>
            <a:r>
              <a:rPr lang="fr-FR" smtClean="0"/>
              <a:t>	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GOGOGOGO GOSPELLEMENT VÔTRE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BIENVENUE DANS UN MONDE 2 OÙ LA J.O.I.E DÉPASSE LA NORME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NORMAL ON EST VENU DÉTOURNER L'GAME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CHANGER LA DONNE, ON T'AUTORISE À NOUS APPELER GAMINS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QUOI DE PLUS PUR QUE LE CŒUR D'UN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SIMPLE ET SANS SOUCI ON VIT LA VIE À 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PAR MON ÉPANOUISSEMENT JE VEUX FAIRE SOURIRE LE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PERDURER DANS SON LOVE EN LUI JE ME SUIS DU-PER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 EXPECTATIVE : REPARTIR DIFFÉRENT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ME LAISSER GUIDER PAR L'ESPRIT-SAINT, LE LAISSER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VICTIME D'UNE OPÉRATION À CŒUR OUVERT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A SON D.I.E.U LUD'OBÉIT S'EST OFFERT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VOUS VOIS BOUGER LA TÊTE DEVANT, DERRIÈRE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VOUS VOULEZ DU GOSPEL VOUS ALLEZ ÊTRE VI-SER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BIG UP T.I.T.L., RDK'L DESTINATION FINALE : ARRIVÉE AU CIEL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SUIS SÛR QU'IL POURRAIT ENFIN ACCÉDER À L'AMOUR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CHOISIS LA VIE, ET NON LA MORT. AVEC TA VIE, NE SOIS PAS MÉCHANT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NÉGATIVE A ÉTÉ TA VIE DONC FAIS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CHOISIS LE MEILLEUR, ET POUR LE PIRE, FAIS LE VOIR LOUCHE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AS-TU DÉJÀ ENTENDU DIRE QUE L'ESPOIR S'EST FAIT TUER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OU BIEN ALORS, QU'APRÈS UN CHOC, L'AMOUR EST DEVENU MUET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STOP TES PRÉSOMPTIONS ET PUIS PRENDS COURAGE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SEUL UN LÂCHE SE CACHE LÈVE-TOI ET MARCHE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QUE LA FOI, DANS TES COMBATS SOIT TON SEUL ÉQUIPIER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 DOUTE, TON PIRE ENNEMI, A POUR BUT QUE TU RENONCES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PASSE LA CINQUIÈME ET FONCE SANS JAMAIS PLUS RÉTROGRADER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DEVANT TOI, LA TERRE PROMISE DERRIÈRE TOI, UNE TERRE DÉGRADÉE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DES GRADINS, J'ENTENDS L'ÉQUIPE-TYPE CRIER VICTORY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VICTORIA TE SUIVRA, SI T'ABANDONNES TON ANCIENNE STORY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T'AURAS LA PAIX PLEIN LES POCHES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50-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51-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921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GOGOGOGO GOSPELLEMENT VÔTRE</a:t>
            </a:r>
          </a:p>
          <a:p>
            <a:r>
              <a:rPr lang="fr-FR" smtClean="0"/>
              <a:t>2-  BIENVENUE DANS UN MONDE 2 OÙ LA J.O.I.E DÉPASSE LA NORME</a:t>
            </a:r>
          </a:p>
          <a:p>
            <a:r>
              <a:rPr lang="fr-FR" smtClean="0"/>
              <a:t>3-  NORMAL ON EST VENU DÉTOURNER L'GAME</a:t>
            </a:r>
          </a:p>
          <a:p>
            <a:r>
              <a:rPr lang="fr-FR" smtClean="0"/>
              <a:t>4-  CHANGER LA DONNE, ON T'AUTORISE À NOUS APPELER GAMINS</a:t>
            </a:r>
          </a:p>
          <a:p>
            <a:r>
              <a:rPr lang="fr-FR" smtClean="0"/>
              <a:t>5-  QUOI DE PLUS PUR QUE LE CŒUR D'UN ENFANT</a:t>
            </a:r>
          </a:p>
          <a:p>
            <a:r>
              <a:rPr lang="fr-FR" smtClean="0"/>
              <a:t>6-  SIMPLE ET SANS SOUCI ON VIT LA VIE À FOND</a:t>
            </a:r>
          </a:p>
          <a:p>
            <a:r>
              <a:rPr lang="fr-FR" smtClean="0"/>
              <a:t>7-  PAR MON ÉPANOUISSEMENT JE VEUX FAIRE SOURIRE LE PÈRE</a:t>
            </a:r>
          </a:p>
          <a:p>
            <a:r>
              <a:rPr lang="fr-FR" smtClean="0"/>
              <a:t>8-  PERDURER DANS SON LOVE EN LUI JE ME SUIS DU-PER</a:t>
            </a:r>
          </a:p>
          <a:p>
            <a:r>
              <a:rPr lang="fr-FR" smtClean="0"/>
              <a:t>9-  MON EXPECTATIVE : REPARTIR DIFFÉRENT</a:t>
            </a:r>
          </a:p>
          <a:p>
            <a:r>
              <a:rPr lang="fr-FR" smtClean="0"/>
              <a:t>10-  ME LAISSER GUIDER PAR L'ESPRIT-SAINT, LE LAISSER FAIRE</a:t>
            </a:r>
          </a:p>
          <a:p>
            <a:r>
              <a:rPr lang="fr-FR" smtClean="0"/>
              <a:t>11-  VICTIME D'UNE OPÉRATION À CŒUR OUVERT</a:t>
            </a:r>
          </a:p>
          <a:p>
            <a:r>
              <a:rPr lang="fr-FR" smtClean="0"/>
              <a:t>12-  A SON D.I.E.U LUD'OBÉIT S'EST OFFERT</a:t>
            </a:r>
          </a:p>
          <a:p>
            <a:r>
              <a:rPr lang="fr-FR" smtClean="0"/>
              <a:t>13-  JE VOUS VOIS BOUGER LA TÊTE DEVANT, DERRIÈRE</a:t>
            </a:r>
          </a:p>
          <a:p>
            <a:r>
              <a:rPr lang="fr-FR" smtClean="0"/>
              <a:t>14-  VOUS VOULEZ DU GOSPEL VOUS ALLEZ ÊTRE VI-SER</a:t>
            </a:r>
          </a:p>
          <a:p>
            <a:r>
              <a:rPr lang="fr-FR" smtClean="0"/>
              <a:t>15-  BIG UP T.I.T.L., RDK'L DESTINATION FINALE : ARRIVÉE AU CIEL !</a:t>
            </a:r>
          </a:p>
          <a:p>
            <a:r>
              <a:rPr lang="fr-FR" smtClean="0"/>
              <a:t>16-  PARFOIS L'HOMME PASSE SON TEMPS À PLEURER SUR SON SORT</a:t>
            </a:r>
          </a:p>
          <a:p>
            <a:r>
              <a:rPr lang="fr-FR" smtClean="0"/>
              <a:t>17-  INCONSCIENT QUE C'EST DE SA BOUCHE QUE SON AVENIR SORT</a:t>
            </a:r>
          </a:p>
          <a:p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19-  JE SUIS SÛR QU'IL POURRAIT ENFIN ACCÉDER À L'AMOUR </a:t>
            </a:r>
          </a:p>
          <a:p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CHOISIS LA VIE, ET NON LA MORT. AVEC TA VIE, NE SOIS PAS MÉCHANT</a:t>
            </a:r>
          </a:p>
          <a:p>
            <a:r>
              <a:rPr lang="fr-FR" smtClean="0"/>
              <a:t>22-  OUVRE GRAND TA BOUCHE ET PARLE LE POSITIF</a:t>
            </a:r>
          </a:p>
          <a:p>
            <a:r>
              <a:rPr lang="fr-FR" smtClean="0"/>
              <a:t>23-  NÉGATIVE A ÉTÉ TA VIE DONC FAIS QUE LE MEILLEUR ARRIVE</a:t>
            </a:r>
          </a:p>
          <a:p>
            <a:r>
              <a:rPr lang="fr-FR" smtClean="0"/>
              <a:t>24-  FORTIFIE-TOI ET DÉCIDE D'AVANCER</a:t>
            </a:r>
          </a:p>
          <a:p>
            <a:r>
              <a:rPr lang="fr-FR" smtClean="0"/>
              <a:t>25-  HORS DE QUESTION QUE TON PASSÉ PUISSE TE DEVANCER</a:t>
            </a:r>
          </a:p>
          <a:p>
            <a:r>
              <a:rPr lang="fr-FR" smtClean="0"/>
              <a:t>26-  LE CHOIX EST DÉSORMAIS ENTRE TES MAINS ET DANS TA BOUCHE</a:t>
            </a:r>
          </a:p>
          <a:p>
            <a:r>
              <a:rPr lang="fr-FR" smtClean="0"/>
              <a:t>27-  CHOISIS LE MEILLEUR, ET POUR LE PIRE, FAIS LE VOIR LOUCHE</a:t>
            </a:r>
          </a:p>
          <a:p>
            <a:r>
              <a:rPr lang="fr-FR" smtClean="0"/>
              <a:t>28-  ROUGE EST LE SANG, DONC ROUGE EST LA VICTOIRE</a:t>
            </a:r>
          </a:p>
          <a:p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30-  PARÉ POUR CONQUÉRIR FAIS ÉCLATER TES RIRES</a:t>
            </a:r>
          </a:p>
          <a:p>
            <a:r>
              <a:rPr lang="fr-FR" smtClean="0"/>
              <a:t>31-  ET LÀ TU POURRAS DIRE QUE LE MEILLEUR RESTE À VENIR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34-  AS-TU DÉJÀ ENTENDU DIRE QUE L'ESPOIR S'EST FAIT TUER ? </a:t>
            </a:r>
          </a:p>
          <a:p>
            <a:r>
              <a:rPr lang="fr-FR" smtClean="0"/>
              <a:t>35-  OU BIEN ALORS, QU'APRÈS UN CHOC, L'AMOUR EST DEVENU MUET ? </a:t>
            </a:r>
          </a:p>
          <a:p>
            <a:r>
              <a:rPr lang="fr-FR" smtClean="0"/>
              <a:t>36-  STOP TES PRÉSOMPTIONS ET PUIS PRENDS COURAGE ! </a:t>
            </a:r>
          </a:p>
          <a:p>
            <a:r>
              <a:rPr lang="fr-FR" smtClean="0"/>
              <a:t>37-  SEUL UN LÂCHE SE CACHE LÈVE-TOI ET MARCHE </a:t>
            </a:r>
          </a:p>
          <a:p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39-  QUE LA FOI, DANS TES COMBATS SOIT TON SEUL ÉQUIPIER </a:t>
            </a:r>
          </a:p>
          <a:p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41-  LE DOUTE, TON PIRE ENNEMI, A POUR BUT QUE TU RENONCES </a:t>
            </a:r>
          </a:p>
          <a:p>
            <a:r>
              <a:rPr lang="fr-FR" smtClean="0"/>
              <a:t>42-  PASSE LA CINQUIÈME ET FONCE SANS JAMAIS PLUS RÉTROGRADER </a:t>
            </a:r>
          </a:p>
          <a:p>
            <a:r>
              <a:rPr lang="fr-FR" smtClean="0"/>
              <a:t>43-  DEVANT TOI, LA TERRE PROMISE DERRIÈRE TOI, UNE TERRE DÉGRADÉE </a:t>
            </a:r>
          </a:p>
          <a:p>
            <a:r>
              <a:rPr lang="fr-FR" smtClean="0"/>
              <a:t>44-  DES GRADINS, J'ENTENDS L'ÉQUIPE-TYPE CRIER VICTORY</a:t>
            </a:r>
          </a:p>
          <a:p>
            <a:r>
              <a:rPr lang="fr-FR" smtClean="0"/>
              <a:t>45-  VICTORIA TE SUIVRA, SI T'ABANDONNES TON ANCIENNE STORY </a:t>
            </a:r>
          </a:p>
          <a:p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48-  T'AURAS LA PAIX PLEIN LES POCHES</a:t>
            </a:r>
          </a:p>
          <a:p>
            <a:r>
              <a:rPr lang="fr-FR" smtClean="0"/>
              <a:t>49-  LA GLOIRE POUR COURONNE ET L'A.M.O.U.R POUR TROPHÉE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50-  UNE SEULE DÉCISION QUI A FAIT QUE</a:t>
            </a:r>
          </a:p>
          <a:p>
            <a:r>
              <a:rPr lang="fr-FR" smtClean="0"/>
              <a:t>	51-  VOUS ET MOI, NOUS SOYONS LES PERSONNES QUE NOUS SOMMES</a:t>
            </a:r>
          </a:p>
          <a:p>
            <a:r>
              <a:rPr lang="fr-FR" smtClean="0"/>
              <a:t>	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GOGOGOGO GOSPELLEMENT VÔTRE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BIENVENUE DANS UN MONDE 2 OÙ LA J.O.I.E DÉPASSE LA NORME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NORMAL ON EST VENU DÉTOURNER L'GAME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CHANGER LA DONNE, ON T'AUTORISE À NOUS APPELER GAMINS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QUOI DE PLUS PUR QUE LE CŒUR D'UN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SIMPLE ET SANS SOUCI ON VIT LA VIE À 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PAR MON ÉPANOUISSEMENT JE VEUX FAIRE SOURIRE LE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PERDURER DANS SON LOVE EN LUI JE ME SUIS DU-PER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 EXPECTATIVE : REPARTIR DIFFÉRENT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ME LAISSER GUIDER PAR L'ESPRIT-SAINT, LE LAISSER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VICTIME D'UNE OPÉRATION À CŒUR OUVERT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A SON D.I.E.U LUD'OBÉIT S'EST OFFERT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VOUS VOIS BOUGER LA TÊTE DEVANT, DERRIÈRE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VOUS VOULEZ DU GOSPEL VOUS ALLEZ ÊTRE VI-SER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BIG UP T.I.T.L., RDK'L DESTINATION FINALE : ARRIVÉE AU CIEL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SUIS SÛR QU'IL POURRAIT ENFIN ACCÉDER À L'AMOUR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CHOISIS LA VIE, ET NON LA MORT. AVEC TA VIE, NE SOIS PAS MÉCHANT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NÉGATIVE A ÉTÉ TA VIE DONC FAIS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CHOISIS LE MEILLEUR, ET POUR LE PIRE, FAIS LE VOIR LOUCHE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AS-TU DÉJÀ ENTENDU DIRE QUE L'ESPOIR S'EST FAIT TUER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OU BIEN ALORS, QU'APRÈS UN CHOC, L'AMOUR EST DEVENU MUET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STOP TES PRÉSOMPTIONS ET PUIS PRENDS COURAGE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SEUL UN LÂCHE SE CACHE LÈVE-TOI ET MARCHE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QUE LA FOI, DANS TES COMBATS SOIT TON SEUL ÉQUIPIER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 DOUTE, TON PIRE ENNEMI, A POUR BUT QUE TU RENONCES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PASSE LA CINQUIÈME ET FONCE SANS JAMAIS PLUS RÉTROGRADER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DEVANT TOI, LA TERRE PROMISE DERRIÈRE TOI, UNE TERRE DÉGRADÉE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DES GRADINS, J'ENTENDS L'ÉQUIPE-TYPE CRIER VICTORY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VICTORIA TE SUIVRA, SI T'ABANDONNES TON ANCIENNE STORY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T'AURAS LA PAIX PLEIN LES POCHES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50-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51-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931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GOGOGOGO GOSPELLEMENT VÔTRE</a:t>
            </a:r>
          </a:p>
          <a:p>
            <a:r>
              <a:rPr lang="fr-FR" smtClean="0"/>
              <a:t>2-  BIENVENUE DANS UN MONDE 2 OÙ LA J.O.I.E DÉPASSE LA NORME</a:t>
            </a:r>
          </a:p>
          <a:p>
            <a:r>
              <a:rPr lang="fr-FR" smtClean="0"/>
              <a:t>3-  NORMAL ON EST VENU DÉTOURNER L'GAME</a:t>
            </a:r>
          </a:p>
          <a:p>
            <a:r>
              <a:rPr lang="fr-FR" smtClean="0"/>
              <a:t>4-  CHANGER LA DONNE, ON T'AUTORISE À NOUS APPELER GAMINS</a:t>
            </a:r>
          </a:p>
          <a:p>
            <a:r>
              <a:rPr lang="fr-FR" smtClean="0"/>
              <a:t>5-  QUOI DE PLUS PUR QUE LE CŒUR D'UN ENFANT</a:t>
            </a:r>
          </a:p>
          <a:p>
            <a:r>
              <a:rPr lang="fr-FR" smtClean="0"/>
              <a:t>6-  SIMPLE ET SANS SOUCI ON VIT LA VIE À FOND</a:t>
            </a:r>
          </a:p>
          <a:p>
            <a:r>
              <a:rPr lang="fr-FR" smtClean="0"/>
              <a:t>7-  PAR MON ÉPANOUISSEMENT JE VEUX FAIRE SOURIRE LE PÈRE</a:t>
            </a:r>
          </a:p>
          <a:p>
            <a:r>
              <a:rPr lang="fr-FR" smtClean="0"/>
              <a:t>8-  PERDURER DANS SON LOVE EN LUI JE ME SUIS DU-PER</a:t>
            </a:r>
          </a:p>
          <a:p>
            <a:r>
              <a:rPr lang="fr-FR" smtClean="0"/>
              <a:t>9-  MON EXPECTATIVE : REPARTIR DIFFÉRENT</a:t>
            </a:r>
          </a:p>
          <a:p>
            <a:r>
              <a:rPr lang="fr-FR" smtClean="0"/>
              <a:t>10-  ME LAISSER GUIDER PAR L'ESPRIT-SAINT, LE LAISSER FAIRE</a:t>
            </a:r>
          </a:p>
          <a:p>
            <a:r>
              <a:rPr lang="fr-FR" smtClean="0"/>
              <a:t>11-  VICTIME D'UNE OPÉRATION À CŒUR OUVERT</a:t>
            </a:r>
          </a:p>
          <a:p>
            <a:r>
              <a:rPr lang="fr-FR" smtClean="0"/>
              <a:t>12-  A SON D.I.E.U LUD'OBÉIT S'EST OFFERT</a:t>
            </a:r>
          </a:p>
          <a:p>
            <a:r>
              <a:rPr lang="fr-FR" smtClean="0"/>
              <a:t>13-  JE VOUS VOIS BOUGER LA TÊTE DEVANT, DERRIÈRE</a:t>
            </a:r>
          </a:p>
          <a:p>
            <a:r>
              <a:rPr lang="fr-FR" smtClean="0"/>
              <a:t>14-  VOUS VOULEZ DU GOSPEL VOUS ALLEZ ÊTRE VI-SER</a:t>
            </a:r>
          </a:p>
          <a:p>
            <a:r>
              <a:rPr lang="fr-FR" smtClean="0"/>
              <a:t>15-  BIG UP T.I.T.L., RDK'L DESTINATION FINALE : ARRIVÉE AU CIEL !</a:t>
            </a:r>
          </a:p>
          <a:p>
            <a:r>
              <a:rPr lang="fr-FR" smtClean="0"/>
              <a:t>16-  PARFOIS L'HOMME PASSE SON TEMPS À PLEURER SUR SON SORT</a:t>
            </a:r>
          </a:p>
          <a:p>
            <a:r>
              <a:rPr lang="fr-FR" smtClean="0"/>
              <a:t>17-  INCONSCIENT QUE C'EST DE SA BOUCHE QUE SON AVENIR SORT</a:t>
            </a:r>
          </a:p>
          <a:p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19-  JE SUIS SÛR QU'IL POURRAIT ENFIN ACCÉDER À L'AMOUR </a:t>
            </a:r>
          </a:p>
          <a:p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CHOISIS LA VIE, ET NON LA MORT. AVEC TA VIE, NE SOIS PAS MÉCHANT</a:t>
            </a:r>
          </a:p>
          <a:p>
            <a:r>
              <a:rPr lang="fr-FR" smtClean="0"/>
              <a:t>22-  OUVRE GRAND TA BOUCHE ET PARLE LE POSITIF</a:t>
            </a:r>
          </a:p>
          <a:p>
            <a:r>
              <a:rPr lang="fr-FR" smtClean="0"/>
              <a:t>23-  NÉGATIVE A ÉTÉ TA VIE DONC FAIS QUE LE MEILLEUR ARRIVE</a:t>
            </a:r>
          </a:p>
          <a:p>
            <a:r>
              <a:rPr lang="fr-FR" smtClean="0"/>
              <a:t>24-  FORTIFIE-TOI ET DÉCIDE D'AVANCER</a:t>
            </a:r>
          </a:p>
          <a:p>
            <a:r>
              <a:rPr lang="fr-FR" smtClean="0"/>
              <a:t>25-  HORS DE QUESTION QUE TON PASSÉ PUISSE TE DEVANCER</a:t>
            </a:r>
          </a:p>
          <a:p>
            <a:r>
              <a:rPr lang="fr-FR" smtClean="0"/>
              <a:t>26-  LE CHOIX EST DÉSORMAIS ENTRE TES MAINS ET DANS TA BOUCHE</a:t>
            </a:r>
          </a:p>
          <a:p>
            <a:r>
              <a:rPr lang="fr-FR" smtClean="0"/>
              <a:t>27-  CHOISIS LE MEILLEUR, ET POUR LE PIRE, FAIS LE VOIR LOUCHE</a:t>
            </a:r>
          </a:p>
          <a:p>
            <a:r>
              <a:rPr lang="fr-FR" smtClean="0"/>
              <a:t>28-  ROUGE EST LE SANG, DONC ROUGE EST LA VICTOIRE</a:t>
            </a:r>
          </a:p>
          <a:p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30-  PARÉ POUR CONQUÉRIR FAIS ÉCLATER TES RIRES</a:t>
            </a:r>
          </a:p>
          <a:p>
            <a:r>
              <a:rPr lang="fr-FR" smtClean="0"/>
              <a:t>31-  ET LÀ TU POURRAS DIRE QUE LE MEILLEUR RESTE À VENIR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34-  AS-TU DÉJÀ ENTENDU DIRE QUE L'ESPOIR S'EST FAIT TUER ? </a:t>
            </a:r>
          </a:p>
          <a:p>
            <a:r>
              <a:rPr lang="fr-FR" smtClean="0"/>
              <a:t>35-  OU BIEN ALORS, QU'APRÈS UN CHOC, L'AMOUR EST DEVENU MUET ? </a:t>
            </a:r>
          </a:p>
          <a:p>
            <a:r>
              <a:rPr lang="fr-FR" smtClean="0"/>
              <a:t>36-  STOP TES PRÉSOMPTIONS ET PUIS PRENDS COURAGE ! </a:t>
            </a:r>
          </a:p>
          <a:p>
            <a:r>
              <a:rPr lang="fr-FR" smtClean="0"/>
              <a:t>37-  SEUL UN LÂCHE SE CACHE LÈVE-TOI ET MARCHE </a:t>
            </a:r>
          </a:p>
          <a:p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39-  QUE LA FOI, DANS TES COMBATS SOIT TON SEUL ÉQUIPIER </a:t>
            </a:r>
          </a:p>
          <a:p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41-  LE DOUTE, TON PIRE ENNEMI, A POUR BUT QUE TU RENONCES </a:t>
            </a:r>
          </a:p>
          <a:p>
            <a:r>
              <a:rPr lang="fr-FR" smtClean="0"/>
              <a:t>42-  PASSE LA CINQUIÈME ET FONCE SANS JAMAIS PLUS RÉTROGRADER </a:t>
            </a:r>
          </a:p>
          <a:p>
            <a:r>
              <a:rPr lang="fr-FR" smtClean="0"/>
              <a:t>43-  DEVANT TOI, LA TERRE PROMISE DERRIÈRE TOI, UNE TERRE DÉGRADÉE </a:t>
            </a:r>
          </a:p>
          <a:p>
            <a:r>
              <a:rPr lang="fr-FR" smtClean="0"/>
              <a:t>44-  DES GRADINS, J'ENTENDS L'ÉQUIPE-TYPE CRIER VICTORY</a:t>
            </a:r>
          </a:p>
          <a:p>
            <a:r>
              <a:rPr lang="fr-FR" smtClean="0"/>
              <a:t>45-  VICTORIA TE SUIVRA, SI T'ABANDONNES TON ANCIENNE STORY </a:t>
            </a:r>
          </a:p>
          <a:p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48-  T'AURAS LA PAIX PLEIN LES POCHES</a:t>
            </a:r>
          </a:p>
          <a:p>
            <a:r>
              <a:rPr lang="fr-FR" smtClean="0"/>
              <a:t>49-  LA GLOIRE POUR COURONNE ET L'A.M.O.U.R POUR TROPHÉE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50-  UNE SEULE DÉCISION QUI A FAIT QUE</a:t>
            </a:r>
          </a:p>
          <a:p>
            <a:r>
              <a:rPr lang="fr-FR" smtClean="0"/>
              <a:t>	51-  VOUS ET MOI, NOUS SOYONS LES PERSONNES QUE NOUS SOMMES</a:t>
            </a:r>
          </a:p>
          <a:p>
            <a:r>
              <a:rPr lang="fr-FR" smtClean="0"/>
              <a:t>	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GOGOGOGO GOSPELLEMENT VÔTRE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BIENVENUE DANS UN MONDE 2 OÙ LA J.O.I.E DÉPASSE LA NORME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NORMAL ON EST VENU DÉTOURNER L'GAME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CHANGER LA DONNE, ON T'AUTORISE À NOUS APPELER GAMINS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QUOI DE PLUS PUR QUE LE CŒUR D'UN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SIMPLE ET SANS SOUCI ON VIT LA VIE À 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PAR MON ÉPANOUISSEMENT JE VEUX FAIRE SOURIRE LE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PERDURER DANS SON LOVE EN LUI JE ME SUIS DU-PER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 EXPECTATIVE : REPARTIR DIFFÉRENT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ME LAISSER GUIDER PAR L'ESPRIT-SAINT, LE LAISSER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VICTIME D'UNE OPÉRATION À CŒUR OUVERT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A SON D.I.E.U LUD'OBÉIT S'EST OFFERT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VOUS VOIS BOUGER LA TÊTE DEVANT, DERRIÈRE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VOUS VOULEZ DU GOSPEL VOUS ALLEZ ÊTRE VI-SER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BIG UP T.I.T.L., RDK'L DESTINATION FINALE : ARRIVÉE AU CIEL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SUIS SÛR QU'IL POURRAIT ENFIN ACCÉDER À L'AMOUR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CHOISIS LA VIE, ET NON LA MORT. AVEC TA VIE, NE SOIS PAS MÉCHANT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NÉGATIVE A ÉTÉ TA VIE DONC FAIS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CHOISIS LE MEILLEUR, ET POUR LE PIRE, FAIS LE VOIR LOUCHE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AS-TU DÉJÀ ENTENDU DIRE QUE L'ESPOIR S'EST FAIT TUER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OU BIEN ALORS, QU'APRÈS UN CHOC, L'AMOUR EST DEVENU MUET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STOP TES PRÉSOMPTIONS ET PUIS PRENDS COURAGE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SEUL UN LÂCHE SE CACHE LÈVE-TOI ET MARCHE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QUE LA FOI, DANS TES COMBATS SOIT TON SEUL ÉQUIPIER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 DOUTE, TON PIRE ENNEMI, A POUR BUT QUE TU RENONCES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PASSE LA CINQUIÈME ET FONCE SANS JAMAIS PLUS RÉTROGRADER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DEVANT TOI, LA TERRE PROMISE DERRIÈRE TOI, UNE TERRE DÉGRADÉE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DES GRADINS, J'ENTENDS L'ÉQUIPE-TYPE CRIER VICTORY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VICTORIA TE SUIVRA, SI T'ABANDONNES TON ANCIENNE STORY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T'AURAS LA PAIX PLEIN LES POCHES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50-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51-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942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GOGOGOGO GOSPELLEMENT VÔTRE</a:t>
            </a:r>
          </a:p>
          <a:p>
            <a:r>
              <a:rPr lang="fr-FR" smtClean="0"/>
              <a:t>2-  BIENVENUE DANS UN MONDE 2 OÙ LA J.O.I.E DÉPASSE LA NORME</a:t>
            </a:r>
          </a:p>
          <a:p>
            <a:r>
              <a:rPr lang="fr-FR" smtClean="0"/>
              <a:t>3-  NORMAL ON EST VENU DÉTOURNER L'GAME</a:t>
            </a:r>
          </a:p>
          <a:p>
            <a:r>
              <a:rPr lang="fr-FR" smtClean="0"/>
              <a:t>4-  CHANGER LA DONNE, ON T'AUTORISE À NOUS APPELER GAMINS</a:t>
            </a:r>
          </a:p>
          <a:p>
            <a:r>
              <a:rPr lang="fr-FR" smtClean="0"/>
              <a:t>5-  QUOI DE PLUS PUR QUE LE CŒUR D'UN ENFANT</a:t>
            </a:r>
          </a:p>
          <a:p>
            <a:r>
              <a:rPr lang="fr-FR" smtClean="0"/>
              <a:t>6-  SIMPLE ET SANS SOUCI ON VIT LA VIE À FOND</a:t>
            </a:r>
          </a:p>
          <a:p>
            <a:r>
              <a:rPr lang="fr-FR" smtClean="0"/>
              <a:t>7-  PAR MON ÉPANOUISSEMENT JE VEUX FAIRE SOURIRE LE PÈRE</a:t>
            </a:r>
          </a:p>
          <a:p>
            <a:r>
              <a:rPr lang="fr-FR" smtClean="0"/>
              <a:t>8-  PERDURER DANS SON LOVE EN LUI JE ME SUIS DU-PER</a:t>
            </a:r>
          </a:p>
          <a:p>
            <a:r>
              <a:rPr lang="fr-FR" smtClean="0"/>
              <a:t>9-  MON EXPECTATIVE : REPARTIR DIFFÉRENT</a:t>
            </a:r>
          </a:p>
          <a:p>
            <a:r>
              <a:rPr lang="fr-FR" smtClean="0"/>
              <a:t>10-  ME LAISSER GUIDER PAR L'ESPRIT-SAINT, LE LAISSER FAIRE</a:t>
            </a:r>
          </a:p>
          <a:p>
            <a:r>
              <a:rPr lang="fr-FR" smtClean="0"/>
              <a:t>11-  VICTIME D'UNE OPÉRATION À CŒUR OUVERT</a:t>
            </a:r>
          </a:p>
          <a:p>
            <a:r>
              <a:rPr lang="fr-FR" smtClean="0"/>
              <a:t>12-  A SON D.I.E.U LUD'OBÉIT S'EST OFFERT</a:t>
            </a:r>
          </a:p>
          <a:p>
            <a:r>
              <a:rPr lang="fr-FR" smtClean="0"/>
              <a:t>13-  JE VOUS VOIS BOUGER LA TÊTE DEVANT, DERRIÈRE</a:t>
            </a:r>
          </a:p>
          <a:p>
            <a:r>
              <a:rPr lang="fr-FR" smtClean="0"/>
              <a:t>14-  VOUS VOULEZ DU GOSPEL VOUS ALLEZ ÊTRE VI-SER</a:t>
            </a:r>
          </a:p>
          <a:p>
            <a:r>
              <a:rPr lang="fr-FR" smtClean="0"/>
              <a:t>15-  BIG UP T.I.T.L., RDK'L DESTINATION FINALE : ARRIVÉE AU CIEL !</a:t>
            </a:r>
          </a:p>
          <a:p>
            <a:r>
              <a:rPr lang="fr-FR" smtClean="0"/>
              <a:t>16-  PARFOIS L'HOMME PASSE SON TEMPS À PLEURER SUR SON SORT</a:t>
            </a:r>
          </a:p>
          <a:p>
            <a:r>
              <a:rPr lang="fr-FR" smtClean="0"/>
              <a:t>17-  INCONSCIENT QUE C'EST DE SA BOUCHE QUE SON AVENIR SORT</a:t>
            </a:r>
          </a:p>
          <a:p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19-  JE SUIS SÛR QU'IL POURRAIT ENFIN ACCÉDER À L'AMOUR </a:t>
            </a:r>
          </a:p>
          <a:p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CHOISIS LA VIE, ET NON LA MORT. AVEC TA VIE, NE SOIS PAS MÉCHANT</a:t>
            </a:r>
          </a:p>
          <a:p>
            <a:r>
              <a:rPr lang="fr-FR" smtClean="0"/>
              <a:t>22-  OUVRE GRAND TA BOUCHE ET PARLE LE POSITIF</a:t>
            </a:r>
          </a:p>
          <a:p>
            <a:r>
              <a:rPr lang="fr-FR" smtClean="0"/>
              <a:t>23-  NÉGATIVE A ÉTÉ TA VIE DONC FAIS QUE LE MEILLEUR ARRIVE</a:t>
            </a:r>
          </a:p>
          <a:p>
            <a:r>
              <a:rPr lang="fr-FR" smtClean="0"/>
              <a:t>24-  FORTIFIE-TOI ET DÉCIDE D'AVANCER</a:t>
            </a:r>
          </a:p>
          <a:p>
            <a:r>
              <a:rPr lang="fr-FR" smtClean="0"/>
              <a:t>25-  HORS DE QUESTION QUE TON PASSÉ PUISSE TE DEVANCER</a:t>
            </a:r>
          </a:p>
          <a:p>
            <a:r>
              <a:rPr lang="fr-FR" smtClean="0"/>
              <a:t>26-  LE CHOIX EST DÉSORMAIS ENTRE TES MAINS ET DANS TA BOUCHE</a:t>
            </a:r>
          </a:p>
          <a:p>
            <a:r>
              <a:rPr lang="fr-FR" smtClean="0"/>
              <a:t>27-  CHOISIS LE MEILLEUR, ET POUR LE PIRE, FAIS LE VOIR LOUCHE</a:t>
            </a:r>
          </a:p>
          <a:p>
            <a:r>
              <a:rPr lang="fr-FR" smtClean="0"/>
              <a:t>28-  ROUGE EST LE SANG, DONC ROUGE EST LA VICTOIRE</a:t>
            </a:r>
          </a:p>
          <a:p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30-  PARÉ POUR CONQUÉRIR FAIS ÉCLATER TES RIRES</a:t>
            </a:r>
          </a:p>
          <a:p>
            <a:r>
              <a:rPr lang="fr-FR" smtClean="0"/>
              <a:t>31-  ET LÀ TU POURRAS DIRE QUE LE MEILLEUR RESTE À VENIR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34-  AS-TU DÉJÀ ENTENDU DIRE QUE L'ESPOIR S'EST FAIT TUER ? </a:t>
            </a:r>
          </a:p>
          <a:p>
            <a:r>
              <a:rPr lang="fr-FR" smtClean="0"/>
              <a:t>35-  OU BIEN ALORS, QU'APRÈS UN CHOC, L'AMOUR EST DEVENU MUET ? </a:t>
            </a:r>
          </a:p>
          <a:p>
            <a:r>
              <a:rPr lang="fr-FR" smtClean="0"/>
              <a:t>36-  STOP TES PRÉSOMPTIONS ET PUIS PRENDS COURAGE ! </a:t>
            </a:r>
          </a:p>
          <a:p>
            <a:r>
              <a:rPr lang="fr-FR" smtClean="0"/>
              <a:t>37-  SEUL UN LÂCHE SE CACHE LÈVE-TOI ET MARCHE </a:t>
            </a:r>
          </a:p>
          <a:p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39-  QUE LA FOI, DANS TES COMBATS SOIT TON SEUL ÉQUIPIER </a:t>
            </a:r>
          </a:p>
          <a:p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41-  LE DOUTE, TON PIRE ENNEMI, A POUR BUT QUE TU RENONCES </a:t>
            </a:r>
          </a:p>
          <a:p>
            <a:r>
              <a:rPr lang="fr-FR" smtClean="0"/>
              <a:t>42-  PASSE LA CINQUIÈME ET FONCE SANS JAMAIS PLUS RÉTROGRADER </a:t>
            </a:r>
          </a:p>
          <a:p>
            <a:r>
              <a:rPr lang="fr-FR" smtClean="0"/>
              <a:t>43-  DEVANT TOI, LA TERRE PROMISE DERRIÈRE TOI, UNE TERRE DÉGRADÉE </a:t>
            </a:r>
          </a:p>
          <a:p>
            <a:r>
              <a:rPr lang="fr-FR" smtClean="0"/>
              <a:t>44-  DES GRADINS, J'ENTENDS L'ÉQUIPE-TYPE CRIER VICTORY</a:t>
            </a:r>
          </a:p>
          <a:p>
            <a:r>
              <a:rPr lang="fr-FR" smtClean="0"/>
              <a:t>45-  VICTORIA TE SUIVRA, SI T'ABANDONNES TON ANCIENNE STORY </a:t>
            </a:r>
          </a:p>
          <a:p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48-  T'AURAS LA PAIX PLEIN LES POCHES</a:t>
            </a:r>
          </a:p>
          <a:p>
            <a:r>
              <a:rPr lang="fr-FR" smtClean="0"/>
              <a:t>49-  LA GLOIRE POUR COURONNE ET L'A.M.O.U.R POUR TROPHÉE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50-  UNE SEULE DÉCISION QUI A FAIT QUE</a:t>
            </a:r>
          </a:p>
          <a:p>
            <a:r>
              <a:rPr lang="fr-FR" smtClean="0"/>
              <a:t>	51-  VOUS ET MOI, NOUS SOYONS LES PERSONNES QUE NOUS SOMMES</a:t>
            </a:r>
          </a:p>
          <a:p>
            <a:r>
              <a:rPr lang="fr-FR" smtClean="0"/>
              <a:t>	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GOGOGOGO GOSPELLEMENT VÔTRE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BIENVENUE DANS UN MONDE 2 OÙ LA J.O.I.E DÉPASSE LA NORME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NORMAL ON EST VENU DÉTOURNER L'GAME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CHANGER LA DONNE, ON T'AUTORISE À NOUS APPELER GAMINS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QUOI DE PLUS PUR QUE LE CŒUR D'UN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SIMPLE ET SANS SOUCI ON VIT LA VIE À 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PAR MON ÉPANOUISSEMENT JE VEUX FAIRE SOURIRE LE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PERDURER DANS SON LOVE EN LUI JE ME SUIS DU-PER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 EXPECTATIVE : REPARTIR DIFFÉRENT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ME LAISSER GUIDER PAR L'ESPRIT-SAINT, LE LAISSER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VICTIME D'UNE OPÉRATION À CŒUR OUVERT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A SON D.I.E.U LUD'OBÉIT S'EST OFFERT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VOUS VOIS BOUGER LA TÊTE DEVANT, DERRIÈRE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VOUS VOULEZ DU GOSPEL VOUS ALLEZ ÊTRE VI-SER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BIG UP T.I.T.L., RDK'L DESTINATION FINALE : ARRIVÉE AU CIEL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SUIS SÛR QU'IL POURRAIT ENFIN ACCÉDER À L'AMOUR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CHOISIS LA VIE, ET NON LA MORT. AVEC TA VIE, NE SOIS PAS MÉCHANT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NÉGATIVE A ÉTÉ TA VIE DONC FAIS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CHOISIS LE MEILLEUR, ET POUR LE PIRE, FAIS LE VOIR LOUCHE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AS-TU DÉJÀ ENTENDU DIRE QUE L'ESPOIR S'EST FAIT TUER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OU BIEN ALORS, QU'APRÈS UN CHOC, L'AMOUR EST DEVENU MUET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STOP TES PRÉSOMPTIONS ET PUIS PRENDS COURAGE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SEUL UN LÂCHE SE CACHE LÈVE-TOI ET MARCHE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QUE LA FOI, DANS TES COMBATS SOIT TON SEUL ÉQUIPIER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 DOUTE, TON PIRE ENNEMI, A POUR BUT QUE TU RENONCES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PASSE LA CINQUIÈME ET FONCE SANS JAMAIS PLUS RÉTROGRADER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DEVANT TOI, LA TERRE PROMISE DERRIÈRE TOI, UNE TERRE DÉGRADÉE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DES GRADINS, J'ENTENDS L'ÉQUIPE-TYPE CRIER VICTORY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VICTORIA TE SUIVRA, SI T'ABANDONNES TON ANCIENNE STORY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T'AURAS LA PAIX PLEIN LES POCHES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50-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51-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952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GOGOGOGO GOSPELLEMENT VÔTRE</a:t>
            </a:r>
          </a:p>
          <a:p>
            <a:r>
              <a:rPr lang="fr-FR" smtClean="0"/>
              <a:t>2-  BIENVENUE DANS UN MONDE 2 OÙ LA J.O.I.E DÉPASSE LA NORME</a:t>
            </a:r>
          </a:p>
          <a:p>
            <a:r>
              <a:rPr lang="fr-FR" smtClean="0"/>
              <a:t>3-  NORMAL ON EST VENU DÉTOURNER L'GAME</a:t>
            </a:r>
          </a:p>
          <a:p>
            <a:r>
              <a:rPr lang="fr-FR" smtClean="0"/>
              <a:t>4-  CHANGER LA DONNE, ON T'AUTORISE À NOUS APPELER GAMINS</a:t>
            </a:r>
          </a:p>
          <a:p>
            <a:r>
              <a:rPr lang="fr-FR" smtClean="0"/>
              <a:t>5-  QUOI DE PLUS PUR QUE LE CŒUR D'UN ENFANT</a:t>
            </a:r>
          </a:p>
          <a:p>
            <a:r>
              <a:rPr lang="fr-FR" smtClean="0"/>
              <a:t>6-  SIMPLE ET SANS SOUCI ON VIT LA VIE À FOND</a:t>
            </a:r>
          </a:p>
          <a:p>
            <a:r>
              <a:rPr lang="fr-FR" smtClean="0"/>
              <a:t>7-  PAR MON ÉPANOUISSEMENT JE VEUX FAIRE SOURIRE LE PÈRE</a:t>
            </a:r>
          </a:p>
          <a:p>
            <a:r>
              <a:rPr lang="fr-FR" smtClean="0"/>
              <a:t>8-  PERDURER DANS SON LOVE EN LUI JE ME SUIS DU-PER</a:t>
            </a:r>
          </a:p>
          <a:p>
            <a:r>
              <a:rPr lang="fr-FR" smtClean="0"/>
              <a:t>9-  MON EXPECTATIVE : REPARTIR DIFFÉRENT</a:t>
            </a:r>
          </a:p>
          <a:p>
            <a:r>
              <a:rPr lang="fr-FR" smtClean="0"/>
              <a:t>10-  ME LAISSER GUIDER PAR L'ESPRIT-SAINT, LE LAISSER FAIRE</a:t>
            </a:r>
          </a:p>
          <a:p>
            <a:r>
              <a:rPr lang="fr-FR" smtClean="0"/>
              <a:t>11-  VICTIME D'UNE OPÉRATION À CŒUR OUVERT</a:t>
            </a:r>
          </a:p>
          <a:p>
            <a:r>
              <a:rPr lang="fr-FR" smtClean="0"/>
              <a:t>12-  A SON D.I.E.U LUD'OBÉIT S'EST OFFERT</a:t>
            </a:r>
          </a:p>
          <a:p>
            <a:r>
              <a:rPr lang="fr-FR" smtClean="0"/>
              <a:t>13-  JE VOUS VOIS BOUGER LA TÊTE DEVANT, DERRIÈRE</a:t>
            </a:r>
          </a:p>
          <a:p>
            <a:r>
              <a:rPr lang="fr-FR" smtClean="0"/>
              <a:t>14-  VOUS VOULEZ DU GOSPEL VOUS ALLEZ ÊTRE VI-SER</a:t>
            </a:r>
          </a:p>
          <a:p>
            <a:r>
              <a:rPr lang="fr-FR" smtClean="0"/>
              <a:t>15-  BIG UP T.I.T.L., RDK'L DESTINATION FINALE : ARRIVÉE AU CIEL !</a:t>
            </a:r>
          </a:p>
          <a:p>
            <a:r>
              <a:rPr lang="fr-FR" smtClean="0"/>
              <a:t>16-  PARFOIS L'HOMME PASSE SON TEMPS À PLEURER SUR SON SORT</a:t>
            </a:r>
          </a:p>
          <a:p>
            <a:r>
              <a:rPr lang="fr-FR" smtClean="0"/>
              <a:t>17-  INCONSCIENT QUE C'EST DE SA BOUCHE QUE SON AVENIR SORT</a:t>
            </a:r>
          </a:p>
          <a:p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19-  JE SUIS SÛR QU'IL POURRAIT ENFIN ACCÉDER À L'AMOUR </a:t>
            </a:r>
          </a:p>
          <a:p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CHOISIS LA VIE, ET NON LA MORT. AVEC TA VIE, NE SOIS PAS MÉCHANT</a:t>
            </a:r>
          </a:p>
          <a:p>
            <a:r>
              <a:rPr lang="fr-FR" smtClean="0"/>
              <a:t>22-  OUVRE GRAND TA BOUCHE ET PARLE LE POSITIF</a:t>
            </a:r>
          </a:p>
          <a:p>
            <a:r>
              <a:rPr lang="fr-FR" smtClean="0"/>
              <a:t>23-  NÉGATIVE A ÉTÉ TA VIE DONC FAIS QUE LE MEILLEUR ARRIVE</a:t>
            </a:r>
          </a:p>
          <a:p>
            <a:r>
              <a:rPr lang="fr-FR" smtClean="0"/>
              <a:t>24-  FORTIFIE-TOI ET DÉCIDE D'AVANCER</a:t>
            </a:r>
          </a:p>
          <a:p>
            <a:r>
              <a:rPr lang="fr-FR" smtClean="0"/>
              <a:t>25-  HORS DE QUESTION QUE TON PASSÉ PUISSE TE DEVANCER</a:t>
            </a:r>
          </a:p>
          <a:p>
            <a:r>
              <a:rPr lang="fr-FR" smtClean="0"/>
              <a:t>26-  LE CHOIX EST DÉSORMAIS ENTRE TES MAINS ET DANS TA BOUCHE</a:t>
            </a:r>
          </a:p>
          <a:p>
            <a:r>
              <a:rPr lang="fr-FR" smtClean="0"/>
              <a:t>27-  CHOISIS LE MEILLEUR, ET POUR LE PIRE, FAIS LE VOIR LOUCHE</a:t>
            </a:r>
          </a:p>
          <a:p>
            <a:r>
              <a:rPr lang="fr-FR" smtClean="0"/>
              <a:t>28-  ROUGE EST LE SANG, DONC ROUGE EST LA VICTOIRE</a:t>
            </a:r>
          </a:p>
          <a:p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30-  PARÉ POUR CONQUÉRIR FAIS ÉCLATER TES RIRES</a:t>
            </a:r>
          </a:p>
          <a:p>
            <a:r>
              <a:rPr lang="fr-FR" smtClean="0"/>
              <a:t>31-  ET LÀ TU POURRAS DIRE QUE LE MEILLEUR RESTE À VENIR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34-  AS-TU DÉJÀ ENTENDU DIRE QUE L'ESPOIR S'EST FAIT TUER ? </a:t>
            </a:r>
          </a:p>
          <a:p>
            <a:r>
              <a:rPr lang="fr-FR" smtClean="0"/>
              <a:t>35-  OU BIEN ALORS, QU'APRÈS UN CHOC, L'AMOUR EST DEVENU MUET ? </a:t>
            </a:r>
          </a:p>
          <a:p>
            <a:r>
              <a:rPr lang="fr-FR" smtClean="0"/>
              <a:t>36-  STOP TES PRÉSOMPTIONS ET PUIS PRENDS COURAGE ! </a:t>
            </a:r>
          </a:p>
          <a:p>
            <a:r>
              <a:rPr lang="fr-FR" smtClean="0"/>
              <a:t>37-  SEUL UN LÂCHE SE CACHE LÈVE-TOI ET MARCHE </a:t>
            </a:r>
          </a:p>
          <a:p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39-  QUE LA FOI, DANS TES COMBATS SOIT TON SEUL ÉQUIPIER </a:t>
            </a:r>
          </a:p>
          <a:p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41-  LE DOUTE, TON PIRE ENNEMI, A POUR BUT QUE TU RENONCES </a:t>
            </a:r>
          </a:p>
          <a:p>
            <a:r>
              <a:rPr lang="fr-FR" smtClean="0"/>
              <a:t>42-  PASSE LA CINQUIÈME ET FONCE SANS JAMAIS PLUS RÉTROGRADER </a:t>
            </a:r>
          </a:p>
          <a:p>
            <a:r>
              <a:rPr lang="fr-FR" smtClean="0"/>
              <a:t>43-  DEVANT TOI, LA TERRE PROMISE DERRIÈRE TOI, UNE TERRE DÉGRADÉE </a:t>
            </a:r>
          </a:p>
          <a:p>
            <a:r>
              <a:rPr lang="fr-FR" smtClean="0"/>
              <a:t>44-  DES GRADINS, J'ENTENDS L'ÉQUIPE-TYPE CRIER VICTORY</a:t>
            </a:r>
          </a:p>
          <a:p>
            <a:r>
              <a:rPr lang="fr-FR" smtClean="0"/>
              <a:t>45-  VICTORIA TE SUIVRA, SI T'ABANDONNES TON ANCIENNE STORY </a:t>
            </a:r>
          </a:p>
          <a:p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48-  T'AURAS LA PAIX PLEIN LES POCHES</a:t>
            </a:r>
          </a:p>
          <a:p>
            <a:r>
              <a:rPr lang="fr-FR" smtClean="0"/>
              <a:t>49-  LA GLOIRE POUR COURONNE ET L'A.M.O.U.R POUR TROPHÉE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50-  UNE SEULE DÉCISION QUI A FAIT QUE</a:t>
            </a:r>
          </a:p>
          <a:p>
            <a:r>
              <a:rPr lang="fr-FR" smtClean="0"/>
              <a:t>	51-  VOUS ET MOI, NOUS SOYONS LES PERSONNES QUE NOUS SOMMES</a:t>
            </a:r>
          </a:p>
          <a:p>
            <a:r>
              <a:rPr lang="fr-FR" smtClean="0"/>
              <a:t>	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GOGOGOGO GOSPELLEMENT VÔTRE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BIENVENUE DANS UN MONDE 2 OÙ LA J.O.I.E DÉPASSE LA NORME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NORMAL ON EST VENU DÉTOURNER L'GAME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CHANGER LA DONNE, ON T'AUTORISE À NOUS APPELER GAMINS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QUOI DE PLUS PUR QUE LE CŒUR D'UN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SIMPLE ET SANS SOUCI ON VIT LA VIE À 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PAR MON ÉPANOUISSEMENT JE VEUX FAIRE SOURIRE LE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PERDURER DANS SON LOVE EN LUI JE ME SUIS DU-PER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 EXPECTATIVE : REPARTIR DIFFÉRENT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ME LAISSER GUIDER PAR L'ESPRIT-SAINT, LE LAISSER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VICTIME D'UNE OPÉRATION À CŒUR OUVERT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A SON D.I.E.U LUD'OBÉIT S'EST OFFERT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VOUS VOIS BOUGER LA TÊTE DEVANT, DERRIÈRE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VOUS VOULEZ DU GOSPEL VOUS ALLEZ ÊTRE VI-SER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BIG UP T.I.T.L., RDK'L DESTINATION FINALE : ARRIVÉE AU CIEL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SUIS SÛR QU'IL POURRAIT ENFIN ACCÉDER À L'AMOUR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CHOISIS LA VIE, ET NON LA MORT. AVEC TA VIE, NE SOIS PAS MÉCHANT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NÉGATIVE A ÉTÉ TA VIE DONC FAIS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CHOISIS LE MEILLEUR, ET POUR LE PIRE, FAIS LE VOIR LOUCHE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AS-TU DÉJÀ ENTENDU DIRE QUE L'ESPOIR S'EST FAIT TUER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OU BIEN ALORS, QU'APRÈS UN CHOC, L'AMOUR EST DEVENU MUET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STOP TES PRÉSOMPTIONS ET PUIS PRENDS COURAGE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SEUL UN LÂCHE SE CACHE LÈVE-TOI ET MARCHE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QUE LA FOI, DANS TES COMBATS SOIT TON SEUL ÉQUIPIER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 DOUTE, TON PIRE ENNEMI, A POUR BUT QUE TU RENONCES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PASSE LA CINQUIÈME ET FONCE SANS JAMAIS PLUS RÉTROGRADER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DEVANT TOI, LA TERRE PROMISE DERRIÈRE TOI, UNE TERRE DÉGRADÉE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DES GRADINS, J'ENTENDS L'ÉQUIPE-TYPE CRIER VICTORY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VICTORIA TE SUIVRA, SI T'ABANDONNES TON ANCIENNE STORY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T'AURAS LA PAIX PLEIN LES POCHES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50-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51-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962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GOGOGOGO GOSPELLEMENT VÔTRE</a:t>
            </a:r>
          </a:p>
          <a:p>
            <a:r>
              <a:rPr lang="fr-FR" smtClean="0"/>
              <a:t>2-  BIENVENUE DANS UN MONDE 2 OÙ LA J.O.I.E DÉPASSE LA NORME</a:t>
            </a:r>
          </a:p>
          <a:p>
            <a:r>
              <a:rPr lang="fr-FR" smtClean="0"/>
              <a:t>3-  NORMAL ON EST VENU DÉTOURNER L'GAME</a:t>
            </a:r>
          </a:p>
          <a:p>
            <a:r>
              <a:rPr lang="fr-FR" smtClean="0"/>
              <a:t>4-  CHANGER LA DONNE, ON T'AUTORISE À NOUS APPELER GAMINS</a:t>
            </a:r>
          </a:p>
          <a:p>
            <a:r>
              <a:rPr lang="fr-FR" smtClean="0"/>
              <a:t>5-  QUOI DE PLUS PUR QUE LE CŒUR D'UN ENFANT</a:t>
            </a:r>
          </a:p>
          <a:p>
            <a:r>
              <a:rPr lang="fr-FR" smtClean="0"/>
              <a:t>6-  SIMPLE ET SANS SOUCI ON VIT LA VIE À FOND</a:t>
            </a:r>
          </a:p>
          <a:p>
            <a:r>
              <a:rPr lang="fr-FR" smtClean="0"/>
              <a:t>7-  PAR MON ÉPANOUISSEMENT JE VEUX FAIRE SOURIRE LE PÈRE</a:t>
            </a:r>
          </a:p>
          <a:p>
            <a:r>
              <a:rPr lang="fr-FR" smtClean="0"/>
              <a:t>8-  PERDURER DANS SON LOVE EN LUI JE ME SUIS DU-PER</a:t>
            </a:r>
          </a:p>
          <a:p>
            <a:r>
              <a:rPr lang="fr-FR" smtClean="0"/>
              <a:t>9-  MON EXPECTATIVE : REPARTIR DIFFÉRENT</a:t>
            </a:r>
          </a:p>
          <a:p>
            <a:r>
              <a:rPr lang="fr-FR" smtClean="0"/>
              <a:t>10-  ME LAISSER GUIDER PAR L'ESPRIT-SAINT, LE LAISSER FAIRE</a:t>
            </a:r>
          </a:p>
          <a:p>
            <a:r>
              <a:rPr lang="fr-FR" smtClean="0"/>
              <a:t>11-  VICTIME D'UNE OPÉRATION À CŒUR OUVERT</a:t>
            </a:r>
          </a:p>
          <a:p>
            <a:r>
              <a:rPr lang="fr-FR" smtClean="0"/>
              <a:t>12-  A SON D.I.E.U LUD'OBÉIT S'EST OFFERT</a:t>
            </a:r>
          </a:p>
          <a:p>
            <a:r>
              <a:rPr lang="fr-FR" smtClean="0"/>
              <a:t>13-  JE VOUS VOIS BOUGER LA TÊTE DEVANT, DERRIÈRE</a:t>
            </a:r>
          </a:p>
          <a:p>
            <a:r>
              <a:rPr lang="fr-FR" smtClean="0"/>
              <a:t>14-  VOUS VOULEZ DU GOSPEL VOUS ALLEZ ÊTRE VI-SER</a:t>
            </a:r>
          </a:p>
          <a:p>
            <a:r>
              <a:rPr lang="fr-FR" smtClean="0"/>
              <a:t>15-  BIG UP T.I.T.L., RDK'L DESTINATION FINALE : ARRIVÉE AU CIEL !</a:t>
            </a:r>
          </a:p>
          <a:p>
            <a:r>
              <a:rPr lang="fr-FR" smtClean="0"/>
              <a:t>16-  PARFOIS L'HOMME PASSE SON TEMPS À PLEURER SUR SON SORT</a:t>
            </a:r>
          </a:p>
          <a:p>
            <a:r>
              <a:rPr lang="fr-FR" smtClean="0"/>
              <a:t>17-  INCONSCIENT QUE C'EST DE SA BOUCHE QUE SON AVENIR SORT</a:t>
            </a:r>
          </a:p>
          <a:p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19-  JE SUIS SÛR QU'IL POURRAIT ENFIN ACCÉDER À L'AMOUR </a:t>
            </a:r>
          </a:p>
          <a:p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CHOISIS LA VIE, ET NON LA MORT. AVEC TA VIE, NE SOIS PAS MÉCHANT</a:t>
            </a:r>
          </a:p>
          <a:p>
            <a:r>
              <a:rPr lang="fr-FR" smtClean="0"/>
              <a:t>22-  OUVRE GRAND TA BOUCHE ET PARLE LE POSITIF</a:t>
            </a:r>
          </a:p>
          <a:p>
            <a:r>
              <a:rPr lang="fr-FR" smtClean="0"/>
              <a:t>23-  NÉGATIVE A ÉTÉ TA VIE DONC FAIS QUE LE MEILLEUR ARRIVE</a:t>
            </a:r>
          </a:p>
          <a:p>
            <a:r>
              <a:rPr lang="fr-FR" smtClean="0"/>
              <a:t>24-  FORTIFIE-TOI ET DÉCIDE D'AVANCER</a:t>
            </a:r>
          </a:p>
          <a:p>
            <a:r>
              <a:rPr lang="fr-FR" smtClean="0"/>
              <a:t>25-  HORS DE QUESTION QUE TON PASSÉ PUISSE TE DEVANCER</a:t>
            </a:r>
          </a:p>
          <a:p>
            <a:r>
              <a:rPr lang="fr-FR" smtClean="0"/>
              <a:t>26-  LE CHOIX EST DÉSORMAIS ENTRE TES MAINS ET DANS TA BOUCHE</a:t>
            </a:r>
          </a:p>
          <a:p>
            <a:r>
              <a:rPr lang="fr-FR" smtClean="0"/>
              <a:t>27-  CHOISIS LE MEILLEUR, ET POUR LE PIRE, FAIS LE VOIR LOUCHE</a:t>
            </a:r>
          </a:p>
          <a:p>
            <a:r>
              <a:rPr lang="fr-FR" smtClean="0"/>
              <a:t>28-  ROUGE EST LE SANG, DONC ROUGE EST LA VICTOIRE</a:t>
            </a:r>
          </a:p>
          <a:p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30-  PARÉ POUR CONQUÉRIR FAIS ÉCLATER TES RIRES</a:t>
            </a:r>
          </a:p>
          <a:p>
            <a:r>
              <a:rPr lang="fr-FR" smtClean="0"/>
              <a:t>31-  ET LÀ TU POURRAS DIRE QUE LE MEILLEUR RESTE À VENIR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34-  AS-TU DÉJÀ ENTENDU DIRE QUE L'ESPOIR S'EST FAIT TUER ? </a:t>
            </a:r>
          </a:p>
          <a:p>
            <a:r>
              <a:rPr lang="fr-FR" smtClean="0"/>
              <a:t>35-  OU BIEN ALORS, QU'APRÈS UN CHOC, L'AMOUR EST DEVENU MUET ? </a:t>
            </a:r>
          </a:p>
          <a:p>
            <a:r>
              <a:rPr lang="fr-FR" smtClean="0"/>
              <a:t>36-  STOP TES PRÉSOMPTIONS ET PUIS PRENDS COURAGE ! </a:t>
            </a:r>
          </a:p>
          <a:p>
            <a:r>
              <a:rPr lang="fr-FR" smtClean="0"/>
              <a:t>37-  SEUL UN LÂCHE SE CACHE LÈVE-TOI ET MARCHE </a:t>
            </a:r>
          </a:p>
          <a:p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39-  QUE LA FOI, DANS TES COMBATS SOIT TON SEUL ÉQUIPIER </a:t>
            </a:r>
          </a:p>
          <a:p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41-  LE DOUTE, TON PIRE ENNEMI, A POUR BUT QUE TU RENONCES </a:t>
            </a:r>
          </a:p>
          <a:p>
            <a:r>
              <a:rPr lang="fr-FR" smtClean="0"/>
              <a:t>42-  PASSE LA CINQUIÈME ET FONCE SANS JAMAIS PLUS RÉTROGRADER </a:t>
            </a:r>
          </a:p>
          <a:p>
            <a:r>
              <a:rPr lang="fr-FR" smtClean="0"/>
              <a:t>43-  DEVANT TOI, LA TERRE PROMISE DERRIÈRE TOI, UNE TERRE DÉGRADÉE </a:t>
            </a:r>
          </a:p>
          <a:p>
            <a:r>
              <a:rPr lang="fr-FR" smtClean="0"/>
              <a:t>44-  DES GRADINS, J'ENTENDS L'ÉQUIPE-TYPE CRIER VICTORY</a:t>
            </a:r>
          </a:p>
          <a:p>
            <a:r>
              <a:rPr lang="fr-FR" smtClean="0"/>
              <a:t>45-  VICTORIA TE SUIVRA, SI T'ABANDONNES TON ANCIENNE STORY </a:t>
            </a:r>
          </a:p>
          <a:p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48-  T'AURAS LA PAIX PLEIN LES POCHES</a:t>
            </a:r>
          </a:p>
          <a:p>
            <a:r>
              <a:rPr lang="fr-FR" smtClean="0"/>
              <a:t>49-  LA GLOIRE POUR COURONNE ET L'A.M.O.U.R POUR TROPHÉE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50-  UNE SEULE DÉCISION QUI A FAIT QUE</a:t>
            </a:r>
          </a:p>
          <a:p>
            <a:r>
              <a:rPr lang="fr-FR" smtClean="0"/>
              <a:t>	51-  VOUS ET MOI, NOUS SOYONS LES PERSONNES QUE NOUS SOMMES</a:t>
            </a:r>
          </a:p>
          <a:p>
            <a:r>
              <a:rPr lang="fr-FR" smtClean="0"/>
              <a:t>	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GOGOGOGO GOSPELLEMENT VÔTRE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BIENVENUE DANS UN MONDE 2 OÙ LA J.O.I.E DÉPASSE LA NORME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NORMAL ON EST VENU DÉTOURNER L'GAME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CHANGER LA DONNE, ON T'AUTORISE À NOUS APPELER GAMINS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QUOI DE PLUS PUR QUE LE CŒUR D'UN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SIMPLE ET SANS SOUCI ON VIT LA VIE À 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PAR MON ÉPANOUISSEMENT JE VEUX FAIRE SOURIRE LE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PERDURER DANS SON LOVE EN LUI JE ME SUIS DU-PER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 EXPECTATIVE : REPARTIR DIFFÉRENT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ME LAISSER GUIDER PAR L'ESPRIT-SAINT, LE LAISSER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VICTIME D'UNE OPÉRATION À CŒUR OUVERT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A SON D.I.E.U LUD'OBÉIT S'EST OFFERT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VOUS VOIS BOUGER LA TÊTE DEVANT, DERRIÈRE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VOUS VOULEZ DU GOSPEL VOUS ALLEZ ÊTRE VI-SER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BIG UP T.I.T.L., RDK'L DESTINATION FINALE : ARRIVÉE AU CIEL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SUIS SÛR QU'IL POURRAIT ENFIN ACCÉDER À L'AMOUR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CHOISIS LA VIE, ET NON LA MORT. AVEC TA VIE, NE SOIS PAS MÉCHANT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NÉGATIVE A ÉTÉ TA VIE DONC FAIS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CHOISIS LE MEILLEUR, ET POUR LE PIRE, FAIS LE VOIR LOUCHE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AS-TU DÉJÀ ENTENDU DIRE QUE L'ESPOIR S'EST FAIT TUER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OU BIEN ALORS, QU'APRÈS UN CHOC, L'AMOUR EST DEVENU MUET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STOP TES PRÉSOMPTIONS ET PUIS PRENDS COURAGE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SEUL UN LÂCHE SE CACHE LÈVE-TOI ET MARCHE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QUE LA FOI, DANS TES COMBATS SOIT TON SEUL ÉQUIPIER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 DOUTE, TON PIRE ENNEMI, A POUR BUT QUE TU RENONCES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PASSE LA CINQUIÈME ET FONCE SANS JAMAIS PLUS RÉTROGRADER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DEVANT TOI, LA TERRE PROMISE DERRIÈRE TOI, UNE TERRE DÉGRADÉE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DES GRADINS, J'ENTENDS L'ÉQUIPE-TYPE CRIER VICTORY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VICTORIA TE SUIVRA, SI T'ABANDONNES TON ANCIENNE STORY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T'AURAS LA PAIX PLEIN LES POCHES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50-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51-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972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GOGOGOGO GOSPELLEMENT VÔTRE</a:t>
            </a:r>
          </a:p>
          <a:p>
            <a:r>
              <a:rPr lang="fr-FR" smtClean="0"/>
              <a:t>2-  BIENVENUE DANS UN MONDE 2 OÙ LA J.O.I.E DÉPASSE LA NORME</a:t>
            </a:r>
          </a:p>
          <a:p>
            <a:r>
              <a:rPr lang="fr-FR" smtClean="0"/>
              <a:t>3-  NORMAL ON EST VENU DÉTOURNER L'GAME</a:t>
            </a:r>
          </a:p>
          <a:p>
            <a:r>
              <a:rPr lang="fr-FR" smtClean="0"/>
              <a:t>4-  CHANGER LA DONNE, ON T'AUTORISE À NOUS APPELER GAMINS</a:t>
            </a:r>
          </a:p>
          <a:p>
            <a:r>
              <a:rPr lang="fr-FR" smtClean="0"/>
              <a:t>5-  QUOI DE PLUS PUR QUE LE CŒUR D'UN ENFANT</a:t>
            </a:r>
          </a:p>
          <a:p>
            <a:r>
              <a:rPr lang="fr-FR" smtClean="0"/>
              <a:t>6-  SIMPLE ET SANS SOUCI ON VIT LA VIE À FOND</a:t>
            </a:r>
          </a:p>
          <a:p>
            <a:r>
              <a:rPr lang="fr-FR" smtClean="0"/>
              <a:t>7-  PAR MON ÉPANOUISSEMENT JE VEUX FAIRE SOURIRE LE PÈRE</a:t>
            </a:r>
          </a:p>
          <a:p>
            <a:r>
              <a:rPr lang="fr-FR" smtClean="0"/>
              <a:t>8-  PERDURER DANS SON LOVE EN LUI JE ME SUIS DU-PER</a:t>
            </a:r>
          </a:p>
          <a:p>
            <a:r>
              <a:rPr lang="fr-FR" smtClean="0"/>
              <a:t>9-  MON EXPECTATIVE : REPARTIR DIFFÉRENT</a:t>
            </a:r>
          </a:p>
          <a:p>
            <a:r>
              <a:rPr lang="fr-FR" smtClean="0"/>
              <a:t>10-  ME LAISSER GUIDER PAR L'ESPRIT-SAINT, LE LAISSER FAIRE</a:t>
            </a:r>
          </a:p>
          <a:p>
            <a:r>
              <a:rPr lang="fr-FR" smtClean="0"/>
              <a:t>11-  VICTIME D'UNE OPÉRATION À CŒUR OUVERT</a:t>
            </a:r>
          </a:p>
          <a:p>
            <a:r>
              <a:rPr lang="fr-FR" smtClean="0"/>
              <a:t>12-  A SON D.I.E.U LUD'OBÉIT S'EST OFFERT</a:t>
            </a:r>
          </a:p>
          <a:p>
            <a:r>
              <a:rPr lang="fr-FR" smtClean="0"/>
              <a:t>13-  JE VOUS VOIS BOUGER LA TÊTE DEVANT, DERRIÈRE</a:t>
            </a:r>
          </a:p>
          <a:p>
            <a:r>
              <a:rPr lang="fr-FR" smtClean="0"/>
              <a:t>14-  VOUS VOULEZ DU GOSPEL VOUS ALLEZ ÊTRE VI-SER</a:t>
            </a:r>
          </a:p>
          <a:p>
            <a:r>
              <a:rPr lang="fr-FR" smtClean="0"/>
              <a:t>15-  BIG UP T.I.T.L., RDK'L DESTINATION FINALE : ARRIVÉE AU CIEL !</a:t>
            </a:r>
          </a:p>
          <a:p>
            <a:r>
              <a:rPr lang="fr-FR" smtClean="0"/>
              <a:t>16-  PARFOIS L'HOMME PASSE SON TEMPS À PLEURER SUR SON SORT</a:t>
            </a:r>
          </a:p>
          <a:p>
            <a:r>
              <a:rPr lang="fr-FR" smtClean="0"/>
              <a:t>17-  INCONSCIENT QUE C'EST DE SA BOUCHE QUE SON AVENIR SORT</a:t>
            </a:r>
          </a:p>
          <a:p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19-  JE SUIS SÛR QU'IL POURRAIT ENFIN ACCÉDER À L'AMOUR </a:t>
            </a:r>
          </a:p>
          <a:p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CHOISIS LA VIE, ET NON LA MORT. AVEC TA VIE, NE SOIS PAS MÉCHANT</a:t>
            </a:r>
          </a:p>
          <a:p>
            <a:r>
              <a:rPr lang="fr-FR" smtClean="0"/>
              <a:t>22-  OUVRE GRAND TA BOUCHE ET PARLE LE POSITIF</a:t>
            </a:r>
          </a:p>
          <a:p>
            <a:r>
              <a:rPr lang="fr-FR" smtClean="0"/>
              <a:t>23-  NÉGATIVE A ÉTÉ TA VIE DONC FAIS QUE LE MEILLEUR ARRIVE</a:t>
            </a:r>
          </a:p>
          <a:p>
            <a:r>
              <a:rPr lang="fr-FR" smtClean="0"/>
              <a:t>24-  FORTIFIE-TOI ET DÉCIDE D'AVANCER</a:t>
            </a:r>
          </a:p>
          <a:p>
            <a:r>
              <a:rPr lang="fr-FR" smtClean="0"/>
              <a:t>25-  HORS DE QUESTION QUE TON PASSÉ PUISSE TE DEVANCER</a:t>
            </a:r>
          </a:p>
          <a:p>
            <a:r>
              <a:rPr lang="fr-FR" smtClean="0"/>
              <a:t>26-  LE CHOIX EST DÉSORMAIS ENTRE TES MAINS ET DANS TA BOUCHE</a:t>
            </a:r>
          </a:p>
          <a:p>
            <a:r>
              <a:rPr lang="fr-FR" smtClean="0"/>
              <a:t>27-  CHOISIS LE MEILLEUR, ET POUR LE PIRE, FAIS LE VOIR LOUCHE</a:t>
            </a:r>
          </a:p>
          <a:p>
            <a:r>
              <a:rPr lang="fr-FR" smtClean="0"/>
              <a:t>28-  ROUGE EST LE SANG, DONC ROUGE EST LA VICTOIRE</a:t>
            </a:r>
          </a:p>
          <a:p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30-  PARÉ POUR CONQUÉRIR FAIS ÉCLATER TES RIRES</a:t>
            </a:r>
          </a:p>
          <a:p>
            <a:r>
              <a:rPr lang="fr-FR" smtClean="0"/>
              <a:t>31-  ET LÀ TU POURRAS DIRE QUE LE MEILLEUR RESTE À VENIR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34-  AS-TU DÉJÀ ENTENDU DIRE QUE L'ESPOIR S'EST FAIT TUER ? </a:t>
            </a:r>
          </a:p>
          <a:p>
            <a:r>
              <a:rPr lang="fr-FR" smtClean="0"/>
              <a:t>35-  OU BIEN ALORS, QU'APRÈS UN CHOC, L'AMOUR EST DEVENU MUET ? </a:t>
            </a:r>
          </a:p>
          <a:p>
            <a:r>
              <a:rPr lang="fr-FR" smtClean="0"/>
              <a:t>36-  STOP TES PRÉSOMPTIONS ET PUIS PRENDS COURAGE ! </a:t>
            </a:r>
          </a:p>
          <a:p>
            <a:r>
              <a:rPr lang="fr-FR" smtClean="0"/>
              <a:t>37-  SEUL UN LÂCHE SE CACHE LÈVE-TOI ET MARCHE </a:t>
            </a:r>
          </a:p>
          <a:p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39-  QUE LA FOI, DANS TES COMBATS SOIT TON SEUL ÉQUIPIER </a:t>
            </a:r>
          </a:p>
          <a:p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41-  LE DOUTE, TON PIRE ENNEMI, A POUR BUT QUE TU RENONCES </a:t>
            </a:r>
          </a:p>
          <a:p>
            <a:r>
              <a:rPr lang="fr-FR" smtClean="0"/>
              <a:t>42-  PASSE LA CINQUIÈME ET FONCE SANS JAMAIS PLUS RÉTROGRADER </a:t>
            </a:r>
          </a:p>
          <a:p>
            <a:r>
              <a:rPr lang="fr-FR" smtClean="0"/>
              <a:t>43-  DEVANT TOI, LA TERRE PROMISE DERRIÈRE TOI, UNE TERRE DÉGRADÉE </a:t>
            </a:r>
          </a:p>
          <a:p>
            <a:r>
              <a:rPr lang="fr-FR" smtClean="0"/>
              <a:t>44-  DES GRADINS, J'ENTENDS L'ÉQUIPE-TYPE CRIER VICTORY</a:t>
            </a:r>
          </a:p>
          <a:p>
            <a:r>
              <a:rPr lang="fr-FR" smtClean="0"/>
              <a:t>45-  VICTORIA TE SUIVRA, SI T'ABANDONNES TON ANCIENNE STORY </a:t>
            </a:r>
          </a:p>
          <a:p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48-  T'AURAS LA PAIX PLEIN LES POCHES</a:t>
            </a:r>
          </a:p>
          <a:p>
            <a:r>
              <a:rPr lang="fr-FR" smtClean="0"/>
              <a:t>49-  LA GLOIRE POUR COURONNE ET L'A.M.O.U.R POUR TROPHÉE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50-  UNE SEULE DÉCISION QUI A FAIT QUE</a:t>
            </a:r>
          </a:p>
          <a:p>
            <a:r>
              <a:rPr lang="fr-FR" smtClean="0"/>
              <a:t>	51-  VOUS ET MOI, NOUS SOYONS LES PERSONNES QUE NOUS SOMMES</a:t>
            </a:r>
          </a:p>
          <a:p>
            <a:r>
              <a:rPr lang="fr-FR" smtClean="0"/>
              <a:t>	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GOGOGOGO GOSPELLEMENT VÔTRE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BIENVENUE DANS UN MONDE 2 OÙ LA J.O.I.E DÉPASSE LA NORME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NORMAL ON EST VENU DÉTOURNER L'GAME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CHANGER LA DONNE, ON T'AUTORISE À NOUS APPELER GAMINS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QUOI DE PLUS PUR QUE LE CŒUR D'UN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SIMPLE ET SANS SOUCI ON VIT LA VIE À 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PAR MON ÉPANOUISSEMENT JE VEUX FAIRE SOURIRE LE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PERDURER DANS SON LOVE EN LUI JE ME SUIS DU-PER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 EXPECTATIVE : REPARTIR DIFFÉRENT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ME LAISSER GUIDER PAR L'ESPRIT-SAINT, LE LAISSER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VICTIME D'UNE OPÉRATION À CŒUR OUVERT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A SON D.I.E.U LUD'OBÉIT S'EST OFFERT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VOUS VOIS BOUGER LA TÊTE DEVANT, DERRIÈRE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VOUS VOULEZ DU GOSPEL VOUS ALLEZ ÊTRE VI-SER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BIG UP T.I.T.L., RDK'L DESTINATION FINALE : ARRIVÉE AU CIEL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SUIS SÛR QU'IL POURRAIT ENFIN ACCÉDER À L'AMOUR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CHOISIS LA VIE, ET NON LA MORT. AVEC TA VIE, NE SOIS PAS MÉCHANT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NÉGATIVE A ÉTÉ TA VIE DONC FAIS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CHOISIS LE MEILLEUR, ET POUR LE PIRE, FAIS LE VOIR LOUCHE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AS-TU DÉJÀ ENTENDU DIRE QUE L'ESPOIR S'EST FAIT TUER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OU BIEN ALORS, QU'APRÈS UN CHOC, L'AMOUR EST DEVENU MUET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STOP TES PRÉSOMPTIONS ET PUIS PRENDS COURAGE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SEUL UN LÂCHE SE CACHE LÈVE-TOI ET MARCHE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QUE LA FOI, DANS TES COMBATS SOIT TON SEUL ÉQUIPIER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 DOUTE, TON PIRE ENNEMI, A POUR BUT QUE TU RENONCES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PASSE LA CINQUIÈME ET FONCE SANS JAMAIS PLUS RÉTROGRADER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DEVANT TOI, LA TERRE PROMISE DERRIÈRE TOI, UNE TERRE DÉGRADÉE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DES GRADINS, J'ENTENDS L'ÉQUIPE-TYPE CRIER VICTORY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VICTORIA TE SUIVRA, SI T'ABANDONNES TON ANCIENNE STORY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T'AURAS LA PAIX PLEIN LES POCHES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50-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51-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983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GOGOGOGO GOSPELLEMENT VÔTRE</a:t>
            </a:r>
          </a:p>
          <a:p>
            <a:r>
              <a:rPr lang="fr-FR" smtClean="0"/>
              <a:t>2-  BIENVENUE DANS UN MONDE 2 OÙ LA J.O.I.E DÉPASSE LA NORME</a:t>
            </a:r>
          </a:p>
          <a:p>
            <a:r>
              <a:rPr lang="fr-FR" smtClean="0"/>
              <a:t>3-  NORMAL ON EST VENU DÉTOURNER L'GAME</a:t>
            </a:r>
          </a:p>
          <a:p>
            <a:r>
              <a:rPr lang="fr-FR" smtClean="0"/>
              <a:t>4-  CHANGER LA DONNE, ON T'AUTORISE À NOUS APPELER GAMINS</a:t>
            </a:r>
          </a:p>
          <a:p>
            <a:r>
              <a:rPr lang="fr-FR" smtClean="0"/>
              <a:t>5-  QUOI DE PLUS PUR QUE LE CŒUR D'UN ENFANT</a:t>
            </a:r>
          </a:p>
          <a:p>
            <a:r>
              <a:rPr lang="fr-FR" smtClean="0"/>
              <a:t>6-  SIMPLE ET SANS SOUCI ON VIT LA VIE À FOND</a:t>
            </a:r>
          </a:p>
          <a:p>
            <a:r>
              <a:rPr lang="fr-FR" smtClean="0"/>
              <a:t>7-  PAR MON ÉPANOUISSEMENT JE VEUX FAIRE SOURIRE LE PÈRE</a:t>
            </a:r>
          </a:p>
          <a:p>
            <a:r>
              <a:rPr lang="fr-FR" smtClean="0"/>
              <a:t>8-  PERDURER DANS SON LOVE EN LUI JE ME SUIS DU-PER</a:t>
            </a:r>
          </a:p>
          <a:p>
            <a:r>
              <a:rPr lang="fr-FR" smtClean="0"/>
              <a:t>9-  MON EXPECTATIVE : REPARTIR DIFFÉRENT</a:t>
            </a:r>
          </a:p>
          <a:p>
            <a:r>
              <a:rPr lang="fr-FR" smtClean="0"/>
              <a:t>10-  ME LAISSER GUIDER PAR L'ESPRIT-SAINT, LE LAISSER FAIRE</a:t>
            </a:r>
          </a:p>
          <a:p>
            <a:r>
              <a:rPr lang="fr-FR" smtClean="0"/>
              <a:t>11-  VICTIME D'UNE OPÉRATION À CŒUR OUVERT</a:t>
            </a:r>
          </a:p>
          <a:p>
            <a:r>
              <a:rPr lang="fr-FR" smtClean="0"/>
              <a:t>12-  A SON D.I.E.U LUD'OBÉIT S'EST OFFERT</a:t>
            </a:r>
          </a:p>
          <a:p>
            <a:r>
              <a:rPr lang="fr-FR" smtClean="0"/>
              <a:t>13-  JE VOUS VOIS BOUGER LA TÊTE DEVANT, DERRIÈRE</a:t>
            </a:r>
          </a:p>
          <a:p>
            <a:r>
              <a:rPr lang="fr-FR" smtClean="0"/>
              <a:t>14-  VOUS VOULEZ DU GOSPEL VOUS ALLEZ ÊTRE VI-SER</a:t>
            </a:r>
          </a:p>
          <a:p>
            <a:r>
              <a:rPr lang="fr-FR" smtClean="0"/>
              <a:t>15-  BIG UP T.I.T.L., RDK'L DESTINATION FINALE : ARRIVÉE AU CIEL !</a:t>
            </a:r>
          </a:p>
          <a:p>
            <a:r>
              <a:rPr lang="fr-FR" smtClean="0"/>
              <a:t>16-  PARFOIS L'HOMME PASSE SON TEMPS À PLEURER SUR SON SORT</a:t>
            </a:r>
          </a:p>
          <a:p>
            <a:r>
              <a:rPr lang="fr-FR" smtClean="0"/>
              <a:t>17-  INCONSCIENT QUE C'EST DE SA BOUCHE QUE SON AVENIR SORT</a:t>
            </a:r>
          </a:p>
          <a:p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19-  JE SUIS SÛR QU'IL POURRAIT ENFIN ACCÉDER À L'AMOUR </a:t>
            </a:r>
          </a:p>
          <a:p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CHOISIS LA VIE, ET NON LA MORT. AVEC TA VIE, NE SOIS PAS MÉCHANT</a:t>
            </a:r>
          </a:p>
          <a:p>
            <a:r>
              <a:rPr lang="fr-FR" smtClean="0"/>
              <a:t>22-  OUVRE GRAND TA BOUCHE ET PARLE LE POSITIF</a:t>
            </a:r>
          </a:p>
          <a:p>
            <a:r>
              <a:rPr lang="fr-FR" smtClean="0"/>
              <a:t>23-  NÉGATIVE A ÉTÉ TA VIE DONC FAIS QUE LE MEILLEUR ARRIVE</a:t>
            </a:r>
          </a:p>
          <a:p>
            <a:r>
              <a:rPr lang="fr-FR" smtClean="0"/>
              <a:t>24-  FORTIFIE-TOI ET DÉCIDE D'AVANCER</a:t>
            </a:r>
          </a:p>
          <a:p>
            <a:r>
              <a:rPr lang="fr-FR" smtClean="0"/>
              <a:t>25-  HORS DE QUESTION QUE TON PASSÉ PUISSE TE DEVANCER</a:t>
            </a:r>
          </a:p>
          <a:p>
            <a:r>
              <a:rPr lang="fr-FR" smtClean="0"/>
              <a:t>26-  LE CHOIX EST DÉSORMAIS ENTRE TES MAINS ET DANS TA BOUCHE</a:t>
            </a:r>
          </a:p>
          <a:p>
            <a:r>
              <a:rPr lang="fr-FR" smtClean="0"/>
              <a:t>27-  CHOISIS LE MEILLEUR, ET POUR LE PIRE, FAIS LE VOIR LOUCHE</a:t>
            </a:r>
          </a:p>
          <a:p>
            <a:r>
              <a:rPr lang="fr-FR" smtClean="0"/>
              <a:t>28-  ROUGE EST LE SANG, DONC ROUGE EST LA VICTOIRE</a:t>
            </a:r>
          </a:p>
          <a:p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30-  PARÉ POUR CONQUÉRIR FAIS ÉCLATER TES RIRES</a:t>
            </a:r>
          </a:p>
          <a:p>
            <a:r>
              <a:rPr lang="fr-FR" smtClean="0"/>
              <a:t>31-  ET LÀ TU POURRAS DIRE QUE LE MEILLEUR RESTE À VENIR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34-  AS-TU DÉJÀ ENTENDU DIRE QUE L'ESPOIR S'EST FAIT TUER ? </a:t>
            </a:r>
          </a:p>
          <a:p>
            <a:r>
              <a:rPr lang="fr-FR" smtClean="0"/>
              <a:t>35-  OU BIEN ALORS, QU'APRÈS UN CHOC, L'AMOUR EST DEVENU MUET ? </a:t>
            </a:r>
          </a:p>
          <a:p>
            <a:r>
              <a:rPr lang="fr-FR" smtClean="0"/>
              <a:t>36-  STOP TES PRÉSOMPTIONS ET PUIS PRENDS COURAGE ! </a:t>
            </a:r>
          </a:p>
          <a:p>
            <a:r>
              <a:rPr lang="fr-FR" smtClean="0"/>
              <a:t>37-  SEUL UN LÂCHE SE CACHE LÈVE-TOI ET MARCHE </a:t>
            </a:r>
          </a:p>
          <a:p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39-  QUE LA FOI, DANS TES COMBATS SOIT TON SEUL ÉQUIPIER </a:t>
            </a:r>
          </a:p>
          <a:p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41-  LE DOUTE, TON PIRE ENNEMI, A POUR BUT QUE TU RENONCES </a:t>
            </a:r>
          </a:p>
          <a:p>
            <a:r>
              <a:rPr lang="fr-FR" smtClean="0"/>
              <a:t>42-  PASSE LA CINQUIÈME ET FONCE SANS JAMAIS PLUS RÉTROGRADER </a:t>
            </a:r>
          </a:p>
          <a:p>
            <a:r>
              <a:rPr lang="fr-FR" smtClean="0"/>
              <a:t>43-  DEVANT TOI, LA TERRE PROMISE DERRIÈRE TOI, UNE TERRE DÉGRADÉE </a:t>
            </a:r>
          </a:p>
          <a:p>
            <a:r>
              <a:rPr lang="fr-FR" smtClean="0"/>
              <a:t>44-  DES GRADINS, J'ENTENDS L'ÉQUIPE-TYPE CRIER VICTORY</a:t>
            </a:r>
          </a:p>
          <a:p>
            <a:r>
              <a:rPr lang="fr-FR" smtClean="0"/>
              <a:t>45-  VICTORIA TE SUIVRA, SI T'ABANDONNES TON ANCIENNE STORY </a:t>
            </a:r>
          </a:p>
          <a:p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48-  T'AURAS LA PAIX PLEIN LES POCHES</a:t>
            </a:r>
          </a:p>
          <a:p>
            <a:r>
              <a:rPr lang="fr-FR" smtClean="0"/>
              <a:t>49-  LA GLOIRE POUR COURONNE ET L'A.M.O.U.R POUR TROPHÉE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50-  UNE SEULE DÉCISION QUI A FAIT QUE</a:t>
            </a:r>
          </a:p>
          <a:p>
            <a:r>
              <a:rPr lang="fr-FR" smtClean="0"/>
              <a:t>	51-  VOUS ET MOI, NOUS SOYONS LES PERSONNES QUE NOUS SOMMES</a:t>
            </a:r>
          </a:p>
          <a:p>
            <a:r>
              <a:rPr lang="fr-FR" smtClean="0"/>
              <a:t>	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GOGOGOGO GOSPELLEMENT VÔTRE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BIENVENUE DANS UN MONDE 2 OÙ LA J.O.I.E DÉPASSE LA NORME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NORMAL ON EST VENU DÉTOURNER L'GAME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CHANGER LA DONNE, ON T'AUTORISE À NOUS APPELER GAMINS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QUOI DE PLUS PUR QUE LE CŒUR D'UN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SIMPLE ET SANS SOUCI ON VIT LA VIE À 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PAR MON ÉPANOUISSEMENT JE VEUX FAIRE SOURIRE LE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PERDURER DANS SON LOVE EN LUI JE ME SUIS DU-PER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 EXPECTATIVE : REPARTIR DIFFÉRENT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ME LAISSER GUIDER PAR L'ESPRIT-SAINT, LE LAISSER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VICTIME D'UNE OPÉRATION À CŒUR OUVERT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A SON D.I.E.U LUD'OBÉIT S'EST OFFERT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VOUS VOIS BOUGER LA TÊTE DEVANT, DERRIÈRE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VOUS VOULEZ DU GOSPEL VOUS ALLEZ ÊTRE VI-SER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BIG UP T.I.T.L., RDK'L DESTINATION FINALE : ARRIVÉE AU CIEL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SUIS SÛR QU'IL POURRAIT ENFIN ACCÉDER À L'AMOUR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CHOISIS LA VIE, ET NON LA MORT. AVEC TA VIE, NE SOIS PAS MÉCHANT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NÉGATIVE A ÉTÉ TA VIE DONC FAIS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CHOISIS LE MEILLEUR, ET POUR LE PIRE, FAIS LE VOIR LOUCHE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AS-TU DÉJÀ ENTENDU DIRE QUE L'ESPOIR S'EST FAIT TUER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OU BIEN ALORS, QU'APRÈS UN CHOC, L'AMOUR EST DEVENU MUET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STOP TES PRÉSOMPTIONS ET PUIS PRENDS COURAGE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SEUL UN LÂCHE SE CACHE LÈVE-TOI ET MARCHE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QUE LA FOI, DANS TES COMBATS SOIT TON SEUL ÉQUIPIER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 DOUTE, TON PIRE ENNEMI, A POUR BUT QUE TU RENONCES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PASSE LA CINQUIÈME ET FONCE SANS JAMAIS PLUS RÉTROGRADER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DEVANT TOI, LA TERRE PROMISE DERRIÈRE TOI, UNE TERRE DÉGRADÉE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DES GRADINS, J'ENTENDS L'ÉQUIPE-TYPE CRIER VICTORY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VICTORIA TE SUIVRA, SI T'ABANDONNES TON ANCIENNE STORY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T'AURAS LA PAIX PLEIN LES POCHES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50-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51-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993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GOGOGOGO GOSPELLEMENT VÔTRE</a:t>
            </a:r>
          </a:p>
          <a:p>
            <a:r>
              <a:rPr lang="fr-FR" smtClean="0"/>
              <a:t>2-  BIENVENUE DANS UN MONDE 2 OÙ LA J.O.I.E DÉPASSE LA NORME</a:t>
            </a:r>
          </a:p>
          <a:p>
            <a:r>
              <a:rPr lang="fr-FR" smtClean="0"/>
              <a:t>3-  NORMAL ON EST VENU DÉTOURNER L'GAME</a:t>
            </a:r>
          </a:p>
          <a:p>
            <a:r>
              <a:rPr lang="fr-FR" smtClean="0"/>
              <a:t>4-  CHANGER LA DONNE, ON T'AUTORISE À NOUS APPELER GAMINS</a:t>
            </a:r>
          </a:p>
          <a:p>
            <a:r>
              <a:rPr lang="fr-FR" smtClean="0"/>
              <a:t>5-  QUOI DE PLUS PUR QUE LE CŒUR D'UN ENFANT</a:t>
            </a:r>
          </a:p>
          <a:p>
            <a:r>
              <a:rPr lang="fr-FR" smtClean="0"/>
              <a:t>6-  SIMPLE ET SANS SOUCI ON VIT LA VIE À FOND</a:t>
            </a:r>
          </a:p>
          <a:p>
            <a:r>
              <a:rPr lang="fr-FR" smtClean="0"/>
              <a:t>7-  PAR MON ÉPANOUISSEMENT JE VEUX FAIRE SOURIRE LE PÈRE</a:t>
            </a:r>
          </a:p>
          <a:p>
            <a:r>
              <a:rPr lang="fr-FR" smtClean="0"/>
              <a:t>8-  PERDURER DANS SON LOVE EN LUI JE ME SUIS DU-PER</a:t>
            </a:r>
          </a:p>
          <a:p>
            <a:r>
              <a:rPr lang="fr-FR" smtClean="0"/>
              <a:t>9-  MON EXPECTATIVE : REPARTIR DIFFÉRENT</a:t>
            </a:r>
          </a:p>
          <a:p>
            <a:r>
              <a:rPr lang="fr-FR" smtClean="0"/>
              <a:t>10-  ME LAISSER GUIDER PAR L'ESPRIT-SAINT, LE LAISSER FAIRE</a:t>
            </a:r>
          </a:p>
          <a:p>
            <a:r>
              <a:rPr lang="fr-FR" smtClean="0"/>
              <a:t>11-  VICTIME D'UNE OPÉRATION À CŒUR OUVERT</a:t>
            </a:r>
          </a:p>
          <a:p>
            <a:r>
              <a:rPr lang="fr-FR" smtClean="0"/>
              <a:t>12-  A SON D.I.E.U LUD'OBÉIT S'EST OFFERT</a:t>
            </a:r>
          </a:p>
          <a:p>
            <a:r>
              <a:rPr lang="fr-FR" smtClean="0"/>
              <a:t>13-  JE VOUS VOIS BOUGER LA TÊTE DEVANT, DERRIÈRE</a:t>
            </a:r>
          </a:p>
          <a:p>
            <a:r>
              <a:rPr lang="fr-FR" smtClean="0"/>
              <a:t>14-  VOUS VOULEZ DU GOSPEL VOUS ALLEZ ÊTRE VI-SER</a:t>
            </a:r>
          </a:p>
          <a:p>
            <a:r>
              <a:rPr lang="fr-FR" smtClean="0"/>
              <a:t>15-  BIG UP T.I.T.L., RDK'L DESTINATION FINALE : ARRIVÉE AU CIEL !</a:t>
            </a:r>
          </a:p>
          <a:p>
            <a:r>
              <a:rPr lang="fr-FR" smtClean="0"/>
              <a:t>16-  PARFOIS L'HOMME PASSE SON TEMPS À PLEURER SUR SON SORT</a:t>
            </a:r>
          </a:p>
          <a:p>
            <a:r>
              <a:rPr lang="fr-FR" smtClean="0"/>
              <a:t>17-  INCONSCIENT QUE C'EST DE SA BOUCHE QUE SON AVENIR SORT</a:t>
            </a:r>
          </a:p>
          <a:p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19-  JE SUIS SÛR QU'IL POURRAIT ENFIN ACCÉDER À L'AMOUR </a:t>
            </a:r>
          </a:p>
          <a:p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CHOISIS LA VIE, ET NON LA MORT. AVEC TA VIE, NE SOIS PAS MÉCHANT</a:t>
            </a:r>
          </a:p>
          <a:p>
            <a:r>
              <a:rPr lang="fr-FR" smtClean="0"/>
              <a:t>22-  OUVRE GRAND TA BOUCHE ET PARLE LE POSITIF</a:t>
            </a:r>
          </a:p>
          <a:p>
            <a:r>
              <a:rPr lang="fr-FR" smtClean="0"/>
              <a:t>23-  NÉGATIVE A ÉTÉ TA VIE DONC FAIS QUE LE MEILLEUR ARRIVE</a:t>
            </a:r>
          </a:p>
          <a:p>
            <a:r>
              <a:rPr lang="fr-FR" smtClean="0"/>
              <a:t>24-  FORTIFIE-TOI ET DÉCIDE D'AVANCER</a:t>
            </a:r>
          </a:p>
          <a:p>
            <a:r>
              <a:rPr lang="fr-FR" smtClean="0"/>
              <a:t>25-  HORS DE QUESTION QUE TON PASSÉ PUISSE TE DEVANCER</a:t>
            </a:r>
          </a:p>
          <a:p>
            <a:r>
              <a:rPr lang="fr-FR" smtClean="0"/>
              <a:t>26-  LE CHOIX EST DÉSORMAIS ENTRE TES MAINS ET DANS TA BOUCHE</a:t>
            </a:r>
          </a:p>
          <a:p>
            <a:r>
              <a:rPr lang="fr-FR" smtClean="0"/>
              <a:t>27-  CHOISIS LE MEILLEUR, ET POUR LE PIRE, FAIS LE VOIR LOUCHE</a:t>
            </a:r>
          </a:p>
          <a:p>
            <a:r>
              <a:rPr lang="fr-FR" smtClean="0"/>
              <a:t>28-  ROUGE EST LE SANG, DONC ROUGE EST LA VICTOIRE</a:t>
            </a:r>
          </a:p>
          <a:p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30-  PARÉ POUR CONQUÉRIR FAIS ÉCLATER TES RIRES</a:t>
            </a:r>
          </a:p>
          <a:p>
            <a:r>
              <a:rPr lang="fr-FR" smtClean="0"/>
              <a:t>31-  ET LÀ TU POURRAS DIRE QUE LE MEILLEUR RESTE À VENIR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34-  AS-TU DÉJÀ ENTENDU DIRE QUE L'ESPOIR S'EST FAIT TUER ? </a:t>
            </a:r>
          </a:p>
          <a:p>
            <a:r>
              <a:rPr lang="fr-FR" smtClean="0"/>
              <a:t>35-  OU BIEN ALORS, QU'APRÈS UN CHOC, L'AMOUR EST DEVENU MUET ? </a:t>
            </a:r>
          </a:p>
          <a:p>
            <a:r>
              <a:rPr lang="fr-FR" smtClean="0"/>
              <a:t>36-  STOP TES PRÉSOMPTIONS ET PUIS PRENDS COURAGE ! </a:t>
            </a:r>
          </a:p>
          <a:p>
            <a:r>
              <a:rPr lang="fr-FR" smtClean="0"/>
              <a:t>37-  SEUL UN LÂCHE SE CACHE LÈVE-TOI ET MARCHE </a:t>
            </a:r>
          </a:p>
          <a:p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39-  QUE LA FOI, DANS TES COMBATS SOIT TON SEUL ÉQUIPIER </a:t>
            </a:r>
          </a:p>
          <a:p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41-  LE DOUTE, TON PIRE ENNEMI, A POUR BUT QUE TU RENONCES </a:t>
            </a:r>
          </a:p>
          <a:p>
            <a:r>
              <a:rPr lang="fr-FR" smtClean="0"/>
              <a:t>42-  PASSE LA CINQUIÈME ET FONCE SANS JAMAIS PLUS RÉTROGRADER </a:t>
            </a:r>
          </a:p>
          <a:p>
            <a:r>
              <a:rPr lang="fr-FR" smtClean="0"/>
              <a:t>43-  DEVANT TOI, LA TERRE PROMISE DERRIÈRE TOI, UNE TERRE DÉGRADÉE </a:t>
            </a:r>
          </a:p>
          <a:p>
            <a:r>
              <a:rPr lang="fr-FR" smtClean="0"/>
              <a:t>44-  DES GRADINS, J'ENTENDS L'ÉQUIPE-TYPE CRIER VICTORY</a:t>
            </a:r>
          </a:p>
          <a:p>
            <a:r>
              <a:rPr lang="fr-FR" smtClean="0"/>
              <a:t>45-  VICTORIA TE SUIVRA, SI T'ABANDONNES TON ANCIENNE STORY </a:t>
            </a:r>
          </a:p>
          <a:p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48-  T'AURAS LA PAIX PLEIN LES POCHES</a:t>
            </a:r>
          </a:p>
          <a:p>
            <a:r>
              <a:rPr lang="fr-FR" smtClean="0"/>
              <a:t>49-  LA GLOIRE POUR COURONNE ET L'A.M.O.U.R POUR TROPHÉE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50-  UNE SEULE DÉCISION QUI A FAIT QUE</a:t>
            </a:r>
          </a:p>
          <a:p>
            <a:r>
              <a:rPr lang="fr-FR" smtClean="0"/>
              <a:t>	51-  VOUS ET MOI, NOUS SOYONS LES PERSONNES QUE NOUS SOMMES</a:t>
            </a:r>
          </a:p>
          <a:p>
            <a:r>
              <a:rPr lang="fr-FR" smtClean="0"/>
              <a:t>	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GOGOGOGO GOSPELLEMENT VÔTRE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BIENVENUE DANS UN MONDE 2 OÙ LA J.O.I.E DÉPASSE LA NORME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NORMAL ON EST VENU DÉTOURNER L'GAME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CHANGER LA DONNE, ON T'AUTORISE À NOUS APPELER GAMINS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QUOI DE PLUS PUR QUE LE CŒUR D'UN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SIMPLE ET SANS SOUCI ON VIT LA VIE À 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PAR MON ÉPANOUISSEMENT JE VEUX FAIRE SOURIRE LE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PERDURER DANS SON LOVE EN LUI JE ME SUIS DU-PER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 EXPECTATIVE : REPARTIR DIFFÉRENT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ME LAISSER GUIDER PAR L'ESPRIT-SAINT, LE LAISSER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VICTIME D'UNE OPÉRATION À CŒUR OUVERT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A SON D.I.E.U LUD'OBÉIT S'EST OFFERT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VOUS VOIS BOUGER LA TÊTE DEVANT, DERRIÈRE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VOUS VOULEZ DU GOSPEL VOUS ALLEZ ÊTRE VI-SER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BIG UP T.I.T.L., RDK'L DESTINATION FINALE : ARRIVÉE AU CIEL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SUIS SÛR QU'IL POURRAIT ENFIN ACCÉDER À L'AMOUR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CHOISIS LA VIE, ET NON LA MORT. AVEC TA VIE, NE SOIS PAS MÉCHANT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NÉGATIVE A ÉTÉ TA VIE DONC FAIS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CHOISIS LE MEILLEUR, ET POUR LE PIRE, FAIS LE VOIR LOUCHE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AS-TU DÉJÀ ENTENDU DIRE QUE L'ESPOIR S'EST FAIT TUER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OU BIEN ALORS, QU'APRÈS UN CHOC, L'AMOUR EST DEVENU MUET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STOP TES PRÉSOMPTIONS ET PUIS PRENDS COURAGE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SEUL UN LÂCHE SE CACHE LÈVE-TOI ET MARCHE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QUE LA FOI, DANS TES COMBATS SOIT TON SEUL ÉQUIPIER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 DOUTE, TON PIRE ENNEMI, A POUR BUT QUE TU RENONCES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PASSE LA CINQUIÈME ET FONCE SANS JAMAIS PLUS RÉTROGRADER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DEVANT TOI, LA TERRE PROMISE DERRIÈRE TOI, UNE TERRE DÉGRADÉE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DES GRADINS, J'ENTENDS L'ÉQUIPE-TYPE CRIER VICTORY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VICTORIA TE SUIVRA, SI T'ABANDONNES TON ANCIENNE STORY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T'AURAS LA PAIX PLEIN LES POCHES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50-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51-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1003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GOGOGOGO GOSPELLEMENT VÔTRE</a:t>
            </a:r>
          </a:p>
          <a:p>
            <a:r>
              <a:rPr lang="fr-FR" smtClean="0"/>
              <a:t>2-  BIENVENUE DANS UN MONDE 2 OÙ LA J.O.I.E DÉPASSE LA NORME</a:t>
            </a:r>
          </a:p>
          <a:p>
            <a:r>
              <a:rPr lang="fr-FR" smtClean="0"/>
              <a:t>3-  NORMAL ON EST VENU DÉTOURNER L'GAME</a:t>
            </a:r>
          </a:p>
          <a:p>
            <a:r>
              <a:rPr lang="fr-FR" smtClean="0"/>
              <a:t>4-  CHANGER LA DONNE, ON T'AUTORISE À NOUS APPELER GAMINS</a:t>
            </a:r>
          </a:p>
          <a:p>
            <a:r>
              <a:rPr lang="fr-FR" smtClean="0"/>
              <a:t>5-  QUOI DE PLUS PUR QUE LE CŒUR D'UN ENFANT</a:t>
            </a:r>
          </a:p>
          <a:p>
            <a:r>
              <a:rPr lang="fr-FR" smtClean="0"/>
              <a:t>6-  SIMPLE ET SANS SOUCI ON VIT LA VIE À FOND</a:t>
            </a:r>
          </a:p>
          <a:p>
            <a:r>
              <a:rPr lang="fr-FR" smtClean="0"/>
              <a:t>7-  PAR MON ÉPANOUISSEMENT JE VEUX FAIRE SOURIRE LE PÈRE</a:t>
            </a:r>
          </a:p>
          <a:p>
            <a:r>
              <a:rPr lang="fr-FR" smtClean="0"/>
              <a:t>8-  PERDURER DANS SON LOVE EN LUI JE ME SUIS DU-PER</a:t>
            </a:r>
          </a:p>
          <a:p>
            <a:r>
              <a:rPr lang="fr-FR" smtClean="0"/>
              <a:t>9-  MON EXPECTATIVE : REPARTIR DIFFÉRENT</a:t>
            </a:r>
          </a:p>
          <a:p>
            <a:r>
              <a:rPr lang="fr-FR" smtClean="0"/>
              <a:t>10-  ME LAISSER GUIDER PAR L'ESPRIT-SAINT, LE LAISSER FAIRE</a:t>
            </a:r>
          </a:p>
          <a:p>
            <a:r>
              <a:rPr lang="fr-FR" smtClean="0"/>
              <a:t>11-  VICTIME D'UNE OPÉRATION À CŒUR OUVERT</a:t>
            </a:r>
          </a:p>
          <a:p>
            <a:r>
              <a:rPr lang="fr-FR" smtClean="0"/>
              <a:t>12-  A SON D.I.E.U LUD'OBÉIT S'EST OFFERT</a:t>
            </a:r>
          </a:p>
          <a:p>
            <a:r>
              <a:rPr lang="fr-FR" smtClean="0"/>
              <a:t>13-  JE VOUS VOIS BOUGER LA TÊTE DEVANT, DERRIÈRE</a:t>
            </a:r>
          </a:p>
          <a:p>
            <a:r>
              <a:rPr lang="fr-FR" smtClean="0"/>
              <a:t>14-  VOUS VOULEZ DU GOSPEL VOUS ALLEZ ÊTRE VI-SER</a:t>
            </a:r>
          </a:p>
          <a:p>
            <a:r>
              <a:rPr lang="fr-FR" smtClean="0"/>
              <a:t>15-  BIG UP T.I.T.L., RDK'L DESTINATION FINALE : ARRIVÉE AU CIEL !</a:t>
            </a:r>
          </a:p>
          <a:p>
            <a:r>
              <a:rPr lang="fr-FR" smtClean="0"/>
              <a:t>16-  PARFOIS L'HOMME PASSE SON TEMPS À PLEURER SUR SON SORT</a:t>
            </a:r>
          </a:p>
          <a:p>
            <a:r>
              <a:rPr lang="fr-FR" smtClean="0"/>
              <a:t>17-  INCONSCIENT QUE C'EST DE SA BOUCHE QUE SON AVENIR SORT</a:t>
            </a:r>
          </a:p>
          <a:p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19-  JE SUIS SÛR QU'IL POURRAIT ENFIN ACCÉDER À L'AMOUR </a:t>
            </a:r>
          </a:p>
          <a:p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CHOISIS LA VIE, ET NON LA MORT. AVEC TA VIE, NE SOIS PAS MÉCHANT</a:t>
            </a:r>
          </a:p>
          <a:p>
            <a:r>
              <a:rPr lang="fr-FR" smtClean="0"/>
              <a:t>22-  OUVRE GRAND TA BOUCHE ET PARLE LE POSITIF</a:t>
            </a:r>
          </a:p>
          <a:p>
            <a:r>
              <a:rPr lang="fr-FR" smtClean="0"/>
              <a:t>23-  NÉGATIVE A ÉTÉ TA VIE DONC FAIS QUE LE MEILLEUR ARRIVE</a:t>
            </a:r>
          </a:p>
          <a:p>
            <a:r>
              <a:rPr lang="fr-FR" smtClean="0"/>
              <a:t>24-  FORTIFIE-TOI ET DÉCIDE D'AVANCER</a:t>
            </a:r>
          </a:p>
          <a:p>
            <a:r>
              <a:rPr lang="fr-FR" smtClean="0"/>
              <a:t>25-  HORS DE QUESTION QUE TON PASSÉ PUISSE TE DEVANCER</a:t>
            </a:r>
          </a:p>
          <a:p>
            <a:r>
              <a:rPr lang="fr-FR" smtClean="0"/>
              <a:t>26-  LE CHOIX EST DÉSORMAIS ENTRE TES MAINS ET DANS TA BOUCHE</a:t>
            </a:r>
          </a:p>
          <a:p>
            <a:r>
              <a:rPr lang="fr-FR" smtClean="0"/>
              <a:t>27-  CHOISIS LE MEILLEUR, ET POUR LE PIRE, FAIS LE VOIR LOUCHE</a:t>
            </a:r>
          </a:p>
          <a:p>
            <a:r>
              <a:rPr lang="fr-FR" smtClean="0"/>
              <a:t>28-  ROUGE EST LE SANG, DONC ROUGE EST LA VICTOIRE</a:t>
            </a:r>
          </a:p>
          <a:p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30-  PARÉ POUR CONQUÉRIR FAIS ÉCLATER TES RIRES</a:t>
            </a:r>
          </a:p>
          <a:p>
            <a:r>
              <a:rPr lang="fr-FR" smtClean="0"/>
              <a:t>31-  ET LÀ TU POURRAS DIRE QUE LE MEILLEUR RESTE À VENIR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34-  AS-TU DÉJÀ ENTENDU DIRE QUE L'ESPOIR S'EST FAIT TUER ? </a:t>
            </a:r>
          </a:p>
          <a:p>
            <a:r>
              <a:rPr lang="fr-FR" smtClean="0"/>
              <a:t>35-  OU BIEN ALORS, QU'APRÈS UN CHOC, L'AMOUR EST DEVENU MUET ? </a:t>
            </a:r>
          </a:p>
          <a:p>
            <a:r>
              <a:rPr lang="fr-FR" smtClean="0"/>
              <a:t>36-  STOP TES PRÉSOMPTIONS ET PUIS PRENDS COURAGE ! </a:t>
            </a:r>
          </a:p>
          <a:p>
            <a:r>
              <a:rPr lang="fr-FR" smtClean="0"/>
              <a:t>37-  SEUL UN LÂCHE SE CACHE LÈVE-TOI ET MARCHE </a:t>
            </a:r>
          </a:p>
          <a:p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39-  QUE LA FOI, DANS TES COMBATS SOIT TON SEUL ÉQUIPIER </a:t>
            </a:r>
          </a:p>
          <a:p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41-  LE DOUTE, TON PIRE ENNEMI, A POUR BUT QUE TU RENONCES </a:t>
            </a:r>
          </a:p>
          <a:p>
            <a:r>
              <a:rPr lang="fr-FR" smtClean="0"/>
              <a:t>42-  PASSE LA CINQUIÈME ET FONCE SANS JAMAIS PLUS RÉTROGRADER </a:t>
            </a:r>
          </a:p>
          <a:p>
            <a:r>
              <a:rPr lang="fr-FR" smtClean="0"/>
              <a:t>43-  DEVANT TOI, LA TERRE PROMISE DERRIÈRE TOI, UNE TERRE DÉGRADÉE </a:t>
            </a:r>
          </a:p>
          <a:p>
            <a:r>
              <a:rPr lang="fr-FR" smtClean="0"/>
              <a:t>44-  DES GRADINS, J'ENTENDS L'ÉQUIPE-TYPE CRIER VICTORY</a:t>
            </a:r>
          </a:p>
          <a:p>
            <a:r>
              <a:rPr lang="fr-FR" smtClean="0"/>
              <a:t>45-  VICTORIA TE SUIVRA, SI T'ABANDONNES TON ANCIENNE STORY </a:t>
            </a:r>
          </a:p>
          <a:p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48-  T'AURAS LA PAIX PLEIN LES POCHES</a:t>
            </a:r>
          </a:p>
          <a:p>
            <a:r>
              <a:rPr lang="fr-FR" smtClean="0"/>
              <a:t>49-  LA GLOIRE POUR COURONNE ET L'A.M.O.U.R POUR TROPHÉE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50-  UNE SEULE DÉCISION QUI A FAIT QUE</a:t>
            </a:r>
          </a:p>
          <a:p>
            <a:r>
              <a:rPr lang="fr-FR" smtClean="0"/>
              <a:t>	51-  VOUS ET MOI, NOUS SOYONS LES PERSONNES QUE NOUS SOMMES</a:t>
            </a:r>
          </a:p>
          <a:p>
            <a:r>
              <a:rPr lang="fr-FR" smtClean="0"/>
              <a:t>	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GOGOGOGO GOSPELLEMENT VÔTRE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BIENVENUE DANS UN MONDE 2 OÙ LA J.O.I.E DÉPASSE LA NORME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NORMAL ON EST VENU DÉTOURNER L'GAME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CHANGER LA DONNE, ON T'AUTORISE À NOUS APPELER GAMINS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QUOI DE PLUS PUR QUE LE CŒUR D'UN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SIMPLE ET SANS SOUCI ON VIT LA VIE À 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PAR MON ÉPANOUISSEMENT JE VEUX FAIRE SOURIRE LE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PERDURER DANS SON LOVE EN LUI JE ME SUIS DU-PER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 EXPECTATIVE : REPARTIR DIFFÉRENT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ME LAISSER GUIDER PAR L'ESPRIT-SAINT, LE LAISSER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VICTIME D'UNE OPÉRATION À CŒUR OUVERT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A SON D.I.E.U LUD'OBÉIT S'EST OFFERT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VOUS VOIS BOUGER LA TÊTE DEVANT, DERRIÈRE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VOUS VOULEZ DU GOSPEL VOUS ALLEZ ÊTRE VI-SER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BIG UP T.I.T.L., RDK'L DESTINATION FINALE : ARRIVÉE AU CIEL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SUIS SÛR QU'IL POURRAIT ENFIN ACCÉDER À L'AMOUR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CHOISIS LA VIE, ET NON LA MORT. AVEC TA VIE, NE SOIS PAS MÉCHANT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NÉGATIVE A ÉTÉ TA VIE DONC FAIS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CHOISIS LE MEILLEUR, ET POUR LE PIRE, FAIS LE VOIR LOUCHE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AS-TU DÉJÀ ENTENDU DIRE QUE L'ESPOIR S'EST FAIT TUER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OU BIEN ALORS, QU'APRÈS UN CHOC, L'AMOUR EST DEVENU MUET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STOP TES PRÉSOMPTIONS ET PUIS PRENDS COURAGE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SEUL UN LÂCHE SE CACHE LÈVE-TOI ET MARCHE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QUE LA FOI, DANS TES COMBATS SOIT TON SEUL ÉQUIPIER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 DOUTE, TON PIRE ENNEMI, A POUR BUT QUE TU RENONCES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PASSE LA CINQUIÈME ET FONCE SANS JAMAIS PLUS RÉTROGRADER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DEVANT TOI, LA TERRE PROMISE DERRIÈRE TOI, UNE TERRE DÉGRADÉE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DES GRADINS, J'ENTENDS L'ÉQUIPE-TYPE CRIER VICTORY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VICTORIA TE SUIVRA, SI T'ABANDONNES TON ANCIENNE STORY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T'AURAS LA PAIX PLEIN LES POCHES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50-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51-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1013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GOGOGOGO GOSPELLEMENT VÔTRE</a:t>
            </a:r>
          </a:p>
          <a:p>
            <a:r>
              <a:rPr lang="fr-FR" smtClean="0"/>
              <a:t>2-  BIENVENUE DANS UN MONDE 2 OÙ LA J.O.I.E DÉPASSE LA NORME</a:t>
            </a:r>
          </a:p>
          <a:p>
            <a:r>
              <a:rPr lang="fr-FR" smtClean="0"/>
              <a:t>3-  NORMAL ON EST VENU DÉTOURNER L'GAME</a:t>
            </a:r>
          </a:p>
          <a:p>
            <a:r>
              <a:rPr lang="fr-FR" smtClean="0"/>
              <a:t>4-  CHANGER LA DONNE, ON T'AUTORISE À NOUS APPELER GAMINS</a:t>
            </a:r>
          </a:p>
          <a:p>
            <a:r>
              <a:rPr lang="fr-FR" smtClean="0"/>
              <a:t>5-  QUOI DE PLUS PUR QUE LE CŒUR D'UN ENFANT</a:t>
            </a:r>
          </a:p>
          <a:p>
            <a:r>
              <a:rPr lang="fr-FR" smtClean="0"/>
              <a:t>6-  SIMPLE ET SANS SOUCI ON VIT LA VIE À FOND</a:t>
            </a:r>
          </a:p>
          <a:p>
            <a:r>
              <a:rPr lang="fr-FR" smtClean="0"/>
              <a:t>7-  PAR MON ÉPANOUISSEMENT JE VEUX FAIRE SOURIRE LE PÈRE</a:t>
            </a:r>
          </a:p>
          <a:p>
            <a:r>
              <a:rPr lang="fr-FR" smtClean="0"/>
              <a:t>8-  PERDURER DANS SON LOVE EN LUI JE ME SUIS DU-PER</a:t>
            </a:r>
          </a:p>
          <a:p>
            <a:r>
              <a:rPr lang="fr-FR" smtClean="0"/>
              <a:t>9-  MON EXPECTATIVE : REPARTIR DIFFÉRENT</a:t>
            </a:r>
          </a:p>
          <a:p>
            <a:r>
              <a:rPr lang="fr-FR" smtClean="0"/>
              <a:t>10-  ME LAISSER GUIDER PAR L'ESPRIT-SAINT, LE LAISSER FAIRE</a:t>
            </a:r>
          </a:p>
          <a:p>
            <a:r>
              <a:rPr lang="fr-FR" smtClean="0"/>
              <a:t>11-  VICTIME D'UNE OPÉRATION À CŒUR OUVERT</a:t>
            </a:r>
          </a:p>
          <a:p>
            <a:r>
              <a:rPr lang="fr-FR" smtClean="0"/>
              <a:t>12-  A SON D.I.E.U LUD'OBÉIT S'EST OFFERT</a:t>
            </a:r>
          </a:p>
          <a:p>
            <a:r>
              <a:rPr lang="fr-FR" smtClean="0"/>
              <a:t>13-  JE VOUS VOIS BOUGER LA TÊTE DEVANT, DERRIÈRE</a:t>
            </a:r>
          </a:p>
          <a:p>
            <a:r>
              <a:rPr lang="fr-FR" smtClean="0"/>
              <a:t>14-  VOUS VOULEZ DU GOSPEL VOUS ALLEZ ÊTRE VI-SER</a:t>
            </a:r>
          </a:p>
          <a:p>
            <a:r>
              <a:rPr lang="fr-FR" smtClean="0"/>
              <a:t>15-  BIG UP T.I.T.L., RDK'L DESTINATION FINALE : ARRIVÉE AU CIEL !</a:t>
            </a:r>
          </a:p>
          <a:p>
            <a:r>
              <a:rPr lang="fr-FR" smtClean="0"/>
              <a:t>16-  PARFOIS L'HOMME PASSE SON TEMPS À PLEURER SUR SON SORT</a:t>
            </a:r>
          </a:p>
          <a:p>
            <a:r>
              <a:rPr lang="fr-FR" smtClean="0"/>
              <a:t>17-  INCONSCIENT QUE C'EST DE SA BOUCHE QUE SON AVENIR SORT</a:t>
            </a:r>
          </a:p>
          <a:p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19-  JE SUIS SÛR QU'IL POURRAIT ENFIN ACCÉDER À L'AMOUR </a:t>
            </a:r>
          </a:p>
          <a:p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CHOISIS LA VIE, ET NON LA MORT. AVEC TA VIE, NE SOIS PAS MÉCHANT</a:t>
            </a:r>
          </a:p>
          <a:p>
            <a:r>
              <a:rPr lang="fr-FR" smtClean="0"/>
              <a:t>22-  OUVRE GRAND TA BOUCHE ET PARLE LE POSITIF</a:t>
            </a:r>
          </a:p>
          <a:p>
            <a:r>
              <a:rPr lang="fr-FR" smtClean="0"/>
              <a:t>23-  NÉGATIVE A ÉTÉ TA VIE DONC FAIS QUE LE MEILLEUR ARRIVE</a:t>
            </a:r>
          </a:p>
          <a:p>
            <a:r>
              <a:rPr lang="fr-FR" smtClean="0"/>
              <a:t>24-  FORTIFIE-TOI ET DÉCIDE D'AVANCER</a:t>
            </a:r>
          </a:p>
          <a:p>
            <a:r>
              <a:rPr lang="fr-FR" smtClean="0"/>
              <a:t>25-  HORS DE QUESTION QUE TON PASSÉ PUISSE TE DEVANCER</a:t>
            </a:r>
          </a:p>
          <a:p>
            <a:r>
              <a:rPr lang="fr-FR" smtClean="0"/>
              <a:t>26-  LE CHOIX EST DÉSORMAIS ENTRE TES MAINS ET DANS TA BOUCHE</a:t>
            </a:r>
          </a:p>
          <a:p>
            <a:r>
              <a:rPr lang="fr-FR" smtClean="0"/>
              <a:t>27-  CHOISIS LE MEILLEUR, ET POUR LE PIRE, FAIS LE VOIR LOUCHE</a:t>
            </a:r>
          </a:p>
          <a:p>
            <a:r>
              <a:rPr lang="fr-FR" smtClean="0"/>
              <a:t>28-  ROUGE EST LE SANG, DONC ROUGE EST LA VICTOIRE</a:t>
            </a:r>
          </a:p>
          <a:p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30-  PARÉ POUR CONQUÉRIR FAIS ÉCLATER TES RIRES</a:t>
            </a:r>
          </a:p>
          <a:p>
            <a:r>
              <a:rPr lang="fr-FR" smtClean="0"/>
              <a:t>31-  ET LÀ TU POURRAS DIRE QUE LE MEILLEUR RESTE À VENIR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34-  AS-TU DÉJÀ ENTENDU DIRE QUE L'ESPOIR S'EST FAIT TUER ? </a:t>
            </a:r>
          </a:p>
          <a:p>
            <a:r>
              <a:rPr lang="fr-FR" smtClean="0"/>
              <a:t>35-  OU BIEN ALORS, QU'APRÈS UN CHOC, L'AMOUR EST DEVENU MUET ? </a:t>
            </a:r>
          </a:p>
          <a:p>
            <a:r>
              <a:rPr lang="fr-FR" smtClean="0"/>
              <a:t>36-  STOP TES PRÉSOMPTIONS ET PUIS PRENDS COURAGE ! </a:t>
            </a:r>
          </a:p>
          <a:p>
            <a:r>
              <a:rPr lang="fr-FR" smtClean="0"/>
              <a:t>37-  SEUL UN LÂCHE SE CACHE LÈVE-TOI ET MARCHE </a:t>
            </a:r>
          </a:p>
          <a:p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39-  QUE LA FOI, DANS TES COMBATS SOIT TON SEUL ÉQUIPIER </a:t>
            </a:r>
          </a:p>
          <a:p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41-  LE DOUTE, TON PIRE ENNEMI, A POUR BUT QUE TU RENONCES </a:t>
            </a:r>
          </a:p>
          <a:p>
            <a:r>
              <a:rPr lang="fr-FR" smtClean="0"/>
              <a:t>42-  PASSE LA CINQUIÈME ET FONCE SANS JAMAIS PLUS RÉTROGRADER </a:t>
            </a:r>
          </a:p>
          <a:p>
            <a:r>
              <a:rPr lang="fr-FR" smtClean="0"/>
              <a:t>43-  DEVANT TOI, LA TERRE PROMISE DERRIÈRE TOI, UNE TERRE DÉGRADÉE </a:t>
            </a:r>
          </a:p>
          <a:p>
            <a:r>
              <a:rPr lang="fr-FR" smtClean="0"/>
              <a:t>44-  DES GRADINS, J'ENTENDS L'ÉQUIPE-TYPE CRIER VICTORY</a:t>
            </a:r>
          </a:p>
          <a:p>
            <a:r>
              <a:rPr lang="fr-FR" smtClean="0"/>
              <a:t>45-  VICTORIA TE SUIVRA, SI T'ABANDONNES TON ANCIENNE STORY </a:t>
            </a:r>
          </a:p>
          <a:p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48-  T'AURAS LA PAIX PLEIN LES POCHES</a:t>
            </a:r>
          </a:p>
          <a:p>
            <a:r>
              <a:rPr lang="fr-FR" smtClean="0"/>
              <a:t>49-  LA GLOIRE POUR COURONNE ET L'A.M.O.U.R POUR TROPHÉE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50-  UNE SEULE DÉCISION QUI A FAIT QUE</a:t>
            </a:r>
          </a:p>
          <a:p>
            <a:r>
              <a:rPr lang="fr-FR" smtClean="0"/>
              <a:t>	51-  VOUS ET MOI, NOUS SOYONS LES PERSONNES QUE NOUS SOMMES</a:t>
            </a:r>
          </a:p>
          <a:p>
            <a:r>
              <a:rPr lang="fr-FR" smtClean="0"/>
              <a:t>	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GOGOGOGO GOSPELLEMENT VÔTRE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BIENVENUE DANS UN MONDE 2 OÙ LA J.O.I.E DÉPASSE LA NORME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NORMAL ON EST VENU DÉTOURNER L'GAME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CHANGER LA DONNE, ON T'AUTORISE À NOUS APPELER GAMINS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QUOI DE PLUS PUR QUE LE CŒUR D'UN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SIMPLE ET SANS SOUCI ON VIT LA VIE À 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PAR MON ÉPANOUISSEMENT JE VEUX FAIRE SOURIRE LE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PERDURER DANS SON LOVE EN LUI JE ME SUIS DU-PER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 EXPECTATIVE : REPARTIR DIFFÉRENT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ME LAISSER GUIDER PAR L'ESPRIT-SAINT, LE LAISSER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VICTIME D'UNE OPÉRATION À CŒUR OUVERT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A SON D.I.E.U LUD'OBÉIT S'EST OFFERT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VOUS VOIS BOUGER LA TÊTE DEVANT, DERRIÈRE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VOUS VOULEZ DU GOSPEL VOUS ALLEZ ÊTRE VI-SER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BIG UP T.I.T.L., RDK'L DESTINATION FINALE : ARRIVÉE AU CIEL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SUIS SÛR QU'IL POURRAIT ENFIN ACCÉDER À L'AMOUR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CHOISIS LA VIE, ET NON LA MORT. AVEC TA VIE, NE SOIS PAS MÉCHANT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NÉGATIVE A ÉTÉ TA VIE DONC FAIS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CHOISIS LE MEILLEUR, ET POUR LE PIRE, FAIS LE VOIR LOUCHE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AS-TU DÉJÀ ENTENDU DIRE QUE L'ESPOIR S'EST FAIT TUER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OU BIEN ALORS, QU'APRÈS UN CHOC, L'AMOUR EST DEVENU MUET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STOP TES PRÉSOMPTIONS ET PUIS PRENDS COURAGE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SEUL UN LÂCHE SE CACHE LÈVE-TOI ET MARCHE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QUE LA FOI, DANS TES COMBATS SOIT TON SEUL ÉQUIPIER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 DOUTE, TON PIRE ENNEMI, A POUR BUT QUE TU RENONCES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PASSE LA CINQUIÈME ET FONCE SANS JAMAIS PLUS RÉTROGRADER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DEVANT TOI, LA TERRE PROMISE DERRIÈRE TOI, UNE TERRE DÉGRADÉE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DES GRADINS, J'ENTENDS L'ÉQUIPE-TYPE CRIER VICTORY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VICTORIA TE SUIVRA, SI T'ABANDONNES TON ANCIENNE STORY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T'AURAS LA PAIX PLEIN LES POCHES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50-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51-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1024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GOGOGOGO GOSPELLEMENT VÔTRE</a:t>
            </a:r>
          </a:p>
          <a:p>
            <a:r>
              <a:rPr lang="fr-FR" smtClean="0"/>
              <a:t>2-  BIENVENUE DANS UN MONDE 2 OÙ LA J.O.I.E DÉPASSE LA NORME</a:t>
            </a:r>
          </a:p>
          <a:p>
            <a:r>
              <a:rPr lang="fr-FR" smtClean="0"/>
              <a:t>3-  NORMAL ON EST VENU DÉTOURNER L'GAME</a:t>
            </a:r>
          </a:p>
          <a:p>
            <a:r>
              <a:rPr lang="fr-FR" smtClean="0"/>
              <a:t>4-  CHANGER LA DONNE, ON T'AUTORISE À NOUS APPELER GAMINS</a:t>
            </a:r>
          </a:p>
          <a:p>
            <a:r>
              <a:rPr lang="fr-FR" smtClean="0"/>
              <a:t>5-  QUOI DE PLUS PUR QUE LE CŒUR D'UN ENFANT</a:t>
            </a:r>
          </a:p>
          <a:p>
            <a:r>
              <a:rPr lang="fr-FR" smtClean="0"/>
              <a:t>6-  SIMPLE ET SANS SOUCI ON VIT LA VIE À FOND</a:t>
            </a:r>
          </a:p>
          <a:p>
            <a:r>
              <a:rPr lang="fr-FR" smtClean="0"/>
              <a:t>7-  PAR MON ÉPANOUISSEMENT JE VEUX FAIRE SOURIRE LE PÈRE</a:t>
            </a:r>
          </a:p>
          <a:p>
            <a:r>
              <a:rPr lang="fr-FR" smtClean="0"/>
              <a:t>8-  PERDURER DANS SON LOVE EN LUI JE ME SUIS DU-PER</a:t>
            </a:r>
          </a:p>
          <a:p>
            <a:r>
              <a:rPr lang="fr-FR" smtClean="0"/>
              <a:t>9-  MON EXPECTATIVE : REPARTIR DIFFÉRENT</a:t>
            </a:r>
          </a:p>
          <a:p>
            <a:r>
              <a:rPr lang="fr-FR" smtClean="0"/>
              <a:t>10-  ME LAISSER GUIDER PAR L'ESPRIT-SAINT, LE LAISSER FAIRE</a:t>
            </a:r>
          </a:p>
          <a:p>
            <a:r>
              <a:rPr lang="fr-FR" smtClean="0"/>
              <a:t>11-  VICTIME D'UNE OPÉRATION À CŒUR OUVERT</a:t>
            </a:r>
          </a:p>
          <a:p>
            <a:r>
              <a:rPr lang="fr-FR" smtClean="0"/>
              <a:t>12-  A SON D.I.E.U LUD'OBÉIT S'EST OFFERT</a:t>
            </a:r>
          </a:p>
          <a:p>
            <a:r>
              <a:rPr lang="fr-FR" smtClean="0"/>
              <a:t>13-  JE VOUS VOIS BOUGER LA TÊTE DEVANT, DERRIÈRE</a:t>
            </a:r>
          </a:p>
          <a:p>
            <a:r>
              <a:rPr lang="fr-FR" smtClean="0"/>
              <a:t>14-  VOUS VOULEZ DU GOSPEL VOUS ALLEZ ÊTRE VI-SER</a:t>
            </a:r>
          </a:p>
          <a:p>
            <a:r>
              <a:rPr lang="fr-FR" smtClean="0"/>
              <a:t>15-  BIG UP T.I.T.L., RDK'L DESTINATION FINALE : ARRIVÉE AU CIEL !</a:t>
            </a:r>
          </a:p>
          <a:p>
            <a:r>
              <a:rPr lang="fr-FR" smtClean="0"/>
              <a:t>16-  PARFOIS L'HOMME PASSE SON TEMPS À PLEURER SUR SON SORT</a:t>
            </a:r>
          </a:p>
          <a:p>
            <a:r>
              <a:rPr lang="fr-FR" smtClean="0"/>
              <a:t>17-  INCONSCIENT QUE C'EST DE SA BOUCHE QUE SON AVENIR SORT</a:t>
            </a:r>
          </a:p>
          <a:p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19-  JE SUIS SÛR QU'IL POURRAIT ENFIN ACCÉDER À L'AMOUR </a:t>
            </a:r>
          </a:p>
          <a:p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CHOISIS LA VIE, ET NON LA MORT. AVEC TA VIE, NE SOIS PAS MÉCHANT</a:t>
            </a:r>
          </a:p>
          <a:p>
            <a:r>
              <a:rPr lang="fr-FR" smtClean="0"/>
              <a:t>22-  OUVRE GRAND TA BOUCHE ET PARLE LE POSITIF</a:t>
            </a:r>
          </a:p>
          <a:p>
            <a:r>
              <a:rPr lang="fr-FR" smtClean="0"/>
              <a:t>23-  NÉGATIVE A ÉTÉ TA VIE DONC FAIS QUE LE MEILLEUR ARRIVE</a:t>
            </a:r>
          </a:p>
          <a:p>
            <a:r>
              <a:rPr lang="fr-FR" smtClean="0"/>
              <a:t>24-  FORTIFIE-TOI ET DÉCIDE D'AVANCER</a:t>
            </a:r>
          </a:p>
          <a:p>
            <a:r>
              <a:rPr lang="fr-FR" smtClean="0"/>
              <a:t>25-  HORS DE QUESTION QUE TON PASSÉ PUISSE TE DEVANCER</a:t>
            </a:r>
          </a:p>
          <a:p>
            <a:r>
              <a:rPr lang="fr-FR" smtClean="0"/>
              <a:t>26-  LE CHOIX EST DÉSORMAIS ENTRE TES MAINS ET DANS TA BOUCHE</a:t>
            </a:r>
          </a:p>
          <a:p>
            <a:r>
              <a:rPr lang="fr-FR" smtClean="0"/>
              <a:t>27-  CHOISIS LE MEILLEUR, ET POUR LE PIRE, FAIS LE VOIR LOUCHE</a:t>
            </a:r>
          </a:p>
          <a:p>
            <a:r>
              <a:rPr lang="fr-FR" smtClean="0"/>
              <a:t>28-  ROUGE EST LE SANG, DONC ROUGE EST LA VICTOIRE</a:t>
            </a:r>
          </a:p>
          <a:p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30-  PARÉ POUR CONQUÉRIR FAIS ÉCLATER TES RIRES</a:t>
            </a:r>
          </a:p>
          <a:p>
            <a:r>
              <a:rPr lang="fr-FR" smtClean="0"/>
              <a:t>31-  ET LÀ TU POURRAS DIRE QUE LE MEILLEUR RESTE À VENIR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34-  AS-TU DÉJÀ ENTENDU DIRE QUE L'ESPOIR S'EST FAIT TUER ? </a:t>
            </a:r>
          </a:p>
          <a:p>
            <a:r>
              <a:rPr lang="fr-FR" smtClean="0"/>
              <a:t>35-  OU BIEN ALORS, QU'APRÈS UN CHOC, L'AMOUR EST DEVENU MUET ? </a:t>
            </a:r>
          </a:p>
          <a:p>
            <a:r>
              <a:rPr lang="fr-FR" smtClean="0"/>
              <a:t>36-  STOP TES PRÉSOMPTIONS ET PUIS PRENDS COURAGE ! </a:t>
            </a:r>
          </a:p>
          <a:p>
            <a:r>
              <a:rPr lang="fr-FR" smtClean="0"/>
              <a:t>37-  SEUL UN LÂCHE SE CACHE LÈVE-TOI ET MARCHE </a:t>
            </a:r>
          </a:p>
          <a:p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39-  QUE LA FOI, DANS TES COMBATS SOIT TON SEUL ÉQUIPIER </a:t>
            </a:r>
          </a:p>
          <a:p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41-  LE DOUTE, TON PIRE ENNEMI, A POUR BUT QUE TU RENONCES </a:t>
            </a:r>
          </a:p>
          <a:p>
            <a:r>
              <a:rPr lang="fr-FR" smtClean="0"/>
              <a:t>42-  PASSE LA CINQUIÈME ET FONCE SANS JAMAIS PLUS RÉTROGRADER </a:t>
            </a:r>
          </a:p>
          <a:p>
            <a:r>
              <a:rPr lang="fr-FR" smtClean="0"/>
              <a:t>43-  DEVANT TOI, LA TERRE PROMISE DERRIÈRE TOI, UNE TERRE DÉGRADÉE </a:t>
            </a:r>
          </a:p>
          <a:p>
            <a:r>
              <a:rPr lang="fr-FR" smtClean="0"/>
              <a:t>44-  DES GRADINS, J'ENTENDS L'ÉQUIPE-TYPE CRIER VICTORY</a:t>
            </a:r>
          </a:p>
          <a:p>
            <a:r>
              <a:rPr lang="fr-FR" smtClean="0"/>
              <a:t>45-  VICTORIA TE SUIVRA, SI T'ABANDONNES TON ANCIENNE STORY </a:t>
            </a:r>
          </a:p>
          <a:p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48-  T'AURAS LA PAIX PLEIN LES POCHES</a:t>
            </a:r>
          </a:p>
          <a:p>
            <a:r>
              <a:rPr lang="fr-FR" smtClean="0"/>
              <a:t>49-  LA GLOIRE POUR COURONNE ET L'A.M.O.U.R POUR TROPHÉE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50-  UNE SEULE DÉCISION QUI A FAIT QUE</a:t>
            </a:r>
          </a:p>
          <a:p>
            <a:r>
              <a:rPr lang="fr-FR" smtClean="0"/>
              <a:t>	51-  VOUS ET MOI, NOUS SOYONS LES PERSONNES QUE NOUS SOMMES</a:t>
            </a:r>
          </a:p>
          <a:p>
            <a:r>
              <a:rPr lang="fr-FR" smtClean="0"/>
              <a:t>	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GOGOGOGO GOSPELLEMENT VÔTRE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BIENVENUE DANS UN MONDE 2 OÙ LA J.O.I.E DÉPASSE LA NORME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NORMAL ON EST VENU DÉTOURNER L'GAME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CHANGER LA DONNE, ON T'AUTORISE À NOUS APPELER GAMINS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QUOI DE PLUS PUR QUE LE CŒUR D'UN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SIMPLE ET SANS SOUCI ON VIT LA VIE À 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PAR MON ÉPANOUISSEMENT JE VEUX FAIRE SOURIRE LE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PERDURER DANS SON LOVE EN LUI JE ME SUIS DU-PER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 EXPECTATIVE : REPARTIR DIFFÉRENT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ME LAISSER GUIDER PAR L'ESPRIT-SAINT, LE LAISSER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VICTIME D'UNE OPÉRATION À CŒUR OUVERT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A SON D.I.E.U LUD'OBÉIT S'EST OFFERT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VOUS VOIS BOUGER LA TÊTE DEVANT, DERRIÈRE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VOUS VOULEZ DU GOSPEL VOUS ALLEZ ÊTRE VI-SER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BIG UP T.I.T.L., RDK'L DESTINATION FINALE : ARRIVÉE AU CIEL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SUIS SÛR QU'IL POURRAIT ENFIN ACCÉDER À L'AMOUR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CHOISIS LA VIE, ET NON LA MORT. AVEC TA VIE, NE SOIS PAS MÉCHANT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NÉGATIVE A ÉTÉ TA VIE DONC FAIS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CHOISIS LE MEILLEUR, ET POUR LE PIRE, FAIS LE VOIR LOUCHE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AS-TU DÉJÀ ENTENDU DIRE QUE L'ESPOIR S'EST FAIT TUER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OU BIEN ALORS, QU'APRÈS UN CHOC, L'AMOUR EST DEVENU MUET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STOP TES PRÉSOMPTIONS ET PUIS PRENDS COURAGE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SEUL UN LÂCHE SE CACHE LÈVE-TOI ET MARCHE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QUE LA FOI, DANS TES COMBATS SOIT TON SEUL ÉQUIPIER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 DOUTE, TON PIRE ENNEMI, A POUR BUT QUE TU RENONCES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PASSE LA CINQUIÈME ET FONCE SANS JAMAIS PLUS RÉTROGRADER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DEVANT TOI, LA TERRE PROMISE DERRIÈRE TOI, UNE TERRE DÉGRADÉE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DES GRADINS, J'ENTENDS L'ÉQUIPE-TYPE CRIER VICTORY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VICTORIA TE SUIVRA, SI T'ABANDONNES TON ANCIENNE STORY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T'AURAS LA PAIX PLEIN LES POCHES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50-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51-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1034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GOGOGOGO GOSPELLEMENT VÔTRE</a:t>
            </a:r>
          </a:p>
          <a:p>
            <a:r>
              <a:rPr lang="fr-FR" smtClean="0"/>
              <a:t>2-  BIENVENUE DANS UN MONDE 2 OÙ LA J.O.I.E DÉPASSE LA NORME</a:t>
            </a:r>
          </a:p>
          <a:p>
            <a:r>
              <a:rPr lang="fr-FR" smtClean="0"/>
              <a:t>3-  NORMAL ON EST VENU DÉTOURNER L'GAME</a:t>
            </a:r>
          </a:p>
          <a:p>
            <a:r>
              <a:rPr lang="fr-FR" smtClean="0"/>
              <a:t>4-  CHANGER LA DONNE, ON T'AUTORISE À NOUS APPELER GAMINS</a:t>
            </a:r>
          </a:p>
          <a:p>
            <a:r>
              <a:rPr lang="fr-FR" smtClean="0"/>
              <a:t>5-  QUOI DE PLUS PUR QUE LE CŒUR D'UN ENFANT</a:t>
            </a:r>
          </a:p>
          <a:p>
            <a:r>
              <a:rPr lang="fr-FR" smtClean="0"/>
              <a:t>6-  SIMPLE ET SANS SOUCI ON VIT LA VIE À FOND</a:t>
            </a:r>
          </a:p>
          <a:p>
            <a:r>
              <a:rPr lang="fr-FR" smtClean="0"/>
              <a:t>7-  PAR MON ÉPANOUISSEMENT JE VEUX FAIRE SOURIRE LE PÈRE</a:t>
            </a:r>
          </a:p>
          <a:p>
            <a:r>
              <a:rPr lang="fr-FR" smtClean="0"/>
              <a:t>8-  PERDURER DANS SON LOVE EN LUI JE ME SUIS DU-PER</a:t>
            </a:r>
          </a:p>
          <a:p>
            <a:r>
              <a:rPr lang="fr-FR" smtClean="0"/>
              <a:t>9-  MON EXPECTATIVE : REPARTIR DIFFÉRENT</a:t>
            </a:r>
          </a:p>
          <a:p>
            <a:r>
              <a:rPr lang="fr-FR" smtClean="0"/>
              <a:t>10-  ME LAISSER GUIDER PAR L'ESPRIT-SAINT, LE LAISSER FAIRE</a:t>
            </a:r>
          </a:p>
          <a:p>
            <a:r>
              <a:rPr lang="fr-FR" smtClean="0"/>
              <a:t>11-  VICTIME D'UNE OPÉRATION À CŒUR OUVERT</a:t>
            </a:r>
          </a:p>
          <a:p>
            <a:r>
              <a:rPr lang="fr-FR" smtClean="0"/>
              <a:t>12-  A SON D.I.E.U LUD'OBÉIT S'EST OFFERT</a:t>
            </a:r>
          </a:p>
          <a:p>
            <a:r>
              <a:rPr lang="fr-FR" smtClean="0"/>
              <a:t>13-  JE VOUS VOIS BOUGER LA TÊTE DEVANT, DERRIÈRE</a:t>
            </a:r>
          </a:p>
          <a:p>
            <a:r>
              <a:rPr lang="fr-FR" smtClean="0"/>
              <a:t>14-  VOUS VOULEZ DU GOSPEL VOUS ALLEZ ÊTRE VI-SER</a:t>
            </a:r>
          </a:p>
          <a:p>
            <a:r>
              <a:rPr lang="fr-FR" smtClean="0"/>
              <a:t>15-  BIG UP T.I.T.L., RDK'L DESTINATION FINALE : ARRIVÉE AU CIEL !</a:t>
            </a:r>
          </a:p>
          <a:p>
            <a:r>
              <a:rPr lang="fr-FR" smtClean="0"/>
              <a:t>16-  PARFOIS L'HOMME PASSE SON TEMPS À PLEURER SUR SON SORT</a:t>
            </a:r>
          </a:p>
          <a:p>
            <a:r>
              <a:rPr lang="fr-FR" smtClean="0"/>
              <a:t>17-  INCONSCIENT QUE C'EST DE SA BOUCHE QUE SON AVENIR SORT</a:t>
            </a:r>
          </a:p>
          <a:p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19-  JE SUIS SÛR QU'IL POURRAIT ENFIN ACCÉDER À L'AMOUR </a:t>
            </a:r>
          </a:p>
          <a:p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CHOISIS LA VIE, ET NON LA MORT. AVEC TA VIE, NE SOIS PAS MÉCHANT</a:t>
            </a:r>
          </a:p>
          <a:p>
            <a:r>
              <a:rPr lang="fr-FR" smtClean="0"/>
              <a:t>22-  OUVRE GRAND TA BOUCHE ET PARLE LE POSITIF</a:t>
            </a:r>
          </a:p>
          <a:p>
            <a:r>
              <a:rPr lang="fr-FR" smtClean="0"/>
              <a:t>23-  NÉGATIVE A ÉTÉ TA VIE DONC FAIS QUE LE MEILLEUR ARRIVE</a:t>
            </a:r>
          </a:p>
          <a:p>
            <a:r>
              <a:rPr lang="fr-FR" smtClean="0"/>
              <a:t>24-  FORTIFIE-TOI ET DÉCIDE D'AVANCER</a:t>
            </a:r>
          </a:p>
          <a:p>
            <a:r>
              <a:rPr lang="fr-FR" smtClean="0"/>
              <a:t>25-  HORS DE QUESTION QUE TON PASSÉ PUISSE TE DEVANCER</a:t>
            </a:r>
          </a:p>
          <a:p>
            <a:r>
              <a:rPr lang="fr-FR" smtClean="0"/>
              <a:t>26-  LE CHOIX EST DÉSORMAIS ENTRE TES MAINS ET DANS TA BOUCHE</a:t>
            </a:r>
          </a:p>
          <a:p>
            <a:r>
              <a:rPr lang="fr-FR" smtClean="0"/>
              <a:t>27-  CHOISIS LE MEILLEUR, ET POUR LE PIRE, FAIS LE VOIR LOUCHE</a:t>
            </a:r>
          </a:p>
          <a:p>
            <a:r>
              <a:rPr lang="fr-FR" smtClean="0"/>
              <a:t>28-  ROUGE EST LE SANG, DONC ROUGE EST LA VICTOIRE</a:t>
            </a:r>
          </a:p>
          <a:p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30-  PARÉ POUR CONQUÉRIR FAIS ÉCLATER TES RIRES</a:t>
            </a:r>
          </a:p>
          <a:p>
            <a:r>
              <a:rPr lang="fr-FR" smtClean="0"/>
              <a:t>31-  ET LÀ TU POURRAS DIRE QUE LE MEILLEUR RESTE À VENIR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34-  AS-TU DÉJÀ ENTENDU DIRE QUE L'ESPOIR S'EST FAIT TUER ? </a:t>
            </a:r>
          </a:p>
          <a:p>
            <a:r>
              <a:rPr lang="fr-FR" smtClean="0"/>
              <a:t>35-  OU BIEN ALORS, QU'APRÈS UN CHOC, L'AMOUR EST DEVENU MUET ? </a:t>
            </a:r>
          </a:p>
          <a:p>
            <a:r>
              <a:rPr lang="fr-FR" smtClean="0"/>
              <a:t>36-  STOP TES PRÉSOMPTIONS ET PUIS PRENDS COURAGE ! </a:t>
            </a:r>
          </a:p>
          <a:p>
            <a:r>
              <a:rPr lang="fr-FR" smtClean="0"/>
              <a:t>37-  SEUL UN LÂCHE SE CACHE LÈVE-TOI ET MARCHE </a:t>
            </a:r>
          </a:p>
          <a:p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39-  QUE LA FOI, DANS TES COMBATS SOIT TON SEUL ÉQUIPIER </a:t>
            </a:r>
          </a:p>
          <a:p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41-  LE DOUTE, TON PIRE ENNEMI, A POUR BUT QUE TU RENONCES </a:t>
            </a:r>
          </a:p>
          <a:p>
            <a:r>
              <a:rPr lang="fr-FR" smtClean="0"/>
              <a:t>42-  PASSE LA CINQUIÈME ET FONCE SANS JAMAIS PLUS RÉTROGRADER </a:t>
            </a:r>
          </a:p>
          <a:p>
            <a:r>
              <a:rPr lang="fr-FR" smtClean="0"/>
              <a:t>43-  DEVANT TOI, LA TERRE PROMISE DERRIÈRE TOI, UNE TERRE DÉGRADÉE </a:t>
            </a:r>
          </a:p>
          <a:p>
            <a:r>
              <a:rPr lang="fr-FR" smtClean="0"/>
              <a:t>44-  DES GRADINS, J'ENTENDS L'ÉQUIPE-TYPE CRIER VICTORY</a:t>
            </a:r>
          </a:p>
          <a:p>
            <a:r>
              <a:rPr lang="fr-FR" smtClean="0"/>
              <a:t>45-  VICTORIA TE SUIVRA, SI T'ABANDONNES TON ANCIENNE STORY </a:t>
            </a:r>
          </a:p>
          <a:p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48-  T'AURAS LA PAIX PLEIN LES POCHES</a:t>
            </a:r>
          </a:p>
          <a:p>
            <a:r>
              <a:rPr lang="fr-FR" smtClean="0"/>
              <a:t>49-  LA GLOIRE POUR COURONNE ET L'A.M.O.U.R POUR TROPHÉE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50-  UNE SEULE DÉCISION QUI A FAIT QUE</a:t>
            </a:r>
          </a:p>
          <a:p>
            <a:r>
              <a:rPr lang="fr-FR" smtClean="0"/>
              <a:t>	51-  VOUS ET MOI, NOUS SOYONS LES PERSONNES QUE NOUS SOMMES</a:t>
            </a:r>
          </a:p>
          <a:p>
            <a:r>
              <a:rPr lang="fr-FR" smtClean="0"/>
              <a:t>	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GOGOGOGO GOSPELLEMENT VÔTRE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BIENVENUE DANS UN MONDE 2 OÙ LA J.O.I.E DÉPASSE LA NORME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NORMAL ON EST VENU DÉTOURNER L'GAME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CHANGER LA DONNE, ON T'AUTORISE À NOUS APPELER GAMINS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QUOI DE PLUS PUR QUE LE CŒUR D'UN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SIMPLE ET SANS SOUCI ON VIT LA VIE À 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PAR MON ÉPANOUISSEMENT JE VEUX FAIRE SOURIRE LE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PERDURER DANS SON LOVE EN LUI JE ME SUIS DU-PER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 EXPECTATIVE : REPARTIR DIFFÉRENT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ME LAISSER GUIDER PAR L'ESPRIT-SAINT, LE LAISSER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VICTIME D'UNE OPÉRATION À CŒUR OUVERT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A SON D.I.E.U LUD'OBÉIT S'EST OFFERT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VOUS VOIS BOUGER LA TÊTE DEVANT, DERRIÈRE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VOUS VOULEZ DU GOSPEL VOUS ALLEZ ÊTRE VI-SER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BIG UP T.I.T.L., RDK'L DESTINATION FINALE : ARRIVÉE AU CIEL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SUIS SÛR QU'IL POURRAIT ENFIN ACCÉDER À L'AMOUR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CHOISIS LA VIE, ET NON LA MORT. AVEC TA VIE, NE SOIS PAS MÉCHANT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NÉGATIVE A ÉTÉ TA VIE DONC FAIS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CHOISIS LE MEILLEUR, ET POUR LE PIRE, FAIS LE VOIR LOUCHE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AS-TU DÉJÀ ENTENDU DIRE QUE L'ESPOIR S'EST FAIT TUER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OU BIEN ALORS, QU'APRÈS UN CHOC, L'AMOUR EST DEVENU MUET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STOP TES PRÉSOMPTIONS ET PUIS PRENDS COURAGE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SEUL UN LÂCHE SE CACHE LÈVE-TOI ET MARCHE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QUE LA FOI, DANS TES COMBATS SOIT TON SEUL ÉQUIPIER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 DOUTE, TON PIRE ENNEMI, A POUR BUT QUE TU RENONCES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PASSE LA CINQUIÈME ET FONCE SANS JAMAIS PLUS RÉTROGRADER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DEVANT TOI, LA TERRE PROMISE DERRIÈRE TOI, UNE TERRE DÉGRADÉE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DES GRADINS, J'ENTENDS L'ÉQUIPE-TYPE CRIER VICTORY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VICTORIA TE SUIVRA, SI T'ABANDONNES TON ANCIENNE STORY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T'AURAS LA PAIX PLEIN LES POCHES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50-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51-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1044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GOGOGOGO GOSPELLEMENT VÔTRE</a:t>
            </a:r>
          </a:p>
          <a:p>
            <a:r>
              <a:rPr lang="fr-FR" smtClean="0"/>
              <a:t>2-  BIENVENUE DANS UN MONDE 2 OÙ LA J.O.I.E DÉPASSE LA NORME</a:t>
            </a:r>
          </a:p>
          <a:p>
            <a:r>
              <a:rPr lang="fr-FR" smtClean="0"/>
              <a:t>3-  NORMAL ON EST VENU DÉTOURNER L'GAME</a:t>
            </a:r>
          </a:p>
          <a:p>
            <a:r>
              <a:rPr lang="fr-FR" smtClean="0"/>
              <a:t>4-  CHANGER LA DONNE, ON T'AUTORISE À NOUS APPELER GAMINS</a:t>
            </a:r>
          </a:p>
          <a:p>
            <a:r>
              <a:rPr lang="fr-FR" smtClean="0"/>
              <a:t>5-  QUOI DE PLUS PUR QUE LE CŒUR D'UN ENFANT</a:t>
            </a:r>
          </a:p>
          <a:p>
            <a:r>
              <a:rPr lang="fr-FR" smtClean="0"/>
              <a:t>6-  SIMPLE ET SANS SOUCI ON VIT LA VIE À FOND</a:t>
            </a:r>
          </a:p>
          <a:p>
            <a:r>
              <a:rPr lang="fr-FR" smtClean="0"/>
              <a:t>7-  PAR MON ÉPANOUISSEMENT JE VEUX FAIRE SOURIRE LE PÈRE</a:t>
            </a:r>
          </a:p>
          <a:p>
            <a:r>
              <a:rPr lang="fr-FR" smtClean="0"/>
              <a:t>8-  PERDURER DANS SON LOVE EN LUI JE ME SUIS DU-PER</a:t>
            </a:r>
          </a:p>
          <a:p>
            <a:r>
              <a:rPr lang="fr-FR" smtClean="0"/>
              <a:t>9-  MON EXPECTATIVE : REPARTIR DIFFÉRENT</a:t>
            </a:r>
          </a:p>
          <a:p>
            <a:r>
              <a:rPr lang="fr-FR" smtClean="0"/>
              <a:t>10-  ME LAISSER GUIDER PAR L'ESPRIT-SAINT, LE LAISSER FAIRE</a:t>
            </a:r>
          </a:p>
          <a:p>
            <a:r>
              <a:rPr lang="fr-FR" smtClean="0"/>
              <a:t>11-  VICTIME D'UNE OPÉRATION À CŒUR OUVERT</a:t>
            </a:r>
          </a:p>
          <a:p>
            <a:r>
              <a:rPr lang="fr-FR" smtClean="0"/>
              <a:t>12-  A SON D.I.E.U LUD'OBÉIT S'EST OFFERT</a:t>
            </a:r>
          </a:p>
          <a:p>
            <a:r>
              <a:rPr lang="fr-FR" smtClean="0"/>
              <a:t>13-  JE VOUS VOIS BOUGER LA TÊTE DEVANT, DERRIÈRE</a:t>
            </a:r>
          </a:p>
          <a:p>
            <a:r>
              <a:rPr lang="fr-FR" smtClean="0"/>
              <a:t>14-  VOUS VOULEZ DU GOSPEL VOUS ALLEZ ÊTRE VI-SER</a:t>
            </a:r>
          </a:p>
          <a:p>
            <a:r>
              <a:rPr lang="fr-FR" smtClean="0"/>
              <a:t>15-  BIG UP T.I.T.L., RDK'L DESTINATION FINALE : ARRIVÉE AU CIEL !</a:t>
            </a:r>
          </a:p>
          <a:p>
            <a:r>
              <a:rPr lang="fr-FR" smtClean="0"/>
              <a:t>16-  PARFOIS L'HOMME PASSE SON TEMPS À PLEURER SUR SON SORT</a:t>
            </a:r>
          </a:p>
          <a:p>
            <a:r>
              <a:rPr lang="fr-FR" smtClean="0"/>
              <a:t>17-  INCONSCIENT QUE C'EST DE SA BOUCHE QUE SON AVENIR SORT</a:t>
            </a:r>
          </a:p>
          <a:p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19-  JE SUIS SÛR QU'IL POURRAIT ENFIN ACCÉDER À L'AMOUR </a:t>
            </a:r>
          </a:p>
          <a:p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CHOISIS LA VIE, ET NON LA MORT. AVEC TA VIE, NE SOIS PAS MÉCHANT</a:t>
            </a:r>
          </a:p>
          <a:p>
            <a:r>
              <a:rPr lang="fr-FR" smtClean="0"/>
              <a:t>22-  OUVRE GRAND TA BOUCHE ET PARLE LE POSITIF</a:t>
            </a:r>
          </a:p>
          <a:p>
            <a:r>
              <a:rPr lang="fr-FR" smtClean="0"/>
              <a:t>23-  NÉGATIVE A ÉTÉ TA VIE DONC FAIS QUE LE MEILLEUR ARRIVE</a:t>
            </a:r>
          </a:p>
          <a:p>
            <a:r>
              <a:rPr lang="fr-FR" smtClean="0"/>
              <a:t>24-  FORTIFIE-TOI ET DÉCIDE D'AVANCER</a:t>
            </a:r>
          </a:p>
          <a:p>
            <a:r>
              <a:rPr lang="fr-FR" smtClean="0"/>
              <a:t>25-  HORS DE QUESTION QUE TON PASSÉ PUISSE TE DEVANCER</a:t>
            </a:r>
          </a:p>
          <a:p>
            <a:r>
              <a:rPr lang="fr-FR" smtClean="0"/>
              <a:t>26-  LE CHOIX EST DÉSORMAIS ENTRE TES MAINS ET DANS TA BOUCHE</a:t>
            </a:r>
          </a:p>
          <a:p>
            <a:r>
              <a:rPr lang="fr-FR" smtClean="0"/>
              <a:t>27-  CHOISIS LE MEILLEUR, ET POUR LE PIRE, FAIS LE VOIR LOUCHE</a:t>
            </a:r>
          </a:p>
          <a:p>
            <a:r>
              <a:rPr lang="fr-FR" smtClean="0"/>
              <a:t>28-  ROUGE EST LE SANG, DONC ROUGE EST LA VICTOIRE</a:t>
            </a:r>
          </a:p>
          <a:p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30-  PARÉ POUR CONQUÉRIR FAIS ÉCLATER TES RIRES</a:t>
            </a:r>
          </a:p>
          <a:p>
            <a:r>
              <a:rPr lang="fr-FR" smtClean="0"/>
              <a:t>31-  ET LÀ TU POURRAS DIRE QUE LE MEILLEUR RESTE À VENIR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34-  AS-TU DÉJÀ ENTENDU DIRE QUE L'ESPOIR S'EST FAIT TUER ? </a:t>
            </a:r>
          </a:p>
          <a:p>
            <a:r>
              <a:rPr lang="fr-FR" smtClean="0"/>
              <a:t>35-  OU BIEN ALORS, QU'APRÈS UN CHOC, L'AMOUR EST DEVENU MUET ? </a:t>
            </a:r>
          </a:p>
          <a:p>
            <a:r>
              <a:rPr lang="fr-FR" smtClean="0"/>
              <a:t>36-  STOP TES PRÉSOMPTIONS ET PUIS PRENDS COURAGE ! </a:t>
            </a:r>
          </a:p>
          <a:p>
            <a:r>
              <a:rPr lang="fr-FR" smtClean="0"/>
              <a:t>37-  SEUL UN LÂCHE SE CACHE LÈVE-TOI ET MARCHE </a:t>
            </a:r>
          </a:p>
          <a:p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39-  QUE LA FOI, DANS TES COMBATS SOIT TON SEUL ÉQUIPIER </a:t>
            </a:r>
          </a:p>
          <a:p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41-  LE DOUTE, TON PIRE ENNEMI, A POUR BUT QUE TU RENONCES </a:t>
            </a:r>
          </a:p>
          <a:p>
            <a:r>
              <a:rPr lang="fr-FR" smtClean="0"/>
              <a:t>42-  PASSE LA CINQUIÈME ET FONCE SANS JAMAIS PLUS RÉTROGRADER </a:t>
            </a:r>
          </a:p>
          <a:p>
            <a:r>
              <a:rPr lang="fr-FR" smtClean="0"/>
              <a:t>43-  DEVANT TOI, LA TERRE PROMISE DERRIÈRE TOI, UNE TERRE DÉGRADÉE </a:t>
            </a:r>
          </a:p>
          <a:p>
            <a:r>
              <a:rPr lang="fr-FR" smtClean="0"/>
              <a:t>44-  DES GRADINS, J'ENTENDS L'ÉQUIPE-TYPE CRIER VICTORY</a:t>
            </a:r>
          </a:p>
          <a:p>
            <a:r>
              <a:rPr lang="fr-FR" smtClean="0"/>
              <a:t>45-  VICTORIA TE SUIVRA, SI T'ABANDONNES TON ANCIENNE STORY </a:t>
            </a:r>
          </a:p>
          <a:p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48-  T'AURAS LA PAIX PLEIN LES POCHES</a:t>
            </a:r>
          </a:p>
          <a:p>
            <a:r>
              <a:rPr lang="fr-FR" smtClean="0"/>
              <a:t>49-  LA GLOIRE POUR COURONNE ET L'A.M.O.U.R POUR TROPHÉE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50-  UNE SEULE DÉCISION QUI A FAIT QUE</a:t>
            </a:r>
          </a:p>
          <a:p>
            <a:r>
              <a:rPr lang="fr-FR" smtClean="0"/>
              <a:t>	51-  VOUS ET MOI, NOUS SOYONS LES PERSONNES QUE NOUS SOMMES</a:t>
            </a:r>
          </a:p>
          <a:p>
            <a:r>
              <a:rPr lang="fr-FR" smtClean="0"/>
              <a:t>	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GOGOGOGO GOSPELLEMENT VÔTRE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BIENVENUE DANS UN MONDE 2 OÙ LA J.O.I.E DÉPASSE LA NORME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NORMAL ON EST VENU DÉTOURNER L'GAME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CHANGER LA DONNE, ON T'AUTORISE À NOUS APPELER GAMINS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QUOI DE PLUS PUR QUE LE CŒUR D'UN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SIMPLE ET SANS SOUCI ON VIT LA VIE À 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PAR MON ÉPANOUISSEMENT JE VEUX FAIRE SOURIRE LE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PERDURER DANS SON LOVE EN LUI JE ME SUIS DU-PER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 EXPECTATIVE : REPARTIR DIFFÉRENT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ME LAISSER GUIDER PAR L'ESPRIT-SAINT, LE LAISSER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VICTIME D'UNE OPÉRATION À CŒUR OUVERT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A SON D.I.E.U LUD'OBÉIT S'EST OFFERT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VOUS VOIS BOUGER LA TÊTE DEVANT, DERRIÈRE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VOUS VOULEZ DU GOSPEL VOUS ALLEZ ÊTRE VI-SER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BIG UP T.I.T.L., RDK'L DESTINATION FINALE : ARRIVÉE AU CIEL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SUIS SÛR QU'IL POURRAIT ENFIN ACCÉDER À L'AMOUR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CHOISIS LA VIE, ET NON LA MORT. AVEC TA VIE, NE SOIS PAS MÉCHANT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NÉGATIVE A ÉTÉ TA VIE DONC FAIS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CHOISIS LE MEILLEUR, ET POUR LE PIRE, FAIS LE VOIR LOUCHE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AS-TU DÉJÀ ENTENDU DIRE QUE L'ESPOIR S'EST FAIT TUER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OU BIEN ALORS, QU'APRÈS UN CHOC, L'AMOUR EST DEVENU MUET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STOP TES PRÉSOMPTIONS ET PUIS PRENDS COURAGE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SEUL UN LÂCHE SE CACHE LÈVE-TOI ET MARCHE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QUE LA FOI, DANS TES COMBATS SOIT TON SEUL ÉQUIPIER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 DOUTE, TON PIRE ENNEMI, A POUR BUT QUE TU RENONCES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PASSE LA CINQUIÈME ET FONCE SANS JAMAIS PLUS RÉTROGRADER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DEVANT TOI, LA TERRE PROMISE DERRIÈRE TOI, UNE TERRE DÉGRADÉE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DES GRADINS, J'ENTENDS L'ÉQUIPE-TYPE CRIER VICTORY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VICTORIA TE SUIVRA, SI T'ABANDONNES TON ANCIENNE STORY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T'AURAS LA PAIX PLEIN LES POCHES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50-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51-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1054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GOGOGOGO GOSPELLEMENT VÔTRE</a:t>
            </a:r>
          </a:p>
          <a:p>
            <a:r>
              <a:rPr lang="fr-FR" smtClean="0"/>
              <a:t>2-  BIENVENUE DANS UN MONDE 2 OÙ LA J.O.I.E DÉPASSE LA NORME</a:t>
            </a:r>
          </a:p>
          <a:p>
            <a:r>
              <a:rPr lang="fr-FR" smtClean="0"/>
              <a:t>3-  NORMAL ON EST VENU DÉTOURNER L'GAME</a:t>
            </a:r>
          </a:p>
          <a:p>
            <a:r>
              <a:rPr lang="fr-FR" smtClean="0"/>
              <a:t>4-  CHANGER LA DONNE, ON T'AUTORISE À NOUS APPELER GAMINS</a:t>
            </a:r>
          </a:p>
          <a:p>
            <a:r>
              <a:rPr lang="fr-FR" smtClean="0"/>
              <a:t>5-  QUOI DE PLUS PUR QUE LE CŒUR D'UN ENFANT</a:t>
            </a:r>
          </a:p>
          <a:p>
            <a:r>
              <a:rPr lang="fr-FR" smtClean="0"/>
              <a:t>6-  SIMPLE ET SANS SOUCI ON VIT LA VIE À FOND</a:t>
            </a:r>
          </a:p>
          <a:p>
            <a:r>
              <a:rPr lang="fr-FR" smtClean="0"/>
              <a:t>7-  PAR MON ÉPANOUISSEMENT JE VEUX FAIRE SOURIRE LE PÈRE</a:t>
            </a:r>
          </a:p>
          <a:p>
            <a:r>
              <a:rPr lang="fr-FR" smtClean="0"/>
              <a:t>8-  PERDURER DANS SON LOVE EN LUI JE ME SUIS DU-PER</a:t>
            </a:r>
          </a:p>
          <a:p>
            <a:r>
              <a:rPr lang="fr-FR" smtClean="0"/>
              <a:t>9-  MON EXPECTATIVE : REPARTIR DIFFÉRENT</a:t>
            </a:r>
          </a:p>
          <a:p>
            <a:r>
              <a:rPr lang="fr-FR" smtClean="0"/>
              <a:t>10-  ME LAISSER GUIDER PAR L'ESPRIT-SAINT, LE LAISSER FAIRE</a:t>
            </a:r>
          </a:p>
          <a:p>
            <a:r>
              <a:rPr lang="fr-FR" smtClean="0"/>
              <a:t>11-  VICTIME D'UNE OPÉRATION À CŒUR OUVERT</a:t>
            </a:r>
          </a:p>
          <a:p>
            <a:r>
              <a:rPr lang="fr-FR" smtClean="0"/>
              <a:t>12-  A SON D.I.E.U LUD'OBÉIT S'EST OFFERT</a:t>
            </a:r>
          </a:p>
          <a:p>
            <a:r>
              <a:rPr lang="fr-FR" smtClean="0"/>
              <a:t>13-  JE VOUS VOIS BOUGER LA TÊTE DEVANT, DERRIÈRE</a:t>
            </a:r>
          </a:p>
          <a:p>
            <a:r>
              <a:rPr lang="fr-FR" smtClean="0"/>
              <a:t>14-  VOUS VOULEZ DU GOSPEL VOUS ALLEZ ÊTRE VI-SER</a:t>
            </a:r>
          </a:p>
          <a:p>
            <a:r>
              <a:rPr lang="fr-FR" smtClean="0"/>
              <a:t>15-  BIG UP T.I.T.L., RDK'L DESTINATION FINALE : ARRIVÉE AU CIEL !</a:t>
            </a:r>
          </a:p>
          <a:p>
            <a:r>
              <a:rPr lang="fr-FR" smtClean="0"/>
              <a:t>16-  PARFOIS L'HOMME PASSE SON TEMPS À PLEURER SUR SON SORT</a:t>
            </a:r>
          </a:p>
          <a:p>
            <a:r>
              <a:rPr lang="fr-FR" smtClean="0"/>
              <a:t>17-  INCONSCIENT QUE C'EST DE SA BOUCHE QUE SON AVENIR SORT</a:t>
            </a:r>
          </a:p>
          <a:p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19-  JE SUIS SÛR QU'IL POURRAIT ENFIN ACCÉDER À L'AMOUR </a:t>
            </a:r>
          </a:p>
          <a:p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CHOISIS LA VIE, ET NON LA MORT. AVEC TA VIE, NE SOIS PAS MÉCHANT</a:t>
            </a:r>
          </a:p>
          <a:p>
            <a:r>
              <a:rPr lang="fr-FR" smtClean="0"/>
              <a:t>22-  OUVRE GRAND TA BOUCHE ET PARLE LE POSITIF</a:t>
            </a:r>
          </a:p>
          <a:p>
            <a:r>
              <a:rPr lang="fr-FR" smtClean="0"/>
              <a:t>23-  NÉGATIVE A ÉTÉ TA VIE DONC FAIS QUE LE MEILLEUR ARRIVE</a:t>
            </a:r>
          </a:p>
          <a:p>
            <a:r>
              <a:rPr lang="fr-FR" smtClean="0"/>
              <a:t>24-  FORTIFIE-TOI ET DÉCIDE D'AVANCER</a:t>
            </a:r>
          </a:p>
          <a:p>
            <a:r>
              <a:rPr lang="fr-FR" smtClean="0"/>
              <a:t>25-  HORS DE QUESTION QUE TON PASSÉ PUISSE TE DEVANCER</a:t>
            </a:r>
          </a:p>
          <a:p>
            <a:r>
              <a:rPr lang="fr-FR" smtClean="0"/>
              <a:t>26-  LE CHOIX EST DÉSORMAIS ENTRE TES MAINS ET DANS TA BOUCHE</a:t>
            </a:r>
          </a:p>
          <a:p>
            <a:r>
              <a:rPr lang="fr-FR" smtClean="0"/>
              <a:t>27-  CHOISIS LE MEILLEUR, ET POUR LE PIRE, FAIS LE VOIR LOUCHE</a:t>
            </a:r>
          </a:p>
          <a:p>
            <a:r>
              <a:rPr lang="fr-FR" smtClean="0"/>
              <a:t>28-  ROUGE EST LE SANG, DONC ROUGE EST LA VICTOIRE</a:t>
            </a:r>
          </a:p>
          <a:p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30-  PARÉ POUR CONQUÉRIR FAIS ÉCLATER TES RIRES</a:t>
            </a:r>
          </a:p>
          <a:p>
            <a:r>
              <a:rPr lang="fr-FR" smtClean="0"/>
              <a:t>31-  ET LÀ TU POURRAS DIRE QUE LE MEILLEUR RESTE À VENIR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34-  AS-TU DÉJÀ ENTENDU DIRE QUE L'ESPOIR S'EST FAIT TUER ? </a:t>
            </a:r>
          </a:p>
          <a:p>
            <a:r>
              <a:rPr lang="fr-FR" smtClean="0"/>
              <a:t>35-  OU BIEN ALORS, QU'APRÈS UN CHOC, L'AMOUR EST DEVENU MUET ? </a:t>
            </a:r>
          </a:p>
          <a:p>
            <a:r>
              <a:rPr lang="fr-FR" smtClean="0"/>
              <a:t>36-  STOP TES PRÉSOMPTIONS ET PUIS PRENDS COURAGE ! </a:t>
            </a:r>
          </a:p>
          <a:p>
            <a:r>
              <a:rPr lang="fr-FR" smtClean="0"/>
              <a:t>37-  SEUL UN LÂCHE SE CACHE LÈVE-TOI ET MARCHE </a:t>
            </a:r>
          </a:p>
          <a:p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39-  QUE LA FOI, DANS TES COMBATS SOIT TON SEUL ÉQUIPIER </a:t>
            </a:r>
          </a:p>
          <a:p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41-  LE DOUTE, TON PIRE ENNEMI, A POUR BUT QUE TU RENONCES </a:t>
            </a:r>
          </a:p>
          <a:p>
            <a:r>
              <a:rPr lang="fr-FR" smtClean="0"/>
              <a:t>42-  PASSE LA CINQUIÈME ET FONCE SANS JAMAIS PLUS RÉTROGRADER </a:t>
            </a:r>
          </a:p>
          <a:p>
            <a:r>
              <a:rPr lang="fr-FR" smtClean="0"/>
              <a:t>43-  DEVANT TOI, LA TERRE PROMISE DERRIÈRE TOI, UNE TERRE DÉGRADÉE </a:t>
            </a:r>
          </a:p>
          <a:p>
            <a:r>
              <a:rPr lang="fr-FR" smtClean="0"/>
              <a:t>44-  DES GRADINS, J'ENTENDS L'ÉQUIPE-TYPE CRIER VICTORY</a:t>
            </a:r>
          </a:p>
          <a:p>
            <a:r>
              <a:rPr lang="fr-FR" smtClean="0"/>
              <a:t>45-  VICTORIA TE SUIVRA, SI T'ABANDONNES TON ANCIENNE STORY </a:t>
            </a:r>
          </a:p>
          <a:p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48-  T'AURAS LA PAIX PLEIN LES POCHES</a:t>
            </a:r>
          </a:p>
          <a:p>
            <a:r>
              <a:rPr lang="fr-FR" smtClean="0"/>
              <a:t>49-  LA GLOIRE POUR COURONNE ET L'A.M.O.U.R POUR TROPHÉE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50-  UNE SEULE DÉCISION QUI A FAIT QUE</a:t>
            </a:r>
          </a:p>
          <a:p>
            <a:r>
              <a:rPr lang="fr-FR" smtClean="0"/>
              <a:t>	51-  VOUS ET MOI, NOUS SOYONS LES PERSONNES QUE NOUS SOMMES</a:t>
            </a:r>
          </a:p>
          <a:p>
            <a:r>
              <a:rPr lang="fr-FR" smtClean="0"/>
              <a:t>	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GOGOGOGO GOSPELLEMENT VÔTRE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BIENVENUE DANS UN MONDE 2 OÙ LA J.O.I.E DÉPASSE LA NORME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NORMAL ON EST VENU DÉTOURNER L'GAME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CHANGER LA DONNE, ON T'AUTORISE À NOUS APPELER GAMINS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QUOI DE PLUS PUR QUE LE CŒUR D'UN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SIMPLE ET SANS SOUCI ON VIT LA VIE À FOND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PAR MON ÉPANOUISSEMENT JE VEUX FAIRE SOURIRE LE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PERDURER DANS SON LOVE EN LUI JE ME SUIS DU-PER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MON EXPECTATIVE : REPARTIR DIFFÉRENT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ME LAISSER GUIDER PAR L'ESPRIT-SAINT, LE LAISSER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VICTIME D'UNE OPÉRATION À CŒUR OUVERT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A SON D.I.E.U LUD'OBÉIT S'EST OFFERT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VOUS VOIS BOUGER LA TÊTE DEVANT, DERRIÈRE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VOUS VOULEZ DU GOSPEL VOUS ALLEZ ÊTRE VI-SER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BIG UP T.I.T.L., RDK'L DESTINATION FINALE : ARRIVÉE AU CIEL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SUIS SÛR QU'IL POURRAIT ENFIN ACCÉDER À L'AMOUR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CHOISIS LA VIE, ET NON LA MORT. AVEC TA VIE, NE SOIS PAS MÉCHANT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NÉGATIVE A ÉTÉ TA VIE DONC FAIS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CHOISIS LE MEILLEUR, ET POUR LE PIRE, FAIS LE VOIR LOUCHE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AS-TU DÉJÀ ENTENDU DIRE QUE L'ESPOIR S'EST FAIT TUER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OU BIEN ALORS, QU'APRÈS UN CHOC, L'AMOUR EST DEVENU MUET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STOP TES PRÉSOMPTIONS ET PUIS PRENDS COURAGE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SEUL UN LÂCHE SE CACHE LÈVE-TOI ET MARCHE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QUE LA FOI, DANS TES COMBATS SOIT TON SEUL ÉQUIPIER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 DOUTE, TON PIRE ENNEMI, A POUR BUT QUE TU RENONCES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PASSE LA CINQUIÈME ET FONCE SANS JAMAIS PLUS RÉTROGRADER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DEVANT TOI, LA TERRE PROMISE DERRIÈRE TOI, UNE TERRE DÉGRADÉE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DES GRADINS, J'ENTENDS L'ÉQUIPE-TYPE CRIER VICTORY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VICTORIA TE SUIVRA, SI T'ABANDONNES TON ANCIENNE STORY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T'AURAS LA PAIX PLEIN LES POCHES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50-  UNE SEULE DÉCISION QUI A FAIT QUE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51-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065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GOGOGOGO GOSPELLEMENT VÔTRE</a:t>
            </a:r>
          </a:p>
          <a:p>
            <a:r>
              <a:rPr lang="fr-FR" smtClean="0"/>
              <a:t>2-  BIENVENUE DANS UN MONDE 2 OÙ LA J.O.I.E DÉPASSE LA NORME</a:t>
            </a:r>
          </a:p>
          <a:p>
            <a:r>
              <a:rPr lang="fr-FR" smtClean="0"/>
              <a:t>3-  NORMAL ON EST VENU DÉTOURNER L'GAME</a:t>
            </a:r>
          </a:p>
          <a:p>
            <a:r>
              <a:rPr lang="fr-FR" smtClean="0"/>
              <a:t>4-  CHANGER LA DONNE, ON T'AUTORISE À NOUS APPELER GAMINS</a:t>
            </a:r>
          </a:p>
          <a:p>
            <a:r>
              <a:rPr lang="fr-FR" smtClean="0"/>
              <a:t>5-  QUOI DE PLUS PUR QUE LE CŒUR D'UN ENFANT</a:t>
            </a:r>
          </a:p>
          <a:p>
            <a:r>
              <a:rPr lang="fr-FR" smtClean="0"/>
              <a:t>6-  SIMPLE ET SANS SOUCI ON VIT LA VIE À FOND</a:t>
            </a:r>
          </a:p>
          <a:p>
            <a:r>
              <a:rPr lang="fr-FR" smtClean="0"/>
              <a:t>7-  PAR MON ÉPANOUISSEMENT JE VEUX FAIRE SOURIRE LE PÈRE</a:t>
            </a:r>
          </a:p>
          <a:p>
            <a:r>
              <a:rPr lang="fr-FR" smtClean="0"/>
              <a:t>8-  PERDURER DANS SON LOVE EN LUI JE ME SUIS DU-PER</a:t>
            </a:r>
          </a:p>
          <a:p>
            <a:r>
              <a:rPr lang="fr-FR" smtClean="0"/>
              <a:t>9-  MON EXPECTATIVE : REPARTIR DIFFÉRENT</a:t>
            </a:r>
          </a:p>
          <a:p>
            <a:r>
              <a:rPr lang="fr-FR" smtClean="0"/>
              <a:t>10-  ME LAISSER GUIDER PAR L'ESPRIT-SAINT, LE LAISSER FAIRE</a:t>
            </a:r>
          </a:p>
          <a:p>
            <a:r>
              <a:rPr lang="fr-FR" smtClean="0"/>
              <a:t>11-  VICTIME D'UNE OPÉRATION À CŒUR OUVERT</a:t>
            </a:r>
          </a:p>
          <a:p>
            <a:r>
              <a:rPr lang="fr-FR" smtClean="0"/>
              <a:t>12-  A SON D.I.E.U LUD'OBÉIT S'EST OFFERT</a:t>
            </a:r>
          </a:p>
          <a:p>
            <a:r>
              <a:rPr lang="fr-FR" smtClean="0"/>
              <a:t>13-  JE VOUS VOIS BOUGER LA TÊTE DEVANT, DERRIÈRE</a:t>
            </a:r>
          </a:p>
          <a:p>
            <a:r>
              <a:rPr lang="fr-FR" smtClean="0"/>
              <a:t>14-  VOUS VOULEZ DU GOSPEL VOUS ALLEZ ÊTRE VI-SER</a:t>
            </a:r>
          </a:p>
          <a:p>
            <a:r>
              <a:rPr lang="fr-FR" smtClean="0"/>
              <a:t>15-  BIG UP T.I.T.L., RDK'L DESTINATION FINALE : ARRIVÉE AU CIEL !</a:t>
            </a:r>
          </a:p>
          <a:p>
            <a:r>
              <a:rPr lang="fr-FR" smtClean="0"/>
              <a:t>16-  PARFOIS L'HOMME PASSE SON TEMPS À PLEURER SUR SON SORT</a:t>
            </a:r>
          </a:p>
          <a:p>
            <a:r>
              <a:rPr lang="fr-FR" smtClean="0"/>
              <a:t>17-  INCONSCIENT QUE C'EST DE SA BOUCHE QUE SON AVENIR SORT</a:t>
            </a:r>
          </a:p>
          <a:p>
            <a:r>
              <a:rPr lang="fr-FR" smtClean="0"/>
              <a:t>18-  SI CET HOMME, UN BEAU JOUR, CESSAIT DE PARLER LA MORT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19-  JE SUIS SÛR QU'IL POURRAIT ENFIN ACCÉDER À L'AMOUR </a:t>
            </a:r>
          </a:p>
          <a:p>
            <a:r>
              <a:rPr lang="fr-FR" smtClean="0"/>
              <a:t>20-  TA VIE, TOUT SIMPLEMENT LE RÉSULTAT DE TES CHOIX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CHOISIS LA VIE, ET NON LA MORT. AVEC TA VIE, NE SOIS PAS MÉCHANT</a:t>
            </a:r>
          </a:p>
          <a:p>
            <a:r>
              <a:rPr lang="fr-FR" smtClean="0"/>
              <a:t>22-  OUVRE GRAND TA BOUCHE ET PARLE LE POSITIF</a:t>
            </a:r>
          </a:p>
          <a:p>
            <a:r>
              <a:rPr lang="fr-FR" smtClean="0"/>
              <a:t>23-  NÉGATIVE A ÉTÉ TA VIE DONC FAIS QUE LE MEILLEUR ARRIVE</a:t>
            </a:r>
          </a:p>
          <a:p>
            <a:r>
              <a:rPr lang="fr-FR" smtClean="0"/>
              <a:t>24-  FORTIFIE-TOI ET DÉCIDE D'AVANCER</a:t>
            </a:r>
          </a:p>
          <a:p>
            <a:r>
              <a:rPr lang="fr-FR" smtClean="0"/>
              <a:t>25-  HORS DE QUESTION QUE TON PASSÉ PUISSE TE DEVANCER</a:t>
            </a:r>
          </a:p>
          <a:p>
            <a:r>
              <a:rPr lang="fr-FR" smtClean="0"/>
              <a:t>26-  LE CHOIX EST DÉSORMAIS ENTRE TES MAINS ET DANS TA BOUCHE</a:t>
            </a:r>
          </a:p>
          <a:p>
            <a:r>
              <a:rPr lang="fr-FR" smtClean="0"/>
              <a:t>27-  CHOISIS LE MEILLEUR, ET POUR LE PIRE, FAIS LE VOIR LOUCHE</a:t>
            </a:r>
          </a:p>
          <a:p>
            <a:r>
              <a:rPr lang="fr-FR" smtClean="0"/>
              <a:t>28-  ROUGE EST LE SANG, DONC ROUGE EST LA VICTOIRE</a:t>
            </a:r>
          </a:p>
          <a:p>
            <a:r>
              <a:rPr lang="fr-FR" smtClean="0"/>
              <a:t>29-  BOUGE ET RÉJOUIS-TOI, CAR TU AS VAINCU LE PIRE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30-  PARÉ POUR CONQUÉRIR FAIS ÉCLATER TES RIRES</a:t>
            </a:r>
          </a:p>
          <a:p>
            <a:r>
              <a:rPr lang="fr-FR" smtClean="0"/>
              <a:t>31-  ET LÀ TU POURRAS DIRE QUE LE MEILLEUR RESTE À VENIR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</a:t>
            </a:r>
            <a:br>
              <a:rPr lang="fr-FR" smtClean="0"/>
            </a:br>
            <a:r>
              <a:rPr lang="fr-FR" smtClean="0"/>
              <a:t>	32-  UNE SEULE DÉCISION QUI A FAIT QUE</a:t>
            </a:r>
          </a:p>
          <a:p>
            <a:r>
              <a:rPr lang="fr-FR" smtClean="0"/>
              <a:t>	33-  VOUS ET MOI, NOUS SOYONS LES PERSONNES QUE NOUS SOMMES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34-  AS-TU DÉJÀ ENTENDU DIRE QUE L'ESPOIR S'EST FAIT TUER ? </a:t>
            </a:r>
          </a:p>
          <a:p>
            <a:r>
              <a:rPr lang="fr-FR" smtClean="0"/>
              <a:t>35-  OU BIEN ALORS, QU'APRÈS UN CHOC, L'AMOUR EST DEVENU MUET ? </a:t>
            </a:r>
          </a:p>
          <a:p>
            <a:r>
              <a:rPr lang="fr-FR" smtClean="0"/>
              <a:t>36-  STOP TES PRÉSOMPTIONS ET PUIS PRENDS COURAGE ! </a:t>
            </a:r>
          </a:p>
          <a:p>
            <a:r>
              <a:rPr lang="fr-FR" smtClean="0"/>
              <a:t>37-  SEUL UN LÂCHE SE CACHE LÈVE-TOI ET MARCHE </a:t>
            </a:r>
          </a:p>
          <a:p>
            <a:r>
              <a:rPr lang="fr-FR" smtClean="0"/>
              <a:t>38-  MARCHE AVANT TEL UN VAILLANT SOLDAT BIEN ÉQUIPÉ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39-  QUE LA FOI, DANS TES COMBATS SOIT TON SEUL ÉQUIPIER </a:t>
            </a:r>
          </a:p>
          <a:p>
            <a:r>
              <a:rPr lang="fr-FR" smtClean="0"/>
              <a:t>40-  SOIS CONVAINCU, N'HÉSITE PLUS SOIS BOURRÉ D'ASSURANCE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41-  LE DOUTE, TON PIRE ENNEMI, A POUR BUT QUE TU RENONCES </a:t>
            </a:r>
          </a:p>
          <a:p>
            <a:r>
              <a:rPr lang="fr-FR" smtClean="0"/>
              <a:t>42-  PASSE LA CINQUIÈME ET FONCE SANS JAMAIS PLUS RÉTROGRADER </a:t>
            </a:r>
          </a:p>
          <a:p>
            <a:r>
              <a:rPr lang="fr-FR" smtClean="0"/>
              <a:t>43-  DEVANT TOI, LA TERRE PROMISE DERRIÈRE TOI, UNE TERRE DÉGRADÉE </a:t>
            </a:r>
          </a:p>
          <a:p>
            <a:r>
              <a:rPr lang="fr-FR" smtClean="0"/>
              <a:t>44-  DES GRADINS, J'ENTENDS L'ÉQUIPE-TYPE CRIER VICTORY</a:t>
            </a:r>
          </a:p>
          <a:p>
            <a:r>
              <a:rPr lang="fr-FR" smtClean="0"/>
              <a:t>45-  VICTORIA TE SUIVRA, SI T'ABANDONNES TON ANCIENNE STORY </a:t>
            </a:r>
          </a:p>
          <a:p>
            <a:r>
              <a:rPr lang="fr-FR" smtClean="0"/>
              <a:t>46-  TU VIVRAS UNE HOLY LIFE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47-  TON TEMPS EST COMPTÉ TOTALE SERA TA JOIE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48-  T'AURAS LA PAIX PLEIN LES POCHES</a:t>
            </a:r>
          </a:p>
          <a:p>
            <a:r>
              <a:rPr lang="fr-FR" smtClean="0"/>
              <a:t>49-  LA GLOIRE POUR COURONNE ET L'A.M.O.U.R POUR TROPHÉE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50-  UNE SEULE DÉCISION QUI A FAIT QUE</a:t>
            </a:r>
          </a:p>
          <a:p>
            <a:r>
              <a:rPr lang="fr-FR" smtClean="0"/>
              <a:t>	51-  VOUS ET MOI, NOUS SOYONS LES PERSONNES QUE NOUS SOMMES</a:t>
            </a:r>
          </a:p>
          <a:p>
            <a:r>
              <a:rPr lang="fr-FR" smtClean="0"/>
              <a:t>	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36DDDB-6530-4FD7-BE9A-314C13C9978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48E2B6-840B-4E1E-827B-F8069916FF4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63FB73-8CBB-4371-AB4D-9C67613ACC6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67E0B7-115F-4275-9FDE-B19A08CF6C8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EFF536-195F-4DBB-88C6-F176C05034A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23945D-2D98-4296-AED4-77F329775B5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3E9AC5-41B2-47FA-980F-4C54B01E3BA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DCFA5A-B417-4317-A583-18451B468B3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21E2A1-4AAD-4452-892A-9B672A5C2FE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839481-026D-47FB-BF78-155EFC5824B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6D1D79-FBEB-4E68-92A9-806561B9BCB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fld id="{880DFA12-F8C3-42E5-BB39-17087B9DF24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GOGOGOGO GOSPELLEMENT VÔTRE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BIENVENUE DANS UN MONDE 2 OÙ LA J.O.I.E DÉPASSE LA NORME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NORMAL</a:t>
            </a:r>
            <a:b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ON EST VENU DÉTOURNER L'GAME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CHANGER LA DONNE, ON T'AUTORISE À NOUS APPELER GAMINS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QUOI DE PLUS PUR </a:t>
            </a:r>
            <a:b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QUE LE CŒUR D'UN ENFANT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SIMPLE ET SANS SOUCI</a:t>
            </a:r>
            <a:b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 ON VIT LA VIE À FOND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PAR MON ÉPANOUISSEMENT</a:t>
            </a:r>
            <a:b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JE VEUX FAIRE SOURIRE LE PÈRE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PERDURER DANS SON LOVE</a:t>
            </a:r>
            <a:b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EN LUI JE ME SUIS DU-PER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MON EXPECTATIVE : </a:t>
            </a:r>
            <a:b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REPARTIR DIFFÉRENT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ME LAISSER GUIDER PAR </a:t>
            </a:r>
            <a:b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L'ESPRIT-SAINT, LE LAISSER FAIRE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VICTIME D'UNE OPÉRATION </a:t>
            </a:r>
            <a:b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À CŒUR OUVERT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A SON D.I.E.U LUD'OBÉIT S'EST OFFERT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JE VOUS VOIS BOUGER </a:t>
            </a:r>
            <a:b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LA TÊTE DEVANT, DERRIÈRE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VOUS VOULEZ DU GOSPEL </a:t>
            </a:r>
            <a:b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VOUS ALLEZ ÊTRE VI-SER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395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BIG UP T.I.T.L., RDK'L </a:t>
            </a:r>
            <a:br>
              <a:rPr lang="fr-FR" sz="395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395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DESTINATION FINALE : ARRIVÉE AU CIEL 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395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PARFOIS L'HOMME PASSE SON TEMPS </a:t>
            </a:r>
            <a:br>
              <a:rPr lang="fr-FR" sz="395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395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À PLEURER SUR SON SORT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395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INCONSCIENT QUE C'EST DE SA BOUCHE QUE SON AVENIR SORT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395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SI CET HOMME, UN BEAU JOUR, CESSAIT DE PARLER LA MORT </a:t>
            </a:r>
            <a:br>
              <a:rPr lang="fr-FR" sz="395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3950" dirty="0" smtClean="0">
              <a:solidFill>
                <a:schemeClr val="bg1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395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JE SUIS SÛR QU'IL POURRAIT ENFIN ACCÉDER À L'AMOUR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395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TA VIE, TOUT SIMPLEMENT</a:t>
            </a:r>
            <a:br>
              <a:rPr lang="fr-FR" sz="395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395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LE RÉSULTAT DE TES CHOIX </a:t>
            </a:r>
            <a:br>
              <a:rPr lang="fr-FR" sz="395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3950" dirty="0" smtClean="0">
              <a:solidFill>
                <a:schemeClr val="bg1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395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CHOISIS LA VIE, ET NON LA MORT. AVEC TA VIE, NE SOIS PAS MÉCHANT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395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OUVRE GRAND TA BOUCHE</a:t>
            </a:r>
            <a:br>
              <a:rPr lang="fr-FR" sz="395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395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 ET PARLE LE POSITIF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395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NÉGATIVE A ÉTÉ TA VIE </a:t>
            </a:r>
            <a:br>
              <a:rPr lang="fr-FR" sz="395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395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DONC FAIS QUE LE MEILLEUR ARRIVE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395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FORTIFIE-TOI ET DÉCIDE D'AVANCER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395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HORS DE QUESTION QUE TON PASSÉ PUISSE TE DEVANCER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395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LE CHOIX EST DÉSORMAIS ENTRE TES MAINS ET DANS TA BOUCHE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395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CHOISIS LE MEILLEUR, ET POUR LE PIRE, FAIS LE VOIR LOUCHE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395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ROUGE EST LE SANG, DONC ROUGE </a:t>
            </a:r>
            <a:br>
              <a:rPr lang="fr-FR" sz="395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395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EST LA VICTOIRE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395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BOUGE ET RÉJOUIS-TOI,</a:t>
            </a:r>
            <a:br>
              <a:rPr lang="fr-FR" sz="395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395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CAR TU AS VAINCU LE PIRE </a:t>
            </a:r>
            <a:br>
              <a:rPr lang="fr-FR" sz="395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3950" dirty="0" smtClean="0">
              <a:solidFill>
                <a:schemeClr val="bg1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395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PARÉ POUR CONQUÉRIR</a:t>
            </a:r>
            <a:br>
              <a:rPr lang="fr-FR" sz="395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395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 FAIS ÉCLATER TES RIRES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395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ET LÀ TU POURRAS DIRE QUE LE MEILLEUR RESTE À VENIR </a:t>
            </a:r>
            <a:br>
              <a:rPr lang="fr-FR" sz="395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3950" dirty="0" smtClean="0">
              <a:solidFill>
                <a:schemeClr val="bg1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395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UNE SEULE DÉCISION QUI A FAIT QUE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395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VOUS ET MOI, NOUS SOYONS LES PERSONNES QUE NOUS SOMMES</a:t>
            </a:r>
            <a:br>
              <a:rPr lang="fr-FR" sz="395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3950" dirty="0" smtClean="0">
              <a:solidFill>
                <a:schemeClr val="bg1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395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AS-TU DÉJÀ ENTENDU DIRE QUE L'ESPOIR S'EST FAIT TUER ?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395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OU BIEN ALORS, QU'APRÈS UN CHOC, L'AMOUR EST DEVENU MUET ?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395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STOP TES PRÉSOMPTIONS</a:t>
            </a:r>
            <a:br>
              <a:rPr lang="fr-FR" sz="395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395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 ET PUIS PRENDS COURAGE !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395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SEUL UN LÂCHE SE CACHE. </a:t>
            </a:r>
            <a:br>
              <a:rPr lang="fr-FR" sz="395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395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LÈVE-TOI ET MARCHE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395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MARCHE AVANT</a:t>
            </a:r>
            <a:br>
              <a:rPr lang="fr-FR" sz="395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395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TEL UN VAILLANT SOLDAT BIEN ÉQUIPÉ </a:t>
            </a:r>
            <a:br>
              <a:rPr lang="fr-FR" sz="395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3950" dirty="0" smtClean="0">
              <a:solidFill>
                <a:schemeClr val="bg1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395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QUE LA FOI, DANS TES COMBATS </a:t>
            </a:r>
            <a:br>
              <a:rPr lang="fr-FR" sz="395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395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SOIT TON SEUL ÉQUIPIER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395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SOIS CONVAINCU, N'HÉSITE PLUS </a:t>
            </a:r>
            <a:br>
              <a:rPr lang="fr-FR" sz="395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395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SOIS BOURRÉ D'ASSURANCE </a:t>
            </a:r>
            <a:br>
              <a:rPr lang="fr-FR" sz="395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3950" dirty="0" smtClean="0">
              <a:solidFill>
                <a:schemeClr val="bg1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395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LE DOUTE, TON PIRE ENNEMI, A POUR BUT QUE TU RENONCES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395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PASSE LA CINQUIÈME ET FONCE SANS JAMAIS PLUS RÉTROGRADER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395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DEVANT TOI, LA TERRE PROMISE</a:t>
            </a:r>
            <a:br>
              <a:rPr lang="fr-FR" sz="395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395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DERRIÈRE TOI, UNE TERRE DÉGRADÉE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395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DES GRADINS, J'ENTENDS L'ÉQUIPE-TYPE CRIER VICTORY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395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VICTORIA TE SUIVRA, SI T'ABANDONNES TON ANCIENNE STORY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395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TU VIVRAS UNE HOLY LIFE </a:t>
            </a:r>
            <a:br>
              <a:rPr lang="fr-FR" sz="395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3950" dirty="0" smtClean="0">
              <a:solidFill>
                <a:schemeClr val="bg1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395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TON TEMPS EST COMPTÉ</a:t>
            </a:r>
            <a:br>
              <a:rPr lang="fr-FR" sz="395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395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TOTALE SERA TA JOIE </a:t>
            </a:r>
            <a:br>
              <a:rPr lang="fr-FR" sz="395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3950" dirty="0" smtClean="0">
              <a:solidFill>
                <a:schemeClr val="bg1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395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T'AURAS LA PAIX PLEIN LES POCHES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395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LA GLOIRE POUR COURONNE </a:t>
            </a:r>
            <a:br>
              <a:rPr lang="fr-FR" sz="395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395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ET L'A.M.O.U.R POUR TROPHÉE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395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UNE SEULE DÉCISION QUI A FAIT QUE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395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VOUS ET MOI, NOUS SOYONS LES PERSONNES QUE NOUS SOMMES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897</TotalTime>
  <Words>13910</Words>
  <Application>Microsoft Office PowerPoint</Application>
  <PresentationFormat>On-screen Show (4:3)</PresentationFormat>
  <Paragraphs>5661</Paragraphs>
  <Slides>51</Slides>
  <Notes>51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51</vt:i4>
      </vt:variant>
    </vt:vector>
  </HeadingPairs>
  <TitlesOfParts>
    <vt:vector size="55" baseType="lpstr">
      <vt:lpstr>Franklin Gothic Medium</vt:lpstr>
      <vt:lpstr>Arial</vt:lpstr>
      <vt:lpstr>Calibri</vt:lpstr>
      <vt:lpstr>Default Design</vt:lpstr>
      <vt:lpstr>GOGOGOGO GOSPELLEMENT VÔTRE</vt:lpstr>
      <vt:lpstr>BIENVENUE DANS UN MONDE 2 OÙ LA J.O.I.E DÉPASSE LA NORME</vt:lpstr>
      <vt:lpstr>NORMAL ON EST VENU DÉTOURNER L'GAME</vt:lpstr>
      <vt:lpstr>CHANGER LA DONNE, ON T'AUTORISE À NOUS APPELER GAMINS</vt:lpstr>
      <vt:lpstr>QUOI DE PLUS PUR  QUE LE CŒUR D'UN ENFANT</vt:lpstr>
      <vt:lpstr>SIMPLE ET SANS SOUCI  ON VIT LA VIE À FOND</vt:lpstr>
      <vt:lpstr>PAR MON ÉPANOUISSEMENT JE VEUX FAIRE SOURIRE LE PÈRE</vt:lpstr>
      <vt:lpstr>PERDURER DANS SON LOVE EN LUI JE ME SUIS DU-PER</vt:lpstr>
      <vt:lpstr>MON EXPECTATIVE :  REPARTIR DIFFÉRENT</vt:lpstr>
      <vt:lpstr>ME LAISSER GUIDER PAR  L'ESPRIT-SAINT, LE LAISSER FAIRE</vt:lpstr>
      <vt:lpstr>VICTIME D'UNE OPÉRATION  À CŒUR OUVERT</vt:lpstr>
      <vt:lpstr>A SON D.I.E.U LUD'OBÉIT S'EST OFFERT</vt:lpstr>
      <vt:lpstr>JE VOUS VOIS BOUGER  LA TÊTE DEVANT, DERRIÈRE</vt:lpstr>
      <vt:lpstr>VOUS VOULEZ DU GOSPEL  VOUS ALLEZ ÊTRE VI-SER</vt:lpstr>
      <vt:lpstr>BIG UP T.I.T.L., RDK'L  DESTINATION FINALE : ARRIVÉE AU CIEL !</vt:lpstr>
      <vt:lpstr>PARFOIS L'HOMME PASSE SON TEMPS  À PLEURER SUR SON SORT</vt:lpstr>
      <vt:lpstr>INCONSCIENT QUE C'EST DE SA BOUCHE QUE SON AVENIR SORT</vt:lpstr>
      <vt:lpstr>SI CET HOMME, UN BEAU JOUR, CESSAIT DE PARLER LA MORT  </vt:lpstr>
      <vt:lpstr>JE SUIS SÛR QU'IL POURRAIT ENFIN ACCÉDER À L'AMOUR </vt:lpstr>
      <vt:lpstr>TA VIE, TOUT SIMPLEMENT LE RÉSULTAT DE TES CHOIX  </vt:lpstr>
      <vt:lpstr>CHOISIS LA VIE, ET NON LA MORT. AVEC TA VIE, NE SOIS PAS MÉCHANT</vt:lpstr>
      <vt:lpstr>OUVRE GRAND TA BOUCHE  ET PARLE LE POSITIF</vt:lpstr>
      <vt:lpstr>NÉGATIVE A ÉTÉ TA VIE  DONC FAIS QUE LE MEILLEUR ARRIVE</vt:lpstr>
      <vt:lpstr>FORTIFIE-TOI ET DÉCIDE D'AVANCER</vt:lpstr>
      <vt:lpstr>HORS DE QUESTION QUE TON PASSÉ PUISSE TE DEVANCER</vt:lpstr>
      <vt:lpstr>LE CHOIX EST DÉSORMAIS ENTRE TES MAINS ET DANS TA BOUCHE</vt:lpstr>
      <vt:lpstr>CHOISIS LE MEILLEUR, ET POUR LE PIRE, FAIS LE VOIR LOUCHE</vt:lpstr>
      <vt:lpstr>ROUGE EST LE SANG, DONC ROUGE  EST LA VICTOIRE</vt:lpstr>
      <vt:lpstr>BOUGE ET RÉJOUIS-TOI, CAR TU AS VAINCU LE PIRE  </vt:lpstr>
      <vt:lpstr>PARÉ POUR CONQUÉRIR  FAIS ÉCLATER TES RIRES</vt:lpstr>
      <vt:lpstr>ET LÀ TU POURRAS DIRE QUE LE MEILLEUR RESTE À VENIR  </vt:lpstr>
      <vt:lpstr>UNE SEULE DÉCISION QUI A FAIT QUE</vt:lpstr>
      <vt:lpstr>VOUS ET MOI, NOUS SOYONS LES PERSONNES QUE NOUS SOMMES </vt:lpstr>
      <vt:lpstr>AS-TU DÉJÀ ENTENDU DIRE QUE L'ESPOIR S'EST FAIT TUER ? </vt:lpstr>
      <vt:lpstr>OU BIEN ALORS, QU'APRÈS UN CHOC, L'AMOUR EST DEVENU MUET ? </vt:lpstr>
      <vt:lpstr>STOP TES PRÉSOMPTIONS  ET PUIS PRENDS COURAGE ! </vt:lpstr>
      <vt:lpstr>SEUL UN LÂCHE SE CACHE.  LÈVE-TOI ET MARCHE </vt:lpstr>
      <vt:lpstr>MARCHE AVANT TEL UN VAILLANT SOLDAT BIEN ÉQUIPÉ  </vt:lpstr>
      <vt:lpstr>QUE LA FOI, DANS TES COMBATS  SOIT TON SEUL ÉQUIPIER </vt:lpstr>
      <vt:lpstr>SOIS CONVAINCU, N'HÉSITE PLUS  SOIS BOURRÉ D'ASSURANCE  </vt:lpstr>
      <vt:lpstr>LE DOUTE, TON PIRE ENNEMI, A POUR BUT QUE TU RENONCES </vt:lpstr>
      <vt:lpstr>PASSE LA CINQUIÈME ET FONCE SANS JAMAIS PLUS RÉTROGRADER </vt:lpstr>
      <vt:lpstr>DEVANT TOI, LA TERRE PROMISE DERRIÈRE TOI, UNE TERRE DÉGRADÉE </vt:lpstr>
      <vt:lpstr>DES GRADINS, J'ENTENDS L'ÉQUIPE-TYPE CRIER VICTORY</vt:lpstr>
      <vt:lpstr>VICTORIA TE SUIVRA, SI T'ABANDONNES TON ANCIENNE STORY </vt:lpstr>
      <vt:lpstr>TU VIVRAS UNE HOLY LIFE  </vt:lpstr>
      <vt:lpstr>TON TEMPS EST COMPTÉ TOTALE SERA TA JOIE  </vt:lpstr>
      <vt:lpstr>T'AURAS LA PAIX PLEIN LES POCHES</vt:lpstr>
      <vt:lpstr>LA GLOIRE POUR COURONNE  ET L'A.M.O.U.R POUR TROPHÉE</vt:lpstr>
      <vt:lpstr>UNE SEULE DÉCISION QUI A FAIT QUE</vt:lpstr>
      <vt:lpstr>VOUS ET MOI, NOUS SOYONS LES PERSONNES QUE NOUS SOMMES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90</cp:revision>
  <dcterms:created xsi:type="dcterms:W3CDTF">2002-08-17T10:50:50Z</dcterms:created>
  <dcterms:modified xsi:type="dcterms:W3CDTF">2012-07-21T13:16:13Z</dcterms:modified>
</cp:coreProperties>
</file>