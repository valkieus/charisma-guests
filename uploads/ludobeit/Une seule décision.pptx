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7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5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3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1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290" r:id="rId2"/>
    <p:sldId id="294" r:id="rId3"/>
    <p:sldId id="291" r:id="rId4"/>
    <p:sldId id="295" r:id="rId5"/>
    <p:sldId id="292" r:id="rId6"/>
    <p:sldId id="296" r:id="rId7"/>
    <p:sldId id="293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11" r:id="rId23"/>
    <p:sldId id="312" r:id="rId24"/>
    <p:sldId id="313" r:id="rId25"/>
    <p:sldId id="314" r:id="rId26"/>
    <p:sldId id="315" r:id="rId27"/>
    <p:sldId id="316" r:id="rId28"/>
    <p:sldId id="317" r:id="rId29"/>
    <p:sldId id="318" r:id="rId30"/>
    <p:sldId id="319" r:id="rId31"/>
    <p:sldId id="320" r:id="rId32"/>
    <p:sldId id="321" r:id="rId33"/>
    <p:sldId id="322" r:id="rId34"/>
    <p:sldId id="323" r:id="rId35"/>
    <p:sldId id="324" r:id="rId36"/>
    <p:sldId id="325" r:id="rId37"/>
    <p:sldId id="326" r:id="rId38"/>
    <p:sldId id="327" r:id="rId39"/>
    <p:sldId id="328" r:id="rId40"/>
    <p:sldId id="329" r:id="rId41"/>
    <p:sldId id="330" r:id="rId42"/>
    <p:sldId id="331" r:id="rId43"/>
    <p:sldId id="332" r:id="rId44"/>
    <p:sldId id="333" r:id="rId45"/>
    <p:sldId id="334" r:id="rId46"/>
    <p:sldId id="335" r:id="rId47"/>
    <p:sldId id="336" r:id="rId48"/>
    <p:sldId id="337" r:id="rId49"/>
    <p:sldId id="338" r:id="rId50"/>
    <p:sldId id="339" r:id="rId51"/>
    <p:sldId id="340" r:id="rId52"/>
    <p:sldId id="341" r:id="rId53"/>
    <p:sldId id="343" r:id="rId54"/>
    <p:sldId id="342" r:id="rId55"/>
    <p:sldId id="344" r:id="rId56"/>
    <p:sldId id="345" r:id="rId57"/>
    <p:sldId id="346" r:id="rId5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27" autoAdjust="0"/>
    <p:restoredTop sz="35327" autoAdjust="0"/>
  </p:normalViewPr>
  <p:slideViewPr>
    <p:cSldViewPr>
      <p:cViewPr>
        <p:scale>
          <a:sx n="48" d="100"/>
          <a:sy n="48" d="100"/>
        </p:scale>
        <p:origin x="-116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576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458DB56E-AA06-43F5-A022-65F439077EB7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F8B49579-0ABD-448D-A159-1CF52CF09898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PARFOIS L'HOMME PASSE SON TEMPS À PLEURER SUR SON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INCONSCIENT QUE C'EST DE SA BOUCHE QUE SON AVENIR SORT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SI CET HOMME UN BEAU JOUR CESSAIT DE PARLER LA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SUIS SÛR QU'IL POURRAIT ENFIN ACCÉDER À L'AMOUR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TA VIE, TOUT SIMPLEMENT LE RÉSULTAT DE TES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OUVRE GRAND TA BOUCHE ET PARLE LE POSITIF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NÉGATIVE  A ÉTÉ TA VIE, DONC FAIT QUE LE MEILLEUR ARRIVE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FORTIFIE-TOI ET DÉCIDE D'AVANCER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HORS DE QUESTION QUE TON PASSÉ PUISSE TE DEVANCER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CHOIX EST DÉSORMAIS ENTRE TES MAINS ET DANS TA BOUCHE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CHOISIS LE MEILLEUR, ET POUR LE PIRE FAIS-LE VOIR LOUCHE 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ROUGE EST LE SANG, DONC ROUGE EST LA VICTOIRE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BOUGE ET RÉJOUIS-TOI CAR TU AS VAINCU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PARÉ POUR CONQUÉRIR FAIS ÉCLATER TES RIRES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ET LÀ TU POURRAS DIRE QUE LE MEILLEUR RESTE À 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VOUS ET MOI, NOUS SOYONS LES PERSONNES QUE NOUS SOMMES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M'ADRESSE À TOI, QUI N'EN PEUX PLUS, QUI EN AS MARRE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TOI QUI TE DIS AVOIR PERDU TOUT ESPOIR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TOI QUI PENSE AVOIR TOUT FAIT TOUT ESSAYÉ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TOI QUI NE COMPRENDS PAS  POURQUOI TU TARDES À RÉUSSIR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ES-TU CERTAIN, DIS-MOI, D'AVOIR JOUÉ LA DERNIÈRE CARTE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CELLE QUI FAIT QU'EN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TOUTES TES MAUVAISES PENSÉES PARTENT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TOUT DÉPEND, TU SAIS DE LA QUALITÉ DE TES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SOIT ELLES TRAVAILLENT POUR TOI OU BIEN ELLES TE DÉÇOIVENT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TOUT COMMENCE LÀ-HAUT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DANS TA TÊTE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PERSONNE D'AUTRE, HORMIS TOI NE PEUT CAUSER TA PERTE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ARRÊTE D'ESPÉRER POUR UN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LE TEMPS FILE, NE L'ATTENDS PAS CESSE DE PERDRE DU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GARDE ESPOIR JUSQU'À CE QUE LA CHOSE SE RÉALISE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JUSQU'À CE QUE TES DOUTES ET TES PEURS SE PARALYSENT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TANT QUE TU RESPIRES, ESPÈRE N'ATTENDS PAS D'EXPIRER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ASPIRE AU MEILLEUR, LÈVE-TOI ET BATS-TOI CONTRE LE PIRE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UNE SEULE DÉCISION QUI A FAIT QUE...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VOUS ET MOI, NOUS SOYONS LES PERSONNES QUE NOUS SOMMES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AS-TU DÉJÀ ENTENDU DIRE QUE L'ESPOIR S'EST FAIT TUER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OU BIEN ALORS, QU'APRÈS UN CHOC L'AMOUR EST DEVENU MUET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56-  UNE SEULE DÉCISION QUI A FAIT QUE 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PARFOIS L'HOMME PASSE SON TEMPS À PLEURER SUR SON SORT</a:t>
            </a:r>
          </a:p>
          <a:p>
            <a:pPr>
              <a:defRPr/>
            </a:pPr>
            <a:r>
              <a:rPr lang="fr-FR" smtClean="0"/>
              <a:t>2-  INCONSCIENT QUE C'EST DE SA BOUCHE QUE SON AVENIR SORT</a:t>
            </a:r>
          </a:p>
          <a:p>
            <a:pPr>
              <a:defRPr/>
            </a:pPr>
            <a:r>
              <a:rPr lang="fr-FR" smtClean="0"/>
              <a:t>3-  SI CET HOMME UN BEAU JOUR CESSAIT DE PARLER LA MORT</a:t>
            </a:r>
          </a:p>
          <a:p>
            <a:pPr>
              <a:defRPr/>
            </a:pPr>
            <a:r>
              <a:rPr lang="fr-FR" smtClean="0"/>
              <a:t>4-  JE SUIS SÛR QU'IL POURRAIT ENFIN ACCÉDER À L'AMOUR</a:t>
            </a:r>
          </a:p>
          <a:p>
            <a:pPr>
              <a:defRPr/>
            </a:pPr>
            <a:r>
              <a:rPr lang="fr-FR" smtClean="0"/>
              <a:t>5-  TA VIE, TOUT SIMPLEMENT LE RÉSULTAT DE TES CHOIX</a:t>
            </a:r>
          </a:p>
          <a:p>
            <a:pPr>
              <a:defRPr/>
            </a:pPr>
            <a:r>
              <a:rPr lang="fr-FR" smtClean="0"/>
              <a:t>6-  CHOISIS LA VIE, ET NON LA MORT AVEC TA VIE, NE SOIS PAS MÉCHANT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7-  OUVRE GRAND TA BOUCHE ET PARLE LE POSITIF</a:t>
            </a:r>
          </a:p>
          <a:p>
            <a:pPr>
              <a:defRPr/>
            </a:pPr>
            <a:r>
              <a:rPr lang="fr-FR" smtClean="0"/>
              <a:t>8-  NÉGATIVE  A ÉTÉ TA VIE, DONC FAIT QUE LE MEILLEUR ARRIVE</a:t>
            </a:r>
          </a:p>
          <a:p>
            <a:pPr>
              <a:defRPr/>
            </a:pPr>
            <a:r>
              <a:rPr lang="fr-FR" smtClean="0"/>
              <a:t>9-  FORTIFIE-TOI ET DÉCIDE D'AVANCER</a:t>
            </a:r>
          </a:p>
          <a:p>
            <a:pPr>
              <a:defRPr/>
            </a:pPr>
            <a:r>
              <a:rPr lang="fr-FR" smtClean="0"/>
              <a:t>10-  HORS DE QUESTION QUE TON PASSÉ PUISSE TE DEVANCER</a:t>
            </a:r>
          </a:p>
          <a:p>
            <a:pPr>
              <a:defRPr/>
            </a:pPr>
            <a:r>
              <a:rPr lang="fr-FR" smtClean="0"/>
              <a:t>11-  LE CHOIX EST DÉSORMAIS ENTRE TES MAINS ET DANS TA BOUCHE</a:t>
            </a:r>
          </a:p>
          <a:p>
            <a:pPr>
              <a:defRPr/>
            </a:pPr>
            <a:r>
              <a:rPr lang="fr-FR" smtClean="0"/>
              <a:t>12-  CHOISIS LE MEILLEUR, ET POUR LE PIRE FAIS-LE VOIR LOUCHE !</a:t>
            </a:r>
          </a:p>
          <a:p>
            <a:pPr>
              <a:defRPr/>
            </a:pPr>
            <a:r>
              <a:rPr lang="fr-FR" smtClean="0"/>
              <a:t>13-  ROUGE EST LE SANG, DONC ROUGE EST LA VICTOIRE</a:t>
            </a:r>
          </a:p>
          <a:p>
            <a:pPr>
              <a:defRPr/>
            </a:pPr>
            <a:r>
              <a:rPr lang="fr-FR" smtClean="0"/>
              <a:t>14-  BOUGE ET RÉJOUIS-TOI CAR TU AS VAINCU LE PIRE</a:t>
            </a:r>
          </a:p>
          <a:p>
            <a:pPr>
              <a:defRPr/>
            </a:pPr>
            <a:r>
              <a:rPr lang="fr-FR" smtClean="0"/>
              <a:t>15-  PARÉ POUR CONQUÉRIR FAIS ÉCLATER TES RIRES</a:t>
            </a:r>
          </a:p>
          <a:p>
            <a:pPr>
              <a:defRPr/>
            </a:pPr>
            <a:r>
              <a:rPr lang="fr-FR" smtClean="0"/>
              <a:t>16-  ET LÀ TU POURRAS DIRE QUE LE MEILLEUR RESTE À VENIR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 </a:t>
            </a:r>
          </a:p>
          <a:p>
            <a:pPr>
              <a:defRPr/>
            </a:pPr>
            <a:r>
              <a:rPr lang="fr-FR" smtClean="0"/>
              <a:t>	17-  UNE SEULE DÉCISION QUI A FAIT QUE    X3</a:t>
            </a:r>
          </a:p>
          <a:p>
            <a:pPr>
              <a:defRPr/>
            </a:pPr>
            <a:r>
              <a:rPr lang="fr-FR" smtClean="0"/>
              <a:t>	18-  VOUS ET MOI, NOUS SOYONS LES PERSONNES QUE NOUS SOMMES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 M'ADRESSE À TOI, QUI N'EN PEUX PLUS, QUI EN AS MARRE</a:t>
            </a:r>
          </a:p>
          <a:p>
            <a:pPr>
              <a:defRPr/>
            </a:pPr>
            <a:r>
              <a:rPr lang="fr-FR" smtClean="0"/>
              <a:t>20-  TOI QUI TE DIS AVOIR PERDU TOUT ESPOIR</a:t>
            </a:r>
          </a:p>
          <a:p>
            <a:pPr>
              <a:defRPr/>
            </a:pPr>
            <a:r>
              <a:rPr lang="fr-FR" smtClean="0"/>
              <a:t>21-  TOI QUI PENSE AVOIR TOUT FAIT TOUT ESSAYÉ</a:t>
            </a:r>
          </a:p>
          <a:p>
            <a:pPr>
              <a:defRPr/>
            </a:pPr>
            <a:r>
              <a:rPr lang="fr-FR" smtClean="0"/>
              <a:t>22-  TOI QUI NE COMPRENDS PAS  POURQUOI TU TARDES À RÉUSSIR</a:t>
            </a:r>
          </a:p>
          <a:p>
            <a:pPr>
              <a:defRPr/>
            </a:pPr>
            <a:r>
              <a:rPr lang="fr-FR" smtClean="0"/>
              <a:t>23-  ES-TU CERTAIN, DIS-MOI, D'AVOIR JOUÉ LA DERNIÈRE CARTE</a:t>
            </a:r>
          </a:p>
          <a:p>
            <a:pPr>
              <a:defRPr/>
            </a:pPr>
            <a:r>
              <a:rPr lang="fr-FR" smtClean="0"/>
              <a:t>24-  CELLE QUI FAIT QU'EN UN INSTANT</a:t>
            </a:r>
          </a:p>
          <a:p>
            <a:pPr>
              <a:defRPr/>
            </a:pPr>
            <a:r>
              <a:rPr lang="fr-FR" smtClean="0"/>
              <a:t>25-  TOUTES TES MAUVAISES PENSÉES PARTENT</a:t>
            </a:r>
          </a:p>
          <a:p>
            <a:pPr>
              <a:defRPr/>
            </a:pPr>
            <a:r>
              <a:rPr lang="fr-FR" smtClean="0"/>
              <a:t>26-  TOUT DÉPEND, TU SAIS DE LA QUALITÉ DE TES PENSÉES</a:t>
            </a:r>
          </a:p>
          <a:p>
            <a:pPr>
              <a:defRPr/>
            </a:pPr>
            <a:r>
              <a:rPr lang="fr-FR" smtClean="0"/>
              <a:t>27-  SOIT ELLES TRAVAILLENT POUR TOI OU BIEN ELLES TE DÉÇOIVENT</a:t>
            </a:r>
          </a:p>
          <a:p>
            <a:pPr>
              <a:defRPr/>
            </a:pPr>
            <a:r>
              <a:rPr lang="fr-FR" smtClean="0"/>
              <a:t>28-  TOUT COMMENCE LÀ-HAUT </a:t>
            </a:r>
          </a:p>
          <a:p>
            <a:pPr>
              <a:defRPr/>
            </a:pPr>
            <a:r>
              <a:rPr lang="fr-FR" smtClean="0"/>
              <a:t>29-  DANS TA TÊTE</a:t>
            </a:r>
          </a:p>
          <a:p>
            <a:pPr>
              <a:defRPr/>
            </a:pPr>
            <a:r>
              <a:rPr lang="fr-FR" smtClean="0"/>
              <a:t>30-  PERSONNE D'AUTRE, HORMIS TOI NE PEUT CAUSER TA PERTE</a:t>
            </a:r>
          </a:p>
          <a:p>
            <a:pPr>
              <a:defRPr/>
            </a:pPr>
            <a:r>
              <a:rPr lang="fr-FR" smtClean="0"/>
              <a:t>31-  ARRÊTE D'ESPÉRER POUR UN TEMPS</a:t>
            </a:r>
          </a:p>
          <a:p>
            <a:pPr>
              <a:defRPr/>
            </a:pPr>
            <a:r>
              <a:rPr lang="fr-FR" smtClean="0"/>
              <a:t>32-  LE TEMPS FILE, NE L'ATTENDS PAS CESSE DE PERDRE DU TEMPS</a:t>
            </a:r>
          </a:p>
          <a:p>
            <a:pPr>
              <a:defRPr/>
            </a:pPr>
            <a:r>
              <a:rPr lang="fr-FR" smtClean="0"/>
              <a:t>33-  GARDE ESPOIR JUSQU'À CE QUE LA CHOSE SE RÉALISE</a:t>
            </a:r>
          </a:p>
          <a:p>
            <a:pPr>
              <a:defRPr/>
            </a:pPr>
            <a:r>
              <a:rPr lang="fr-FR" smtClean="0"/>
              <a:t>34-  JUSQU'À CE QUE TES DOUTES ET TES PEURS SE PARALYSENT</a:t>
            </a:r>
          </a:p>
          <a:p>
            <a:pPr>
              <a:defRPr/>
            </a:pPr>
            <a:r>
              <a:rPr lang="fr-FR" smtClean="0"/>
              <a:t>35-  TANT QUE TU RESPIRES, ESPÈRE N'ATTENDS PAS D'EXPIRER</a:t>
            </a:r>
          </a:p>
          <a:p>
            <a:pPr>
              <a:defRPr/>
            </a:pPr>
            <a:r>
              <a:rPr lang="fr-FR" smtClean="0"/>
              <a:t>36-  ASPIRE AU MEILLEUR, LÈVE-TOI ET BATS-TOI CONTRE LE PIRE</a:t>
            </a:r>
          </a:p>
          <a:p>
            <a:pPr>
              <a:defRPr/>
            </a:pPr>
            <a:r>
              <a:rPr lang="fr-FR" smtClean="0"/>
              <a:t>37-  UNE SEULE DÉCISION QUI A FAIT QUE... </a:t>
            </a:r>
          </a:p>
          <a:p>
            <a:pPr>
              <a:defRPr/>
            </a:pPr>
            <a:r>
              <a:rPr lang="fr-FR" smtClean="0"/>
              <a:t>38-  VOUS ET MOI, NOUS SOYONS LES PERSONNES QUE NOUS SOMMES</a:t>
            </a:r>
          </a:p>
          <a:p>
            <a:pPr>
              <a:defRPr/>
            </a:pPr>
            <a:r>
              <a:rPr lang="fr-FR" smtClean="0"/>
              <a:t>39-  AS-TU DÉJÀ ENTENDU DIRE QUE L'ESPOIR S'EST FAIT TUER ?</a:t>
            </a:r>
          </a:p>
          <a:p>
            <a:pPr>
              <a:defRPr/>
            </a:pPr>
            <a:r>
              <a:rPr lang="fr-FR" smtClean="0"/>
              <a:t>40-  OU BIEN ALORS, QU'APRÈS UN CHOC L'AMOUR EST DEVENU MUET ?</a:t>
            </a:r>
          </a:p>
          <a:p>
            <a:pPr>
              <a:defRPr/>
            </a:pPr>
            <a:r>
              <a:rPr lang="fr-FR" smtClean="0"/>
              <a:t>41-  STOPPE TES PRÉSOMPTIONS ET PUIS PRENDS COURAGE !</a:t>
            </a:r>
            <a:br>
              <a:rPr lang="fr-FR" smtClean="0"/>
            </a:br>
            <a:r>
              <a:rPr lang="fr-FR" smtClean="0"/>
              <a:t>42-  SEUL UN LÂCHE SE CACHE LÈVE-TOI ET MARCHE</a:t>
            </a:r>
            <a:br>
              <a:rPr lang="fr-FR" smtClean="0"/>
            </a:br>
            <a:r>
              <a:rPr lang="fr-FR" smtClean="0"/>
              <a:t>43-  MARCHE AVANT, TEL UN VAILLANT SOLDAT BIEN ÉQUIPÉ</a:t>
            </a:r>
            <a:br>
              <a:rPr lang="fr-FR" smtClean="0"/>
            </a:br>
            <a:r>
              <a:rPr lang="fr-FR" smtClean="0"/>
              <a:t>44-  QUE LA FOI, DANS TES COMBATS SOIT TON SEUL ÉQUIPIER</a:t>
            </a:r>
            <a:br>
              <a:rPr lang="fr-FR" smtClean="0"/>
            </a:br>
            <a:r>
              <a:rPr lang="fr-FR" smtClean="0"/>
              <a:t>45-  SOIS CONVAINCU, N'HÉSITE PLUS SOIS BOURRÉ D'ASSURANCE</a:t>
            </a:r>
            <a:br>
              <a:rPr lang="fr-FR" smtClean="0"/>
            </a:br>
            <a:r>
              <a:rPr lang="fr-FR" smtClean="0"/>
              <a:t>46-  LE DOUTE, TON PIRE ENNEMI A POUR BUT QUE TU RENONCES</a:t>
            </a:r>
            <a:br>
              <a:rPr lang="fr-FR" smtClean="0"/>
            </a:br>
            <a:r>
              <a:rPr lang="fr-FR" smtClean="0"/>
              <a:t>47-  PASSE LA 5e ET FONCE, SANS JAMAIS PLUS RÉTROGRADER</a:t>
            </a:r>
            <a:br>
              <a:rPr lang="fr-FR" smtClean="0"/>
            </a:br>
            <a:r>
              <a:rPr lang="fr-FR" smtClean="0"/>
              <a:t>48-  DEVANT TOI, LA TERRE PROMISE</a:t>
            </a:r>
            <a:br>
              <a:rPr lang="fr-FR" smtClean="0"/>
            </a:br>
            <a:r>
              <a:rPr lang="fr-FR" smtClean="0"/>
              <a:t>49-  DERRIÈRE TOI, UNE TERRE DÉGRADÉE</a:t>
            </a:r>
            <a:br>
              <a:rPr lang="fr-FR" smtClean="0"/>
            </a:br>
            <a:r>
              <a:rPr lang="fr-FR" smtClean="0"/>
              <a:t>50-  DES GRADINS, J'ENTENDS L'ÉQUIPE  TYPE CRIER VICTORY</a:t>
            </a:r>
            <a:br>
              <a:rPr lang="fr-FR" smtClean="0"/>
            </a:br>
            <a:r>
              <a:rPr lang="fr-FR" smtClean="0"/>
              <a:t>51-  VICTORIA TE SUIVRA, SI T'ABANDONNES TON ANCIENNE STORY !</a:t>
            </a:r>
            <a:br>
              <a:rPr lang="fr-FR" smtClean="0"/>
            </a:br>
            <a:r>
              <a:rPr lang="fr-FR" smtClean="0"/>
              <a:t>52-  TU VIVRAS UNE HOLY LIFE</a:t>
            </a:r>
            <a:br>
              <a:rPr lang="fr-FR" smtClean="0"/>
            </a:br>
            <a:r>
              <a:rPr lang="fr-FR" smtClean="0"/>
              <a:t>53-  TON TEMPS EST COMPTÉ TOTALE SERA TA JOIE</a:t>
            </a:r>
            <a:br>
              <a:rPr lang="fr-FR" smtClean="0"/>
            </a:br>
            <a:r>
              <a:rPr lang="fr-FR" smtClean="0"/>
              <a:t>54-  T'AURAS LA PAIX PLEIN LES POCHES</a:t>
            </a:r>
            <a:br>
              <a:rPr lang="fr-FR" smtClean="0"/>
            </a:br>
            <a:r>
              <a:rPr lang="fr-FR" smtClean="0"/>
              <a:t>55-  LA GLOIRE POUR COURONNE ET L'A.M.O.U.R POUR TROPHÉE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 </a:t>
            </a:r>
          </a:p>
          <a:p>
            <a:pPr>
              <a:defRPr/>
            </a:pPr>
            <a:r>
              <a:rPr lang="fr-FR" smtClean="0"/>
              <a:t>	56-  UNE SEULE DÉCISION QUI A FAIT QUE    X3</a:t>
            </a:r>
          </a:p>
          <a:p>
            <a:pPr>
              <a:defRPr/>
            </a:pPr>
            <a:r>
              <a:rPr lang="fr-FR" smtClean="0"/>
              <a:t>	57-  VOUS ET MOI, NOUS SOYONS LES PERSONNES QUE NOUS SOMMES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B201BF-252B-48E0-BECA-379A4366C19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1207EE-4052-4DCC-A4B0-BE647202935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CC0F9F-862F-4797-9B6F-8E3CA9EC78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3AEB7B-DAB8-47ED-B97C-D47550B6F19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813D03-F7C9-476B-B592-ADB7FC753E5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A13F4E-3760-427B-A9CF-6BE6DC1335E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400D32-63B2-41C4-ACE9-B3A294835AE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3C670C-E723-466E-B47E-4B9770B67B1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C8DC85-3BEB-497A-AFC8-53CBC6D82C7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633B82-C090-4603-BE04-4FCCC49BDE1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CA0404-0ED6-4855-AF81-8F8467651C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+mn-cs"/>
              </a:defRPr>
            </a:lvl1pPr>
          </a:lstStyle>
          <a:p>
            <a:pPr>
              <a:defRPr/>
            </a:pPr>
            <a:fld id="{A982DF12-C033-42A4-95F1-C43E27114FA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PARFOIS L'HOMME PASSE SON TEMPS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PLEURER SUR SON SORT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INCONSCIENT QUE C'EST DE SA BOUCHE QUE SON AVENIR SORT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CET HOMME UN BEAU JOUR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CESSAIT DE PARLER LA MORT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SÛR QU'IL POURRAIT ENFIN ACCÉDER À L'AMOUR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VIE, TOUT SIMPLEMENT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RÉSULTAT DE TES CHOIX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CHOISIS LA VIE, ET NON LA MORT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TA VIE, NE SOIS PAS MÉCHANT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OUVRE GRAND TA BOUCHE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PARLE LE POSITIF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NÉGATIVE  A ÉTÉ TA VIE, DONC FAIT QUE LE MEILLEUR ARRIVE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FORTIFIE-TOI ET DÉCIDE D'AVANCER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HORS DE QUESTION QUE TON PASSÉ PUISSE TE DEVANCER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CHOIX EST DÉSORMAIS ENTRE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TES MAINS ET DANS TA BOUCHE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CHOISIS LE MEILLEUR, ET POUR LE PIRE FAIS-LE VOIR LOUCHE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ROUGE EST LE SANG, DONC ROUGE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LA VICTOIRE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BOUGE ET RÉJOUIS-TOI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TU AS VAINCU LE PIRE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PARÉ POUR CONQUÉRIR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FAIS ÉCLATER TES RIRES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LÀ TU POURRAS DIRE QUE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MEILLEUR RESTE À VENIR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SEULE DÉCISION QUI A FAIT QUE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VOUS ET MOI, NOUS SOYONS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PERSONNES QUE NOUS SOMMES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M'ADRESSE À TOI, QUI N'EN PEUX PLUS, QUI EN AS MARRE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TOI QUI TE DIS AVOIR PERDU TOUT ESPOIR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TOI QUI PENSE AVOIR TOUT FAIT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ESSAYÉ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TOI QUI NE COMPRENDS PAS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POURQUOI TU TARDES À RÉUSSIR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ES-TU CERTAIN, DIS-MOI, D'AVOIR JOUÉ LA DERNIÈRE CARTE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CELLE QUI FAIT QU'EN UN INSTANT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TOUTES TES MAUVAISES PENSÉES PARTENT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DÉPEND, TU SAIS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LA QUALITÉ DE TES PENSÉES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SOIT ELLES TRAVAILLENT POUR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 BIEN ELLES TE DÉÇOIVENT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COMMENCE LÀ-HAUT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TA TÊTE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PERSONNE D'AUTRE, HORMIS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PEUT CAUSER TA PERTE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ARRÊTE D'ESPÉRER POUR UN TEMPS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TEMPS FILE, NE L'ATTENDS PAS CESSE DE PERDRE DU TEMPS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GARDE ESPOIR JUSQU'À CE QUE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CHOSE SE RÉALISE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JUSQU'À CE QUE TES DOUTES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TES PEURS SE PARALYSENT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TANT QUE TU RESPIRES, ESPÈRE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N'ATTENDS PAS D'EXPIRER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ASPIRE AU MEILLEUR, LÈVE-TOI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BATS-TOI CONTRE LE PIRE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SEULE DÉCISION QUI A FAIT QUE...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VOUS ET MOI, NOUS SOYONS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PERSONNES QUE NOUS SOMMES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AS-TU DÉJÀ ENTENDU DIRE QUE L'ESPOIR S'EST FAIT TUER 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 BIEN ALORS, QU'APRÈS UN CHOC L'AMOUR EST DEVENU MUET 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STOPPE TES PRÉSOMPTIONS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PUIS PRENDS COURAGE !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SEUL UN LÂCHE SE CACHE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LÈVE-TOI ET MARCHE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MARCHE AVANT, TEL UN VAILLANT SOLDAT BIEN ÉQUIPÉ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LA FOI, DANS TES COMBATS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SOIT TON SEUL ÉQUIPIER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SOIS CONVAINCU, N'HÉSITE PLUS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SOIS BOURRÉ D'ASSURANCE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DOUTE, TON PIRE ENNEMI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 POUR BUT QUE TU RENONCES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PASSE LA 5e ET FONCE, SANS JAMAIS PLUS RÉTROGRADER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DEVANT TOI, LA TERRE PROMISE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DERRIÈRE TOI, UNE TERRE DÉGRADÉE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DES GRADINS, J'ENTENDS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L'ÉQUIPE  TYPE CRIER VICTORY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VICTORIA TE SUIVRA, SI T'ABANDONNES TON ANCIENNE STORY !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VIVRAS UNE HOLY LIFE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TEMPS EST COMPTÉ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TOTALE SERA TA JOIE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T'AURAS LA PAIX PLEIN LES POCHES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GLOIRE POUR COURONNE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L'A.M.O.U.R POUR TROPHÉE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SEULE DÉCISION QUI A FAIT QUE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VOUS ET MOI, NOUS SOYONS LES PERSONNES QUE NOUS SOMMES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1614</TotalTime>
  <Words>8586</Words>
  <Application>Microsoft Office PowerPoint</Application>
  <PresentationFormat>On-screen Show (4:3)</PresentationFormat>
  <Paragraphs>5529</Paragraphs>
  <Slides>57</Slides>
  <Notes>57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57</vt:i4>
      </vt:variant>
    </vt:vector>
  </HeadingPairs>
  <TitlesOfParts>
    <vt:vector size="61" baseType="lpstr">
      <vt:lpstr>Franklin Gothic Medium</vt:lpstr>
      <vt:lpstr>Arial</vt:lpstr>
      <vt:lpstr>Calibri</vt:lpstr>
      <vt:lpstr>Default Design</vt:lpstr>
      <vt:lpstr>PARFOIS L'HOMME PASSE SON TEMPS À PLEURER SUR SON SORT</vt:lpstr>
      <vt:lpstr>INCONSCIENT QUE C'EST DE SA BOUCHE QUE SON AVENIR SORT</vt:lpstr>
      <vt:lpstr>SI CET HOMME UN BEAU JOUR CESSAIT DE PARLER LA MORT</vt:lpstr>
      <vt:lpstr>JE SUIS SÛR QU'IL POURRAIT ENFIN ACCÉDER À L'AMOUR</vt:lpstr>
      <vt:lpstr>TA VIE, TOUT SIMPLEMENT LE RÉSULTAT DE TES CHOIX</vt:lpstr>
      <vt:lpstr>CHOISIS LA VIE, ET NON LA MORT AVEC TA VIE, NE SOIS PAS MÉCHANT </vt:lpstr>
      <vt:lpstr>OUVRE GRAND TA BOUCHE ET PARLE LE POSITIF</vt:lpstr>
      <vt:lpstr>NÉGATIVE  A ÉTÉ TA VIE, DONC FAIT QUE LE MEILLEUR ARRIVE</vt:lpstr>
      <vt:lpstr>FORTIFIE-TOI ET DÉCIDE D'AVANCER</vt:lpstr>
      <vt:lpstr>HORS DE QUESTION QUE TON PASSÉ PUISSE TE DEVANCER</vt:lpstr>
      <vt:lpstr>LE CHOIX EST DÉSORMAIS ENTRE TES MAINS ET DANS TA BOUCHE</vt:lpstr>
      <vt:lpstr>CHOISIS LE MEILLEUR, ET POUR LE PIRE FAIS-LE VOIR LOUCHE !</vt:lpstr>
      <vt:lpstr>ROUGE EST LE SANG, DONC ROUGE EST LA VICTOIRE</vt:lpstr>
      <vt:lpstr>BOUGE ET RÉJOUIS-TOI CAR TU AS VAINCU LE PIRE</vt:lpstr>
      <vt:lpstr>PARÉ POUR CONQUÉRIR FAIS ÉCLATER TES RIRES</vt:lpstr>
      <vt:lpstr>ET LÀ TU POURRAS DIRE QUE LE MEILLEUR RESTE À VENIR</vt:lpstr>
      <vt:lpstr>UNE SEULE DÉCISION QUI A FAIT QUE </vt:lpstr>
      <vt:lpstr>VOUS ET MOI, NOUS SOYONS LES PERSONNES QUE NOUS SOMMES</vt:lpstr>
      <vt:lpstr>JE M'ADRESSE À TOI, QUI N'EN PEUX PLUS, QUI EN AS MARRE</vt:lpstr>
      <vt:lpstr>TOI QUI TE DIS AVOIR PERDU TOUT ESPOIR</vt:lpstr>
      <vt:lpstr>TOI QUI PENSE AVOIR TOUT FAIT TOUT ESSAYÉ</vt:lpstr>
      <vt:lpstr>TOI QUI NE COMPRENDS PAS  POURQUOI TU TARDES À RÉUSSIR</vt:lpstr>
      <vt:lpstr>ES-TU CERTAIN, DIS-MOI, D'AVOIR JOUÉ LA DERNIÈRE CARTE</vt:lpstr>
      <vt:lpstr>CELLE QUI FAIT QU'EN UN INSTANT</vt:lpstr>
      <vt:lpstr>TOUTES TES MAUVAISES PENSÉES PARTENT</vt:lpstr>
      <vt:lpstr>TOUT DÉPEND, TU SAIS DE LA QUALITÉ DE TES PENSÉES</vt:lpstr>
      <vt:lpstr>SOIT ELLES TRAVAILLENT POUR TOI OU BIEN ELLES TE DÉÇOIVENT</vt:lpstr>
      <vt:lpstr>TOUT COMMENCE LÀ-HAUT </vt:lpstr>
      <vt:lpstr>DANS TA TÊTE</vt:lpstr>
      <vt:lpstr>PERSONNE D'AUTRE, HORMIS TOI NE PEUT CAUSER TA PERTE</vt:lpstr>
      <vt:lpstr>ARRÊTE D'ESPÉRER POUR UN TEMPS</vt:lpstr>
      <vt:lpstr>LE TEMPS FILE, NE L'ATTENDS PAS CESSE DE PERDRE DU TEMPS</vt:lpstr>
      <vt:lpstr>GARDE ESPOIR JUSQU'À CE QUE LA CHOSE SE RÉALISE</vt:lpstr>
      <vt:lpstr>JUSQU'À CE QUE TES DOUTES ET TES PEURS SE PARALYSENT</vt:lpstr>
      <vt:lpstr>TANT QUE TU RESPIRES, ESPÈRE N'ATTENDS PAS D'EXPIRER</vt:lpstr>
      <vt:lpstr>ASPIRE AU MEILLEUR, LÈVE-TOI ET BATS-TOI CONTRE LE PIRE</vt:lpstr>
      <vt:lpstr>UNE SEULE DÉCISION QUI A FAIT QUE... </vt:lpstr>
      <vt:lpstr>VOUS ET MOI, NOUS SOYONS LES PERSONNES QUE NOUS SOMMES</vt:lpstr>
      <vt:lpstr>AS-TU DÉJÀ ENTENDU DIRE QUE L'ESPOIR S'EST FAIT TUER ?</vt:lpstr>
      <vt:lpstr>OU BIEN ALORS, QU'APRÈS UN CHOC L'AMOUR EST DEVENU MUET ?</vt:lpstr>
      <vt:lpstr>STOPPE TES PRÉSOMPTIONS ET PUIS PRENDS COURAGE ! </vt:lpstr>
      <vt:lpstr>SEUL UN LÂCHE SE CACHE LÈVE-TOI ET MARCHE </vt:lpstr>
      <vt:lpstr>MARCHE AVANT, TEL UN VAILLANT SOLDAT BIEN ÉQUIPÉ  </vt:lpstr>
      <vt:lpstr>QUE LA FOI, DANS TES COMBATS SOIT TON SEUL ÉQUIPIER  </vt:lpstr>
      <vt:lpstr>SOIS CONVAINCU, N'HÉSITE PLUS SOIS BOURRÉ D'ASSURANCE  </vt:lpstr>
      <vt:lpstr>LE DOUTE, TON PIRE ENNEMI A POUR BUT QUE TU RENONCES  </vt:lpstr>
      <vt:lpstr>PASSE LA 5e ET FONCE, SANS JAMAIS PLUS RÉTROGRADER   </vt:lpstr>
      <vt:lpstr>DEVANT TOI, LA TERRE PROMISE   </vt:lpstr>
      <vt:lpstr>DERRIÈRE TOI, UNE TERRE DÉGRADÉE   </vt:lpstr>
      <vt:lpstr>DES GRADINS, J'ENTENDS L'ÉQUIPE  TYPE CRIER VICTORY   </vt:lpstr>
      <vt:lpstr>VICTORIA TE SUIVRA, SI T'ABANDONNES TON ANCIENNE STORY !   </vt:lpstr>
      <vt:lpstr>TU VIVRAS UNE HOLY LIFE   </vt:lpstr>
      <vt:lpstr>TON TEMPS EST COMPTÉ TOTALE SERA TA JOIE  </vt:lpstr>
      <vt:lpstr>T'AURAS LA PAIX PLEIN LES POCHES   </vt:lpstr>
      <vt:lpstr>LA GLOIRE POUR COURONNE ET L'A.M.O.U.R POUR TROPHÉE   </vt:lpstr>
      <vt:lpstr>UNE SEULE DÉCISION QUI A FAIT QUE    </vt:lpstr>
      <vt:lpstr>VOUS ET MOI, NOUS SOYONS LES PERSONNES QUE NOUS SOMMES   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153</cp:revision>
  <dcterms:created xsi:type="dcterms:W3CDTF">2002-08-17T10:50:50Z</dcterms:created>
  <dcterms:modified xsi:type="dcterms:W3CDTF">2014-03-02T10:17:01Z</dcterms:modified>
</cp:coreProperties>
</file>