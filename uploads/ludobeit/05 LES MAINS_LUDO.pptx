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9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>
        <p:scale>
          <a:sx n="40" d="100"/>
          <a:sy n="40" d="100"/>
        </p:scale>
        <p:origin x="-6" y="-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25D677A-84B3-4165-8604-2C94B2BB30E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D22416-41CB-4044-A266-E49ED58C5682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B60481-537F-4A1B-BA51-68D8CAD191A1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B0DA5-E028-4C38-BBA6-0823E91430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56EC8-F77D-4F5B-950C-DB35414573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434D9-5E06-4031-A1E3-3C4190B79E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55EDE-2FCC-49F1-92A0-3BA3C4D3D2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4C8FA-87B3-48F5-8DAE-667BDAA376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39056-98EA-4910-B317-3933178DF5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D57C4-9063-43C1-AF26-8766C9EB46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2C2EAB-8481-4C89-9728-AB6D084855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0F1C4-B427-4065-8ADF-C2FF1B58AD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BAC32-21CE-4C2C-AF2A-5E0350F32B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0D1A47-E543-4E15-9BD2-6B96832A91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99F66AA-772E-48F7-81FF-8459A3C46F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MAINS DIEU NOUS A DONNÉ DES MAINS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MAINS POUR CRÉER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MAINS POUR DONNER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MAINS POUR AIMER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MAINS POUR DÉFENDRE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NOUS AVONS MAL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UTILISÉS NOS MAINS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LES MAINS FAITES POUR CRÉER  MAINTENANT DÉTRUISENT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LES MAINS FAITES POUR DÉFENDRE MAINTENANT ATTAQUENT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LES MAINS FAITES POUR AIMER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MAINTENANT HAÏSSENT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1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1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CE QUE DIEU AVAIT CRÉÉ POUR LE BIEN L’ENNEMI L’A DÉTOURNÉ POUR LE MAL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PARCE QUE L’INIQUITÉ SE SERA ACCRUE L’AMOUR DU PLUS GRAND NOMBRE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SE REFROIDIRA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L’OFFENSE EST NÉE DANS LE CŒUR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 DES PEUPLES DE LA TERRE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11</Words>
  <Application>Microsoft Office PowerPoint</Application>
  <PresentationFormat>On-screen Show (4:3)</PresentationFormat>
  <Paragraphs>17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69</cp:revision>
  <dcterms:created xsi:type="dcterms:W3CDTF">2002-08-17T12:16:38Z</dcterms:created>
  <dcterms:modified xsi:type="dcterms:W3CDTF">2013-12-21T20:59:16Z</dcterms:modified>
</cp:coreProperties>
</file>