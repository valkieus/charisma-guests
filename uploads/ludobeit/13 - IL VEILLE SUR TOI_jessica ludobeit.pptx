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6" r:id="rId42"/>
    <p:sldId id="298" r:id="rId43"/>
    <p:sldId id="300" r:id="rId44"/>
    <p:sldId id="299" r:id="rId45"/>
    <p:sldId id="301" r:id="rId46"/>
    <p:sldId id="302" r:id="rId47"/>
    <p:sldId id="303" r:id="rId48"/>
    <p:sldId id="304" r:id="rId49"/>
    <p:sldId id="305" r:id="rId5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2836" autoAdjust="0"/>
    <p:restoredTop sz="28737" autoAdjust="0"/>
  </p:normalViewPr>
  <p:slideViewPr>
    <p:cSldViewPr>
      <p:cViewPr>
        <p:scale>
          <a:sx n="40" d="100"/>
          <a:sy n="40" d="100"/>
        </p:scale>
        <p:origin x="208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2829238-50EA-425F-895D-D4DA6066664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12EC7CF-5C02-4E2E-A744-C994C550A932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1-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2-  NON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CAR JE SUIS LÀ, OUI JE SUIS LÀ ET CROIS-MOI CHAQUE JOUR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PÈRE, J'AI MAL J'AI URGEMMENT BESOIN DE TON AIDE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CAR TON FILS CRAQUE, PÈRE J'AI L'IMPRESSION DE PERDRE LA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TELLEMENT ELLE EST PLEINE JE DOIS TE FAIRE PART DE MA PEINE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J'AI PEUR DE PASSER DE ... À PASSER DE L'AMOUR À LA HAINE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CAR FAIRE DU BIEN AUX AUTRESAPPAREMMENT DÉRANGE LES MIENS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RIEN ! J'AI JE NE SAIS PLUS QUOI FAIRE PÈRE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JE NE COMPRENDS PLUS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RIEN NE ME POUSSE À VIVRE HORMIS TON SOUTIEN DIVIN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VIENS ME PRENDRE, J'EN PEUX PLUS DE CE TROU, EMMÈNE MOI LOIN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CHAQUE JOUR 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TU TE DEMANDES SI MOI TON DIEU, JE T’OUBLIE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TU TE POSES DES QUESTIONS TU TOURNES EN ROND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17-  MAIS SACHE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18-  JE SAIS, ON A SOUVENT TRAHI TA CONFIANCE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MAIS BAISSE LA GARDE JUSTE POUR ME LAISSER UNE CHANCE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QUE MON AMOUR NE CHANGERA PAS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Refrain :	22-  AUJOURD’HUI, LÈVE TA TÊTE OUVRE TES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23-  NON, N’ATTENDS PAS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24-  CAR JE SUIS LÀ, OUI JE SUIS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25-  ET CROIS-MOI CHAQUE JOUR JE VEILLE SUR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26-  LE PIRE TENTE DE SE FAUFILER DANS MA TÊTE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27-  MAIS TOI, PÈRE, TU M'INSPIRES QU'À NE PENSER QU'AU MEILLEUR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28-  JE VOUDRAIS JUSTE ACCOMPLIR TA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29-  SAVOIR AIMER DONNER DE TON AMOUR À VOLONTÉ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30-  ET PUIS PEU IMPORTE J'AIMERAI COÛTE QUE COÛTE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31-  QUITTE À PERDRE DE MON ENTOURAGE ET CELA POUR TA CAUSE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32-  SANS L'AMOUR, JE NE SUIS RIEN JE NE FAIS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33-  A QUOI BON GARDER POUR MOI CE QUI EST DÉDIÉ AUX AUTRES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34-  LE TEMPS PASSE ET LES GENS AVANCENT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35-  ET TOI TU PENSES QUE JE T’AI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36-  TU VEUX LAISSER TOMBER TU VEUX TOUT PLAQUER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37-  MAIS SOUVIENS-TOI QUE MOI JE VEILLE SUR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38-  CERTAINS COULENT S’EFFONDRENT OU TOMBENT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39-  MAIS RAPPELLE-TOI QUI EST TON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40-  ET LÀ, TU COMPRENDRAS OUI TU COMPRENDRAS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41-  QUE JUSQU’AU BOUT, JE SERAIS LÀ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Le pont x2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42-  JE NE T’AI JAMAIS ABANDONNÉ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43-  TU NE M’AS JAMAIS LAISSER TOMBER NON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44-  JE SUIS RESTÉ À TES COTÉS  TU ES TOUJOURS RESTÉ PRÈS DE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45-  J’ATTENDAIS JUSTE CE MOMENT CE JOUR, CET INSTANT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46-  MAINTENANT, JE LÈVE LA TÊTE ET J’OUVRE LES YEUX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47-  JE N’ATTENDS PLUS JE REGARDE VERS LES CIEUX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48-  PARCE QUE TU ES LÀ OUI TU M’AS DIT QUE TU ES LÀ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49-  ET JE LE CROIS, CHAQUE JOUR TU VEILLERAS SUR MOI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Refrain :	1-  AUJOURD’HUI, LÈVE TA TÊTE OUVRE TES YEUX</a:t>
            </a:r>
          </a:p>
          <a:p>
            <a:r>
              <a:rPr lang="fr-FR"/>
              <a:t>	2-  NON N’ATTENDS PAS REGARDE VERS LES CIEUX</a:t>
            </a:r>
          </a:p>
          <a:p>
            <a:r>
              <a:rPr lang="fr-FR"/>
              <a:t>	3-  CAR JE SUIS LÀ, OUI JE SUIS LÀ ET CROIS-MOI CHAQUE JOUR</a:t>
            </a:r>
          </a:p>
          <a:p>
            <a:r>
              <a:rPr lang="fr-FR"/>
              <a:t>	4-   JE VEILLE SUR TOI</a:t>
            </a:r>
          </a:p>
          <a:p>
            <a:endParaRPr lang="fr-FR"/>
          </a:p>
          <a:p>
            <a:r>
              <a:rPr lang="fr-FR"/>
              <a:t>5-  PÈRE, J'AI MAL J'AI URGEMMENT BESOIN DE TON AIDE </a:t>
            </a:r>
          </a:p>
          <a:p>
            <a:r>
              <a:rPr lang="fr-FR"/>
              <a:t>6-  CAR TON FILS CRAQUE, PÈRE J'AI L'IMPRESSION DE PERDRE LA TÊTE</a:t>
            </a:r>
          </a:p>
          <a:p>
            <a:r>
              <a:rPr lang="fr-FR"/>
              <a:t>7-  TELLEMENT ELLE EST PLEINE JE DOIS TE FAIRE PART DE MA PEINE</a:t>
            </a:r>
          </a:p>
          <a:p>
            <a:r>
              <a:rPr lang="fr-FR"/>
              <a:t>8-  J'AI PEUR DE PASSER DE ... À PASSER DE L'AMOUR À LA HAINE</a:t>
            </a:r>
          </a:p>
          <a:p>
            <a:r>
              <a:rPr lang="fr-FR"/>
              <a:t>9-  CAR FAIRE DU BIEN AUX AUTRESAPPAREMMENT DÉRANGE LES MIENS</a:t>
            </a:r>
          </a:p>
          <a:p>
            <a:r>
              <a:rPr lang="fr-FR"/>
              <a:t>10-  RIEN ! J'AI JE NE SAIS PLUS QUOI FAIRE PÈRE</a:t>
            </a:r>
          </a:p>
          <a:p>
            <a:r>
              <a:rPr lang="fr-FR"/>
              <a:t>11-  JE NE COMPRENDS PLUS RIEN</a:t>
            </a:r>
          </a:p>
          <a:p>
            <a:r>
              <a:rPr lang="fr-FR"/>
              <a:t>12-  RIEN NE ME POUSSE À VIVRE HORMIS TON SOUTIEN DIVIN</a:t>
            </a:r>
          </a:p>
          <a:p>
            <a:r>
              <a:rPr lang="fr-FR"/>
              <a:t>13-  VIENS ME PRENDRE, J'EN PEUX PLUS DE CE TROU, EMMÈNE MOI LOIN</a:t>
            </a:r>
          </a:p>
          <a:p>
            <a:endParaRPr lang="fr-FR"/>
          </a:p>
          <a:p>
            <a:r>
              <a:rPr lang="fr-FR"/>
              <a:t>14-  CHAQUE JOUR DE TA VIE</a:t>
            </a:r>
          </a:p>
          <a:p>
            <a:r>
              <a:rPr lang="fr-FR"/>
              <a:t>15-  TU TE DEMANDES SI MOI TON DIEU, JE T’OUBLIE</a:t>
            </a:r>
          </a:p>
          <a:p>
            <a:r>
              <a:rPr lang="fr-FR"/>
              <a:t>16-  TU TE POSES DES QUESTIONS TU TOURNES EN ROND</a:t>
            </a:r>
          </a:p>
          <a:p>
            <a:r>
              <a:rPr lang="fr-FR"/>
              <a:t>17-  MAIS SACHE QUE MOI JE VEILLE SUR TOI</a:t>
            </a:r>
          </a:p>
          <a:p>
            <a:r>
              <a:rPr lang="fr-FR"/>
              <a:t>18-  JE SAIS, ON A SOUVENT TRAHI TA CONFIANCE</a:t>
            </a:r>
          </a:p>
          <a:p>
            <a:r>
              <a:rPr lang="fr-FR"/>
              <a:t>19-  MAIS BAISSE LA GARDE JUSTE POUR ME LAISSER UNE CHANCE</a:t>
            </a:r>
          </a:p>
          <a:p>
            <a:r>
              <a:rPr lang="fr-FR"/>
              <a:t>20-  ET LÀ, TU COMPRENDRAS OUI TU COMPRENDRAS</a:t>
            </a:r>
          </a:p>
          <a:p>
            <a:r>
              <a:rPr lang="fr-FR"/>
              <a:t>21-  QUE MON AMOUR NE CHANGERA PAS</a:t>
            </a:r>
          </a:p>
          <a:p>
            <a:endParaRPr lang="fr-FR"/>
          </a:p>
          <a:p>
            <a:r>
              <a:rPr lang="fr-FR"/>
              <a:t>Refrain :	22-  AUJOURD’HUI, LÈVE TA TÊTE OUVRE TES YEUX</a:t>
            </a:r>
          </a:p>
          <a:p>
            <a:r>
              <a:rPr lang="fr-FR"/>
              <a:t>	23-  NON, N’ATTENDS PAS REGARDE VERS LES CIEUX</a:t>
            </a:r>
          </a:p>
          <a:p>
            <a:r>
              <a:rPr lang="fr-FR"/>
              <a:t>	24-  CAR JE SUIS LÀ, OUI JE SUIS LÀ</a:t>
            </a:r>
          </a:p>
          <a:p>
            <a:r>
              <a:rPr lang="fr-FR"/>
              <a:t>	25-  ET CROIS-MOI CHAQUE JOUR JE VEILLE SUR TOI</a:t>
            </a:r>
          </a:p>
          <a:p>
            <a:endParaRPr lang="fr-FR"/>
          </a:p>
          <a:p>
            <a:r>
              <a:rPr lang="fr-FR"/>
              <a:t>26-  LE PIRE TENTE DE SE FAUFILER DANS MA TÊTE</a:t>
            </a:r>
          </a:p>
          <a:p>
            <a:r>
              <a:rPr lang="fr-FR"/>
              <a:t>27-  MAIS TOI, PÈRE, TU M'INSPIRES QU'À NE PENSER QU'AU MEILLEUR</a:t>
            </a:r>
          </a:p>
          <a:p>
            <a:r>
              <a:rPr lang="fr-FR"/>
              <a:t>28-  JE VOUDRAIS JUSTE ACCOMPLIR TA VOLONTÉ</a:t>
            </a:r>
          </a:p>
          <a:p>
            <a:r>
              <a:rPr lang="fr-FR"/>
              <a:t>29-  SAVOIR AIMER DONNER DE TON AMOUR À VOLONTÉ</a:t>
            </a:r>
          </a:p>
          <a:p>
            <a:r>
              <a:rPr lang="fr-FR"/>
              <a:t>30-  ET PUIS PEU IMPORTE J'AIMERAI COÛTE QUE COÛTE</a:t>
            </a:r>
          </a:p>
          <a:p>
            <a:r>
              <a:rPr lang="fr-FR"/>
              <a:t>31-  QUITTE À PERDRE DE MON ENTOURAGE ET CELA POUR TA CAUSE</a:t>
            </a:r>
          </a:p>
          <a:p>
            <a:r>
              <a:rPr lang="fr-FR"/>
              <a:t>32-  SANS L'AMOUR, JE NE SUIS RIEN JE NE FAIS RIEN</a:t>
            </a:r>
          </a:p>
          <a:p>
            <a:r>
              <a:rPr lang="fr-FR"/>
              <a:t>33-  A QUOI BON GARDER POUR MOI CE QUI EST DÉDIÉ AUX AUTRES</a:t>
            </a:r>
          </a:p>
          <a:p>
            <a:endParaRPr lang="fr-FR"/>
          </a:p>
          <a:p>
            <a:r>
              <a:rPr lang="fr-FR"/>
              <a:t>34-  LE TEMPS PASSE ET LES GENS AVANCENT</a:t>
            </a:r>
          </a:p>
          <a:p>
            <a:r>
              <a:rPr lang="fr-FR"/>
              <a:t>35-  ET TOI TU PENSES QUE JE T’AI ABANDONNÉ</a:t>
            </a:r>
          </a:p>
          <a:p>
            <a:r>
              <a:rPr lang="fr-FR"/>
              <a:t>36-  TU VEUX LAISSER TOMBER TU VEUX TOUT PLAQUER</a:t>
            </a:r>
          </a:p>
          <a:p>
            <a:r>
              <a:rPr lang="fr-FR"/>
              <a:t>37-  MAIS SOUVIENS-TOI QUE MOI JE VEILLE SUR TOI</a:t>
            </a:r>
          </a:p>
          <a:p>
            <a:r>
              <a:rPr lang="fr-FR"/>
              <a:t>38-  CERTAINS COULENT S’EFFONDRENT OU TOMBENT</a:t>
            </a:r>
          </a:p>
          <a:p>
            <a:r>
              <a:rPr lang="fr-FR"/>
              <a:t>39-  MAIS RAPPELLE-TOI QUI EST TON DIEU</a:t>
            </a:r>
          </a:p>
          <a:p>
            <a:r>
              <a:rPr lang="fr-FR"/>
              <a:t>40-  ET LÀ, TU COMPRENDRAS OUI TU COMPRENDRAS</a:t>
            </a:r>
          </a:p>
          <a:p>
            <a:r>
              <a:rPr lang="fr-FR"/>
              <a:t>41-  QUE JUSQU’AU BOUT, JE SERAIS LÀ</a:t>
            </a:r>
          </a:p>
          <a:p>
            <a:endParaRPr lang="fr-FR"/>
          </a:p>
          <a:p>
            <a:r>
              <a:rPr lang="fr-FR"/>
              <a:t>	refrain</a:t>
            </a:r>
          </a:p>
          <a:p>
            <a:endParaRPr lang="fr-FR"/>
          </a:p>
          <a:p>
            <a:r>
              <a:rPr lang="fr-FR"/>
              <a:t>Le pont x2 :</a:t>
            </a:r>
          </a:p>
          <a:p>
            <a:r>
              <a:rPr lang="fr-FR"/>
              <a:t>42-  JE NE T’AI JAMAIS ABANDONNÉ</a:t>
            </a:r>
          </a:p>
          <a:p>
            <a:r>
              <a:rPr lang="fr-FR"/>
              <a:t>43-  TU NE M’AS JAMAIS LAISSER TOMBER NON</a:t>
            </a:r>
          </a:p>
          <a:p>
            <a:r>
              <a:rPr lang="fr-FR"/>
              <a:t>44-  JE SUIS RESTÉ À TES COTÉS  TU ES TOUJOURS RESTÉ PRÈS DE MOI</a:t>
            </a:r>
          </a:p>
          <a:p>
            <a:r>
              <a:rPr lang="fr-FR"/>
              <a:t>45-  J’ATTENDAIS JUSTE CE MOMENT CE JOUR, CET INSTANT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46-  MAINTENANT, JE LÈVE LA TÊTE ET J’OUVRE LES YEUX</a:t>
            </a:r>
          </a:p>
          <a:p>
            <a:r>
              <a:rPr lang="fr-FR"/>
              <a:t>47-  JE N’ATTENDS PLUS JE REGARDE VERS LES CIEUX</a:t>
            </a:r>
          </a:p>
          <a:p>
            <a:r>
              <a:rPr lang="fr-FR"/>
              <a:t>48-  PARCE QUE TU ES LÀ OUI TU M’AS DIT QUE TU ES LÀ</a:t>
            </a:r>
          </a:p>
          <a:p>
            <a:r>
              <a:rPr lang="fr-FR"/>
              <a:t>49-  ET JE LE CROIS, CHAQUE JOUR TU VEILLERAS SUR MOI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73418-DBB9-4E01-8AA8-790555D4717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B07CB-31EA-4E28-BD5F-1443D5A2A50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D25C77-1ED4-4975-A927-8B08784E2FA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FBD342-2373-4A7F-9291-77A30745E01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8BD60A-759D-4B94-8989-37A68FA988B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14177F-131A-4A16-A427-BC7904F06EF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C6658-F987-4417-B22A-BF7F5DFE4D0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DC9EE-2EA0-4299-8093-1F9B7EEDCDD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58432-4290-406D-8590-5F7E6856FD68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DD212-5AEE-403C-BF61-50102AF921F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8F5119-E141-4CE9-B960-168A3E9DE241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0E2E938-FBB5-4138-8078-F309E7945FA2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AUJOURD’HUI, LÈVE TA TÊTE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OUVRE TES YEUX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 N’ATTENDS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REGARDE VERS LES CIEUX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JE SUIS LÀ, OUI JE SUIS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CROIS-MOI CHAQUE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JE VEILLE SUR TOI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PÈRE, J'AI MAL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URGEMMENT BESOIN DE TON AIDE 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TON FILS CRAQUE, PÈRE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L'IMPRESSION DE PERDRE LA TÊTE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TELLEMENT ELLE EST PLEINE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JE DOIS TE FAIRE PART DE MA PEINE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J'AI PEUR DE PASSER DE ... À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PASSER DE L'AMOUR À LA HAINE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FAIRE DU BIEN AUX AUTRES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APPAREMMENT DÉRANGE LES MIENS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RIEN ! J'AI JE NE SAIS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QUOI FAIRE 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COMPRENDS PLUS RIEN</a:t>
            </a:r>
          </a:p>
        </p:txBody>
      </p:sp>
      <p:sp>
        <p:nvSpPr>
          <p:cNvPr id="2355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RIEN NE ME POUSSE À VIVRE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HORMIS TON SOUTIEN DIVIN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560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ME PRENDRE, J'EN PEUX PLUS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DE CE TROU, EMMÈNE MOI LOIN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CHAQUE JOUR DE TA VIE</a:t>
            </a:r>
          </a:p>
        </p:txBody>
      </p:sp>
      <p:sp>
        <p:nvSpPr>
          <p:cNvPr id="296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TE DEMANDES 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DIEU, JE T’OUBLIE</a:t>
            </a:r>
          </a:p>
        </p:txBody>
      </p:sp>
      <p:sp>
        <p:nvSpPr>
          <p:cNvPr id="317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TE POSES DES QUESTIONS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TU TOURNES EN ROND</a:t>
            </a:r>
          </a:p>
        </p:txBody>
      </p:sp>
      <p:sp>
        <p:nvSpPr>
          <p:cNvPr id="337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SACHE QUE MOI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VEILLE SUR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58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SAIS, ON A SOUVENT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TRAHI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 CONFIANCE</a:t>
            </a:r>
          </a:p>
        </p:txBody>
      </p:sp>
      <p:sp>
        <p:nvSpPr>
          <p:cNvPr id="378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BAISSE LA GARDE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JUSTE POUR ME LAISSER UNE CHANCE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99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LÀ, TU COMPRENDRAS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OUI TU COMPRENDRAS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19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4952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MON AMOUR NE CHANGERA PAS</a:t>
            </a:r>
          </a:p>
        </p:txBody>
      </p:sp>
      <p:sp>
        <p:nvSpPr>
          <p:cNvPr id="4403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AUJOURD’HUI, LÈVE TA TÊTE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OUVRE TES YEUX</a:t>
            </a:r>
          </a:p>
        </p:txBody>
      </p:sp>
      <p:sp>
        <p:nvSpPr>
          <p:cNvPr id="4608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NON, N’ATTENDS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REGARDE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VERS LES CIEUX</a:t>
            </a:r>
          </a:p>
        </p:txBody>
      </p:sp>
      <p:sp>
        <p:nvSpPr>
          <p:cNvPr id="4813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JE SUIS LÀ, OUI JE SUIS LÀ</a:t>
            </a:r>
          </a:p>
        </p:txBody>
      </p:sp>
      <p:sp>
        <p:nvSpPr>
          <p:cNvPr id="5017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CROIS-MOI CHAQUE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VEILLE SUR TOI</a:t>
            </a:r>
          </a:p>
        </p:txBody>
      </p:sp>
      <p:sp>
        <p:nvSpPr>
          <p:cNvPr id="5222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PIRE TENTE DE SE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FAUFILER DANS MA TÊTE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42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TOI, PÈRE, TU M'INSPIRES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QU'À NE PENSER QU'AU MEILLEUR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63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VOUDRAIS JUSTE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ACCOMPLIR TA VOLONTÉ</a:t>
            </a:r>
          </a:p>
        </p:txBody>
      </p:sp>
      <p:sp>
        <p:nvSpPr>
          <p:cNvPr id="583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SAVOIR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AIMER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DONNER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TON AMOUR À VOLONTÉ</a:t>
            </a:r>
          </a:p>
        </p:txBody>
      </p:sp>
      <p:sp>
        <p:nvSpPr>
          <p:cNvPr id="604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PUIS PEU IMPORTE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J'AIMERAI COÛTE QUE COÛTE</a:t>
            </a:r>
          </a:p>
        </p:txBody>
      </p:sp>
      <p:sp>
        <p:nvSpPr>
          <p:cNvPr id="624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QUITTE À PERDRE DE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ENTOURAGE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CELA POUR TA CAUSE</a:t>
            </a:r>
          </a:p>
        </p:txBody>
      </p:sp>
      <p:sp>
        <p:nvSpPr>
          <p:cNvPr id="645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L'AMOUR, JE NE SUIS RIEN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JE NE FAIS RIEN</a:t>
            </a:r>
          </a:p>
        </p:txBody>
      </p:sp>
      <p:sp>
        <p:nvSpPr>
          <p:cNvPr id="665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 QUOI BON GARDER POUR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EST DÉDIÉ AUX AUTRES</a:t>
            </a:r>
          </a:p>
        </p:txBody>
      </p:sp>
      <p:sp>
        <p:nvSpPr>
          <p:cNvPr id="686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TEMPS PASSE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LES GENS AVANCENT</a:t>
            </a:r>
          </a:p>
        </p:txBody>
      </p:sp>
      <p:sp>
        <p:nvSpPr>
          <p:cNvPr id="7065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TOI TU PENSES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T’AI ABANDONNÉ</a:t>
            </a:r>
          </a:p>
        </p:txBody>
      </p:sp>
      <p:sp>
        <p:nvSpPr>
          <p:cNvPr id="7270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VEUX LAISSER TOMBER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TU VEUX TOUT PLAQUER</a:t>
            </a:r>
          </a:p>
        </p:txBody>
      </p:sp>
      <p:sp>
        <p:nvSpPr>
          <p:cNvPr id="7475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SOUVIENS-TOI 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VEILLE SUR TOI</a:t>
            </a:r>
          </a:p>
        </p:txBody>
      </p:sp>
      <p:sp>
        <p:nvSpPr>
          <p:cNvPr id="7680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CERTAINS COULENT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S’EFFONDRENT OU TOMBENT</a:t>
            </a:r>
          </a:p>
        </p:txBody>
      </p:sp>
      <p:sp>
        <p:nvSpPr>
          <p:cNvPr id="7885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RAPPELLE-TOI QUI EST TON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08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LÀ, TU COMPRENDRAS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OUI TU COMPRENDRAS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29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JUSQU’AU BOUT, JE SERAIS LÀ</a:t>
            </a:r>
          </a:p>
        </p:txBody>
      </p:sp>
      <p:sp>
        <p:nvSpPr>
          <p:cNvPr id="849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T’AI JAMAIS ABANDONNÉ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70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NE M’AS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JAMAIS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LAISSER TOMBER NON</a:t>
            </a:r>
          </a:p>
        </p:txBody>
      </p:sp>
      <p:sp>
        <p:nvSpPr>
          <p:cNvPr id="890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RESTÉ À TES COTÉS 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TOUJOURS RESTÉ PRÈS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11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J’ATTENDAIS JUSTE CE MOMENT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CE JOUR, CET INSTANT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31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MAINTENANT, JE LÈVE LA TÊTE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ET J’OUVRE LES YEUX</a:t>
            </a:r>
          </a:p>
        </p:txBody>
      </p:sp>
      <p:sp>
        <p:nvSpPr>
          <p:cNvPr id="9523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N’ATTENDS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REGARDE VERS LES CIEUX</a:t>
            </a:r>
          </a:p>
        </p:txBody>
      </p:sp>
      <p:sp>
        <p:nvSpPr>
          <p:cNvPr id="9728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PARCE QUE TU ES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TU M’AS DIT QUE TU ES LÀ</a:t>
            </a:r>
          </a:p>
        </p:txBody>
      </p:sp>
      <p:sp>
        <p:nvSpPr>
          <p:cNvPr id="9933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LE CROIS, CHAQUE JOUR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VEILLERAS SUR MOI</a:t>
            </a:r>
          </a:p>
        </p:txBody>
      </p:sp>
      <p:sp>
        <p:nvSpPr>
          <p:cNvPr id="10137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651</Words>
  <Application>Microsoft Office PowerPoint</Application>
  <PresentationFormat>On-screen Show (4:3)</PresentationFormat>
  <Paragraphs>5969</Paragraphs>
  <Slides>49</Slides>
  <Notes>49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3" baseType="lpstr">
      <vt:lpstr>Times New Roman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RUTH JASOR</cp:lastModifiedBy>
  <cp:revision>43</cp:revision>
  <dcterms:created xsi:type="dcterms:W3CDTF">2002-08-17T11:00:44Z</dcterms:created>
  <dcterms:modified xsi:type="dcterms:W3CDTF">2014-03-24T21:44:56Z</dcterms:modified>
</cp:coreProperties>
</file>