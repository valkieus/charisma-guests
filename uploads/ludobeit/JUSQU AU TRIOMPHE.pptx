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09" r:id="rId3"/>
    <p:sldId id="308" r:id="rId4"/>
    <p:sldId id="307" r:id="rId5"/>
    <p:sldId id="306" r:id="rId6"/>
    <p:sldId id="305" r:id="rId7"/>
    <p:sldId id="304" r:id="rId8"/>
    <p:sldId id="303" r:id="rId9"/>
    <p:sldId id="302" r:id="rId10"/>
    <p:sldId id="301" r:id="rId11"/>
    <p:sldId id="300" r:id="rId12"/>
    <p:sldId id="299" r:id="rId13"/>
    <p:sldId id="298" r:id="rId14"/>
    <p:sldId id="297" r:id="rId15"/>
    <p:sldId id="296" r:id="rId16"/>
    <p:sldId id="295" r:id="rId17"/>
    <p:sldId id="294" r:id="rId18"/>
    <p:sldId id="293" r:id="rId19"/>
    <p:sldId id="292" r:id="rId20"/>
    <p:sldId id="291" r:id="rId21"/>
    <p:sldId id="290" r:id="rId22"/>
    <p:sldId id="289" r:id="rId23"/>
    <p:sldId id="288" r:id="rId24"/>
    <p:sldId id="287" r:id="rId25"/>
    <p:sldId id="286" r:id="rId26"/>
    <p:sldId id="285" r:id="rId27"/>
    <p:sldId id="284" r:id="rId28"/>
    <p:sldId id="283" r:id="rId29"/>
    <p:sldId id="282" r:id="rId30"/>
    <p:sldId id="281" r:id="rId31"/>
    <p:sldId id="280" r:id="rId32"/>
    <p:sldId id="279" r:id="rId33"/>
    <p:sldId id="311" r:id="rId34"/>
    <p:sldId id="278" r:id="rId35"/>
    <p:sldId id="277" r:id="rId36"/>
    <p:sldId id="276" r:id="rId37"/>
    <p:sldId id="275" r:id="rId38"/>
    <p:sldId id="312" r:id="rId39"/>
    <p:sldId id="274" r:id="rId40"/>
    <p:sldId id="273" r:id="rId41"/>
    <p:sldId id="272" r:id="rId42"/>
    <p:sldId id="271" r:id="rId43"/>
    <p:sldId id="270" r:id="rId44"/>
    <p:sldId id="269" r:id="rId45"/>
    <p:sldId id="268" r:id="rId46"/>
    <p:sldId id="267" r:id="rId47"/>
    <p:sldId id="266" r:id="rId48"/>
    <p:sldId id="265" r:id="rId49"/>
    <p:sldId id="264" r:id="rId50"/>
    <p:sldId id="263" r:id="rId51"/>
    <p:sldId id="262" r:id="rId52"/>
    <p:sldId id="261" r:id="rId53"/>
    <p:sldId id="260" r:id="rId54"/>
    <p:sldId id="259" r:id="rId55"/>
    <p:sldId id="258" r:id="rId56"/>
    <p:sldId id="257" r:id="rId5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2" autoAdjust="0"/>
    <p:restoredTop sz="59385" autoAdjust="0"/>
  </p:normalViewPr>
  <p:slideViewPr>
    <p:cSldViewPr>
      <p:cViewPr varScale="1">
        <p:scale>
          <a:sx n="42" d="100"/>
          <a:sy n="42" d="100"/>
        </p:scale>
        <p:origin x="-96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21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140630FF-6DEC-4395-8E90-AD8CF10996D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E96AB3B8-5030-4365-8F12-1C24655F2FF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CAR EN ÉTANT VRAI JE POURRAI TRIOMPHER  
19-  M'ABANDONNER AU PÈRE NOUS LIER D'AMITIÉ  
20-  CAR EN ÉTANT VRAI JE POURRAI TRIOMPHER  
21-  DON'T FORGET ME ! GOD ! LOVE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CAR EN ÉTANT VRAI JE POURRAI TRIOMPHER  
42-  M'ABANDONNER AU PÈRE NOUS LIER D'AMITIÉ  
43-  CAR EN ÉTANT VRAI JE POURRAI TRIOMPHER  
44-  DON'T FORGET ME ! GOD ! LOVE 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TRIOMPHER SANS PASSER PAR UN CHANTIER, C'EST COMME...  
2-  SANS FAIRE D'ENTRAÎNEMENT VOULOIR MONTER SUR UN PODIUM  
3-  TROP DE FOIS NOUS VOULONS FAIRE SANS ÊTRE  
4-  ET MÊME QUE PARFOIS EN DÉLIRE EST NOTRE TÊTE  
5-  EN FAIT NOUS NOUS DISONS QUE DIEU DOIT 
6-  SANS PENSER QU'EN FIN DE COMPTE TOUT DÉPEND DE NOS CHOIX  
7-  DIS-MOI DIEU EST-IL OBLIGÉ DE LEVER LE SOLEIL 
8-  DE FAIRE EN SORTE QU'APRÈS LA NUIT IL Y AIT UN RÉVEIL ? 
9-  EN VÉRITÉ EN VÉRITÉ DIEU NE NOUS DOIT RIEN  
10-  IL A DÉJÀ TOUT FAIT EN ENVOYANT SON FILS POUR NOUS  
11-  JE NE VEUX PLUS FAIRE À MA FAÇON ÊTRE MON DIEU 
12-  POUR ÉVITER DE TOUT GÂCHER L.U.D DIMINUE 
13-  AVANT MÊME DE BÂTIR JE PRIE POUR QUE SON FEU PUISSE...  
14-  ...BRÛLER MES VICES 
15-  POUR QUE JE SOIS À L'IMAGE DE SON FILS  
16-  CAR SI JE CONTINUE À ÊTRE TÊTU JE SAIS QUE JE RISQUE DE FAUTER 
17-  ET CE À L'EXCÈS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18-  CAR EN ÉTANT VRAI JE POURRAI TRIOMPHER  
19-  M'ABANDONNER AU PÈRE NOUS LIER D'AMITIÉ  
20-  CAR EN ÉTANT VRAI JE POURRAI TRIOMPHER  
21-  DON'T FORGET ME ! GOD ! LOVE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22-  ALORS JE VEUX LUI PLAIRE ET MOURIR À MOI-MÊME  
23-  ME RENDRE COMPTE DE CE QUI EST MAL 
24-  AFIN DE M'EN DÉFAIRE 
25-  QUITTE À AVOIR MAL QUITTE À CE QUE CE SOIT BRUTAL  
26-  M'ABANDONNER À LUI BRILLER AU-DESSUS DES ÉTOILES  
27-  PARFOIS JE SUIS ÉTEINT ME REMETS EN QUESTION  
28-  SUR QUI JE SUIS, CE QUE JE FAIS AI-JE LA BONNE PERCEPTION ?  
29-  TUER MON MOI ME PERMETTRAIT DE RENAÎTRE  
30-  DÈS LORS, J'AI BOUGÉ MON DESTIN J'AI FINI DE PARAÎTRE  
31-  MON AVENIR EST À L'IMAGE DE MES CHOIX  
32-  JE DÉCIDE DONC DE FAIRE LES BONS 
33-  POUR ÉVITER DE ME MORDRE LES DOIGTS  
34-  RATER SON PLAN POUR MA VIE SERAIT LA PIRE DES CHOSES  
35-  AUTANT M'ÔTER LA VIE PERMETTRE QUE J'IMPLOSE  
36-  PARDONNEZ LA QUESTION MAIS « POURQUOI FAIRE SEMBLANT » ? 
37-  FACE À CELA 
38-  L'ÊTRE HUMAIN A MILLE ET UNE EXCUSES  
39-  J'AI DONC CHERCHÉ JE N'AI TROUVÉ AUCUNE RAISON...  
40-  PLUS JAMAIS MASQUÉ JE VEUX ÊTRE TRANSPARENT 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41-  CAR EN ÉTANT VRAI JE POURRAI TRIOMPHER  
42-  M'ABANDONNER AU PÈRE NOUS LIER D'AMITIÉ  
43-  CAR EN ÉTANT VRAI JE POURRAI TRIOMPHER  
44-  DON'T FORGET ME ! GOD ! LOVE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45-  EN FIN DE COMPTE PAS DE TRIOMPHE SANS CHANTIER  
46-  JE LAISSE DIEU ÊTRE DIEU ME METS SUR LE CÔTÉ  
47-  À QUOI BON M'INQUIÉTER VU QU'« EMMANUEL » !  
48-  SON AMOUR DÉPASSE LA RAISON : E.V.O.L  
49-  TOUT ÊTRE HUMAIN EST SANS AUCUN DOUTE 
50-  AU SERVICE D'UN MAÎTRE  LE MIEN M'INSPIRE À AIMER 
51-  À FAIRE DU BIEN AUX AUTRES  PAR AMOUR 
52-  IL M'A ACQUITTÉ DE MA DETTE  JE L'AI DONC ACCEPTÉ DE PLEIN CŒUR 
53-   NON SUR UN COUP DE TÊTE  POUR ÊTRE VICTORIEUX L.U.D OBÉIT  
54-  AVEC SA PAROLE JE VEUX ÊTRE EN HARMONIE  
55-  JE ME PRÉPARE AFIN QUE DIEU ADDITIONNE À MA VIE  
56-  EN LUI TOUT EST POSSIBLE IL EST VÉRITÉ ET VIE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2879C-94E2-4790-A430-F19822FFA5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E5A3B-4C17-4C1E-AF72-2CBA468DD0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9F6B9-30E8-4194-B08B-2A175BDB87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D82E8-CC62-467A-B7AF-3A596413DC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FF5DA-859B-4DC7-8059-AEC22C671D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84DC0-F067-4062-BB5B-FB5EC6F720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C0FE3-47C9-4979-B744-8E4F55007E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082D8-D6E8-4024-968F-D647E6FB87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63630-D22B-4425-AEDE-8FA69F92ED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289F4-BABD-48C2-8147-BAA01D8734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A00D7-BA48-475F-B587-6C32197611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A37817C2-C43B-4C64-B59B-2CA39C289B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TRIOMPHER SANS PASSER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UN CHANTIER, C'EST COMME...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FAIRE D'ENTRAÎNEMENT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VOULOIR MONTER SUR UN PODIUM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TROP DE FOIS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FAIRE SANS ÊTRE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MÊME QUE PARFOIS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DÉLIRE EST NOTRE TÊTE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NOUS DISONS QUE DIEU DOIT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PENSER QU'EN FIN DE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DÉPEND DE NOS CHOIX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DIS-MOI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EST-IL OBLIGÉ DE LEVER LE SOLEIL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FAIRE EN SORTE QU'APRÈS LA NUIT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AIT UN RÉVEIL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VÉRITÉ EN VÉRITÉ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NE NOUS DOIT RIEN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DÉJÀ TOUT FAIT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ENVOYANT SON FILS POUR NOUS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VEUX PLUS FAIRE À MA FAÇON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MON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ÉVITER DE TOUT GÂCHER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L.U.D DIMINUE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MÊME DE BÂTIR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PRIE POUR QUE SON FEU PUISSE...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...BRÛLER MES VICES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JE SOIS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L'IMAGE DE SON FILS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SI JE CONTINUE À ÊTRE TÊTU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JE RISQUE DE FAUTER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À L'EXCÈS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AU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LIER D'AMITIÉ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DON'T FORGET ME 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! LOVE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JE VEUX LUI PLAIRE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MOURIR À MOI-MÊME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RENDRE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QUI EST MAL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AFIN DE M'EN DÉFAIRE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QUITTE À AVOIR MAL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QUITTE À CE QUE CE SOIT BRUTAL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À LUI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BRILLER AU-DESSUS DES ÉTOILES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 JE SUIS ÉTEINT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REMETS EN QUESTION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QUI JE SUIS, CE QUE JE FAIS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AI-JE LA BONNE PERCEPTION ?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TUER MON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PERMETTRAIT DE RENAÎTRE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DÈS LORS, J'AI BOUGÉ MON DESTIN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FINI DE PARAÎTRE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AVENIR EST À L'IMAGE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MES CHOIX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DÉCIDE DONC DE FAIRE LES BONS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ÉVITER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MORDRE LES DOIGTS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RATER SON PLAN POUR MA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SERAIT LA PIRE DES CHOSES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AUTANT M'ÔTER LA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PERMETTRE QUE J'IMPLOSE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PARDONNEZ LA QUESTION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« POURQUOI FAIRE SEMBLANT »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CELA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L'ÊTRE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HUMAIN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MILLE ET UNE EXCUSES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DONC CHERCHÉ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N'AI TROUVÉ AUCUNE RAISON...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JAMAIS MASQUÉ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ÊTRE TRANSPARENT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M'ABANDONNER AU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LIER D'AMITIÉ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EN ÉTANT VRAI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POURRAI TRIOMPHER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DON'T FORGET ME !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! LOVE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FIN DE COMPTE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DE TRIOMPHE SANS CHANTIER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LAISSE DIEU ÊTRE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METS SUR LE CÔTÉ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QUOI BON M'INQUIÉTER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VU QU'« EMMANUEL » !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DÉPASSE LA RAISON :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E.V.O.L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ÊTRE HUMAIN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SANS AUCUN DOUTE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SERVICE D'UN MAÎTRE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MIEN M'INSPIRE À AIMER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FAIRE DU BIEN AUX AUTRES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ACQUITTÉ DE MA DETTE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L'AI DONC ACCEPTÉ DE PLEIN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NON SUR UN COUP DE TÊTE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ÊTRE VICTORIEUX L.U.D OBÉIT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SA PAROLE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ÊTRE EN HARMONIE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PRÉPARE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AFIN QUE DIEU ADDITIONNE À MA VIE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 TOUT EST POSSIBLE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VÉRITÉ ET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1710</Words>
  <Application>Microsoft Office PowerPoint</Application>
  <PresentationFormat>On-screen Show (4:3)</PresentationFormat>
  <Paragraphs>1115</Paragraphs>
  <Slides>56</Slides>
  <Notes>56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47</cp:revision>
  <dcterms:created xsi:type="dcterms:W3CDTF">2002-08-17T11:17:38Z</dcterms:created>
  <dcterms:modified xsi:type="dcterms:W3CDTF">2015-12-26T15:33:25Z</dcterms:modified>
</cp:coreProperties>
</file>