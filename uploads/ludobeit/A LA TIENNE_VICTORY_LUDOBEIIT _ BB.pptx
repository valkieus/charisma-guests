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65506" autoAdjust="0"/>
  </p:normalViewPr>
  <p:slideViewPr>
    <p:cSldViewPr>
      <p:cViewPr>
        <p:scale>
          <a:sx n="44" d="100"/>
          <a:sy n="44" d="100"/>
        </p:scale>
        <p:origin x="-180" y="-4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CB11C0-C60F-4EE0-AA66-F7543836BA9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0CCD9E5-F67F-4EB0-B592-4547190DA94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27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  <a:endParaRPr lang="fr-FR" b="1" u="sng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68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88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JE SUIS DANS LA JOIE CAR MES CLOCHETTES D'OR SONNENT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JE LOUERAI MON DIEU  JUSQU'À CE QUE MON HEURE SONNE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CERTAINS ME PERSÉCUTENT MAIS PAR LEURS DIRES ME FAÇONNENT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INCONSCIEMMENT SONT EN TRAIN D'ASTIQUER MON TRÔNE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DIS-MOI, À QUOI BON BLABLATER DERRIÈRE MON DOS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AVEC TES MÉDISANCES JE ME GRATTE LE DOS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CERTAINS NE SONT BONS QU'À TE METTRE DES BÂTONS DANS UNE ROUE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SI FAIBLES QUE JE SUIS PRÊT  À TENDRE LES TROIS AUTRES ROUES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J'OSE ENTRER DANS LE SUJET CAR IL EST TRIPLE XL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TU PEUX TOUT FAIRE, SAUF EMPÊCHER QUE MA VIE EXCELLE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LA PAROLE EST UN TERRAIN MINÉ POUR LE MAL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SA J.O.I.E EST MA F.O.R.C.E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	Refrain :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13-  ON A VOULU VOLER MA JOIE MON L.O.V.E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14-  COMMENT VEUX-TU QU'UN AIGLE  PUISSE VOLER SANS SES AILES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15-  C'EST L'HEURE DE TOUT RÉCUPÉRER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16-  FÊTE AVEC MOI TA VICTOIRE  LÈVE TON POUCE, TCHIN ET À LA TIENNE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TU PEUX TE DIRE : « IL EST BALÈZE  CE MEC » MAIS QU'EST-CE QU'EN FAIT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TU SAIS DE MOI, À PART MON APPARENCE PLUTÔT TROMPEUSE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JE PÈSE DES TONNES EN LOVE ; APPELLE-MOI « THE BIGGEST »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JE SUIS PLUS LÉGER EN PAIX DANS MA VIE DEPUIS QUE J'AI CHRIST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21-  J'ÉCRIS CE DONT MON CŒUR EST PLEIN ET J'INTERPRÈTE SES CRIS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22-  QUI AURAIT CRU QU'L.U.D SERAIT DEVENU AINSI ?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23-  AINSI SOIT-IL, SI C'EST LA VOLONTÉ DU GRAND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24-  MERCI POUR QUI J'ÉTAIS ET AUSSI MERCI POUR QUI JE SUIS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25-  J'UTILISE UN NOUVEAU  STYLE UN NOUVEAU FLOW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26-  MAIS RIEN N'AURAIT PU ÊTRE SANS LA GRÂCE DU TRÈS-HAUT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27-  J'OPTE ET JE VOTE POUR LA LIBERTÉ DE L'HOMME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28-  DE VIVRE BASÉ  SUR LA VÉRITÉ D'UN SEUL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29-  SÉLA ( ??), JE FAIS UNE PAUSE, AVANT QUE TU PENSES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30-  QUE JE SUIS PLEIN DE O (ORGUEIL)  QUE JE ME PRENDS POUR UN BOSS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31-  JE VEUX JUSTE TE FAIRE VOIR JE VEUX JUSTE QUE TU SACHES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32-  CE QUE DIEU A FAIT ET CE, MALGRÉ MOI DANS MA LIFE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33-  VOIS CE QUE LE SEIGNEUR A FAIT   X2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34-  VICTORY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DANS LA JOIE CAR MES CLOCHETTES D'OR SONNENT</a:t>
            </a:r>
          </a:p>
          <a:p>
            <a:r>
              <a:rPr lang="fr-FR" smtClean="0"/>
              <a:t>2-  JE LOUERAI MON DIEU  JUSQU'À CE QUE MON HEURE SONNE</a:t>
            </a:r>
          </a:p>
          <a:p>
            <a:r>
              <a:rPr lang="fr-FR" smtClean="0"/>
              <a:t>3-  CERTAINS ME PERSÉCUTENT MAIS PAR LEURS DIRES ME FAÇONNENT</a:t>
            </a:r>
          </a:p>
          <a:p>
            <a:r>
              <a:rPr lang="fr-FR" smtClean="0"/>
              <a:t>4-  INCONSCIEMMENT SONT EN TRAIN D'ASTIQUER MON TRÔNE</a:t>
            </a:r>
          </a:p>
          <a:p>
            <a:r>
              <a:rPr lang="fr-FR" smtClean="0"/>
              <a:t>5-  DIS-MOI, À QUOI BON BLABLATER DERRIÈRE MON DOS ?</a:t>
            </a:r>
          </a:p>
          <a:p>
            <a:r>
              <a:rPr lang="fr-FR" smtClean="0"/>
              <a:t>6-  AVEC TES MÉDISANCES JE ME GRATTE LE DOS</a:t>
            </a:r>
          </a:p>
          <a:p>
            <a:r>
              <a:rPr lang="fr-FR" smtClean="0"/>
              <a:t>7-  CERTAINS NE SONT BONS QU'À TE METTRE DES BÂTONS DANS UNE ROUE</a:t>
            </a:r>
          </a:p>
          <a:p>
            <a:r>
              <a:rPr lang="fr-FR" smtClean="0"/>
              <a:t>8-  SI FAIBLES QUE JE SUIS PRÊT  À TENDRE LES TROIS AUTRES ROUES</a:t>
            </a:r>
          </a:p>
          <a:p>
            <a:r>
              <a:rPr lang="fr-FR" smtClean="0"/>
              <a:t>9-  J'OSE ENTRER DANS LE SUJET CAR IL EST TRIPLE XL</a:t>
            </a:r>
          </a:p>
          <a:p>
            <a:r>
              <a:rPr lang="fr-FR" smtClean="0"/>
              <a:t>10-  TU PEUX TOUT FAIRE, SAUF EMPÊCHER QUE MA VIE EXCELLE</a:t>
            </a:r>
          </a:p>
          <a:p>
            <a:r>
              <a:rPr lang="fr-FR" smtClean="0"/>
              <a:t>11-  LA PAROLE EST UN TERRAIN MINÉ POUR LE MAL</a:t>
            </a:r>
          </a:p>
          <a:p>
            <a:r>
              <a:rPr lang="fr-FR" smtClean="0"/>
              <a:t>12-  SA J.O.I.E EST MA F.O.R.C.E</a:t>
            </a:r>
          </a:p>
          <a:p>
            <a:endParaRPr lang="fr-FR" smtClean="0"/>
          </a:p>
          <a:p>
            <a:r>
              <a:rPr lang="fr-FR" smtClean="0"/>
              <a:t>	Refrain : </a:t>
            </a:r>
          </a:p>
          <a:p>
            <a:r>
              <a:rPr lang="fr-FR" smtClean="0"/>
              <a:t>	13-  ON A VOULU VOLER MA JOIE MON L.O.V.E</a:t>
            </a:r>
          </a:p>
          <a:p>
            <a:r>
              <a:rPr lang="fr-FR" smtClean="0"/>
              <a:t>	14-  COMMENT VEUX-TU QU'UN AIGLE  PUISSE VOLER SANS SES AILES</a:t>
            </a:r>
          </a:p>
          <a:p>
            <a:r>
              <a:rPr lang="fr-FR" smtClean="0"/>
              <a:t>	15-  C'EST L'HEURE DE TOUT RÉCUPÉRER </a:t>
            </a:r>
          </a:p>
          <a:p>
            <a:r>
              <a:rPr lang="fr-FR" smtClean="0"/>
              <a:t>	16-  FÊTE AVEC MOI TA VICTOIRE  LÈVE TON POUCE, TCHIN ET À LA TIENNE</a:t>
            </a:r>
          </a:p>
          <a:p>
            <a:endParaRPr lang="fr-FR" smtClean="0"/>
          </a:p>
          <a:p>
            <a:r>
              <a:rPr lang="fr-FR" smtClean="0"/>
              <a:t>17-  TU PEUX TE DIRE : « IL EST BALÈZE  CE MEC » MAIS QU'EST-CE QU'EN FAIT</a:t>
            </a:r>
          </a:p>
          <a:p>
            <a:r>
              <a:rPr lang="fr-FR" smtClean="0"/>
              <a:t>18-  TU SAIS DE MOI, À PART MON APPARENCE PLUTÔT TROMPEUSE ?</a:t>
            </a:r>
          </a:p>
          <a:p>
            <a:r>
              <a:rPr lang="fr-FR" smtClean="0"/>
              <a:t>19-  JE PÈSE DES TONNES EN LOVE ; APPELLE-MOI « THE BIGGEST »</a:t>
            </a:r>
          </a:p>
          <a:p>
            <a:r>
              <a:rPr lang="fr-FR" smtClean="0"/>
              <a:t>20-  JE SUIS PLUS LÉGER EN PAIX DANS MA VIE DEPUIS QUE J'AI CHRIST</a:t>
            </a:r>
          </a:p>
          <a:p>
            <a:r>
              <a:rPr lang="fr-FR" smtClean="0"/>
              <a:t>21-  J'ÉCRIS CE DONT MON CŒUR EST PLEIN ET J'INTERPRÈTE SES CRIS</a:t>
            </a:r>
          </a:p>
          <a:p>
            <a:r>
              <a:rPr lang="fr-FR" smtClean="0"/>
              <a:t>22-  QUI AURAIT CRU QU'L.U.D SERAIT DEVENU AINSI ?</a:t>
            </a:r>
          </a:p>
          <a:p>
            <a:r>
              <a:rPr lang="fr-FR" smtClean="0"/>
              <a:t>23-  AINSI SOIT-IL, SI C'EST LA VOLONTÉ DU GRAND JE SUIS</a:t>
            </a:r>
          </a:p>
          <a:p>
            <a:r>
              <a:rPr lang="fr-FR" smtClean="0"/>
              <a:t>24-  MERCI POUR QUI J'ÉTAIS ET AUSSI MERCI POUR QUI JE SUIS</a:t>
            </a:r>
          </a:p>
          <a:p>
            <a:r>
              <a:rPr lang="fr-FR" smtClean="0"/>
              <a:t>25-  J'UTILISE UN NOUVEAU  STYLE UN NOUVEAU FLOW</a:t>
            </a:r>
          </a:p>
          <a:p>
            <a:r>
              <a:rPr lang="fr-FR" smtClean="0"/>
              <a:t>26-  MAIS RIEN N'AURAIT PU ÊTRE SANS LA GRÂCE DU TRÈS-HAUT</a:t>
            </a:r>
          </a:p>
          <a:p>
            <a:r>
              <a:rPr lang="fr-FR" smtClean="0"/>
              <a:t>27-  J'OPTE ET JE VOTE POUR LA LIBERTÉ DE L'HOMME</a:t>
            </a:r>
          </a:p>
          <a:p>
            <a:r>
              <a:rPr lang="fr-FR" smtClean="0"/>
              <a:t>28-  DE VIVRE BASÉ  SUR LA VÉRITÉ D'UN SEUL</a:t>
            </a:r>
          </a:p>
          <a:p>
            <a:r>
              <a:rPr lang="fr-FR" smtClean="0"/>
              <a:t>29-  SÉLA ( ??), JE FAIS UNE PAUSE, AVANT QUE TU PENSES</a:t>
            </a:r>
          </a:p>
          <a:p>
            <a:r>
              <a:rPr lang="fr-FR" smtClean="0"/>
              <a:t>30-  QUE JE SUIS PLEIN DE O (ORGUEIL)  QUE JE ME PRENDS POUR UN BOSS</a:t>
            </a:r>
          </a:p>
          <a:p>
            <a:r>
              <a:rPr lang="fr-FR" smtClean="0"/>
              <a:t>31-  JE VEUX JUSTE TE FAIRE VOIR JE VEUX JUSTE QUE TU SACHES</a:t>
            </a:r>
          </a:p>
          <a:p>
            <a:r>
              <a:rPr lang="fr-FR" smtClean="0"/>
              <a:t>32-  CE QUE DIEU A FAIT ET CE, MALGRÉ MOI DANS MA LIFE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33-  VOIS CE QUE LE SEIGNEUR A FAIT   X2</a:t>
            </a:r>
          </a:p>
          <a:p>
            <a:r>
              <a:rPr lang="fr-FR" smtClean="0"/>
              <a:t>34-  VICTORY </a:t>
            </a:r>
          </a:p>
          <a:p>
            <a:endParaRPr lang="fr-FR" smtClean="0"/>
          </a:p>
          <a:p>
            <a:r>
              <a:rPr lang="fr-FR" smtClean="0"/>
              <a:t>35-  ON A VOULU VOLER MA JOIE MON L.O.V.E 
36-  COMMENT VEUX-TU QU'UN AIGLE PUISSE VOLER SANS SES AILES 
37-  C'EST L'HEURE DE TOUT RÉCUPÉRER  FÊTE AVEC MOI TA VICTOIRE 
38-  LÈVE TON POUCE, TCHIN ET À LA TIENNE 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1F12F-8F90-4EA4-81DE-BB60A64037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1983C0-BF41-41CC-B3AC-5072DADC70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7987F-198B-4F53-AD7B-E69E74BB0D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E7FE4-ABC4-4E27-A0BA-BF6F2139D7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C04C2B-C35B-40F9-8BF3-6BACBCB6E3F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60CB0-2ADF-4AB9-A4D2-FA60C8C7E0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89B94-08B4-4975-9F0A-23A257C081A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1AA62A-394E-490B-8C54-9A2B264630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EA2BA-A326-4506-AB06-904096B038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77CF2-1724-4062-84F6-DB7E3356CE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ADA4C-FDF8-4F64-B955-59EA28254C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331AF0C-EC6E-49D9-8B2F-96427EE956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DANS LA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MES CLOCHETTES D'OR SONNENT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LOUERAI MON DIEU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JUSQU'À CE QUE MON HEURE SONNE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CERTAINS ME PERSÉCUTENT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PAR LEURS DIRES ME FAÇONNENT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INCONSCIEMMENT SONT EN TRAIN D'ASTIQUER MON TRÔNE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DIS-MOI, À QUOI BON BLABLATER DERRIÈRE MON DOS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TES MÉDISANCES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GRATTE LE 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CERTAINS NE SONT BONS QU'À TE METTRE DES BÂTONS DANS UNE ROUE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FAIBLES QUE JE SUIS PRÊT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TENDRE LES TROIS AUTRES ROUES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J'OSE ENTRER DANS LE SUJET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IL EST TRIPLE XL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TOUT FAIRE, SAUF EMPÊCHER QUE MA VIE EXCELLE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PAROLE EST UN TERRAIN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MINÉ POUR LE 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J.O.I.E EST MA F.O.R.C.E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A VOULU VOLER MA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L.O.V.E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VEUX-TU QU'UN AIGLE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PUISSE VOLER SANS SES AILES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L'HEURE DE TOUT RÉCUPÉRER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FÊTE AVEC MOI TA VICTOIRE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TON POUCE, TCHIN ET À LA TIENNE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PEUX TE DIRE : « IL EST BALÈZE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MEC » MAIS QU'EST-CE QU'EN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SAIS DE MOI, À PART MON APPARENCE PLUTÔT TROMPEUSE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PÈSE DES TONNES EN LOVE ; APPELLE-MOI « THE BIGGEST 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PLUS LÉGER EN PAIX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MA VIE DEPUIS QUE J'AI 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J'ÉCRIS CE DONT MON CŒUR EST PLEIN ET J'INTERPRÈTE SES CRIS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AURAIT CRU QU'L.U.D SERAIT DEVENU AINSI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AINSI SOIT-IL, SI C'EST LA VOLONTÉ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GRAND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POUR QUI J'ÉTAIS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AUSSI MERCI POUR QUI JE SUIS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J'UTILISE UN NOUVEAU STYLE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UN NOUVEAU FLOW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RIEN N'AURAIT PU ÊTRE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LA GRÂCE DU TRÈS-HAUT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J'OPTE ET JE VOTE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LA LIBERTÉ DE L'HOMME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VIVRE BASÉ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LA VÉRITÉ D'UN SEUL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SÉLA, JE FAIS UNE PAUSE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AVANT QUE TU PENSES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SUIS PLEIN DE O (ORGUEIL)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ME PRENDS POUR UN BOSS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JUSTE TE FAIRE VOIR 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JUSTE QUE TU SACHES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DIEU A FAIT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CE, MALGRÉ MOI DANS MA LIFE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CE QUE LE SEIGNEUR A FAIT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VICTORY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A VOULU VOLER MA JOIE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L.O.V.E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COMMENT VEUX-TU QU'UN AIGLE PUISSE VOLER SANS SES AILES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L'HEURE DE TOUT RÉCUPÉRER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FÊTE AVEC MOI TA VICTOIRE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LÈVE TON POUCE, TCHIN ET À LA TIENNE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1309</TotalTime>
  <Words>9742</Words>
  <Application>Microsoft Office PowerPoint</Application>
  <PresentationFormat>On-screen Show (4:3)</PresentationFormat>
  <Paragraphs>3078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Franklin Gothic Medium</vt:lpstr>
      <vt:lpstr>Arial</vt:lpstr>
      <vt:lpstr>Calibri</vt:lpstr>
      <vt:lpstr>Default Design</vt:lpstr>
      <vt:lpstr>JE SUIS DANS LA JOIE CAR MES CLOCHETTES D'OR SONNENT</vt:lpstr>
      <vt:lpstr>JE LOUERAI MON DIEU  JUSQU'À CE QUE MON HEURE SONNE</vt:lpstr>
      <vt:lpstr>CERTAINS ME PERSÉCUTENT MAIS PAR LEURS DIRES ME FAÇONNENT</vt:lpstr>
      <vt:lpstr>INCONSCIEMMENT SONT EN TRAIN D'ASTIQUER MON TRÔNE</vt:lpstr>
      <vt:lpstr>DIS-MOI, À QUOI BON BLABLATER DERRIÈRE MON DOS ?</vt:lpstr>
      <vt:lpstr>AVEC TES MÉDISANCES JE ME GRATTE LE DOS</vt:lpstr>
      <vt:lpstr>CERTAINS NE SONT BONS QU'À TE METTRE DES BÂTONS DANS UNE ROUE</vt:lpstr>
      <vt:lpstr>SI FAIBLES QUE JE SUIS PRÊT  À TENDRE LES TROIS AUTRES ROUES</vt:lpstr>
      <vt:lpstr>J'OSE ENTRER DANS LE SUJET  CAR IL EST TRIPLE XL</vt:lpstr>
      <vt:lpstr>TU PEUX TOUT FAIRE, SAUF EMPÊCHER QUE MA VIE EXCELLE</vt:lpstr>
      <vt:lpstr>LA PAROLE EST UN TERRAIN  MINÉ POUR LE MAL</vt:lpstr>
      <vt:lpstr>SA J.O.I.E EST MA F.O.R.C.E</vt:lpstr>
      <vt:lpstr>ON A VOULU VOLER MA JOIE MON L.O.V.E</vt:lpstr>
      <vt:lpstr>COMMENT VEUX-TU QU'UN AIGLE  PUISSE VOLER SANS SES AILES</vt:lpstr>
      <vt:lpstr>C'EST L'HEURE DE TOUT RÉCUPÉRER </vt:lpstr>
      <vt:lpstr>FÊTE AVEC MOI TA VICTOIRE  LÈVE TON POUCE, TCHIN ET À LA TIENNE</vt:lpstr>
      <vt:lpstr>TU PEUX TE DIRE : « IL EST BALÈZE  CE MEC » MAIS QU'EST-CE QU'EN FAIT</vt:lpstr>
      <vt:lpstr>TU SAIS DE MOI, À PART MON APPARENCE PLUTÔT TROMPEUSE ?</vt:lpstr>
      <vt:lpstr>JE PÈSE DES TONNES EN LOVE ; APPELLE-MOI « THE BIGGEST »</vt:lpstr>
      <vt:lpstr>JE SUIS PLUS LÉGER EN PAIX  DANS MA VIE DEPUIS QUE J'AI CHRIST</vt:lpstr>
      <vt:lpstr>J'ÉCRIS CE DONT MON CŒUR EST PLEIN ET J'INTERPRÈTE SES CRIS</vt:lpstr>
      <vt:lpstr>QUI AURAIT CRU QU'L.U.D SERAIT DEVENU AINSI ?</vt:lpstr>
      <vt:lpstr>AINSI SOIT-IL, SI C'EST LA VOLONTÉ  DU GRAND JE SUIS</vt:lpstr>
      <vt:lpstr>MERCI POUR QUI J'ÉTAIS ET AUSSI MERCI POUR QUI JE SUIS</vt:lpstr>
      <vt:lpstr>J'UTILISE UN NOUVEAU STYLE  UN NOUVEAU FLOW</vt:lpstr>
      <vt:lpstr>MAIS RIEN N'AURAIT PU ÊTRE  SANS LA GRÂCE DU TRÈS-HAUT</vt:lpstr>
      <vt:lpstr>J'OPTE ET JE VOTE  POUR LA LIBERTÉ DE L'HOMME</vt:lpstr>
      <vt:lpstr>DE VIVRE BASÉ  SUR LA VÉRITÉ D'UN SEUL</vt:lpstr>
      <vt:lpstr>SÉLA, JE FAIS UNE PAUSE AVANT QUE TU PENSES</vt:lpstr>
      <vt:lpstr>QUE JE SUIS PLEIN DE O (ORGUEIL)  QUE JE ME PRENDS POUR UN BOSS</vt:lpstr>
      <vt:lpstr>JE VEUX JUSTE TE FAIRE VOIR   JE VEUX JUSTE QUE TU SACHES</vt:lpstr>
      <vt:lpstr>CE QUE DIEU A FAIT ET CE, MALGRÉ MOI DANS MA LIFE</vt:lpstr>
      <vt:lpstr>VOIS CE QUE LE SEIGNEUR A FAIT </vt:lpstr>
      <vt:lpstr>VICTORY</vt:lpstr>
      <vt:lpstr>ON A VOULU VOLER MA JOIE MON L.O.V.E</vt:lpstr>
      <vt:lpstr>COMMENT VEUX-TU QU'UN AIGLE PUISSE VOLER SANS SES AILES</vt:lpstr>
      <vt:lpstr>C'EST L'HEURE DE TOUT RÉCUPÉRER  FÊTE AVEC MOI TA VICTOIRE</vt:lpstr>
      <vt:lpstr>LÈVE TON POUCE, TCHIN ET À LA TIENNE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118</cp:revision>
  <dcterms:created xsi:type="dcterms:W3CDTF">2002-08-17T10:50:50Z</dcterms:created>
  <dcterms:modified xsi:type="dcterms:W3CDTF">2015-12-26T15:13:36Z</dcterms:modified>
</cp:coreProperties>
</file>