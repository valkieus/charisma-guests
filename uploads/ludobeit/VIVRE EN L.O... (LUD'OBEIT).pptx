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69550" autoAdjust="0"/>
  </p:normalViewPr>
  <p:slideViewPr>
    <p:cSldViewPr>
      <p:cViewPr varScale="1">
        <p:scale>
          <a:sx n="51" d="100"/>
          <a:sy n="51" d="100"/>
        </p:scale>
        <p:origin x="-61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D5CAFD5C-1391-4AC8-91CA-2888B5A0315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D6D049C1-64EF-4E16-B57D-8509704EED4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LAISSONS NOTRE ÉGO SE JETÉ DANS LE VIDE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L'HOMME NE PENSE QU'À SUIVRE	SES PROPRES VOIES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DIT CROIRE EN DIEU MAIS VEUT GARDER SA PROPRE FOI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COMMENT POUVONS-NOUS ESPÉRER LE MEILLEUR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TOUT EN MARCHANT À L'OPPOSÉ DE CE QU'IL VEUT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N'AVONS RIEN SANS RIEN DONC COMMENÇONS À 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CESSONS DE NOUS PLAINDRE ET METTONS NOUS À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LA PLUS PART D'ENTRE NOUS AVONS LES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PEINENT DE VŒUX MAIS DANS NOS CŒURS AUCUNE TRACE D'L.O.V 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VEUX VIVRE EN L.O..., EN L.O.V.E COMMENT TE SUIVRE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SI CE N'EST EN L.O.V.E JE VEUX VIVRE EN L.O...,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EN L.O... JE VEUX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SAURAIS-JE UN JOUR COMMENT REMERCIER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D'AVOIR ENVOYER SON FILS MON UNIQUE ÉTINCELLE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J'ÉTAIS SEUL ET LA MORT PRENAIT LE DESSUS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AUJOURD'HUI AU DESSUS J'APERÇOIS CELLE-CI EN DESSOUS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S'APPROCHER DU MEILLEUR PEUT ÉLOIGNER DU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IL Y AURA TOUJOURS DES PERSONNES CONTRE, ET D’AUTRES POUR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QUOI QU'IL ARRIVE MA NUIT LAISSERA PLACE À MON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L'AMOUR BANNIT LA CRAINTE C'EST DONC POUR CELA QUE JE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POURTANT L'AMOUR EST LA PLUS MYSTÉRIEUSE DES PUISSANCES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DIEU TOUT PUISSANT NOUS AIME MALGRÉ NOTRE DÉSOBÉISSANCE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ET SI EN TANT QU'ENFANT NOUS PRENIONS CONSCIENCE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QUE LA VIE, LA VRAIE SE TROUVE DANS SA RESSEMBLANCE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AVONS TOUS ÉTÉ APPELÉS À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LAISSONS DIEU ADOUCIR NOTRE INTÉRIEUR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L'INDIFFÉRENCE TOUT COMME L'AMOUR SE DÉCIDE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LAISSONS NOTRE ÉGO SE JETÉ DANS LE VIDE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L'HOMME NE PENSE QU'À SUIVRE	SES PROPRES VOIES</a:t>
            </a:r>
          </a:p>
          <a:p>
            <a:r>
              <a:rPr lang="fr-FR" smtClean="0"/>
              <a:t>2-  SE DIT CROIRE EN DIEU MAIS VEUT GARDER SA PROPRE FOI</a:t>
            </a:r>
          </a:p>
          <a:p>
            <a:r>
              <a:rPr lang="fr-FR" smtClean="0"/>
              <a:t>3-  COMMENT POUVONS-NOUS ESPÉRER LE MEILLEUR DE DIEU</a:t>
            </a:r>
          </a:p>
          <a:p>
            <a:r>
              <a:rPr lang="fr-FR" smtClean="0"/>
              <a:t>4-  TOUT EN MARCHANT À L'OPPOSÉ DE CE QU'IL VEUT</a:t>
            </a:r>
          </a:p>
          <a:p>
            <a:r>
              <a:rPr lang="fr-FR" smtClean="0"/>
              <a:t>5-  NOUS N'AVONS RIEN SANS RIEN DONC COMMENÇONS À ÊTRE</a:t>
            </a:r>
          </a:p>
          <a:p>
            <a:r>
              <a:rPr lang="fr-FR" smtClean="0"/>
              <a:t>6-  CESSONS DE NOUS PLAINDRE ET METTONS NOUS À FAIRE</a:t>
            </a:r>
          </a:p>
          <a:p>
            <a:r>
              <a:rPr lang="fr-FR" smtClean="0"/>
              <a:t>7-  LA PLUS PART D'ENTRE NOUS AVONS LES PENSÉES</a:t>
            </a:r>
          </a:p>
          <a:p>
            <a:r>
              <a:rPr lang="fr-FR" smtClean="0"/>
              <a:t>8-  PEINENT DE VŒUX MAIS DANS NOS CŒURS AUCUNE TRACE D'L.O.V 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	9-  JE VEUX VIVRE EN L.O..., EN L.O.V.E COMMENT TE SUIVRE</a:t>
            </a:r>
          </a:p>
          <a:p>
            <a:r>
              <a:rPr lang="fr-FR" smtClean="0"/>
              <a:t>	10-  SI CE N'EST EN L.O.V.E JE VEUX VIVRE EN L.O..., EN L.O.V.E</a:t>
            </a:r>
          </a:p>
          <a:p>
            <a:r>
              <a:rPr lang="fr-FR" smtClean="0"/>
              <a:t>	11-  EN L.O... JE VEUX EN L.O.V.E</a:t>
            </a:r>
          </a:p>
          <a:p>
            <a:r>
              <a:rPr lang="fr-FR" smtClean="0"/>
              <a:t>	12-  SAURAIS-JE UN JOUR COMMENT REMERCIER LE CIEL</a:t>
            </a:r>
          </a:p>
          <a:p>
            <a:r>
              <a:rPr lang="fr-FR" smtClean="0"/>
              <a:t>	13-  D'AVOIR ENVOYER SON FILS MON UNIQUE ÉTINCELLE</a:t>
            </a:r>
          </a:p>
          <a:p>
            <a:r>
              <a:rPr lang="fr-FR" smtClean="0"/>
              <a:t>	14-  J'ÉTAIS SEUL ET LA MORT PRENAIT LE DESSUS</a:t>
            </a:r>
          </a:p>
          <a:p>
            <a:r>
              <a:rPr lang="fr-FR" smtClean="0"/>
              <a:t>	15-  AUJOURD'HUI AU DESSUS J'APERÇOIS CELLE-CI EN DESSOUS</a:t>
            </a:r>
          </a:p>
          <a:p>
            <a:r>
              <a:rPr lang="fr-FR" smtClean="0"/>
              <a:t>	16-  S'APPROCHER DU MEILLEUR PEUT ÉLOIGNER DU PIRE</a:t>
            </a:r>
          </a:p>
          <a:p>
            <a:r>
              <a:rPr lang="fr-FR" smtClean="0"/>
              <a:t>	17-  IL Y AURA TOUJOURS DES PERSONNES CONTRE, ET D’AUTRES POUR</a:t>
            </a:r>
          </a:p>
          <a:p>
            <a:r>
              <a:rPr lang="fr-FR" smtClean="0"/>
              <a:t>	18-  QUOI QU'IL ARRIVE MA NUIT LAISSERA PLACE À MON JOUR</a:t>
            </a:r>
          </a:p>
          <a:p>
            <a:r>
              <a:rPr lang="fr-FR" smtClean="0"/>
              <a:t>	19-  L'AMOUR BANNIT LA CRAINTE C'EST DONC POUR CELA QUE JE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POURTANT L'AMOUR EST LA PLUS MYSTÉRIEUSE DES PUISSANCES</a:t>
            </a:r>
          </a:p>
          <a:p>
            <a:r>
              <a:rPr lang="fr-FR" smtClean="0"/>
              <a:t>21-  DIEU TOUT PUISSANT NOUS AIME MALGRÉ NOTRE DÉSOBÉISSANCE</a:t>
            </a:r>
          </a:p>
          <a:p>
            <a:r>
              <a:rPr lang="fr-FR" smtClean="0"/>
              <a:t>22-  ET SI EN TANT QU'ENFANT NOUS PRENIONS CONSCIENCE</a:t>
            </a:r>
          </a:p>
          <a:p>
            <a:r>
              <a:rPr lang="fr-FR" smtClean="0"/>
              <a:t>23-  QUE LA VIE, LA VRAIE SE TROUVE DANS SA RESSEMBLANCE</a:t>
            </a:r>
          </a:p>
          <a:p>
            <a:r>
              <a:rPr lang="fr-FR" smtClean="0"/>
              <a:t>24-  NOUS AVONS TOUS ÉTÉ APPELÉS À AIMER</a:t>
            </a:r>
          </a:p>
          <a:p>
            <a:r>
              <a:rPr lang="fr-FR" smtClean="0"/>
              <a:t>25-  LAISSONS DIEU ADOUCIR NOTRE INTÉRIEUR AMER</a:t>
            </a:r>
          </a:p>
          <a:p>
            <a:r>
              <a:rPr lang="fr-FR" smtClean="0"/>
              <a:t>26-  L'INDIFFÉRENCE TOUT COMME L'AMOUR SE DÉCIDE</a:t>
            </a:r>
          </a:p>
          <a:p>
            <a:r>
              <a:rPr lang="fr-FR" smtClean="0"/>
              <a:t>27-  LAISSONS NOTRE ÉGO SE JETÉ DANS LE VIDE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64DA1-BD85-4548-A385-4CADB3B6BA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727B2-3DDD-4AAC-949B-80B3AFB4F8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43EAC2-103F-45EF-B531-8C9A1BF55D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9C52DC-619B-4F52-A535-FD49402689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05AD71-B759-4E13-839A-35F6A7C7D2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78CBB2-D417-4081-9A7D-698ADFBC8A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CEA2E-872E-47A0-BDE1-59153F7AD4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889A7-7DD8-4330-BC0F-AC75311BF9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432A21-94D6-4E1F-BB9D-94C2AEF11D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61F71-0CB0-4BD5-948C-AF75E00AA4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E2292-E33B-4AC6-A308-F27A3E68BD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0FF50AE5-5350-4322-B5D9-DB7350B2C0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L'HOMME NE PENSE QU'À SUIVRE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PROPRES VOIES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DIT CROIRE EN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VEUT GARDER SA PROPRE FOI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COMMENT POUVONS-NOUS ESPÉRER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MEILLEUR DE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EN MARCHANT À L'OPPOSÉ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CE QU'IL VEUT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N'AVONS RIEN SANS RIEN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DONC COMMENÇONS À ÊTRE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CESSONS DE NOUS PLAINDRE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METTONS NOUS À FAIRE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PLUPART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D'ENTRE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AVONS LES PENSÉES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PLEINES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VŒUX,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DANS NOS CŒURS AUCUNE TRACE D'L.O.V 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 EN L.O..., EN L.O.V.E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COMMENT TE SUIVRE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CE N'EST EN L.O.V.E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 EN L.O..., EN L.O.V.E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L.O... JE VEUX EN L.O.V.E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SAURAIS-JE UN JOUR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COMMENT REMERCIER LE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D'AVOIR ENVOYER SON FILS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UNIQUE ÉTINCELLE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J'ÉTAIS SEUL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MORT PRENAIT LE DESSUS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AUJOURD'HUI AU DESSUS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J'APERÇOIS CELLE-CI EN DESSOUS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S'APPROCHER DU MEILLEUR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 ÉLOIGNER DU PIRE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AURA TOUJOURS DES PERSONNES CONTRE, ET D’AUTRES POUR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QUOI QU'IL ARRIVE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NUIT LAISSERA PLACE À MON JOUR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L'AMOUR BANNIT LA CRAINTE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DONC POUR CELA QUE JE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POURTANT,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L'AMOUR EST LA PLUS MYSTÉRIEUSE DES PUISSANCES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TOUT PUISSANT NOUS AIME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MALGRÉ NOTRE DÉSOBÉISSANCE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TANT QU'ENFANT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PRENIONS CONSCIENCE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LA VIE, LA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VRAIE,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TROUVE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SA RESSEMBLANCE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AVONS TOUS ÉTÉ APPELÉS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AIMER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LAISSONS DIEU ADOUCIR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INTÉRIEUR AMER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L'INDIFFÉRENCE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COMME L'AMOUR SE DÉCIDE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LAISSONS NOTRE ÉGO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JETER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VIDE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548</Words>
  <Application>Microsoft PowerPoint</Application>
  <PresentationFormat>On-screen Show (4:3)</PresentationFormat>
  <Paragraphs>1830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71</cp:revision>
  <dcterms:created xsi:type="dcterms:W3CDTF">2002-08-17T10:50:50Z</dcterms:created>
  <dcterms:modified xsi:type="dcterms:W3CDTF">2014-07-19T01:34:42Z</dcterms:modified>
</cp:coreProperties>
</file>