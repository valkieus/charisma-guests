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0" autoAdjust="0"/>
    <p:restoredTop sz="57611" autoAdjust="0"/>
  </p:normalViewPr>
  <p:slideViewPr>
    <p:cSldViewPr>
      <p:cViewPr>
        <p:scale>
          <a:sx n="40" d="100"/>
          <a:sy n="40" d="100"/>
        </p:scale>
        <p:origin x="-288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313C728B-85B5-4E0A-ADBC-6B7B548375F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2CF15F38-7DB8-44D4-866D-D7339C24165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AMI, AS-TU PASSÉ UNE BELLE JOURNÉE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AS-TU APPRÉCIÉ CE SOLEIL QUE JE T'AI DONNÉ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 JE VOIS QUE OUIET JE SUIS CONTENT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J'AURAIS TELLEMENT VOULU PASSER UN MOMENT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J'AI ATTENDU QUE TU M'APPELLES TOUTE LA JOURNÉE POUR QUE L'ON PARLE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LA NUIT EST ARRIVÉE PUIS TU T'ES MIS À 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TU ME MANQUES TON ABSENCE ME FAIT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IL EST TARD MAIS J'AI L'ESPOIR DE RECEVOIR CET APPEL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TU T'ES COUCHÉ SANS PENSER À M'APPELER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J'AI DONC PRIS LA DÉCISION DE NE PAS TE RÉVEILLER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TON VISAGE EST SI BEAU POSÉ SUR CET OREILLER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ILLUMINÉ PAR CE RAYON DE LUNE QUE JE T'AI ENVOYÉ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JE ME TIENS LÀ MES YEUX POSÉS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REMPLIS TON CŒUR DE LOVE PENDANT QUE CELUI-CI BAT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JE TE CHUCHOTE À L'OREILLE QUE JE T'AIME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JE PRIE QUE TU PUISSES T'EN RAPPELER À TON RÉVEIL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CE MATIN TES YEUX SE SONT OUVERTS PLUS 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TU ES PARTI EN COUP DE FEU CAR TU ÉTAIS EN RETARD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POUR LA NIÈME FOIS, TU M'AS IGNORÉ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JE T'AI REGARDÉ PARTIR MES LARMES ONT COULÉ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TE SOUVIENS-TU QUAND TES AMIS T'ONT LAISSÉ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TU T'ES RETROUVÉ SEUL SANS SAVOIR OÙ 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ÇA M'A FAIT MAL CAR JE TE COMPRENDS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ME RETROUVER SEUL EN T'ATTENDANT CELA M'ARRIVE SOUVENT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SI TU PRENAIS UN PETIT TEMPS POUR ME PARLER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TU NE PEUX IMAGINER COMBIEN HEUREUX JE SERAIS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J'AI SOUVENT VOULU TE CONSOLER T'AIDER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MAIS TU NE M'ÉCOUTES PASTU IGNORES CE QUE JE FAIS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L'AMOUR QUE J'ÉPROUVE POUR TOI EST PLUS SUBLIME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POUR UN MOMENT PASSÉ AVEC TOI JE DONNERAIS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CHAQUE MATIN JE LÈVE LE SOLEIL CAR TE VOIR SOURIRE ME FAIT DU BIEN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OUI CELA M'ÉMERVEILLE,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JE NE VAIS PLUS TE FATIGUER TU ES LIBRE DE CHOISIR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 À TOI DE DÉCIDER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IL Y A LONGTEMPS QUE JE T'AI CHOISI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J'AI HÂTE QUE TU PUISSES UN JOUR REPENSER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JE VEUX TE DEMANDER UNE FAVEUR QU'EN AUCUN CAS TU NE M'OUBLIES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NE M'EFFACES DE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MOI, SAINT-ESPRIT TON MEILLEUR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JE T'AIME ET CELA PEU IMPORTE TON AVIS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AMI, AS-TU PASSÉ UNE BELLE JOURNÉE ?</a:t>
            </a:r>
          </a:p>
          <a:p>
            <a:r>
              <a:rPr lang="fr-FR" smtClean="0"/>
              <a:t>2-  AS-TU APPRÉCIÉ CE SOLEIL QUE JE T'AI DONNÉ ?</a:t>
            </a:r>
          </a:p>
          <a:p>
            <a:r>
              <a:rPr lang="fr-FR" smtClean="0"/>
              <a:t>3-   JE VOIS QUE OUIET JE SUIS CONTENT POUR TOI</a:t>
            </a:r>
          </a:p>
          <a:p>
            <a:endParaRPr lang="fr-FR" smtClean="0"/>
          </a:p>
          <a:p>
            <a:r>
              <a:rPr lang="fr-FR" smtClean="0"/>
              <a:t>4-  J'AURAIS TELLEMENT VOULU PASSER UN MOMENT AVEC TOI</a:t>
            </a:r>
          </a:p>
          <a:p>
            <a:r>
              <a:rPr lang="fr-FR" smtClean="0"/>
              <a:t>5-  J'AI ATTENDU QUE TU M'APPELLES TOUTE LA JOURNÉE POUR QUE L'ON PARLE</a:t>
            </a:r>
          </a:p>
          <a:p>
            <a:r>
              <a:rPr lang="fr-FR" smtClean="0"/>
              <a:t>6-  LA NUIT EST ARRIVÉE PUIS TU T'ES MIS À PART</a:t>
            </a:r>
          </a:p>
          <a:p>
            <a:r>
              <a:rPr lang="fr-FR" smtClean="0"/>
              <a:t>7-  TU ME MANQUES TON ABSENCE ME FAIT MAL</a:t>
            </a:r>
          </a:p>
          <a:p>
            <a:r>
              <a:rPr lang="fr-FR" smtClean="0"/>
              <a:t>8-  IL EST TARD MAIS J'AI L'ESPOIR DE RECEVOIR CET APPEL </a:t>
            </a:r>
          </a:p>
          <a:p>
            <a:endParaRPr lang="fr-FR" smtClean="0"/>
          </a:p>
          <a:p>
            <a:r>
              <a:rPr lang="fr-FR" smtClean="0"/>
              <a:t>9-  TU T'ES COUCHÉ SANS PENSER À M'APPELER</a:t>
            </a:r>
          </a:p>
          <a:p>
            <a:r>
              <a:rPr lang="fr-FR" smtClean="0"/>
              <a:t>10-  J'AI DONC PRIS LA DÉCISION DE NE PAS TE RÉVEILLER</a:t>
            </a:r>
          </a:p>
          <a:p>
            <a:r>
              <a:rPr lang="fr-FR" smtClean="0"/>
              <a:t>11-  TON VISAGE EST SI BEAU POSÉ SUR CET OREILLER</a:t>
            </a:r>
          </a:p>
          <a:p>
            <a:r>
              <a:rPr lang="fr-FR" smtClean="0"/>
              <a:t>12-  ILLUMINÉ PAR CE RAYON DE LUNE QUE JE T'AI ENVOYÉ</a:t>
            </a:r>
          </a:p>
          <a:p>
            <a:r>
              <a:rPr lang="fr-FR" smtClean="0"/>
              <a:t>13-  JE ME TIENS LÀ MES YEUX POSÉS SUR TOI</a:t>
            </a:r>
          </a:p>
          <a:p>
            <a:r>
              <a:rPr lang="fr-FR" smtClean="0"/>
              <a:t>14-  REMPLIS TON CŒUR DE LOVE PENDANT QUE CELUI-CI BAT</a:t>
            </a:r>
          </a:p>
          <a:p>
            <a:r>
              <a:rPr lang="fr-FR" smtClean="0"/>
              <a:t>15-  JE TE CHUCHOTE À L'OREILLE QUE JE T'AIME</a:t>
            </a:r>
          </a:p>
          <a:p>
            <a:r>
              <a:rPr lang="fr-FR" smtClean="0"/>
              <a:t>16-  JE PRIE QUE TU PUISSES T'EN RAPPELER À TON RÉVEIL</a:t>
            </a:r>
          </a:p>
          <a:p>
            <a:endParaRPr lang="fr-FR" smtClean="0"/>
          </a:p>
          <a:p>
            <a:r>
              <a:rPr lang="fr-FR" smtClean="0"/>
              <a:t>17-  CE MATIN TES YEUX SE SONT OUVERTS PLUS TARD</a:t>
            </a:r>
          </a:p>
          <a:p>
            <a:r>
              <a:rPr lang="fr-FR" smtClean="0"/>
              <a:t>18-  TU ES PARTI EN COUP DE FEU CAR TU ÉTAIS EN RETARD</a:t>
            </a:r>
          </a:p>
          <a:p>
            <a:r>
              <a:rPr lang="fr-FR" smtClean="0"/>
              <a:t>19-  POUR LA NIÈME FOIS, TU M'AS IGNORÉ</a:t>
            </a:r>
          </a:p>
          <a:p>
            <a:r>
              <a:rPr lang="fr-FR" smtClean="0"/>
              <a:t>20-  JE T'AI REGARDÉ PARTIR MES LARMES ONT COULÉ</a:t>
            </a:r>
          </a:p>
          <a:p>
            <a:r>
              <a:rPr lang="fr-FR" smtClean="0"/>
              <a:t>21-  TE SOUVIENS-TU QUAND TES AMIS T'ONT LAISSÉ TOMBER</a:t>
            </a:r>
          </a:p>
          <a:p>
            <a:endParaRPr lang="fr-FR" smtClean="0"/>
          </a:p>
          <a:p>
            <a:r>
              <a:rPr lang="fr-FR" smtClean="0"/>
              <a:t>22-  TU T'ES RETROUVÉ SEUL SANS SAVOIR OÙ ALLER</a:t>
            </a:r>
          </a:p>
          <a:p>
            <a:r>
              <a:rPr lang="fr-FR" smtClean="0"/>
              <a:t>23-  ÇA M'A FAIT MAL CAR JE TE COMPRENDS</a:t>
            </a:r>
          </a:p>
          <a:p>
            <a:r>
              <a:rPr lang="fr-FR" smtClean="0"/>
              <a:t>24-  ME RETROUVER SEUL EN T'ATTENDANT CELA M'ARRIVE SOUVENT</a:t>
            </a:r>
          </a:p>
          <a:p>
            <a:endParaRPr lang="fr-FR" smtClean="0"/>
          </a:p>
          <a:p>
            <a:r>
              <a:rPr lang="fr-FR" smtClean="0"/>
              <a:t>25-  SI TU PRENAIS UN PETIT TEMPS POUR ME PARLER</a:t>
            </a:r>
          </a:p>
          <a:p>
            <a:r>
              <a:rPr lang="fr-FR" smtClean="0"/>
              <a:t>26-  TU NE PEUX IMAGINER COMBIEN HEUREUX JE SERAIS</a:t>
            </a:r>
          </a:p>
          <a:p>
            <a:r>
              <a:rPr lang="fr-FR" smtClean="0"/>
              <a:t>27-  J'AI SOUVENT VOULU TE CONSOLER T'AIDER</a:t>
            </a:r>
          </a:p>
          <a:p>
            <a:r>
              <a:rPr lang="fr-FR" smtClean="0"/>
              <a:t>28-  MAIS TU NE M'ÉCOUTES PASTU IGNORES CE QUE JE FAIS</a:t>
            </a:r>
          </a:p>
          <a:p>
            <a:r>
              <a:rPr lang="fr-FR" smtClean="0"/>
              <a:t>29-  L'AMOUR QUE J'ÉPROUVE POUR TOI EST PLUS SUBLIME QUE TOUT</a:t>
            </a:r>
          </a:p>
          <a:p>
            <a:r>
              <a:rPr lang="fr-FR" smtClean="0"/>
              <a:t>30-  POUR UN MOMENT PASSÉ AVEC TOI JE DONNERAIS TOUT</a:t>
            </a:r>
          </a:p>
          <a:p>
            <a:r>
              <a:rPr lang="fr-FR" smtClean="0"/>
              <a:t>31-  CHAQUE MATIN JE LÈVE LE SOLEIL CAR TE VOIR SOURIRE ME FAIT DU BIEN </a:t>
            </a:r>
          </a:p>
          <a:p>
            <a:r>
              <a:rPr lang="fr-FR" smtClean="0"/>
              <a:t>32-  OUI CELA M'ÉMERVEILLE, AMI</a:t>
            </a:r>
          </a:p>
          <a:p>
            <a:endParaRPr lang="fr-FR" smtClean="0"/>
          </a:p>
          <a:p>
            <a:r>
              <a:rPr lang="fr-FR" smtClean="0"/>
              <a:t>33-  JE NE VAIS PLUS TE FATIGUER TU ES LIBRE DE CHOISIR</a:t>
            </a:r>
          </a:p>
          <a:p>
            <a:r>
              <a:rPr lang="fr-FR" smtClean="0"/>
              <a:t>34-   À TOI DE DÉCIDER</a:t>
            </a:r>
          </a:p>
          <a:p>
            <a:r>
              <a:rPr lang="fr-FR" smtClean="0"/>
              <a:t>35-  IL Y A LONGTEMPS QUE JE T'AI CHOISI POUR MOI</a:t>
            </a:r>
          </a:p>
          <a:p>
            <a:r>
              <a:rPr lang="fr-FR" smtClean="0"/>
              <a:t>36-  J'AI HÂTE QUE TU PUISSES UN JOUR REPENSER À MOI</a:t>
            </a:r>
          </a:p>
          <a:p>
            <a:r>
              <a:rPr lang="fr-FR" smtClean="0"/>
              <a:t>37-  JE VEUX TE DEMANDER UNE FAVEUR QU'EN AUCUN CAS TU NE M'OUBLIES</a:t>
            </a:r>
          </a:p>
          <a:p>
            <a:r>
              <a:rPr lang="fr-FR" smtClean="0"/>
              <a:t>38-  NE M'EFFACES DE TON CŒUR</a:t>
            </a:r>
          </a:p>
          <a:p>
            <a:r>
              <a:rPr lang="fr-FR" smtClean="0"/>
              <a:t>39-  MOI, SAINT-ESPRIT TON MEILLEUR AMI</a:t>
            </a:r>
          </a:p>
          <a:p>
            <a:r>
              <a:rPr lang="fr-FR" smtClean="0"/>
              <a:t>40-  JE T'AIME ET CELA PEU IMPORTE TON AVIS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AAA25-462D-4EDA-8344-3F2F25F9D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A809BE-68D1-4182-A745-1366A26634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C2FF4A-011F-4692-9507-8B5A594933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C4E3D-4EE5-47CE-9798-FAAD738139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CC6809-D15E-4ACF-B316-7772597AD7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2FA8F-31A4-411A-8225-535D863204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1E946B-802B-4BFA-B956-778A5BB7E7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37DA7-DBFD-45F9-8856-EFBAC3F297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5046B-CA42-4409-8B36-F9F30F1F38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9B127-178F-4A4A-A843-13B73689E6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2254C-FA3F-409B-8A37-E8E43BACA0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4834CADE-9098-452A-B700-12D3FF4E60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AMI, AS-TU PASSÉ UNE BELLE JOURNÉE ?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AS-TU APPRÉCIÉ CE SOLEIL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T'AI DONNÉ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VOIS QUE OUI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JE SUIS CONTENT POUR TOI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J'AURAIS TELLEMENT VOULU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PASSER UN MOMENT AVEC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ATTENDU QUE TU M'APPELLES TOUTE LA JOURNÉE POUR QUE L'ON PARLE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NUIT EST ARRIVÉE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TU T'ES MIS À PART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MANQUES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TON ABSENCE ME FAIT 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TARD MAIS J'AI L'ESPOIR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DE RECEVOIR CET APPEL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T'ES COUCHÉ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PENSER À M'APPELER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DONC PRIS LA DÉCISION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DE NE PAS TE RÉVEILLER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VISAGE EST SI BEAU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POSÉ SUR CET OREILLER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ILLUMINÉ PAR CE RAYON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LUNE QUE JE T'AI ENVOYÉ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TIENS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MES YEUX POSÉS SUR TOI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REMPLIS TON CŒUR DE LOVE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PENDANT QUE CELUI-CI BAT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CHUCHOTE À L'OREILLE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QUE JE T'AIME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PRIE QUE TU PUISSES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T'EN RAPPELER À TON RÉVEIL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MATIN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YEUX SE SONT OUVERTS PLUS TARD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PARTI EN COUP DE FEU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CAR TU ÉTAIS EN RETARD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LA NIÈME FOIS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M'AS IGNORÉ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T'AI REGARDÉ PARTIR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MES LARMES ONT COULÉ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SOUVIENS-TU QUAND TES AMIS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T'ONT LAISSÉ TOMBER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T'ES RETROUVÉ SEUL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SANS SAVOIR OÙ ALLER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M'A FAIT MAL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CAR JE TE COMPRENDS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RETROUVER SEUL EN T'ATTENDANT CELA M'ARRIVE SOUVENT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PRENAIS UN PETIT TEMPS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ME PARLER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NE PEUX IMAGINER COMBIEN HEUREUX JE SERAIS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SOUVENT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VOULU TE CONSOLER T'AIDER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TU NE M'ÉCOUTES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IGNORES CE QUE JE FAIS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L'AMOUR QUE J'ÉPROUVE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EST PLUS SUBLIME QUE TOUT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UN MOMENT PASSÉ AVEC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DONNERAIS TOUT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MATIN JE LÈVE LE SOLEIL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TE VOIR SOURIRE ME FAIT DU BIEN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CELA M'ÉMERVEILLE, AMI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VAIS PLUS TE FATIGUER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LIBRE DE CHOISIR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À TOI DE DÉCIDER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LONGTEMPS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QUE JE T'AI CHOISI POUR MOI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HÂTE QUE TU PUISSES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JOUR REPENSER À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DEMANDER UNE FAVEUR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QU'EN AUCUN CAS TU NE M'OUBLIES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M'EFFACES DE TON CŒUR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MOI, SAINT-ESPRIT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MEILLEUR AMI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T'AIME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CELA PEU IMPORTE TON AVIS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1792</Words>
  <Application>Microsoft Office PowerPoint</Application>
  <PresentationFormat>On-screen Show (4:3)</PresentationFormat>
  <Paragraphs>3750</Paragraphs>
  <Slides>40</Slides>
  <Notes>40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77</cp:revision>
  <dcterms:created xsi:type="dcterms:W3CDTF">2002-08-17T10:50:50Z</dcterms:created>
  <dcterms:modified xsi:type="dcterms:W3CDTF">2014-07-20T08:16:29Z</dcterms:modified>
</cp:coreProperties>
</file>