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63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39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4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2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0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5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31057" autoAdjust="0"/>
  </p:normalViewPr>
  <p:slideViewPr>
    <p:cSldViewPr>
      <p:cViewPr varScale="1">
        <p:scale>
          <a:sx n="22" d="100"/>
          <a:sy n="22" d="100"/>
        </p:scale>
        <p:origin x="-78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924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861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33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3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684EA29-9E6F-4B14-B75E-3725BD4040F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696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706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716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727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737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747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757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768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778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788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798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808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819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829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839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849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860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870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880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890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901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911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921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931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942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952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962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972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983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993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003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013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024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034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044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054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064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075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085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095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105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116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126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136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146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157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167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177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187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198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208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218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228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239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249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259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269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280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290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300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310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320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331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34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DINA, ADOLESCENTE EN MANQUE D'AMOUR</a:t>
            </a:r>
          </a:p>
          <a:p>
            <a:r>
              <a:rPr lang="fr-FR" smtClean="0"/>
              <a:t>2-  NE SACHANT QUOI FAIRE DE SA VIE MAIS CHERCHANT LE BONHEUR</a:t>
            </a:r>
          </a:p>
          <a:p>
            <a:r>
              <a:rPr lang="fr-FR" smtClean="0"/>
              <a:t>3-  PENSAIT SI FACILEMENT POUVOIR ACCÉDER À L'AMOUR</a:t>
            </a:r>
          </a:p>
          <a:p>
            <a:r>
              <a:rPr lang="fr-FR" smtClean="0"/>
              <a:t>4-  ESPÉRAIT LE TROUVER CELA EN SE LEVANT DE BONNE HEURE</a:t>
            </a:r>
          </a:p>
          <a:p>
            <a:r>
              <a:rPr lang="fr-FR" smtClean="0"/>
              <a:t>5-  LA VIE DONT ELLE RÊVAIT EST PASSÉE D'AMOUR À AMER</a:t>
            </a:r>
          </a:p>
          <a:p>
            <a:r>
              <a:rPr lang="fr-FR" smtClean="0"/>
              <a:t>6-  À PARTIR DE CE JOUR DINA VÉCUT DANS UN GRAND NOIR</a:t>
            </a:r>
          </a:p>
          <a:p>
            <a:r>
              <a:rPr lang="fr-FR" smtClean="0"/>
              <a:t>7-  TOMBA DANS LES BRAS D'UN DRAGUEUR TOMBEUR, VOLEUR D'AMOUR</a:t>
            </a:r>
          </a:p>
          <a:p>
            <a:r>
              <a:rPr lang="fr-FR" smtClean="0"/>
              <a:t>8-  PETIT À PETIT, SANS SE RENDRE COMPTE ELLE SE MEURT</a:t>
            </a:r>
          </a:p>
          <a:p>
            <a:r>
              <a:rPr lang="fr-FR" smtClean="0"/>
              <a:t>9-  NE CROIT PLUS EN RIEN NI MÊME À SON CŒUR</a:t>
            </a:r>
          </a:p>
          <a:p>
            <a:r>
              <a:rPr lang="fr-FR" smtClean="0"/>
              <a:t>10-  DEVIENT DE PLUS EN PLUS NAÏVE AU POINT DE DONNER SON CORPS</a:t>
            </a:r>
          </a:p>
          <a:p>
            <a:r>
              <a:rPr lang="fr-FR" smtClean="0"/>
              <a:t>11-  AU LIEU D'ALLER EN COURS DINA PASSE SES JOURNÉES DEHORS</a:t>
            </a:r>
          </a:p>
          <a:p>
            <a:r>
              <a:rPr lang="fr-FR" smtClean="0"/>
              <a:t>12-  ESCORTÉE D'UN MENTEUR SE FAISANT PASSER POUR UN LOVER</a:t>
            </a:r>
          </a:p>
          <a:p>
            <a:r>
              <a:rPr lang="fr-FR" smtClean="0"/>
              <a:t>13-  QUI JOUE AVEC LE CŒUR DE CHAQUE FILLE DE SON RÉPERTOIRE</a:t>
            </a:r>
          </a:p>
          <a:p>
            <a:r>
              <a:rPr lang="fr-FR" smtClean="0"/>
              <a:t>14-  DINA SE REND COMPTE QUE POUR LUI ELLE N'EST QU'UN NUMBER</a:t>
            </a:r>
          </a:p>
          <a:p>
            <a:r>
              <a:rPr lang="fr-FR" smtClean="0"/>
              <a:t>15-  ÉCŒURÉE DE SA VIE SES UNIQUES AMIS SONT SES PLEURS</a:t>
            </a:r>
          </a:p>
          <a:p>
            <a:r>
              <a:rPr lang="fr-FR" smtClean="0"/>
              <a:t>16-  LES TRAITS DE SON VISAGE NE REFLÈTENT PLUS QU'UNE CHOSE, LA PEUR</a:t>
            </a:r>
          </a:p>
          <a:p>
            <a:endParaRPr lang="fr-FR" smtClean="0"/>
          </a:p>
          <a:p>
            <a:r>
              <a:rPr lang="fr-FR" smtClean="0"/>
              <a:t>17-  PEUR DE NE PLUS JAMAIS CONNAÎTRE CE QU'EST LE VRAI AMOUR</a:t>
            </a:r>
          </a:p>
          <a:p>
            <a:r>
              <a:rPr lang="fr-FR" smtClean="0"/>
              <a:t>18-  ÊTRE AMOUREUSE DU PRINCE CHARMANT POURTANT LUI TIENT À CŒUR</a:t>
            </a:r>
          </a:p>
          <a:p>
            <a:r>
              <a:rPr lang="fr-FR" smtClean="0"/>
              <a:t>19-  EN ATTENDANT CE JOUR, DEVIENT DE PLUS EN PLUS IMPURE</a:t>
            </a:r>
          </a:p>
          <a:p>
            <a:r>
              <a:rPr lang="fr-FR" smtClean="0"/>
              <a:t>20-  JUSTE LE FAIT D'EN PARLER ME DONNE UN AFFREUX MAL AU CŒUR</a:t>
            </a:r>
          </a:p>
          <a:p>
            <a:r>
              <a:rPr lang="fr-FR" smtClean="0"/>
              <a:t>21-  MALGRÉ TOUS LES CONSEILS LES HEURES À LUI PARLER D'AVENIR</a:t>
            </a:r>
          </a:p>
          <a:p>
            <a:r>
              <a:rPr lang="fr-FR" smtClean="0"/>
              <a:t>22-  DINA, TRISTE, ABATTUE ENFANT MIS À PART</a:t>
            </a:r>
          </a:p>
          <a:p>
            <a:r>
              <a:rPr lang="fr-FR" smtClean="0"/>
              <a:t>23-  FAIT TOUJOURS CE RÊVE D'ÊTRE HEUREUSE DANS UN MONDE AILLEURS</a:t>
            </a:r>
          </a:p>
          <a:p>
            <a:r>
              <a:rPr lang="fr-FR" smtClean="0"/>
              <a:t>24-  BIEN QUE SON CORPS VOIE LE PIRE SON CŒUR ESPÈRE LE MEILLEUR</a:t>
            </a:r>
          </a:p>
          <a:p>
            <a:r>
              <a:rPr lang="fr-FR" smtClean="0"/>
              <a:t>25-  ON POURRA TOUJOURS DIRE QUE LE MEILLEUR RESTE À VENIR</a:t>
            </a:r>
          </a:p>
          <a:p>
            <a:r>
              <a:rPr lang="fr-FR" smtClean="0"/>
              <a:t>26-  ENCORE FAUDRAIT-IL QUE L'ON PUISSE AVOIR LA FOI POUR CROIRE</a:t>
            </a:r>
          </a:p>
          <a:p>
            <a:r>
              <a:rPr lang="fr-FR" smtClean="0"/>
              <a:t>27-  UN SOIR, DINA RENTRA CHEZ ELLE REMPLIE DE DÉSESPOIR</a:t>
            </a:r>
          </a:p>
          <a:p>
            <a:r>
              <a:rPr lang="fr-FR" smtClean="0"/>
              <a:t>28-  S'ASSEYA SUR SON LIT ET VIT À SES CÔTÉS LA MORT</a:t>
            </a:r>
          </a:p>
          <a:p>
            <a:r>
              <a:rPr lang="fr-FR" smtClean="0"/>
              <a:t>29-  ON POURRA TOUJOURS PRIER DIEU LUI DIRE DE NOUS BÉNIR</a:t>
            </a:r>
          </a:p>
          <a:p>
            <a:r>
              <a:rPr lang="fr-FR" smtClean="0"/>
              <a:t>30-  ENCORE FAUDRAIT-IL QUE L'ON DÉCIDE DE LUI OBÉIR</a:t>
            </a:r>
          </a:p>
          <a:p>
            <a:r>
              <a:rPr lang="fr-FR" smtClean="0"/>
              <a:t>31-  ELLE TOMBA À GENOUX POUR SE REPENTIR DEVANT LE PÈRE</a:t>
            </a:r>
          </a:p>
          <a:p>
            <a:r>
              <a:rPr lang="fr-FR" smtClean="0"/>
              <a:t>32-  UNE LUMIÈRE APPARUT, POUR DINA UN NOUVEAU DÉPART</a:t>
            </a:r>
          </a:p>
          <a:p>
            <a:endParaRPr lang="fr-FR" smtClean="0"/>
          </a:p>
          <a:p>
            <a:r>
              <a:rPr lang="fr-FR" smtClean="0"/>
              <a:t>33-  APPAREMMENT, DINA EN A MARRE DE SON ANCIENNE VIE</a:t>
            </a:r>
          </a:p>
          <a:p>
            <a:r>
              <a:rPr lang="fr-FR" smtClean="0"/>
              <a:t>34-  DÉCIDE DE DIRE : « NON » À LA MORT « OUI » À LA VRAIE VIE</a:t>
            </a:r>
          </a:p>
          <a:p>
            <a:r>
              <a:rPr lang="fr-FR" smtClean="0"/>
              <a:t>35-  AUJOURD'HUI, DINA N'EST PLUS NE SERA PLUS CETTE FILLE FACILE</a:t>
            </a:r>
          </a:p>
          <a:p>
            <a:r>
              <a:rPr lang="fr-FR" smtClean="0"/>
              <a:t>36-  ELLE A DIT ADIEU À SON ANCIENNE ELLE POUR ACCÉDER AU CIEL</a:t>
            </a:r>
          </a:p>
          <a:p>
            <a:r>
              <a:rPr lang="fr-FR" smtClean="0"/>
              <a:t>37-  DÉSORMAIS REPOSE EN ELLE LA PAIX DE L'ÉTERNEL</a:t>
            </a:r>
          </a:p>
          <a:p>
            <a:r>
              <a:rPr lang="fr-FR" smtClean="0"/>
              <a:t>38-  DANS SES YEUX, LA NOIRCEUR A LAISSÉ PLACE À L'ÉTINCELLE</a:t>
            </a:r>
          </a:p>
          <a:p>
            <a:r>
              <a:rPr lang="fr-FR" smtClean="0"/>
              <a:t>39-  AVIS À TOUTES CELLES ÉTANT COMME L'ANCIENNE DINA </a:t>
            </a:r>
          </a:p>
          <a:p>
            <a:r>
              <a:rPr lang="fr-FR" smtClean="0"/>
              <a:t>40-  STOPPEZ VOS VIES, VOS ENVIES D'AMOURETTE ET SACHEZ DIRE : « NON »</a:t>
            </a:r>
          </a:p>
          <a:p>
            <a:r>
              <a:rPr lang="fr-FR" smtClean="0"/>
              <a:t>41-  À TOUS CES GARÇONS QUI NE DÉSIRENT QU'UNE CHOSE</a:t>
            </a:r>
          </a:p>
          <a:p>
            <a:r>
              <a:rPr lang="fr-FR" smtClean="0"/>
              <a:t>42-  VOUS SÉDUIRE, VOUS MENTIR POUR ACCÉDER À LA CHOSE</a:t>
            </a:r>
          </a:p>
          <a:p>
            <a:r>
              <a:rPr lang="fr-FR" smtClean="0"/>
              <a:t>43-  LE CHOIX VOUS APPARTIENT FERA QUE VOS LENDEMAINS</a:t>
            </a:r>
          </a:p>
          <a:p>
            <a:r>
              <a:rPr lang="fr-FR" smtClean="0"/>
              <a:t>44-  SOIENT D'AMOUR, DE JOIE, DE PAIX OU BIEN ATTIRENT CERTAINS DÉMONS</a:t>
            </a:r>
          </a:p>
          <a:p>
            <a:r>
              <a:rPr lang="fr-FR" smtClean="0"/>
              <a:t>45-  LA CONNAISSANCE NE SERT À RIEN SANS LA MISE EN PRATIQUE</a:t>
            </a:r>
          </a:p>
          <a:p>
            <a:r>
              <a:rPr lang="fr-FR" smtClean="0"/>
              <a:t>46-  QUE POUR TOI, FAIRE LE BIEN PUISSE DEVENIR AUTOMATIQUE</a:t>
            </a:r>
          </a:p>
          <a:p>
            <a:r>
              <a:rPr lang="fr-FR" smtClean="0"/>
              <a:t>47-  TU SERAS CELLE DONT TU RÊVES D'ÊTRE SI TU DÉCIDES DE L'ÊTRE</a:t>
            </a:r>
          </a:p>
          <a:p>
            <a:r>
              <a:rPr lang="fr-FR" smtClean="0"/>
              <a:t>48-  PEU IMPORTE L'ÉTAT DE TON ENVELOPPE CE QUI IMPORTE C'EST LA LETTRE</a:t>
            </a:r>
          </a:p>
          <a:p>
            <a:endParaRPr lang="fr-FR" smtClean="0"/>
          </a:p>
          <a:p>
            <a:r>
              <a:rPr lang="fr-FR" smtClean="0"/>
              <a:t>49-  PEU IMPORTE CE QUE TU AS COMMIS JUSQU'ICI</a:t>
            </a:r>
          </a:p>
          <a:p>
            <a:r>
              <a:rPr lang="fr-FR" smtClean="0"/>
              <a:t>50-  AVEC QUI, DANS QUEL ENDROIT RIEN N’EST PERDU, L'AS-TU SAISI ?</a:t>
            </a:r>
          </a:p>
          <a:p>
            <a:r>
              <a:rPr lang="fr-FR" smtClean="0"/>
              <a:t>51-  ET SI DANS TA TÊTE TES PENSÉES T'ACCUSENT D'AVOIR PÉCHÉ</a:t>
            </a:r>
          </a:p>
          <a:p>
            <a:r>
              <a:rPr lang="fr-FR" smtClean="0"/>
              <a:t>52-  CESSE DE CULPABILISER DIS-MOI QUI N'A JAMAIS PÉCHÉ ?</a:t>
            </a:r>
          </a:p>
          <a:p>
            <a:r>
              <a:rPr lang="fr-FR" smtClean="0"/>
              <a:t>53-  J'AI PÉCHÉ, JE PÈCHE, .... ET JE PÉCHERAI</a:t>
            </a:r>
          </a:p>
          <a:p>
            <a:r>
              <a:rPr lang="fr-FR" smtClean="0"/>
              <a:t>54-  MALGRÉ MES FAUTES ET MES FAIBLESSES PAR SON AMOUR IL ME REPÊCHE</a:t>
            </a:r>
          </a:p>
          <a:p>
            <a:r>
              <a:rPr lang="fr-FR" smtClean="0"/>
              <a:t>55-  RELÈVE LA TÊTE TOI PRINCESSE DE L'ÉTERNEL</a:t>
            </a:r>
          </a:p>
          <a:p>
            <a:r>
              <a:rPr lang="fr-FR" smtClean="0"/>
              <a:t>56-  METS-TOI FACE À TA LIBERTÉ PUIS DÉPLOIE TES AILES</a:t>
            </a:r>
          </a:p>
          <a:p>
            <a:r>
              <a:rPr lang="fr-FR" smtClean="0"/>
              <a:t>57-  JE TE SUPPLIE DE GARDER TON CORPS</a:t>
            </a:r>
          </a:p>
          <a:p>
            <a:r>
              <a:rPr lang="fr-FR" smtClean="0"/>
              <a:t>58-  NE FAIS PLUS EN SORTE DE LE METTRE EN VALEUR </a:t>
            </a:r>
          </a:p>
          <a:p>
            <a:r>
              <a:rPr lang="fr-FR" smtClean="0"/>
              <a:t>59-  AFIN QUE L'HOMME S'EN MORDE… LES DOIGTS</a:t>
            </a:r>
          </a:p>
          <a:p>
            <a:r>
              <a:rPr lang="fr-FR" smtClean="0"/>
              <a:t>60-  NE LE CONDUIS PLUS AU PÉCHÉ</a:t>
            </a:r>
          </a:p>
          <a:p>
            <a:r>
              <a:rPr lang="fr-FR" smtClean="0"/>
              <a:t>61-  QUI EN FAIT N'EST RIEN D'AUTRE QU'UN CHEMIN QUI MÈNE À LA MORT</a:t>
            </a:r>
          </a:p>
          <a:p>
            <a:r>
              <a:rPr lang="fr-FR" smtClean="0"/>
              <a:t>62-  LORS DES TENTATIONS SOIS FORTE ET COURAGEUSE</a:t>
            </a:r>
          </a:p>
          <a:p>
            <a:r>
              <a:rPr lang="fr-FR" smtClean="0"/>
              <a:t>63-  RETOURNE AU COMMENCEMENT ET SOIS CETTE FEMME VERTUEUSE</a:t>
            </a:r>
          </a:p>
          <a:p>
            <a:r>
              <a:rPr lang="fr-FR" smtClean="0"/>
              <a:t>64-  QUI POURSUIT L'A.M.O.U.R. ET NON L'S.E.X</a:t>
            </a:r>
          </a:p>
          <a:p>
            <a:r>
              <a:rPr lang="fr-FR" smtClean="0"/>
              <a:t>65-  CONVOITER DIFFÈRE D'AIMER LE MAL EN A FAIT SON REMIX X</a:t>
            </a:r>
          </a:p>
          <a:p>
            <a:endParaRPr lang="fr-FR" smtClean="0"/>
          </a:p>
        </p:txBody>
      </p:sp>
      <p:sp>
        <p:nvSpPr>
          <p:cNvPr id="1351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DINA, ADOLESCENTE EN MANQUE D'AMOUR</a:t>
            </a:r>
          </a:p>
          <a:p>
            <a:pPr eaLnBrk="1" hangingPunct="1"/>
            <a:r>
              <a:rPr lang="fr-FR" smtClean="0"/>
              <a:t>2-  NE SACHANT QUOI FAIRE DE SA VIE MAIS CHERCHANT LE BONHEUR</a:t>
            </a:r>
          </a:p>
          <a:p>
            <a:pPr eaLnBrk="1" hangingPunct="1"/>
            <a:r>
              <a:rPr lang="fr-FR" smtClean="0"/>
              <a:t>3-  PENSAIT SI FACILEMENT POUVOIR ACCÉDER À L'AMOUR</a:t>
            </a:r>
          </a:p>
          <a:p>
            <a:pPr eaLnBrk="1" hangingPunct="1"/>
            <a:r>
              <a:rPr lang="fr-FR" smtClean="0"/>
              <a:t>4-  ESPÉRAIT LE TROUVER CELA EN SE LEVANT DE BONNE HEURE</a:t>
            </a:r>
          </a:p>
          <a:p>
            <a:pPr eaLnBrk="1" hangingPunct="1"/>
            <a:r>
              <a:rPr lang="fr-FR" smtClean="0"/>
              <a:t>5-  LA VIE DONT ELLE RÊVAIT EST PASSÉE D'AMOUR À AMER</a:t>
            </a:r>
          </a:p>
          <a:p>
            <a:pPr eaLnBrk="1" hangingPunct="1"/>
            <a:r>
              <a:rPr lang="fr-FR" smtClean="0"/>
              <a:t>6-  À PARTIR DE CE JOUR DINA VÉCUT DANS UN GRAND NOIR</a:t>
            </a:r>
          </a:p>
          <a:p>
            <a:pPr eaLnBrk="1" hangingPunct="1"/>
            <a:r>
              <a:rPr lang="fr-FR" smtClean="0"/>
              <a:t>7-  TOMBA DANS LES BRAS D'UN DRAGUEUR TOMBEUR, VOLEUR D'AMOUR</a:t>
            </a:r>
          </a:p>
          <a:p>
            <a:pPr eaLnBrk="1" hangingPunct="1"/>
            <a:r>
              <a:rPr lang="fr-FR" smtClean="0"/>
              <a:t>8-  PETIT À PETIT, SANS SE RENDRE COMPTE ELLE SE MEURT</a:t>
            </a:r>
          </a:p>
          <a:p>
            <a:pPr eaLnBrk="1" hangingPunct="1"/>
            <a:r>
              <a:rPr lang="fr-FR" smtClean="0"/>
              <a:t>9-  NE CROIT PLUS EN RIEN NI MÊME À SON CŒUR</a:t>
            </a:r>
          </a:p>
          <a:p>
            <a:pPr eaLnBrk="1" hangingPunct="1"/>
            <a:r>
              <a:rPr lang="fr-FR" smtClean="0"/>
              <a:t>10-  DEVIENT DE PLUS EN PLUS NAÏVE AU POINT DE DONNER SON CORPS</a:t>
            </a:r>
          </a:p>
          <a:p>
            <a:pPr eaLnBrk="1" hangingPunct="1"/>
            <a:r>
              <a:rPr lang="fr-FR" smtClean="0"/>
              <a:t>11-  AU LIEU D'ALLER EN COURS DINA PASSE SES JOURNÉES DEHORS</a:t>
            </a:r>
          </a:p>
          <a:p>
            <a:pPr eaLnBrk="1" hangingPunct="1"/>
            <a:r>
              <a:rPr lang="fr-FR" smtClean="0"/>
              <a:t>12-  ESCORTÉE D'UN MENTEUR SE FAISANT PASSER POUR UN LOVER</a:t>
            </a:r>
          </a:p>
          <a:p>
            <a:pPr eaLnBrk="1" hangingPunct="1"/>
            <a:r>
              <a:rPr lang="fr-FR" smtClean="0"/>
              <a:t>13-  QUI JOUE AVEC LE CŒUR DE CHAQUE FILLE DE SON RÉPERTOIRE</a:t>
            </a:r>
          </a:p>
          <a:p>
            <a:pPr eaLnBrk="1" hangingPunct="1"/>
            <a:r>
              <a:rPr lang="fr-FR" smtClean="0"/>
              <a:t>14-  DINA SE REND COMPTE QUE POUR LUI ELLE N'EST QU'UN NUMBER</a:t>
            </a:r>
          </a:p>
          <a:p>
            <a:pPr eaLnBrk="1" hangingPunct="1"/>
            <a:r>
              <a:rPr lang="fr-FR" smtClean="0"/>
              <a:t>15-  ÉCŒURÉE DE SA VIE SES UNIQUES AMIS SONT SES PLEURS</a:t>
            </a:r>
          </a:p>
          <a:p>
            <a:pPr eaLnBrk="1" hangingPunct="1"/>
            <a:r>
              <a:rPr lang="fr-FR" smtClean="0"/>
              <a:t>16-  LES TRAITS DE SON VISAGE NE REFLÈTENT PLUS QU'UNE CHOSE, LA PEUR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17-  PEUR DE NE PLUS JAMAIS CONNAÎTRE CE QU'EST LE VRAI AMOUR</a:t>
            </a:r>
          </a:p>
          <a:p>
            <a:pPr eaLnBrk="1" hangingPunct="1"/>
            <a:r>
              <a:rPr lang="fr-FR" smtClean="0"/>
              <a:t>18-  ÊTRE AMOUREUSE DU PRINCE CHARMANT POURTANT LUI TIENT À CŒUR</a:t>
            </a:r>
          </a:p>
          <a:p>
            <a:pPr eaLnBrk="1" hangingPunct="1"/>
            <a:r>
              <a:rPr lang="fr-FR" smtClean="0"/>
              <a:t>19-  EN ATTENDANT CE JOUR, DEVIENT DE PLUS EN PLUS IMPURE</a:t>
            </a:r>
          </a:p>
          <a:p>
            <a:pPr eaLnBrk="1" hangingPunct="1"/>
            <a:r>
              <a:rPr lang="fr-FR" smtClean="0"/>
              <a:t>20-  JUSTE LE FAIT D'EN PARLER ME DONNE UN AFFREUX MAL AU CŒUR</a:t>
            </a:r>
          </a:p>
          <a:p>
            <a:pPr eaLnBrk="1" hangingPunct="1"/>
            <a:r>
              <a:rPr lang="fr-FR" smtClean="0"/>
              <a:t>21-  MALGRÉ TOUS LES CONSEILS LES HEURES À LUI PARLER D'AVENIR</a:t>
            </a:r>
          </a:p>
          <a:p>
            <a:pPr eaLnBrk="1" hangingPunct="1"/>
            <a:r>
              <a:rPr lang="fr-FR" smtClean="0"/>
              <a:t>22-  DINA, TRISTE, ABATTUE ENFANT MIS À PART</a:t>
            </a:r>
          </a:p>
          <a:p>
            <a:pPr eaLnBrk="1" hangingPunct="1"/>
            <a:r>
              <a:rPr lang="fr-FR" smtClean="0"/>
              <a:t>23-  FAIT TOUJOURS CE RÊVE D'ÊTRE HEUREUSE DANS UN MONDE AILLEURS</a:t>
            </a:r>
          </a:p>
          <a:p>
            <a:pPr eaLnBrk="1" hangingPunct="1"/>
            <a:r>
              <a:rPr lang="fr-FR" smtClean="0"/>
              <a:t>24-  BIEN QUE SON CORPS VOIE LE PIRE SON CŒUR ESPÈRE LE MEILLEUR</a:t>
            </a:r>
          </a:p>
          <a:p>
            <a:pPr eaLnBrk="1" hangingPunct="1"/>
            <a:r>
              <a:rPr lang="fr-FR" smtClean="0"/>
              <a:t>25-  ON POURRA TOUJOURS DIRE QUE LE MEILLEUR RESTE À VENIR</a:t>
            </a:r>
          </a:p>
          <a:p>
            <a:pPr eaLnBrk="1" hangingPunct="1"/>
            <a:r>
              <a:rPr lang="fr-FR" smtClean="0"/>
              <a:t>26-  ENCORE FAUDRAIT-IL QUE L'ON PUISSE AVOIR LA FOI POUR CROIRE</a:t>
            </a:r>
          </a:p>
          <a:p>
            <a:pPr eaLnBrk="1" hangingPunct="1"/>
            <a:r>
              <a:rPr lang="fr-FR" smtClean="0"/>
              <a:t>27-  UN SOIR, DINA RENTRA CHEZ ELLE REMPLIE DE DÉSESPOIR</a:t>
            </a:r>
          </a:p>
          <a:p>
            <a:pPr eaLnBrk="1" hangingPunct="1"/>
            <a:r>
              <a:rPr lang="fr-FR" smtClean="0"/>
              <a:t>28-  S'ASSEYA SUR SON LIT ET VIT À SES CÔTÉS LA MORT</a:t>
            </a:r>
          </a:p>
          <a:p>
            <a:pPr eaLnBrk="1" hangingPunct="1"/>
            <a:r>
              <a:rPr lang="fr-FR" smtClean="0"/>
              <a:t>29-  ON POURRA TOUJOURS PRIER DIEU LUI DIRE DE NOUS BÉNIR</a:t>
            </a:r>
          </a:p>
          <a:p>
            <a:pPr eaLnBrk="1" hangingPunct="1"/>
            <a:r>
              <a:rPr lang="fr-FR" smtClean="0"/>
              <a:t>30-  ENCORE FAUDRAIT-IL QUE L'ON DÉCIDE DE LUI OBÉIR</a:t>
            </a:r>
          </a:p>
          <a:p>
            <a:pPr eaLnBrk="1" hangingPunct="1"/>
            <a:r>
              <a:rPr lang="fr-FR" smtClean="0"/>
              <a:t>31-  ELLE TOMBA À GENOUX POUR SE REPENTIR DEVANT LE PÈRE</a:t>
            </a:r>
          </a:p>
          <a:p>
            <a:pPr eaLnBrk="1" hangingPunct="1"/>
            <a:r>
              <a:rPr lang="fr-FR" smtClean="0"/>
              <a:t>32-  UNE LUMIÈRE APPARUT, POUR DINA UN NOUVEAU DÉPART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33-  APPAREMMENT, DINA EN A MARRE DE SON ANCIENNE VIE</a:t>
            </a:r>
          </a:p>
          <a:p>
            <a:pPr eaLnBrk="1" hangingPunct="1"/>
            <a:r>
              <a:rPr lang="fr-FR" smtClean="0"/>
              <a:t>34-  DÉCIDE DE DIRE : « NON » À LA MORT « OUI » À LA VRAIE VIE</a:t>
            </a:r>
          </a:p>
          <a:p>
            <a:pPr eaLnBrk="1" hangingPunct="1"/>
            <a:r>
              <a:rPr lang="fr-FR" smtClean="0"/>
              <a:t>35-  AUJOURD'HUI, DINA N'EST PLUS NE SERA PLUS CETTE FILLE FACILE</a:t>
            </a:r>
          </a:p>
          <a:p>
            <a:pPr eaLnBrk="1" hangingPunct="1"/>
            <a:r>
              <a:rPr lang="fr-FR" smtClean="0"/>
              <a:t>36-  ELLE A DIT ADIEU À SON ANCIENNE ELLE POUR ACCÉDER AU CIEL</a:t>
            </a:r>
          </a:p>
          <a:p>
            <a:pPr eaLnBrk="1" hangingPunct="1"/>
            <a:r>
              <a:rPr lang="fr-FR" smtClean="0"/>
              <a:t>37-  DÉSORMAIS REPOSE EN ELLE LA PAIX DE L'ÉTERNEL</a:t>
            </a:r>
          </a:p>
          <a:p>
            <a:pPr eaLnBrk="1" hangingPunct="1"/>
            <a:r>
              <a:rPr lang="fr-FR" smtClean="0"/>
              <a:t>38-  DANS SES YEUX, LA NOIRCEUR A LAISSÉ PLACE À L'ÉTINCELLE</a:t>
            </a:r>
          </a:p>
          <a:p>
            <a:pPr eaLnBrk="1" hangingPunct="1"/>
            <a:r>
              <a:rPr lang="fr-FR" smtClean="0"/>
              <a:t>39-  AVIS À TOUTES CELLES ÉTANT COMME L'ANCIENNE DINA </a:t>
            </a:r>
          </a:p>
          <a:p>
            <a:pPr eaLnBrk="1" hangingPunct="1"/>
            <a:r>
              <a:rPr lang="fr-FR" smtClean="0"/>
              <a:t>40-  STOPPEZ VOS VIES, VOS ENVIES D'AMOURETTE ET SACHEZ DIRE : « NON »</a:t>
            </a:r>
          </a:p>
          <a:p>
            <a:pPr eaLnBrk="1" hangingPunct="1"/>
            <a:r>
              <a:rPr lang="fr-FR" smtClean="0"/>
              <a:t>41-  À TOUS CES GARÇONS QUI NE DÉSIRENT QU'UNE CHOSE</a:t>
            </a:r>
          </a:p>
          <a:p>
            <a:pPr eaLnBrk="1" hangingPunct="1"/>
            <a:r>
              <a:rPr lang="fr-FR" smtClean="0"/>
              <a:t>42-  VOUS SÉDUIRE, VOUS MENTIR POUR ACCÉDER À LA CHOSE</a:t>
            </a:r>
          </a:p>
          <a:p>
            <a:pPr eaLnBrk="1" hangingPunct="1"/>
            <a:r>
              <a:rPr lang="fr-FR" smtClean="0"/>
              <a:t>43-  LE CHOIX VOUS APPARTIENT FERA QUE VOS LENDEMAINS</a:t>
            </a:r>
          </a:p>
          <a:p>
            <a:pPr eaLnBrk="1" hangingPunct="1"/>
            <a:r>
              <a:rPr lang="fr-FR" smtClean="0"/>
              <a:t>44-  SOIENT D'AMOUR, DE JOIE, DE PAIX OU BIEN ATTIRENT CERTAINS DÉMONS</a:t>
            </a:r>
          </a:p>
          <a:p>
            <a:pPr eaLnBrk="1" hangingPunct="1"/>
            <a:r>
              <a:rPr lang="fr-FR" smtClean="0"/>
              <a:t>45-  LA CONNAISSANCE NE SERT À RIEN SANS LA MISE EN PRATIQUE</a:t>
            </a:r>
          </a:p>
          <a:p>
            <a:pPr eaLnBrk="1" hangingPunct="1"/>
            <a:r>
              <a:rPr lang="fr-FR" smtClean="0"/>
              <a:t>46-  QUE POUR TOI, FAIRE LE BIEN PUISSE DEVENIR AUTOMATIQUE</a:t>
            </a:r>
          </a:p>
          <a:p>
            <a:pPr eaLnBrk="1" hangingPunct="1"/>
            <a:r>
              <a:rPr lang="fr-FR" smtClean="0"/>
              <a:t>47-  TU SERAS CELLE DONT TU RÊVES D'ÊTRE SI TU DÉCIDES DE L'ÊTRE</a:t>
            </a:r>
          </a:p>
          <a:p>
            <a:pPr eaLnBrk="1" hangingPunct="1"/>
            <a:r>
              <a:rPr lang="fr-FR" smtClean="0"/>
              <a:t>48-  PEU IMPORTE L'ÉTAT DE TON ENVELOPPE CE QUI IMPORTE C'EST LA LETTRE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49-  PEU IMPORTE CE QUE TU AS COMMIS JUSQU'ICI</a:t>
            </a:r>
          </a:p>
          <a:p>
            <a:pPr eaLnBrk="1" hangingPunct="1"/>
            <a:r>
              <a:rPr lang="fr-FR" smtClean="0"/>
              <a:t>50-  AVEC QUI, DANS QUEL ENDROIT RIEN N’EST PERDU, L'AS-TU SAISI ?</a:t>
            </a:r>
          </a:p>
          <a:p>
            <a:pPr eaLnBrk="1" hangingPunct="1"/>
            <a:r>
              <a:rPr lang="fr-FR" smtClean="0"/>
              <a:t>51-  ET SI DANS TA TÊTE TES PENSÉES T'ACCUSENT D'AVOIR PÉCHÉ</a:t>
            </a:r>
          </a:p>
          <a:p>
            <a:pPr eaLnBrk="1" hangingPunct="1"/>
            <a:r>
              <a:rPr lang="fr-FR" smtClean="0"/>
              <a:t>52-  CESSE DE CULPABILISER DIS-MOI QUI N'A JAMAIS PÉCHÉ ?</a:t>
            </a:r>
          </a:p>
          <a:p>
            <a:pPr eaLnBrk="1" hangingPunct="1"/>
            <a:r>
              <a:rPr lang="fr-FR" smtClean="0"/>
              <a:t>53-  J'AI PÉCHÉ, JE PÈCHE, .... ET JE PÉCHERAI</a:t>
            </a:r>
          </a:p>
          <a:p>
            <a:pPr eaLnBrk="1" hangingPunct="1"/>
            <a:r>
              <a:rPr lang="fr-FR" smtClean="0"/>
              <a:t>54-  MALGRÉ MES FAUTES ET MES FAIBLESSES PAR SON AMOUR IL ME REPÊCHE</a:t>
            </a:r>
          </a:p>
          <a:p>
            <a:pPr eaLnBrk="1" hangingPunct="1"/>
            <a:r>
              <a:rPr lang="fr-FR" smtClean="0"/>
              <a:t>55-  RELÈVE LA TÊTE TOI PRINCESSE DE L'ÉTERNEL</a:t>
            </a:r>
          </a:p>
          <a:p>
            <a:pPr eaLnBrk="1" hangingPunct="1"/>
            <a:r>
              <a:rPr lang="fr-FR" smtClean="0"/>
              <a:t>56-  METS-TOI FACE À TA LIBERTÉ PUIS DÉPLOIE TES AILES</a:t>
            </a:r>
          </a:p>
          <a:p>
            <a:pPr eaLnBrk="1" hangingPunct="1"/>
            <a:r>
              <a:rPr lang="fr-FR" smtClean="0"/>
              <a:t>57-  JE TE SUPPLIE DE GARDER TON CORPS</a:t>
            </a:r>
          </a:p>
          <a:p>
            <a:pPr eaLnBrk="1" hangingPunct="1"/>
            <a:r>
              <a:rPr lang="fr-FR" smtClean="0"/>
              <a:t>58-  NE FAIS PLUS EN SORTE DE LE METTRE EN VALEUR </a:t>
            </a:r>
          </a:p>
          <a:p>
            <a:pPr eaLnBrk="1" hangingPunct="1"/>
            <a:r>
              <a:rPr lang="fr-FR" smtClean="0"/>
              <a:t>59-  AFIN QUE L'HOMME S'EN MORDE… LES DOIGTS</a:t>
            </a:r>
          </a:p>
          <a:p>
            <a:pPr eaLnBrk="1" hangingPunct="1"/>
            <a:r>
              <a:rPr lang="fr-FR" smtClean="0"/>
              <a:t>60-  NE LE CONDUIS PLUS AU PÉCHÉ</a:t>
            </a:r>
          </a:p>
          <a:p>
            <a:pPr eaLnBrk="1" hangingPunct="1"/>
            <a:r>
              <a:rPr lang="fr-FR" smtClean="0"/>
              <a:t>61-  QUI EN FAIT N'EST RIEN D'AUTRE QU'UN CHEMIN QUI MÈNE À LA MORT</a:t>
            </a:r>
          </a:p>
          <a:p>
            <a:pPr eaLnBrk="1" hangingPunct="1"/>
            <a:r>
              <a:rPr lang="fr-FR" smtClean="0"/>
              <a:t>62-  LORS DES TENTATIONS SOIS FORTE ET COURAGEUSE</a:t>
            </a:r>
          </a:p>
          <a:p>
            <a:pPr eaLnBrk="1" hangingPunct="1"/>
            <a:r>
              <a:rPr lang="fr-FR" smtClean="0"/>
              <a:t>63-  RETOURNE AU COMMENCEMENT ET SOIS CETTE FEMME VERTUEUSE</a:t>
            </a:r>
          </a:p>
          <a:p>
            <a:pPr eaLnBrk="1" hangingPunct="1"/>
            <a:r>
              <a:rPr lang="fr-FR" smtClean="0"/>
              <a:t>64-  QUI POURSUIT L'A.M.O.U.R. ET NON L'S.E.X</a:t>
            </a:r>
          </a:p>
          <a:p>
            <a:pPr eaLnBrk="1" hangingPunct="1"/>
            <a:r>
              <a:rPr lang="fr-FR" smtClean="0"/>
              <a:t>65-  CONVOITER DIFFÈRE D'AIMER LE MAL EN A FAIT SON REMIX X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CF582B-CCAB-4849-9040-582583E7CA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78D12B-4115-47B6-8559-BAD3A9BA29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5AF408-C55D-4618-AED2-3751BE48AA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C11830-D5C8-466B-8820-630C58FBC5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2EA1CD-2AEA-4964-A8FB-FF3AD81CAA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D91F42-9503-42D0-9927-79E0C31EAF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F9E587-3924-456A-AA00-0DDB81452A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6AF7C1-4EAC-45BE-B52A-C0E3642C2E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130904-C34B-4AD5-8BC4-1696B63D15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39D8C-8176-4B49-815F-B92D03D0B88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6F420-6183-4258-A85F-5B279CF0BA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44D8127-4903-4318-BF30-70082E4CDBF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DINA, ADOLESCENTE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MANQUE D'AMOUR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SACHANT QUOI FAIRE DE SA VIE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CHERCHANT LE BONHEUR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307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PENSAIT SI FACILEMENT POUVOIR ACCÉDER À L'AMOUR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409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ESPÉRAIT LE TROUVER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CELA EN SE LEVANT DE BONNE HEURE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512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VIE DONT ELLE RÊVAIT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PASSÉE D'AMOUR À AMER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614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PARTIR DE CE JOUR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DINA VÉCUT DANS UN GRAND NOIR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717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TOMBA DANS LES BRAS D'UN DRAGUEUR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TOMBEUR, VOLEUR D'AMOUR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819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PETIT À PETIT, SANS SE RENDRE COMPTE ELLE SE MEURT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921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CROIT PLUS EN RIEN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NI MÊME À SON CŒUR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1024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DEVIENT DE PLUS EN PLUS NAÏVE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POINT DE DONNER SON CORPS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1126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LIEU D'ALLER EN COURS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DINA PASSE SES JOURNÉES DEHORS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1229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ESCORTÉE D'UN MENTEUR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FAISANT PASSER POUR UN LOVER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1331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JOUE AVEC LE CŒUR DE CHAQUE FILLE DE SON RÉPERTOIRE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1433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DINA SE REND COMPTE QUE POUR LUI ELLE N'EST QU'UN NUMBER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1536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ÉCŒURÉE DE SA VIE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SES UNIQUES AMIS SONT SES PLEURS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1638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TRAITS DE SON VISAGE NE REFLÈTENT PLUS QU'UNE CHOSE, LA PEUR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1741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PEUR DE NE PLUS JAMAIS CONNAÎTRE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QU'EST LE VRAI AMOUR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1843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ÊTRE AMOUREUSE DU PRINCE CHARMANT POURTANT LUI TIENT À CŒUR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1945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ATTENDANT CE JOUR, DEVIENT DE PLUS EN PLUS IMPURE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2048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JUSTE LE FAIT D'EN PARLER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DONNE UN AFFREUX MAL AU CŒUR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2150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MALGRÉ TOUS LES CONSEILS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HEURES À LUI PARLER D'AVENIR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2253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DINA, TRISTE, ABATTUE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ENFANT MIS À PART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2355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FAIT TOUJOURS CE RÊVE D'ÊTRE HEUREUSE DANS UN MONDE AILLEURS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2457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BIEN QUE SON CORPS VOIE LE PIRE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CŒUR ESPÈRE LE MEILLEUR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2560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POURRA TOUJOURS DIRE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LE MEILLEUR RESTE À VENIR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2662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ENCORE FAUDRAIT-IL QUE L'ON PUISSE AVOIR LA FOI POUR CROIRE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2765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SOIR, DINA RENTRA CHEZ ELLE REMPLIE DE DÉSESPOIR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2867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S'ASSEYA SUR SON LIT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VIT À SES CÔTÉS LA MORT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2969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POURRA TOUJOURS PRIER DIEU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LUI DIRE DE NOUS BÉNIR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3072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ENCORE FAUDRAIT-IL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L'ON DÉCIDE DE LUI OBÉIR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3174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ELLE TOMBA À GENOUX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SE REPENTIR DEVANT LE PÈRE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3277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LUMIÈRE APPARUT, POUR DINA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NOUVEAU DÉPART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3379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APPAREMMENT, DINA EN A MARRE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SON ANCIENNE VIE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3481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DÉCIDE DE DIRE : « NON » À LA MORT « OUI » À LA VRAIE VIE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3584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AUJOURD'HUI, DINA N'EST PLUS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SERA PLUS CETTE FILLE FACILE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3686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ELLE A DIT ADIEU À SON ANCIENNE ELLE POUR ACCÉDER AU CIEL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3789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DÉSORMAIS REPOSE EN ELLE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PAIX DE L'ÉTERNEL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3891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SES YEUX, LA NOIRCEUR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LAISSÉ PLACE À L'ÉTINCELLE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3993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AVIS À TOUTES CELLES ÉTANT COMME L'ANCIENNE DINA 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4096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STOPPEZ VOS VIES, VOS ENVIES D'AMOURETTE ET SACHEZ DIRE : « NON »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4198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TOUS CES GARÇONS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NE DÉSIRENT QU'UNE CHOSE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4301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VOUS SÉDUIRE, VOUS MENTIR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ACCÉDER À LA CHOSE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4403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CHOIX VOUS APPARTIENT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FERA QUE VOS LENDEMAINS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4505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SOIENT D'AMOUR, DE JOIE, DE PAIX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 BIEN ATTIRENT CERTAINS DÉMONS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4608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CONNAISSANCE NE SERT À RIEN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LA MISE EN PRATIQUE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4710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POUR TOI, FAIRE LE BIEN PUISSE DEVENIR AUTOMATIQUE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4813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SERAS CELLE DONT TU RÊVES D'ÊTRE SI TU DÉCIDES DE L'ÊTRE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4915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 IMPORTE L'ÉTAT DE TON ENVELOPPE CE QUI IMPORTE C'EST LA LETTRE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5017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 IMPORTE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TU AS COMMIS JUSQU'ICI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5120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QUI, DANS QUEL ENDROIT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N’EST PERDU, L'AS-TU SAISI ?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5222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SI DANS TA TÊTE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TES PENSÉES T'ACCUSENT D'AVOIR PÉCHÉ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5325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CESSE DE CULPABILISER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DIS-MOI QUI N'A JAMAIS PÉCHÉ ?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5427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PÉCHÉ, JE PÈCHE, .... ET JE PÉCHERAI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5529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MALGRÉ MES FAUTES ET MES FAIBLESSES PAR SON AMOUR IL ME REPÊCHE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5632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RELÈVE LA TÊTE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TOI PRINCESSE DE L'ÉTERNEL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5734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METS-TOI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FACE À TA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LIBERTÉ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PUIS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DÉPLOIE TES AILES</a:t>
            </a:r>
          </a:p>
        </p:txBody>
      </p:sp>
      <p:sp>
        <p:nvSpPr>
          <p:cNvPr id="5837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SUPPLIE DE GARDER TON CORPS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5939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FAIS PLUS EN SORTE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LE METTRE EN VALEUR 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6041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AFIN QUE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L'HOMME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S'EN MORDE… LES DOIGTS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6144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LE CONDUIS PLUS AU PÉCHÉ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6246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EN FAIT N'EST RIEN D'AUTRE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QU'UN CHEMIN QUI MÈNE À LA MORT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6349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LORS DES TENTATIONS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SOIS FORTE ET COURAGEUSE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6451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RETOURNE AU COMMENCEMENT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SOIS CETTE FEMME VERTUEUSE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6553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POURSUIT L'A.M.O.U.R. ET NON L'S.E.X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6656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8255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CONVOITER DIFFÈRE D'AIMER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MAL EN A FAIT SON REMIX X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6758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48996</Words>
  <Application>Microsoft Office PowerPoint</Application>
  <PresentationFormat>On-screen Show (4:3)</PresentationFormat>
  <Paragraphs>8948</Paragraphs>
  <Slides>65</Slides>
  <Notes>65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65</vt:i4>
      </vt:variant>
    </vt:vector>
  </HeadingPairs>
  <TitlesOfParts>
    <vt:vector size="68" baseType="lpstr">
      <vt:lpstr>Franklin Gothic Medium</vt:lpstr>
      <vt:lpstr>Arial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  <vt:lpstr>Diapositive 44</vt:lpstr>
      <vt:lpstr>Diapositive 45</vt:lpstr>
      <vt:lpstr>Diapositive 46</vt:lpstr>
      <vt:lpstr>Diapositive 47</vt:lpstr>
      <vt:lpstr>Diapositive 48</vt:lpstr>
      <vt:lpstr>Diapositive 49</vt:lpstr>
      <vt:lpstr>Diapositive 50</vt:lpstr>
      <vt:lpstr>Diapositive 51</vt:lpstr>
      <vt:lpstr>Diapositive 52</vt:lpstr>
      <vt:lpstr>Diapositive 53</vt:lpstr>
      <vt:lpstr>Diapositive 54</vt:lpstr>
      <vt:lpstr>Diapositive 55</vt:lpstr>
      <vt:lpstr>Diapositive 56</vt:lpstr>
      <vt:lpstr>Diapositive 57</vt:lpstr>
      <vt:lpstr>Diapositive 58</vt:lpstr>
      <vt:lpstr>Diapositive 59</vt:lpstr>
      <vt:lpstr>Diapositive 60</vt:lpstr>
      <vt:lpstr>Diapositive 61</vt:lpstr>
      <vt:lpstr>Diapositive 62</vt:lpstr>
      <vt:lpstr>Diapositive 63</vt:lpstr>
      <vt:lpstr>Diapositive 64</vt:lpstr>
      <vt:lpstr>Diapositive 65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RISAL</cp:lastModifiedBy>
  <cp:revision>72</cp:revision>
  <dcterms:created xsi:type="dcterms:W3CDTF">2002-08-17T10:50:50Z</dcterms:created>
  <dcterms:modified xsi:type="dcterms:W3CDTF">2013-04-24T16:13:10Z</dcterms:modified>
</cp:coreProperties>
</file>