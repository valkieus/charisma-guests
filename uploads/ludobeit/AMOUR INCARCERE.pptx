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7"/>
  </p:notesMasterIdLst>
  <p:sldIdLst>
    <p:sldId id="307" r:id="rId3"/>
    <p:sldId id="347" r:id="rId4"/>
    <p:sldId id="346" r:id="rId5"/>
    <p:sldId id="345" r:id="rId6"/>
    <p:sldId id="344" r:id="rId7"/>
    <p:sldId id="343" r:id="rId8"/>
    <p:sldId id="342" r:id="rId9"/>
    <p:sldId id="341" r:id="rId10"/>
    <p:sldId id="340" r:id="rId11"/>
    <p:sldId id="339" r:id="rId12"/>
    <p:sldId id="337" r:id="rId13"/>
    <p:sldId id="336" r:id="rId14"/>
    <p:sldId id="335" r:id="rId15"/>
    <p:sldId id="334" r:id="rId16"/>
    <p:sldId id="333" r:id="rId17"/>
    <p:sldId id="332" r:id="rId18"/>
    <p:sldId id="331" r:id="rId19"/>
    <p:sldId id="330" r:id="rId20"/>
    <p:sldId id="329" r:id="rId21"/>
    <p:sldId id="371" r:id="rId22"/>
    <p:sldId id="328" r:id="rId23"/>
    <p:sldId id="327" r:id="rId24"/>
    <p:sldId id="326" r:id="rId25"/>
    <p:sldId id="325" r:id="rId26"/>
    <p:sldId id="324" r:id="rId27"/>
    <p:sldId id="322" r:id="rId28"/>
    <p:sldId id="321" r:id="rId29"/>
    <p:sldId id="320" r:id="rId30"/>
    <p:sldId id="319" r:id="rId31"/>
    <p:sldId id="318" r:id="rId32"/>
    <p:sldId id="317" r:id="rId33"/>
    <p:sldId id="316" r:id="rId34"/>
    <p:sldId id="315" r:id="rId35"/>
    <p:sldId id="314" r:id="rId36"/>
    <p:sldId id="313" r:id="rId37"/>
    <p:sldId id="312" r:id="rId38"/>
    <p:sldId id="351" r:id="rId39"/>
    <p:sldId id="370" r:id="rId40"/>
    <p:sldId id="369" r:id="rId41"/>
    <p:sldId id="368" r:id="rId42"/>
    <p:sldId id="367" r:id="rId43"/>
    <p:sldId id="366" r:id="rId44"/>
    <p:sldId id="365" r:id="rId45"/>
    <p:sldId id="364" r:id="rId46"/>
    <p:sldId id="363" r:id="rId47"/>
    <p:sldId id="362" r:id="rId48"/>
    <p:sldId id="361" r:id="rId49"/>
    <p:sldId id="360" r:id="rId50"/>
    <p:sldId id="359" r:id="rId51"/>
    <p:sldId id="358" r:id="rId52"/>
    <p:sldId id="357" r:id="rId53"/>
    <p:sldId id="356" r:id="rId54"/>
    <p:sldId id="372" r:id="rId55"/>
    <p:sldId id="355" r:id="rId5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2785" autoAdjust="0"/>
  </p:normalViewPr>
  <p:slideViewPr>
    <p:cSldViewPr>
      <p:cViewPr varScale="1">
        <p:scale>
          <a:sx n="47" d="100"/>
          <a:sy n="47" d="100"/>
        </p:scale>
        <p:origin x="-114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806037C5-328D-455B-8FD0-5125298D28C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41A622AD-576D-431D-87BF-813C3F6B043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4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1116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1126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 sz="900" smtClean="0">
                <a:ea typeface="ＭＳ Ｐゴシック" pitchFamily="34" charset="-128"/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  <a:endParaRPr lang="en-US" sz="900" smtClean="0">
              <a:ea typeface="ＭＳ Ｐゴシック" pitchFamily="34" charset="-128"/>
            </a:endParaRPr>
          </a:p>
        </p:txBody>
      </p:sp>
      <p:sp>
        <p:nvSpPr>
          <p:cNvPr id="1136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>
                <a:solidFill>
                  <a:srgbClr val="000000"/>
                </a:solidFill>
              </a:rPr>
              <a:t>1-  L'AMOUR EST VITAL   
2-  JE M'EN SUIS FAIT UNE RAISON  DE VIVRE  
3-  J'EN BOIS AU QUOTIDIEN AU POINT DE DEVENIR IVRE  
4-  CHAQUE JOUR JE LIVRE DES BOISSONS D'ESPOIR  
5-  A CEUX QUI, PLUS QUE PERSONNE ONT BESOIN D'EN BOIRE  
6-  BEAUCOUP  N'ONT QUE POUR BOISSON LA HAINE  
7-  ET QUI PAR CONNAISSANCE DE GOÛT  
8-  N'EN VAUT PAS LA PEINE, NON   
9-  CAR J'EN AI BU DURANT DES ANNÉES  
10-  C'EST PAR SA FAUTE QUE J'AI RÉCOLTÉ UN CŒUR AMER  
11-  EN 2004 ON M'A FAIT BOIRE DE L'A.M.O.U.R  
12-  J'AI ÉTÉ ARRÊTÉ CAR J'EN ÉTAIS DÉPENDANT  
13-  J'AI SOUFFLÉ DANS LE LOVE TEST IL S'EST CASSÉ  
14-  J’AI ÉTÉ EMBARQUÉ POUR EN AVOIR PLUS QU'ASSEZ JE ME SUIS PRÉSENTÉ  
15-  AMOUREUX AU TRIBUNAL LE JURY VICTIME D'AMOUR  
16-  M'A DÉCLARÉ COUPABLE J'AI ÉTÉ CONDAMNÉ À PERPÉTUITÉ  
17-  DÈS LORS, JE NE PEUX RIEN FAIRE D'AUTRE QU’AIMER  
18-  MON COMPAGNON DE CELLULE SE NOMME J.O.I.E  
19-  ON A FAIT CONNAISSANCE  DEPUIS ON EST TOUJOURS À DEUX  
20-  NOUS SOMMES INCARCÉRÉS DANS LA SECTION F.O.I 
21-  LE DIRECTEUR DE LA PRISON SE NOMME D.I.E.U  
22-  AUX YEUX DU MONDE NOUS NE SOMMES QUE DES FOUS  
23-  LES HAINEUX NÉGLIGENT L'AMOUR MAIS VIVENT DANS LE TROU  
24-  SANS L'AMOUR JE NE SUIS RIEN JE VOUS L'AVOUE  
25-  C'EST AVEC LES LARMES AU CŒUR QUE JE ME CONFIE À VOUS  
26-  MON COMPAGNON DE CELLULE SE NOMME J.O.I.E   
27-  ON A FAIT CONNAISSANCE DEPUIS ON EST TOUJOURS À DEUX  
28-  NOUS SOMMES INCARCÉRÉS DANS LA SECTION F.O.I  
29-  LE DIRECTEUR DE LA PRISON SE NOMME D.I.E.U  
30-  AUX YEUX DU MONDE NOUS NE SOMMES QUE DES FOUS  
31-  LES HAINEUX NÉGLIGENT L'AMOUR MAIS VIVENT DANS LE TROU  
32-  SANS L'AMOUR, JE NE SUIS RIEN JE VOUS L'AVOUE  
33-  C'EST AVEC LES LARMES AU CŒUR QUE JE ME CONFIE À VOUS  
34-  J'AI POUR MISSION D'AIMER AU-DELÀ DU VOULOIR  
35-  VEILLER EN TOUT TEMPS   
36-  DURANT LES SAISONS LES PLUS NOIRES  
37-  ILS ET ELLES POURRONT TOUT FAIRE MÊME ME MAUDIRE  
38-  J'ACCOMPLIRAI MA TÂCHE PEU IMPORTE LES « ON-DIT »  
39-  J’AI ENTENDU DIRE  QUE L'AMOUR N'EST PLUS 
40-  CELUI QUI A DIT ÇA N'EST SÛREMENT QU'UN DÉÇU 
41-  LA VIE EST LA PREUVE QUE L'AMOUR EST TOUJOURS 
42-  DIEU MERCI, CAR CE MATIN J'AI PU VOIR LE JOUR    
43-  AVEC LES QUATRE ANNEAUX DE L'AMOUR  
44-  ASSIS DANS MA CELLULE J’ÉCRIS LE CONTENU DE MON CŒUR  
45-  EN FERMANT LES YEUX JE PEUX ME VOIR RENAÎTRE  
46-  M’ÉVADER DANS UN MONDE QUE NUL NE CONNAÎT  
47-  HUM, J'ESPERE VOUS VOIR BIENTÔT IL SE FAIT TARD  
48-  ET DEMAIN JE DOIS ME LEVER TÔT      
49-  VOICI MON ADRESSE À UN DE CES JOURS  
50-  PRISON AMOUR, SECTION F.O.I AU FOND DE LA COUR  
51-  PRISON AMOUR, SECTION F.O.I   
52-  ILS ONT VOULU FAIRE  CE QU'ILS VOULAIENT DE MA VIE 
53-  MAIS QUI PEUT M'EMPÊCHER 
54-  DE VIVRE EN L.O.V.E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8E8E6D-BC85-4C6B-94E2-04D88083A6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384ABD-AD09-4971-B65C-5909BDE9CF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2FD04E-C1FD-48D4-B15B-C51F92E66C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2B1BBE-A557-4982-8CA8-9E2A9AA40C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7D8D39-F280-4D45-A4C4-C77DC12C32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0821F3-F48C-4127-BD28-F1350BF975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7ABCC6-5DC9-4937-A68B-12A2DD9C95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D210DA-8A89-49DB-948A-6975593136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5CF73-6B5F-4DD3-A130-F2583EF5A1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26E38D-88B8-4771-BD37-337F96C8C7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0B4929-E9BA-4327-83AF-40E9F32851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FF107C-A786-4D81-BA57-22867929F5A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93285F-585B-48F4-BBAD-252828FD167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E684B1-E584-41A4-9EC7-4DB879F3B56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88AE9E-DC0E-4987-847A-929360BA47B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A0AB9A-DF30-4BA3-9A9C-6DAEB357684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2C4B71-24C9-4097-B2BA-0EB51655521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9EF81-DA51-44E0-B4DC-9510D4652D2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D1B51F-AABE-48B6-96EF-039B4254EE7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74510-A2BA-425C-A496-02AB86BE1D5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C7AD81-98C0-47FA-A5AC-5B3B1688F1C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E3C70-0FCF-4E01-BA65-D6855251EF1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C4D9DD-3E42-4723-A7BB-33D91887A84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1659AC-3899-4C85-A4F4-10860631E38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61F948-A668-4416-81E7-BCF281C0806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31B312-D96E-4E4D-8E02-F9D585E4A0B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40D9DD-82F4-438D-9B67-F4AD12CDBDF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31E7E9-83A9-4C0D-80FB-B8AFFC5EAC1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324BE-D1BA-404C-B3F9-CCD4C1131A8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10AAA-DE00-4DD3-8742-70E064B0854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FEB9E-72CE-4C02-8BB0-948E7B93093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65D6D9-C6FD-4899-BE20-1705795299A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3612B4-9360-4BC2-AF95-58BE57A509D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BBC7611C-CB09-4420-8F2A-0822881FBC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Modifiez le style du titre</a:t>
            </a:r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9FE1CB37-A67A-4375-8C2A-D2E3E0EB56A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222EE195-D251-473D-BF1D-C7600D53D4E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L'AMOUR EST VITAL</a:t>
            </a:r>
          </a:p>
          <a:p>
            <a:pPr algn="ctr"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JE M'EN SUIS FAIT UNE RAISON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DE VIVRE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J'EN BOIS AU QUOTIDIEN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AU POINT DE DEVENIR IVRE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CHAQUE JOUR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JE LIVRE DES BOISSONS D'ESPOIR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A CEUX QUI, PLUS QUE PERSONNE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ONT BESOIN D'EN BOIRE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BEAUCOUP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N'ONT QUE POUR BOISSON LA HAINE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ET QUI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PAR CONNAISSANCE DE GOÛT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N'EN VAUT PAS LA PEINE, NON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CAR J'EN AI BU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DURANT DES ANNÉES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C'EST PAR SA FAUTE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QUE J'AI RÉCOLTÉ UN CŒUR AMER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EN 2004 ON M'A FAIT BOIRE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DE L'A.M.O.U.R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J'AI ÉTÉ ARRÊTÉ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CAR J'EN ÉTAIS DÉPENDANT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J'AI SOUFFLÉ DANS LE LOVE TEST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IL S'EST CASSÉ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J’AI ÉTÉ EMBARQUÉ 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EN AVOIR PLUS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QU'ASSEZ 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ME SUIS PRÉSENTÉ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AMOUREUX AU TRIBUNAL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LE JURY VICTIME D'AMOUR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M'A DÉCLARÉ COUPABLE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J'AI ÉTÉ CONDAMNÉ À PERPÉTUITÉ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DÈS LORS, JE NE PEUX RIEN FAIRE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D'AUTRE QU’AIMER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MON COMPAGNON DE CELLULE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SE NOMME J.O.I.E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ON A FAIT CONNAISSANCE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DEPUIS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ON EST TOUJOURS À DEUX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Arial" charset="0"/>
              </a:rPr>
              <a:t>NOUS SOMMES INCARCÉRÉS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DANS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LA SECTION F.O.I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LE DIRECTEUR DE LA PRISON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SE NOMME D.I.E.U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AUX YEUX DU MONDE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NOUS NE SOMMES QUE DES FOUS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LES HAINEUX NÉGLIGENT L'AMOUR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MAIS VIVENT DANS LE TROU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SANS L'AMOUR JE NE SUIS RIEN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JE VOUS L'AVOUE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C'EST AVEC LES LARMES AU CŒUR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QUE JE ME CONFIE À VOUS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MON COMPAGNON DE CELLULE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SE NOMME J.O.I.E 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ON A FAIT CONNAISSANCE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DEPUIS ON EST TOUJOURS À DEUX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NOUS SOMMES INCARCÉRÉS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DANS LA SECTION F.O.I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LE DIRECTEUR DE LA PRISON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SE NOMME D.I.E.U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AUX YEUX DU MONDE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NOUS NE SOMMES QUE DES FOUS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LES HAINEUX NÉGLIGENT L'AMOUR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MAIS VIVENT DANS LE TROU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SANS L'AMOUR, JE NE SUIS RIEN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JE VOUS L'AVOUE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C'EST AVEC LES LARMES AU CŒUR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QUE JE ME CONFIE À VOUS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J'AI POUR MISSION D'AIMER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AU-DELÀ DU VOULOIR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VEILLER EN TOUT TEMPS</a:t>
            </a:r>
          </a:p>
          <a:p>
            <a:pPr algn="ctr"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DURANT LES SAISONS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LES PLUS NOIRES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ILS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ET ELLES POURRONT TOUT FAIRE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MÊME ME MAUDIRE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J'ACCOMPLIRAI MA TÂCHE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PEU IMPORTE LES « ON-DIT »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J’AI ENTENDU DIRE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L'AMOUR N'EST PLUS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CELUI QUI A DIT ÇA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N'EST SÛREMENT QU'UN DÉÇU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LA VIE EST LA PREUVE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QUE L'AMOUR EST TOUJOURS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DIEU MERCI, CAR CE MATIN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J'AI PU VOIR LE JOUR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AVEC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LES QUATRE ANNEAUX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DE L'AMOUR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ASSIS DANS MA CELLULE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J’ÉCRIS LE CONTENU DE MON CŒUR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EN FERMANT LES YEUX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JE PEUX ME VOIR RENAÎTRE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M’ÉVADER DANS UN MONDE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QUE NUL NE CONNAÎT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HUM, J'ESPERE VOUS VOIR BIENTÔT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IL SE FAIT TARD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ET DEMAIN JE DOIS ME LEVER TÔT 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VOICI MON ADRESSE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À UN DE CES JOURS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PRISON AMOUR, SECTION F.O.I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AU FOND DE LA COUR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PRISON AMOUR, SECTION F.O.I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ILS ONT VOULU FAIRE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CE QU'ILS VOULAIENT DE MA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MAIS QUI PEUT M'EMPÊCHER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+mn-ea"/>
                <a:cs typeface="Arial" charset="0"/>
              </a:rPr>
              <a:t>DE VIVRE EN L.O.V.E 
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868</Words>
  <Application>Microsoft Office PowerPoint</Application>
  <PresentationFormat>On-screen Show (4:3)</PresentationFormat>
  <Paragraphs>210</Paragraphs>
  <Slides>54</Slides>
  <Notes>54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54</vt:i4>
      </vt:variant>
    </vt:vector>
  </HeadingPairs>
  <TitlesOfParts>
    <vt:vector size="60" baseType="lpstr">
      <vt:lpstr>Times New Roman</vt:lpstr>
      <vt:lpstr>ＭＳ Ｐゴシック</vt:lpstr>
      <vt:lpstr>Arial</vt:lpstr>
      <vt:lpstr>Calibri</vt:lpstr>
      <vt:lpstr>Default Design</vt:lpstr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  <vt:lpstr>Diapositive 47</vt:lpstr>
      <vt:lpstr>Diapositive 48</vt:lpstr>
      <vt:lpstr>Diapositive 49</vt:lpstr>
      <vt:lpstr>Diapositive 50</vt:lpstr>
      <vt:lpstr>Diapositive 51</vt:lpstr>
      <vt:lpstr>Diapositive 52</vt:lpstr>
      <vt:lpstr>Diapositive 53</vt:lpstr>
      <vt:lpstr>Diapositive 54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80</cp:revision>
  <dcterms:created xsi:type="dcterms:W3CDTF">2002-08-17T13:12:10Z</dcterms:created>
  <dcterms:modified xsi:type="dcterms:W3CDTF">2017-07-30T12:09:10Z</dcterms:modified>
</cp:coreProperties>
</file>