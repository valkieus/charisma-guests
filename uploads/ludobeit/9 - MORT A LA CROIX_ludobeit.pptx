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74" r:id="rId2"/>
    <p:sldId id="275" r:id="rId3"/>
    <p:sldId id="276" r:id="rId4"/>
    <p:sldId id="277" r:id="rId5"/>
    <p:sldId id="278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593" autoAdjust="0"/>
    <p:restoredTop sz="51029" autoAdjust="0"/>
  </p:normalViewPr>
  <p:slideViewPr>
    <p:cSldViewPr>
      <p:cViewPr varScale="1">
        <p:scale>
          <a:sx n="20" d="100"/>
          <a:sy n="20" d="100"/>
        </p:scale>
        <p:origin x="-127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72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68B56D9A-FC60-47FE-9CCE-8AD0157E25D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CEF58789-63BD-4A73-A47F-660DA5682BC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00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10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2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 MONDE EST UN BANDEAU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LES YEUX FERMÉS AU BORD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PRÈS DE CE PLONGEOIR MENANT À CE BASSIN OBSCUR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OÙ LES EAUX PROFONDES T'ÉLOIGNENT DE LA LUMIÈRE DU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LES GENS NAGENT ENSEMBLE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SANS POUR AUTANT CONNAÎTRE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FONT CROIRE QU'AU PLUS PROFOND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SE TROUVE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ALORS QU'EN FAIT, SE TROUVE RIEN D'AUTRE QUE LE CHEMIN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INCONSCIENT DE CE QUI SE PASSE AUTOUR, TU TE NOIES DANS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JUSQU'AU JOUR OÙ LA MORT TE MORD SANS CONSULTER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SANS EFFORT, D'UN REGARD JE VOIS LES VAGUES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CE MONDE OÙ LES CHOSES IMMONDES ONT PRIS DE L'ESSOR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APRÈS UNE DÉCISION C'EST DE CE MONDE QUE JE 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APRÈS MAINTES RÉFLEXIONS CE SONT MES LARMES QUE J'ESSORE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CAR J'AI CONSCIENCE QUE LA PORTE QU'IL M'OUVRE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EST UNE GRÂCE QU'IL M'OFFRE AFIN DE ME SAUVER DU GOUFFRE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CE MONDE EST UN MONDE QUI SOUFFRE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MAIS JÉSUS M'A TIRÉ DE LÀ BIEN PLUS QUE ÇA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M'A DONNÉ UN NOUVEAU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J'AI ACCEPTÉ JÉSUS AFIN DE PAS FINIR DANS LE BLOC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OU TERMINER UNE BALLE EN PLEINE TÊTE PAR UN GLOCK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AFIN DE PROTÉGER MON ÂME DU SÉJOUR DES DÉFUNTS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 DES ANGOISSES DU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PARCE QUE LE DIABLE AVAIT MIS SA MAIN SUR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MON AVENIR ÉTAIT RESTREINT TANT QUE JE NE M’ÉTAIS PAS REPENTI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ALORS, J’AI FAIT LE BON CHOIX ET CHOISI LE BON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CE N'EST PAS L'HEURE DE MOURIR MAIS PLUTÔT DE MÛRIR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MIEUX VAUT RIRE ET SAVOURER SA VIE PLUTÔT QUE PLEURER SA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SUIS MORT À MOI-MÊME POUR RETROUVER LE SOURIRE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MON ANCIEN MOI A PRIS PERPET‘ ET ÇA C'EST SÛR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AUCUN RETOUR SUR MA TERRE BRÛLÉE FINIR CE TEMPS DE DÉSESPOIR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RESTANT LÀ ÉCOUTANT LES LARMES HURLER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DEPUIS CE TEMPS, DES LARMES ONT COULÉ, DES LARMES ONT SÉCHÉ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L'AMOUR DE DIEU FAIT DE MA VIE SON INTITULÉ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POUR MA PART SA PAROLE A BOULEVERSÉ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J'AI DÛ LAISSER LE BOULEVARD AU PROFIT DE SON MESSAGE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MA RÉSURRECTION EN DÉPIT DE MON ÂGE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S'EST FAITE PAR CONVICTION IL FAUT QUE TU LE SACHES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ALORS, QUAND JE REGARDE LES ERREURS DE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J'OUBLIE TOUT SIMPLEMENT CAR JÉSUS A PRIS MES PÉCHÉS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DONC, JE ME PRÉSERVE DE FAIRE DU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AFIN QU'IL ME PROTÈGE DES PIÈGES DU DIABLE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RÉSURRECTION PARLE DU PASSAGE DE LA MORT À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D'UNE DÉCISION PRISE ET D'UN ACCORD FAIT ENTRE MOI ET LE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DE RENONCER À TOUTES CES CHOSES QUI POURRAIENT L'OFFENSER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BLESSER, ATTRISTER CELUI QUI VIT EN MOI, L'ESPRIT-SAINT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MALGRÉ LES COUPS LES INJURES DE CE MONDE, LES TENTATIONS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JE RESTE FIXÉ SUR MON BUT AFIN D'ATTEINDRE MA MISSION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SUR MOI, LE SANG DE JÉSUS QUI ME SERT DE PROTECTION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J'AI L'AMOUR POUR VISION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MORT À LA CROIX MON ANCIEN MOI EST RESTÉ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PORTER MA CROIX DÉCIDÉ DE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AUJOURD'HUI MOI BEL ET BIEN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SUIVANT MON SAUVEUR POUR LEQUEL JE SUIS 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CE MONDE EST UN BANDEAU</a:t>
            </a:r>
          </a:p>
          <a:p>
            <a:r>
              <a:rPr lang="fr-FR" smtClean="0">
                <a:latin typeface="Franklin Gothic Medium" pitchFamily="-105" charset="0"/>
              </a:rPr>
              <a:t>2-  TU AS LES YEUX FERMÉS AU BORD DE LA MORT</a:t>
            </a:r>
          </a:p>
          <a:p>
            <a:r>
              <a:rPr lang="fr-FR" smtClean="0">
                <a:latin typeface="Franklin Gothic Medium" pitchFamily="-105" charset="0"/>
              </a:rPr>
              <a:t>3-  SI PRÈS DE CE PLONGEOIR MENANT À CE BASSIN OBSCUR</a:t>
            </a:r>
          </a:p>
          <a:p>
            <a:r>
              <a:rPr lang="fr-FR" smtClean="0">
                <a:latin typeface="Franklin Gothic Medium" pitchFamily="-105" charset="0"/>
              </a:rPr>
              <a:t>4-  LA OÙ LES EAUX PROFONDES T'ÉLOIGNENT DE LA LUMIÈRE DU JOUR</a:t>
            </a:r>
          </a:p>
          <a:p>
            <a:r>
              <a:rPr lang="fr-FR" smtClean="0">
                <a:latin typeface="Franklin Gothic Medium" pitchFamily="-105" charset="0"/>
              </a:rPr>
              <a:t>5-  OÙ LES GENS NAGENT ENSEMBLE</a:t>
            </a:r>
          </a:p>
          <a:p>
            <a:r>
              <a:rPr lang="fr-FR" smtClean="0">
                <a:latin typeface="Franklin Gothic Medium" pitchFamily="-105" charset="0"/>
              </a:rPr>
              <a:t>6-  SANS POUR AUTANT CONNAÎTRE L'AMOUR</a:t>
            </a:r>
          </a:p>
          <a:p>
            <a:r>
              <a:rPr lang="fr-FR" smtClean="0">
                <a:latin typeface="Franklin Gothic Medium" pitchFamily="-105" charset="0"/>
              </a:rPr>
              <a:t>7-  FONT CROIRE QU'AU PLUS PROFOND</a:t>
            </a:r>
          </a:p>
          <a:p>
            <a:r>
              <a:rPr lang="fr-FR" smtClean="0">
                <a:latin typeface="Franklin Gothic Medium" pitchFamily="-105" charset="0"/>
              </a:rPr>
              <a:t>8-  SE TROUVE LE PLUS GRAND DES TRÉSORS</a:t>
            </a:r>
          </a:p>
          <a:p>
            <a:r>
              <a:rPr lang="fr-FR" smtClean="0">
                <a:latin typeface="Franklin Gothic Medium" pitchFamily="-105" charset="0"/>
              </a:rPr>
              <a:t>9-  ALORS QU'EN FAIT, SE TROUVE RIEN D'AUTRE QUE LE CHEMIN DE LA MORT</a:t>
            </a:r>
          </a:p>
          <a:p>
            <a:r>
              <a:rPr lang="fr-FR" smtClean="0">
                <a:latin typeface="Franklin Gothic Medium" pitchFamily="-105" charset="0"/>
              </a:rPr>
              <a:t>10-  INCONSCIENT DE CE QUI SE PASSE AUTOUR, TU TE NOIES DANS LA PEUR</a:t>
            </a:r>
          </a:p>
          <a:p>
            <a:r>
              <a:rPr lang="fr-FR" smtClean="0">
                <a:latin typeface="Franklin Gothic Medium" pitchFamily="-105" charset="0"/>
              </a:rPr>
              <a:t>11-  JUSQU'AU JOUR OÙ LA MORT TE MORD SANS CONSULTER TON CŒUR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12-  SANS EFFORT, D'UN REGARD JE VOIS LES VAGUES DE LA MORT</a:t>
            </a:r>
          </a:p>
          <a:p>
            <a:r>
              <a:rPr lang="fr-FR" smtClean="0">
                <a:latin typeface="Franklin Gothic Medium" pitchFamily="-105" charset="0"/>
              </a:rPr>
              <a:t>13-  DANS CE MONDE OÙ LES CHOSES IMMONDES ONT PRIS DE L'ESSOR</a:t>
            </a:r>
          </a:p>
          <a:p>
            <a:r>
              <a:rPr lang="fr-FR" smtClean="0">
                <a:latin typeface="Franklin Gothic Medium" pitchFamily="-105" charset="0"/>
              </a:rPr>
              <a:t>14-  APRÈS UNE DÉCISION C'EST DE CE MONDE QUE JE SORS</a:t>
            </a:r>
          </a:p>
          <a:p>
            <a:r>
              <a:rPr lang="fr-FR" smtClean="0">
                <a:latin typeface="Franklin Gothic Medium" pitchFamily="-105" charset="0"/>
              </a:rPr>
              <a:t>15-  APRÈS MAINTES RÉFLEXIONS CE SONT MES LARMES QUE J'ESSORE</a:t>
            </a:r>
          </a:p>
          <a:p>
            <a:r>
              <a:rPr lang="fr-FR" smtClean="0">
                <a:latin typeface="Franklin Gothic Medium" pitchFamily="-105" charset="0"/>
              </a:rPr>
              <a:t>16-  CAR J'AI CONSCIENCE QUE LA PORTE QU'IL M'OUVRE</a:t>
            </a:r>
          </a:p>
          <a:p>
            <a:r>
              <a:rPr lang="fr-FR" smtClean="0">
                <a:latin typeface="Franklin Gothic Medium" pitchFamily="-105" charset="0"/>
              </a:rPr>
              <a:t>17-  EST UNE GRÂCE QU'IL M'OFFRE AFIN DE ME SAUVER DU GOUFFRE</a:t>
            </a:r>
          </a:p>
          <a:p>
            <a:r>
              <a:rPr lang="fr-FR" smtClean="0">
                <a:latin typeface="Franklin Gothic Medium" pitchFamily="-105" charset="0"/>
              </a:rPr>
              <a:t>18-  CAR CE MONDE EST UN MONDE QUI SOUFFRE</a:t>
            </a:r>
          </a:p>
          <a:p>
            <a:r>
              <a:rPr lang="fr-FR" smtClean="0">
                <a:latin typeface="Franklin Gothic Medium" pitchFamily="-105" charset="0"/>
              </a:rPr>
              <a:t>19-  MAIS JÉSUS M'A TIRÉ DE LÀ BIEN PLUS QUE ÇA</a:t>
            </a:r>
          </a:p>
          <a:p>
            <a:r>
              <a:rPr lang="fr-FR" smtClean="0">
                <a:latin typeface="Franklin Gothic Medium" pitchFamily="-105" charset="0"/>
              </a:rPr>
              <a:t>20-  IL M'A DONNÉ UN NOUVEAU SOUFFLE</a:t>
            </a:r>
          </a:p>
          <a:p>
            <a:r>
              <a:rPr lang="fr-FR" smtClean="0">
                <a:latin typeface="Franklin Gothic Medium" pitchFamily="-105" charset="0"/>
              </a:rPr>
              <a:t> </a:t>
            </a:r>
          </a:p>
          <a:p>
            <a:r>
              <a:rPr lang="fr-FR" smtClean="0">
                <a:latin typeface="Franklin Gothic Medium" pitchFamily="-105" charset="0"/>
              </a:rPr>
              <a:t>	21-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22-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23-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24-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25-  J'AI ACCEPTÉ JÉSUS AFIN DE PAS FINIR DANS LE BLOC</a:t>
            </a:r>
          </a:p>
          <a:p>
            <a:r>
              <a:rPr lang="fr-FR" smtClean="0">
                <a:latin typeface="Franklin Gothic Medium" pitchFamily="-105" charset="0"/>
              </a:rPr>
              <a:t>26-  OU TERMINER UNE BALLE EN PLEINE TÊTE PAR UN GLOCK</a:t>
            </a:r>
          </a:p>
          <a:p>
            <a:r>
              <a:rPr lang="fr-FR" smtClean="0">
                <a:latin typeface="Franklin Gothic Medium" pitchFamily="-105" charset="0"/>
              </a:rPr>
              <a:t>27-  ALORS, J’AI FAIT LE BON CHOIX ET CHOISI LE BON CHEMIN</a:t>
            </a:r>
          </a:p>
          <a:p>
            <a:r>
              <a:rPr lang="fr-FR" smtClean="0">
                <a:latin typeface="Franklin Gothic Medium" pitchFamily="-105" charset="0"/>
              </a:rPr>
              <a:t>28-  AFIN DE PROTÉGER MON ÂME DU SÉJOUR DES DÉFUNTS</a:t>
            </a:r>
          </a:p>
          <a:p>
            <a:r>
              <a:rPr lang="fr-FR" smtClean="0">
                <a:latin typeface="Franklin Gothic Medium" pitchFamily="-105" charset="0"/>
              </a:rPr>
              <a:t>29-  OU DES ANGOISSES DU DESTIN</a:t>
            </a:r>
          </a:p>
          <a:p>
            <a:r>
              <a:rPr lang="fr-FR" smtClean="0">
                <a:latin typeface="Franklin Gothic Medium" pitchFamily="-105" charset="0"/>
              </a:rPr>
              <a:t>30-  PARCE QUE LE DIABLE AVAIT MIS SA MAIN SUR MA VIE</a:t>
            </a:r>
          </a:p>
          <a:p>
            <a:r>
              <a:rPr lang="fr-FR" smtClean="0">
                <a:latin typeface="Franklin Gothic Medium" pitchFamily="-105" charset="0"/>
              </a:rPr>
              <a:t>31-  MON AVENIR ÉTAIT RESTREINT TANT QUE JE NE M’ÉTAIS PAS REPENTI</a:t>
            </a:r>
          </a:p>
          <a:p>
            <a:r>
              <a:rPr lang="fr-FR" smtClean="0">
                <a:latin typeface="Franklin Gothic Medium" pitchFamily="-105" charset="0"/>
              </a:rPr>
              <a:t>32-  ALORS, J’AI FAIT LE BON CHOIX ET CHOISI LE BON CHEMIN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CE N'EST PAS L'HEURE DE MOURIR MAIS PLUTÔT DE MÛRIR</a:t>
            </a:r>
          </a:p>
          <a:p>
            <a:r>
              <a:rPr lang="fr-FR" smtClean="0">
                <a:latin typeface="Franklin Gothic Medium" pitchFamily="-105" charset="0"/>
              </a:rPr>
              <a:t>34-  MIEUX VAUT RIRE ET SAVOURER SA VIE PLUTÔT QUE PLEURER SA MORT</a:t>
            </a:r>
          </a:p>
          <a:p>
            <a:r>
              <a:rPr lang="fr-FR" smtClean="0">
                <a:latin typeface="Franklin Gothic Medium" pitchFamily="-105" charset="0"/>
              </a:rPr>
              <a:t>35-  JE SUIS MORT À MOI-MÊME POUR RETROUVER LE SOURIRE</a:t>
            </a:r>
          </a:p>
          <a:p>
            <a:r>
              <a:rPr lang="fr-FR" smtClean="0">
                <a:latin typeface="Franklin Gothic Medium" pitchFamily="-105" charset="0"/>
              </a:rPr>
              <a:t>36-  MON ANCIEN MOI A PRIS PERPET‘ ET ÇA C'EST SÛR</a:t>
            </a:r>
          </a:p>
          <a:p>
            <a:r>
              <a:rPr lang="fr-FR" smtClean="0">
                <a:latin typeface="Franklin Gothic Medium" pitchFamily="-105" charset="0"/>
              </a:rPr>
              <a:t>37-  AUCUN RETOUR SUR MA TERRE BRÛLÉE FINIR CE TEMPS DE DÉSESPOIR</a:t>
            </a:r>
          </a:p>
          <a:p>
            <a:r>
              <a:rPr lang="fr-FR" smtClean="0">
                <a:latin typeface="Franklin Gothic Medium" pitchFamily="-105" charset="0"/>
              </a:rPr>
              <a:t>38-  RESTANT LÀ ÉCOUTANT LES LARMES HURLER</a:t>
            </a:r>
          </a:p>
          <a:p>
            <a:r>
              <a:rPr lang="fr-FR" smtClean="0">
                <a:latin typeface="Franklin Gothic Medium" pitchFamily="-105" charset="0"/>
              </a:rPr>
              <a:t>39-  DEPUIS CE TEMPS, DES LARMES ONT COULÉ, DES LARMES ONT SÉCHÉ</a:t>
            </a:r>
          </a:p>
          <a:p>
            <a:r>
              <a:rPr lang="fr-FR" smtClean="0">
                <a:latin typeface="Franklin Gothic Medium" pitchFamily="-105" charset="0"/>
              </a:rPr>
              <a:t>40-  L'AMOUR DE DIEU FAIT DE MA VIE SON INTITULÉ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41-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42-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43-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44-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45-  POUR MA PART SA PAROLE A BOULEVERSÉ MON CŒUR</a:t>
            </a:r>
          </a:p>
          <a:p>
            <a:r>
              <a:rPr lang="fr-FR" smtClean="0">
                <a:latin typeface="Franklin Gothic Medium" pitchFamily="-105" charset="0"/>
              </a:rPr>
              <a:t>46-  J'AI DÛ LAISSER LE BOULEVARD AU PROFIT DE SON MESSAGE</a:t>
            </a:r>
          </a:p>
          <a:p>
            <a:r>
              <a:rPr lang="fr-FR" smtClean="0">
                <a:latin typeface="Franklin Gothic Medium" pitchFamily="-105" charset="0"/>
              </a:rPr>
              <a:t>47-  MA RÉSURRECTION EN DÉPIT DE MON ÂGE</a:t>
            </a:r>
          </a:p>
          <a:p>
            <a:r>
              <a:rPr lang="fr-FR" smtClean="0">
                <a:latin typeface="Franklin Gothic Medium" pitchFamily="-105" charset="0"/>
              </a:rPr>
              <a:t>48-  S'EST FAITE PAR CONVICTION IL FAUT QUE TU LE SACHES</a:t>
            </a:r>
          </a:p>
          <a:p>
            <a:r>
              <a:rPr lang="fr-FR" smtClean="0">
                <a:latin typeface="Franklin Gothic Medium" pitchFamily="-105" charset="0"/>
              </a:rPr>
              <a:t>49-  ALORS, QUAND JE REGARDE LES ERREURS DE MON PASSÉ</a:t>
            </a:r>
          </a:p>
          <a:p>
            <a:r>
              <a:rPr lang="fr-FR" smtClean="0">
                <a:latin typeface="Franklin Gothic Medium" pitchFamily="-105" charset="0"/>
              </a:rPr>
              <a:t>50-  J'OUBLIE TOUT SIMPLEMENT CAR JÉSUS A PRIS MES PÉCHÉS</a:t>
            </a:r>
          </a:p>
          <a:p>
            <a:r>
              <a:rPr lang="fr-FR" smtClean="0">
                <a:latin typeface="Franklin Gothic Medium" pitchFamily="-105" charset="0"/>
              </a:rPr>
              <a:t>51-  DONC, JE ME PRÉSERVE DE FAIRE DU MAL</a:t>
            </a:r>
          </a:p>
          <a:p>
            <a:r>
              <a:rPr lang="fr-FR" smtClean="0">
                <a:latin typeface="Franklin Gothic Medium" pitchFamily="-105" charset="0"/>
              </a:rPr>
              <a:t>52-  AFIN QU'IL ME PROTÈGE DES PIÈGES DU DIABLE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53-  RÉSURRECTION PARLE DU PASSAGE DE LA MORT À LA VIE</a:t>
            </a:r>
          </a:p>
          <a:p>
            <a:r>
              <a:rPr lang="fr-FR" smtClean="0">
                <a:latin typeface="Franklin Gothic Medium" pitchFamily="-105" charset="0"/>
              </a:rPr>
              <a:t>54-  D'UNE DÉCISION PRISE ET D'UN ACCORD FAIT ENTRE MOI ET LE TOUT-PUISSANT</a:t>
            </a:r>
          </a:p>
          <a:p>
            <a:r>
              <a:rPr lang="fr-FR" smtClean="0">
                <a:latin typeface="Franklin Gothic Medium" pitchFamily="-105" charset="0"/>
              </a:rPr>
              <a:t>55-  DE RENONCER À TOUTES CES CHOSES QUI POURRAIENT L'OFFENSER</a:t>
            </a:r>
          </a:p>
          <a:p>
            <a:r>
              <a:rPr lang="fr-FR" smtClean="0">
                <a:latin typeface="Franklin Gothic Medium" pitchFamily="-105" charset="0"/>
              </a:rPr>
              <a:t>56-  BLESSER, ATTRISTER CELUI QUI VIT EN MOI, L'ESPRIT-SAINT</a:t>
            </a:r>
          </a:p>
          <a:p>
            <a:r>
              <a:rPr lang="fr-FR" smtClean="0">
                <a:latin typeface="Franklin Gothic Medium" pitchFamily="-105" charset="0"/>
              </a:rPr>
              <a:t>57-  MALGRÉ LES COUPS LES INJURES DE CE MONDE, LES TENTATIONS</a:t>
            </a:r>
          </a:p>
          <a:p>
            <a:r>
              <a:rPr lang="fr-FR" smtClean="0">
                <a:latin typeface="Franklin Gothic Medium" pitchFamily="-105" charset="0"/>
              </a:rPr>
              <a:t>58-  JE RESTE FIXÉ SUR MON BUT AFIN D'ATTEINDRE MA MISSION</a:t>
            </a:r>
          </a:p>
          <a:p>
            <a:r>
              <a:rPr lang="fr-FR" smtClean="0">
                <a:latin typeface="Franklin Gothic Medium" pitchFamily="-105" charset="0"/>
              </a:rPr>
              <a:t>59-  SUR MOI, LE SANG DE JÉSUS QUI ME SERT DE PROTECTION</a:t>
            </a:r>
          </a:p>
          <a:p>
            <a:r>
              <a:rPr lang="fr-FR" smtClean="0">
                <a:latin typeface="Franklin Gothic Medium" pitchFamily="-105" charset="0"/>
              </a:rPr>
              <a:t>60-  J'AI L'AMOUR POUR VISION !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	61-  MORT À LA CROIX MON ANCIEN MOI EST RESTÉ</a:t>
            </a:r>
          </a:p>
          <a:p>
            <a:r>
              <a:rPr lang="fr-FR" smtClean="0">
                <a:latin typeface="Franklin Gothic Medium" pitchFamily="-105" charset="0"/>
              </a:rPr>
              <a:t>	62-  PORTER MA CROIX DÉCIDÉ DE RÉSISTER</a:t>
            </a:r>
          </a:p>
          <a:p>
            <a:r>
              <a:rPr lang="fr-FR" smtClean="0">
                <a:latin typeface="Franklin Gothic Medium" pitchFamily="-105" charset="0"/>
              </a:rPr>
              <a:t>	63-  AUJOURD'HUI MOI BEL ET BIEN RESSUSCITÉ</a:t>
            </a:r>
          </a:p>
          <a:p>
            <a:r>
              <a:rPr lang="fr-FR" smtClean="0">
                <a:latin typeface="Franklin Gothic Medium" pitchFamily="-105" charset="0"/>
              </a:rPr>
              <a:t>	64-  SUIVANT MON SAUVEUR POUR LEQUEL JE SUIS SUSCITÉ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3D9D9-9B6C-417E-9E9C-ED88A4199F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B265E-7321-4FD8-8EFC-FEC8E3E696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D721D-6F20-4C7F-90BF-2B78AB61A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CABA4-A9B5-408A-B11C-BB23477E90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952B2-FE6E-4322-94B0-9AAC0E42AF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B2970-1886-43A8-B938-787A7338B2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B0585-3624-4F0E-AD6F-D0022E3A23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BE3EC-0D87-46E8-B401-1F741A1FE7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BB161-DE9F-4983-88ED-E0045646F9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01FB4-FA9F-4563-A4B3-6634777693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28176-E182-43B1-8F6D-B377933B7A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5A5D7682-3DE2-4FBE-B827-01745793B5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MONDE EST UN BANDEAU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AS LES YEUX FERMÉS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BORD DE LA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PRÈS DE CE PLONGEOIR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MENANT À CE BASSIN OBSCUR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OÙ LES EAUX PROFONDES T'ÉLOIGNENT DE LA LUMIÈRE DU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LES GENS NAGENT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ENSEMBLE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CONNAÎTRE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FONT CROIRE QU'AU PLUS PROFOND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 TROUVE LE PLUS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TRÉSORS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ALORS QU'EN FAIT, SE TROUVE RIEN D'AUTRE QUE LE CHEMIN DE LA MORT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INCONSCIENT DE CE QUI SE PASSE AUTOUR, TU TE NOIES DANS LA PEUR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JUSQU'AU JOUR OÙ LA MORT TE MORD SANS CONSULTER TON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EFFORT, D'UN REGARD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VOIS LES VAGUES DE LA MORT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MONDE OÙ LES CHOSES IMMONDES ONT PRIS DE L'ESSOR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APRÈS UNE DÉCISION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C'EST DE CE MONDE QUE JE SORS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APRÈS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MAINTES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RÉFLEXIONS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SONT MES LARMES QUE J'ESSORE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J'AI CONSCIENCE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LA PORTE QU'IL M'OUVRE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UNE GRÂCE QU'IL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M'OFFRE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AFIN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ME SAUVER DU GOUFFRE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CE MONDE EST UN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SOUFFRE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JÉSUS M'A TIRÉ DE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BIEN PLUS QUE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M'A DONNÉ UN NOUVEAU SOUFFLE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MORT À LA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ANCIEN MOI EST RESTÉ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PORTER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DÉCIDÉ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RÉSISTER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AUJOURD'HUI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BEL ET BIEN RESSUSCITÉ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SUIVANT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SAUVEUR POUR LEQUEL JE SUIS 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J'AI ACCEPTÉ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AFIN DE PAS FINIR DANS LE BLOC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TERMINER UNE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BALLE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PLEINE TÊTE PAR UN GLOCK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ALORS, J’AI FAIT LE BON CHOIX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CHOISI LE BON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AFIN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PROTÉGER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SÉJOUR DES DÉFUNTS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 DES ANGOISSES DU DESTIN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PARCE QUE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AVAIT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MIS SA MAIN SUR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AVENIR ÉTAIT RESTREINT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TANT QUE JE NE M’ÉTAIS PAS REPENTI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ALORS, J’AI FAIT LE BON CHOIX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CHOISI LE BON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N'EST PAS L'HEURE DE MOURIR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PLUTÔT DE MÛRIR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MIEUX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VAUT RIRE ET SAVOURER SA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PLUTÔT QUE PLEURER SA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MORT À MOI-MÊME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RETROUVER LE SOURIRE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ANCIEN MOI A PRIS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PERPET‘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ÇA C'EST SÛR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AUCUN RETOUR SUR MA TERRE BRÛLÉE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FINIR CE TEMPS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DÉSESPOIR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RESTANT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ÉCOUTANT LES LARMES HURLER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DEPUIS CE TEMPS, DES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ONT COULÉ, DES LARMES ONT SÉCHÉ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L'AMOUR DE DIEU FAIT DE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 INTITULÉ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MORT À LA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ANCIEN MOI EST RESTÉ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PORTER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DÉCIDÉ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RÉSISTER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AUJOURD'HUI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BEL ET BIEN RESSUSCITÉ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SUIVANT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LEQUEL JE SUIS 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MA PART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PAROLE A BOULEVERSÉ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J'AI DÛ LAISSER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BOULEVARD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PROFIT DE SON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RÉSURRECTION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DÉPIT DE MON ÂGE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S'EST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FAITE PAR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CONVICTION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FAUT QUE TU LE SACHES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ALORS, QUAND JE REGARDE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ERREURS DE MON PASSÉ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J'OUBLIE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SIMPLEMENT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 A PRIS MES PÉCHÉS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DONC, JE ME PRÉSERVE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FAIRE DU 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AFIN QU'IL 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PROTÈGE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PIÈGES DU DIABLE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RÉSURRECTION PARLE DU PASSAGE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LA MORT À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D'UNE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DÉCISION PRISE ET D'UN ACCORD FAIT ENTRE MOI ET LE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RENONCER À TOUTES CES CHOSES QUI POURRAIENT L'OFFENSER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BLESSER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ATTRISTER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CELUI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VIT EN MOI, L'ESPRIT-SAINT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MALGRÉ LES COUPS LES INJURES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CE MONDE, LES TENTATIONS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RESTE FIXÉ SUR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AFIN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D'ATTEINDRE MA MISSION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MOI, LE SANG DE JÉSUS QUI ME SERT DE PROTECTION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L'AMOUR POUR VISION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MORT À LA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ANCIEN MOI EST RESTÉ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PORTER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DÉCIDÉ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RÉSISTER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AUJOURD'HUI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BEL ET BIEN RESSUSCITÉ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SUIVANT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LEQUEL JE SUIS 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26436</Words>
  <Application>Microsoft PowerPoint</Application>
  <PresentationFormat>On-screen Show (4:3)</PresentationFormat>
  <Paragraphs>9329</Paragraphs>
  <Slides>64</Slides>
  <Notes>64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64</vt:i4>
      </vt:variant>
    </vt:vector>
  </HeadingPairs>
  <TitlesOfParts>
    <vt:vector size="6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54</cp:revision>
  <dcterms:created xsi:type="dcterms:W3CDTF">2002-08-17T10:50:50Z</dcterms:created>
  <dcterms:modified xsi:type="dcterms:W3CDTF">2014-03-28T13:37:30Z</dcterms:modified>
</cp:coreProperties>
</file>