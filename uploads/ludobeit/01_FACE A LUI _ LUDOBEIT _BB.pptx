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70" r:id="rId2"/>
    <p:sldId id="271" r:id="rId3"/>
    <p:sldId id="272" r:id="rId4"/>
    <p:sldId id="273" r:id="rId5"/>
    <p:sldId id="274" r:id="rId6"/>
    <p:sldId id="275" r:id="rId7"/>
    <p:sldId id="277" r:id="rId8"/>
    <p:sldId id="278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8" r:id="rId37"/>
    <p:sldId id="307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37630" autoAdjust="0"/>
  </p:normalViewPr>
  <p:slideViewPr>
    <p:cSldViewPr>
      <p:cViewPr>
        <p:scale>
          <a:sx n="44" d="100"/>
          <a:sy n="44" d="100"/>
        </p:scale>
        <p:origin x="-690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4593668-8B1D-4CB5-BB9D-7059431AB9E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DFC4D22-0534-48B7-87B5-A06AA5B5A6B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ME SUIS FAIT BRAQUER MENACER PAR LE MAL</a:t>
            </a:r>
            <a:br>
              <a:rPr lang="fr-FR" dirty="0" smtClean="0"/>
            </a:br>
            <a:r>
              <a:rPr lang="fr-FR" dirty="0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ÊTRE LOIN D'ICI, LOIN DE TOUT ÇA </a:t>
            </a:r>
            <a:r>
              <a:rPr lang="fr-FR" dirty="0" err="1" smtClean="0"/>
              <a:t>ÇA</a:t>
            </a:r>
            <a:r>
              <a:rPr lang="fr-FR" dirty="0" smtClean="0"/>
              <a:t>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77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87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198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208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218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228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239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249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259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ME SUIS FAIT BRAQUER MENACER PAR LE MAL</a:t>
            </a:r>
            <a:br>
              <a:rPr lang="fr-FR" dirty="0" smtClean="0"/>
            </a:br>
            <a:r>
              <a:rPr lang="fr-FR" dirty="0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ÊTRE LOIN D'ICI, LOIN DE TOUT ÇA </a:t>
            </a:r>
            <a:r>
              <a:rPr lang="fr-FR" dirty="0" err="1" smtClean="0"/>
              <a:t>ÇA</a:t>
            </a:r>
            <a:r>
              <a:rPr lang="fr-FR" dirty="0" smtClean="0"/>
              <a:t>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69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ÊTRE LOIN D'ICI, LOIN DE TOUT ÇA ÇA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280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JE ME SUIS FAIT BRAQUER MENACER PAR LE MAL</a:t>
            </a:r>
            <a:br>
              <a:rPr lang="fr-FR" dirty="0" smtClean="0"/>
            </a:br>
            <a:r>
              <a:rPr lang="fr-FR" dirty="0" smtClean="0"/>
              <a:t>2-  MANIPULER IL A GARDÉ EN OTAGE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AU MOMENT MÊME OÙ JE PARLE MES PENSÉES SONT LIGOTÉES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DÉSOLÉ, J'AI DU MAL À M'EXPRIMER JE SUIS DÉGOÛTÉ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JE SAVAIS POURTANT QU'IL NE FALLAIT PAS QUE JE PÈCHE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UNE MAUVAISE PENSÉE QUE J'AI NOURRIE A FAIT QUE MON CŒUR 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J'AI EU LE CHOIX, MAIS J'AI PRIS LA DÉCISION D'UN LÂCHE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CELLE DE N'EN FAIRE QU'À MA TÊTE, J'AI HONTE, VOILÀ POURQUOI JE ME CACHE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HONTE D'AVOIR LAISSÉ MON DIEU DE L'AVOIR OFFENSÉ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J'AI LA SUEUR SUR LE FRONT, LA PEUR AU VENTRE D'ENTENDRE CLIQUER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ÇA Y EST JE VOIS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DEVANT MOI, UN ÉPAIS BROUILLARD UN NUAGE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J'IMAGINE ARRIVER DEVANT MOI UN HOMME EN NOIR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CAPUCHONNÉ, LA PLUS GROSSE DES PIERRES À LA 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RESTANT SUR MES GARDES JE SERRE LES DENTS ET MES POINGS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SE RAPPROCHANT, CET HOMME ME SALUE ET ME SERRE LA MAIN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IL M'INVITE À MARCHER LE LONG D'UN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ME DIT QU'IL SE REND AU PLUS GRAND DES ÉVÉNEMENTS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LA MISE À MORT D'UN HOMME QUI, POUR CERTAINS, EST INNOCENT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MAIS QUI, POUR LUI, NE MÉRITE QUE LA « VIDÉE » DE SON SANG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JE LUI DEMANDE : « QU'A-T-IL FAIT POUR MÉRITER CELA ?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IL ME RÉPOND :  VIENS AVEC MOI ET ALORS TU SAURAS !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JE LE SUIS, VOULANT RECHERCHER RÉPONSE À MON POURQUOI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ET LÀ, J'APERÇOIS DE LOIN UNE FOULE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IMMENSE POINTANT CET HOMME DU DOIGT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LUI CRACHANT DESSUS L'INSULTANT DE TOUS LES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MOI, REGARDANT CET HOMME SE FAIRE BATTRE, SANS DIRE UN MOT…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MON CŒUR EST BRISÉ, LA LARME À L'ŒIL, JE N'EN PEUX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CET HOMME DEVANT MOI N'EST PERSONNE D'AUTRE QUE JÉSUS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NE VEUX PLUS TE REFAIRE SOUFFRIR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JE NE VEUX PLUS LAISSER MES PENCHANTS TE COGNER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TE CRACHER DESSUS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LE SAVAIS-TU, TOI QUI ÉCOUTES CE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QU'À CHAQUE FOIS QUE TU PÈCHES TU RENOUVELLES SA CRUCIFIXION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TOI, EN QUI CHRIST VIT,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SACHE QUE PARTOUT OÙ TU IL VA, TOUT CE QUE TU FAIS, IL SAIT 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37-  ARRÊTONS DE LUI FAIRE SUBIR NOS ENVIES STUPIDES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 CES PENSÉES SALES QUI PAR RICOCHET, LE LAPIDENT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SOUVIENS-TOI DE L'HOMME ENCAPUCHONNÉ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TU SAIS QUOI, C'ÉTAIT LE DIABLE VOULANT ME FAIRE CULPABILISER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NON... JE NE ME LAISSERAI PLUS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42-  NON... JE REFUSE DE ME RETROUVER SOUS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PÈRE, PARDONNE MON LAISSER-ALLER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PUISSES-TU ACCEPTER (BISE) CE BAISER SALÉ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SALÉ PAR CES LARMES QUI NE CESSENT DE COULER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POUR T'AVOIR TOI, SAINT-ESPRIT ATTRISTÉ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PÈRE, SI JE DEVAIS DISPARAÎTRE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ÊTRE LOIN D'ICI, LOIN DE TOUT ÇA </a:t>
            </a:r>
            <a:r>
              <a:rPr lang="fr-FR" dirty="0" err="1" smtClean="0"/>
              <a:t>ÇA</a:t>
            </a:r>
            <a:r>
              <a:rPr lang="fr-FR" dirty="0" smtClean="0"/>
              <a:t> SERAIT DANS TES BRAS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CAR AILLEURS JE SERAI COMME UN VAGABOND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EN PERDITION, DÉPRIMÉ, DANS UN DES TROUS LES PLUS PROFONDS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D'AILLEURS, SANS TOI MA RESPIRATION EST VAINE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52-  SANS TOI DANS MA VIE, RIEN NE VAUT LA PEINE D'ÊTRE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53-  QUANT À MON CŒUR IL SERAIT PLEIN DE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54-  MAIS AU LIEU DE TOUT ÇA, TON BRAS PUISSANT M'EMPORTE ET M'EMMÈNE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55-  DANS UN MONDE OÙ LE RÊVEUR POURSUIT SON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56-  DANS UN MONDE OÙ L'AMOUR CONSUME LE MAL ET L'ACHÈVE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57-  BREF, EN TOI, JE VEUX M'ABANDONNER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58-  ME DONNER TOUT ENTIER SANS RETENUE, SANS REGRET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59-  DÉSORMAIS JE VEUX FAIRE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60-  ESSUYER MON PASSÉ  ET ME CONCENTRER SUR LA SUITE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61-  CAR LE MEILLEUR POUR MA VIE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62-  JE N'AI PLUS PEUR DE VOIR GRAND NI MÊME DE LE DEVENIR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90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SUIS FAIT BRAQUER MENACER PAR LE MAL</a:t>
            </a:r>
            <a:br>
              <a:rPr lang="fr-FR" smtClean="0"/>
            </a:br>
            <a:r>
              <a:rPr lang="fr-FR" smtClean="0"/>
              <a:t>2-  MANIPULER IL A GARDÉ EN OTAGE MES PENSÉES</a:t>
            </a:r>
          </a:p>
          <a:p>
            <a:r>
              <a:rPr lang="fr-FR" smtClean="0"/>
              <a:t>3-  AU MOMENT MÊME OÙ JE PARLE MES PENSÉES SONT LIGOTÉES</a:t>
            </a:r>
          </a:p>
          <a:p>
            <a:r>
              <a:rPr lang="fr-FR" smtClean="0"/>
              <a:t>4-  DÉSOLÉ, J'AI DU MAL À M'EXPRIMER JE SUIS DÉGOÛTÉ</a:t>
            </a:r>
          </a:p>
          <a:p>
            <a:r>
              <a:rPr lang="fr-FR" smtClean="0"/>
              <a:t>5-  JE SAVAIS POURTANT QU'IL NE FALLAIT PAS QUE JE PÈCHE</a:t>
            </a:r>
          </a:p>
          <a:p>
            <a:r>
              <a:rPr lang="fr-FR" smtClean="0"/>
              <a:t>6-  UNE MAUVAISE PENSÉE QUE J'AI NOURRIE A FAIT QUE MON CŒUR LÂCHE</a:t>
            </a:r>
          </a:p>
          <a:p>
            <a:r>
              <a:rPr lang="fr-FR" smtClean="0"/>
              <a:t>7-  J'AI EU LE CHOIX, MAIS J'AI PRIS LA DÉCISION D'UN LÂCHE</a:t>
            </a:r>
          </a:p>
          <a:p>
            <a:r>
              <a:rPr lang="fr-FR" smtClean="0"/>
              <a:t>8-  CELLE DE N'EN FAIRE QU'À MA TÊTE, J'AI HONTE, VOILÀ POURQUOI JE ME CACHE</a:t>
            </a:r>
          </a:p>
          <a:p>
            <a:r>
              <a:rPr lang="fr-FR" smtClean="0"/>
              <a:t>9-  HONTE D'AVOIR LAISSÉ MON DIEU DE L'AVOIR OFFENSÉ</a:t>
            </a:r>
          </a:p>
          <a:p>
            <a:r>
              <a:rPr lang="fr-FR" smtClean="0"/>
              <a:t>10-  J'AI LA SUEUR SUR LE FRONT, LA PEUR AU VENTRE D'ENTENDRE CLIQUER</a:t>
            </a:r>
          </a:p>
          <a:p>
            <a:r>
              <a:rPr lang="fr-FR" smtClean="0"/>
              <a:t>11-  ÇA Y EST JE VOIS NOIR</a:t>
            </a:r>
          </a:p>
          <a:p>
            <a:r>
              <a:rPr lang="fr-FR" smtClean="0"/>
              <a:t>12-  DEVANT MOI, UN ÉPAIS BROUILLARD UN NUAGE NOIR</a:t>
            </a:r>
          </a:p>
          <a:p>
            <a:r>
              <a:rPr lang="fr-FR" smtClean="0"/>
              <a:t>13-  J'IMAGINE ARRIVER DEVANT MOI UN HOMME EN NOIR</a:t>
            </a:r>
          </a:p>
          <a:p>
            <a:r>
              <a:rPr lang="fr-FR" smtClean="0"/>
              <a:t>14-  CAPUCHONNÉ, LA PLUS GROSSE DES PIERRES À LA MAIN</a:t>
            </a:r>
          </a:p>
          <a:p>
            <a:r>
              <a:rPr lang="fr-FR" smtClean="0"/>
              <a:t>15-  RESTANT SUR MES GARDES JE SERRE LES DENTS ET MES POINGS</a:t>
            </a:r>
          </a:p>
          <a:p>
            <a:r>
              <a:rPr lang="fr-FR" smtClean="0"/>
              <a:t>16-  SE RAPPROCHANT, CET HOMME ME SALUE ET ME SERRE LA MAIN</a:t>
            </a:r>
          </a:p>
          <a:p>
            <a:r>
              <a:rPr lang="fr-FR" smtClean="0"/>
              <a:t>17-  IL M'INVITE À MARCHER LE LONG D'UN CHEMIN</a:t>
            </a:r>
          </a:p>
          <a:p>
            <a:r>
              <a:rPr lang="fr-FR" smtClean="0"/>
              <a:t>18-  ME DIT QU'IL SE REND AU PLUS GRAND DES ÉVÉNEMENTS</a:t>
            </a:r>
          </a:p>
          <a:p>
            <a:r>
              <a:rPr lang="fr-FR" smtClean="0"/>
              <a:t>19-  LA MISE À MORT D'UN HOMME QUI, POUR CERTAINS, EST INNOCENT</a:t>
            </a:r>
          </a:p>
          <a:p>
            <a:r>
              <a:rPr lang="fr-FR" smtClean="0"/>
              <a:t>20-  MAIS QUI, POUR LUI, NE MÉRITE QUE LA « VIDÉE » DE SON SANG</a:t>
            </a:r>
          </a:p>
          <a:p>
            <a:r>
              <a:rPr lang="fr-FR" smtClean="0"/>
              <a:t>21-  JE LUI DEMANDE : « QU'A-T-IL FAIT POUR MÉRITER CELA ? »</a:t>
            </a:r>
          </a:p>
          <a:p>
            <a:r>
              <a:rPr lang="fr-FR" smtClean="0"/>
              <a:t>22-  IL ME RÉPOND :  VIENS AVEC MOI ET ALORS TU SAURAS ! </a:t>
            </a:r>
          </a:p>
          <a:p>
            <a:r>
              <a:rPr lang="fr-FR" smtClean="0"/>
              <a:t>23-  JE LE SUIS, VOULANT RECHERCHER RÉPONSE À MON POURQUOI</a:t>
            </a:r>
          </a:p>
          <a:p>
            <a:r>
              <a:rPr lang="fr-FR" smtClean="0"/>
              <a:t>24-  ET LÀ, J'APERÇOIS DE LOIN UNE FOULE</a:t>
            </a:r>
          </a:p>
          <a:p>
            <a:r>
              <a:rPr lang="fr-FR" smtClean="0"/>
              <a:t>25-  IMMENSE POINTANT CET HOMME DU DOIGT</a:t>
            </a:r>
          </a:p>
          <a:p>
            <a:r>
              <a:rPr lang="fr-FR" smtClean="0"/>
              <a:t>26-  LUI CRACHANT DESSUS L'INSULTANT DE TOUS LES NOMS</a:t>
            </a:r>
          </a:p>
          <a:p>
            <a:r>
              <a:rPr lang="fr-FR" smtClean="0"/>
              <a:t>27-  MOI, REGARDANT CET HOMME SE FAIRE BATTRE, SANS DIRE UN MOT…</a:t>
            </a:r>
          </a:p>
          <a:p>
            <a:r>
              <a:rPr lang="fr-FR" smtClean="0"/>
              <a:t>28-  MON CŒUR EST BRISÉ, LA LARME À L'ŒIL, JE N'EN PEUX PLUS</a:t>
            </a:r>
          </a:p>
          <a:p>
            <a:r>
              <a:rPr lang="fr-FR" smtClean="0"/>
              <a:t>29-  CET HOMME DEVANT MOI N'EST PERSONNE D'AUTRE QUE JÉSUS !</a:t>
            </a:r>
          </a:p>
          <a:p>
            <a:r>
              <a:rPr lang="fr-FR" smtClean="0"/>
              <a:t>30-  JE NE VEUX PLUS TE REFAIRE SOUFFRIR</a:t>
            </a:r>
          </a:p>
          <a:p>
            <a:r>
              <a:rPr lang="fr-FR" smtClean="0"/>
              <a:t>31-  JE NE VEUX PLUS LAISSER MES PENCHANTS TE COGNER</a:t>
            </a:r>
          </a:p>
          <a:p>
            <a:r>
              <a:rPr lang="fr-FR" smtClean="0"/>
              <a:t>32-  TE CRACHER DESSUS !</a:t>
            </a:r>
          </a:p>
          <a:p>
            <a:r>
              <a:rPr lang="fr-FR" smtClean="0"/>
              <a:t>33-  LE SAVAIS-TU, TOI QUI ÉCOUTES CE SON</a:t>
            </a:r>
          </a:p>
          <a:p>
            <a:r>
              <a:rPr lang="fr-FR" smtClean="0"/>
              <a:t>34-  QU'À CHAQUE FOIS QUE TU PÈCHES TU RENOUVELLES SA CRUCIFIXION</a:t>
            </a:r>
          </a:p>
          <a:p>
            <a:r>
              <a:rPr lang="fr-FR" smtClean="0"/>
              <a:t>35-  TOI, EN QUI CHRIST VIT, SACHE</a:t>
            </a:r>
          </a:p>
          <a:p>
            <a:r>
              <a:rPr lang="fr-FR" smtClean="0"/>
              <a:t>36-  SACHE QUE PARTOUT OÙ TU IL VA, TOUT CE QUE TU FAIS, IL SAIT !</a:t>
            </a:r>
          </a:p>
          <a:p>
            <a:r>
              <a:rPr lang="fr-FR" smtClean="0"/>
              <a:t>37-  ARRÊTONS DE LUI FAIRE SUBIR NOS ENVIES STUPIDES</a:t>
            </a:r>
          </a:p>
          <a:p>
            <a:r>
              <a:rPr lang="fr-FR" smtClean="0"/>
              <a:t>38-  CES PENSÉES SALES QUI PAR RICOCHET, LE LAPIDENT</a:t>
            </a:r>
          </a:p>
          <a:p>
            <a:r>
              <a:rPr lang="fr-FR" smtClean="0"/>
              <a:t>39-  SOUVIENS-TOI DE L'HOMME ENCAPUCHONNÉ</a:t>
            </a:r>
          </a:p>
          <a:p>
            <a:r>
              <a:rPr lang="fr-FR" smtClean="0"/>
              <a:t>40-  TU SAIS QUOI, C'ÉTAIT LE DIABLE VOULANT ME FAIRE CULPABILISER</a:t>
            </a:r>
          </a:p>
          <a:p>
            <a:r>
              <a:rPr lang="fr-FR" smtClean="0"/>
              <a:t>41-  NON... JE NE ME LAISSERAI PLUS FAIRE</a:t>
            </a:r>
          </a:p>
          <a:p>
            <a:r>
              <a:rPr lang="fr-FR" smtClean="0"/>
              <a:t>42-  NON... JE REFUSE DE ME RETROUVER SOUS TERRE</a:t>
            </a:r>
          </a:p>
          <a:p>
            <a:r>
              <a:rPr lang="fr-FR" smtClean="0"/>
              <a:t>43-  PÈRE, PARDONNE MON LAISSER-ALLER</a:t>
            </a:r>
          </a:p>
          <a:p>
            <a:r>
              <a:rPr lang="fr-FR" smtClean="0"/>
              <a:t>44-  PUISSES-TU ACCEPTER (BISE) CE BAISER SALÉ</a:t>
            </a:r>
          </a:p>
          <a:p>
            <a:r>
              <a:rPr lang="fr-FR" smtClean="0"/>
              <a:t>45-  SALÉ PAR CES LARMES QUI NE CESSENT DE COULER</a:t>
            </a:r>
          </a:p>
          <a:p>
            <a:r>
              <a:rPr lang="fr-FR" smtClean="0"/>
              <a:t>46-  POUR T'AVOIR TOI, SAINT-ESPRIT ATTRISTÉ</a:t>
            </a:r>
          </a:p>
          <a:p>
            <a:r>
              <a:rPr lang="fr-FR" smtClean="0"/>
              <a:t>47-  PÈRE, SI JE DEVAIS DISPARAÎTRE</a:t>
            </a:r>
          </a:p>
          <a:p>
            <a:r>
              <a:rPr lang="fr-FR" smtClean="0"/>
              <a:t>48-  ÊTRE LOIN D'ICI, LOIN DE TOUT ÇA ÇA SERAIT DANS TES BRAS</a:t>
            </a:r>
          </a:p>
          <a:p>
            <a:r>
              <a:rPr lang="fr-FR" smtClean="0"/>
              <a:t>49-  CAR AILLEURS JE SERAI COMME UN VAGABOND</a:t>
            </a:r>
          </a:p>
          <a:p>
            <a:r>
              <a:rPr lang="fr-FR" smtClean="0"/>
              <a:t>50-  EN PERDITION, DÉPRIMÉ, DANS UN DES TROUS LES PLUS PROFONDS</a:t>
            </a:r>
          </a:p>
          <a:p>
            <a:r>
              <a:rPr lang="fr-FR" smtClean="0"/>
              <a:t>51-  D'AILLEURS, SANS TOI MA RESPIRATION EST VAINE</a:t>
            </a:r>
          </a:p>
          <a:p>
            <a:r>
              <a:rPr lang="fr-FR" smtClean="0"/>
              <a:t>52-  SANS TOI DANS MA VIE, RIEN NE VAUT LA PEINE D'ÊTRE VÉCU</a:t>
            </a:r>
          </a:p>
          <a:p>
            <a:r>
              <a:rPr lang="fr-FR" smtClean="0"/>
              <a:t>53-  QUANT À MON CŒUR IL SERAIT PLEIN DE HAINE</a:t>
            </a:r>
          </a:p>
          <a:p>
            <a:r>
              <a:rPr lang="fr-FR" smtClean="0"/>
              <a:t>54-  MAIS AU LIEU DE TOUT ÇA, TON BRAS PUISSANT M'EMPORTE ET M'EMMÈNE</a:t>
            </a:r>
          </a:p>
          <a:p>
            <a:r>
              <a:rPr lang="fr-FR" smtClean="0"/>
              <a:t>55-  DANS UN MONDE OÙ LE RÊVEUR POURSUIT SON RÊVE</a:t>
            </a:r>
          </a:p>
          <a:p>
            <a:r>
              <a:rPr lang="fr-FR" smtClean="0"/>
              <a:t>56-  DANS UN MONDE OÙ L'AMOUR CONSUME LE MAL ET L'ACHÈVE</a:t>
            </a:r>
          </a:p>
          <a:p>
            <a:r>
              <a:rPr lang="fr-FR" smtClean="0"/>
              <a:t>57-  BREF, EN TOI, JE VEUX M'ABANDONNER</a:t>
            </a:r>
          </a:p>
          <a:p>
            <a:r>
              <a:rPr lang="fr-FR" smtClean="0"/>
              <a:t>58-  ME DONNER TOUT ENTIER SANS RETENUE, SANS REGRET</a:t>
            </a:r>
          </a:p>
          <a:p>
            <a:r>
              <a:rPr lang="fr-FR" smtClean="0"/>
              <a:t>59-  DÉSORMAIS JE VEUX FAIRE CE QUE JE SUIS</a:t>
            </a:r>
          </a:p>
          <a:p>
            <a:r>
              <a:rPr lang="fr-FR" smtClean="0"/>
              <a:t>60-  ESSUYER MON PASSÉ  ET ME CONCENTRER SUR LA SUITE</a:t>
            </a:r>
          </a:p>
          <a:p>
            <a:r>
              <a:rPr lang="fr-FR" smtClean="0"/>
              <a:t>61-  CAR LE MEILLEUR POUR MA VIE RESTE À VENIR</a:t>
            </a:r>
          </a:p>
          <a:p>
            <a:r>
              <a:rPr lang="fr-FR" smtClean="0"/>
              <a:t>62-  JE N'AI PLUS PEUR DE VOIR GRAND NI MÊME DE LE DEVENIR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6799D-E8D6-4718-86CF-6A2C5B3065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AB0577-3211-4614-8762-50E88A6484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9E94C-2CEF-417D-8752-D42EECEBDA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DEFAB-7883-4974-800A-B0F2CD4792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AADE7-13C0-49E9-8E86-0E04888B7F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7603A-9A6A-4BFE-A036-361E3B3559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AD478-2823-49BE-8A7E-622475F9E1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A1269-ACB5-4CD1-8020-A340C1952F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EB9C43-AC64-44D4-A671-68111DB9C0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4AE4C-7297-4B78-8CDB-40FBB2E418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F2C5B-4794-4CB8-A050-96C9EF3A5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7BAF734-6A3F-4FAE-B458-38E492666D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SUIS FAIT BRAQUER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MENACER PAR LE MAL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MANIPULER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GARDÉ EN OTAGE MES PENSÉES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MOMENT MÊME OÙ JE PARLE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MES PENSÉES SONT LIGOTÉES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DÉSOLÉ, J'AI DU MAL À M'EXPRIMER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SUIS DÉGOÛTÉ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SAVAIS POURTANT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QU'IL NE FALLAIT PAS QUE JE PÈCHE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MAUVAISE PENSÉE QUE J'AI NOURRIE A FAIT QUE MON CŒUR LÂCHE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EU LE CHOIX, MAIS J'AI PRIS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DÉCISION D'UN LÂCHE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CELLE DE N'EN FAIRE QU'À MA TÊTE, J'AI HONTE, VOILÀ POURQUOI JE ME CACHE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HONTE D'AVOIR LAISSÉ MON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L'AVOIR OFFENSÉ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LA SUEUR SUR LE FRONT, LA PEUR AU VENTRE D'ENTENDRE CLIQUER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Y EST JE VOIS NOIR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MOI, UN ÉPAIS BROUILLARD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NUAGE NOIR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J'IMAGINE ARRIVER DEVANT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UN HOMME EN NOIR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CAPUCHONNÉ, LA PLUS GROSSE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PIERRES À LA 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RESTANT SUR MES GARDES JE SERRE LES DENTS ET MES POINGS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RAPPROCHANT, CET HOMME ME SALUE ET ME SERRE LA 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M'INVITE À MARCHER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LONG D'UN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DIT QU'IL SE REND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PLUS GRAND DES ÉVÉNEMENTS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MISE À MORT D'UN HOMME QUI, POUR CERTAINS, EST INNOCENT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QUI, POUR LUI, NE MÉRITE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LA « VIDÉE » DE SON SANG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LUI DEMANDE :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 QU'A-T-IL FAIT POUR MÉRITER CELA ?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ME RÉPOND :  VIENS AVEC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ALORS TU SAURAS !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SUIS, VOULANT RECHERCHER RÉPONSE À MON POURQUOI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LÀ, J'APERÇOIS DE LOIN UNE FOULE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IMMENSE POINTANT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 HOMME DU DOIGT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LUI CRACHANT DESSUS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L'INSULTANT DE TOUS LES NOMS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MOI, REGARDANT CET HOMME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FAIRE BATTRE, SANS DIRE UN MOT…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 CŒUR EST BRISÉ,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LARME À L'ŒIL, JE N'EN PEUX PLUS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 HOMME DEVANT MOI N'EST PERSONNE D'AUTRE QUE JÉSUS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VEUX PLUS TE REFAIRE SOUFFRIR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VEUX PLUS LAISSER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PENCHANTS TE COGNER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CRACHER DESSUS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SAVAIS-TU, TOI QUI ÉCOUTES CE 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QU'À CHAQUE FOIS QUE TU PÈCHES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RENOUVELLES SA CRUCIFIXION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TOI, EN QUI CHRIST VIT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SACHE QUE PARTOUT OÙ TU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VA, TOUT CE QUE TU FAIS, IL SAIT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ARRÊTONS DE LUI FAIRE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SUBIR NOS ENVIES STUPIDES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PENSÉES SALES QUI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RICOCHET, LE LAPIDENT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SOUVIENS-TOI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L'HOMME ENCAPUCHONNÉ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SAIS QUOI, C'ÉTAIT LE DIABLE VOULANT ME FAIRE CULPABILISER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NON... JE NE ME LAISSERAI PLUS FAIRE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NON... JE REFUSE DE ME RETROUVER SOUS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PÈRE, PARDONNE MON LAISSER-ALLER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PUISSES-TU ACCEPTER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CE BAISER SALÉ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SALÉ PAR CES LARMES QUI NE CESSENT DE COULER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T'AVOIR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TOI, SAINT-ESPRIT ATTRISTÉ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PÈRE, SI JE DEVAIS DISPARAÎTRE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ÊTRE LOIN D'ICI, LOIN DE TOUT ÇA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ÇA SERAIT DANS TES BRAS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AILLEURS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SERAI COMME UN VAGABOND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PERDITION, DÉPRIMÉ, DANS UN DES TROUS LES PLUS PROFONDS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D'AILLEURS, SANS 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RESPIRATION EST VAINE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 TOI DANS MA VIE, RIEN NE VAUT LA PEINE D'ÊTRE VÉCU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QUANT À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SERAIT PLEIN DE HAINE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AU LIEU DE TOUT ÇA, TON BRAS PUISSANT M'EMPORTE ET M'EMMÈNE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MONDE OÙ LE RÊVEUR POURSUIT SON RÊVE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MONDE OÙ L'AMOUR CONSUME LE MAL ET L'ACHÈVE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BREF, EN TOI, JE VEUX M'ABANDONNER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DONNER TOUT ENTIER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RETENUE, SANS REGRET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DÉSORMAIS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FAIRE CE QUE JE SUIS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ESSUYER MON PASSÉ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 CONCENTRER SUR LA SUITE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LE MEILLEUR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MA VIE RESTE À VENIR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N'AI PLUS PEUR DE VOIR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GRAND NI MÊME DE LE DEVENIR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805</Words>
  <Application>Microsoft Office PowerPoint</Application>
  <PresentationFormat>On-screen Show (4:3)</PresentationFormat>
  <Paragraphs>7626</Paragraphs>
  <Slides>62</Slides>
  <Notes>62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62</vt:i4>
      </vt:variant>
    </vt:vector>
  </HeadingPairs>
  <TitlesOfParts>
    <vt:vector size="66" baseType="lpstr">
      <vt:lpstr>Franklin Gothic Medium</vt:lpstr>
      <vt:lpstr>Arial</vt:lpstr>
      <vt:lpstr>Calibri</vt:lpstr>
      <vt:lpstr>Default Design</vt:lpstr>
      <vt:lpstr>JE ME SUIS FAIT BRAQUER MENACER PAR LE MAL </vt:lpstr>
      <vt:lpstr>MANIPULER IL A GARDÉ EN OTAGE MES PENSÉES</vt:lpstr>
      <vt:lpstr>AU MOMENT MÊME OÙ JE PARLE  MES PENSÉES SONT LIGOTÉES</vt:lpstr>
      <vt:lpstr>DÉSOLÉ, J'AI DU MAL À M'EXPRIMER  JE SUIS DÉGOÛTÉ</vt:lpstr>
      <vt:lpstr>JE SAVAIS POURTANT  QU'IL NE FALLAIT PAS QUE JE PÈCHE</vt:lpstr>
      <vt:lpstr>UNE MAUVAISE PENSÉE QUE J'AI NOURRIE A FAIT QUE MON CŒUR LÂCHE</vt:lpstr>
      <vt:lpstr>J'AI EU LE CHOIX, MAIS J'AI PRIS  LA DÉCISION D'UN LÂCHE</vt:lpstr>
      <vt:lpstr>CELLE DE N'EN FAIRE QU'À MA TÊTE, J'AI HONTE, VOILÀ POURQUOI JE ME CACHE</vt:lpstr>
      <vt:lpstr>HONTE D'AVOIR LAISSÉ MON DIEU DE L'AVOIR OFFENSÉ</vt:lpstr>
      <vt:lpstr>J'AI LA SUEUR SUR LE FRONT, LA PEUR AU VENTRE D'ENTENDRE CLIQUER</vt:lpstr>
      <vt:lpstr>ÇA Y EST JE VOIS NOIR</vt:lpstr>
      <vt:lpstr>DEVANT MOI, UN ÉPAIS BROUILLARD  UN NUAGE NOIR</vt:lpstr>
      <vt:lpstr>J'IMAGINE ARRIVER DEVANT  MOI UN HOMME EN NOIR</vt:lpstr>
      <vt:lpstr>CAPUCHONNÉ, LA PLUS GROSSE  DES PIERRES À LA MAIN</vt:lpstr>
      <vt:lpstr>RESTANT SUR MES GARDES JE SERRE LES DENTS ET MES POINGS</vt:lpstr>
      <vt:lpstr>SE RAPPROCHANT, CET HOMME ME SALUE ET ME SERRE LA MAIN</vt:lpstr>
      <vt:lpstr>IL M'INVITE À MARCHER  LE LONG D'UN CHEMIN</vt:lpstr>
      <vt:lpstr>ME DIT QU'IL SE REND  AU PLUS GRAND DES ÉVÉNEMENTS</vt:lpstr>
      <vt:lpstr>LA MISE À MORT D'UN HOMME QUI, POUR CERTAINS, EST INNOCENT</vt:lpstr>
      <vt:lpstr>MAIS QUI, POUR LUI, NE MÉRITE  QUE LA « VIDÉE » DE SON SANG</vt:lpstr>
      <vt:lpstr>JE LUI DEMANDE : « QU'A-T-IL FAIT POUR MÉRITER CELA ? »</vt:lpstr>
      <vt:lpstr>IL ME RÉPOND :  VIENS AVEC MOI ET ALORS TU SAURAS ! </vt:lpstr>
      <vt:lpstr>JE LE SUIS, VOULANT RECHERCHER RÉPONSE À MON POURQUOI</vt:lpstr>
      <vt:lpstr>ET LÀ, J'APERÇOIS DE LOIN UNE FOULE</vt:lpstr>
      <vt:lpstr>IMMENSE POINTANT  CET HOMME DU DOIGT</vt:lpstr>
      <vt:lpstr>LUI CRACHANT DESSUS  L'INSULTANT DE TOUS LES NOMS</vt:lpstr>
      <vt:lpstr>MOI, REGARDANT CET HOMME  SE FAIRE BATTRE, SANS DIRE UN MOT…</vt:lpstr>
      <vt:lpstr>MON CŒUR EST BRISÉ,  LA LARME À L'ŒIL, JE N'EN PEUX PLUS</vt:lpstr>
      <vt:lpstr>CET HOMME DEVANT MOI N'EST PERSONNE D'AUTRE QUE JÉSUS !</vt:lpstr>
      <vt:lpstr>JE NE VEUX PLUS TE REFAIRE SOUFFRIR</vt:lpstr>
      <vt:lpstr>JE NE VEUX PLUS LAISSER  MES PENCHANTS TE COGNER</vt:lpstr>
      <vt:lpstr>TE CRACHER DESSUS !</vt:lpstr>
      <vt:lpstr>LE SAVAIS-TU, TOI QUI ÉCOUTES CE SON</vt:lpstr>
      <vt:lpstr>QU'À CHAQUE FOIS QUE TU PÈCHES TU RENOUVELLES SA CRUCIFIXION</vt:lpstr>
      <vt:lpstr>TOI, EN QUI CHRIST VIT</vt:lpstr>
      <vt:lpstr>SACHE QUE PARTOUT OÙ TU IL VA, TOUT CE QUE TU FAIS, IL SAIT !</vt:lpstr>
      <vt:lpstr>ARRÊTONS DE LUI FAIRE  SUBIR NOS ENVIES STUPIDES</vt:lpstr>
      <vt:lpstr>CES PENSÉES SALES QUI PAR RICOCHET, LE LAPIDENT</vt:lpstr>
      <vt:lpstr>SOUVIENS-TOI  DE L'HOMME ENCAPUCHONNÉ</vt:lpstr>
      <vt:lpstr>TU SAIS QUOI, C'ÉTAIT LE DIABLE VOULANT ME FAIRE CULPABILISER</vt:lpstr>
      <vt:lpstr>NON... JE NE ME LAISSERAI PLUS FAIRE</vt:lpstr>
      <vt:lpstr>NON... JE REFUSE DE ME RETROUVER SOUS TERRE</vt:lpstr>
      <vt:lpstr>PÈRE, PARDONNE MON LAISSER-ALLER</vt:lpstr>
      <vt:lpstr>PUISSES-TU ACCEPTER  CE BAISER SALÉ</vt:lpstr>
      <vt:lpstr>SALÉ PAR CES LARMES QUI NE CESSENT DE COULER</vt:lpstr>
      <vt:lpstr>POUR T'AVOIR TOI, SAINT-ESPRIT ATTRISTÉ</vt:lpstr>
      <vt:lpstr>PÈRE, SI JE DEVAIS DISPARAÎTRE</vt:lpstr>
      <vt:lpstr>ÊTRE LOIN D'ICI, LOIN DE TOUT ÇA  ÇA SERAIT DANS TES BRAS</vt:lpstr>
      <vt:lpstr>CAR AILLEURS JE SERAI COMME UN VAGABOND</vt:lpstr>
      <vt:lpstr>EN PERDITION, DÉPRIMÉ, DANS UN DES TROUS LES PLUS PROFONDS</vt:lpstr>
      <vt:lpstr>D'AILLEURS, SANS TOI MA RESPIRATION EST VAINE</vt:lpstr>
      <vt:lpstr>SANS TOI DANS MA VIE, RIEN NE VAUT LA PEINE D'ÊTRE VÉCU</vt:lpstr>
      <vt:lpstr>QUANT À MON CŒUR IL SERAIT PLEIN DE HAINE</vt:lpstr>
      <vt:lpstr>MAIS AU LIEU DE TOUT ÇA, TON BRAS PUISSANT M'EMPORTE ET M'EMMÈNE</vt:lpstr>
      <vt:lpstr>DANS UN MONDE OÙ LE RÊVEUR POURSUIT SON RÊVE</vt:lpstr>
      <vt:lpstr>DANS UN MONDE OÙ L'AMOUR CONSUME LE MAL ET L'ACHÈVE</vt:lpstr>
      <vt:lpstr>BREF, EN TOI, JE VEUX M'ABANDONNER</vt:lpstr>
      <vt:lpstr>ME DONNER TOUT ENTIER SANS RETENUE, SANS REGRET</vt:lpstr>
      <vt:lpstr>DÉSORMAIS JE VEUX FAIRE CE QUE JE SUIS</vt:lpstr>
      <vt:lpstr>ESSUYER MON PASSÉ  ET ME CONCENTRER SUR LA SUITE</vt:lpstr>
      <vt:lpstr>CAR LE MEILLEUR  POUR MA VIE RESTE À VENIR</vt:lpstr>
      <vt:lpstr>JE N'AI PLUS PEUR DE VOIR  GRAND NI MÊME DE LE DEVENIR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120</cp:revision>
  <dcterms:created xsi:type="dcterms:W3CDTF">2002-08-17T10:50:50Z</dcterms:created>
  <dcterms:modified xsi:type="dcterms:W3CDTF">2014-04-18T00:04:29Z</dcterms:modified>
</cp:coreProperties>
</file>