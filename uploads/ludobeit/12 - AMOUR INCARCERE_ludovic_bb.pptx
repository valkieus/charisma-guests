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70" r:id="rId2"/>
    <p:sldId id="271" r:id="rId3"/>
    <p:sldId id="272" r:id="rId4"/>
    <p:sldId id="312" r:id="rId5"/>
    <p:sldId id="31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50" r:id="rId16"/>
    <p:sldId id="323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1" r:id="rId25"/>
    <p:sldId id="332" r:id="rId26"/>
    <p:sldId id="333" r:id="rId27"/>
    <p:sldId id="334" r:id="rId28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7" r:id="rId41"/>
    <p:sldId id="351" r:id="rId42"/>
    <p:sldId id="348" r:id="rId43"/>
    <p:sldId id="349" r:id="rId4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5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92" autoAdjust="0"/>
    <p:restoredTop sz="50628" autoAdjust="0"/>
  </p:normalViewPr>
  <p:slideViewPr>
    <p:cSldViewPr>
      <p:cViewPr varScale="1">
        <p:scale>
          <a:sx n="30" d="100"/>
          <a:sy n="30" d="100"/>
        </p:scale>
        <p:origin x="-23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799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7F08CBA6-B7A0-404B-AEEE-9A35AD70ECC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9E52DE31-9B9A-4458-BBB1-D8659CFAEA0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 L’AMOUR EST VITAL, JE M’EN SUIS FAIT UNE RAISON DE VIVRE</a:t>
            </a:r>
            <a:br>
              <a:rPr lang="fr-FR" smtClean="0"/>
            </a:br>
            <a:r>
              <a:rPr lang="fr-FR" smtClean="0"/>
              <a:t>2-  J’EN BOIS AU QUOTIDIEN AU POINT DE DEVENIR 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CHAQUE JOUR JE LIVRE DES BOISSONS D’ESPOIR</a:t>
            </a:r>
            <a:br>
              <a:rPr lang="fr-FR" smtClean="0"/>
            </a:br>
            <a:r>
              <a:rPr lang="fr-FR" smtClean="0"/>
              <a:t>4-  À CEUX QUI, PLUS QUE PERSONNE ONT BESOIN D’EN BOIRE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BEAUCOUP N’ONT QUE POUR BOISSON LA HAINE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ET QUI PAR CONNAISSANCE DE GOÛT N’EN VAUT PAS LA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NON, CAR J’EN AI BU DURANT DES ANNÉES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C’EST PAR SA FAUTE QUE J’AI RECOLTÉ UN CŒUR AMER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2004, ON M’A FAIT BOIRE DE L’A.M.O.U.R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J’AI ÉTÉ ARRÊTÉ CAR J’EN ÉTAIS DÉPENDANT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J’AI SOUFFLÉ DANS LE LOVE-TEST IL S’EST CASSÉ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J’AI ÉTÉ ARRÊTÉ POUR EN AVOIR PLUS QU’ASSEZ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ME SUIS PRÉSENTÉ AMOUREUX AU TRIBUNAL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LE JURY VICTIME D’AMOUR M’A DÉCLARÉ COUPABLE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J'AI ÉTÉ CONDAMNÉ À PERPÉTUITÉ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DÉS LORS, JE NE PEUX RIEN FAIRE D’AUTRE QUE AIMER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MON COMPAGNON DE CELLULE SE NOMME J.O.I.E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ON A FAIT CONNAISSANCE DEPUIS ON EST TOUJOURS À DEUX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NOUS SOMMES INCARCÉRÉS DANS LA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LE DIRECTEUR DE LA PRISON SE NOMME D.I.E.U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AUX YEUX DU MONDE NOUS NE SOMMES QUE DES FOUS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LES HAINEUX NÉGLIGENT L’AMOUR MAIS VIVENT DANS LE TROU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SANS L’AMOUR, JE NE SUIS RIEN JE VOUS L’AVOUE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C’EST AVEC LES LARMES AU CŒUR QUE JE ME CONFIE À VOUS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J’AI POUR MISSION D’AIMER AU-DELÀ DU VOULOIR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VEILLER EN TOUT TEMPS DURANT LES SAISONS LES PLUS NOIRES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ILS OU ELLES POURRONT TOUT FAIRE MÊME ME MAUDIRE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J’ACCOMPLIRAI MA TÂCHE PEU IMPORTE LES "ON DIT"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J’AI ENTENDU DIRE QUE L’AMOUR N’EST PLUS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CELUI QUI A DIT ÇA N’EST SÛREMENT QU’UN DÉÇU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LA VIE EST LA PREUVE QUE L’AMOUR EST TOUJOURS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DIEU MERCI, CAR CE MATIN J’AI PU VOIR LE JOUR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AVEC LES QUATRE ANNEAUX DE L’AMOUR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ASSIS DANS MA CELLULE, J’ÉCRIS LE CONTENU DE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 FERMANT LES YEUX JE PEUX ME VOIR RENAÎTRE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M’ÉVADER DANS UN MONDE QUE NUL NE CONNAÎT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J’ESPÈRE VOUS VOIR BIENTÔT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IL SE FAIT TARD, ET DEMAIN JE DOIS ME LEVER TÔT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VOICI MON ADRESSE À UN DE CES JOURS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PRISON AMOUR , SECTION F.O.I AU FOND DE LA COUR   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PRISON AMOUR, SECTION F.O.I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ILS ONT VOULU FAIRE CE QU’ILS VOULAIENT DE MA VIE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MAIS QUI PEUT M’EMPÊCHER DE VIVRE</a:t>
            </a:r>
            <a:br>
              <a:rPr lang="fr-FR" smtClean="0"/>
            </a:br>
            <a:r>
              <a:rPr lang="fr-FR" smtClean="0"/>
              <a:t>EN L.O.V.E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>
                <a:latin typeface="Franklin Gothic Medium" pitchFamily="-105" charset="0"/>
              </a:rPr>
              <a:t>1-   L’AMOUR EST VITAL, JE M’EN SUIS FAIT UNE RAISON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2-  J’EN BOIS AU QUOTIDIEN AU POINT DE DEVENIR IVRE</a:t>
            </a:r>
          </a:p>
          <a:p>
            <a:r>
              <a:rPr lang="fr-FR" smtClean="0">
                <a:latin typeface="Franklin Gothic Medium" pitchFamily="-105" charset="0"/>
              </a:rPr>
              <a:t>3-  CHAQUE JOUR JE LIVRE DES BOISSONS D’ESPOIR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4-  À CEUX QUI, PLUS QUE PERSONNE ONT BESOIN D’EN BOIRE</a:t>
            </a:r>
          </a:p>
          <a:p>
            <a:r>
              <a:rPr lang="fr-FR" smtClean="0">
                <a:latin typeface="Franklin Gothic Medium" pitchFamily="-105" charset="0"/>
              </a:rPr>
              <a:t>5-  BEAUCOUP N’ONT QUE POUR BOISSON LA HAINE</a:t>
            </a:r>
          </a:p>
          <a:p>
            <a:r>
              <a:rPr lang="fr-FR" smtClean="0">
                <a:latin typeface="Franklin Gothic Medium" pitchFamily="-105" charset="0"/>
              </a:rPr>
              <a:t>6-  ET QUI PAR CONNAISSANCE DE GOÛT N’EN VAUT PAS LA PEINE</a:t>
            </a:r>
          </a:p>
          <a:p>
            <a:r>
              <a:rPr lang="fr-FR" smtClean="0">
                <a:latin typeface="Franklin Gothic Medium" pitchFamily="-105" charset="0"/>
              </a:rPr>
              <a:t>7-  NON, CAR J’EN AI BU DURANT DES ANNÉES</a:t>
            </a:r>
          </a:p>
          <a:p>
            <a:r>
              <a:rPr lang="fr-FR" smtClean="0">
                <a:latin typeface="Franklin Gothic Medium" pitchFamily="-105" charset="0"/>
              </a:rPr>
              <a:t>8-  C’EST PAR SA FAUTE QUE J’AI RECOLTÉ UN CŒUR AMER</a:t>
            </a:r>
          </a:p>
          <a:p>
            <a:r>
              <a:rPr lang="fr-FR" smtClean="0">
                <a:latin typeface="Franklin Gothic Medium" pitchFamily="-105" charset="0"/>
              </a:rPr>
              <a:t>9-  EN 2004, ON M’A FAIT BOIRE DE L’A.M.O.U.R</a:t>
            </a:r>
          </a:p>
          <a:p>
            <a:r>
              <a:rPr lang="fr-FR" smtClean="0">
                <a:latin typeface="Franklin Gothic Medium" pitchFamily="-105" charset="0"/>
              </a:rPr>
              <a:t>10-  J’AI ÉTÉ ARRÊTÉ CAR J’EN ÉTAIS DÉPENDANT</a:t>
            </a:r>
          </a:p>
          <a:p>
            <a:r>
              <a:rPr lang="fr-FR" smtClean="0">
                <a:latin typeface="Franklin Gothic Medium" pitchFamily="-105" charset="0"/>
              </a:rPr>
              <a:t>11-  J’AI SOUFFLÉ DANS LE LOVE-TEST IL S’EST CASSÉ</a:t>
            </a:r>
          </a:p>
          <a:p>
            <a:r>
              <a:rPr lang="fr-FR" smtClean="0">
                <a:latin typeface="Franklin Gothic Medium" pitchFamily="-105" charset="0"/>
              </a:rPr>
              <a:t>12-  J’AI ÉTÉ ARRÊTÉ POUR EN AVOIR PLUS QU’ASSEZ</a:t>
            </a:r>
          </a:p>
          <a:p>
            <a:r>
              <a:rPr lang="fr-FR" smtClean="0">
                <a:latin typeface="Franklin Gothic Medium" pitchFamily="-105" charset="0"/>
              </a:rPr>
              <a:t>13-  JE ME SUIS PRÉSENTÉ AMOUREUX AU TRIBUNAL</a:t>
            </a:r>
          </a:p>
          <a:p>
            <a:r>
              <a:rPr lang="fr-FR" smtClean="0">
                <a:latin typeface="Franklin Gothic Medium" pitchFamily="-105" charset="0"/>
              </a:rPr>
              <a:t>14-  LE JURY VICTIME D’AMOUR M’A DÉCLARÉ COUPABLE</a:t>
            </a:r>
          </a:p>
          <a:p>
            <a:r>
              <a:rPr lang="fr-FR" smtClean="0">
                <a:latin typeface="Franklin Gothic Medium" pitchFamily="-105" charset="0"/>
              </a:rPr>
              <a:t>15-  J'AI ÉTÉ CONDAMNÉ À PERPÉTUITÉ</a:t>
            </a:r>
          </a:p>
          <a:p>
            <a:r>
              <a:rPr lang="fr-FR" smtClean="0">
                <a:latin typeface="Franklin Gothic Medium" pitchFamily="-105" charset="0"/>
              </a:rPr>
              <a:t>16-  DÉS LORS, JE NE PEUX RIEN FAIRE D’AUTRE QUE AIMER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17-  MON COMPAGNON DE CELLULE SE NOMME J.O.I.E</a:t>
            </a:r>
          </a:p>
          <a:p>
            <a:r>
              <a:rPr lang="fr-FR" smtClean="0">
                <a:latin typeface="Franklin Gothic Medium" pitchFamily="-105" charset="0"/>
              </a:rPr>
              <a:t>18-  ON A FAIT CONNAISSANCE DEPUIS ON EST TOUJOURS À DEUX</a:t>
            </a:r>
          </a:p>
          <a:p>
            <a:r>
              <a:rPr lang="fr-FR" smtClean="0">
                <a:latin typeface="Franklin Gothic Medium" pitchFamily="-105" charset="0"/>
              </a:rPr>
              <a:t>19-  NOUS SOMMES INCARCÉRÉS DANS LA SECTION F.O.I</a:t>
            </a:r>
          </a:p>
          <a:p>
            <a:r>
              <a:rPr lang="fr-FR" smtClean="0">
                <a:latin typeface="Franklin Gothic Medium" pitchFamily="-105" charset="0"/>
              </a:rPr>
              <a:t>20-  LE DIRECTEUR DE LA PRISON SE NOMME D.I.E.U</a:t>
            </a:r>
          </a:p>
          <a:p>
            <a:r>
              <a:rPr lang="fr-FR" smtClean="0">
                <a:latin typeface="Franklin Gothic Medium" pitchFamily="-105" charset="0"/>
              </a:rPr>
              <a:t>21-  AUX YEUX DU MONDE NOUS NE SOMMES QUE DES FOUS</a:t>
            </a:r>
          </a:p>
          <a:p>
            <a:r>
              <a:rPr lang="fr-FR" smtClean="0">
                <a:latin typeface="Franklin Gothic Medium" pitchFamily="-105" charset="0"/>
              </a:rPr>
              <a:t>22-  LES HAINEUX NÉGLIGENT L’AMOUR MAIS VIVENT DANS LE TROU</a:t>
            </a:r>
          </a:p>
          <a:p>
            <a:r>
              <a:rPr lang="fr-FR" smtClean="0">
                <a:latin typeface="Franklin Gothic Medium" pitchFamily="-105" charset="0"/>
              </a:rPr>
              <a:t>23-  SANS L’AMOUR, JE NE SUIS RIEN JE VOUS L’AVOUE</a:t>
            </a:r>
          </a:p>
          <a:p>
            <a:r>
              <a:rPr lang="fr-FR" smtClean="0">
                <a:latin typeface="Franklin Gothic Medium" pitchFamily="-105" charset="0"/>
              </a:rPr>
              <a:t>24-  C’EST AVEC LES LARMES AU CŒUR QUE JE ME CONFIE À VOUS</a:t>
            </a:r>
          </a:p>
          <a:p>
            <a:r>
              <a:rPr lang="fr-FR" smtClean="0">
                <a:latin typeface="Franklin Gothic Medium" pitchFamily="-105" charset="0"/>
              </a:rPr>
              <a:t>25-  J’AI POUR MISSION D’AIMER AU-DELÀ DU VOULOIR</a:t>
            </a:r>
          </a:p>
          <a:p>
            <a:r>
              <a:rPr lang="fr-FR" smtClean="0">
                <a:latin typeface="Franklin Gothic Medium" pitchFamily="-105" charset="0"/>
              </a:rPr>
              <a:t>26-  VEILLER EN TOUT TEMPS DURANT LES SAISONS LES PLUS NOIRES</a:t>
            </a:r>
          </a:p>
          <a:p>
            <a:r>
              <a:rPr lang="fr-FR" smtClean="0">
                <a:latin typeface="Franklin Gothic Medium" pitchFamily="-105" charset="0"/>
              </a:rPr>
              <a:t>27-  ILS OU ELLES POURRONT TOUT FAIRE MÊME ME MAUDIRE</a:t>
            </a:r>
          </a:p>
          <a:p>
            <a:r>
              <a:rPr lang="fr-FR" smtClean="0">
                <a:latin typeface="Franklin Gothic Medium" pitchFamily="-105" charset="0"/>
              </a:rPr>
              <a:t>28-  J’ACCOMPLIRAI MA TÂCHE PEU IMPORTE LES "ON DIT"</a:t>
            </a:r>
          </a:p>
          <a:p>
            <a:r>
              <a:rPr lang="fr-FR" smtClean="0">
                <a:latin typeface="Franklin Gothic Medium" pitchFamily="-105" charset="0"/>
              </a:rPr>
              <a:t>29-  J’AI ENTENDU DIRE QUE L’AMOUR N’EST PLUS</a:t>
            </a:r>
          </a:p>
          <a:p>
            <a:r>
              <a:rPr lang="fr-FR" smtClean="0">
                <a:latin typeface="Franklin Gothic Medium" pitchFamily="-105" charset="0"/>
              </a:rPr>
              <a:t>30-  CELUI QUI A DIT ÇA N’EST SÛREMENT QU’UN DÉÇU </a:t>
            </a:r>
          </a:p>
          <a:p>
            <a:r>
              <a:rPr lang="fr-FR" smtClean="0">
                <a:latin typeface="Franklin Gothic Medium" pitchFamily="-105" charset="0"/>
              </a:rPr>
              <a:t>31-  LA VIE EST LA PREUVE QUE L’AMOUR EST TOUJOURS</a:t>
            </a:r>
          </a:p>
          <a:p>
            <a:r>
              <a:rPr lang="fr-FR" smtClean="0">
                <a:latin typeface="Franklin Gothic Medium" pitchFamily="-105" charset="0"/>
              </a:rPr>
              <a:t>32-  DIEU MERCI, CAR CE MATIN J’AI PU VOIR LE JOUR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33-  AVEC LES QUATRE ANNEAUX DE L’AMOUR</a:t>
            </a:r>
          </a:p>
          <a:p>
            <a:r>
              <a:rPr lang="fr-FR" smtClean="0">
                <a:latin typeface="Franklin Gothic Medium" pitchFamily="-105" charset="0"/>
              </a:rPr>
              <a:t>34-  ASSIS DANS MA CELLULE, J’ÉCRIS LE CONTENU DE MON CŒUR</a:t>
            </a:r>
          </a:p>
          <a:p>
            <a:r>
              <a:rPr lang="fr-FR" smtClean="0">
                <a:latin typeface="Franklin Gothic Medium" pitchFamily="-105" charset="0"/>
              </a:rPr>
              <a:t>35-  EN FERMANT LES YEUX JE PEUX ME VOIR RENAÎTRE</a:t>
            </a:r>
          </a:p>
          <a:p>
            <a:r>
              <a:rPr lang="fr-FR" smtClean="0">
                <a:latin typeface="Franklin Gothic Medium" pitchFamily="-105" charset="0"/>
              </a:rPr>
              <a:t>36-  M’ÉVADER DANS UN MONDE QUE NUL NE CONNAÎT</a:t>
            </a:r>
          </a:p>
          <a:p>
            <a:r>
              <a:rPr lang="fr-FR" smtClean="0">
                <a:latin typeface="Franklin Gothic Medium" pitchFamily="-105" charset="0"/>
              </a:rPr>
              <a:t>37-  J’ESPÈRE VOUS VOIR BIENTÔT</a:t>
            </a:r>
          </a:p>
          <a:p>
            <a:r>
              <a:rPr lang="fr-FR" smtClean="0">
                <a:latin typeface="Franklin Gothic Medium" pitchFamily="-105" charset="0"/>
              </a:rPr>
              <a:t>38-  IL SE FAIT TARD, ET DEMAIN JE DOIS ME LEVER TÔT</a:t>
            </a:r>
          </a:p>
          <a:p>
            <a:r>
              <a:rPr lang="fr-FR" smtClean="0">
                <a:latin typeface="Franklin Gothic Medium" pitchFamily="-105" charset="0"/>
              </a:rPr>
              <a:t>39-  VOICI MON ADRESSE À UN DE CES JOURS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40-  PRISON AMOUR , SECTION F.O.I AU FOND DE LA COUR   X3</a:t>
            </a:r>
          </a:p>
          <a:p>
            <a:r>
              <a:rPr lang="fr-FR" smtClean="0">
                <a:latin typeface="Franklin Gothic Medium" pitchFamily="-105" charset="0"/>
              </a:rPr>
              <a:t>41-  PRISON AMOUR, SECTION F.O.I</a:t>
            </a:r>
          </a:p>
          <a:p>
            <a:endParaRPr lang="fr-FR" smtClean="0">
              <a:latin typeface="Franklin Gothic Medium" pitchFamily="-105" charset="0"/>
            </a:endParaRPr>
          </a:p>
          <a:p>
            <a:r>
              <a:rPr lang="fr-FR" smtClean="0">
                <a:latin typeface="Franklin Gothic Medium" pitchFamily="-105" charset="0"/>
              </a:rPr>
              <a:t>42-  ILS ONT VOULU FAIRE CE QU’ILS VOULAIENT DE MA VIE</a:t>
            </a:r>
          </a:p>
          <a:p>
            <a:r>
              <a:rPr lang="fr-FR" smtClean="0">
                <a:latin typeface="Franklin Gothic Medium" pitchFamily="-105" charset="0"/>
              </a:rPr>
              <a:t>43-  MAIS QUI PEUT M’EMPÊCHER DE VIVRE</a:t>
            </a:r>
            <a:br>
              <a:rPr lang="fr-FR" smtClean="0">
                <a:latin typeface="Franklin Gothic Medium" pitchFamily="-105" charset="0"/>
              </a:rPr>
            </a:br>
            <a:r>
              <a:rPr lang="fr-FR" smtClean="0">
                <a:latin typeface="Franklin Gothic Medium" pitchFamily="-105" charset="0"/>
              </a:rPr>
              <a:t>EN L.O.V.E</a:t>
            </a:r>
          </a:p>
          <a:p>
            <a:endParaRPr lang="fr-FR" smtClean="0">
              <a:latin typeface="Franklin Gothic Medium" pitchFamily="-105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AACBD-3EBD-4161-BE8F-44F11F2CE6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422ADB-7F14-4BAA-BCF4-FDFA7AD137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252D5-EB10-4D41-89DA-E0818C3EA4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4744A-B795-43F9-BAF2-19311D76B9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2C47E-FD31-4F23-A1C7-A62C0CB56B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AD43B-CB23-47F3-BA2E-E119AE59A2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0AA3F-6740-4903-8122-96FCF8A289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3076B7-64E9-4CD8-9CD0-B76ECDCCB1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6A8B68-3AD9-4CA2-9F60-3E567EC2DA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D3A6DC-64CB-4960-BEA0-CA75AB7C2A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81F8B-F5F7-4211-B4D0-B32754F4D3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139FFC99-3C1F-428A-9397-D763B779F1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L’AMOUR EST VITAL, JE M’EN SUIS FAIT UNE RAISON DE VIVRE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J’EN BOIS AU QUOTIDIEN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POINT DE DEVENIR IVRE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CHAQUE JOUR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LIVRE DES BOISSONS D’ESPOIR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CEUX QUI, PLUS QUE PERSONNE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ONT BESOIN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BEAUCOUP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POUR BOISSON LA HAINE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QUI PAR CONNAISSANCE DE GOÛT N’EN VAUT PAS LA PEINE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NON, CAR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AI BU DURANT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ANNÉES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SA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FAUTE QUE J’AI RÉCOLTÉ UN CŒUR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AMER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2004,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M’A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L’A.M.O.U.R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ÉTÉ ARRÊTÉ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J’EN ÉTAIS DÉPENDANT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SOUFFLÉ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LOVE-TEST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S’EST CASSÉ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ÉTÉ EMBARQUÉ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EN AVOIR PLUS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QU’ASSEZ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SUIS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PRÉSENTÉ AMOUREUX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TRIBUNAL</a:t>
            </a:r>
            <a:endParaRPr lang="fr-F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JURY,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VICTIME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D’AMOUR, M’A DÉCLARÉ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COUPABLE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ÉTÉ CONDAMNÉ À PERPÉTUITÉ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DÈS LORS,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PEUX RIEN FAIRE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D’AUTRE QU’AIMER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COMPAGNON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CELLULE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NOMME J.O.I.E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A FAIT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CONNAISSANCE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DEPUIS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EST TOUJOURS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SOMMES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INCARCÉRÉS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SECTION F.O.I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DIRECTEUR DE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PRISON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NOMME D.I.E.U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AUX YEUX DU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SOMMES QUE DES FOUS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HAINEUX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NÉGLIGENT L’AMOUR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VIVENT DANS LE TROU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SUIS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L’AVOUE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LES LARMES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CONFIE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VOUS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MISSION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D’AIMER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AU-DELÀ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VOULOIR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VEILLER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TEMPS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DURANT LES SAISONS LES PLUS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NOIRES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OU ELLES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POURRONT TOUT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FAIRE MÊME ME MAUDIRE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J’ACCOMPLIRAI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TÂCHE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IMPORTE LES "ON DIT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"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ENTENDU DIRE QUE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N’EST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A DIT ÇA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N’EST SÛREMENT QU’UN DÉÇU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 EST LA PREUVE QUE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MERCI,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CE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MATIN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 VOIR LE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LES QUATRE ANNEAUX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L’AMOUR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ASSIS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CELLULE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J’ÉCRIS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CONTENU DE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FERMANT 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ME VOIR RENAÎTRE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M’ÉVADER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NUL NE CONNAÎT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J’ESPÈRE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VOIR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BIENTÔT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SE FAIT TARD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DEMAIN JE DOIS 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LEVER TÔT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VOICI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ADRESSE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DE CES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PRISON AMOUR,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SECTION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F.O.I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FOND DE LA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PRISON AMOUR,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SECTION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F.O.I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ONT VOULU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QU’ILS VOULAIENT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MA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051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QUI PEUT M’EMPÊCHER DE VIVRE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L.O.V.E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1461</TotalTime>
  <Words>329</Words>
  <Application>Microsoft Office PowerPoint</Application>
  <PresentationFormat>On-screen Show (4:3)</PresentationFormat>
  <Paragraphs>3913</Paragraphs>
  <Slides>43</Slides>
  <Notes>43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7" baseType="lpstr">
      <vt:lpstr>Franklin Gothic Medium</vt:lpstr>
      <vt:lpstr>Arial</vt:lpstr>
      <vt:lpstr>Calibri</vt:lpstr>
      <vt:lpstr>Default Design</vt:lpstr>
      <vt:lpstr> L’AMOUR EST VITAL, JE M’EN SUIS FAIT UNE RAISON DE VIVRE  </vt:lpstr>
      <vt:lpstr>J’EN BOIS AU QUOTIDIEN AU POINT DE DEVENIR IVRE</vt:lpstr>
      <vt:lpstr>CHAQUE JOUR JE LIVRE DES BOISSONS D’ESPOIR  </vt:lpstr>
      <vt:lpstr>À CEUX QUI, PLUS QUE PERSONNE ONT BESOIN D’EN BOIRE</vt:lpstr>
      <vt:lpstr>BEAUCOUP N’ONT QUE POUR BOISSON LA HAINE</vt:lpstr>
      <vt:lpstr>ET QUI PAR CONNAISSANCE DE GOÛT N’EN VAUT PAS LA PEINE</vt:lpstr>
      <vt:lpstr>NON, CAR J’EN AI BU DURANT DES ANNÉES</vt:lpstr>
      <vt:lpstr>C’EST PAR SA FAUTE QUE J’AI RÉCOLTÉ UN CŒUR AMER</vt:lpstr>
      <vt:lpstr>EN 2004, ON M’A FAIT BOIRE DE L’A.M.O.U.R</vt:lpstr>
      <vt:lpstr>J’AI ÉTÉ ARRÊTÉ CAR J’EN ÉTAIS DÉPENDANT</vt:lpstr>
      <vt:lpstr>J’AI SOUFFLÉ DANS LE LOVE-TEST IL S’EST CASSÉ</vt:lpstr>
      <vt:lpstr>J’AI ÉTÉ EMBARQUÉ POUR EN AVOIR PLUS QU’ASSEZ</vt:lpstr>
      <vt:lpstr>JE ME SUIS PRÉSENTÉ AMOUREUX AU TRIBUNAL</vt:lpstr>
      <vt:lpstr>LE JURY, VICTIME D’AMOUR, M’A DÉCLARÉ COUPABLE</vt:lpstr>
      <vt:lpstr>J'AI ÉTÉ CONDAMNÉ À PERPÉTUITÉ</vt:lpstr>
      <vt:lpstr>DÈS LORS, JE NE PEUX RIEN FAIRE D’AUTRE QU’AIMER</vt:lpstr>
      <vt:lpstr>MON COMPAGNON DE CELLULE SE NOMME J.O.I.E</vt:lpstr>
      <vt:lpstr>ON A FAIT CONNAISSANCE DEPUIS ON EST TOUJOURS À DEUX</vt:lpstr>
      <vt:lpstr>NOUS SOMMES INCARCÉRÉS DANS LA SECTION F.O.I</vt:lpstr>
      <vt:lpstr>LE DIRECTEUR DE LA PRISON SE NOMME D.I.E.U</vt:lpstr>
      <vt:lpstr>AUX YEUX DU MONDE NOUS NE SOMMES QUE DES FOUS</vt:lpstr>
      <vt:lpstr>LES HAINEUX NÉGLIGENT L’AMOUR MAIS VIVENT DANS LE TROU</vt:lpstr>
      <vt:lpstr>SANS L’AMOUR, JE NE SUIS RIEN JE VOUS L’AVOUE</vt:lpstr>
      <vt:lpstr>C’EST AVEC LES LARMES AU CŒUR QUE JE ME CONFIE À VOUS</vt:lpstr>
      <vt:lpstr>J’AI POUR MISSION D’AIMER AU-DELÀ DU VOULOIR</vt:lpstr>
      <vt:lpstr>VEILLER EN TOUT TEMPS DURANT LES SAISONS LES PLUS NOIRES</vt:lpstr>
      <vt:lpstr>ILS OU ELLES POURRONT TOUT FAIRE MÊME ME MAUDIRE</vt:lpstr>
      <vt:lpstr>J’ACCOMPLIRAI MA TÂCHE PEU IMPORTE LES "ON DIT"</vt:lpstr>
      <vt:lpstr>J’AI ENTENDU DIRE QUE L’AMOUR N’EST PLUS</vt:lpstr>
      <vt:lpstr>CELUI QUI A DIT ÇA N’EST SÛREMENT QU’UN DÉÇU</vt:lpstr>
      <vt:lpstr>LA VIE EST LA PREUVE QUE L’AMOUR EST TOUJOURS</vt:lpstr>
      <vt:lpstr>DIEU MERCI, CAR CE MATIN J’AI PU VOIR LE JOUR</vt:lpstr>
      <vt:lpstr>AVEC LES QUATRE ANNEAUX DE L’AMOUR</vt:lpstr>
      <vt:lpstr>ASSIS DANS MA CELLULE J’ÉCRIS LE CONTENU DE MON CŒUR</vt:lpstr>
      <vt:lpstr>EN FERMANT LES YEUX JE PEUX ME VOIR RENAÎTRE</vt:lpstr>
      <vt:lpstr>M’ÉVADER DANS UN MONDE QUE NUL NE CONNAÎT</vt:lpstr>
      <vt:lpstr>J’ESPÈRE VOUS VOIR BIENTÔT</vt:lpstr>
      <vt:lpstr>IL SE FAIT TARD  ET DEMAIN JE DOIS ME LEVER TÔT</vt:lpstr>
      <vt:lpstr>VOICI MON ADRESSE À UN DE CES JOURS</vt:lpstr>
      <vt:lpstr>PRISON AMOUR, SECTION F.O.I AU FOND DE LA COUR</vt:lpstr>
      <vt:lpstr>PRISON AMOUR, SECTION F.O.I</vt:lpstr>
      <vt:lpstr>ILS ONT VOULU FAIRE CE QU’ILS VOULAIENT DE MA VIE</vt:lpstr>
      <vt:lpstr>MAIS QUI PEUT M’EMPÊCHER DE VIVRE EN L.O.V.E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125</cp:revision>
  <dcterms:created xsi:type="dcterms:W3CDTF">2002-08-17T10:50:50Z</dcterms:created>
  <dcterms:modified xsi:type="dcterms:W3CDTF">2014-12-27T17:32:17Z</dcterms:modified>
</cp:coreProperties>
</file>