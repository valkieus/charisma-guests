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0" r:id="rId22"/>
    <p:sldId id="291" r:id="rId23"/>
    <p:sldId id="292" r:id="rId24"/>
    <p:sldId id="293" r:id="rId25"/>
    <p:sldId id="294" r:id="rId26"/>
    <p:sldId id="295" r:id="rId27"/>
    <p:sldId id="296" r:id="rId28"/>
    <p:sldId id="297" r:id="rId29"/>
    <p:sldId id="299" r:id="rId30"/>
    <p:sldId id="298" r:id="rId31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inimized">
    <p:restoredLeft sz="13600" autoAdjust="0"/>
    <p:restoredTop sz="28020" autoAdjust="0"/>
  </p:normalViewPr>
  <p:slideViewPr>
    <p:cSldViewPr>
      <p:cViewPr varScale="1">
        <p:scale>
          <a:sx n="20" d="100"/>
          <a:sy n="20" d="100"/>
        </p:scale>
        <p:origin x="900" y="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7701102-6C94-4EE6-A108-897A6187BD76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69EF6151-0AB3-4E1E-A9F2-93651DAE48C4}" type="slidenum">
              <a:rPr lang="fr-FR" altLang="fr-FR"/>
              <a:pPr/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COUPLET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1-  QUI PEUT TROUVER UNE FEMME VERTUEUSE 
2-  QUI MARCHE EN  HD HD HD HD AH ! 
3-  JE NE PARLE PAS D'UNE FILLETTE MAIS D'UNE FEMME QUI SE LÈVE 
4-  QUI SE TIENT DANS LA BRÈCHE POUR ELLE ET LES SIENS 
5-  ÉPOUSE TELLEMENT PUISSANTE ELLE PENSE ET ELLE INVENTE 
6-  CONSTRUIT SA VIE ET SA MAISON AVEC DES PAROLES ÉDIFIANTES, HEIN ! 
7-  FEMME VAILLANTE ET FORTE NE DORT PAS 
8-  RETROUSSE SES MANCHES ELLE SAIT CE QU'ELLE VEUT 
9-  DÉTERMINÉE UNE GUERRIÈRE DANS L'ARMÉE DE DIEU 
10-  ELLE VEILLE SUR SA MAISON 
11-  UNE SENTINELLE CONTRE LES CRIMINELS 
12-  C'EST JÉSUS, SA HAUTE RETRAITE C’EST JÉSUS, SA FORTERESSE 
13-  PLEINE DE FOI ÉTEINT LES FLÈCHES 
14-  C'EST UNE MÈRE  ET UNE FEMME D'AFFAIRES 
15-  UNE AIDE ET UN LEADER PAS UNE PLEUREUSE 
16-  COURAGEUSE, TRAVAILLEUSE UNE MENEUSE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REFRAIN
17-  QUAND L'ENNEMI SE LÈVE CONTRE TOI 
18-  TOUCHE À TA FAMILLE ET TOUT CE QUI EST À TOI 
19-  TU DOIS LAISSER LA LIONNE SORTIR DE TOI 
20-  MAIS TU SAIS QUOI ? IL NE PEUT PAS M'ARRÊTER 
21-  JE SUIS SÛRE DE ÇA PEUT PAS M'ARRÊTER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IL NE PEUT PAS M'ARRÊTER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TU N'AS PAS DE PUISSANCE PEUX PAS TOUCHER À ÇA 
24-  M'ARRÊTER JE SUIS SÛRE DE ÇA 
25-  JE SUIS UNE WONDER WOMAN TU N'AS PAS DE PUISSANCE 
26-  PEUX PAS TOUCHER À ÇA M'ARRÊTER, JE SUIS SÛRE DE ÇA 
27-  TU NE PEUX PAS M'ARRÊTER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PONT
28-  TU NE PEUX PAS M'ARRÊTER 
29-  TU NE PEUX PAS ME STOPPER J'AVANCE C'EST SÛR 
30-  J'AVANCE BIEN SÛR  X4
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</a:t>
            </a:r>
          </a:p>
          <a:p>
            <a:endParaRPr lang="fr-FR" altLang="fr-FR"/>
          </a:p>
          <a:p>
            <a:r>
              <a:rPr lang="fr-FR" altLang="fr-FR"/>
              <a:t>1-  QUI PEUT TROUVER UNE FEMME VERTUEUSE 
2-  QUI MARCHE EN  HD HD HD HD AH ! 
3-  JE NE PARLE PAS D'UNE FILLETTE MAIS D'UNE FEMME QUI SE LÈVE 
4-  QUI SE TIENT DANS LA BRÈCHE POUR ELLE ET LES SIENS 
5-  ÉPOUSE TELLEMENT PUISSANTE ELLE PENSE ET ELLE INVENTE 
6-  CONSTRUIT SA VIE ET SA MAISON AVEC DES PAROLES ÉDIFIANTES, HEIN ! 
7-  FEMME VAILLANTE ET FORTE NE DORT PAS 
8-  RETROUSSE SES MANCHES ELLE SAIT CE QU'ELLE VEUT 
9-  DÉTERMINÉE UNE GUERRIÈRE DANS L'ARMÉE DE DIEU 
10-  ELLE VEILLE SUR SA MAISON 
11-  UNE SENTINELLE CONTRE LES CRIMINELS 
12-  C'EST JÉSUS, SA HAUTE RETRAITE C’EST JÉSUS, SA FORTERESSE 
13-  PLEINE DE FOI ÉTEINT LES FLÈCHES 
14-  C'EST UNE MÈRE  ET UNE FEMME D'AFFAIRES 
15-  UNE AIDE ET UN LEADER PAS UNE PLEUREUSE 
16-  COURAGEUSE, TRAVAILLEUSE UNE MENEUSE </a:t>
            </a:r>
          </a:p>
          <a:p>
            <a:endParaRPr lang="fr-FR" altLang="fr-FR"/>
          </a:p>
          <a:p>
            <a:r>
              <a:rPr lang="fr-FR" altLang="fr-FR"/>
              <a:t>REFRAIN
17-  QUAND L'ENNEMI SE LÈVE CONTRE TOI 
18-  TOUCHE À TA FAMILLE ET TOUT CE QUI EST À TOI 
19-  TU DOIS LAISSER LA LIONNE SORTIR DE TOI 
20-  MAIS TU SAIS QUOI ? IL NE PEUT PAS M'ARRÊTER 
21-  JE SUIS SÛRE DE ÇA PEUT PAS M'ARRÊTER </a:t>
            </a:r>
          </a:p>
          <a:p>
            <a:r>
              <a:rPr lang="fr-FR" altLang="fr-FR"/>
              <a:t>22-  IL NE PEUT PAS M'ARRÊTER </a:t>
            </a:r>
          </a:p>
          <a:p>
            <a:r>
              <a:rPr lang="fr-FR" altLang="fr-FR"/>
              <a:t>23-  TU N'AS PAS DE PUISSANCE PEUX PAS TOUCHER À ÇA 
24-  M'ARRÊTER JE SUIS SÛRE DE ÇA 
25-  JE SUIS UNE WONDER WOMAN TU N'AS PAS DE PUISSANCE 
26-  PEUX PAS TOUCHER À ÇA M'ARRÊTER, JE SUIS SÛRE DE ÇA 
27-  TU NE PEUX PAS M'ARRÊTER </a:t>
            </a:r>
          </a:p>
          <a:p>
            <a:endParaRPr lang="fr-FR" altLang="fr-FR"/>
          </a:p>
          <a:p>
            <a:r>
              <a:rPr lang="fr-FR" altLang="fr-FR"/>
              <a:t>PONT
28-  TU NE PEUX PAS M'ARRÊTER 
29-  TU NE PEUX PAS ME STOPPER J'AVANCE C'EST SÛR 
30-  J'AVANCE BIEN SÛR  X4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PEUT TROUVER UNE FEMME VERTUEUSE 
2-  QUI MARCHE EN  HD HD HD HD AH ! 
3-  JE NE PARLE PAS D'UNE FILLETTE MAIS D'UNE FEMME QUI SE LÈVE 
4-  QUI SE TIENT DANS LA BRÈCHE POUR ELLE ET LES SIENS 
5-  ÉPOUSE TELLEMENT PUISSANTE ELLE PENSE ET ELLE INVENTE 
6-  CONSTRUIT SA VIE ET SA MAISON AVEC DES PAROLES ÉDIFIANTES, HEIN ! 
7-  FEMME VAILLANTE ET FORTE NE DORT PAS 
8-  RETROUSSE SES MANCHES ELLE SAIT CE QU'ELLE VEUT 
9-  DÉTERMINÉE UNE GUERRIÈRE DANS L'ARMÉE DE DIEU 
10-  ELLE VEILLE SUR SA MAISON 
11-  UNE SENTINELLE CONTRE LES CRIMINELS 
12-  C'EST JÉSUS, SA HAUTE RETRAITE C’EST JÉSUS, SA FORTERESSE 
13-  PLEINE DE FOI ÉTEINT LES FLÈCHES 
14-  C'EST UNE MÈRE  ET UNE FEMME D'AFFAIRES 
15-  UNE AIDE ET UN LEADER PAS UNE PLEUREUSE 
16-  COURAGEUSE, TRAVAILLEUSE UNE MENEUSE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
17-  QUAND L'ENNEMI SE LÈVE CONTRE TOI 
18-  TOUCHE À TA FAMILLE ET TOUT CE QUI EST À TOI 
19-  TU DOIS LAISSER LA LIONNE SORTIR DE TOI 
20-  MAIS TU SAIS QUOI ? IL NE PEUT PAS M'ARRÊTER 
21-  JE SUIS SÛRE DE ÇA PEUT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NE PEUT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TU N'AS PAS DE PUISSANCE PEUX PAS TOUCHER À ÇA 
24-  M'ARRÊTER JE SUIS SÛRE DE ÇA 
25-  JE SUIS UNE WONDER WOMAN TU N'AS PAS DE PUISSANCE 
26-  PEUX PAS TOUCHER À ÇA M'ARRÊTER, JE SUIS SÛRE DE ÇA 
27-  TU NE PEUX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28-  TU NE PEUX PAS M'ARRÊTER 
29-  TU NE PEUX PAS ME STOPPER J'AVANCE C'EST SÛR 
30-  J'AVANCE BIEN SÛR  X4
</a:t>
            </a:r>
            <a:endParaRPr lang="fr-FR" dirty="0" smtClean="0"/>
          </a:p>
        </p:txBody>
      </p:sp>
      <p:sp>
        <p:nvSpPr>
          <p:cNvPr id="61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</a:t>
            </a:r>
          </a:p>
          <a:p>
            <a:endParaRPr lang="fr-FR" altLang="fr-FR"/>
          </a:p>
          <a:p>
            <a:r>
              <a:rPr lang="fr-FR" altLang="fr-FR"/>
              <a:t>1-  QUI PEUT TROUVER UNE FEMME VERTUEUSE 
2-  QUI MARCHE EN  HD HD HD HD AH ! 
3-  JE NE PARLE PAS D'UNE FILLETTE MAIS D'UNE FEMME QUI SE LÈVE 
4-  QUI SE TIENT DANS LA BRÈCHE POUR ELLE ET LES SIENS 
5-  ÉPOUSE TELLEMENT PUISSANTE ELLE PENSE ET ELLE INVENTE 
6-  CONSTRUIT SA VIE ET SA MAISON AVEC DES PAROLES ÉDIFIANTES, HEIN ! 
7-  FEMME VAILLANTE ET FORTE NE DORT PAS 
8-  RETROUSSE SES MANCHES ELLE SAIT CE QU'ELLE VEUT 
9-  DÉTERMINÉE UNE GUERRIÈRE DANS L'ARMÉE DE DIEU 
10-  ELLE VEILLE SUR SA MAISON 
11-  UNE SENTINELLE CONTRE LES CRIMINELS 
12-  C'EST JÉSUS, SA HAUTE RETRAITE C’EST JÉSUS, SA FORTERESSE 
13-  PLEINE DE FOI ÉTEINT LES FLÈCHES 
14-  C'EST UNE MÈRE  ET UNE FEMME D'AFFAIRES 
15-  UNE AIDE ET UN LEADER PAS UNE PLEUREUSE 
16-  COURAGEUSE, TRAVAILLEUSE UNE MENEUSE </a:t>
            </a:r>
          </a:p>
          <a:p>
            <a:endParaRPr lang="fr-FR" altLang="fr-FR"/>
          </a:p>
          <a:p>
            <a:r>
              <a:rPr lang="fr-FR" altLang="fr-FR"/>
              <a:t>REFRAIN
17-  QUAND L'ENNEMI SE LÈVE CONTRE TOI 
18-  TOUCHE À TA FAMILLE ET TOUT CE QUI EST À TOI 
19-  TU DOIS LAISSER LA LIONNE SORTIR DE TOI 
20-  MAIS TU SAIS QUOI ? IL NE PEUT PAS M'ARRÊTER 
21-  JE SUIS SÛRE DE ÇA PEUT PAS M'ARRÊTER </a:t>
            </a:r>
          </a:p>
          <a:p>
            <a:r>
              <a:rPr lang="fr-FR" altLang="fr-FR"/>
              <a:t>22-  IL NE PEUT PAS M'ARRÊTER </a:t>
            </a:r>
          </a:p>
          <a:p>
            <a:r>
              <a:rPr lang="fr-FR" altLang="fr-FR"/>
              <a:t>23-  TU N'AS PAS DE PUISSANCE PEUX PAS TOUCHER À ÇA 
24-  M'ARRÊTER JE SUIS SÛRE DE ÇA 
25-  JE SUIS UNE WONDER WOMAN TU N'AS PAS DE PUISSANCE 
26-  PEUX PAS TOUCHER À ÇA M'ARRÊTER, JE SUIS SÛRE DE ÇA 
27-  TU NE PEUX PAS M'ARRÊTER </a:t>
            </a:r>
          </a:p>
          <a:p>
            <a:endParaRPr lang="fr-FR" altLang="fr-FR"/>
          </a:p>
          <a:p>
            <a:r>
              <a:rPr lang="fr-FR" altLang="fr-FR"/>
              <a:t>PONT
28-  TU NE PEUX PAS M'ARRÊTER 
29-  TU NE PEUX PAS ME STOPPER J'AVANCE C'EST SÛR 
30-  J'AVANCE BIEN SÛR  X4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PEUT TROUVER UNE FEMME VERTUEUSE 
2-  QUI MARCHE EN  HD HD HD HD AH ! 
3-  JE NE PARLE PAS D'UNE FILLETTE MAIS D'UNE FEMME QUI SE LÈVE 
4-  QUI SE TIENT DANS LA BRÈCHE POUR ELLE ET LES SIENS 
5-  ÉPOUSE TELLEMENT PUISSANTE ELLE PENSE ET ELLE INVENTE 
6-  CONSTRUIT SA VIE ET SA MAISON AVEC DES PAROLES ÉDIFIANTES, HEIN ! 
7-  FEMME VAILLANTE ET FORTE NE DORT PAS 
8-  RETROUSSE SES MANCHES ELLE SAIT CE QU'ELLE VEUT 
9-  DÉTERMINÉE UNE GUERRIÈRE DANS L'ARMÉE DE DIEU 
10-  ELLE VEILLE SUR SA MAISON 
11-  UNE SENTINELLE CONTRE LES CRIMINELS 
12-  C'EST JÉSUS, SA HAUTE RETRAITE C’EST JÉSUS, SA FORTERESSE 
13-  PLEINE DE FOI ÉTEINT LES FLÈCHES 
14-  C'EST UNE MÈRE  ET UNE FEMME D'AFFAIRES 
15-  UNE AIDE ET UN LEADER PAS UNE PLEUREUSE 
16-  COURAGEUSE, TRAVAILLEUSE UNE MENEUSE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
17-  QUAND L'ENNEMI SE LÈVE CONTRE TOI 
18-  TOUCHE À TA FAMILLE ET TOUT CE QUI EST À TOI 
19-  TU DOIS LAISSER LA LIONNE SORTIR DE TOI 
20-  MAIS TU SAIS QUOI ? IL NE PEUT PAS M'ARRÊTER 
21-  JE SUIS SÛRE DE ÇA PEUT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NE PEUT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TU N'AS PAS DE PUISSANCE PEUX PAS TOUCHER À ÇA 
24-  M'ARRÊTER JE SUIS SÛRE DE ÇA 
25-  JE SUIS UNE WONDER WOMAN TU N'AS PAS DE PUISSANCE 
26-  PEUX PAS TOUCHER À ÇA M'ARRÊTER, JE SUIS SÛRE DE ÇA 
27-  TU NE PEUX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28-  TU NE PEUX PAS M'ARRÊTER 
29-  TU NE PEUX PAS ME STOPPER J'AVANCE C'EST SÛR 
30-  J'AVANCE BIEN SÛR  X4
</a:t>
            </a:r>
            <a:endParaRPr lang="fr-FR" dirty="0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</a:t>
            </a:r>
          </a:p>
          <a:p>
            <a:endParaRPr lang="fr-FR" altLang="fr-FR"/>
          </a:p>
          <a:p>
            <a:r>
              <a:rPr lang="fr-FR" altLang="fr-FR"/>
              <a:t>1-  QUI PEUT TROUVER UNE FEMME VERTUEUSE 
2-  QUI MARCHE EN  HD HD HD HD AH ! 
3-  JE NE PARLE PAS D'UNE FILLETTE MAIS D'UNE FEMME QUI SE LÈVE 
4-  QUI SE TIENT DANS LA BRÈCHE POUR ELLE ET LES SIENS 
5-  ÉPOUSE TELLEMENT PUISSANTE ELLE PENSE ET ELLE INVENTE 
6-  CONSTRUIT SA VIE ET SA MAISON AVEC DES PAROLES ÉDIFIANTES, HEIN ! 
7-  FEMME VAILLANTE ET FORTE NE DORT PAS 
8-  RETROUSSE SES MANCHES ELLE SAIT CE QU'ELLE VEUT 
9-  DÉTERMINÉE UNE GUERRIÈRE DANS L'ARMÉE DE DIEU 
10-  ELLE VEILLE SUR SA MAISON 
11-  UNE SENTINELLE CONTRE LES CRIMINELS 
12-  C'EST JÉSUS, SA HAUTE RETRAITE C’EST JÉSUS, SA FORTERESSE 
13-  PLEINE DE FOI ÉTEINT LES FLÈCHES 
14-  C'EST UNE MÈRE  ET UNE FEMME D'AFFAIRES 
15-  UNE AIDE ET UN LEADER PAS UNE PLEUREUSE 
16-  COURAGEUSE, TRAVAILLEUSE UNE MENEUSE </a:t>
            </a:r>
          </a:p>
          <a:p>
            <a:endParaRPr lang="fr-FR" altLang="fr-FR"/>
          </a:p>
          <a:p>
            <a:r>
              <a:rPr lang="fr-FR" altLang="fr-FR"/>
              <a:t>REFRAIN
17-  QUAND L'ENNEMI SE LÈVE CONTRE TOI 
18-  TOUCHE À TA FAMILLE ET TOUT CE QUI EST À TOI 
19-  TU DOIS LAISSER LA LIONNE SORTIR DE TOI 
20-  MAIS TU SAIS QUOI ? IL NE PEUT PAS M'ARRÊTER 
21-  JE SUIS SÛRE DE ÇA PEUT PAS M'ARRÊTER </a:t>
            </a:r>
          </a:p>
          <a:p>
            <a:r>
              <a:rPr lang="fr-FR" altLang="fr-FR"/>
              <a:t>22-  IL NE PEUT PAS M'ARRÊTER </a:t>
            </a:r>
          </a:p>
          <a:p>
            <a:r>
              <a:rPr lang="fr-FR" altLang="fr-FR"/>
              <a:t>23-  TU N'AS PAS DE PUISSANCE PEUX PAS TOUCHER À ÇA 
24-  M'ARRÊTER JE SUIS SÛRE DE ÇA 
25-  JE SUIS UNE WONDER WOMAN TU N'AS PAS DE PUISSANCE 
26-  PEUX PAS TOUCHER À ÇA M'ARRÊTER, JE SUIS SÛRE DE ÇA 
27-  TU NE PEUX PAS M'ARRÊTER </a:t>
            </a:r>
          </a:p>
          <a:p>
            <a:endParaRPr lang="fr-FR" altLang="fr-FR"/>
          </a:p>
          <a:p>
            <a:r>
              <a:rPr lang="fr-FR" altLang="fr-FR"/>
              <a:t>PONT
28-  TU NE PEUX PAS M'ARRÊTER 
29-  TU NE PEUX PAS ME STOPPER J'AVANCE C'EST SÛR 
30-  J'AVANCE BIEN SÛR  X4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PEUT TROUVER UNE FEMME VERTUEUSE 
2-  QUI MARCHE EN  HD HD HD HD AH ! 
3-  JE NE PARLE PAS D'UNE FILLETTE MAIS D'UNE FEMME QUI SE LÈVE 
4-  QUI SE TIENT DANS LA BRÈCHE POUR ELLE ET LES SIENS 
5-  ÉPOUSE TELLEMENT PUISSANTE ELLE PENSE ET ELLE INVENTE 
6-  CONSTRUIT SA VIE ET SA MAISON AVEC DES PAROLES ÉDIFIANTES, HEIN ! 
7-  FEMME VAILLANTE ET FORTE NE DORT PAS 
8-  RETROUSSE SES MANCHES ELLE SAIT CE QU'ELLE VEUT 
9-  DÉTERMINÉE UNE GUERRIÈRE DANS L'ARMÉE DE DIEU 
10-  ELLE VEILLE SUR SA MAISON 
11-  UNE SENTINELLE CONTRE LES CRIMINELS 
12-  C'EST JÉSUS, SA HAUTE RETRAITE C’EST JÉSUS, SA FORTERESSE 
13-  PLEINE DE FOI ÉTEINT LES FLÈCHES 
14-  C'EST UNE MÈRE  ET UNE FEMME D'AFFAIRES 
15-  UNE AIDE ET UN LEADER PAS UNE PLEUREUSE 
16-  COURAGEUSE, TRAVAILLEUSE UNE MENEUSE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
17-  QUAND L'ENNEMI SE LÈVE CONTRE TOI 
18-  TOUCHE À TA FAMILLE ET TOUT CE QUI EST À TOI 
19-  TU DOIS LAISSER LA LIONNE SORTIR DE TOI 
20-  MAIS TU SAIS QUOI ? IL NE PEUT PAS M'ARRÊTER 
21-  JE SUIS SÛRE DE ÇA PEUT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NE PEUT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TU N'AS PAS DE PUISSANCE PEUX PAS TOUCHER À ÇA 
24-  M'ARRÊTER JE SUIS SÛRE DE ÇA 
25-  JE SUIS UNE WONDER WOMAN TU N'AS PAS DE PUISSANCE 
26-  PEUX PAS TOUCHER À ÇA M'ARRÊTER, JE SUIS SÛRE DE ÇA 
27-  TU NE PEUX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28-  TU NE PEUX PAS M'ARRÊTER 
29-  TU NE PEUX PAS ME STOPPER J'AVANCE C'EST SÛR 
30-  J'AVANCE BIEN SÛR  X4
</a:t>
            </a:r>
            <a:endParaRPr lang="fr-FR" dirty="0" smtClean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</a:t>
            </a:r>
          </a:p>
          <a:p>
            <a:endParaRPr lang="fr-FR" altLang="fr-FR"/>
          </a:p>
          <a:p>
            <a:r>
              <a:rPr lang="fr-FR" altLang="fr-FR"/>
              <a:t>1-  QUI PEUT TROUVER UNE FEMME VERTUEUSE 
2-  QUI MARCHE EN  HD HD HD HD AH ! 
3-  JE NE PARLE PAS D'UNE FILLETTE MAIS D'UNE FEMME QUI SE LÈVE 
4-  QUI SE TIENT DANS LA BRÈCHE POUR ELLE ET LES SIENS 
5-  ÉPOUSE TELLEMENT PUISSANTE ELLE PENSE ET ELLE INVENTE 
6-  CONSTRUIT SA VIE ET SA MAISON AVEC DES PAROLES ÉDIFIANTES, HEIN ! 
7-  FEMME VAILLANTE ET FORTE NE DORT PAS 
8-  RETROUSSE SES MANCHES ELLE SAIT CE QU'ELLE VEUT 
9-  DÉTERMINÉE UNE GUERRIÈRE DANS L'ARMÉE DE DIEU 
10-  ELLE VEILLE SUR SA MAISON 
11-  UNE SENTINELLE CONTRE LES CRIMINELS 
12-  C'EST JÉSUS, SA HAUTE RETRAITE C’EST JÉSUS, SA FORTERESSE 
13-  PLEINE DE FOI ÉTEINT LES FLÈCHES 
14-  C'EST UNE MÈRE  ET UNE FEMME D'AFFAIRES 
15-  UNE AIDE ET UN LEADER PAS UNE PLEUREUSE 
16-  COURAGEUSE, TRAVAILLEUSE UNE MENEUSE </a:t>
            </a:r>
          </a:p>
          <a:p>
            <a:endParaRPr lang="fr-FR" altLang="fr-FR"/>
          </a:p>
          <a:p>
            <a:r>
              <a:rPr lang="fr-FR" altLang="fr-FR"/>
              <a:t>REFRAIN
17-  QUAND L'ENNEMI SE LÈVE CONTRE TOI 
18-  TOUCHE À TA FAMILLE ET TOUT CE QUI EST À TOI 
19-  TU DOIS LAISSER LA LIONNE SORTIR DE TOI 
20-  MAIS TU SAIS QUOI ? IL NE PEUT PAS M'ARRÊTER 
21-  JE SUIS SÛRE DE ÇA PEUT PAS M'ARRÊTER </a:t>
            </a:r>
          </a:p>
          <a:p>
            <a:r>
              <a:rPr lang="fr-FR" altLang="fr-FR"/>
              <a:t>22-  IL NE PEUT PAS M'ARRÊTER </a:t>
            </a:r>
          </a:p>
          <a:p>
            <a:r>
              <a:rPr lang="fr-FR" altLang="fr-FR"/>
              <a:t>23-  TU N'AS PAS DE PUISSANCE PEUX PAS TOUCHER À ÇA 
24-  M'ARRÊTER JE SUIS SÛRE DE ÇA 
25-  JE SUIS UNE WONDER WOMAN TU N'AS PAS DE PUISSANCE 
26-  PEUX PAS TOUCHER À ÇA M'ARRÊTER, JE SUIS SÛRE DE ÇA 
27-  TU NE PEUX PAS M'ARRÊTER </a:t>
            </a:r>
          </a:p>
          <a:p>
            <a:endParaRPr lang="fr-FR" altLang="fr-FR"/>
          </a:p>
          <a:p>
            <a:r>
              <a:rPr lang="fr-FR" altLang="fr-FR"/>
              <a:t>PONT
28-  TU NE PEUX PAS M'ARRÊTER 
29-  TU NE PEUX PAS ME STOPPER J'AVANCE C'EST SÛR 
30-  J'AVANCE BIEN SÛR  X4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PEUT TROUVER UNE FEMME VERTUEUSE 
2-  QUI MARCHE EN  HD HD HD HD AH ! 
3-  JE NE PARLE PAS D'UNE FILLETTE MAIS D'UNE FEMME QUI SE LÈVE 
4-  QUI SE TIENT DANS LA BRÈCHE POUR ELLE ET LES SIENS 
5-  ÉPOUSE TELLEMENT PUISSANTE ELLE PENSE ET ELLE INVENTE 
6-  CONSTRUIT SA VIE ET SA MAISON AVEC DES PAROLES ÉDIFIANTES, HEIN ! 
7-  FEMME VAILLANTE ET FORTE NE DORT PAS 
8-  RETROUSSE SES MANCHES ELLE SAIT CE QU'ELLE VEUT 
9-  DÉTERMINÉE UNE GUERRIÈRE DANS L'ARMÉE DE DIEU 
10-  ELLE VEILLE SUR SA MAISON 
11-  UNE SENTINELLE CONTRE LES CRIMINELS 
12-  C'EST JÉSUS, SA HAUTE RETRAITE C’EST JÉSUS, SA FORTERESSE 
13-  PLEINE DE FOI ÉTEINT LES FLÈCHES 
14-  C'EST UNE MÈRE  ET UNE FEMME D'AFFAIRES 
15-  UNE AIDE ET UN LEADER PAS UNE PLEUREUSE 
16-  COURAGEUSE, TRAVAILLEUSE UNE MENEUSE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
17-  QUAND L'ENNEMI SE LÈVE CONTRE TOI 
18-  TOUCHE À TA FAMILLE ET TOUT CE QUI EST À TOI 
19-  TU DOIS LAISSER LA LIONNE SORTIR DE TOI 
20-  MAIS TU SAIS QUOI ? IL NE PEUT PAS M'ARRÊTER 
21-  JE SUIS SÛRE DE ÇA PEUT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NE PEUT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TU N'AS PAS DE PUISSANCE PEUX PAS TOUCHER À ÇA 
24-  M'ARRÊTER JE SUIS SÛRE DE ÇA 
25-  JE SUIS UNE WONDER WOMAN TU N'AS PAS DE PUISSANCE 
26-  PEUX PAS TOUCHER À ÇA M'ARRÊTER, JE SUIS SÛRE DE ÇA 
27-  TU NE PEUX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28-  TU NE PEUX PAS M'ARRÊTER 
29-  TU NE PEUX PAS ME STOPPER J'AVANCE C'EST SÛR 
30-  J'AVANCE BIEN SÛR  X4
</a:t>
            </a:r>
            <a:endParaRPr lang="fr-FR" dirty="0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</a:t>
            </a:r>
          </a:p>
          <a:p>
            <a:endParaRPr lang="fr-FR" altLang="fr-FR"/>
          </a:p>
          <a:p>
            <a:r>
              <a:rPr lang="fr-FR" altLang="fr-FR"/>
              <a:t>1-  QUI PEUT TROUVER UNE FEMME VERTUEUSE 
2-  QUI MARCHE EN  HD HD HD HD AH ! 
3-  JE NE PARLE PAS D'UNE FILLETTE MAIS D'UNE FEMME QUI SE LÈVE 
4-  QUI SE TIENT DANS LA BRÈCHE POUR ELLE ET LES SIENS 
5-  ÉPOUSE TELLEMENT PUISSANTE ELLE PENSE ET ELLE INVENTE 
6-  CONSTRUIT SA VIE ET SA MAISON AVEC DES PAROLES ÉDIFIANTES, HEIN ! 
7-  FEMME VAILLANTE ET FORTE NE DORT PAS 
8-  RETROUSSE SES MANCHES ELLE SAIT CE QU'ELLE VEUT 
9-  DÉTERMINÉE UNE GUERRIÈRE DANS L'ARMÉE DE DIEU 
10-  ELLE VEILLE SUR SA MAISON 
11-  UNE SENTINELLE CONTRE LES CRIMINELS 
12-  C'EST JÉSUS, SA HAUTE RETRAITE C’EST JÉSUS, SA FORTERESSE 
13-  PLEINE DE FOI ÉTEINT LES FLÈCHES 
14-  C'EST UNE MÈRE  ET UNE FEMME D'AFFAIRES 
15-  UNE AIDE ET UN LEADER PAS UNE PLEUREUSE 
16-  COURAGEUSE, TRAVAILLEUSE UNE MENEUSE </a:t>
            </a:r>
          </a:p>
          <a:p>
            <a:endParaRPr lang="fr-FR" altLang="fr-FR"/>
          </a:p>
          <a:p>
            <a:r>
              <a:rPr lang="fr-FR" altLang="fr-FR"/>
              <a:t>REFRAIN
17-  QUAND L'ENNEMI SE LÈVE CONTRE TOI 
18-  TOUCHE À TA FAMILLE ET TOUT CE QUI EST À TOI 
19-  TU DOIS LAISSER LA LIONNE SORTIR DE TOI 
20-  MAIS TU SAIS QUOI ? IL NE PEUT PAS M'ARRÊTER 
21-  JE SUIS SÛRE DE ÇA PEUT PAS M'ARRÊTER </a:t>
            </a:r>
          </a:p>
          <a:p>
            <a:r>
              <a:rPr lang="fr-FR" altLang="fr-FR"/>
              <a:t>22-  IL NE PEUT PAS M'ARRÊTER </a:t>
            </a:r>
          </a:p>
          <a:p>
            <a:r>
              <a:rPr lang="fr-FR" altLang="fr-FR"/>
              <a:t>23-  TU N'AS PAS DE PUISSANCE PEUX PAS TOUCHER À ÇA 
24-  M'ARRÊTER JE SUIS SÛRE DE ÇA 
25-  JE SUIS UNE WONDER WOMAN TU N'AS PAS DE PUISSANCE 
26-  PEUX PAS TOUCHER À ÇA M'ARRÊTER, JE SUIS SÛRE DE ÇA 
27-  TU NE PEUX PAS M'ARRÊTER </a:t>
            </a:r>
          </a:p>
          <a:p>
            <a:endParaRPr lang="fr-FR" altLang="fr-FR"/>
          </a:p>
          <a:p>
            <a:r>
              <a:rPr lang="fr-FR" altLang="fr-FR"/>
              <a:t>PONT
28-  TU NE PEUX PAS M'ARRÊTER 
29-  TU NE PEUX PAS ME STOPPER J'AVANCE C'EST SÛR 
30-  J'AVANCE BIEN SÛR  X4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PEUT TROUVER UNE FEMME VERTUEUSE 
2-  QUI MARCHE EN  HD HD HD HD AH ! 
3-  JE NE PARLE PAS D'UNE FILLETTE MAIS D'UNE FEMME QUI SE LÈVE 
4-  QUI SE TIENT DANS LA BRÈCHE POUR ELLE ET LES SIENS 
5-  ÉPOUSE TELLEMENT PUISSANTE ELLE PENSE ET ELLE INVENTE 
6-  CONSTRUIT SA VIE ET SA MAISON AVEC DES PAROLES ÉDIFIANTES, HEIN ! 
7-  FEMME VAILLANTE ET FORTE NE DORT PAS 
8-  RETROUSSE SES MANCHES ELLE SAIT CE QU'ELLE VEUT 
9-  DÉTERMINÉE UNE GUERRIÈRE DANS L'ARMÉE DE DIEU 
10-  ELLE VEILLE SUR SA MAISON 
11-  UNE SENTINELLE CONTRE LES CRIMINELS 
12-  C'EST JÉSUS, SA HAUTE RETRAITE C’EST JÉSUS, SA FORTERESSE 
13-  PLEINE DE FOI ÉTEINT LES FLÈCHES 
14-  C'EST UNE MÈRE  ET UNE FEMME D'AFFAIRES 
15-  UNE AIDE ET UN LEADER PAS UNE PLEUREUSE 
16-  COURAGEUSE, TRAVAILLEUSE UNE MENEUSE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
17-  QUAND L'ENNEMI SE LÈVE CONTRE TOI 
18-  TOUCHE À TA FAMILLE ET TOUT CE QUI EST À TOI 
19-  TU DOIS LAISSER LA LIONNE SORTIR DE TOI 
20-  MAIS TU SAIS QUOI ? IL NE PEUT PAS M'ARRÊTER 
21-  JE SUIS SÛRE DE ÇA PEUT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NE PEUT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TU N'AS PAS DE PUISSANCE PEUX PAS TOUCHER À ÇA 
24-  M'ARRÊTER JE SUIS SÛRE DE ÇA 
25-  JE SUIS UNE WONDER WOMAN TU N'AS PAS DE PUISSANCE 
26-  PEUX PAS TOUCHER À ÇA M'ARRÊTER, JE SUIS SÛRE DE ÇA 
27-  TU NE PEUX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28-  TU NE PEUX PAS M'ARRÊTER 
29-  TU NE PEUX PAS ME STOPPER J'AVANCE C'EST SÛR 
30-  J'AVANCE BIEN SÛR  X4
</a:t>
            </a: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</a:t>
            </a:r>
          </a:p>
          <a:p>
            <a:endParaRPr lang="fr-FR" altLang="fr-FR"/>
          </a:p>
          <a:p>
            <a:r>
              <a:rPr lang="fr-FR" altLang="fr-FR"/>
              <a:t>1-  QUI PEUT TROUVER UNE FEMME VERTUEUSE 
2-  QUI MARCHE EN  HD HD HD HD AH ! 
3-  JE NE PARLE PAS D'UNE FILLETTE MAIS D'UNE FEMME QUI SE LÈVE 
4-  QUI SE TIENT DANS LA BRÈCHE POUR ELLE ET LES SIENS 
5-  ÉPOUSE TELLEMENT PUISSANTE ELLE PENSE ET ELLE INVENTE 
6-  CONSTRUIT SA VIE ET SA MAISON AVEC DES PAROLES ÉDIFIANTES, HEIN ! 
7-  FEMME VAILLANTE ET FORTE NE DORT PAS 
8-  RETROUSSE SES MANCHES ELLE SAIT CE QU'ELLE VEUT 
9-  DÉTERMINÉE UNE GUERRIÈRE DANS L'ARMÉE DE DIEU 
10-  ELLE VEILLE SUR SA MAISON 
11-  UNE SENTINELLE CONTRE LES CRIMINELS 
12-  C'EST JÉSUS, SA HAUTE RETRAITE C’EST JÉSUS, SA FORTERESSE 
13-  PLEINE DE FOI ÉTEINT LES FLÈCHES 
14-  C'EST UNE MÈRE  ET UNE FEMME D'AFFAIRES 
15-  UNE AIDE ET UN LEADER PAS UNE PLEUREUSE 
16-  COURAGEUSE, TRAVAILLEUSE UNE MENEUSE </a:t>
            </a:r>
          </a:p>
          <a:p>
            <a:endParaRPr lang="fr-FR" altLang="fr-FR"/>
          </a:p>
          <a:p>
            <a:r>
              <a:rPr lang="fr-FR" altLang="fr-FR"/>
              <a:t>REFRAIN
17-  QUAND L'ENNEMI SE LÈVE CONTRE TOI 
18-  TOUCHE À TA FAMILLE ET TOUT CE QUI EST À TOI 
19-  TU DOIS LAISSER LA LIONNE SORTIR DE TOI 
20-  MAIS TU SAIS QUOI ? IL NE PEUT PAS M'ARRÊTER 
21-  JE SUIS SÛRE DE ÇA PEUT PAS M'ARRÊTER </a:t>
            </a:r>
          </a:p>
          <a:p>
            <a:r>
              <a:rPr lang="fr-FR" altLang="fr-FR"/>
              <a:t>22-  IL NE PEUT PAS M'ARRÊTER </a:t>
            </a:r>
          </a:p>
          <a:p>
            <a:r>
              <a:rPr lang="fr-FR" altLang="fr-FR"/>
              <a:t>23-  TU N'AS PAS DE PUISSANCE PEUX PAS TOUCHER À ÇA 
24-  M'ARRÊTER JE SUIS SÛRE DE ÇA 
25-  JE SUIS UNE WONDER WOMAN TU N'AS PAS DE PUISSANCE 
26-  PEUX PAS TOUCHER À ÇA M'ARRÊTER, JE SUIS SÛRE DE ÇA 
27-  TU NE PEUX PAS M'ARRÊTER </a:t>
            </a:r>
          </a:p>
          <a:p>
            <a:endParaRPr lang="fr-FR" altLang="fr-FR"/>
          </a:p>
          <a:p>
            <a:r>
              <a:rPr lang="fr-FR" altLang="fr-FR"/>
              <a:t>PONT
28-  TU NE PEUX PAS M'ARRÊTER 
29-  TU NE PEUX PAS ME STOPPER J'AVANCE C'EST SÛR 
30-  J'AVANCE BIEN SÛR  X4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PEUT TROUVER UNE FEMME VERTUEUSE 
2-  QUI MARCHE EN  HD HD HD HD AH ! 
3-  JE NE PARLE PAS D'UNE FILLETTE MAIS D'UNE FEMME QUI SE LÈVE 
4-  QUI SE TIENT DANS LA BRÈCHE POUR ELLE ET LES SIENS 
5-  ÉPOUSE TELLEMENT PUISSANTE ELLE PENSE ET ELLE INVENTE 
6-  CONSTRUIT SA VIE ET SA MAISON AVEC DES PAROLES ÉDIFIANTES, HEIN ! 
7-  FEMME VAILLANTE ET FORTE NE DORT PAS 
8-  RETROUSSE SES MANCHES ELLE SAIT CE QU'ELLE VEUT 
9-  DÉTERMINÉE UNE GUERRIÈRE DANS L'ARMÉE DE DIEU 
10-  ELLE VEILLE SUR SA MAISON 
11-  UNE SENTINELLE CONTRE LES CRIMINELS 
12-  C'EST JÉSUS, SA HAUTE RETRAITE C’EST JÉSUS, SA FORTERESSE 
13-  PLEINE DE FOI ÉTEINT LES FLÈCHES 
14-  C'EST UNE MÈRE  ET UNE FEMME D'AFFAIRES 
15-  UNE AIDE ET UN LEADER PAS UNE PLEUREUSE 
16-  COURAGEUSE, TRAVAILLEUSE UNE MENEUSE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
17-  QUAND L'ENNEMI SE LÈVE CONTRE TOI 
18-  TOUCHE À TA FAMILLE ET TOUT CE QUI EST À TOI 
19-  TU DOIS LAISSER LA LIONNE SORTIR DE TOI 
20-  MAIS TU SAIS QUOI ? IL NE PEUT PAS M'ARRÊTER 
21-  JE SUIS SÛRE DE ÇA PEUT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NE PEUT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TU N'AS PAS DE PUISSANCE PEUX PAS TOUCHER À ÇA 
24-  M'ARRÊTER JE SUIS SÛRE DE ÇA 
25-  JE SUIS UNE WONDER WOMAN TU N'AS PAS DE PUISSANCE 
26-  PEUX PAS TOUCHER À ÇA M'ARRÊTER, JE SUIS SÛRE DE ÇA 
27-  TU NE PEUX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28-  TU NE PEUX PAS M'ARRÊTER 
29-  TU NE PEUX PAS ME STOPPER J'AVANCE C'EST SÛR 
30-  J'AVANCE BIEN SÛR  X4
</a:t>
            </a: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</a:t>
            </a:r>
          </a:p>
          <a:p>
            <a:endParaRPr lang="fr-FR" altLang="fr-FR"/>
          </a:p>
          <a:p>
            <a:r>
              <a:rPr lang="fr-FR" altLang="fr-FR"/>
              <a:t>1-  QUI PEUT TROUVER UNE FEMME VERTUEUSE 
2-  QUI MARCHE EN  HD HD HD HD AH ! 
3-  JE NE PARLE PAS D'UNE FILLETTE MAIS D'UNE FEMME QUI SE LÈVE 
4-  QUI SE TIENT DANS LA BRÈCHE POUR ELLE ET LES SIENS 
5-  ÉPOUSE TELLEMENT PUISSANTE ELLE PENSE ET ELLE INVENTE 
6-  CONSTRUIT SA VIE ET SA MAISON AVEC DES PAROLES ÉDIFIANTES, HEIN ! 
7-  FEMME VAILLANTE ET FORTE NE DORT PAS 
8-  RETROUSSE SES MANCHES ELLE SAIT CE QU'ELLE VEUT 
9-  DÉTERMINÉE UNE GUERRIÈRE DANS L'ARMÉE DE DIEU 
10-  ELLE VEILLE SUR SA MAISON 
11-  UNE SENTINELLE CONTRE LES CRIMINELS 
12-  C'EST JÉSUS, SA HAUTE RETRAITE C’EST JÉSUS, SA FORTERESSE 
13-  PLEINE DE FOI ÉTEINT LES FLÈCHES 
14-  C'EST UNE MÈRE  ET UNE FEMME D'AFFAIRES 
15-  UNE AIDE ET UN LEADER PAS UNE PLEUREUSE 
16-  COURAGEUSE, TRAVAILLEUSE UNE MENEUSE </a:t>
            </a:r>
          </a:p>
          <a:p>
            <a:endParaRPr lang="fr-FR" altLang="fr-FR"/>
          </a:p>
          <a:p>
            <a:r>
              <a:rPr lang="fr-FR" altLang="fr-FR"/>
              <a:t>REFRAIN
17-  QUAND L'ENNEMI SE LÈVE CONTRE TOI 
18-  TOUCHE À TA FAMILLE ET TOUT CE QUI EST À TOI 
19-  TU DOIS LAISSER LA LIONNE SORTIR DE TOI 
20-  MAIS TU SAIS QUOI ? IL NE PEUT PAS M'ARRÊTER 
21-  JE SUIS SÛRE DE ÇA PEUT PAS M'ARRÊTER </a:t>
            </a:r>
          </a:p>
          <a:p>
            <a:r>
              <a:rPr lang="fr-FR" altLang="fr-FR"/>
              <a:t>22-  IL NE PEUT PAS M'ARRÊTER </a:t>
            </a:r>
          </a:p>
          <a:p>
            <a:r>
              <a:rPr lang="fr-FR" altLang="fr-FR"/>
              <a:t>23-  TU N'AS PAS DE PUISSANCE PEUX PAS TOUCHER À ÇA 
24-  M'ARRÊTER JE SUIS SÛRE DE ÇA 
25-  JE SUIS UNE WONDER WOMAN TU N'AS PAS DE PUISSANCE 
26-  PEUX PAS TOUCHER À ÇA M'ARRÊTER, JE SUIS SÛRE DE ÇA 
27-  TU NE PEUX PAS M'ARRÊTER </a:t>
            </a:r>
          </a:p>
          <a:p>
            <a:endParaRPr lang="fr-FR" altLang="fr-FR"/>
          </a:p>
          <a:p>
            <a:r>
              <a:rPr lang="fr-FR" altLang="fr-FR"/>
              <a:t>PONT
28-  TU NE PEUX PAS M'ARRÊTER 
29-  TU NE PEUX PAS ME STOPPER J'AVANCE C'EST SÛR 
30-  J'AVANCE BIEN SÛR  X4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PEUT TROUVER UNE FEMME VERTUEUSE 
2-  QUI MARCHE EN  HD HD HD HD AH ! 
3-  JE NE PARLE PAS D'UNE FILLETTE MAIS D'UNE FEMME QUI SE LÈVE 
4-  QUI SE TIENT DANS LA BRÈCHE POUR ELLE ET LES SIENS 
5-  ÉPOUSE TELLEMENT PUISSANTE ELLE PENSE ET ELLE INVENTE 
6-  CONSTRUIT SA VIE ET SA MAISON AVEC DES PAROLES ÉDIFIANTES, HEIN ! 
7-  FEMME VAILLANTE ET FORTE NE DORT PAS 
8-  RETROUSSE SES MANCHES ELLE SAIT CE QU'ELLE VEUT 
9-  DÉTERMINÉE UNE GUERRIÈRE DANS L'ARMÉE DE DIEU 
10-  ELLE VEILLE SUR SA MAISON 
11-  UNE SENTINELLE CONTRE LES CRIMINELS 
12-  C'EST JÉSUS, SA HAUTE RETRAITE C’EST JÉSUS, SA FORTERESSE 
13-  PLEINE DE FOI ÉTEINT LES FLÈCHES 
14-  C'EST UNE MÈRE  ET UNE FEMME D'AFFAIRES 
15-  UNE AIDE ET UN LEADER PAS UNE PLEUREUSE 
16-  COURAGEUSE, TRAVAILLEUSE UNE MENEUSE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
17-  QUAND L'ENNEMI SE LÈVE CONTRE TOI 
18-  TOUCHE À TA FAMILLE ET TOUT CE QUI EST À TOI 
19-  TU DOIS LAISSER LA LIONNE SORTIR DE TOI 
20-  MAIS TU SAIS QUOI ? IL NE PEUT PAS M'ARRÊTER 
21-  JE SUIS SÛRE DE ÇA PEUT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NE PEUT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TU N'AS PAS DE PUISSANCE PEUX PAS TOUCHER À ÇA 
24-  M'ARRÊTER JE SUIS SÛRE DE ÇA 
25-  JE SUIS UNE WONDER WOMAN TU N'AS PAS DE PUISSANCE 
26-  PEUX PAS TOUCHER À ÇA M'ARRÊTER, JE SUIS SÛRE DE ÇA 
27-  TU NE PEUX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28-  TU NE PEUX PAS M'ARRÊTER 
29-  TU NE PEUX PAS ME STOPPER J'AVANCE C'EST SÛR 
30-  J'AVANCE BIEN SÛR  X4
</a:t>
            </a: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</a:t>
            </a:r>
          </a:p>
          <a:p>
            <a:endParaRPr lang="fr-FR" altLang="fr-FR"/>
          </a:p>
          <a:p>
            <a:r>
              <a:rPr lang="fr-FR" altLang="fr-FR"/>
              <a:t>1-  QUI PEUT TROUVER UNE FEMME VERTUEUSE 
2-  QUI MARCHE EN  HD HD HD HD AH ! 
3-  JE NE PARLE PAS D'UNE FILLETTE MAIS D'UNE FEMME QUI SE LÈVE 
4-  QUI SE TIENT DANS LA BRÈCHE POUR ELLE ET LES SIENS 
5-  ÉPOUSE TELLEMENT PUISSANTE ELLE PENSE ET ELLE INVENTE 
6-  CONSTRUIT SA VIE ET SA MAISON AVEC DES PAROLES ÉDIFIANTES, HEIN ! 
7-  FEMME VAILLANTE ET FORTE NE DORT PAS 
8-  RETROUSSE SES MANCHES ELLE SAIT CE QU'ELLE VEUT 
9-  DÉTERMINÉE UNE GUERRIÈRE DANS L'ARMÉE DE DIEU 
10-  ELLE VEILLE SUR SA MAISON 
11-  UNE SENTINELLE CONTRE LES CRIMINELS 
12-  C'EST JÉSUS, SA HAUTE RETRAITE C’EST JÉSUS, SA FORTERESSE 
13-  PLEINE DE FOI ÉTEINT LES FLÈCHES 
14-  C'EST UNE MÈRE  ET UNE FEMME D'AFFAIRES 
15-  UNE AIDE ET UN LEADER PAS UNE PLEUREUSE 
16-  COURAGEUSE, TRAVAILLEUSE UNE MENEUSE </a:t>
            </a:r>
          </a:p>
          <a:p>
            <a:endParaRPr lang="fr-FR" altLang="fr-FR"/>
          </a:p>
          <a:p>
            <a:r>
              <a:rPr lang="fr-FR" altLang="fr-FR"/>
              <a:t>REFRAIN
17-  QUAND L'ENNEMI SE LÈVE CONTRE TOI 
18-  TOUCHE À TA FAMILLE ET TOUT CE QUI EST À TOI 
19-  TU DOIS LAISSER LA LIONNE SORTIR DE TOI 
20-  MAIS TU SAIS QUOI ? IL NE PEUT PAS M'ARRÊTER 
21-  JE SUIS SÛRE DE ÇA PEUT PAS M'ARRÊTER </a:t>
            </a:r>
          </a:p>
          <a:p>
            <a:r>
              <a:rPr lang="fr-FR" altLang="fr-FR"/>
              <a:t>22-  IL NE PEUT PAS M'ARRÊTER </a:t>
            </a:r>
          </a:p>
          <a:p>
            <a:r>
              <a:rPr lang="fr-FR" altLang="fr-FR"/>
              <a:t>23-  TU N'AS PAS DE PUISSANCE PEUX PAS TOUCHER À ÇA 
24-  M'ARRÊTER JE SUIS SÛRE DE ÇA 
25-  JE SUIS UNE WONDER WOMAN TU N'AS PAS DE PUISSANCE 
26-  PEUX PAS TOUCHER À ÇA M'ARRÊTER, JE SUIS SÛRE DE ÇA 
27-  TU NE PEUX PAS M'ARRÊTER </a:t>
            </a:r>
          </a:p>
          <a:p>
            <a:endParaRPr lang="fr-FR" altLang="fr-FR"/>
          </a:p>
          <a:p>
            <a:r>
              <a:rPr lang="fr-FR" altLang="fr-FR"/>
              <a:t>PONT
28-  TU NE PEUX PAS M'ARRÊTER 
29-  TU NE PEUX PAS ME STOPPER J'AVANCE C'EST SÛR 
30-  J'AVANCE BIEN SÛR  X4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PEUT TROUVER UNE FEMME VERTUEUSE 
2-  QUI MARCHE EN  HD HD HD HD AH ! 
3-  JE NE PARLE PAS D'UNE FILLETTE MAIS D'UNE FEMME QUI SE LÈVE 
4-  QUI SE TIENT DANS LA BRÈCHE POUR ELLE ET LES SIENS 
5-  ÉPOUSE TELLEMENT PUISSANTE ELLE PENSE ET ELLE INVENTE 
6-  CONSTRUIT SA VIE ET SA MAISON AVEC DES PAROLES ÉDIFIANTES, HEIN ! 
7-  FEMME VAILLANTE ET FORTE NE DORT PAS 
8-  RETROUSSE SES MANCHES ELLE SAIT CE QU'ELLE VEUT 
9-  DÉTERMINÉE UNE GUERRIÈRE DANS L'ARMÉE DE DIEU 
10-  ELLE VEILLE SUR SA MAISON 
11-  UNE SENTINELLE CONTRE LES CRIMINELS 
12-  C'EST JÉSUS, SA HAUTE RETRAITE C’EST JÉSUS, SA FORTERESSE 
13-  PLEINE DE FOI ÉTEINT LES FLÈCHES 
14-  C'EST UNE MÈRE  ET UNE FEMME D'AFFAIRES 
15-  UNE AIDE ET UN LEADER PAS UNE PLEUREUSE 
16-  COURAGEUSE, TRAVAILLEUSE UNE MENEUSE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
17-  QUAND L'ENNEMI SE LÈVE CONTRE TOI 
18-  TOUCHE À TA FAMILLE ET TOUT CE QUI EST À TOI 
19-  TU DOIS LAISSER LA LIONNE SORTIR DE TOI 
20-  MAIS TU SAIS QUOI ? IL NE PEUT PAS M'ARRÊTER 
21-  JE SUIS SÛRE DE ÇA PEUT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NE PEUT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TU N'AS PAS DE PUISSANCE PEUX PAS TOUCHER À ÇA 
24-  M'ARRÊTER JE SUIS SÛRE DE ÇA 
25-  JE SUIS UNE WONDER WOMAN TU N'AS PAS DE PUISSANCE 
26-  PEUX PAS TOUCHER À ÇA M'ARRÊTER, JE SUIS SÛRE DE ÇA 
27-  TU NE PEUX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28-  TU NE PEUX PAS M'ARRÊTER 
29-  TU NE PEUX PAS ME STOPPER J'AVANCE C'EST SÛR 
30-  J'AVANCE BIEN SÛR  X4
</a:t>
            </a: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</a:t>
            </a:r>
          </a:p>
          <a:p>
            <a:endParaRPr lang="fr-FR" altLang="fr-FR"/>
          </a:p>
          <a:p>
            <a:r>
              <a:rPr lang="fr-FR" altLang="fr-FR"/>
              <a:t>1-  QUI PEUT TROUVER UNE FEMME VERTUEUSE 
2-  QUI MARCHE EN  HD HD HD HD AH ! 
3-  JE NE PARLE PAS D'UNE FILLETTE MAIS D'UNE FEMME QUI SE LÈVE 
4-  QUI SE TIENT DANS LA BRÈCHE POUR ELLE ET LES SIENS 
5-  ÉPOUSE TELLEMENT PUISSANTE ELLE PENSE ET ELLE INVENTE 
6-  CONSTRUIT SA VIE ET SA MAISON AVEC DES PAROLES ÉDIFIANTES, HEIN ! 
7-  FEMME VAILLANTE ET FORTE NE DORT PAS 
8-  RETROUSSE SES MANCHES ELLE SAIT CE QU'ELLE VEUT 
9-  DÉTERMINÉE UNE GUERRIÈRE DANS L'ARMÉE DE DIEU 
10-  ELLE VEILLE SUR SA MAISON 
11-  UNE SENTINELLE CONTRE LES CRIMINELS 
12-  C'EST JÉSUS, SA HAUTE RETRAITE C’EST JÉSUS, SA FORTERESSE 
13-  PLEINE DE FOI ÉTEINT LES FLÈCHES 
14-  C'EST UNE MÈRE  ET UNE FEMME D'AFFAIRES 
15-  UNE AIDE ET UN LEADER PAS UNE PLEUREUSE 
16-  COURAGEUSE, TRAVAILLEUSE UNE MENEUSE </a:t>
            </a:r>
          </a:p>
          <a:p>
            <a:endParaRPr lang="fr-FR" altLang="fr-FR"/>
          </a:p>
          <a:p>
            <a:r>
              <a:rPr lang="fr-FR" altLang="fr-FR"/>
              <a:t>REFRAIN
17-  QUAND L'ENNEMI SE LÈVE CONTRE TOI 
18-  TOUCHE À TA FAMILLE ET TOUT CE QUI EST À TOI 
19-  TU DOIS LAISSER LA LIONNE SORTIR DE TOI 
20-  MAIS TU SAIS QUOI ? IL NE PEUT PAS M'ARRÊTER 
21-  JE SUIS SÛRE DE ÇA PEUT PAS M'ARRÊTER </a:t>
            </a:r>
          </a:p>
          <a:p>
            <a:r>
              <a:rPr lang="fr-FR" altLang="fr-FR"/>
              <a:t>22-  IL NE PEUT PAS M'ARRÊTER </a:t>
            </a:r>
          </a:p>
          <a:p>
            <a:r>
              <a:rPr lang="fr-FR" altLang="fr-FR"/>
              <a:t>23-  TU N'AS PAS DE PUISSANCE PEUX PAS TOUCHER À ÇA 
24-  M'ARRÊTER JE SUIS SÛRE DE ÇA 
25-  JE SUIS UNE WONDER WOMAN TU N'AS PAS DE PUISSANCE 
26-  PEUX PAS TOUCHER À ÇA M'ARRÊTER, JE SUIS SÛRE DE ÇA 
27-  TU NE PEUX PAS M'ARRÊTER </a:t>
            </a:r>
          </a:p>
          <a:p>
            <a:endParaRPr lang="fr-FR" altLang="fr-FR"/>
          </a:p>
          <a:p>
            <a:r>
              <a:rPr lang="fr-FR" altLang="fr-FR"/>
              <a:t>PONT
28-  TU NE PEUX PAS M'ARRÊTER 
29-  TU NE PEUX PAS ME STOPPER J'AVANCE C'EST SÛR 
30-  J'AVANCE BIEN SÛR  X4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PEUT TROUVER UNE FEMME VERTUEUSE 
2-  QUI MARCHE EN  HD HD HD HD AH ! 
3-  JE NE PARLE PAS D'UNE FILLETTE MAIS D'UNE FEMME QUI SE LÈVE 
4-  QUI SE TIENT DANS LA BRÈCHE POUR ELLE ET LES SIENS 
5-  ÉPOUSE TELLEMENT PUISSANTE ELLE PENSE ET ELLE INVENTE 
6-  CONSTRUIT SA VIE ET SA MAISON AVEC DES PAROLES ÉDIFIANTES, HEIN ! 
7-  FEMME VAILLANTE ET FORTE NE DORT PAS 
8-  RETROUSSE SES MANCHES ELLE SAIT CE QU'ELLE VEUT 
9-  DÉTERMINÉE UNE GUERRIÈRE DANS L'ARMÉE DE DIEU 
10-  ELLE VEILLE SUR SA MAISON 
11-  UNE SENTINELLE CONTRE LES CRIMINELS 
12-  C'EST JÉSUS, SA HAUTE RETRAITE C’EST JÉSUS, SA FORTERESSE 
13-  PLEINE DE FOI ÉTEINT LES FLÈCHES 
14-  C'EST UNE MÈRE  ET UNE FEMME D'AFFAIRES 
15-  UNE AIDE ET UN LEADER PAS UNE PLEUREUSE 
16-  COURAGEUSE, TRAVAILLEUSE UNE MENEUSE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
17-  QUAND L'ENNEMI SE LÈVE CONTRE TOI 
18-  TOUCHE À TA FAMILLE ET TOUT CE QUI EST À TOI 
19-  TU DOIS LAISSER LA LIONNE SORTIR DE TOI 
20-  MAIS TU SAIS QUOI ? IL NE PEUT PAS M'ARRÊTER 
21-  JE SUIS SÛRE DE ÇA PEUT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NE PEUT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TU N'AS PAS DE PUISSANCE PEUX PAS TOUCHER À ÇA 
24-  M'ARRÊTER JE SUIS SÛRE DE ÇA 
25-  JE SUIS UNE WONDER WOMAN TU N'AS PAS DE PUISSANCE 
26-  PEUX PAS TOUCHER À ÇA M'ARRÊTER, JE SUIS SÛRE DE ÇA 
27-  TU NE PEUX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28-  TU NE PEUX PAS M'ARRÊTER 
29-  TU NE PEUX PAS ME STOPPER J'AVANCE C'EST SÛR 
30-  J'AVANCE BIEN SÛR  X4
</a:t>
            </a: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</a:t>
            </a:r>
          </a:p>
          <a:p>
            <a:endParaRPr lang="fr-FR" altLang="fr-FR"/>
          </a:p>
          <a:p>
            <a:r>
              <a:rPr lang="fr-FR" altLang="fr-FR"/>
              <a:t>1-  QUI PEUT TROUVER UNE FEMME VERTUEUSE 
2-  QUI MARCHE EN  HD HD HD HD AH ! 
3-  JE NE PARLE PAS D'UNE FILLETTE MAIS D'UNE FEMME QUI SE LÈVE 
4-  QUI SE TIENT DANS LA BRÈCHE POUR ELLE ET LES SIENS 
5-  ÉPOUSE TELLEMENT PUISSANTE ELLE PENSE ET ELLE INVENTE 
6-  CONSTRUIT SA VIE ET SA MAISON AVEC DES PAROLES ÉDIFIANTES, HEIN ! 
7-  FEMME VAILLANTE ET FORTE NE DORT PAS 
8-  RETROUSSE SES MANCHES ELLE SAIT CE QU'ELLE VEUT 
9-  DÉTERMINÉE UNE GUERRIÈRE DANS L'ARMÉE DE DIEU 
10-  ELLE VEILLE SUR SA MAISON 
11-  UNE SENTINELLE CONTRE LES CRIMINELS 
12-  C'EST JÉSUS, SA HAUTE RETRAITE C’EST JÉSUS, SA FORTERESSE 
13-  PLEINE DE FOI ÉTEINT LES FLÈCHES 
14-  C'EST UNE MÈRE  ET UNE FEMME D'AFFAIRES 
15-  UNE AIDE ET UN LEADER PAS UNE PLEUREUSE 
16-  COURAGEUSE, TRAVAILLEUSE UNE MENEUSE </a:t>
            </a:r>
          </a:p>
          <a:p>
            <a:endParaRPr lang="fr-FR" altLang="fr-FR"/>
          </a:p>
          <a:p>
            <a:r>
              <a:rPr lang="fr-FR" altLang="fr-FR"/>
              <a:t>REFRAIN
17-  QUAND L'ENNEMI SE LÈVE CONTRE TOI 
18-  TOUCHE À TA FAMILLE ET TOUT CE QUI EST À TOI 
19-  TU DOIS LAISSER LA LIONNE SORTIR DE TOI 
20-  MAIS TU SAIS QUOI ? IL NE PEUT PAS M'ARRÊTER 
21-  JE SUIS SÛRE DE ÇA PEUT PAS M'ARRÊTER </a:t>
            </a:r>
          </a:p>
          <a:p>
            <a:r>
              <a:rPr lang="fr-FR" altLang="fr-FR"/>
              <a:t>22-  IL NE PEUT PAS M'ARRÊTER </a:t>
            </a:r>
          </a:p>
          <a:p>
            <a:r>
              <a:rPr lang="fr-FR" altLang="fr-FR"/>
              <a:t>23-  TU N'AS PAS DE PUISSANCE PEUX PAS TOUCHER À ÇA 
24-  M'ARRÊTER JE SUIS SÛRE DE ÇA 
25-  JE SUIS UNE WONDER WOMAN TU N'AS PAS DE PUISSANCE 
26-  PEUX PAS TOUCHER À ÇA M'ARRÊTER, JE SUIS SÛRE DE ÇA 
27-  TU NE PEUX PAS M'ARRÊTER </a:t>
            </a:r>
          </a:p>
          <a:p>
            <a:endParaRPr lang="fr-FR" altLang="fr-FR"/>
          </a:p>
          <a:p>
            <a:r>
              <a:rPr lang="fr-FR" altLang="fr-FR"/>
              <a:t>PONT
28-  TU NE PEUX PAS M'ARRÊTER 
29-  TU NE PEUX PAS ME STOPPER J'AVANCE C'EST SÛR 
30-  J'AVANCE BIEN SÛR  X4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PEUT TROUVER UNE FEMME VERTUEUSE 
2-  QUI MARCHE EN  HD HD HD HD AH ! 
3-  JE NE PARLE PAS D'UNE FILLETTE MAIS D'UNE FEMME QUI SE LÈVE 
4-  QUI SE TIENT DANS LA BRÈCHE POUR ELLE ET LES SIENS 
5-  ÉPOUSE TELLEMENT PUISSANTE ELLE PENSE ET ELLE INVENTE 
6-  CONSTRUIT SA VIE ET SA MAISON AVEC DES PAROLES ÉDIFIANTES, HEIN ! 
7-  FEMME VAILLANTE ET FORTE NE DORT PAS 
8-  RETROUSSE SES MANCHES ELLE SAIT CE QU'ELLE VEUT 
9-  DÉTERMINÉE UNE GUERRIÈRE DANS L'ARMÉE DE DIEU 
10-  ELLE VEILLE SUR SA MAISON 
11-  UNE SENTINELLE CONTRE LES CRIMINELS 
12-  C'EST JÉSUS, SA HAUTE RETRAITE C’EST JÉSUS, SA FORTERESSE 
13-  PLEINE DE FOI ÉTEINT LES FLÈCHES 
14-  C'EST UNE MÈRE  ET UNE FEMME D'AFFAIRES 
15-  UNE AIDE ET UN LEADER PAS UNE PLEUREUSE 
16-  COURAGEUSE, TRAVAILLEUSE UNE MENEUSE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
17-  QUAND L'ENNEMI SE LÈVE CONTRE TOI 
18-  TOUCHE À TA FAMILLE ET TOUT CE QUI EST À TOI 
19-  TU DOIS LAISSER LA LIONNE SORTIR DE TOI 
20-  MAIS TU SAIS QUOI ? IL NE PEUT PAS M'ARRÊTER 
21-  JE SUIS SÛRE DE ÇA PEUT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NE PEUT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TU N'AS PAS DE PUISSANCE PEUX PAS TOUCHER À ÇA 
24-  M'ARRÊTER JE SUIS SÛRE DE ÇA 
25-  JE SUIS UNE WONDER WOMAN TU N'AS PAS DE PUISSANCE 
26-  PEUX PAS TOUCHER À ÇA M'ARRÊTER, JE SUIS SÛRE DE ÇA 
27-  TU NE PEUX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28-  TU NE PEUX PAS M'ARRÊTER 
29-  TU NE PEUX PAS ME STOPPER J'AVANCE C'EST SÛR 
30-  J'AVANCE BIEN SÛR  X4
</a:t>
            </a: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</a:t>
            </a:r>
          </a:p>
          <a:p>
            <a:endParaRPr lang="fr-FR" altLang="fr-FR"/>
          </a:p>
          <a:p>
            <a:r>
              <a:rPr lang="fr-FR" altLang="fr-FR"/>
              <a:t>1-  QUI PEUT TROUVER UNE FEMME VERTUEUSE 
2-  QUI MARCHE EN  HD HD HD HD AH ! 
3-  JE NE PARLE PAS D'UNE FILLETTE MAIS D'UNE FEMME QUI SE LÈVE 
4-  QUI SE TIENT DANS LA BRÈCHE POUR ELLE ET LES SIENS 
5-  ÉPOUSE TELLEMENT PUISSANTE ELLE PENSE ET ELLE INVENTE 
6-  CONSTRUIT SA VIE ET SA MAISON AVEC DES PAROLES ÉDIFIANTES, HEIN ! 
7-  FEMME VAILLANTE ET FORTE NE DORT PAS 
8-  RETROUSSE SES MANCHES ELLE SAIT CE QU'ELLE VEUT 
9-  DÉTERMINÉE UNE GUERRIÈRE DANS L'ARMÉE DE DIEU 
10-  ELLE VEILLE SUR SA MAISON 
11-  UNE SENTINELLE CONTRE LES CRIMINELS 
12-  C'EST JÉSUS, SA HAUTE RETRAITE C’EST JÉSUS, SA FORTERESSE 
13-  PLEINE DE FOI ÉTEINT LES FLÈCHES 
14-  C'EST UNE MÈRE  ET UNE FEMME D'AFFAIRES 
15-  UNE AIDE ET UN LEADER PAS UNE PLEUREUSE 
16-  COURAGEUSE, TRAVAILLEUSE UNE MENEUSE </a:t>
            </a:r>
          </a:p>
          <a:p>
            <a:endParaRPr lang="fr-FR" altLang="fr-FR"/>
          </a:p>
          <a:p>
            <a:r>
              <a:rPr lang="fr-FR" altLang="fr-FR"/>
              <a:t>REFRAIN
17-  QUAND L'ENNEMI SE LÈVE CONTRE TOI 
18-  TOUCHE À TA FAMILLE ET TOUT CE QUI EST À TOI 
19-  TU DOIS LAISSER LA LIONNE SORTIR DE TOI 
20-  MAIS TU SAIS QUOI ? IL NE PEUT PAS M'ARRÊTER 
21-  JE SUIS SÛRE DE ÇA PEUT PAS M'ARRÊTER </a:t>
            </a:r>
          </a:p>
          <a:p>
            <a:r>
              <a:rPr lang="fr-FR" altLang="fr-FR"/>
              <a:t>22-  IL NE PEUT PAS M'ARRÊTER </a:t>
            </a:r>
          </a:p>
          <a:p>
            <a:r>
              <a:rPr lang="fr-FR" altLang="fr-FR"/>
              <a:t>23-  TU N'AS PAS DE PUISSANCE PEUX PAS TOUCHER À ÇA 
24-  M'ARRÊTER JE SUIS SÛRE DE ÇA 
25-  JE SUIS UNE WONDER WOMAN TU N'AS PAS DE PUISSANCE 
26-  PEUX PAS TOUCHER À ÇA M'ARRÊTER, JE SUIS SÛRE DE ÇA 
27-  TU NE PEUX PAS M'ARRÊTER </a:t>
            </a:r>
          </a:p>
          <a:p>
            <a:endParaRPr lang="fr-FR" altLang="fr-FR"/>
          </a:p>
          <a:p>
            <a:r>
              <a:rPr lang="fr-FR" altLang="fr-FR"/>
              <a:t>PONT
28-  TU NE PEUX PAS M'ARRÊTER 
29-  TU NE PEUX PAS ME STOPPER J'AVANCE C'EST SÛR 
30-  J'AVANCE BIEN SÛR  X4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PEUT TROUVER UNE FEMME VERTUEUSE 
2-  QUI MARCHE EN  HD HD HD HD AH ! 
3-  JE NE PARLE PAS D'UNE FILLETTE MAIS D'UNE FEMME QUI SE LÈVE 
4-  QUI SE TIENT DANS LA BRÈCHE POUR ELLE ET LES SIENS 
5-  ÉPOUSE TELLEMENT PUISSANTE ELLE PENSE ET ELLE INVENTE 
6-  CONSTRUIT SA VIE ET SA MAISON AVEC DES PAROLES ÉDIFIANTES, HEIN ! 
7-  FEMME VAILLANTE ET FORTE NE DORT PAS 
8-  RETROUSSE SES MANCHES ELLE SAIT CE QU'ELLE VEUT 
9-  DÉTERMINÉE UNE GUERRIÈRE DANS L'ARMÉE DE DIEU 
10-  ELLE VEILLE SUR SA MAISON 
11-  UNE SENTINELLE CONTRE LES CRIMINELS 
12-  C'EST JÉSUS, SA HAUTE RETRAITE C’EST JÉSUS, SA FORTERESSE 
13-  PLEINE DE FOI ÉTEINT LES FLÈCHES 
14-  C'EST UNE MÈRE  ET UNE FEMME D'AFFAIRES 
15-  UNE AIDE ET UN LEADER PAS UNE PLEUREUSE 
16-  COURAGEUSE, TRAVAILLEUSE UNE MENEUSE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
17-  QUAND L'ENNEMI SE LÈVE CONTRE TOI 
18-  TOUCHE À TA FAMILLE ET TOUT CE QUI EST À TOI 
19-  TU DOIS LAISSER LA LIONNE SORTIR DE TOI 
20-  MAIS TU SAIS QUOI ? IL NE PEUT PAS M'ARRÊTER 
21-  JE SUIS SÛRE DE ÇA PEUT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NE PEUT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TU N'AS PAS DE PUISSANCE PEUX PAS TOUCHER À ÇA 
24-  M'ARRÊTER JE SUIS SÛRE DE ÇA 
25-  JE SUIS UNE WONDER WOMAN TU N'AS PAS DE PUISSANCE 
26-  PEUX PAS TOUCHER À ÇA M'ARRÊTER, JE SUIS SÛRE DE ÇA 
27-  TU NE PEUX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28-  TU NE PEUX PAS M'ARRÊTER 
29-  TU NE PEUX PAS ME STOPPER J'AVANCE C'EST SÛR 
30-  J'AVANCE BIEN SÛR  X4
</a:t>
            </a: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</a:t>
            </a:r>
          </a:p>
          <a:p>
            <a:endParaRPr lang="fr-FR" altLang="fr-FR"/>
          </a:p>
          <a:p>
            <a:r>
              <a:rPr lang="fr-FR" altLang="fr-FR"/>
              <a:t>1-  QUI PEUT TROUVER UNE FEMME VERTUEUSE 
2-  QUI MARCHE EN  HD HD HD HD AH ! 
3-  JE NE PARLE PAS D'UNE FILLETTE MAIS D'UNE FEMME QUI SE LÈVE 
4-  QUI SE TIENT DANS LA BRÈCHE POUR ELLE ET LES SIENS 
5-  ÉPOUSE TELLEMENT PUISSANTE ELLE PENSE ET ELLE INVENTE 
6-  CONSTRUIT SA VIE ET SA MAISON AVEC DES PAROLES ÉDIFIANTES, HEIN ! 
7-  FEMME VAILLANTE ET FORTE NE DORT PAS 
8-  RETROUSSE SES MANCHES ELLE SAIT CE QU'ELLE VEUT 
9-  DÉTERMINÉE UNE GUERRIÈRE DANS L'ARMÉE DE DIEU 
10-  ELLE VEILLE SUR SA MAISON 
11-  UNE SENTINELLE CONTRE LES CRIMINELS 
12-  C'EST JÉSUS, SA HAUTE RETRAITE C’EST JÉSUS, SA FORTERESSE 
13-  PLEINE DE FOI ÉTEINT LES FLÈCHES 
14-  C'EST UNE MÈRE  ET UNE FEMME D'AFFAIRES 
15-  UNE AIDE ET UN LEADER PAS UNE PLEUREUSE 
16-  COURAGEUSE, TRAVAILLEUSE UNE MENEUSE </a:t>
            </a:r>
          </a:p>
          <a:p>
            <a:endParaRPr lang="fr-FR" altLang="fr-FR"/>
          </a:p>
          <a:p>
            <a:r>
              <a:rPr lang="fr-FR" altLang="fr-FR"/>
              <a:t>REFRAIN
17-  QUAND L'ENNEMI SE LÈVE CONTRE TOI 
18-  TOUCHE À TA FAMILLE ET TOUT CE QUI EST À TOI 
19-  TU DOIS LAISSER LA LIONNE SORTIR DE TOI 
20-  MAIS TU SAIS QUOI ? IL NE PEUT PAS M'ARRÊTER 
21-  JE SUIS SÛRE DE ÇA PEUT PAS M'ARRÊTER </a:t>
            </a:r>
          </a:p>
          <a:p>
            <a:r>
              <a:rPr lang="fr-FR" altLang="fr-FR"/>
              <a:t>22-  IL NE PEUT PAS M'ARRÊTER </a:t>
            </a:r>
          </a:p>
          <a:p>
            <a:r>
              <a:rPr lang="fr-FR" altLang="fr-FR"/>
              <a:t>23-  TU N'AS PAS DE PUISSANCE PEUX PAS TOUCHER À ÇA 
24-  M'ARRÊTER JE SUIS SÛRE DE ÇA 
25-  JE SUIS UNE WONDER WOMAN TU N'AS PAS DE PUISSANCE 
26-  PEUX PAS TOUCHER À ÇA M'ARRÊTER, JE SUIS SÛRE DE ÇA 
27-  TU NE PEUX PAS M'ARRÊTER </a:t>
            </a:r>
          </a:p>
          <a:p>
            <a:endParaRPr lang="fr-FR" altLang="fr-FR"/>
          </a:p>
          <a:p>
            <a:r>
              <a:rPr lang="fr-FR" altLang="fr-FR"/>
              <a:t>PONT
28-  TU NE PEUX PAS M'ARRÊTER 
29-  TU NE PEUX PAS ME STOPPER J'AVANCE C'EST SÛR 
30-  J'AVANCE BIEN SÛR  X4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PEUT TROUVER UNE FEMME VERTUEUSE 
2-  QUI MARCHE EN  HD HD HD HD AH ! 
3-  JE NE PARLE PAS D'UNE FILLETTE MAIS D'UNE FEMME QUI SE LÈVE 
4-  QUI SE TIENT DANS LA BRÈCHE POUR ELLE ET LES SIENS 
5-  ÉPOUSE TELLEMENT PUISSANTE ELLE PENSE ET ELLE INVENTE 
6-  CONSTRUIT SA VIE ET SA MAISON AVEC DES PAROLES ÉDIFIANTES, HEIN ! 
7-  FEMME VAILLANTE ET FORTE NE DORT PAS 
8-  RETROUSSE SES MANCHES ELLE SAIT CE QU'ELLE VEUT 
9-  DÉTERMINÉE UNE GUERRIÈRE DANS L'ARMÉE DE DIEU 
10-  ELLE VEILLE SUR SA MAISON 
11-  UNE SENTINELLE CONTRE LES CRIMINELS 
12-  C'EST JÉSUS, SA HAUTE RETRAITE C’EST JÉSUS, SA FORTERESSE 
13-  PLEINE DE FOI ÉTEINT LES FLÈCHES 
14-  C'EST UNE MÈRE  ET UNE FEMME D'AFFAIRES 
15-  UNE AIDE ET UN LEADER PAS UNE PLEUREUSE 
16-  COURAGEUSE, TRAVAILLEUSE UNE MENEUSE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
17-  QUAND L'ENNEMI SE LÈVE CONTRE TOI 
18-  TOUCHE À TA FAMILLE ET TOUT CE QUI EST À TOI 
19-  TU DOIS LAISSER LA LIONNE SORTIR DE TOI 
20-  MAIS TU SAIS QUOI ? IL NE PEUT PAS M'ARRÊTER 
21-  JE SUIS SÛRE DE ÇA PEUT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NE PEUT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TU N'AS PAS DE PUISSANCE PEUX PAS TOUCHER À ÇA 
24-  M'ARRÊTER JE SUIS SÛRE DE ÇA 
25-  JE SUIS UNE WONDER WOMAN TU N'AS PAS DE PUISSANCE 
26-  PEUX PAS TOUCHER À ÇA M'ARRÊTER, JE SUIS SÛRE DE ÇA 
27-  TU NE PEUX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28-  TU NE PEUX PAS M'ARRÊTER 
29-  TU NE PEUX PAS ME STOPPER J'AVANCE C'EST SÛR 
30-  J'AVANCE BIEN SÛR  X4
</a:t>
            </a: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</a:t>
            </a:r>
          </a:p>
          <a:p>
            <a:endParaRPr lang="fr-FR" altLang="fr-FR"/>
          </a:p>
          <a:p>
            <a:r>
              <a:rPr lang="fr-FR" altLang="fr-FR"/>
              <a:t>1-  QUI PEUT TROUVER UNE FEMME VERTUEUSE 
2-  QUI MARCHE EN  HD HD HD HD AH ! 
3-  JE NE PARLE PAS D'UNE FILLETTE MAIS D'UNE FEMME QUI SE LÈVE 
4-  QUI SE TIENT DANS LA BRÈCHE POUR ELLE ET LES SIENS 
5-  ÉPOUSE TELLEMENT PUISSANTE ELLE PENSE ET ELLE INVENTE 
6-  CONSTRUIT SA VIE ET SA MAISON AVEC DES PAROLES ÉDIFIANTES, HEIN ! 
7-  FEMME VAILLANTE ET FORTE NE DORT PAS 
8-  RETROUSSE SES MANCHES ELLE SAIT CE QU'ELLE VEUT 
9-  DÉTERMINÉE UNE GUERRIÈRE DANS L'ARMÉE DE DIEU 
10-  ELLE VEILLE SUR SA MAISON 
11-  UNE SENTINELLE CONTRE LES CRIMINELS 
12-  C'EST JÉSUS, SA HAUTE RETRAITE C’EST JÉSUS, SA FORTERESSE 
13-  PLEINE DE FOI ÉTEINT LES FLÈCHES 
14-  C'EST UNE MÈRE  ET UNE FEMME D'AFFAIRES 
15-  UNE AIDE ET UN LEADER PAS UNE PLEUREUSE 
16-  COURAGEUSE, TRAVAILLEUSE UNE MENEUSE </a:t>
            </a:r>
          </a:p>
          <a:p>
            <a:endParaRPr lang="fr-FR" altLang="fr-FR"/>
          </a:p>
          <a:p>
            <a:r>
              <a:rPr lang="fr-FR" altLang="fr-FR"/>
              <a:t>REFRAIN
17-  QUAND L'ENNEMI SE LÈVE CONTRE TOI 
18-  TOUCHE À TA FAMILLE ET TOUT CE QUI EST À TOI 
19-  TU DOIS LAISSER LA LIONNE SORTIR DE TOI 
20-  MAIS TU SAIS QUOI ? IL NE PEUT PAS M'ARRÊTER 
21-  JE SUIS SÛRE DE ÇA PEUT PAS M'ARRÊTER </a:t>
            </a:r>
          </a:p>
          <a:p>
            <a:r>
              <a:rPr lang="fr-FR" altLang="fr-FR"/>
              <a:t>22-  IL NE PEUT PAS M'ARRÊTER </a:t>
            </a:r>
          </a:p>
          <a:p>
            <a:r>
              <a:rPr lang="fr-FR" altLang="fr-FR"/>
              <a:t>23-  TU N'AS PAS DE PUISSANCE PEUX PAS TOUCHER À ÇA 
24-  M'ARRÊTER JE SUIS SÛRE DE ÇA 
25-  JE SUIS UNE WONDER WOMAN TU N'AS PAS DE PUISSANCE 
26-  PEUX PAS TOUCHER À ÇA M'ARRÊTER, JE SUIS SÛRE DE ÇA 
27-  TU NE PEUX PAS M'ARRÊTER </a:t>
            </a:r>
          </a:p>
          <a:p>
            <a:endParaRPr lang="fr-FR" altLang="fr-FR"/>
          </a:p>
          <a:p>
            <a:r>
              <a:rPr lang="fr-FR" altLang="fr-FR"/>
              <a:t>PONT
28-  TU NE PEUX PAS M'ARRÊTER 
29-  TU NE PEUX PAS ME STOPPER J'AVANCE C'EST SÛR 
30-  J'AVANCE BIEN SÛR  X4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PEUT TROUVER UNE FEMME VERTUEUSE 
2-  QUI MARCHE EN  HD HD HD HD AH ! 
3-  JE NE PARLE PAS D'UNE FILLETTE MAIS D'UNE FEMME QUI SE LÈVE 
4-  QUI SE TIENT DANS LA BRÈCHE POUR ELLE ET LES SIENS 
5-  ÉPOUSE TELLEMENT PUISSANTE ELLE PENSE ET ELLE INVENTE 
6-  CONSTRUIT SA VIE ET SA MAISON AVEC DES PAROLES ÉDIFIANTES, HEIN ! 
7-  FEMME VAILLANTE ET FORTE NE DORT PAS 
8-  RETROUSSE SES MANCHES ELLE SAIT CE QU'ELLE VEUT 
9-  DÉTERMINÉE UNE GUERRIÈRE DANS L'ARMÉE DE DIEU 
10-  ELLE VEILLE SUR SA MAISON 
11-  UNE SENTINELLE CONTRE LES CRIMINELS 
12-  C'EST JÉSUS, SA HAUTE RETRAITE C’EST JÉSUS, SA FORTERESSE 
13-  PLEINE DE FOI ÉTEINT LES FLÈCHES 
14-  C'EST UNE MÈRE  ET UNE FEMME D'AFFAIRES 
15-  UNE AIDE ET UN LEADER PAS UNE PLEUREUSE 
16-  COURAGEUSE, TRAVAILLEUSE UNE MENEUSE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
17-  QUAND L'ENNEMI SE LÈVE CONTRE TOI 
18-  TOUCHE À TA FAMILLE ET TOUT CE QUI EST À TOI 
19-  TU DOIS LAISSER LA LIONNE SORTIR DE TOI 
20-  MAIS TU SAIS QUOI ? IL NE PEUT PAS M'ARRÊTER 
21-  JE SUIS SÛRE DE ÇA PEUT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NE PEUT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TU N'AS PAS DE PUISSANCE PEUX PAS TOUCHER À ÇA 
24-  M'ARRÊTER JE SUIS SÛRE DE ÇA 
25-  JE SUIS UNE WONDER WOMAN TU N'AS PAS DE PUISSANCE 
26-  PEUX PAS TOUCHER À ÇA M'ARRÊTER, JE SUIS SÛRE DE ÇA 
27-  TU NE PEUX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28-  TU NE PEUX PAS M'ARRÊTER 
29-  TU NE PEUX PAS ME STOPPER J'AVANCE C'EST SÛR 
30-  J'AVANCE BIEN SÛR  X4
</a:t>
            </a: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</a:t>
            </a:r>
          </a:p>
          <a:p>
            <a:endParaRPr lang="fr-FR" altLang="fr-FR"/>
          </a:p>
          <a:p>
            <a:r>
              <a:rPr lang="fr-FR" altLang="fr-FR"/>
              <a:t>1-  QUI PEUT TROUVER UNE FEMME VERTUEUSE 
2-  QUI MARCHE EN  HD HD HD HD AH ! 
3-  JE NE PARLE PAS D'UNE FILLETTE MAIS D'UNE FEMME QUI SE LÈVE 
4-  QUI SE TIENT DANS LA BRÈCHE POUR ELLE ET LES SIENS 
5-  ÉPOUSE TELLEMENT PUISSANTE ELLE PENSE ET ELLE INVENTE 
6-  CONSTRUIT SA VIE ET SA MAISON AVEC DES PAROLES ÉDIFIANTES, HEIN ! 
7-  FEMME VAILLANTE ET FORTE NE DORT PAS 
8-  RETROUSSE SES MANCHES ELLE SAIT CE QU'ELLE VEUT 
9-  DÉTERMINÉE UNE GUERRIÈRE DANS L'ARMÉE DE DIEU 
10-  ELLE VEILLE SUR SA MAISON 
11-  UNE SENTINELLE CONTRE LES CRIMINELS 
12-  C'EST JÉSUS, SA HAUTE RETRAITE C’EST JÉSUS, SA FORTERESSE 
13-  PLEINE DE FOI ÉTEINT LES FLÈCHES 
14-  C'EST UNE MÈRE  ET UNE FEMME D'AFFAIRES 
15-  UNE AIDE ET UN LEADER PAS UNE PLEUREUSE 
16-  COURAGEUSE, TRAVAILLEUSE UNE MENEUSE </a:t>
            </a:r>
          </a:p>
          <a:p>
            <a:endParaRPr lang="fr-FR" altLang="fr-FR"/>
          </a:p>
          <a:p>
            <a:r>
              <a:rPr lang="fr-FR" altLang="fr-FR"/>
              <a:t>REFRAIN
17-  QUAND L'ENNEMI SE LÈVE CONTRE TOI 
18-  TOUCHE À TA FAMILLE ET TOUT CE QUI EST À TOI 
19-  TU DOIS LAISSER LA LIONNE SORTIR DE TOI 
20-  MAIS TU SAIS QUOI ? IL NE PEUT PAS M'ARRÊTER 
21-  JE SUIS SÛRE DE ÇA PEUT PAS M'ARRÊTER </a:t>
            </a:r>
          </a:p>
          <a:p>
            <a:r>
              <a:rPr lang="fr-FR" altLang="fr-FR"/>
              <a:t>22-  IL NE PEUT PAS M'ARRÊTER </a:t>
            </a:r>
          </a:p>
          <a:p>
            <a:r>
              <a:rPr lang="fr-FR" altLang="fr-FR"/>
              <a:t>23-  TU N'AS PAS DE PUISSANCE PEUX PAS TOUCHER À ÇA 
24-  M'ARRÊTER JE SUIS SÛRE DE ÇA 
25-  JE SUIS UNE WONDER WOMAN TU N'AS PAS DE PUISSANCE 
26-  PEUX PAS TOUCHER À ÇA M'ARRÊTER, JE SUIS SÛRE DE ÇA 
27-  TU NE PEUX PAS M'ARRÊTER </a:t>
            </a:r>
          </a:p>
          <a:p>
            <a:endParaRPr lang="fr-FR" altLang="fr-FR"/>
          </a:p>
          <a:p>
            <a:r>
              <a:rPr lang="fr-FR" altLang="fr-FR"/>
              <a:t>PONT
28-  TU NE PEUX PAS M'ARRÊTER 
29-  TU NE PEUX PAS ME STOPPER J'AVANCE C'EST SÛR 
30-  J'AVANCE BIEN SÛR  X4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PEUT TROUVER UNE FEMME VERTUEUSE 
2-  QUI MARCHE EN  HD HD HD HD AH ! 
3-  JE NE PARLE PAS D'UNE FILLETTE MAIS D'UNE FEMME QUI SE LÈVE 
4-  QUI SE TIENT DANS LA BRÈCHE POUR ELLE ET LES SIENS 
5-  ÉPOUSE TELLEMENT PUISSANTE ELLE PENSE ET ELLE INVENTE 
6-  CONSTRUIT SA VIE ET SA MAISON AVEC DES PAROLES ÉDIFIANTES, HEIN ! 
7-  FEMME VAILLANTE ET FORTE NE DORT PAS 
8-  RETROUSSE SES MANCHES ELLE SAIT CE QU'ELLE VEUT 
9-  DÉTERMINÉE UNE GUERRIÈRE DANS L'ARMÉE DE DIEU 
10-  ELLE VEILLE SUR SA MAISON 
11-  UNE SENTINELLE CONTRE LES CRIMINELS 
12-  C'EST JÉSUS, SA HAUTE RETRAITE C’EST JÉSUS, SA FORTERESSE 
13-  PLEINE DE FOI ÉTEINT LES FLÈCHES 
14-  C'EST UNE MÈRE  ET UNE FEMME D'AFFAIRES 
15-  UNE AIDE ET UN LEADER PAS UNE PLEUREUSE 
16-  COURAGEUSE, TRAVAILLEUSE UNE MENEUSE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
17-  QUAND L'ENNEMI SE LÈVE CONTRE TOI 
18-  TOUCHE À TA FAMILLE ET TOUT CE QUI EST À TOI 
19-  TU DOIS LAISSER LA LIONNE SORTIR DE TOI 
20-  MAIS TU SAIS QUOI ? IL NE PEUT PAS M'ARRÊTER 
21-  JE SUIS SÛRE DE ÇA PEUT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NE PEUT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TU N'AS PAS DE PUISSANCE PEUX PAS TOUCHER À ÇA 
24-  M'ARRÊTER JE SUIS SÛRE DE ÇA 
25-  JE SUIS UNE WONDER WOMAN TU N'AS PAS DE PUISSANCE 
26-  PEUX PAS TOUCHER À ÇA M'ARRÊTER, JE SUIS SÛRE DE ÇA 
27-  TU NE PEUX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28-  TU NE PEUX PAS M'ARRÊTER 
29-  TU NE PEUX PAS ME STOPPER J'AVANCE C'EST SÛR 
30-  J'AVANCE BIEN SÛR  X4
</a:t>
            </a: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</a:t>
            </a:r>
          </a:p>
          <a:p>
            <a:endParaRPr lang="fr-FR" altLang="fr-FR"/>
          </a:p>
          <a:p>
            <a:r>
              <a:rPr lang="fr-FR" altLang="fr-FR"/>
              <a:t>1-  QUI PEUT TROUVER UNE FEMME VERTUEUSE 
2-  QUI MARCHE EN  HD HD HD HD AH ! 
3-  JE NE PARLE PAS D'UNE FILLETTE MAIS D'UNE FEMME QUI SE LÈVE 
4-  QUI SE TIENT DANS LA BRÈCHE POUR ELLE ET LES SIENS 
5-  ÉPOUSE TELLEMENT PUISSANTE ELLE PENSE ET ELLE INVENTE 
6-  CONSTRUIT SA VIE ET SA MAISON AVEC DES PAROLES ÉDIFIANTES, HEIN ! 
7-  FEMME VAILLANTE ET FORTE NE DORT PAS 
8-  RETROUSSE SES MANCHES ELLE SAIT CE QU'ELLE VEUT 
9-  DÉTERMINÉE UNE GUERRIÈRE DANS L'ARMÉE DE DIEU 
10-  ELLE VEILLE SUR SA MAISON 
11-  UNE SENTINELLE CONTRE LES CRIMINELS 
12-  C'EST JÉSUS, SA HAUTE RETRAITE C’EST JÉSUS, SA FORTERESSE 
13-  PLEINE DE FOI ÉTEINT LES FLÈCHES 
14-  C'EST UNE MÈRE  ET UNE FEMME D'AFFAIRES 
15-  UNE AIDE ET UN LEADER PAS UNE PLEUREUSE 
16-  COURAGEUSE, TRAVAILLEUSE UNE MENEUSE </a:t>
            </a:r>
          </a:p>
          <a:p>
            <a:endParaRPr lang="fr-FR" altLang="fr-FR"/>
          </a:p>
          <a:p>
            <a:r>
              <a:rPr lang="fr-FR" altLang="fr-FR"/>
              <a:t>REFRAIN
17-  QUAND L'ENNEMI SE LÈVE CONTRE TOI 
18-  TOUCHE À TA FAMILLE ET TOUT CE QUI EST À TOI 
19-  TU DOIS LAISSER LA LIONNE SORTIR DE TOI 
20-  MAIS TU SAIS QUOI ? IL NE PEUT PAS M'ARRÊTER 
21-  JE SUIS SÛRE DE ÇA PEUT PAS M'ARRÊTER </a:t>
            </a:r>
          </a:p>
          <a:p>
            <a:r>
              <a:rPr lang="fr-FR" altLang="fr-FR"/>
              <a:t>22-  IL NE PEUT PAS M'ARRÊTER </a:t>
            </a:r>
          </a:p>
          <a:p>
            <a:r>
              <a:rPr lang="fr-FR" altLang="fr-FR"/>
              <a:t>23-  TU N'AS PAS DE PUISSANCE PEUX PAS TOUCHER À ÇA 
24-  M'ARRÊTER JE SUIS SÛRE DE ÇA 
25-  JE SUIS UNE WONDER WOMAN TU N'AS PAS DE PUISSANCE 
26-  PEUX PAS TOUCHER À ÇA M'ARRÊTER, JE SUIS SÛRE DE ÇA 
27-  TU NE PEUX PAS M'ARRÊTER </a:t>
            </a:r>
          </a:p>
          <a:p>
            <a:endParaRPr lang="fr-FR" altLang="fr-FR"/>
          </a:p>
          <a:p>
            <a:r>
              <a:rPr lang="fr-FR" altLang="fr-FR"/>
              <a:t>PONT
28-  TU NE PEUX PAS M'ARRÊTER 
29-  TU NE PEUX PAS ME STOPPER J'AVANCE C'EST SÛR 
30-  J'AVANCE BIEN SÛR  X4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PEUT TROUVER UNE FEMME VERTUEUSE 
2-  QUI MARCHE EN  HD HD HD HD AH ! 
3-  JE NE PARLE PAS D'UNE FILLETTE MAIS D'UNE FEMME QUI SE LÈVE 
4-  QUI SE TIENT DANS LA BRÈCHE POUR ELLE ET LES SIENS 
5-  ÉPOUSE TELLEMENT PUISSANTE ELLE PENSE ET ELLE INVENTE 
6-  CONSTRUIT SA VIE ET SA MAISON AVEC DES PAROLES ÉDIFIANTES, HEIN ! 
7-  FEMME VAILLANTE ET FORTE NE DORT PAS 
8-  RETROUSSE SES MANCHES ELLE SAIT CE QU'ELLE VEUT 
9-  DÉTERMINÉE UNE GUERRIÈRE DANS L'ARMÉE DE DIEU 
10-  ELLE VEILLE SUR SA MAISON 
11-  UNE SENTINELLE CONTRE LES CRIMINELS 
12-  C'EST JÉSUS, SA HAUTE RETRAITE C’EST JÉSUS, SA FORTERESSE 
13-  PLEINE DE FOI ÉTEINT LES FLÈCHES 
14-  C'EST UNE MÈRE  ET UNE FEMME D'AFFAIRES 
15-  UNE AIDE ET UN LEADER PAS UNE PLEUREUSE 
16-  COURAGEUSE, TRAVAILLEUSE UNE MENEUSE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
17-  QUAND L'ENNEMI SE LÈVE CONTRE TOI 
18-  TOUCHE À TA FAMILLE ET TOUT CE QUI EST À TOI 
19-  TU DOIS LAISSER LA LIONNE SORTIR DE TOI 
20-  MAIS TU SAIS QUOI ? IL NE PEUT PAS M'ARRÊTER 
21-  JE SUIS SÛRE DE ÇA PEUT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NE PEUT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TU N'AS PAS DE PUISSANCE PEUX PAS TOUCHER À ÇA 
24-  M'ARRÊTER JE SUIS SÛRE DE ÇA 
25-  JE SUIS UNE WONDER WOMAN TU N'AS PAS DE PUISSANCE 
26-  PEUX PAS TOUCHER À ÇA M'ARRÊTER, JE SUIS SÛRE DE ÇA 
27-  TU NE PEUX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28-  TU NE PEUX PAS M'ARRÊTER 
29-  TU NE PEUX PAS ME STOPPER J'AVANCE C'EST SÛR 
30-  J'AVANCE BIEN SÛR  X4
</a:t>
            </a: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</a:t>
            </a:r>
          </a:p>
          <a:p>
            <a:endParaRPr lang="fr-FR" altLang="fr-FR"/>
          </a:p>
          <a:p>
            <a:r>
              <a:rPr lang="fr-FR" altLang="fr-FR"/>
              <a:t>1-  QUI PEUT TROUVER UNE FEMME VERTUEUSE 
2-  QUI MARCHE EN  HD HD HD HD AH ! 
3-  JE NE PARLE PAS D'UNE FILLETTE MAIS D'UNE FEMME QUI SE LÈVE 
4-  QUI SE TIENT DANS LA BRÈCHE POUR ELLE ET LES SIENS 
5-  ÉPOUSE TELLEMENT PUISSANTE ELLE PENSE ET ELLE INVENTE 
6-  CONSTRUIT SA VIE ET SA MAISON AVEC DES PAROLES ÉDIFIANTES, HEIN ! 
7-  FEMME VAILLANTE ET FORTE NE DORT PAS 
8-  RETROUSSE SES MANCHES ELLE SAIT CE QU'ELLE VEUT 
9-  DÉTERMINÉE UNE GUERRIÈRE DANS L'ARMÉE DE DIEU 
10-  ELLE VEILLE SUR SA MAISON 
11-  UNE SENTINELLE CONTRE LES CRIMINELS 
12-  C'EST JÉSUS, SA HAUTE RETRAITE C’EST JÉSUS, SA FORTERESSE 
13-  PLEINE DE FOI ÉTEINT LES FLÈCHES 
14-  C'EST UNE MÈRE  ET UNE FEMME D'AFFAIRES 
15-  UNE AIDE ET UN LEADER PAS UNE PLEUREUSE 
16-  COURAGEUSE, TRAVAILLEUSE UNE MENEUSE </a:t>
            </a:r>
          </a:p>
          <a:p>
            <a:endParaRPr lang="fr-FR" altLang="fr-FR"/>
          </a:p>
          <a:p>
            <a:r>
              <a:rPr lang="fr-FR" altLang="fr-FR"/>
              <a:t>REFRAIN
17-  QUAND L'ENNEMI SE LÈVE CONTRE TOI 
18-  TOUCHE À TA FAMILLE ET TOUT CE QUI EST À TOI 
19-  TU DOIS LAISSER LA LIONNE SORTIR DE TOI 
20-  MAIS TU SAIS QUOI ? IL NE PEUT PAS M'ARRÊTER 
21-  JE SUIS SÛRE DE ÇA PEUT PAS M'ARRÊTER </a:t>
            </a:r>
          </a:p>
          <a:p>
            <a:r>
              <a:rPr lang="fr-FR" altLang="fr-FR"/>
              <a:t>22-  IL NE PEUT PAS M'ARRÊTER </a:t>
            </a:r>
          </a:p>
          <a:p>
            <a:r>
              <a:rPr lang="fr-FR" altLang="fr-FR"/>
              <a:t>23-  TU N'AS PAS DE PUISSANCE PEUX PAS TOUCHER À ÇA 
24-  M'ARRÊTER JE SUIS SÛRE DE ÇA 
25-  JE SUIS UNE WONDER WOMAN TU N'AS PAS DE PUISSANCE 
26-  PEUX PAS TOUCHER À ÇA M'ARRÊTER, JE SUIS SÛRE DE ÇA 
27-  TU NE PEUX PAS M'ARRÊTER </a:t>
            </a:r>
          </a:p>
          <a:p>
            <a:endParaRPr lang="fr-FR" altLang="fr-FR"/>
          </a:p>
          <a:p>
            <a:r>
              <a:rPr lang="fr-FR" altLang="fr-FR"/>
              <a:t>PONT
28-  TU NE PEUX PAS M'ARRÊTER 
29-  TU NE PEUX PAS ME STOPPER J'AVANCE C'EST SÛR 
30-  J'AVANCE BIEN SÛR  X4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PEUT TROUVER UNE FEMME VERTUEUSE 
2-  QUI MARCHE EN  HD HD HD HD AH ! 
3-  JE NE PARLE PAS D'UNE FILLETTE MAIS D'UNE FEMME QUI SE LÈVE 
4-  QUI SE TIENT DANS LA BRÈCHE POUR ELLE ET LES SIENS 
5-  ÉPOUSE TELLEMENT PUISSANTE ELLE PENSE ET ELLE INVENTE 
6-  CONSTRUIT SA VIE ET SA MAISON AVEC DES PAROLES ÉDIFIANTES, HEIN ! 
7-  FEMME VAILLANTE ET FORTE NE DORT PAS 
8-  RETROUSSE SES MANCHES ELLE SAIT CE QU'ELLE VEUT 
9-  DÉTERMINÉE UNE GUERRIÈRE DANS L'ARMÉE DE DIEU 
10-  ELLE VEILLE SUR SA MAISON 
11-  UNE SENTINELLE CONTRE LES CRIMINELS 
12-  C'EST JÉSUS, SA HAUTE RETRAITE C’EST JÉSUS, SA FORTERESSE 
13-  PLEINE DE FOI ÉTEINT LES FLÈCHES 
14-  C'EST UNE MÈRE  ET UNE FEMME D'AFFAIRES 
15-  UNE AIDE ET UN LEADER PAS UNE PLEUREUSE 
16-  COURAGEUSE, TRAVAILLEUSE UNE MENEUSE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
17-  QUAND L'ENNEMI SE LÈVE CONTRE TOI 
18-  TOUCHE À TA FAMILLE ET TOUT CE QUI EST À TOI 
19-  TU DOIS LAISSER LA LIONNE SORTIR DE TOI 
20-  MAIS TU SAIS QUOI ? IL NE PEUT PAS M'ARRÊTER 
21-  JE SUIS SÛRE DE ÇA PEUT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NE PEUT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TU N'AS PAS DE PUISSANCE PEUX PAS TOUCHER À ÇA 
24-  M'ARRÊTER JE SUIS SÛRE DE ÇA 
25-  JE SUIS UNE WONDER WOMAN TU N'AS PAS DE PUISSANCE 
26-  PEUX PAS TOUCHER À ÇA M'ARRÊTER, JE SUIS SÛRE DE ÇA 
27-  TU NE PEUX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28-  TU NE PEUX PAS M'ARRÊTER 
29-  TU NE PEUX PAS ME STOPPER J'AVANCE C'EST SÛR 
30-  J'AVANCE BIEN SÛR  X4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</a:t>
            </a:r>
          </a:p>
          <a:p>
            <a:endParaRPr lang="fr-FR" altLang="fr-FR"/>
          </a:p>
          <a:p>
            <a:r>
              <a:rPr lang="fr-FR" altLang="fr-FR"/>
              <a:t>1-  QUI PEUT TROUVER UNE FEMME VERTUEUSE 
2-  QUI MARCHE EN  HD HD HD HD AH ! 
3-  JE NE PARLE PAS D'UNE FILLETTE MAIS D'UNE FEMME QUI SE LÈVE 
4-  QUI SE TIENT DANS LA BRÈCHE POUR ELLE ET LES SIENS 
5-  ÉPOUSE TELLEMENT PUISSANTE ELLE PENSE ET ELLE INVENTE 
6-  CONSTRUIT SA VIE ET SA MAISON AVEC DES PAROLES ÉDIFIANTES, HEIN ! 
7-  FEMME VAILLANTE ET FORTE NE DORT PAS 
8-  RETROUSSE SES MANCHES ELLE SAIT CE QU'ELLE VEUT 
9-  DÉTERMINÉE UNE GUERRIÈRE DANS L'ARMÉE DE DIEU 
10-  ELLE VEILLE SUR SA MAISON 
11-  UNE SENTINELLE CONTRE LES CRIMINELS 
12-  C'EST JÉSUS, SA HAUTE RETRAITE C’EST JÉSUS, SA FORTERESSE 
13-  PLEINE DE FOI ÉTEINT LES FLÈCHES 
14-  C'EST UNE MÈRE  ET UNE FEMME D'AFFAIRES 
15-  UNE AIDE ET UN LEADER PAS UNE PLEUREUSE 
16-  COURAGEUSE, TRAVAILLEUSE UNE MENEUSE </a:t>
            </a:r>
          </a:p>
          <a:p>
            <a:endParaRPr lang="fr-FR" altLang="fr-FR"/>
          </a:p>
          <a:p>
            <a:r>
              <a:rPr lang="fr-FR" altLang="fr-FR"/>
              <a:t>REFRAIN
17-  QUAND L'ENNEMI SE LÈVE CONTRE TOI 
18-  TOUCHE À TA FAMILLE ET TOUT CE QUI EST À TOI 
19-  TU DOIS LAISSER LA LIONNE SORTIR DE TOI 
20-  MAIS TU SAIS QUOI ? IL NE PEUT PAS M'ARRÊTER 
21-  JE SUIS SÛRE DE ÇA PEUT PAS M'ARRÊTER </a:t>
            </a:r>
          </a:p>
          <a:p>
            <a:r>
              <a:rPr lang="fr-FR" altLang="fr-FR"/>
              <a:t>22-  IL NE PEUT PAS M'ARRÊTER </a:t>
            </a:r>
          </a:p>
          <a:p>
            <a:r>
              <a:rPr lang="fr-FR" altLang="fr-FR"/>
              <a:t>23-  TU N'AS PAS DE PUISSANCE PEUX PAS TOUCHER À ÇA 
24-  M'ARRÊTER JE SUIS SÛRE DE ÇA 
25-  JE SUIS UNE WONDER WOMAN TU N'AS PAS DE PUISSANCE 
26-  PEUX PAS TOUCHER À ÇA M'ARRÊTER, JE SUIS SÛRE DE ÇA 
27-  TU NE PEUX PAS M'ARRÊTER </a:t>
            </a:r>
          </a:p>
          <a:p>
            <a:endParaRPr lang="fr-FR" altLang="fr-FR"/>
          </a:p>
          <a:p>
            <a:r>
              <a:rPr lang="fr-FR" altLang="fr-FR"/>
              <a:t>PONT
28-  TU NE PEUX PAS M'ARRÊTER 
29-  TU NE PEUX PAS ME STOPPER J'AVANCE C'EST SÛR 
30-  J'AVANCE BIEN SÛR  X4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PEUT TROUVER UNE FEMME VERTUEUSE 
2-  QUI MARCHE EN  HD HD HD HD AH ! 
3-  JE NE PARLE PAS D'UNE FILLETTE MAIS D'UNE FEMME QUI SE LÈVE 
4-  QUI SE TIENT DANS LA BRÈCHE POUR ELLE ET LES SIENS 
5-  ÉPOUSE TELLEMENT PUISSANTE ELLE PENSE ET ELLE INVENTE 
6-  CONSTRUIT SA VIE ET SA MAISON AVEC DES PAROLES ÉDIFIANTES, HEIN ! 
7-  FEMME VAILLANTE ET FORTE NE DORT PAS 
8-  RETROUSSE SES MANCHES ELLE SAIT CE QU'ELLE VEUT 
9-  DÉTERMINÉE UNE GUERRIÈRE DANS L'ARMÉE DE DIEU 
10-  ELLE VEILLE SUR SA MAISON 
11-  UNE SENTINELLE CONTRE LES CRIMINELS 
12-  C'EST JÉSUS, SA HAUTE RETRAITE C’EST JÉSUS, SA FORTERESSE 
13-  PLEINE DE FOI ÉTEINT LES FLÈCHES 
14-  C'EST UNE MÈRE  ET UNE FEMME D'AFFAIRES 
15-  UNE AIDE ET UN LEADER PAS UNE PLEUREUSE 
16-  COURAGEUSE, TRAVAILLEUSE UNE MENEUSE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
17-  QUAND L'ENNEMI SE LÈVE CONTRE TOI 
18-  TOUCHE À TA FAMILLE ET TOUT CE QUI EST À TOI 
19-  TU DOIS LAISSER LA LIONNE SORTIR DE TOI 
20-  MAIS TU SAIS QUOI ? IL NE PEUT PAS M'ARRÊTER 
21-  JE SUIS SÛRE DE ÇA PEUT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NE PEUT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TU N'AS PAS DE PUISSANCE PEUX PAS TOUCHER À ÇA 
24-  M'ARRÊTER JE SUIS SÛRE DE ÇA 
25-  JE SUIS UNE WONDER WOMAN TU N'AS PAS DE PUISSANCE 
26-  PEUX PAS TOUCHER À ÇA M'ARRÊTER, JE SUIS SÛRE DE ÇA 
27-  TU NE PEUX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28-  TU NE PEUX PAS M'ARRÊTER 
29-  TU NE PEUX PAS ME STOPPER J'AVANCE C'EST SÛR 
30-  J'AVANCE BIEN SÛR  X4
</a:t>
            </a: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</a:t>
            </a:r>
          </a:p>
          <a:p>
            <a:endParaRPr lang="fr-FR" altLang="fr-FR"/>
          </a:p>
          <a:p>
            <a:r>
              <a:rPr lang="fr-FR" altLang="fr-FR"/>
              <a:t>1-  QUI PEUT TROUVER UNE FEMME VERTUEUSE 
2-  QUI MARCHE EN  HD HD HD HD AH ! 
3-  JE NE PARLE PAS D'UNE FILLETTE MAIS D'UNE FEMME QUI SE LÈVE 
4-  QUI SE TIENT DANS LA BRÈCHE POUR ELLE ET LES SIENS 
5-  ÉPOUSE TELLEMENT PUISSANTE ELLE PENSE ET ELLE INVENTE 
6-  CONSTRUIT SA VIE ET SA MAISON AVEC DES PAROLES ÉDIFIANTES, HEIN ! 
7-  FEMME VAILLANTE ET FORTE NE DORT PAS 
8-  RETROUSSE SES MANCHES ELLE SAIT CE QU'ELLE VEUT 
9-  DÉTERMINÉE UNE GUERRIÈRE DANS L'ARMÉE DE DIEU 
10-  ELLE VEILLE SUR SA MAISON 
11-  UNE SENTINELLE CONTRE LES CRIMINELS 
12-  C'EST JÉSUS, SA HAUTE RETRAITE C’EST JÉSUS, SA FORTERESSE 
13-  PLEINE DE FOI ÉTEINT LES FLÈCHES 
14-  C'EST UNE MÈRE  ET UNE FEMME D'AFFAIRES 
15-  UNE AIDE ET UN LEADER PAS UNE PLEUREUSE 
16-  COURAGEUSE, TRAVAILLEUSE UNE MENEUSE </a:t>
            </a:r>
          </a:p>
          <a:p>
            <a:endParaRPr lang="fr-FR" altLang="fr-FR"/>
          </a:p>
          <a:p>
            <a:r>
              <a:rPr lang="fr-FR" altLang="fr-FR"/>
              <a:t>REFRAIN
17-  QUAND L'ENNEMI SE LÈVE CONTRE TOI 
18-  TOUCHE À TA FAMILLE ET TOUT CE QUI EST À TOI 
19-  TU DOIS LAISSER LA LIONNE SORTIR DE TOI 
20-  MAIS TU SAIS QUOI ? IL NE PEUT PAS M'ARRÊTER 
21-  JE SUIS SÛRE DE ÇA PEUT PAS M'ARRÊTER </a:t>
            </a:r>
          </a:p>
          <a:p>
            <a:r>
              <a:rPr lang="fr-FR" altLang="fr-FR"/>
              <a:t>22-  IL NE PEUT PAS M'ARRÊTER </a:t>
            </a:r>
          </a:p>
          <a:p>
            <a:r>
              <a:rPr lang="fr-FR" altLang="fr-FR"/>
              <a:t>23-  TU N'AS PAS DE PUISSANCE PEUX PAS TOUCHER À ÇA 
24-  M'ARRÊTER JE SUIS SÛRE DE ÇA 
25-  JE SUIS UNE WONDER WOMAN TU N'AS PAS DE PUISSANCE 
26-  PEUX PAS TOUCHER À ÇA M'ARRÊTER, JE SUIS SÛRE DE ÇA 
27-  TU NE PEUX PAS M'ARRÊTER </a:t>
            </a:r>
          </a:p>
          <a:p>
            <a:endParaRPr lang="fr-FR" altLang="fr-FR"/>
          </a:p>
          <a:p>
            <a:r>
              <a:rPr lang="fr-FR" altLang="fr-FR"/>
              <a:t>PONT
28-  TU NE PEUX PAS M'ARRÊTER 
29-  TU NE PEUX PAS ME STOPPER J'AVANCE C'EST SÛR 
30-  J'AVANCE BIEN SÛR  X4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PEUT TROUVER UNE FEMME VERTUEUSE 
2-  QUI MARCHE EN  HD HD HD HD AH ! 
3-  JE NE PARLE PAS D'UNE FILLETTE MAIS D'UNE FEMME QUI SE LÈVE 
4-  QUI SE TIENT DANS LA BRÈCHE POUR ELLE ET LES SIENS 
5-  ÉPOUSE TELLEMENT PUISSANTE ELLE PENSE ET ELLE INVENTE 
6-  CONSTRUIT SA VIE ET SA MAISON AVEC DES PAROLES ÉDIFIANTES, HEIN ! 
7-  FEMME VAILLANTE ET FORTE NE DORT PAS 
8-  RETROUSSE SES MANCHES ELLE SAIT CE QU'ELLE VEUT 
9-  DÉTERMINÉE UNE GUERRIÈRE DANS L'ARMÉE DE DIEU 
10-  ELLE VEILLE SUR SA MAISON 
11-  UNE SENTINELLE CONTRE LES CRIMINELS 
12-  C'EST JÉSUS, SA HAUTE RETRAITE C’EST JÉSUS, SA FORTERESSE 
13-  PLEINE DE FOI ÉTEINT LES FLÈCHES 
14-  C'EST UNE MÈRE  ET UNE FEMME D'AFFAIRES 
15-  UNE AIDE ET UN LEADER PAS UNE PLEUREUSE 
16-  COURAGEUSE, TRAVAILLEUSE UNE MENEUSE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
17-  QUAND L'ENNEMI SE LÈVE CONTRE TOI 
18-  TOUCHE À TA FAMILLE ET TOUT CE QUI EST À TOI 
19-  TU DOIS LAISSER LA LIONNE SORTIR DE TOI 
20-  MAIS TU SAIS QUOI ? IL NE PEUT PAS M'ARRÊTER 
21-  JE SUIS SÛRE DE ÇA PEUT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NE PEUT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TU N'AS PAS DE PUISSANCE PEUX PAS TOUCHER À ÇA 
24-  M'ARRÊTER JE SUIS SÛRE DE ÇA 
25-  JE SUIS UNE WONDER WOMAN TU N'AS PAS DE PUISSANCE 
26-  PEUX PAS TOUCHER À ÇA M'ARRÊTER, JE SUIS SÛRE DE ÇA 
27-  TU NE PEUX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28-  TU NE PEUX PAS M'ARRÊTER 
29-  TU NE PEUX PAS ME STOPPER J'AVANCE C'EST SÛR 
30-  J'AVANCE BIEN SÛR  X4
</a:t>
            </a: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</a:t>
            </a:r>
          </a:p>
          <a:p>
            <a:endParaRPr lang="fr-FR" altLang="fr-FR"/>
          </a:p>
          <a:p>
            <a:r>
              <a:rPr lang="fr-FR" altLang="fr-FR"/>
              <a:t>1-  QUI PEUT TROUVER UNE FEMME VERTUEUSE 
2-  QUI MARCHE EN  HD HD HD HD AH ! 
3-  JE NE PARLE PAS D'UNE FILLETTE MAIS D'UNE FEMME QUI SE LÈVE 
4-  QUI SE TIENT DANS LA BRÈCHE POUR ELLE ET LES SIENS 
5-  ÉPOUSE TELLEMENT PUISSANTE ELLE PENSE ET ELLE INVENTE 
6-  CONSTRUIT SA VIE ET SA MAISON AVEC DES PAROLES ÉDIFIANTES, HEIN ! 
7-  FEMME VAILLANTE ET FORTE NE DORT PAS 
8-  RETROUSSE SES MANCHES ELLE SAIT CE QU'ELLE VEUT 
9-  DÉTERMINÉE UNE GUERRIÈRE DANS L'ARMÉE DE DIEU 
10-  ELLE VEILLE SUR SA MAISON 
11-  UNE SENTINELLE CONTRE LES CRIMINELS 
12-  C'EST JÉSUS, SA HAUTE RETRAITE C’EST JÉSUS, SA FORTERESSE 
13-  PLEINE DE FOI ÉTEINT LES FLÈCHES 
14-  C'EST UNE MÈRE  ET UNE FEMME D'AFFAIRES 
15-  UNE AIDE ET UN LEADER PAS UNE PLEUREUSE 
16-  COURAGEUSE, TRAVAILLEUSE UNE MENEUSE </a:t>
            </a:r>
          </a:p>
          <a:p>
            <a:endParaRPr lang="fr-FR" altLang="fr-FR"/>
          </a:p>
          <a:p>
            <a:r>
              <a:rPr lang="fr-FR" altLang="fr-FR"/>
              <a:t>REFRAIN
17-  QUAND L'ENNEMI SE LÈVE CONTRE TOI 
18-  TOUCHE À TA FAMILLE ET TOUT CE QUI EST À TOI 
19-  TU DOIS LAISSER LA LIONNE SORTIR DE TOI 
20-  MAIS TU SAIS QUOI ? IL NE PEUT PAS M'ARRÊTER 
21-  JE SUIS SÛRE DE ÇA PEUT PAS M'ARRÊTER </a:t>
            </a:r>
          </a:p>
          <a:p>
            <a:r>
              <a:rPr lang="fr-FR" altLang="fr-FR"/>
              <a:t>22-  IL NE PEUT PAS M'ARRÊTER </a:t>
            </a:r>
          </a:p>
          <a:p>
            <a:r>
              <a:rPr lang="fr-FR" altLang="fr-FR"/>
              <a:t>23-  TU N'AS PAS DE PUISSANCE PEUX PAS TOUCHER À ÇA 
24-  M'ARRÊTER JE SUIS SÛRE DE ÇA 
25-  JE SUIS UNE WONDER WOMAN TU N'AS PAS DE PUISSANCE 
26-  PEUX PAS TOUCHER À ÇA M'ARRÊTER, JE SUIS SÛRE DE ÇA 
27-  TU NE PEUX PAS M'ARRÊTER </a:t>
            </a:r>
          </a:p>
          <a:p>
            <a:endParaRPr lang="fr-FR" altLang="fr-FR"/>
          </a:p>
          <a:p>
            <a:r>
              <a:rPr lang="fr-FR" altLang="fr-FR"/>
              <a:t>PONT
28-  TU NE PEUX PAS M'ARRÊTER 
29-  TU NE PEUX PAS ME STOPPER J'AVANCE C'EST SÛR 
30-  J'AVANCE BIEN SÛR  X4
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PEUT TROUVER UNE FEMME VERTUEUSE 
2-  QUI MARCHE EN  HD HD HD HD AH ! 
3-  JE NE PARLE PAS D'UNE FILLETTE MAIS D'UNE FEMME QUI SE LÈVE 
4-  QUI SE TIENT DANS LA BRÈCHE POUR ELLE ET LES SIENS 
5-  ÉPOUSE TELLEMENT PUISSANTE ELLE PENSE ET ELLE INVENTE 
6-  CONSTRUIT SA VIE ET SA MAISON AVEC DES PAROLES ÉDIFIANTES, HEIN ! 
7-  FEMME VAILLANTE ET FORTE NE DORT PAS 
8-  RETROUSSE SES MANCHES ELLE SAIT CE QU'ELLE VEUT 
9-  DÉTERMINÉE UNE GUERRIÈRE DANS L'ARMÉE DE DIEU 
10-  ELLE VEILLE SUR SA MAISON 
11-  UNE SENTINELLE CONTRE LES CRIMINELS 
12-  C'EST JÉSUS, SA HAUTE RETRAITE C’EST JÉSUS, SA FORTERESSE 
13-  PLEINE DE FOI ÉTEINT LES FLÈCHES 
14-  C'EST UNE MÈRE  ET UNE FEMME D'AFFAIRES 
15-  UNE AIDE ET UN LEADER PAS UNE PLEUREUSE 
16-  COURAGEUSE, TRAVAILLEUSE UNE MENEUSE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
17-  QUAND L'ENNEMI SE LÈVE CONTRE TOI 
18-  TOUCHE À TA FAMILLE ET TOUT CE QUI EST À TOI 
19-  TU DOIS LAISSER LA LIONNE SORTIR DE TOI 
20-  MAIS TU SAIS QUOI ? IL NE PEUT PAS M'ARRÊTER 
21-  JE SUIS SÛRE DE ÇA PEUT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NE PEUT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TU N'AS PAS DE PUISSANCE PEUX PAS TOUCHER À ÇA 
24-  M'ARRÊTER JE SUIS SÛRE DE ÇA 
25-  JE SUIS UNE WONDER WOMAN TU N'AS PAS DE PUISSANCE 
26-  PEUX PAS TOUCHER À ÇA M'ARRÊTER, JE SUIS SÛRE DE ÇA 
27-  TU NE PEUX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28-  TU NE PEUX PAS M'ARRÊTER 
29-  TU NE PEUX PAS ME STOPPER J'AVANCE C'EST SÛR 
30-  J'AVANCE BIEN SÛR  X4
</a:t>
            </a: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</a:t>
            </a:r>
          </a:p>
          <a:p>
            <a:endParaRPr lang="fr-FR" altLang="fr-FR"/>
          </a:p>
          <a:p>
            <a:r>
              <a:rPr lang="fr-FR" altLang="fr-FR"/>
              <a:t>1-  QUI PEUT TROUVER UNE FEMME VERTUEUSE 
2-  QUI MARCHE EN  HD HD HD HD AH ! 
3-  JE NE PARLE PAS D'UNE FILLETTE MAIS D'UNE FEMME QUI SE LÈVE 
4-  QUI SE TIENT DANS LA BRÈCHE POUR ELLE ET LES SIENS 
5-  ÉPOUSE TELLEMENT PUISSANTE ELLE PENSE ET ELLE INVENTE 
6-  CONSTRUIT SA VIE ET SA MAISON AVEC DES PAROLES ÉDIFIANTES, HEIN ! 
7-  FEMME VAILLANTE ET FORTE NE DORT PAS 
8-  RETROUSSE SES MANCHES ELLE SAIT CE QU'ELLE VEUT 
9-  DÉTERMINÉE UNE GUERRIÈRE DANS L'ARMÉE DE DIEU 
10-  ELLE VEILLE SUR SA MAISON 
11-  UNE SENTINELLE CONTRE LES CRIMINELS 
12-  C'EST JÉSUS, SA HAUTE RETRAITE C’EST JÉSUS, SA FORTERESSE 
13-  PLEINE DE FOI ÉTEINT LES FLÈCHES 
14-  C'EST UNE MÈRE  ET UNE FEMME D'AFFAIRES 
15-  UNE AIDE ET UN LEADER PAS UNE PLEUREUSE 
16-  COURAGEUSE, TRAVAILLEUSE UNE MENEUSE </a:t>
            </a:r>
          </a:p>
          <a:p>
            <a:endParaRPr lang="fr-FR" altLang="fr-FR"/>
          </a:p>
          <a:p>
            <a:r>
              <a:rPr lang="fr-FR" altLang="fr-FR"/>
              <a:t>REFRAIN
17-  QUAND L'ENNEMI SE LÈVE CONTRE TOI 
18-  TOUCHE À TA FAMILLE ET TOUT CE QUI EST À TOI 
19-  TU DOIS LAISSER LA LIONNE SORTIR DE TOI 
20-  MAIS TU SAIS QUOI ? IL NE PEUT PAS M'ARRÊTER 
21-  JE SUIS SÛRE DE ÇA PEUT PAS M'ARRÊTER </a:t>
            </a:r>
          </a:p>
          <a:p>
            <a:r>
              <a:rPr lang="fr-FR" altLang="fr-FR"/>
              <a:t>22-  IL NE PEUT PAS M'ARRÊTER </a:t>
            </a:r>
          </a:p>
          <a:p>
            <a:r>
              <a:rPr lang="fr-FR" altLang="fr-FR"/>
              <a:t>23-  TU N'AS PAS DE PUISSANCE PEUX PAS TOUCHER À ÇA 
24-  M'ARRÊTER JE SUIS SÛRE DE ÇA 
25-  JE SUIS UNE WONDER WOMAN TU N'AS PAS DE PUISSANCE 
26-  PEUX PAS TOUCHER À ÇA M'ARRÊTER, JE SUIS SÛRE DE ÇA 
27-  TU NE PEUX PAS M'ARRÊTER </a:t>
            </a:r>
          </a:p>
          <a:p>
            <a:endParaRPr lang="fr-FR" altLang="fr-FR"/>
          </a:p>
          <a:p>
            <a:r>
              <a:rPr lang="fr-FR" altLang="fr-FR"/>
              <a:t>PONT
28-  TU NE PEUX PAS M'ARRÊTER 
29-  TU NE PEUX PAS ME STOPPER J'AVANCE C'EST SÛR 
30-  J'AVANCE BIEN SÛR  X4
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PEUT TROUVER UNE FEMME VERTUEUSE 
2-  QUI MARCHE EN  HD HD HD HD AH ! 
3-  JE NE PARLE PAS D'UNE FILLETTE MAIS D'UNE FEMME QUI SE LÈVE 
4-  QUI SE TIENT DANS LA BRÈCHE POUR ELLE ET LES SIENS 
5-  ÉPOUSE TELLEMENT PUISSANTE ELLE PENSE ET ELLE INVENTE 
6-  CONSTRUIT SA VIE ET SA MAISON AVEC DES PAROLES ÉDIFIANTES, HEIN ! 
7-  FEMME VAILLANTE ET FORTE NE DORT PAS 
8-  RETROUSSE SES MANCHES ELLE SAIT CE QU'ELLE VEUT 
9-  DÉTERMINÉE UNE GUERRIÈRE DANS L'ARMÉE DE DIEU 
10-  ELLE VEILLE SUR SA MAISON 
11-  UNE SENTINELLE CONTRE LES CRIMINELS 
12-  C'EST JÉSUS, SA HAUTE RETRAITE C’EST JÉSUS, SA FORTERESSE 
13-  PLEINE DE FOI ÉTEINT LES FLÈCHES 
14-  C'EST UNE MÈRE  ET UNE FEMME D'AFFAIRES 
15-  UNE AIDE ET UN LEADER PAS UNE PLEUREUSE 
16-  COURAGEUSE, TRAVAILLEUSE UNE MENEUSE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
17-  QUAND L'ENNEMI SE LÈVE CONTRE TOI 
18-  TOUCHE À TA FAMILLE ET TOUT CE QUI EST À TOI 
19-  TU DOIS LAISSER LA LIONNE SORTIR DE TOI 
20-  MAIS TU SAIS QUOI ? IL NE PEUT PAS M'ARRÊTER 
21-  JE SUIS SÛRE DE ÇA PEUT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NE PEUT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TU N'AS PAS DE PUISSANCE PEUX PAS TOUCHER À ÇA 
24-  M'ARRÊTER JE SUIS SÛRE DE ÇA 
25-  JE SUIS UNE WONDER WOMAN TU N'AS PAS DE PUISSANCE 
26-  PEUX PAS TOUCHER À ÇA M'ARRÊTER, JE SUIS SÛRE DE ÇA 
27-  TU NE PEUX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28-  TU NE PEUX PAS M'ARRÊTER 
29-  TU NE PEUX PAS ME STOPPER J'AVANCE C'EST SÛR 
30-  J'AVANCE BIEN SÛR  X4
</a:t>
            </a: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</a:t>
            </a:r>
          </a:p>
          <a:p>
            <a:endParaRPr lang="fr-FR" altLang="fr-FR"/>
          </a:p>
          <a:p>
            <a:r>
              <a:rPr lang="fr-FR" altLang="fr-FR"/>
              <a:t>1-  QUI PEUT TROUVER UNE FEMME VERTUEUSE 
2-  QUI MARCHE EN  HD HD HD HD AH ! 
3-  JE NE PARLE PAS D'UNE FILLETTE MAIS D'UNE FEMME QUI SE LÈVE 
4-  QUI SE TIENT DANS LA BRÈCHE POUR ELLE ET LES SIENS 
5-  ÉPOUSE TELLEMENT PUISSANTE ELLE PENSE ET ELLE INVENTE 
6-  CONSTRUIT SA VIE ET SA MAISON AVEC DES PAROLES ÉDIFIANTES, HEIN ! 
7-  FEMME VAILLANTE ET FORTE NE DORT PAS 
8-  RETROUSSE SES MANCHES ELLE SAIT CE QU'ELLE VEUT 
9-  DÉTERMINÉE UNE GUERRIÈRE DANS L'ARMÉE DE DIEU 
10-  ELLE VEILLE SUR SA MAISON 
11-  UNE SENTINELLE CONTRE LES CRIMINELS 
12-  C'EST JÉSUS, SA HAUTE RETRAITE C’EST JÉSUS, SA FORTERESSE 
13-  PLEINE DE FOI ÉTEINT LES FLÈCHES 
14-  C'EST UNE MÈRE  ET UNE FEMME D'AFFAIRES 
15-  UNE AIDE ET UN LEADER PAS UNE PLEUREUSE 
16-  COURAGEUSE, TRAVAILLEUSE UNE MENEUSE </a:t>
            </a:r>
          </a:p>
          <a:p>
            <a:endParaRPr lang="fr-FR" altLang="fr-FR"/>
          </a:p>
          <a:p>
            <a:r>
              <a:rPr lang="fr-FR" altLang="fr-FR"/>
              <a:t>REFRAIN
17-  QUAND L'ENNEMI SE LÈVE CONTRE TOI 
18-  TOUCHE À TA FAMILLE ET TOUT CE QUI EST À TOI 
19-  TU DOIS LAISSER LA LIONNE SORTIR DE TOI 
20-  MAIS TU SAIS QUOI ? IL NE PEUT PAS M'ARRÊTER 
21-  JE SUIS SÛRE DE ÇA PEUT PAS M'ARRÊTER </a:t>
            </a:r>
          </a:p>
          <a:p>
            <a:r>
              <a:rPr lang="fr-FR" altLang="fr-FR"/>
              <a:t>22-  IL NE PEUT PAS M'ARRÊTER </a:t>
            </a:r>
          </a:p>
          <a:p>
            <a:r>
              <a:rPr lang="fr-FR" altLang="fr-FR"/>
              <a:t>23-  TU N'AS PAS DE PUISSANCE PEUX PAS TOUCHER À ÇA 
24-  M'ARRÊTER JE SUIS SÛRE DE ÇA 
25-  JE SUIS UNE WONDER WOMAN TU N'AS PAS DE PUISSANCE 
26-  PEUX PAS TOUCHER À ÇA M'ARRÊTER, JE SUIS SÛRE DE ÇA 
27-  TU NE PEUX PAS M'ARRÊTER </a:t>
            </a:r>
          </a:p>
          <a:p>
            <a:endParaRPr lang="fr-FR" altLang="fr-FR"/>
          </a:p>
          <a:p>
            <a:r>
              <a:rPr lang="fr-FR" altLang="fr-FR"/>
              <a:t>PONT
28-  TU NE PEUX PAS M'ARRÊTER 
29-  TU NE PEUX PAS ME STOPPER J'AVANCE C'EST SÛR 
30-  J'AVANCE BIEN SÛR  X4
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PEUT TROUVER UNE FEMME VERTUEUSE 
2-  QUI MARCHE EN  HD HD HD HD AH ! 
3-  JE NE PARLE PAS D'UNE FILLETTE MAIS D'UNE FEMME QUI SE LÈVE 
4-  QUI SE TIENT DANS LA BRÈCHE POUR ELLE ET LES SIENS 
5-  ÉPOUSE TELLEMENT PUISSANTE ELLE PENSE ET ELLE INVENTE 
6-  CONSTRUIT SA VIE ET SA MAISON AVEC DES PAROLES ÉDIFIANTES, HEIN ! 
7-  FEMME VAILLANTE ET FORTE NE DORT PAS 
8-  RETROUSSE SES MANCHES ELLE SAIT CE QU'ELLE VEUT 
9-  DÉTERMINÉE UNE GUERRIÈRE DANS L'ARMÉE DE DIEU 
10-  ELLE VEILLE SUR SA MAISON 
11-  UNE SENTINELLE CONTRE LES CRIMINELS 
12-  C'EST JÉSUS, SA HAUTE RETRAITE C’EST JÉSUS, SA FORTERESSE 
13-  PLEINE DE FOI ÉTEINT LES FLÈCHES 
14-  C'EST UNE MÈRE  ET UNE FEMME D'AFFAIRES 
15-  UNE AIDE ET UN LEADER PAS UNE PLEUREUSE 
16-  COURAGEUSE, TRAVAILLEUSE UNE MENEUSE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
17-  QUAND L'ENNEMI SE LÈVE CONTRE TOI 
18-  TOUCHE À TA FAMILLE ET TOUT CE QUI EST À TOI 
19-  TU DOIS LAISSER LA LIONNE SORTIR DE TOI 
20-  MAIS TU SAIS QUOI ? IL NE PEUT PAS M'ARRÊTER 
21-  JE SUIS SÛRE DE ÇA PEUT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NE PEUT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TU N'AS PAS DE PUISSANCE PEUX PAS TOUCHER À ÇA 
24-  M'ARRÊTER JE SUIS SÛRE DE ÇA 
25-  JE SUIS UNE WONDER WOMAN TU N'AS PAS DE PUISSANCE 
26-  PEUX PAS TOUCHER À ÇA M'ARRÊTER, JE SUIS SÛRE DE ÇA 
27-  TU NE PEUX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28-  TU NE PEUX PAS M'ARRÊTER 
29-  TU NE PEUX PAS ME STOPPER J'AVANCE C'EST SÛR 
30-  J'AVANCE BIEN SÛR  X4
</a:t>
            </a: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</a:t>
            </a:r>
          </a:p>
          <a:p>
            <a:endParaRPr lang="fr-FR" altLang="fr-FR"/>
          </a:p>
          <a:p>
            <a:r>
              <a:rPr lang="fr-FR" altLang="fr-FR"/>
              <a:t>1-  QUI PEUT TROUVER UNE FEMME VERTUEUSE 
2-  QUI MARCHE EN  HD HD HD HD AH ! 
3-  JE NE PARLE PAS D'UNE FILLETTE MAIS D'UNE FEMME QUI SE LÈVE 
4-  QUI SE TIENT DANS LA BRÈCHE POUR ELLE ET LES SIENS 
5-  ÉPOUSE TELLEMENT PUISSANTE ELLE PENSE ET ELLE INVENTE 
6-  CONSTRUIT SA VIE ET SA MAISON AVEC DES PAROLES ÉDIFIANTES, HEIN ! 
7-  FEMME VAILLANTE ET FORTE NE DORT PAS 
8-  RETROUSSE SES MANCHES ELLE SAIT CE QU'ELLE VEUT 
9-  DÉTERMINÉE UNE GUERRIÈRE DANS L'ARMÉE DE DIEU 
10-  ELLE VEILLE SUR SA MAISON 
11-  UNE SENTINELLE CONTRE LES CRIMINELS 
12-  C'EST JÉSUS, SA HAUTE RETRAITE C’EST JÉSUS, SA FORTERESSE 
13-  PLEINE DE FOI ÉTEINT LES FLÈCHES 
14-  C'EST UNE MÈRE  ET UNE FEMME D'AFFAIRES 
15-  UNE AIDE ET UN LEADER PAS UNE PLEUREUSE 
16-  COURAGEUSE, TRAVAILLEUSE UNE MENEUSE </a:t>
            </a:r>
          </a:p>
          <a:p>
            <a:endParaRPr lang="fr-FR" altLang="fr-FR"/>
          </a:p>
          <a:p>
            <a:r>
              <a:rPr lang="fr-FR" altLang="fr-FR"/>
              <a:t>REFRAIN
17-  QUAND L'ENNEMI SE LÈVE CONTRE TOI 
18-  TOUCHE À TA FAMILLE ET TOUT CE QUI EST À TOI 
19-  TU DOIS LAISSER LA LIONNE SORTIR DE TOI 
20-  MAIS TU SAIS QUOI ? IL NE PEUT PAS M'ARRÊTER 
21-  JE SUIS SÛRE DE ÇA PEUT PAS M'ARRÊTER </a:t>
            </a:r>
          </a:p>
          <a:p>
            <a:r>
              <a:rPr lang="fr-FR" altLang="fr-FR"/>
              <a:t>22-  IL NE PEUT PAS M'ARRÊTER </a:t>
            </a:r>
          </a:p>
          <a:p>
            <a:r>
              <a:rPr lang="fr-FR" altLang="fr-FR"/>
              <a:t>23-  TU N'AS PAS DE PUISSANCE PEUX PAS TOUCHER À ÇA 
24-  M'ARRÊTER JE SUIS SÛRE DE ÇA 
25-  JE SUIS UNE WONDER WOMAN TU N'AS PAS DE PUISSANCE 
26-  PEUX PAS TOUCHER À ÇA M'ARRÊTER, JE SUIS SÛRE DE ÇA 
27-  TU NE PEUX PAS M'ARRÊTER </a:t>
            </a:r>
          </a:p>
          <a:p>
            <a:endParaRPr lang="fr-FR" altLang="fr-FR"/>
          </a:p>
          <a:p>
            <a:r>
              <a:rPr lang="fr-FR" altLang="fr-FR"/>
              <a:t>PONT
28-  TU NE PEUX PAS M'ARRÊTER 
29-  TU NE PEUX PAS ME STOPPER J'AVANCE C'EST SÛR 
30-  J'AVANCE BIEN SÛR  X4
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PEUT TROUVER UNE FEMME VERTUEUSE 
2-  QUI MARCHE EN  HD HD HD HD AH ! 
3-  JE NE PARLE PAS D'UNE FILLETTE MAIS D'UNE FEMME QUI SE LÈVE 
4-  QUI SE TIENT DANS LA BRÈCHE POUR ELLE ET LES SIENS 
5-  ÉPOUSE TELLEMENT PUISSANTE ELLE PENSE ET ELLE INVENTE 
6-  CONSTRUIT SA VIE ET SA MAISON AVEC DES PAROLES ÉDIFIANTES, HEIN ! 
7-  FEMME VAILLANTE ET FORTE NE DORT PAS 
8-  RETROUSSE SES MANCHES ELLE SAIT CE QU'ELLE VEUT 
9-  DÉTERMINÉE UNE GUERRIÈRE DANS L'ARMÉE DE DIEU 
10-  ELLE VEILLE SUR SA MAISON 
11-  UNE SENTINELLE CONTRE LES CRIMINELS 
12-  C'EST JÉSUS, SA HAUTE RETRAITE C’EST JÉSUS, SA FORTERESSE 
13-  PLEINE DE FOI ÉTEINT LES FLÈCHES 
14-  C'EST UNE MÈRE  ET UNE FEMME D'AFFAIRES 
15-  UNE AIDE ET UN LEADER PAS UNE PLEUREUSE 
16-  COURAGEUSE, TRAVAILLEUSE UNE MENEUSE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
17-  QUAND L'ENNEMI SE LÈVE CONTRE TOI 
18-  TOUCHE À TA FAMILLE ET TOUT CE QUI EST À TOI 
19-  TU DOIS LAISSER LA LIONNE SORTIR DE TOI 
20-  MAIS TU SAIS QUOI ? IL NE PEUT PAS M'ARRÊTER 
21-  JE SUIS SÛRE DE ÇA PEUT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NE PEUT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TU N'AS PAS DE PUISSANCE PEUX PAS TOUCHER À ÇA 
24-  M'ARRÊTER JE SUIS SÛRE DE ÇA 
25-  JE SUIS UNE WONDER WOMAN TU N'AS PAS DE PUISSANCE 
26-  PEUX PAS TOUCHER À ÇA M'ARRÊTER, JE SUIS SÛRE DE ÇA 
27-  TU NE PEUX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28-  TU NE PEUX PAS M'ARRÊTER 
29-  TU NE PEUX PAS ME STOPPER J'AVANCE C'EST SÛR 
30-  J'AVANCE BIEN SÛR  X4
</a:t>
            </a: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</a:t>
            </a:r>
          </a:p>
          <a:p>
            <a:endParaRPr lang="fr-FR" altLang="fr-FR"/>
          </a:p>
          <a:p>
            <a:r>
              <a:rPr lang="fr-FR" altLang="fr-FR"/>
              <a:t>1-  QUI PEUT TROUVER UNE FEMME VERTUEUSE 
2-  QUI MARCHE EN  HD HD HD HD AH ! 
3-  JE NE PARLE PAS D'UNE FILLETTE MAIS D'UNE FEMME QUI SE LÈVE 
4-  QUI SE TIENT DANS LA BRÈCHE POUR ELLE ET LES SIENS 
5-  ÉPOUSE TELLEMENT PUISSANTE ELLE PENSE ET ELLE INVENTE 
6-  CONSTRUIT SA VIE ET SA MAISON AVEC DES PAROLES ÉDIFIANTES, HEIN ! 
7-  FEMME VAILLANTE ET FORTE NE DORT PAS 
8-  RETROUSSE SES MANCHES ELLE SAIT CE QU'ELLE VEUT 
9-  DÉTERMINÉE UNE GUERRIÈRE DANS L'ARMÉE DE DIEU 
10-  ELLE VEILLE SUR SA MAISON 
11-  UNE SENTINELLE CONTRE LES CRIMINELS 
12-  C'EST JÉSUS, SA HAUTE RETRAITE C’EST JÉSUS, SA FORTERESSE 
13-  PLEINE DE FOI ÉTEINT LES FLÈCHES 
14-  C'EST UNE MÈRE  ET UNE FEMME D'AFFAIRES 
15-  UNE AIDE ET UN LEADER PAS UNE PLEUREUSE 
16-  COURAGEUSE, TRAVAILLEUSE UNE MENEUSE </a:t>
            </a:r>
          </a:p>
          <a:p>
            <a:endParaRPr lang="fr-FR" altLang="fr-FR"/>
          </a:p>
          <a:p>
            <a:r>
              <a:rPr lang="fr-FR" altLang="fr-FR"/>
              <a:t>REFRAIN
17-  QUAND L'ENNEMI SE LÈVE CONTRE TOI 
18-  TOUCHE À TA FAMILLE ET TOUT CE QUI EST À TOI 
19-  TU DOIS LAISSER LA LIONNE SORTIR DE TOI 
20-  MAIS TU SAIS QUOI ? IL NE PEUT PAS M'ARRÊTER 
21-  JE SUIS SÛRE DE ÇA PEUT PAS M'ARRÊTER </a:t>
            </a:r>
          </a:p>
          <a:p>
            <a:r>
              <a:rPr lang="fr-FR" altLang="fr-FR"/>
              <a:t>22-  IL NE PEUT PAS M'ARRÊTER </a:t>
            </a:r>
          </a:p>
          <a:p>
            <a:r>
              <a:rPr lang="fr-FR" altLang="fr-FR"/>
              <a:t>23-  TU N'AS PAS DE PUISSANCE PEUX PAS TOUCHER À ÇA 
24-  M'ARRÊTER JE SUIS SÛRE DE ÇA 
25-  JE SUIS UNE WONDER WOMAN TU N'AS PAS DE PUISSANCE 
26-  PEUX PAS TOUCHER À ÇA M'ARRÊTER, JE SUIS SÛRE DE ÇA 
27-  TU NE PEUX PAS M'ARRÊTER </a:t>
            </a:r>
          </a:p>
          <a:p>
            <a:endParaRPr lang="fr-FR" altLang="fr-FR"/>
          </a:p>
          <a:p>
            <a:r>
              <a:rPr lang="fr-FR" altLang="fr-FR"/>
              <a:t>PONT
28-  TU NE PEUX PAS M'ARRÊTER 
29-  TU NE PEUX PAS ME STOPPER J'AVANCE C'EST SÛR 
30-  J'AVANCE BIEN SÛR  X4
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PEUT TROUVER UNE FEMME VERTUEUSE 
2-  QUI MARCHE EN  HD HD HD HD AH ! 
3-  JE NE PARLE PAS D'UNE FILLETTE MAIS D'UNE FEMME QUI SE LÈVE 
4-  QUI SE TIENT DANS LA BRÈCHE POUR ELLE ET LES SIENS 
5-  ÉPOUSE TELLEMENT PUISSANTE ELLE PENSE ET ELLE INVENTE 
6-  CONSTRUIT SA VIE ET SA MAISON AVEC DES PAROLES ÉDIFIANTES, HEIN ! 
7-  FEMME VAILLANTE ET FORTE NE DORT PAS 
8-  RETROUSSE SES MANCHES ELLE SAIT CE QU'ELLE VEUT 
9-  DÉTERMINÉE UNE GUERRIÈRE DANS L'ARMÉE DE DIEU 
10-  ELLE VEILLE SUR SA MAISON 
11-  UNE SENTINELLE CONTRE LES CRIMINELS 
12-  C'EST JÉSUS, SA HAUTE RETRAITE C’EST JÉSUS, SA FORTERESSE 
13-  PLEINE DE FOI ÉTEINT LES FLÈCHES 
14-  C'EST UNE MÈRE  ET UNE FEMME D'AFFAIRES 
15-  UNE AIDE ET UN LEADER PAS UNE PLEUREUSE 
16-  COURAGEUSE, TRAVAILLEUSE UNE MENEUSE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
17-  QUAND L'ENNEMI SE LÈVE CONTRE TOI 
18-  TOUCHE À TA FAMILLE ET TOUT CE QUI EST À TOI 
19-  TU DOIS LAISSER LA LIONNE SORTIR DE TOI 
20-  MAIS TU SAIS QUOI ? IL NE PEUT PAS M'ARRÊTER 
21-  JE SUIS SÛRE DE ÇA PEUT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NE PEUT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TU N'AS PAS DE PUISSANCE PEUX PAS TOUCHER À ÇA 
24-  M'ARRÊTER JE SUIS SÛRE DE ÇA 
25-  JE SUIS UNE WONDER WOMAN TU N'AS PAS DE PUISSANCE 
26-  PEUX PAS TOUCHER À ÇA M'ARRÊTER, JE SUIS SÛRE DE ÇA 
27-  TU NE PEUX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28-  TU NE PEUX PAS M'ARRÊTER 
29-  TU NE PEUX PAS ME STOPPER J'AVANCE C'EST SÛR 
30-  J'AVANCE BIEN SÛR  X4
</a:t>
            </a: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</a:t>
            </a:r>
          </a:p>
          <a:p>
            <a:endParaRPr lang="fr-FR" altLang="fr-FR"/>
          </a:p>
          <a:p>
            <a:r>
              <a:rPr lang="fr-FR" altLang="fr-FR"/>
              <a:t>1-  QUI PEUT TROUVER UNE FEMME VERTUEUSE 
2-  QUI MARCHE EN  HD HD HD HD AH ! 
3-  JE NE PARLE PAS D'UNE FILLETTE MAIS D'UNE FEMME QUI SE LÈVE 
4-  QUI SE TIENT DANS LA BRÈCHE POUR ELLE ET LES SIENS 
5-  ÉPOUSE TELLEMENT PUISSANTE ELLE PENSE ET ELLE INVENTE 
6-  CONSTRUIT SA VIE ET SA MAISON AVEC DES PAROLES ÉDIFIANTES, HEIN ! 
7-  FEMME VAILLANTE ET FORTE NE DORT PAS 
8-  RETROUSSE SES MANCHES ELLE SAIT CE QU'ELLE VEUT 
9-  DÉTERMINÉE UNE GUERRIÈRE DANS L'ARMÉE DE DIEU 
10-  ELLE VEILLE SUR SA MAISON 
11-  UNE SENTINELLE CONTRE LES CRIMINELS 
12-  C'EST JÉSUS, SA HAUTE RETRAITE C’EST JÉSUS, SA FORTERESSE 
13-  PLEINE DE FOI ÉTEINT LES FLÈCHES 
14-  C'EST UNE MÈRE  ET UNE FEMME D'AFFAIRES 
15-  UNE AIDE ET UN LEADER PAS UNE PLEUREUSE 
16-  COURAGEUSE, TRAVAILLEUSE UNE MENEUSE </a:t>
            </a:r>
          </a:p>
          <a:p>
            <a:endParaRPr lang="fr-FR" altLang="fr-FR"/>
          </a:p>
          <a:p>
            <a:r>
              <a:rPr lang="fr-FR" altLang="fr-FR"/>
              <a:t>REFRAIN
17-  QUAND L'ENNEMI SE LÈVE CONTRE TOI 
18-  TOUCHE À TA FAMILLE ET TOUT CE QUI EST À TOI 
19-  TU DOIS LAISSER LA LIONNE SORTIR DE TOI 
20-  MAIS TU SAIS QUOI ? IL NE PEUT PAS M'ARRÊTER 
21-  JE SUIS SÛRE DE ÇA PEUT PAS M'ARRÊTER </a:t>
            </a:r>
          </a:p>
          <a:p>
            <a:r>
              <a:rPr lang="fr-FR" altLang="fr-FR"/>
              <a:t>22-  IL NE PEUT PAS M'ARRÊTER </a:t>
            </a:r>
          </a:p>
          <a:p>
            <a:r>
              <a:rPr lang="fr-FR" altLang="fr-FR"/>
              <a:t>23-  TU N'AS PAS DE PUISSANCE PEUX PAS TOUCHER À ÇA 
24-  M'ARRÊTER JE SUIS SÛRE DE ÇA 
25-  JE SUIS UNE WONDER WOMAN TU N'AS PAS DE PUISSANCE 
26-  PEUX PAS TOUCHER À ÇA M'ARRÊTER, JE SUIS SÛRE DE ÇA 
27-  TU NE PEUX PAS M'ARRÊTER </a:t>
            </a:r>
          </a:p>
          <a:p>
            <a:endParaRPr lang="fr-FR" altLang="fr-FR"/>
          </a:p>
          <a:p>
            <a:r>
              <a:rPr lang="fr-FR" altLang="fr-FR"/>
              <a:t>PONT
28-  TU NE PEUX PAS M'ARRÊTER 
29-  TU NE PEUX PAS ME STOPPER J'AVANCE C'EST SÛR 
30-  J'AVANCE BIEN SÛR  X4
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PEUT TROUVER UNE FEMME VERTUEUSE 
2-  QUI MARCHE EN  HD HD HD HD AH ! 
3-  JE NE PARLE PAS D'UNE FILLETTE MAIS D'UNE FEMME QUI SE LÈVE 
4-  QUI SE TIENT DANS LA BRÈCHE POUR ELLE ET LES SIENS 
5-  ÉPOUSE TELLEMENT PUISSANTE ELLE PENSE ET ELLE INVENTE 
6-  CONSTRUIT SA VIE ET SA MAISON AVEC DES PAROLES ÉDIFIANTES, HEIN ! 
7-  FEMME VAILLANTE ET FORTE NE DORT PAS 
8-  RETROUSSE SES MANCHES ELLE SAIT CE QU'ELLE VEUT 
9-  DÉTERMINÉE UNE GUERRIÈRE DANS L'ARMÉE DE DIEU 
10-  ELLE VEILLE SUR SA MAISON 
11-  UNE SENTINELLE CONTRE LES CRIMINELS 
12-  C'EST JÉSUS, SA HAUTE RETRAITE C’EST JÉSUS, SA FORTERESSE 
13-  PLEINE DE FOI ÉTEINT LES FLÈCHES 
14-  C'EST UNE MÈRE  ET UNE FEMME D'AFFAIRES 
15-  UNE AIDE ET UN LEADER PAS UNE PLEUREUSE 
16-  COURAGEUSE, TRAVAILLEUSE UNE MENEUSE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
17-  QUAND L'ENNEMI SE LÈVE CONTRE TOI 
18-  TOUCHE À TA FAMILLE ET TOUT CE QUI EST À TOI 
19-  TU DOIS LAISSER LA LIONNE SORTIR DE TOI 
20-  MAIS TU SAIS QUOI ? IL NE PEUT PAS M'ARRÊTER 
21-  JE SUIS SÛRE DE ÇA PEUT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NE PEUT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TU N'AS PAS DE PUISSANCE PEUX PAS TOUCHER À ÇA 
24-  M'ARRÊTER JE SUIS SÛRE DE ÇA 
25-  JE SUIS UNE WONDER WOMAN TU N'AS PAS DE PUISSANCE 
26-  PEUX PAS TOUCHER À ÇA M'ARRÊTER, JE SUIS SÛRE DE ÇA 
27-  TU NE PEUX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28-  TU NE PEUX PAS M'ARRÊTER 
29-  TU NE PEUX PAS ME STOPPER J'AVANCE C'EST SÛR 
30-  J'AVANCE BIEN SÛR  X4
</a:t>
            </a: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</a:t>
            </a:r>
          </a:p>
          <a:p>
            <a:endParaRPr lang="fr-FR" altLang="fr-FR"/>
          </a:p>
          <a:p>
            <a:r>
              <a:rPr lang="fr-FR" altLang="fr-FR"/>
              <a:t>1-  QUI PEUT TROUVER UNE FEMME VERTUEUSE 
2-  QUI MARCHE EN  HD HD HD HD AH ! 
3-  JE NE PARLE PAS D'UNE FILLETTE MAIS D'UNE FEMME QUI SE LÈVE 
4-  QUI SE TIENT DANS LA BRÈCHE POUR ELLE ET LES SIENS 
5-  ÉPOUSE TELLEMENT PUISSANTE ELLE PENSE ET ELLE INVENTE 
6-  CONSTRUIT SA VIE ET SA MAISON AVEC DES PAROLES ÉDIFIANTES, HEIN ! 
7-  FEMME VAILLANTE ET FORTE NE DORT PAS 
8-  RETROUSSE SES MANCHES ELLE SAIT CE QU'ELLE VEUT 
9-  DÉTERMINÉE UNE GUERRIÈRE DANS L'ARMÉE DE DIEU 
10-  ELLE VEILLE SUR SA MAISON 
11-  UNE SENTINELLE CONTRE LES CRIMINELS 
12-  C'EST JÉSUS, SA HAUTE RETRAITE C’EST JÉSUS, SA FORTERESSE 
13-  PLEINE DE FOI ÉTEINT LES FLÈCHES 
14-  C'EST UNE MÈRE  ET UNE FEMME D'AFFAIRES 
15-  UNE AIDE ET UN LEADER PAS UNE PLEUREUSE 
16-  COURAGEUSE, TRAVAILLEUSE UNE MENEUSE </a:t>
            </a:r>
          </a:p>
          <a:p>
            <a:endParaRPr lang="fr-FR" altLang="fr-FR"/>
          </a:p>
          <a:p>
            <a:r>
              <a:rPr lang="fr-FR" altLang="fr-FR"/>
              <a:t>REFRAIN
17-  QUAND L'ENNEMI SE LÈVE CONTRE TOI 
18-  TOUCHE À TA FAMILLE ET TOUT CE QUI EST À TOI 
19-  TU DOIS LAISSER LA LIONNE SORTIR DE TOI 
20-  MAIS TU SAIS QUOI ? IL NE PEUT PAS M'ARRÊTER 
21-  JE SUIS SÛRE DE ÇA PEUT PAS M'ARRÊTER </a:t>
            </a:r>
          </a:p>
          <a:p>
            <a:r>
              <a:rPr lang="fr-FR" altLang="fr-FR"/>
              <a:t>22-  IL NE PEUT PAS M'ARRÊTER </a:t>
            </a:r>
          </a:p>
          <a:p>
            <a:r>
              <a:rPr lang="fr-FR" altLang="fr-FR"/>
              <a:t>23-  TU N'AS PAS DE PUISSANCE PEUX PAS TOUCHER À ÇA 
24-  M'ARRÊTER JE SUIS SÛRE DE ÇA 
25-  JE SUIS UNE WONDER WOMAN TU N'AS PAS DE PUISSANCE 
26-  PEUX PAS TOUCHER À ÇA M'ARRÊTER, JE SUIS SÛRE DE ÇA 
27-  TU NE PEUX PAS M'ARRÊTER </a:t>
            </a:r>
          </a:p>
          <a:p>
            <a:endParaRPr lang="fr-FR" altLang="fr-FR"/>
          </a:p>
          <a:p>
            <a:r>
              <a:rPr lang="fr-FR" altLang="fr-FR"/>
              <a:t>PONT
28-  TU NE PEUX PAS M'ARRÊTER 
29-  TU NE PEUX PAS ME STOPPER J'AVANCE C'EST SÛR 
30-  J'AVANCE BIEN SÛR  X4
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PEUT TROUVER UNE FEMME VERTUEUSE 
2-  QUI MARCHE EN  HD HD HD HD AH ! 
3-  JE NE PARLE PAS D'UNE FILLETTE MAIS D'UNE FEMME QUI SE LÈVE 
4-  QUI SE TIENT DANS LA BRÈCHE POUR ELLE ET LES SIENS 
5-  ÉPOUSE TELLEMENT PUISSANTE ELLE PENSE ET ELLE INVENTE 
6-  CONSTRUIT SA VIE ET SA MAISON AVEC DES PAROLES ÉDIFIANTES, HEIN ! 
7-  FEMME VAILLANTE ET FORTE NE DORT PAS 
8-  RETROUSSE SES MANCHES ELLE SAIT CE QU'ELLE VEUT 
9-  DÉTERMINÉE UNE GUERRIÈRE DANS L'ARMÉE DE DIEU 
10-  ELLE VEILLE SUR SA MAISON 
11-  UNE SENTINELLE CONTRE LES CRIMINELS 
12-  C'EST JÉSUS, SA HAUTE RETRAITE C’EST JÉSUS, SA FORTERESSE 
13-  PLEINE DE FOI ÉTEINT LES FLÈCHES 
14-  C'EST UNE MÈRE  ET UNE FEMME D'AFFAIRES 
15-  UNE AIDE ET UN LEADER PAS UNE PLEUREUSE 
16-  COURAGEUSE, TRAVAILLEUSE UNE MENEUSE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
17-  QUAND L'ENNEMI SE LÈVE CONTRE TOI 
18-  TOUCHE À TA FAMILLE ET TOUT CE QUI EST À TOI 
19-  TU DOIS LAISSER LA LIONNE SORTIR DE TOI 
20-  MAIS TU SAIS QUOI ? IL NE PEUT PAS M'ARRÊTER 
21-  JE SUIS SÛRE DE ÇA PEUT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NE PEUT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TU N'AS PAS DE PUISSANCE PEUX PAS TOUCHER À ÇA 
24-  M'ARRÊTER JE SUIS SÛRE DE ÇA 
25-  JE SUIS UNE WONDER WOMAN TU N'AS PAS DE PUISSANCE 
26-  PEUX PAS TOUCHER À ÇA M'ARRÊTER, JE SUIS SÛRE DE ÇA 
27-  TU NE PEUX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28-  TU NE PEUX PAS M'ARRÊTER 
29-  TU NE PEUX PAS ME STOPPER J'AVANCE C'EST SÛR 
30-  J'AVANCE BIEN SÛR  X4
</a:t>
            </a: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</a:t>
            </a:r>
          </a:p>
          <a:p>
            <a:endParaRPr lang="fr-FR" altLang="fr-FR"/>
          </a:p>
          <a:p>
            <a:r>
              <a:rPr lang="fr-FR" altLang="fr-FR"/>
              <a:t>1-  QUI PEUT TROUVER UNE FEMME VERTUEUSE 
2-  QUI MARCHE EN  HD HD HD HD AH ! 
3-  JE NE PARLE PAS D'UNE FILLETTE MAIS D'UNE FEMME QUI SE LÈVE 
4-  QUI SE TIENT DANS LA BRÈCHE POUR ELLE ET LES SIENS 
5-  ÉPOUSE TELLEMENT PUISSANTE ELLE PENSE ET ELLE INVENTE 
6-  CONSTRUIT SA VIE ET SA MAISON AVEC DES PAROLES ÉDIFIANTES, HEIN ! 
7-  FEMME VAILLANTE ET FORTE NE DORT PAS 
8-  RETROUSSE SES MANCHES ELLE SAIT CE QU'ELLE VEUT 
9-  DÉTERMINÉE UNE GUERRIÈRE DANS L'ARMÉE DE DIEU 
10-  ELLE VEILLE SUR SA MAISON 
11-  UNE SENTINELLE CONTRE LES CRIMINELS 
12-  C'EST JÉSUS, SA HAUTE RETRAITE C’EST JÉSUS, SA FORTERESSE 
13-  PLEINE DE FOI ÉTEINT LES FLÈCHES 
14-  C'EST UNE MÈRE  ET UNE FEMME D'AFFAIRES 
15-  UNE AIDE ET UN LEADER PAS UNE PLEUREUSE 
16-  COURAGEUSE, TRAVAILLEUSE UNE MENEUSE </a:t>
            </a:r>
          </a:p>
          <a:p>
            <a:endParaRPr lang="fr-FR" altLang="fr-FR"/>
          </a:p>
          <a:p>
            <a:r>
              <a:rPr lang="fr-FR" altLang="fr-FR"/>
              <a:t>REFRAIN
17-  QUAND L'ENNEMI SE LÈVE CONTRE TOI 
18-  TOUCHE À TA FAMILLE ET TOUT CE QUI EST À TOI 
19-  TU DOIS LAISSER LA LIONNE SORTIR DE TOI 
20-  MAIS TU SAIS QUOI ? IL NE PEUT PAS M'ARRÊTER 
21-  JE SUIS SÛRE DE ÇA PEUT PAS M'ARRÊTER </a:t>
            </a:r>
          </a:p>
          <a:p>
            <a:r>
              <a:rPr lang="fr-FR" altLang="fr-FR"/>
              <a:t>22-  IL NE PEUT PAS M'ARRÊTER </a:t>
            </a:r>
          </a:p>
          <a:p>
            <a:r>
              <a:rPr lang="fr-FR" altLang="fr-FR"/>
              <a:t>23-  TU N'AS PAS DE PUISSANCE PEUX PAS TOUCHER À ÇA 
24-  M'ARRÊTER JE SUIS SÛRE DE ÇA 
25-  JE SUIS UNE WONDER WOMAN TU N'AS PAS DE PUISSANCE 
26-  PEUX PAS TOUCHER À ÇA M'ARRÊTER, JE SUIS SÛRE DE ÇA 
27-  TU NE PEUX PAS M'ARRÊTER </a:t>
            </a:r>
          </a:p>
          <a:p>
            <a:endParaRPr lang="fr-FR" altLang="fr-FR"/>
          </a:p>
          <a:p>
            <a:r>
              <a:rPr lang="fr-FR" altLang="fr-FR"/>
              <a:t>PONT
28-  TU NE PEUX PAS M'ARRÊTER 
29-  TU NE PEUX PAS ME STOPPER J'AVANCE C'EST SÛR 
30-  J'AVANCE BIEN SÛR  X4
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PEUT TROUVER UNE FEMME VERTUEUSE 
2-  QUI MARCHE EN  HD HD HD HD AH ! 
3-  JE NE PARLE PAS D'UNE FILLETTE MAIS D'UNE FEMME QUI SE LÈVE 
4-  QUI SE TIENT DANS LA BRÈCHE POUR ELLE ET LES SIENS 
5-  ÉPOUSE TELLEMENT PUISSANTE ELLE PENSE ET ELLE INVENTE 
6-  CONSTRUIT SA VIE ET SA MAISON AVEC DES PAROLES ÉDIFIANTES, HEIN ! 
7-  FEMME VAILLANTE ET FORTE NE DORT PAS 
8-  RETROUSSE SES MANCHES ELLE SAIT CE QU'ELLE VEUT 
9-  DÉTERMINÉE UNE GUERRIÈRE DANS L'ARMÉE DE DIEU 
10-  ELLE VEILLE SUR SA MAISON 
11-  UNE SENTINELLE CONTRE LES CRIMINELS 
12-  C'EST JÉSUS, SA HAUTE RETRAITE C’EST JÉSUS, SA FORTERESSE 
13-  PLEINE DE FOI ÉTEINT LES FLÈCHES 
14-  C'EST UNE MÈRE  ET UNE FEMME D'AFFAIRES 
15-  UNE AIDE ET UN LEADER PAS UNE PLEUREUSE 
16-  COURAGEUSE, TRAVAILLEUSE UNE MENEUSE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
17-  QUAND L'ENNEMI SE LÈVE CONTRE TOI 
18-  TOUCHE À TA FAMILLE ET TOUT CE QUI EST À TOI 
19-  TU DOIS LAISSER LA LIONNE SORTIR DE TOI 
20-  MAIS TU SAIS QUOI ? IL NE PEUT PAS M'ARRÊTER 
21-  JE SUIS SÛRE DE ÇA PEUT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NE PEUT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TU N'AS PAS DE PUISSANCE PEUX PAS TOUCHER À ÇA 
24-  M'ARRÊTER JE SUIS SÛRE DE ÇA 
25-  JE SUIS UNE WONDER WOMAN TU N'AS PAS DE PUISSANCE 
26-  PEUX PAS TOUCHER À ÇA M'ARRÊTER, JE SUIS SÛRE DE ÇA 
27-  TU NE PEUX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28-  TU NE PEUX PAS M'ARRÊTER 
29-  TU NE PEUX PAS ME STOPPER J'AVANCE C'EST SÛR 
30-  J'AVANCE BIEN SÛR  X4
</a:t>
            </a: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</a:t>
            </a:r>
          </a:p>
          <a:p>
            <a:endParaRPr lang="fr-FR" altLang="fr-FR"/>
          </a:p>
          <a:p>
            <a:r>
              <a:rPr lang="fr-FR" altLang="fr-FR"/>
              <a:t>1-  QUI PEUT TROUVER UNE FEMME VERTUEUSE 
2-  QUI MARCHE EN  HD HD HD HD AH ! 
3-  JE NE PARLE PAS D'UNE FILLETTE MAIS D'UNE FEMME QUI SE LÈVE 
4-  QUI SE TIENT DANS LA BRÈCHE POUR ELLE ET LES SIENS 
5-  ÉPOUSE TELLEMENT PUISSANTE ELLE PENSE ET ELLE INVENTE 
6-  CONSTRUIT SA VIE ET SA MAISON AVEC DES PAROLES ÉDIFIANTES, HEIN ! 
7-  FEMME VAILLANTE ET FORTE NE DORT PAS 
8-  RETROUSSE SES MANCHES ELLE SAIT CE QU'ELLE VEUT 
9-  DÉTERMINÉE UNE GUERRIÈRE DANS L'ARMÉE DE DIEU 
10-  ELLE VEILLE SUR SA MAISON 
11-  UNE SENTINELLE CONTRE LES CRIMINELS 
12-  C'EST JÉSUS, SA HAUTE RETRAITE C’EST JÉSUS, SA FORTERESSE 
13-  PLEINE DE FOI ÉTEINT LES FLÈCHES 
14-  C'EST UNE MÈRE  ET UNE FEMME D'AFFAIRES 
15-  UNE AIDE ET UN LEADER PAS UNE PLEUREUSE 
16-  COURAGEUSE, TRAVAILLEUSE UNE MENEUSE </a:t>
            </a:r>
          </a:p>
          <a:p>
            <a:endParaRPr lang="fr-FR" altLang="fr-FR"/>
          </a:p>
          <a:p>
            <a:r>
              <a:rPr lang="fr-FR" altLang="fr-FR"/>
              <a:t>REFRAIN
17-  QUAND L'ENNEMI SE LÈVE CONTRE TOI 
18-  TOUCHE À TA FAMILLE ET TOUT CE QUI EST À TOI 
19-  TU DOIS LAISSER LA LIONNE SORTIR DE TOI 
20-  MAIS TU SAIS QUOI ? IL NE PEUT PAS M'ARRÊTER 
21-  JE SUIS SÛRE DE ÇA PEUT PAS M'ARRÊTER </a:t>
            </a:r>
          </a:p>
          <a:p>
            <a:r>
              <a:rPr lang="fr-FR" altLang="fr-FR"/>
              <a:t>22-  IL NE PEUT PAS M'ARRÊTER </a:t>
            </a:r>
          </a:p>
          <a:p>
            <a:r>
              <a:rPr lang="fr-FR" altLang="fr-FR"/>
              <a:t>23-  TU N'AS PAS DE PUISSANCE PEUX PAS TOUCHER À ÇA 
24-  M'ARRÊTER JE SUIS SÛRE DE ÇA 
25-  JE SUIS UNE WONDER WOMAN TU N'AS PAS DE PUISSANCE 
26-  PEUX PAS TOUCHER À ÇA M'ARRÊTER, JE SUIS SÛRE DE ÇA 
27-  TU NE PEUX PAS M'ARRÊTER </a:t>
            </a:r>
          </a:p>
          <a:p>
            <a:endParaRPr lang="fr-FR" altLang="fr-FR"/>
          </a:p>
          <a:p>
            <a:r>
              <a:rPr lang="fr-FR" altLang="fr-FR"/>
              <a:t>PONT
28-  TU NE PEUX PAS M'ARRÊTER 
29-  TU NE PEUX PAS ME STOPPER J'AVANCE C'EST SÛR 
30-  J'AVANCE BIEN SÛR  X4
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PEUT TROUVER UNE FEMME VERTUEUSE 
2-  QUI MARCHE EN  HD HD HD HD AH ! 
3-  JE NE PARLE PAS D'UNE FILLETTE MAIS D'UNE FEMME QUI SE LÈVE 
4-  QUI SE TIENT DANS LA BRÈCHE POUR ELLE ET LES SIENS 
5-  ÉPOUSE TELLEMENT PUISSANTE ELLE PENSE ET ELLE INVENTE 
6-  CONSTRUIT SA VIE ET SA MAISON AVEC DES PAROLES ÉDIFIANTES, HEIN ! 
7-  FEMME VAILLANTE ET FORTE NE DORT PAS 
8-  RETROUSSE SES MANCHES ELLE SAIT CE QU'ELLE VEUT 
9-  DÉTERMINÉE UNE GUERRIÈRE DANS L'ARMÉE DE DIEU 
10-  ELLE VEILLE SUR SA MAISON 
11-  UNE SENTINELLE CONTRE LES CRIMINELS 
12-  C'EST JÉSUS, SA HAUTE RETRAITE C’EST JÉSUS, SA FORTERESSE 
13-  PLEINE DE FOI ÉTEINT LES FLÈCHES 
14-  C'EST UNE MÈRE  ET UNE FEMME D'AFFAIRES 
15-  UNE AIDE ET UN LEADER PAS UNE PLEUREUSE 
16-  COURAGEUSE, TRAVAILLEUSE UNE MENEUSE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
17-  QUAND L'ENNEMI SE LÈVE CONTRE TOI 
18-  TOUCHE À TA FAMILLE ET TOUT CE QUI EST À TOI 
19-  TU DOIS LAISSER LA LIONNE SORTIR DE TOI 
20-  MAIS TU SAIS QUOI ? IL NE PEUT PAS M'ARRÊTER 
21-  JE SUIS SÛRE DE ÇA PEUT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NE PEUT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TU N'AS PAS DE PUISSANCE PEUX PAS TOUCHER À ÇA 
24-  M'ARRÊTER JE SUIS SÛRE DE ÇA 
25-  JE SUIS UNE WONDER WOMAN TU N'AS PAS DE PUISSANCE 
26-  PEUX PAS TOUCHER À ÇA M'ARRÊTER, JE SUIS SÛRE DE ÇA 
27-  TU NE PEUX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28-  TU NE PEUX PAS M'ARRÊTER 
29-  TU NE PEUX PAS ME STOPPER J'AVANCE C'EST SÛR 
30-  J'AVANCE BIEN SÛR  X4
</a:t>
            </a: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</a:t>
            </a:r>
          </a:p>
          <a:p>
            <a:endParaRPr lang="fr-FR" altLang="fr-FR"/>
          </a:p>
          <a:p>
            <a:r>
              <a:rPr lang="fr-FR" altLang="fr-FR"/>
              <a:t>1-  QUI PEUT TROUVER UNE FEMME VERTUEUSE 
2-  QUI MARCHE EN  HD HD HD HD AH ! 
3-  JE NE PARLE PAS D'UNE FILLETTE MAIS D'UNE FEMME QUI SE LÈVE 
4-  QUI SE TIENT DANS LA BRÈCHE POUR ELLE ET LES SIENS 
5-  ÉPOUSE TELLEMENT PUISSANTE ELLE PENSE ET ELLE INVENTE 
6-  CONSTRUIT SA VIE ET SA MAISON AVEC DES PAROLES ÉDIFIANTES, HEIN ! 
7-  FEMME VAILLANTE ET FORTE NE DORT PAS 
8-  RETROUSSE SES MANCHES ELLE SAIT CE QU'ELLE VEUT 
9-  DÉTERMINÉE UNE GUERRIÈRE DANS L'ARMÉE DE DIEU 
10-  ELLE VEILLE SUR SA MAISON 
11-  UNE SENTINELLE CONTRE LES CRIMINELS 
12-  C'EST JÉSUS, SA HAUTE RETRAITE C’EST JÉSUS, SA FORTERESSE 
13-  PLEINE DE FOI ÉTEINT LES FLÈCHES 
14-  C'EST UNE MÈRE  ET UNE FEMME D'AFFAIRES 
15-  UNE AIDE ET UN LEADER PAS UNE PLEUREUSE 
16-  COURAGEUSE, TRAVAILLEUSE UNE MENEUSE </a:t>
            </a:r>
          </a:p>
          <a:p>
            <a:endParaRPr lang="fr-FR" altLang="fr-FR"/>
          </a:p>
          <a:p>
            <a:r>
              <a:rPr lang="fr-FR" altLang="fr-FR"/>
              <a:t>REFRAIN
17-  QUAND L'ENNEMI SE LÈVE CONTRE TOI 
18-  TOUCHE À TA FAMILLE ET TOUT CE QUI EST À TOI 
19-  TU DOIS LAISSER LA LIONNE SORTIR DE TOI 
20-  MAIS TU SAIS QUOI ? IL NE PEUT PAS M'ARRÊTER 
21-  JE SUIS SÛRE DE ÇA PEUT PAS M'ARRÊTER </a:t>
            </a:r>
          </a:p>
          <a:p>
            <a:r>
              <a:rPr lang="fr-FR" altLang="fr-FR"/>
              <a:t>22-  IL NE PEUT PAS M'ARRÊTER </a:t>
            </a:r>
          </a:p>
          <a:p>
            <a:r>
              <a:rPr lang="fr-FR" altLang="fr-FR"/>
              <a:t>23-  TU N'AS PAS DE PUISSANCE PEUX PAS TOUCHER À ÇA 
24-  M'ARRÊTER JE SUIS SÛRE DE ÇA 
25-  JE SUIS UNE WONDER WOMAN TU N'AS PAS DE PUISSANCE 
26-  PEUX PAS TOUCHER À ÇA M'ARRÊTER, JE SUIS SÛRE DE ÇA 
27-  TU NE PEUX PAS M'ARRÊTER </a:t>
            </a:r>
          </a:p>
          <a:p>
            <a:endParaRPr lang="fr-FR" altLang="fr-FR"/>
          </a:p>
          <a:p>
            <a:r>
              <a:rPr lang="fr-FR" altLang="fr-FR"/>
              <a:t>PONT
28-  TU NE PEUX PAS M'ARRÊTER 
29-  TU NE PEUX PAS ME STOPPER J'AVANCE C'EST SÛR 
30-  J'AVANCE BIEN SÛR  X4
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PEUT TROUVER UNE FEMME VERTUEUSE 
2-  QUI MARCHE EN  HD HD HD HD AH ! 
3-  JE NE PARLE PAS D'UNE FILLETTE MAIS D'UNE FEMME QUI SE LÈVE 
4-  QUI SE TIENT DANS LA BRÈCHE POUR ELLE ET LES SIENS 
5-  ÉPOUSE TELLEMENT PUISSANTE ELLE PENSE ET ELLE INVENTE 
6-  CONSTRUIT SA VIE ET SA MAISON AVEC DES PAROLES ÉDIFIANTES, HEIN ! 
7-  FEMME VAILLANTE ET FORTE NE DORT PAS 
8-  RETROUSSE SES MANCHES ELLE SAIT CE QU'ELLE VEUT 
9-  DÉTERMINÉE UNE GUERRIÈRE DANS L'ARMÉE DE DIEU 
10-  ELLE VEILLE SUR SA MAISON 
11-  UNE SENTINELLE CONTRE LES CRIMINELS 
12-  C'EST JÉSUS, SA HAUTE RETRAITE C’EST JÉSUS, SA FORTERESSE 
13-  PLEINE DE FOI ÉTEINT LES FLÈCHES 
14-  C'EST UNE MÈRE  ET UNE FEMME D'AFFAIRES 
15-  UNE AIDE ET UN LEADER PAS UNE PLEUREUSE 
16-  COURAGEUSE, TRAVAILLEUSE UNE MENEUSE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
17-  QUAND L'ENNEMI SE LÈVE CONTRE TOI 
18-  TOUCHE À TA FAMILLE ET TOUT CE QUI EST À TOI 
19-  TU DOIS LAISSER LA LIONNE SORTIR DE TOI 
20-  MAIS TU SAIS QUOI ? IL NE PEUT PAS M'ARRÊTER 
21-  JE SUIS SÛRE DE ÇA PEUT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NE PEUT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TU N'AS PAS DE PUISSANCE PEUX PAS TOUCHER À ÇA 
24-  M'ARRÊTER JE SUIS SÛRE DE ÇA 
25-  JE SUIS UNE WONDER WOMAN TU N'AS PAS DE PUISSANCE 
26-  PEUX PAS TOUCHER À ÇA M'ARRÊTER, JE SUIS SÛRE DE ÇA 
27-  TU NE PEUX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28-  TU NE PEUX PAS M'ARRÊTER 
29-  TU NE PEUX PAS ME STOPPER J'AVANCE C'EST SÛR 
30-  J'AVANCE BIEN SÛR  X4
</a:t>
            </a:r>
            <a:endParaRPr lang="fr-FR" dirty="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</a:t>
            </a:r>
          </a:p>
          <a:p>
            <a:endParaRPr lang="fr-FR" altLang="fr-FR"/>
          </a:p>
          <a:p>
            <a:r>
              <a:rPr lang="fr-FR" altLang="fr-FR"/>
              <a:t>1-  QUI PEUT TROUVER UNE FEMME VERTUEUSE 
2-  QUI MARCHE EN  HD HD HD HD AH ! 
3-  JE NE PARLE PAS D'UNE FILLETTE MAIS D'UNE FEMME QUI SE LÈVE 
4-  QUI SE TIENT DANS LA BRÈCHE POUR ELLE ET LES SIENS 
5-  ÉPOUSE TELLEMENT PUISSANTE ELLE PENSE ET ELLE INVENTE 
6-  CONSTRUIT SA VIE ET SA MAISON AVEC DES PAROLES ÉDIFIANTES, HEIN ! 
7-  FEMME VAILLANTE ET FORTE NE DORT PAS 
8-  RETROUSSE SES MANCHES ELLE SAIT CE QU'ELLE VEUT 
9-  DÉTERMINÉE UNE GUERRIÈRE DANS L'ARMÉE DE DIEU 
10-  ELLE VEILLE SUR SA MAISON 
11-  UNE SENTINELLE CONTRE LES CRIMINELS 
12-  C'EST JÉSUS, SA HAUTE RETRAITE C’EST JÉSUS, SA FORTERESSE 
13-  PLEINE DE FOI ÉTEINT LES FLÈCHES 
14-  C'EST UNE MÈRE  ET UNE FEMME D'AFFAIRES 
15-  UNE AIDE ET UN LEADER PAS UNE PLEUREUSE 
16-  COURAGEUSE, TRAVAILLEUSE UNE MENEUSE </a:t>
            </a:r>
          </a:p>
          <a:p>
            <a:endParaRPr lang="fr-FR" altLang="fr-FR"/>
          </a:p>
          <a:p>
            <a:r>
              <a:rPr lang="fr-FR" altLang="fr-FR"/>
              <a:t>REFRAIN
17-  QUAND L'ENNEMI SE LÈVE CONTRE TOI 
18-  TOUCHE À TA FAMILLE ET TOUT CE QUI EST À TOI 
19-  TU DOIS LAISSER LA LIONNE SORTIR DE TOI 
20-  MAIS TU SAIS QUOI ? IL NE PEUT PAS M'ARRÊTER 
21-  JE SUIS SÛRE DE ÇA PEUT PAS M'ARRÊTER </a:t>
            </a:r>
          </a:p>
          <a:p>
            <a:r>
              <a:rPr lang="fr-FR" altLang="fr-FR"/>
              <a:t>22-  IL NE PEUT PAS M'ARRÊTER </a:t>
            </a:r>
          </a:p>
          <a:p>
            <a:r>
              <a:rPr lang="fr-FR" altLang="fr-FR"/>
              <a:t>23-  TU N'AS PAS DE PUISSANCE PEUX PAS TOUCHER À ÇA 
24-  M'ARRÊTER JE SUIS SÛRE DE ÇA 
25-  JE SUIS UNE WONDER WOMAN TU N'AS PAS DE PUISSANCE 
26-  PEUX PAS TOUCHER À ÇA M'ARRÊTER, JE SUIS SÛRE DE ÇA 
27-  TU NE PEUX PAS M'ARRÊTER </a:t>
            </a:r>
          </a:p>
          <a:p>
            <a:endParaRPr lang="fr-FR" altLang="fr-FR"/>
          </a:p>
          <a:p>
            <a:r>
              <a:rPr lang="fr-FR" altLang="fr-FR"/>
              <a:t>PONT
28-  TU NE PEUX PAS M'ARRÊTER 
29-  TU NE PEUX PAS ME STOPPER J'AVANCE C'EST SÛR 
30-  J'AVANCE BIEN SÛR  X4
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COUPLET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QUI PEUT TROUVER UNE FEMME VERTUEUSE 
2-  QUI MARCHE EN  HD </a:t>
            </a:r>
            <a:r>
              <a:rPr lang="fr-FR" dirty="0" err="1" smtClean="0"/>
              <a:t>HD</a:t>
            </a:r>
            <a:r>
              <a:rPr lang="fr-FR" dirty="0" smtClean="0"/>
              <a:t> </a:t>
            </a:r>
            <a:r>
              <a:rPr lang="fr-FR" dirty="0" err="1" smtClean="0"/>
              <a:t>HD</a:t>
            </a:r>
            <a:r>
              <a:rPr lang="fr-FR" dirty="0" smtClean="0"/>
              <a:t> </a:t>
            </a:r>
            <a:r>
              <a:rPr lang="fr-FR" dirty="0" err="1" smtClean="0"/>
              <a:t>HD</a:t>
            </a:r>
            <a:r>
              <a:rPr lang="fr-FR" dirty="0" smtClean="0"/>
              <a:t> AH ! 
3-  JE NE PARLE PAS D'UNE FILLETTE MAIS D'UNE FEMME QUI SE LÈVE 
4-  QUI SE TIENT DANS LA BRÈCHE POUR ELLE ET LES SIENS 
5-  ÉPOUSE TELLEMENT PUISSANTE ELLE PENSE ET ELLE INVENTE 
6-  CONSTRUIT SA VIE ET SA MAISON AVEC DES PAROLES ÉDIFIANTES, HEIN ! 
7-  FEMME VAILLANTE ET FORTE NE DORT PAS 
8-  RETROUSSE SES MANCHES ELLE SAIT CE QU'ELLE VEUT 
9-  DÉTERMINÉE UNE GUERRIÈRE DANS L'ARMÉE DE DIEU 
10-  ELLE VEILLE SUR SA MAISON 
11-  UNE SENTINELLE CONTRE LES CRIMINELS 
12-  C'EST JÉSUS, SA HAUTE RETRAITE C’EST JÉSUS, SA FORTERESSE 
13-  PLEINE DE FOI ÉTEINT LES FLÈCHES 
14-  C'EST UNE MÈRE  ET UNE FEMME D'AFFAIRES 
15-  UNE AIDE ET UN LEADER PAS UNE PLEUREUSE 
16-  COURAGEUSE, TRAVAILLEUSE UNE MENEUSE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REFRAIN
17-  QUAND L'ENNEMI SE LÈVE CONTRE TOI 
18-  TOUCHE À TA FAMILLE ET TOUT CE QUI EST À TOI 
19-  TU DOIS LAISSER LA LIONNE SORTIR DE TOI 
20-  MAIS TU SAIS QUOI ? IL NE PEUT PAS M'ARRÊTER 
21-  JE SUIS SÛRE DE ÇA PEUT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22-  IL NE PEUT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TU N'AS PAS DE PUISSANCE PEUX PAS TOUCHER À ÇA 
24-  M'ARRÊTER JE SUIS SÛRE DE ÇA 
25-  JE SUIS UNE WONDER WOMAN TU N'AS PAS DE PUISSANCE 
26-  PEUX PAS TOUCHER À ÇA M'ARRÊTER, JE SUIS SÛRE DE ÇA 
27-  TU NE PEUX PAS M'ARRÊTER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
28-  TU NE PEUX PAS M'ARRÊTER 
29-  TU NE PEUX PAS ME STOPPER J'AVANCE C'EST SÛR 
30-  J'AVANCE BIEN SÛR  X4
</a:t>
            </a:r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</a:t>
            </a:r>
          </a:p>
          <a:p>
            <a:endParaRPr lang="fr-FR" altLang="fr-FR"/>
          </a:p>
          <a:p>
            <a:r>
              <a:rPr lang="fr-FR" altLang="fr-FR"/>
              <a:t>1-  QUI PEUT TROUVER UNE FEMME VERTUEUSE 
2-  QUI MARCHE EN  HD HD HD HD AH ! 
3-  JE NE PARLE PAS D'UNE FILLETTE MAIS D'UNE FEMME QUI SE LÈVE 
4-  QUI SE TIENT DANS LA BRÈCHE POUR ELLE ET LES SIENS 
5-  ÉPOUSE TELLEMENT PUISSANTE ELLE PENSE ET ELLE INVENTE 
6-  CONSTRUIT SA VIE ET SA MAISON AVEC DES PAROLES ÉDIFIANTES, HEIN ! 
7-  FEMME VAILLANTE ET FORTE NE DORT PAS 
8-  RETROUSSE SES MANCHES ELLE SAIT CE QU'ELLE VEUT 
9-  DÉTERMINÉE UNE GUERRIÈRE DANS L'ARMÉE DE DIEU 
10-  ELLE VEILLE SUR SA MAISON 
11-  UNE SENTINELLE CONTRE LES CRIMINELS 
12-  C'EST JÉSUS, SA HAUTE RETRAITE C’EST JÉSUS, SA FORTERESSE 
13-  PLEINE DE FOI ÉTEINT LES FLÈCHES 
14-  C'EST UNE MÈRE  ET UNE FEMME D'AFFAIRES 
15-  UNE AIDE ET UN LEADER PAS UNE PLEUREUSE 
16-  COURAGEUSE, TRAVAILLEUSE UNE MENEUSE </a:t>
            </a:r>
          </a:p>
          <a:p>
            <a:endParaRPr lang="fr-FR" altLang="fr-FR"/>
          </a:p>
          <a:p>
            <a:r>
              <a:rPr lang="fr-FR" altLang="fr-FR"/>
              <a:t>REFRAIN
17-  QUAND L'ENNEMI SE LÈVE CONTRE TOI 
18-  TOUCHE À TA FAMILLE ET TOUT CE QUI EST À TOI 
19-  TU DOIS LAISSER LA LIONNE SORTIR DE TOI 
20-  MAIS TU SAIS QUOI ? IL NE PEUT PAS M'ARRÊTER 
21-  JE SUIS SÛRE DE ÇA PEUT PAS M'ARRÊTER </a:t>
            </a:r>
          </a:p>
          <a:p>
            <a:r>
              <a:rPr lang="fr-FR" altLang="fr-FR"/>
              <a:t>22-  IL NE PEUT PAS M'ARRÊTER </a:t>
            </a:r>
          </a:p>
          <a:p>
            <a:r>
              <a:rPr lang="fr-FR" altLang="fr-FR"/>
              <a:t>23-  TU N'AS PAS DE PUISSANCE PEUX PAS TOUCHER À ÇA 
24-  M'ARRÊTER JE SUIS SÛRE DE ÇA 
25-  JE SUIS UNE WONDER WOMAN TU N'AS PAS DE PUISSANCE 
26-  PEUX PAS TOUCHER À ÇA M'ARRÊTER, JE SUIS SÛRE DE ÇA 
27-  TU NE PEUX PAS M'ARRÊTER </a:t>
            </a:r>
          </a:p>
          <a:p>
            <a:endParaRPr lang="fr-FR" altLang="fr-FR"/>
          </a:p>
          <a:p>
            <a:r>
              <a:rPr lang="fr-FR" altLang="fr-FR"/>
              <a:t>PONT
28-  TU NE PEUX PAS M'ARRÊTER 
29-  TU NE PEUX PAS ME STOPPER J'AVANCE C'EST SÛR 
30-  J'AVANCE BIEN SÛR  X4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1BC6B7-32AF-4874-B660-5B30AAA72978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23CB2D-4EEB-40FB-A715-884DDB8CC0E7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1547EC-14A0-43DC-9336-EFA01A96CE18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C74E0B-331B-4CBE-8C5E-50DE323AC5BA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0FF7B0-7C5E-4617-987E-FE073F6D738F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6A31553-66D2-4E74-BB26-7146CFA6BFCF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CAE1B7-D107-4F47-939C-187499DCC7E3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B09FFE-9C02-44DC-9DAD-5B33CC05CD88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0ABBCC-8C55-4289-95EA-70B4FC417A80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AB6D95-E27A-46F5-B8E5-AB925932E61B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B232FF-FE0D-4FFB-A37E-126D26064D75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B44724D5-7E6D-42E7-8684-3F22803211B2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PEUT TROUVER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UNE FEMME VERTUEUSE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MARCHE EN 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HD </a:t>
            </a:r>
            <a:r>
              <a:rPr lang="fr-FR" alt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HD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alt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HD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alt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HD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AH !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PARLE PAS D'UNE FILLETTE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D'UNE FEMME QUI SE LÈVE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SE TIENT DANS LA BRÈCHE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ELLE ET LES SIENS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ÉPOUSE TELLEMENT PUISSANTE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ELLE PENSE ET ELLE INVENTE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CONSTRUIT SA VIE ET SA MAISON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DES PAROLES ÉDIFIANTES, HEIN !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FEMME VAILLANTE ET FORTE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NE DORT PAS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RETROUSSE SES MANCHES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ELLE SAIT CE QU'ELLE VEUT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DÉTERMINÉE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UNE GUERRIÈRE DANS L'ARMÉE DE DIEU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ELLE VEILLE SUR SA MAISON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UNE SENTINELLE CONTRE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CRIMINELS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C'EST JÉSUS, SA HAUTE RETRAITE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JÉSUS, SA FORTERESSE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PLEINE DE FOI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ÉTEINT LES FLÈCHES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C'EST UNE MÈRE 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UNE FEMME D'AFFAIRES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UNE AIDE ET UN LEADER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PAS UNE PLEUREUSE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COURAGEUSE, TRAVAILLEUSE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UNE MENEUSE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L'ENNEMI SE LÈVE CONTRE TOI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TOUCHE À TA FAMILLE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TOUT CE QUI EST À TOI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DOIS LAISSER LA LIONNE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SORTIR DE TOI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TU SAIS QUOI ?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NE PEUT PAS M'ARRÊTER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SÛRE DE ÇA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PEUT PAS M'ARRÊTER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NE PEUT PAS M'ARRÊTER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N'AS PAS DE PUISSANCE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PEUX PAS TOUCHER À ÇA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M'ARRÊTER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SÛRE DE ÇA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UNE WONDER WOMAN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N'AS PAS DE PUISSANCE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PEUX PAS TOUCHER À ÇA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M'ARRÊTER, JE SUIS SÛRE DE ÇA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NE PEUX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PAS M'ARRÊTER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NE PEUX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PAS M'ARRÊTER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NE PEUX PAS ME STOPPER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J'AVANCE C'EST SÛR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J'AVANCE BIEN SÛR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1475</TotalTime>
  <Words>716</Words>
  <Application>Microsoft Office PowerPoint</Application>
  <PresentationFormat>On-screen Show (4:3)</PresentationFormat>
  <Paragraphs>594</Paragraphs>
  <Slides>30</Slides>
  <Notes>30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4" baseType="lpstr">
      <vt:lpstr>Franklin Gothic Medium</vt:lpstr>
      <vt:lpstr>Arial</vt:lpstr>
      <vt:lpstr>Calibri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Christel TSAGUE</cp:lastModifiedBy>
  <cp:revision>143</cp:revision>
  <dcterms:created xsi:type="dcterms:W3CDTF">2002-08-17T10:50:50Z</dcterms:created>
  <dcterms:modified xsi:type="dcterms:W3CDTF">2017-06-17T09:22:28Z</dcterms:modified>
</cp:coreProperties>
</file>