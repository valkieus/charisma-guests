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70" r:id="rId2"/>
    <p:sldId id="310" r:id="rId3"/>
    <p:sldId id="309" r:id="rId4"/>
    <p:sldId id="311" r:id="rId5"/>
    <p:sldId id="308" r:id="rId6"/>
    <p:sldId id="312" r:id="rId7"/>
    <p:sldId id="313" r:id="rId8"/>
    <p:sldId id="307" r:id="rId9"/>
    <p:sldId id="306" r:id="rId10"/>
    <p:sldId id="314" r:id="rId11"/>
    <p:sldId id="305" r:id="rId12"/>
    <p:sldId id="315" r:id="rId13"/>
    <p:sldId id="304" r:id="rId14"/>
    <p:sldId id="303" r:id="rId15"/>
    <p:sldId id="302" r:id="rId16"/>
    <p:sldId id="301" r:id="rId17"/>
    <p:sldId id="300" r:id="rId18"/>
    <p:sldId id="299" r:id="rId19"/>
    <p:sldId id="298" r:id="rId20"/>
    <p:sldId id="297" r:id="rId21"/>
    <p:sldId id="296" r:id="rId22"/>
    <p:sldId id="316" r:id="rId23"/>
    <p:sldId id="317" r:id="rId24"/>
    <p:sldId id="318" r:id="rId25"/>
    <p:sldId id="295" r:id="rId26"/>
    <p:sldId id="319" r:id="rId27"/>
    <p:sldId id="294" r:id="rId28"/>
    <p:sldId id="320" r:id="rId29"/>
    <p:sldId id="293" r:id="rId30"/>
    <p:sldId id="321" r:id="rId31"/>
    <p:sldId id="292" r:id="rId32"/>
    <p:sldId id="322" r:id="rId33"/>
    <p:sldId id="291" r:id="rId34"/>
    <p:sldId id="290" r:id="rId35"/>
    <p:sldId id="289" r:id="rId36"/>
    <p:sldId id="288" r:id="rId37"/>
    <p:sldId id="287" r:id="rId38"/>
    <p:sldId id="286" r:id="rId39"/>
    <p:sldId id="285" r:id="rId40"/>
    <p:sldId id="284" r:id="rId41"/>
    <p:sldId id="283" r:id="rId42"/>
    <p:sldId id="323" r:id="rId43"/>
    <p:sldId id="324" r:id="rId44"/>
    <p:sldId id="282" r:id="rId45"/>
    <p:sldId id="325" r:id="rId46"/>
    <p:sldId id="326" r:id="rId47"/>
    <p:sldId id="327" r:id="rId48"/>
    <p:sldId id="281" r:id="rId49"/>
    <p:sldId id="328" r:id="rId50"/>
    <p:sldId id="329" r:id="rId51"/>
    <p:sldId id="280" r:id="rId52"/>
    <p:sldId id="279" r:id="rId53"/>
    <p:sldId id="278" r:id="rId54"/>
    <p:sldId id="277" r:id="rId55"/>
    <p:sldId id="276" r:id="rId56"/>
    <p:sldId id="275" r:id="rId57"/>
    <p:sldId id="274" r:id="rId58"/>
    <p:sldId id="273" r:id="rId59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3069" autoAdjust="0"/>
  </p:normalViewPr>
  <p:slideViewPr>
    <p:cSldViewPr>
      <p:cViewPr varScale="1">
        <p:scale>
          <a:sx n="44" d="100"/>
          <a:sy n="44" d="100"/>
        </p:scale>
        <p:origin x="-199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A7E7975-2D54-4B3F-9F9D-5BF54E51BC9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B959EA7F-2F29-4EEC-8F88-D0BCB001AC55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dirty="0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</a:t>
            </a:r>
            <a:r>
              <a:rPr lang="fr-FR" dirty="0" err="1" smtClean="0"/>
              <a:t>EH</a:t>
            </a:r>
            <a:r>
              <a:rPr lang="fr-FR" dirty="0" smtClean="0"/>
              <a:t> ! MON AMI, VIENS À JÉSUS EH </a:t>
            </a:r>
            <a:r>
              <a:rPr lang="fr-FR" dirty="0" err="1" smtClean="0"/>
              <a:t>EH</a:t>
            </a:r>
            <a:r>
              <a:rPr lang="fr-FR" dirty="0" smtClean="0"/>
              <a:t> ! MON AMI, VIENS À JÉSUS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</a:t>
            </a:r>
            <a:r>
              <a:rPr lang="fr-FR" dirty="0" err="1" smtClean="0"/>
              <a:t>EH</a:t>
            </a:r>
            <a:r>
              <a:rPr lang="fr-FR" dirty="0" smtClean="0"/>
              <a:t> !MON AMI, VIENS À JÉSUS EH </a:t>
            </a:r>
            <a:r>
              <a:rPr lang="fr-FR" dirty="0" err="1" smtClean="0"/>
              <a:t>EH</a:t>
            </a:r>
            <a:r>
              <a:rPr lang="fr-FR" dirty="0" smtClean="0"/>
              <a:t> ! MON AMI, VIENS À JÉSUS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dirty="0" smtClean="0"/>
              <a:t> 
57-  EH </a:t>
            </a:r>
            <a:r>
              <a:rPr lang="fr-FR" dirty="0" err="1" smtClean="0"/>
              <a:t>EH</a:t>
            </a:r>
            <a:r>
              <a:rPr lang="fr-FR" dirty="0" smtClean="0"/>
              <a:t> ! MON AMI, VIENS À JÉSUS EH </a:t>
            </a:r>
            <a:r>
              <a:rPr lang="fr-FR" dirty="0" err="1" smtClean="0"/>
              <a:t>EH</a:t>
            </a:r>
            <a:r>
              <a:rPr lang="fr-FR" dirty="0" smtClean="0"/>
              <a:t> ! MON AMI, VIENS À JÉSUS  X3
58-  EH </a:t>
            </a:r>
            <a:r>
              <a:rPr lang="fr-FR" dirty="0" err="1" smtClean="0"/>
              <a:t>EH</a:t>
            </a:r>
            <a:r>
              <a:rPr lang="fr-FR" dirty="0" smtClean="0"/>
              <a:t> ! MON AMI, VIENS À JÉSUS DANS L’MD H 
</a:t>
            </a:r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157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167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177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187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198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pPr>
              <a:defRPr/>
            </a:pPr>
            <a:r>
              <a:rPr lang="fr-FR" smtClean="0"/>
              <a:t> 
57-  EH EH ! MON AMI, VIENS À JÉSUS EH EH ! MON AMI, VIENS À JÉSUS  X3
58-  EH EH ! MON AMI, VIENS À JÉSUS DANS L’MD H 
</a:t>
            </a:r>
            <a:endParaRPr lang="fr-FR" dirty="0" smtClean="0"/>
          </a:p>
        </p:txBody>
      </p:sp>
      <p:sp>
        <p:nvSpPr>
          <p:cNvPr id="1208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PLUS QU'UN AMI IL EST DEVENU UN FRÈRE 
2-  QUAND JE MARCHE AVEC LUI PLUS RIEN NE M'EFFRAIE 
3-  ON A VAINCU DES COMBATS QU'ON NE PEUT PAS CITER 
4-  ENTRE NOUS PAS DE LANGUE DE BOIS PAS DE SECRET 
5-  ON N'A BIEN CHANGÉ LES ANNÉES SONT PASSÉES 
6-  CERTAIN DEPUIS IL NE M’A PAS LÂCHÉ 
7-  IL M’A PROMIS D'ÊTRE SOUDÉS JUSQU'AU BOUT 
8-  TU L'AS CHOISIE VOUS DEUX C'EST L'AMOUR FOU 
9-  TU DEVIENS SA FAMILLE LE MD LA TIENNE 
10-  DANS LES MOMENTS DURS ON PARTAGE TA PEINE 
11-  N'AIE PAS D'INQUIÉTUDE TU ES NÉ POUR RÉGNER 
12-  ACCROCHE-TOI À JÉSUS LE BONHEUR T'APPELLE </a:t>
            </a:r>
          </a:p>
          <a:p>
            <a:endParaRPr lang="fr-FR" altLang="fr-FR"/>
          </a:p>
          <a:p>
            <a:r>
              <a:rPr lang="fr-FR" altLang="fr-FR"/>
              <a:t>13-  EH ! MAINTENANT C'EST TON JOUR	 L'AMBIANCE PEUT DÉMARRER 
14-  TOUS DANS L’MD TOUT LE MONDE EST PRÉSENT 
15-  PERSONNE NE VEUT RATER ÇA DES PETITS AUX GRANDS 
16-  LA FAMILLE AU COMPLET JE VOIS LE BONHEUR DANS VOS YEUX 
17-  UNE JOIE PARTAGÉE CES PAROLES RESTERONT GRAVÉES 
18-  DES SOUVENIRS À PARTAGER 
19-  EH EH ! 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20-  TU PASSES DES RIRES AUX LARMES NÉ DE NOUVEAU 
21-  TON AVENIR SE CONSTRUIT MAINTENANT 
22-  DIEU TE DONNE UNE SECONDE CHANCE 
23-  FORCÉMENT Y'AURA DES HAUTS ET DES BAS 
24-  C’EST UNE ÉTAPE À FRANCHIR 
25-  FRÈRE TU SAIS N'ÉCOUTE PAS LE MONDE 
26-  LES HOMMES NE SONT PAS PAREILS NI MÊMES VALEURS 
27-  AIME JÉSUS C'EST RÉCIPROQUE 
28-  IL TE CONNAÎT PAR CŒUR, C'EST QUAND MÊME DIEU 
29-  JE VOIS SON SOURIRE QUAND TU DONNES TA VIE 
30-  ÇA ME FAIT PLAISIR ÇA ME FAIT DANSER 
31-  TOUTE L'ÉGLISE S'EST DÉPLACÉE POUR TOI AUJOURD’HUI 
32-  TON HISTOIRE NE FAIT QUE COMMENCER </a:t>
            </a:r>
          </a:p>
          <a:p>
            <a:endParaRPr lang="fr-FR" altLang="fr-FR"/>
          </a:p>
          <a:p>
            <a:r>
              <a:rPr lang="fr-FR" altLang="fr-FR"/>
              <a:t>33-  EH ! MAINTENANT C'EST TON JOUR L'AMBIANCE PEUT DÉMARRER 
34-  TOUS DANS LE MD TOUT LE MONDE EST PRÉSENT 
35-  PERSONNE NE VEUT RATER ÇA DES PETITS AUX GRANDS 
36-  LA FAMILLE AU COMPLET JE VOIS LE BONHEUR DANS VOS YEUX 
37-  UNE JOIE PARTAGÉE CES PAROLES RESTERONT GRAVÉES 
38-  DES SOUVENIRS À PARTAGER 
39-  EH EH !MON AMI, VIENS À JÉSUS EH EH ! MON AMI, VIENS À JÉSUS  X2</a:t>
            </a:r>
          </a:p>
          <a:p>
            <a:endParaRPr lang="fr-FR" altLang="fr-FR"/>
          </a:p>
          <a:p>
            <a:r>
              <a:rPr lang="fr-FR" altLang="fr-FR"/>
              <a:t>40-  TU L'AS CHOISI  VIENS À JÉSUS 
41-  IL T'A CHOISI LE DESTIN NE S'EST PAS TROMPÉ 
42-  MON AMI VIENS À JÉSUS 
43-  UNE ÉTAPE DE FRANCHIE VIENS À JÉSUS 
44-  LE MEILLEUR MOYEN DE SE RANGER C'ÉTAIT D’ÊTRE EN CHRIST 
45-  MON AMI, VIENS À JÉSUS 
46-  DÉSORMAIS DANS LA COUR DES GRANDS 
47-  VIENS À JÉSUS 
48-  LA FIERTÉ DES PARENTS QUAND ILS VERRONT CE QUE TU ES DEVENU 
49-  MON AMI VIENS À JÉSUS 
50-  MON AMI, ON EST FIERS DE TOI VIENS À JÉSUS 
51-  REJOINS NOTRE MD, VIENS À JÉSUS EH ! MAINTENANT C'EST TON JOUR 
52-  L'AMBIANCE PEUT DÉMARRER TOUS DANS LE MD 
53-  TOUT LE MONDE EST PRÉSENT PERSONNE NE VEUT RATER ÇA 
54-  DES PETITS AUX GRANDS LA FAMILLE AU COMPLET 
55-  JE VOIS LE BONHEUR DANS VOS YEUX UNE JOIE PARTAGÉE 
56-  CES PAROLES RESTERONT GRAVÉES DES SOUVENIRS À PARTAGER</a:t>
            </a:r>
          </a:p>
          <a:p>
            <a:r>
              <a:rPr lang="fr-FR" altLang="fr-FR"/>
              <a:t> 
57-  EH EH ! MON AMI, VIENS À JÉSUS EH EH ! MON AMI, VIENS À JÉSUS  X3
58-  EH EH ! MON AMI, VIENS À JÉSUS DANS L’MD H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FF7E8B-B71E-4F97-AB8E-E9FBB861595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4A16D-6CCE-46F1-80F8-8D7DAB1DE50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8DC24F-A689-4D75-B29B-C6991E17A8A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2572F-4D63-4DC9-99AA-A8D6578B009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B7913C-7C4A-4A9C-BACE-5EAB6E352E6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909A8-D08C-4D35-AD7C-A12543603F9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9F3897-17F5-46F2-959A-4A57186C20A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5A37F-5EDF-4C2B-A57A-4FD0B0CC868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111F4B-46EE-4BC4-AC4D-014C25800EC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FDE57-2F19-47B4-B3F9-82C09CC19BF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14C60-2B70-44D3-BA1A-14CAD7D0491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4537380C-A15D-48CD-B59F-944153062EF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QU'UN AMI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DEVENU UN FRÈRE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MARCHE AVEC LUI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RIEN NE M'EFFRAIE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A VAINCU DES COMBATS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QU'ON NE PEUT PAS CITER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ENTRE NOUS PAS DE LANGUE DE BOIS PAS DE SECRET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N'A BIEN CHANGÉ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ANNÉES SONT PASSÉES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CERTAIN DEPUIS IL NE M’A PAS LÂCHÉ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M’A PROMIS D'ÊTRE SOUDÉS JUSQU'AU BOUT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L'AS CHOISIE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DEUX C'EST L'AMOUR FOU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DEVIENS SA FAMILLE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MD LA TIENNE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MOMENTS DURS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PARTAGE TA PEINE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N'AIE PAS D'INQUIÉTUDE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NÉ POUR RÉGNER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ACCROCHE-TOI À JÉSUS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BONHEUR T'APPELLE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  EH ! MAINTENANT C'EST TON JOUR	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L'AMBIANCE PEUT DÉMARRER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DANS L’MD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EST PRÉSENT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PERSONNE NE VEUT RATER ÇA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PETITS AUX GRANDS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FAMILLE AU COMPLET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VOIS LE BONHEUR DANS VOS YEUX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JOIE PARTAGÉE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CES PAROLES RESTERONT GRAVÉES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SOUVENIRS À PARTAGER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EH EH ! MON AMI, VIENS À JÉSUS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EH EH ! MON AMI, VIENS À JÉSUS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PASSES DES RIRES AUX LARMES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NÉ DE NOUVEAU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AVENIR SE CONSTRUIT MAINTENANT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TE DONNE UNE SECONDE CHANCE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FORCÉMENT Y'AURA DES HAUTS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DES BAS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UNE ÉTAPE À FRANCHIR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FRÈRE TU SAIS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N'ÉCOUTE PAS LE MONDE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HOMMES NE SONT PAS PAREILS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NI MÊMES VALEURS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AIME JÉSUS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RÉCIPROQUE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TE CONNAÎT PAR CŒUR,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QUAND MÊME DIEU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VOIS SON SOURIRE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DONNES TA VIE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ÇA ME FAIT PLAISIR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ÇA ME FAIT DANSER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L'ÉGLISE S'EST DÉPLACÉE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TOI AUJOURD’HUI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HISTOIRE NE FAIT QUE COMMENCER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EH ! MAINTENANT C'EST TON JOUR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L'AMBIANCE PEUT DÉMARRER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DANS LE MD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EST PRÉSENT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PERSONNE NE VEUT RATER ÇA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PETITS AUX GRANDS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FAMILLE AU COMPLET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VOIS LE BONHEUR DANS VOS YEUX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JOIE PARTAGÉE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CES PAROLES RESTERONT GRAVÉES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SOUVENIRS À PARTAGER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EH EH !MON AMI, VIENS À JÉSUS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EH EH ! MON AMI, VIENS À JÉSUS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L'AS CHOISI 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À JÉSUS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T'A CHOISI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DESTIN NE S'EST PAS TROMPÉ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AMI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À JÉSUS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ÉTAPE DE FRANCHIE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À JÉSUS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MEILLEUR MOYEN DE SE RANGER C'ÉTAIT D’ÊTRE EN CHRIST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AMI,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À JÉSUS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DÉSORMAIS DANS LA COUR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GRANDS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À JÉSUS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FIERTÉ DES PARENTS QUAND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VERRONT CE QUE TU ES DEVENU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AMI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À JÉSUS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AMI, ON EST FIERS DE TOI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À JÉSUS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REJOINS NOTRE MD, VIENS À JÉSUS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EH ! MAINTENANT C'EST TON JOUR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L'AMBIANCE PEUT DÉMARRER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DANS LE MD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EST PRÉSENT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PERSONNE NE VEUT RATER ÇA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PETITS AUX GRANDS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FAMILLE AU COMPLET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VOIS LE BONHEUR DANS VOS YEUX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JOIE PARTAGÉE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CES PAROLES RESTERONT GRAVÉES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SOUVENIRS À PARTAGER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EH EH ! MON AMI, VIENS À JÉSUS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EH EH ! MON AMI, VIENS À JÉSUS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EH EH ! MON AMI, VIENS À JÉSUS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L’MD H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1454</Words>
  <Application>Microsoft Office PowerPoint</Application>
  <PresentationFormat>On-screen Show (4:3)</PresentationFormat>
  <Paragraphs>1265</Paragraphs>
  <Slides>58</Slides>
  <Notes>58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58</vt:i4>
      </vt:variant>
    </vt:vector>
  </HeadingPairs>
  <TitlesOfParts>
    <vt:vector size="6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  <vt:lpstr>Diapositive 52</vt:lpstr>
      <vt:lpstr>Diapositive 53</vt:lpstr>
      <vt:lpstr>Diapositive 54</vt:lpstr>
      <vt:lpstr>Diapositive 55</vt:lpstr>
      <vt:lpstr>Diapositive 56</vt:lpstr>
      <vt:lpstr>Diapositive 57</vt:lpstr>
      <vt:lpstr>Diapositive 58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145</cp:revision>
  <dcterms:created xsi:type="dcterms:W3CDTF">2002-08-17T10:50:50Z</dcterms:created>
  <dcterms:modified xsi:type="dcterms:W3CDTF">2017-06-25T09:31:58Z</dcterms:modified>
</cp:coreProperties>
</file>