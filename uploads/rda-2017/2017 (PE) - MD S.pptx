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1" r:id="rId3"/>
    <p:sldId id="272" r:id="rId4"/>
    <p:sldId id="273" r:id="rId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 varScale="1">
        <p:scale>
          <a:sx n="72" d="100"/>
          <a:sy n="72" d="100"/>
        </p:scale>
        <p:origin x="10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DB1A852-1899-49B3-BAF5-230EE2C61A44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303C11-2805-46D4-BC08-1527E6532982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1B6A9F-5C8E-47C5-8A3B-0BA78B8B739D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2588F0-9F5F-4C20-8820-C0560C53279B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20B91C-F38F-42FF-A338-FB7CA1D5B2B8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DB7357-443E-4290-958B-0528A1864CC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5684D5-7C6F-4732-9D72-1805D9F6543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E424E-2E00-4DAB-8B62-F12BCAB3D0A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F433A5-4CE2-48D6-9F2E-A44A4772D67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A3AB25-877B-43B6-9B5C-CBF2A8B6424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49ABEE-28E4-4996-BC03-41D0C9B9CF4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0E65B6-3D27-4B6F-B4AE-1C20BCF51C1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275398-7FA7-42FE-B474-13E736280C7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299C30-A220-4AD1-BC54-8287002E910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27654A-3926-4228-BC84-0A50CB3CE27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518970-8B46-48DE-AF23-AD474420D78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381F516-7E66-4114-8802-D1D89698C15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AVANT DE TE CONNAÎTRE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J’ÉTAIS DANS LE CONFORT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MA VIE ÉTAIT SANS FRUIT, SANS RÉSULTAT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VOIR SANS GLORIFIER LE GRAND ROI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AVEC DES PETITS PAS DE FOI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MARCHAIS POUR TROUVER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DIRECTION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 TREMPLIN POUR ALLER PLUS HAUT CHERCHAIS UNE VISION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DANS UN MONDE QUI A DÉTRUIT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NOS REPÈRES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AS FAIT DE NOUS CE QU’AUCUN AUTRE N’AURAIT PU FAIRE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MENTOR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IMITONS TON CARACTÈRE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C’EST CLAIR, NOTRE MODÈLE, C’EST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DANS UN MONDE QUI A DÉTRUIT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NOS REPÈRES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VOUS AVEZ FAIT CE QU’AUCUN AUTRE N’AURAIT PU FAIRE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PASTEUR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IMITONS VOTRE CARACTÈRE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C’EST CLAIR, NOTRE MODÈLE, C’EST VOUS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DANS UN MONDE QUI A DÉTRUIT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NOS REPÈRES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VOUS AVEZ FAIT CE QU’AUCUN AUTRE N’AURAIT PU FAIRE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JÉSUS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IMITONS TON CARACTÈRE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C’EST CLAIR, NOTRE MODÈLE, C’EST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139</Words>
  <Application>Microsoft PowerPoint</Application>
  <PresentationFormat>On-screen Show (4:3)</PresentationFormat>
  <Paragraphs>33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Arial Black</vt:lpstr>
      <vt:lpstr>Default Design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71</cp:revision>
  <dcterms:created xsi:type="dcterms:W3CDTF">2002-08-17T10:50:50Z</dcterms:created>
  <dcterms:modified xsi:type="dcterms:W3CDTF">2017-06-16T15:55:33Z</dcterms:modified>
</cp:coreProperties>
</file>