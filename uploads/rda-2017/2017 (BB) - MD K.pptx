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81" r:id="rId3"/>
    <p:sldId id="282" r:id="rId4"/>
    <p:sldId id="280" r:id="rId5"/>
    <p:sldId id="279" r:id="rId6"/>
    <p:sldId id="283" r:id="rId7"/>
    <p:sldId id="278" r:id="rId8"/>
    <p:sldId id="277" r:id="rId9"/>
    <p:sldId id="284" r:id="rId10"/>
    <p:sldId id="276" r:id="rId11"/>
    <p:sldId id="275" r:id="rId12"/>
    <p:sldId id="274" r:id="rId13"/>
    <p:sldId id="285" r:id="rId14"/>
    <p:sldId id="27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4767" autoAdjust="0"/>
  </p:normalViewPr>
  <p:slideViewPr>
    <p:cSldViewPr>
      <p:cViewPr varScale="1">
        <p:scale>
          <a:sx n="34" d="100"/>
          <a:sy n="34" d="100"/>
        </p:scale>
        <p:origin x="-34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DFE6A96-5F08-4C55-A618-27026BC0A96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8FA5B7B-693B-4234-88CC-B5E6BC32246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 IMPORTE NOS GUERRES  MDK PEUT LE FAIRE  
2-  FAIT RECULER L'ENFER  DANS NOTRE MINISTÈRE  
3-  DANS LE NOM DE JÉSUS  L'ENNEMI EST VAINCU 
4-  NOUS AVONS LA VICTOIRE  LA VICTOIRE !  
5-  DANS LE NOM DE JÉSUS  L'ENNEMI EST VAINCU 
6-  NOUS AVONS LA VICTOIRE LA VICTOIRE ! </a:t>
            </a:r>
          </a:p>
          <a:p>
            <a:endParaRPr lang="fr-FR" smtClean="0"/>
          </a:p>
          <a:p>
            <a:r>
              <a:rPr lang="fr-FR" smtClean="0"/>
              <a:t>7-  PEU IMPORTE NOS GUERRES  MDK PEUT LE FAIRE  
8-  FAIT RECULER L'ENFER  DANS NOTRE MINISTÈRE  
9-  DANS LE NOM DE JÉSUS  L'ENNEMI EST VAINCU 
10-  NOUS AVONS LA VICTOIRE  LA VICTOIRE  </a:t>
            </a:r>
          </a:p>
          <a:p>
            <a:endParaRPr lang="fr-FR" smtClean="0"/>
          </a:p>
          <a:p>
            <a:r>
              <a:rPr lang="fr-FR" smtClean="0"/>
              <a:t>11-  PEU IMPORTE NOS GUERRES  MDK PEUT LE FAIRE  
12-  FAIT RECULER L'ENFER  DANS NOTRE MINISTÈRE  
13-  DANS LE NOM DE JÉSUS  L'ENNEMI EST VAINCU 
14-  NOUS AVONS LA VICTOIRE  LA VICTOIRE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EB6B1-7E91-4C8E-BB10-719302488C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87E6F-0155-4B9D-BBDD-F0EE9339FD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B57C2-E2B5-4A93-B6C9-85F4FBFA70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208C7-F7B4-4849-A321-83BF8577C4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26C68F-0379-4B4A-8A4B-7A82F4DB29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EF5A-114F-4005-A892-9FDA057605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2509F-2123-4FD2-A298-FB521CD8B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9DBC5-9CA9-4C83-918B-B06B036E8A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0A74C-15A8-4E0B-AC80-2973BD8C4F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B6873-53C3-434F-B5E3-0EDBADC6CC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38AE9-D5FE-48E2-B218-028278E192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EDD361B-4F03-4FA6-B1BA-C73EA16F54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NOS GUERRES 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MDK PEUT LE FAIRE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RECULER L'ENFER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DANS NOTRE MINISTÈRE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L'ENNEMI EST VAINCU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VICTOIRE !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L'ENNEMI EST VAINCU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VICTOIRE 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NOS GUERRES 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MDK PEUT LE FAIRE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RECULER L'ENFER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DANS NOTRE MINISTÈRE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L'ENNEMI EST VAINCU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VICTOIRE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 IMPORTE NOS GUERRES 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MDK PEUT LE FAIRE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RECULER L'ENFER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NOTRE MINISTÈRE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L'ENNEMI EST VAINCU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VICTOIRE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230</Words>
  <Application>Microsoft Office PowerPoint</Application>
  <PresentationFormat>On-screen Show (4:3)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156</cp:revision>
  <dcterms:created xsi:type="dcterms:W3CDTF">2002-08-17T10:50:50Z</dcterms:created>
  <dcterms:modified xsi:type="dcterms:W3CDTF">2017-06-18T07:57:44Z</dcterms:modified>
</cp:coreProperties>
</file>