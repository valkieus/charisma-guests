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70" r:id="rId2"/>
    <p:sldId id="282" r:id="rId3"/>
    <p:sldId id="281" r:id="rId4"/>
    <p:sldId id="283" r:id="rId5"/>
    <p:sldId id="280" r:id="rId6"/>
    <p:sldId id="279" r:id="rId7"/>
    <p:sldId id="278" r:id="rId8"/>
    <p:sldId id="284" r:id="rId9"/>
    <p:sldId id="285" r:id="rId10"/>
    <p:sldId id="286" r:id="rId11"/>
    <p:sldId id="287" r:id="rId12"/>
    <p:sldId id="288" r:id="rId13"/>
    <p:sldId id="274" r:id="rId14"/>
    <p:sldId id="289" r:id="rId15"/>
    <p:sldId id="273" r:id="rId16"/>
    <p:sldId id="272" r:id="rId17"/>
    <p:sldId id="271" r:id="rId18"/>
    <p:sldId id="290" r:id="rId19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31879" autoAdjust="0"/>
  </p:normalViewPr>
  <p:slideViewPr>
    <p:cSldViewPr>
      <p:cViewPr varScale="1">
        <p:scale>
          <a:sx n="23" d="100"/>
          <a:sy n="23" d="100"/>
        </p:scale>
        <p:origin x="810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33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7B41DD8-3E9E-4625-A98E-76F24C88483D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0B999BC0-B527-4013-827E-6710B5E6A69F}" type="slidenum">
              <a:rPr lang="fr-FR" altLang="fr-FR"/>
              <a:pPr/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MD G UN CŒUR DE MISÉRICORDE 
2-  UNE CORDE LANCÉE VERS TOUS CEUX DANS LA FOSSE ET LA MISÈRE 
3-  LUEUR DANS LES TÉNÈBRES OUVRIERS DE LUMIÈRE 
4-  PRENDS CE TRAIN VERS UN GRAND DESTIN !</a:t>
            </a:r>
          </a:p>
          <a:p>
            <a:r>
              <a:rPr lang="fr-FR" smtClean="0"/>
              <a:t> 
5-  MD G UNI EST CONSACRÉ 
6-  LA CORDE QUI TE TIRE DE LA FOSSE ET DE LA MISÈRE 
7-  LUEUR DANS LES TÉNÈBRES OUVRIERS DE LUMIÈRE 
8-  PRENDS CE TRAIN VERS UN GRAND DESTIN ! </a:t>
            </a:r>
          </a:p>
          <a:p>
            <a:endParaRPr lang="fr-FR" smtClean="0"/>
          </a:p>
          <a:p>
            <a:r>
              <a:rPr lang="fr-FR" smtClean="0"/>
              <a:t>9-  MD G UN CŒUR DE MISÉRICORDE 
10-  UNE CORDE LANCÉE VERS TOUS CEUX DANS LA FOSSE ET LA MISÈRE 
11-  LUEUR DANS LES TÉNÈBRES OUVRIERS DE LUMIÈRE 
12-  PRENDS CE TRAIN VERS UN GRAND DESTIN ! </a:t>
            </a:r>
          </a:p>
          <a:p>
            <a:endParaRPr lang="fr-FR" smtClean="0"/>
          </a:p>
          <a:p>
            <a:r>
              <a:rPr lang="fr-FR" smtClean="0"/>
              <a:t>13-  PRENDS CE TRAIN VERS UN GRAND DESTIN ! 
14-  CE TRAIN VA VERS L’ESPOIR CE TRAIN VA VERS LA VICTOIRE 
15-  CE TRAIN VA VERS LA GLOIRE MD G 
16-  UN TRAIN TOUJOURS À L’HEURE UN TRAIN SANS PANNE MOTEUR 
17-  PRENDS CE TRAIN VERS UN GRAND DESTIN ! </a:t>
            </a:r>
          </a:p>
          <a:p>
            <a:endParaRPr lang="fr-FR" smtClean="0"/>
          </a:p>
          <a:p>
            <a:r>
              <a:rPr lang="fr-FR" smtClean="0"/>
              <a:t>18-  VERS UN GRAND DESTIN ! 
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MD G UN CŒUR DE MISÉRICORDE 
2-  UNE CORDE LANCÉE VERS TOUS CEUX DANS LA FOSSE ET LA MISÈRE 
3-  LUEUR DANS LES TÉNÈBRES OUVRIERS DE LUMIÈRE 
4-  PRENDS CE TRAIN VERS UN GRAND DESTIN !</a:t>
            </a:r>
          </a:p>
          <a:p>
            <a:r>
              <a:rPr lang="fr-FR" altLang="fr-FR"/>
              <a:t> 
5-  MD G UNI EST CONSACRÉ 
6-  LA CORDE QUI TE TIRE DE LA FOSSE ET DE LA MISÈRE 
7-  LUEUR DANS LES TÉNÈBRES OUVRIERS DE LUMIÈRE 
8-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9-  MD G UN CŒUR DE MISÉRICORDE 
10-  UNE CORDE LANCÉE VERS TOUS CEUX DANS LA FOSSE ET LA MISÈRE 
11-  LUEUR DANS LES TÉNÈBRES OUVRIERS DE LUMIÈRE 
12-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13-  PRENDS CE TRAIN VERS UN GRAND DESTIN ! 
14-  CE TRAIN VA VERS L’ESPOIR CE TRAIN VA VERS LA VICTOIRE 
15-  CE TRAIN VA VERS LA GLOIRE MD G 
16-  UN TRAIN TOUJOURS À L’HEURE UN TRAIN SANS PANNE MOTEUR 
17-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18-  VERS UN GRAND DESTIN !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MD G UN CŒUR DE MISÉRICORDE 
2-  UNE CORDE LANCÉE VERS TOUS CEUX DANS LA FOSSE ET LA MISÈRE 
3-  LUEUR DANS LES TÉNÈBRES OUVRIERS DE LUMIÈRE 
4-  PRENDS CE TRAIN VERS UN GRAND DESTIN !</a:t>
            </a:r>
          </a:p>
          <a:p>
            <a:pPr>
              <a:defRPr/>
            </a:pPr>
            <a:r>
              <a:rPr lang="fr-FR" smtClean="0"/>
              <a:t> 
5-  MD G UNI EST CONSACRÉ 
6-  LA CORDE QUI TE TIRE DE LA FOSSE ET DE LA MISÈRE 
7-  LUEUR DANS LES TÉNÈBRES OUVRIERS DE LUMIÈRE 
8-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MD G UN CŒUR DE MISÉRICORDE 
10-  UNE CORDE LANCÉE VERS TOUS CEUX DANS LA FOSSE ET LA MISÈRE 
11-  LUEUR DANS LES TÉNÈBRES OUVRIERS DE LUMIÈRE 
12-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PRENDS CE TRAIN VERS UN GRAND DESTIN ! 
14-  CE TRAIN VA VERS L’ESPOIR CE TRAIN VA VERS LA VICTOIRE 
15-  CE TRAIN VA VERS LA GLOIRE MD G 
16-  UN TRAIN TOUJOURS À L’HEURE UN TRAIN SANS PANNE MOTEUR 
17-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VERS UN GRAND DESTIN ! 
</a:t>
            </a:r>
            <a:endParaRPr lang="fr-FR" dirty="0" smtClean="0"/>
          </a:p>
        </p:txBody>
      </p:sp>
      <p:sp>
        <p:nvSpPr>
          <p:cNvPr id="61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MD G UN CŒUR DE MISÉRICORDE 
2-  UNE CORDE LANCÉE VERS TOUS CEUX DANS LA FOSSE ET LA MISÈRE 
3-  LUEUR DANS LES TÉNÈBRES OUVRIERS DE LUMIÈRE 
4-  PRENDS CE TRAIN VERS UN GRAND DESTIN !</a:t>
            </a:r>
          </a:p>
          <a:p>
            <a:r>
              <a:rPr lang="fr-FR" altLang="fr-FR"/>
              <a:t> 
5-  MD G UNI EST CONSACRÉ 
6-  LA CORDE QUI TE TIRE DE LA FOSSE ET DE LA MISÈRE 
7-  LUEUR DANS LES TÉNÈBRES OUVRIERS DE LUMIÈRE 
8-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9-  MD G UN CŒUR DE MISÉRICORDE 
10-  UNE CORDE LANCÉE VERS TOUS CEUX DANS LA FOSSE ET LA MISÈRE 
11-  LUEUR DANS LES TÉNÈBRES OUVRIERS DE LUMIÈRE 
12-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13-  PRENDS CE TRAIN VERS UN GRAND DESTIN ! 
14-  CE TRAIN VA VERS L’ESPOIR CE TRAIN VA VERS LA VICTOIRE 
15-  CE TRAIN VA VERS LA GLOIRE MD G 
16-  UN TRAIN TOUJOURS À L’HEURE UN TRAIN SANS PANNE MOTEUR 
17-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18-  VERS UN GRAND DESTIN !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MD G UN CŒUR DE MISÉRICORDE 
2-  UNE CORDE LANCÉE VERS TOUS CEUX DANS LA FOSSE ET LA MISÈRE 
3-  LUEUR DANS LES TÉNÈBRES OUVRIERS DE LUMIÈRE 
4-  PRENDS CE TRAIN VERS UN GRAND DESTIN !</a:t>
            </a:r>
          </a:p>
          <a:p>
            <a:pPr>
              <a:defRPr/>
            </a:pPr>
            <a:r>
              <a:rPr lang="fr-FR" smtClean="0"/>
              <a:t> 
5-  MD G UNI EST CONSACRÉ 
6-  LA CORDE QUI TE TIRE DE LA FOSSE ET DE LA MISÈRE 
7-  LUEUR DANS LES TÉNÈBRES OUVRIERS DE LUMIÈRE 
8-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MD G UN CŒUR DE MISÉRICORDE 
10-  UNE CORDE LANCÉE VERS TOUS CEUX DANS LA FOSSE ET LA MISÈRE 
11-  LUEUR DANS LES TÉNÈBRES OUVRIERS DE LUMIÈRE 
12-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PRENDS CE TRAIN VERS UN GRAND DESTIN ! 
14-  CE TRAIN VA VERS L’ESPOIR CE TRAIN VA VERS LA VICTOIRE 
15-  CE TRAIN VA VERS LA GLOIRE MD G 
16-  UN TRAIN TOUJOURS À L’HEURE UN TRAIN SANS PANNE MOTEUR 
17-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VERS UN GRAND DESTIN ! 
</a:t>
            </a:r>
            <a:endParaRPr lang="fr-FR" dirty="0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MD G UN CŒUR DE MISÉRICORDE 
2-  UNE CORDE LANCÉE VERS TOUS CEUX DANS LA FOSSE ET LA MISÈRE 
3-  LUEUR DANS LES TÉNÈBRES OUVRIERS DE LUMIÈRE 
4-  PRENDS CE TRAIN VERS UN GRAND DESTIN !</a:t>
            </a:r>
          </a:p>
          <a:p>
            <a:r>
              <a:rPr lang="fr-FR" altLang="fr-FR"/>
              <a:t> 
5-  MD G UNI EST CONSACRÉ 
6-  LA CORDE QUI TE TIRE DE LA FOSSE ET DE LA MISÈRE 
7-  LUEUR DANS LES TÉNÈBRES OUVRIERS DE LUMIÈRE 
8-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9-  MD G UN CŒUR DE MISÉRICORDE 
10-  UNE CORDE LANCÉE VERS TOUS CEUX DANS LA FOSSE ET LA MISÈRE 
11-  LUEUR DANS LES TÉNÈBRES OUVRIERS DE LUMIÈRE 
12-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13-  PRENDS CE TRAIN VERS UN GRAND DESTIN ! 
14-  CE TRAIN VA VERS L’ESPOIR CE TRAIN VA VERS LA VICTOIRE 
15-  CE TRAIN VA VERS LA GLOIRE MD G 
16-  UN TRAIN TOUJOURS À L’HEURE UN TRAIN SANS PANNE MOTEUR 
17-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18-  VERS UN GRAND DESTIN !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smtClean="0"/>
              <a:t>1-  MD G UN CŒUR DE MISÉRICORDE 
2-  UNE CORDE LANCÉE VERS TOUS CEUX DANS LA FOSSE ET LA MISÈRE 
3-  LUEUR DANS LES TÉNÈBRES OUVRIERS DE LUMIÈRE 
4-  PRENDS CE TRAIN VERS UN GRAND DESTIN !</a:t>
            </a:r>
          </a:p>
          <a:p>
            <a:pPr>
              <a:defRPr/>
            </a:pPr>
            <a:r>
              <a:rPr lang="fr-FR" smtClean="0"/>
              <a:t> 
5-  MD G UNI EST CONSACRÉ 
6-  LA CORDE QUI TE TIRE DE LA FOSSE ET DE LA MISÈRE 
7-  LUEUR DANS LES TÉNÈBRES OUVRIERS DE LUMIÈRE 
8-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MD G UN CŒUR DE MISÉRICORDE 
10-  UNE CORDE LANCÉE VERS TOUS CEUX DANS LA FOSSE ET LA MISÈRE 
11-  LUEUR DANS LES TÉNÈBRES OUVRIERS DE LUMIÈRE 
12-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PRENDS CE TRAIN VERS UN GRAND DESTIN ! 
14-  CE TRAIN VA VERS L’ESPOIR CE TRAIN VA VERS LA VICTOIRE 
15-  CE TRAIN VA VERS LA GLOIRE MD G 
16-  UN TRAIN TOUJOURS À L’HEURE UN TRAIN SANS PANNE MOTEUR 
17-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VERS UN GRAND DESTIN ! 
</a:t>
            </a:r>
            <a:endParaRPr lang="fr-FR" dirty="0" smtClean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MD G UN CŒUR DE MISÉRICORDE 
2-  UNE CORDE LANCÉE VERS TOUS CEUX DANS LA FOSSE ET LA MISÈRE 
3-  LUEUR DANS LES TÉNÈBRES OUVRIERS DE LUMIÈRE 
4-  PRENDS CE TRAIN VERS UN GRAND DESTIN !</a:t>
            </a:r>
          </a:p>
          <a:p>
            <a:r>
              <a:rPr lang="fr-FR" altLang="fr-FR"/>
              <a:t> 
5-  MD G UNI EST CONSACRÉ 
6-  LA CORDE QUI TE TIRE DE LA FOSSE ET DE LA MISÈRE 
7-  LUEUR DANS LES TÉNÈBRES OUVRIERS DE LUMIÈRE 
8-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9-  MD G UN CŒUR DE MISÉRICORDE 
10-  UNE CORDE LANCÉE VERS TOUS CEUX DANS LA FOSSE ET LA MISÈRE 
11-  LUEUR DANS LES TÉNÈBRES OUVRIERS DE LUMIÈRE 
12-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13-  PRENDS CE TRAIN VERS UN GRAND DESTIN ! 
14-  CE TRAIN VA VERS L’ESPOIR CE TRAIN VA VERS LA VICTOIRE 
15-  CE TRAIN VA VERS LA GLOIRE MD G 
16-  UN TRAIN TOUJOURS À L’HEURE UN TRAIN SANS PANNE MOTEUR 
17-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18-  VERS UN GRAND DESTIN !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MD G UN CŒUR DE MISÉRICORDE 
2-  UNE CORDE LANCÉE VERS TOUS CEUX DANS LA FOSSE ET LA MISÈRE 
3-  LUEUR DANS LES TÉNÈBRES OUVRIERS DE LUMIÈRE 
4-  PRENDS CE TRAIN VERS UN GRAND DESTIN !</a:t>
            </a:r>
          </a:p>
          <a:p>
            <a:pPr>
              <a:defRPr/>
            </a:pPr>
            <a:r>
              <a:rPr lang="fr-FR" smtClean="0"/>
              <a:t> 
5-  MD G UNI EST CONSACRÉ 
6-  LA CORDE QUI TE TIRE DE LA FOSSE ET DE LA MISÈRE 
7-  LUEUR DANS LES TÉNÈBRES OUVRIERS DE LUMIÈRE 
8-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MD G UN CŒUR DE MISÉRICORDE 
10-  UNE CORDE LANCÉE VERS TOUS CEUX DANS LA FOSSE ET LA MISÈRE 
11-  LUEUR DANS LES TÉNÈBRES OUVRIERS DE LUMIÈRE 
12-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PRENDS CE TRAIN VERS UN GRAND DESTIN ! 
14-  CE TRAIN VA VERS L’ESPOIR CE TRAIN VA VERS LA VICTOIRE 
15-  CE TRAIN VA VERS LA GLOIRE MD G 
16-  UN TRAIN TOUJOURS À L’HEURE UN TRAIN SANS PANNE MOTEUR 
17-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VERS UN GRAND DESTIN ! 
</a:t>
            </a:r>
            <a:endParaRPr lang="fr-FR" dirty="0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MD G UN CŒUR DE MISÉRICORDE 
2-  UNE CORDE LANCÉE VERS TOUS CEUX DANS LA FOSSE ET LA MISÈRE 
3-  LUEUR DANS LES TÉNÈBRES OUVRIERS DE LUMIÈRE 
4-  PRENDS CE TRAIN VERS UN GRAND DESTIN !</a:t>
            </a:r>
          </a:p>
          <a:p>
            <a:r>
              <a:rPr lang="fr-FR" altLang="fr-FR"/>
              <a:t> 
5-  MD G UNI EST CONSACRÉ 
6-  LA CORDE QUI TE TIRE DE LA FOSSE ET DE LA MISÈRE 
7-  LUEUR DANS LES TÉNÈBRES OUVRIERS DE LUMIÈRE 
8-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9-  MD G UN CŒUR DE MISÉRICORDE 
10-  UNE CORDE LANCÉE VERS TOUS CEUX DANS LA FOSSE ET LA MISÈRE 
11-  LUEUR DANS LES TÉNÈBRES OUVRIERS DE LUMIÈRE 
12-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13-  PRENDS CE TRAIN VERS UN GRAND DESTIN ! 
14-  CE TRAIN VA VERS L’ESPOIR CE TRAIN VA VERS LA VICTOIRE 
15-  CE TRAIN VA VERS LA GLOIRE MD G 
16-  UN TRAIN TOUJOURS À L’HEURE UN TRAIN SANS PANNE MOTEUR 
17-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18-  VERS UN GRAND DESTIN !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MD G UN CŒUR DE MISÉRICORDE 
2-  UNE CORDE LANCÉE VERS TOUS CEUX DANS LA FOSSE ET LA MISÈRE 
3-  LUEUR DANS LES TÉNÈBRES OUVRIERS DE LUMIÈRE 
4-  PRENDS CE TRAIN VERS UN GRAND DESTIN !</a:t>
            </a:r>
          </a:p>
          <a:p>
            <a:pPr>
              <a:defRPr/>
            </a:pPr>
            <a:r>
              <a:rPr lang="fr-FR" smtClean="0"/>
              <a:t> 
5-  MD G UNI EST CONSACRÉ 
6-  LA CORDE QUI TE TIRE DE LA FOSSE ET DE LA MISÈRE 
7-  LUEUR DANS LES TÉNÈBRES OUVRIERS DE LUMIÈRE 
8-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MD G UN CŒUR DE MISÉRICORDE 
10-  UNE CORDE LANCÉE VERS TOUS CEUX DANS LA FOSSE ET LA MISÈRE 
11-  LUEUR DANS LES TÉNÈBRES OUVRIERS DE LUMIÈRE 
12-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PRENDS CE TRAIN VERS UN GRAND DESTIN ! 
14-  CE TRAIN VA VERS L’ESPOIR CE TRAIN VA VERS LA VICTOIRE 
15-  CE TRAIN VA VERS LA GLOIRE MD G 
16-  UN TRAIN TOUJOURS À L’HEURE UN TRAIN SANS PANNE MOTEUR 
17-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VERS UN GRAND DESTIN ! 
</a:t>
            </a: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MD G UN CŒUR DE MISÉRICORDE 
2-  UNE CORDE LANCÉE VERS TOUS CEUX DANS LA FOSSE ET LA MISÈRE 
3-  LUEUR DANS LES TÉNÈBRES OUVRIERS DE LUMIÈRE 
4-  PRENDS CE TRAIN VERS UN GRAND DESTIN !</a:t>
            </a:r>
          </a:p>
          <a:p>
            <a:r>
              <a:rPr lang="fr-FR" altLang="fr-FR"/>
              <a:t> 
5-  MD G UNI EST CONSACRÉ 
6-  LA CORDE QUI TE TIRE DE LA FOSSE ET DE LA MISÈRE 
7-  LUEUR DANS LES TÉNÈBRES OUVRIERS DE LUMIÈRE 
8-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9-  MD G UN CŒUR DE MISÉRICORDE 
10-  UNE CORDE LANCÉE VERS TOUS CEUX DANS LA FOSSE ET LA MISÈRE 
11-  LUEUR DANS LES TÉNÈBRES OUVRIERS DE LUMIÈRE 
12-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13-  PRENDS CE TRAIN VERS UN GRAND DESTIN ! 
14-  CE TRAIN VA VERS L’ESPOIR CE TRAIN VA VERS LA VICTOIRE 
15-  CE TRAIN VA VERS LA GLOIRE MD G 
16-  UN TRAIN TOUJOURS À L’HEURE UN TRAIN SANS PANNE MOTEUR 
17-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18-  VERS UN GRAND DESTIN !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MD G UN CŒUR DE MISÉRICORDE 
2-  UNE CORDE LANCÉE VERS TOUS CEUX DANS LA FOSSE ET LA MISÈRE 
3-  LUEUR DANS LES TÉNÈBRES OUVRIERS DE LUMIÈRE 
4-  PRENDS CE TRAIN VERS UN GRAND DESTIN !</a:t>
            </a:r>
          </a:p>
          <a:p>
            <a:pPr>
              <a:defRPr/>
            </a:pPr>
            <a:r>
              <a:rPr lang="fr-FR" smtClean="0"/>
              <a:t> 
5-  MD G UNI EST CONSACRÉ 
6-  LA CORDE QUI TE TIRE DE LA FOSSE ET DE LA MISÈRE 
7-  LUEUR DANS LES TÉNÈBRES OUVRIERS DE LUMIÈRE 
8-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MD G UN CŒUR DE MISÉRICORDE 
10-  UNE CORDE LANCÉE VERS TOUS CEUX DANS LA FOSSE ET LA MISÈRE 
11-  LUEUR DANS LES TÉNÈBRES OUVRIERS DE LUMIÈRE 
12-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PRENDS CE TRAIN VERS UN GRAND DESTIN ! 
14-  CE TRAIN VA VERS L’ESPOIR CE TRAIN VA VERS LA VICTOIRE 
15-  CE TRAIN VA VERS LA GLOIRE MD G 
16-  UN TRAIN TOUJOURS À L’HEURE UN TRAIN SANS PANNE MOTEUR 
17-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VERS UN GRAND DESTIN ! 
</a:t>
            </a: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MD G UN CŒUR DE MISÉRICORDE 
2-  UNE CORDE LANCÉE VERS TOUS CEUX DANS LA FOSSE ET LA MISÈRE 
3-  LUEUR DANS LES TÉNÈBRES OUVRIERS DE LUMIÈRE 
4-  PRENDS CE TRAIN VERS UN GRAND DESTIN !</a:t>
            </a:r>
          </a:p>
          <a:p>
            <a:r>
              <a:rPr lang="fr-FR" altLang="fr-FR"/>
              <a:t> 
5-  MD G UNI EST CONSACRÉ 
6-  LA CORDE QUI TE TIRE DE LA FOSSE ET DE LA MISÈRE 
7-  LUEUR DANS LES TÉNÈBRES OUVRIERS DE LUMIÈRE 
8-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9-  MD G UN CŒUR DE MISÉRICORDE 
10-  UNE CORDE LANCÉE VERS TOUS CEUX DANS LA FOSSE ET LA MISÈRE 
11-  LUEUR DANS LES TÉNÈBRES OUVRIERS DE LUMIÈRE 
12-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13-  PRENDS CE TRAIN VERS UN GRAND DESTIN ! 
14-  CE TRAIN VA VERS L’ESPOIR CE TRAIN VA VERS LA VICTOIRE 
15-  CE TRAIN VA VERS LA GLOIRE MD G 
16-  UN TRAIN TOUJOURS À L’HEURE UN TRAIN SANS PANNE MOTEUR 
17-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18-  VERS UN GRAND DESTIN !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smtClean="0"/>
              <a:t>1-  MD G UN CŒUR DE MISÉRICORDE 
2-  UNE CORDE LANCÉE VERS TOUS CEUX DANS LA FOSSE ET LA MISÈRE 
3-  LUEUR DANS LES TÉNÈBRES OUVRIERS DE LUMIÈRE 
4-  PRENDS CE TRAIN VERS UN GRAND DESTIN !</a:t>
            </a:r>
          </a:p>
          <a:p>
            <a:pPr>
              <a:defRPr/>
            </a:pPr>
            <a:r>
              <a:rPr lang="fr-FR" smtClean="0"/>
              <a:t> 
5-  MD G UNI EST CONSACRÉ 
6-  LA CORDE QUI TE TIRE DE LA FOSSE ET DE LA MISÈRE 
7-  LUEUR DANS LES TÉNÈBRES OUVRIERS DE LUMIÈRE 
8-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MD G UN CŒUR DE MISÉRICORDE 
10-  UNE CORDE LANCÉE VERS TOUS CEUX DANS LA FOSSE ET LA MISÈRE 
11-  LUEUR DANS LES TÉNÈBRES OUVRIERS DE LUMIÈRE 
12-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PRENDS CE TRAIN VERS UN GRAND DESTIN ! 
14-  CE TRAIN VA VERS L’ESPOIR CE TRAIN VA VERS LA VICTOIRE 
15-  CE TRAIN VA VERS LA GLOIRE MD G 
16-  UN TRAIN TOUJOURS À L’HEURE UN TRAIN SANS PANNE MOTEUR 
17-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VERS UN GRAND DESTIN ! 
</a:t>
            </a: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MD G UN CŒUR DE MISÉRICORDE 
2-  UNE CORDE LANCÉE VERS TOUS CEUX DANS LA FOSSE ET LA MISÈRE 
3-  LUEUR DANS LES TÉNÈBRES OUVRIERS DE LUMIÈRE 
4-  PRENDS CE TRAIN VERS UN GRAND DESTIN !</a:t>
            </a:r>
          </a:p>
          <a:p>
            <a:r>
              <a:rPr lang="fr-FR" altLang="fr-FR"/>
              <a:t> 
5-  MD G UNI EST CONSACRÉ 
6-  LA CORDE QUI TE TIRE DE LA FOSSE ET DE LA MISÈRE 
7-  LUEUR DANS LES TÉNÈBRES OUVRIERS DE LUMIÈRE 
8-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9-  MD G UN CŒUR DE MISÉRICORDE 
10-  UNE CORDE LANCÉE VERS TOUS CEUX DANS LA FOSSE ET LA MISÈRE 
11-  LUEUR DANS LES TÉNÈBRES OUVRIERS DE LUMIÈRE 
12-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13-  PRENDS CE TRAIN VERS UN GRAND DESTIN ! 
14-  CE TRAIN VA VERS L’ESPOIR CE TRAIN VA VERS LA VICTOIRE 
15-  CE TRAIN VA VERS LA GLOIRE MD G 
16-  UN TRAIN TOUJOURS À L’HEURE UN TRAIN SANS PANNE MOTEUR 
17-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18-  VERS UN GRAND DESTIN !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MD G UN CŒUR DE MISÉRICORDE 
2-  UNE CORDE LANCÉE VERS TOUS CEUX DANS LA FOSSE ET LA MISÈRE 
3-  LUEUR DANS LES TÉNÈBRES OUVRIERS DE LUMIÈRE 
4-  PRENDS CE TRAIN VERS UN GRAND DESTIN !</a:t>
            </a:r>
          </a:p>
          <a:p>
            <a:pPr>
              <a:defRPr/>
            </a:pPr>
            <a:r>
              <a:rPr lang="fr-FR" smtClean="0"/>
              <a:t> 
5-  MD G UNI EST CONSACRÉ 
6-  LA CORDE QUI TE TIRE DE LA FOSSE ET DE LA MISÈRE 
7-  LUEUR DANS LES TÉNÈBRES OUVRIERS DE LUMIÈRE 
8-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MD G UN CŒUR DE MISÉRICORDE 
10-  UNE CORDE LANCÉE VERS TOUS CEUX DANS LA FOSSE ET LA MISÈRE 
11-  LUEUR DANS LES TÉNÈBRES OUVRIERS DE LUMIÈRE 
12-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PRENDS CE TRAIN VERS UN GRAND DESTIN ! 
14-  CE TRAIN VA VERS L’ESPOIR CE TRAIN VA VERS LA VICTOIRE 
15-  CE TRAIN VA VERS LA GLOIRE MD G 
16-  UN TRAIN TOUJOURS À L’HEURE UN TRAIN SANS PANNE MOTEUR 
17-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VERS UN GRAND DESTIN ! 
</a:t>
            </a: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MD G UN CŒUR DE MISÉRICORDE 
2-  UNE CORDE LANCÉE VERS TOUS CEUX DANS LA FOSSE ET LA MISÈRE 
3-  LUEUR DANS LES TÉNÈBRES OUVRIERS DE LUMIÈRE 
4-  PRENDS CE TRAIN VERS UN GRAND DESTIN !</a:t>
            </a:r>
          </a:p>
          <a:p>
            <a:r>
              <a:rPr lang="fr-FR" altLang="fr-FR"/>
              <a:t> 
5-  MD G UNI EST CONSACRÉ 
6-  LA CORDE QUI TE TIRE DE LA FOSSE ET DE LA MISÈRE 
7-  LUEUR DANS LES TÉNÈBRES OUVRIERS DE LUMIÈRE 
8-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9-  MD G UN CŒUR DE MISÉRICORDE 
10-  UNE CORDE LANCÉE VERS TOUS CEUX DANS LA FOSSE ET LA MISÈRE 
11-  LUEUR DANS LES TÉNÈBRES OUVRIERS DE LUMIÈRE 
12-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13-  PRENDS CE TRAIN VERS UN GRAND DESTIN ! 
14-  CE TRAIN VA VERS L’ESPOIR CE TRAIN VA VERS LA VICTOIRE 
15-  CE TRAIN VA VERS LA GLOIRE MD G 
16-  UN TRAIN TOUJOURS À L’HEURE UN TRAIN SANS PANNE MOTEUR 
17-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18-  VERS UN GRAND DESTIN !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smtClean="0"/>
              <a:t>1-  MD G UN CŒUR DE MISÉRICORDE 
2-  UNE CORDE LANCÉE VERS TOUS CEUX DANS LA FOSSE ET LA MISÈRE 
3-  LUEUR DANS LES TÉNÈBRES OUVRIERS DE LUMIÈRE 
4-  PRENDS CE TRAIN VERS UN GRAND DESTIN !</a:t>
            </a:r>
          </a:p>
          <a:p>
            <a:pPr>
              <a:defRPr/>
            </a:pPr>
            <a:r>
              <a:rPr lang="fr-FR" smtClean="0"/>
              <a:t> 
5-  MD G UNI EST CONSACRÉ 
6-  LA CORDE QUI TE TIRE DE LA FOSSE ET DE LA MISÈRE 
7-  LUEUR DANS LES TÉNÈBRES OUVRIERS DE LUMIÈRE 
8-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MD G UN CŒUR DE MISÉRICORDE 
10-  UNE CORDE LANCÉE VERS TOUS CEUX DANS LA FOSSE ET LA MISÈRE 
11-  LUEUR DANS LES TÉNÈBRES OUVRIERS DE LUMIÈRE 
12-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PRENDS CE TRAIN VERS UN GRAND DESTIN ! 
14-  CE TRAIN VA VERS L’ESPOIR CE TRAIN VA VERS LA VICTOIRE 
15-  CE TRAIN VA VERS LA GLOIRE MD G 
16-  UN TRAIN TOUJOURS À L’HEURE UN TRAIN SANS PANNE MOTEUR 
17-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VERS UN GRAND DESTIN ! 
</a:t>
            </a: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MD G UN CŒUR DE MISÉRICORDE 
2-  UNE CORDE LANCÉE VERS TOUS CEUX DANS LA FOSSE ET LA MISÈRE 
3-  LUEUR DANS LES TÉNÈBRES OUVRIERS DE LUMIÈRE 
4-  PRENDS CE TRAIN VERS UN GRAND DESTIN !</a:t>
            </a:r>
          </a:p>
          <a:p>
            <a:r>
              <a:rPr lang="fr-FR" altLang="fr-FR"/>
              <a:t> 
5-  MD G UNI EST CONSACRÉ 
6-  LA CORDE QUI TE TIRE DE LA FOSSE ET DE LA MISÈRE 
7-  LUEUR DANS LES TÉNÈBRES OUVRIERS DE LUMIÈRE 
8-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9-  MD G UN CŒUR DE MISÉRICORDE 
10-  UNE CORDE LANCÉE VERS TOUS CEUX DANS LA FOSSE ET LA MISÈRE 
11-  LUEUR DANS LES TÉNÈBRES OUVRIERS DE LUMIÈRE 
12-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13-  PRENDS CE TRAIN VERS UN GRAND DESTIN ! 
14-  CE TRAIN VA VERS L’ESPOIR CE TRAIN VA VERS LA VICTOIRE 
15-  CE TRAIN VA VERS LA GLOIRE MD G 
16-  UN TRAIN TOUJOURS À L’HEURE UN TRAIN SANS PANNE MOTEUR 
17-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18-  VERS UN GRAND DESTIN !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smtClean="0"/>
              <a:t>1-  MD G UN CŒUR DE MISÉRICORDE 
2-  UNE CORDE LANCÉE VERS TOUS CEUX DANS LA FOSSE ET LA MISÈRE 
3-  LUEUR DANS LES TÉNÈBRES OUVRIERS DE LUMIÈRE 
4-  PRENDS CE TRAIN VERS UN GRAND DESTIN !</a:t>
            </a:r>
          </a:p>
          <a:p>
            <a:pPr>
              <a:defRPr/>
            </a:pPr>
            <a:r>
              <a:rPr lang="fr-FR" smtClean="0"/>
              <a:t> 
5-  MD G UNI EST CONSACRÉ 
6-  LA CORDE QUI TE TIRE DE LA FOSSE ET DE LA MISÈRE 
7-  LUEUR DANS LES TÉNÈBRES OUVRIERS DE LUMIÈRE 
8-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MD G UN CŒUR DE MISÉRICORDE 
10-  UNE CORDE LANCÉE VERS TOUS CEUX DANS LA FOSSE ET LA MISÈRE 
11-  LUEUR DANS LES TÉNÈBRES OUVRIERS DE LUMIÈRE 
12-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PRENDS CE TRAIN VERS UN GRAND DESTIN ! 
14-  CE TRAIN VA VERS L’ESPOIR CE TRAIN VA VERS LA VICTOIRE 
15-  CE TRAIN VA VERS LA GLOIRE MD G 
16-  UN TRAIN TOUJOURS À L’HEURE UN TRAIN SANS PANNE MOTEUR 
17-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VERS UN GRAND DESTIN ! 
</a:t>
            </a: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MD G UN CŒUR DE MISÉRICORDE 
2-  UNE CORDE LANCÉE VERS TOUS CEUX DANS LA FOSSE ET LA MISÈRE 
3-  LUEUR DANS LES TÉNÈBRES OUVRIERS DE LUMIÈRE 
4-  PRENDS CE TRAIN VERS UN GRAND DESTIN !</a:t>
            </a:r>
          </a:p>
          <a:p>
            <a:r>
              <a:rPr lang="fr-FR" altLang="fr-FR"/>
              <a:t> 
5-  MD G UNI EST CONSACRÉ 
6-  LA CORDE QUI TE TIRE DE LA FOSSE ET DE LA MISÈRE 
7-  LUEUR DANS LES TÉNÈBRES OUVRIERS DE LUMIÈRE 
8-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9-  MD G UN CŒUR DE MISÉRICORDE 
10-  UNE CORDE LANCÉE VERS TOUS CEUX DANS LA FOSSE ET LA MISÈRE 
11-  LUEUR DANS LES TÉNÈBRES OUVRIERS DE LUMIÈRE 
12-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13-  PRENDS CE TRAIN VERS UN GRAND DESTIN ! 
14-  CE TRAIN VA VERS L’ESPOIR CE TRAIN VA VERS LA VICTOIRE 
15-  CE TRAIN VA VERS LA GLOIRE MD G 
16-  UN TRAIN TOUJOURS À L’HEURE UN TRAIN SANS PANNE MOTEUR 
17-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18-  VERS UN GRAND DESTIN !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smtClean="0"/>
              <a:t>1-  MD G UN CŒUR DE MISÉRICORDE 
2-  UNE CORDE LANCÉE VERS TOUS CEUX DANS LA FOSSE ET LA MISÈRE 
3-  LUEUR DANS LES TÉNÈBRES OUVRIERS DE LUMIÈRE 
4-  PRENDS CE TRAIN VERS UN GRAND DESTIN !</a:t>
            </a:r>
          </a:p>
          <a:p>
            <a:pPr>
              <a:defRPr/>
            </a:pPr>
            <a:r>
              <a:rPr lang="fr-FR" smtClean="0"/>
              <a:t> 
5-  MD G UNI EST CONSACRÉ 
6-  LA CORDE QUI TE TIRE DE LA FOSSE ET DE LA MISÈRE 
7-  LUEUR DANS LES TÉNÈBRES OUVRIERS DE LUMIÈRE 
8-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MD G UN CŒUR DE MISÉRICORDE 
10-  UNE CORDE LANCÉE VERS TOUS CEUX DANS LA FOSSE ET LA MISÈRE 
11-  LUEUR DANS LES TÉNÈBRES OUVRIERS DE LUMIÈRE 
12-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PRENDS CE TRAIN VERS UN GRAND DESTIN ! 
14-  CE TRAIN VA VERS L’ESPOIR CE TRAIN VA VERS LA VICTOIRE 
15-  CE TRAIN VA VERS LA GLOIRE MD G 
16-  UN TRAIN TOUJOURS À L’HEURE UN TRAIN SANS PANNE MOTEUR 
17-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VERS UN GRAND DESTIN ! 
</a:t>
            </a: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MD G UN CŒUR DE MISÉRICORDE 
2-  UNE CORDE LANCÉE VERS TOUS CEUX DANS LA FOSSE ET LA MISÈRE 
3-  LUEUR DANS LES TÉNÈBRES OUVRIERS DE LUMIÈRE 
4-  PRENDS CE TRAIN VERS UN GRAND DESTIN !</a:t>
            </a:r>
          </a:p>
          <a:p>
            <a:r>
              <a:rPr lang="fr-FR" altLang="fr-FR"/>
              <a:t> 
5-  MD G UNI EST CONSACRÉ 
6-  LA CORDE QUI TE TIRE DE LA FOSSE ET DE LA MISÈRE 
7-  LUEUR DANS LES TÉNÈBRES OUVRIERS DE LUMIÈRE 
8-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9-  MD G UN CŒUR DE MISÉRICORDE 
10-  UNE CORDE LANCÉE VERS TOUS CEUX DANS LA FOSSE ET LA MISÈRE 
11-  LUEUR DANS LES TÉNÈBRES OUVRIERS DE LUMIÈRE 
12-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13-  PRENDS CE TRAIN VERS UN GRAND DESTIN ! 
14-  CE TRAIN VA VERS L’ESPOIR CE TRAIN VA VERS LA VICTOIRE 
15-  CE TRAIN VA VERS LA GLOIRE MD G 
16-  UN TRAIN TOUJOURS À L’HEURE UN TRAIN SANS PANNE MOTEUR 
17-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18-  VERS UN GRAND DESTIN !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MD G UN CŒUR DE MISÉRICORDE 
2-  UNE CORDE LANCÉE VERS TOUS CEUX DANS LA FOSSE ET LA MISÈRE 
3-  LUEUR DANS LES TÉNÈBRES OUVRIERS DE LUMIÈRE 
4-  PRENDS CE TRAIN VERS UN GRAND DESTIN !</a:t>
            </a:r>
          </a:p>
          <a:p>
            <a:pPr>
              <a:defRPr/>
            </a:pPr>
            <a:r>
              <a:rPr lang="fr-FR" smtClean="0"/>
              <a:t> 
5-  MD G UNI EST CONSACRÉ 
6-  LA CORDE QUI TE TIRE DE LA FOSSE ET DE LA MISÈRE 
7-  LUEUR DANS LES TÉNÈBRES OUVRIERS DE LUMIÈRE 
8-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MD G UN CŒUR DE MISÉRICORDE 
10-  UNE CORDE LANCÉE VERS TOUS CEUX DANS LA FOSSE ET LA MISÈRE 
11-  LUEUR DANS LES TÉNÈBRES OUVRIERS DE LUMIÈRE 
12-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PRENDS CE TRAIN VERS UN GRAND DESTIN ! 
14-  CE TRAIN VA VERS L’ESPOIR CE TRAIN VA VERS LA VICTOIRE 
15-  CE TRAIN VA VERS LA GLOIRE MD G 
16-  UN TRAIN TOUJOURS À L’HEURE UN TRAIN SANS PANNE MOTEUR 
17-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VERS UN GRAND DESTIN ! 
</a:t>
            </a: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MD G UN CŒUR DE MISÉRICORDE 
2-  UNE CORDE LANCÉE VERS TOUS CEUX DANS LA FOSSE ET LA MISÈRE 
3-  LUEUR DANS LES TÉNÈBRES OUVRIERS DE LUMIÈRE 
4-  PRENDS CE TRAIN VERS UN GRAND DESTIN !</a:t>
            </a:r>
          </a:p>
          <a:p>
            <a:r>
              <a:rPr lang="fr-FR" altLang="fr-FR"/>
              <a:t> 
5-  MD G UNI EST CONSACRÉ 
6-  LA CORDE QUI TE TIRE DE LA FOSSE ET DE LA MISÈRE 
7-  LUEUR DANS LES TÉNÈBRES OUVRIERS DE LUMIÈRE 
8-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9-  MD G UN CŒUR DE MISÉRICORDE 
10-  UNE CORDE LANCÉE VERS TOUS CEUX DANS LA FOSSE ET LA MISÈRE 
11-  LUEUR DANS LES TÉNÈBRES OUVRIERS DE LUMIÈRE 
12-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13-  PRENDS CE TRAIN VERS UN GRAND DESTIN ! 
14-  CE TRAIN VA VERS L’ESPOIR CE TRAIN VA VERS LA VICTOIRE 
15-  CE TRAIN VA VERS LA GLOIRE MD G 
16-  UN TRAIN TOUJOURS À L’HEURE UN TRAIN SANS PANNE MOTEUR 
17-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18-  VERS UN GRAND DESTIN !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smtClean="0"/>
              <a:t>1-  MD G UN CŒUR DE MISÉRICORDE 
2-  UNE CORDE LANCÉE VERS TOUS CEUX DANS LA FOSSE ET LA MISÈRE 
3-  LUEUR DANS LES TÉNÈBRES OUVRIERS DE LUMIÈRE 
4-  PRENDS CE TRAIN VERS UN GRAND DESTIN !</a:t>
            </a:r>
          </a:p>
          <a:p>
            <a:pPr>
              <a:defRPr/>
            </a:pPr>
            <a:r>
              <a:rPr lang="fr-FR" smtClean="0"/>
              <a:t> 
5-  MD G UNI EST CONSACRÉ 
6-  LA CORDE QUI TE TIRE DE LA FOSSE ET DE LA MISÈRE 
7-  LUEUR DANS LES TÉNÈBRES OUVRIERS DE LUMIÈRE 
8-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MD G UN CŒUR DE MISÉRICORDE 
10-  UNE CORDE LANCÉE VERS TOUS CEUX DANS LA FOSSE ET LA MISÈRE 
11-  LUEUR DANS LES TÉNÈBRES OUVRIERS DE LUMIÈRE 
12-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PRENDS CE TRAIN VERS UN GRAND DESTIN ! 
14-  CE TRAIN VA VERS L’ESPOIR CE TRAIN VA VERS LA VICTOIRE 
15-  CE TRAIN VA VERS LA GLOIRE MD G 
16-  UN TRAIN TOUJOURS À L’HEURE UN TRAIN SANS PANNE MOTEUR 
17-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VERS UN GRAND DESTIN ! 
</a:t>
            </a: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MD G UN CŒUR DE MISÉRICORDE 
2-  UNE CORDE LANCÉE VERS TOUS CEUX DANS LA FOSSE ET LA MISÈRE 
3-  LUEUR DANS LES TÉNÈBRES OUVRIERS DE LUMIÈRE 
4-  PRENDS CE TRAIN VERS UN GRAND DESTIN !</a:t>
            </a:r>
          </a:p>
          <a:p>
            <a:r>
              <a:rPr lang="fr-FR" altLang="fr-FR"/>
              <a:t> 
5-  MD G UNI EST CONSACRÉ 
6-  LA CORDE QUI TE TIRE DE LA FOSSE ET DE LA MISÈRE 
7-  LUEUR DANS LES TÉNÈBRES OUVRIERS DE LUMIÈRE 
8-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9-  MD G UN CŒUR DE MISÉRICORDE 
10-  UNE CORDE LANCÉE VERS TOUS CEUX DANS LA FOSSE ET LA MISÈRE 
11-  LUEUR DANS LES TÉNÈBRES OUVRIERS DE LUMIÈRE 
12-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13-  PRENDS CE TRAIN VERS UN GRAND DESTIN ! 
14-  CE TRAIN VA VERS L’ESPOIR CE TRAIN VA VERS LA VICTOIRE 
15-  CE TRAIN VA VERS LA GLOIRE MD G 
16-  UN TRAIN TOUJOURS À L’HEURE UN TRAIN SANS PANNE MOTEUR 
17-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18-  VERS UN GRAND DESTIN ! 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MD G UN CŒUR DE MISÉRICORDE 
2-  UNE CORDE LANCÉE VERS TOUS CEUX DANS LA FOSSE ET LA MISÈRE 
3-  LUEUR DANS LES TÉNÈBRES OUVRIERS DE LUMIÈRE 
4-  PRENDS CE TRAIN VERS UN GRAND DESTIN !</a:t>
            </a:r>
          </a:p>
          <a:p>
            <a:pPr>
              <a:defRPr/>
            </a:pPr>
            <a:r>
              <a:rPr lang="fr-FR" smtClean="0"/>
              <a:t> 
5-  MD G UNI EST CONSACRÉ 
6-  LA CORDE QUI TE TIRE DE LA FOSSE ET DE LA MISÈRE 
7-  LUEUR DANS LES TÉNÈBRES OUVRIERS DE LUMIÈRE 
8-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MD G UN CŒUR DE MISÉRICORDE 
10-  UNE CORDE LANCÉE VERS TOUS CEUX DANS LA FOSSE ET LA MISÈRE 
11-  LUEUR DANS LES TÉNÈBRES OUVRIERS DE LUMIÈRE 
12-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PRENDS CE TRAIN VERS UN GRAND DESTIN ! 
14-  CE TRAIN VA VERS L’ESPOIR CE TRAIN VA VERS LA VICTOIRE 
15-  CE TRAIN VA VERS LA GLOIRE MD G 
16-  UN TRAIN TOUJOURS À L’HEURE UN TRAIN SANS PANNE MOTEUR 
17-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VERS UN GRAND DESTIN ! 
</a:t>
            </a: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MD G UN CŒUR DE MISÉRICORDE 
2-  UNE CORDE LANCÉE VERS TOUS CEUX DANS LA FOSSE ET LA MISÈRE 
3-  LUEUR DANS LES TÉNÈBRES OUVRIERS DE LUMIÈRE 
4-  PRENDS CE TRAIN VERS UN GRAND DESTIN !</a:t>
            </a:r>
          </a:p>
          <a:p>
            <a:r>
              <a:rPr lang="fr-FR" altLang="fr-FR"/>
              <a:t> 
5-  MD G UNI EST CONSACRÉ 
6-  LA CORDE QUI TE TIRE DE LA FOSSE ET DE LA MISÈRE 
7-  LUEUR DANS LES TÉNÈBRES OUVRIERS DE LUMIÈRE 
8-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9-  MD G UN CŒUR DE MISÉRICORDE 
10-  UNE CORDE LANCÉE VERS TOUS CEUX DANS LA FOSSE ET LA MISÈRE 
11-  LUEUR DANS LES TÉNÈBRES OUVRIERS DE LUMIÈRE 
12-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13-  PRENDS CE TRAIN VERS UN GRAND DESTIN ! 
14-  CE TRAIN VA VERS L’ESPOIR CE TRAIN VA VERS LA VICTOIRE 
15-  CE TRAIN VA VERS LA GLOIRE MD G 
16-  UN TRAIN TOUJOURS À L’HEURE UN TRAIN SANS PANNE MOTEUR 
17-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18-  VERS UN GRAND DESTIN ! 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MD G UN CŒUR DE MISÉRICORDE 
2-  UNE CORDE LANCÉE VERS TOUS CEUX DANS LA FOSSE ET LA MISÈRE 
3-  LUEUR DANS LES TÉNÈBRES OUVRIERS DE LUMIÈRE 
4-  PRENDS CE TRAIN VERS UN GRAND DESTIN !</a:t>
            </a:r>
          </a:p>
          <a:p>
            <a:pPr>
              <a:defRPr/>
            </a:pPr>
            <a:r>
              <a:rPr lang="fr-FR" smtClean="0"/>
              <a:t> 
5-  MD G UNI EST CONSACRÉ 
6-  LA CORDE QUI TE TIRE DE LA FOSSE ET DE LA MISÈRE 
7-  LUEUR DANS LES TÉNÈBRES OUVRIERS DE LUMIÈRE 
8-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MD G UN CŒUR DE MISÉRICORDE 
10-  UNE CORDE LANCÉE VERS TOUS CEUX DANS LA FOSSE ET LA MISÈRE 
11-  LUEUR DANS LES TÉNÈBRES OUVRIERS DE LUMIÈRE 
12-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PRENDS CE TRAIN VERS UN GRAND DESTIN ! 
14-  CE TRAIN VA VERS L’ESPOIR CE TRAIN VA VERS LA VICTOIRE 
15-  CE TRAIN VA VERS LA GLOIRE MD G 
16-  UN TRAIN TOUJOURS À L’HEURE UN TRAIN SANS PANNE MOTEUR 
17-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VERS UN GRAND DESTIN ! 
</a:t>
            </a: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MD G UN CŒUR DE MISÉRICORDE 
2-  UNE CORDE LANCÉE VERS TOUS CEUX DANS LA FOSSE ET LA MISÈRE 
3-  LUEUR DANS LES TÉNÈBRES OUVRIERS DE LUMIÈRE 
4-  PRENDS CE TRAIN VERS UN GRAND DESTIN !</a:t>
            </a:r>
          </a:p>
          <a:p>
            <a:r>
              <a:rPr lang="fr-FR" altLang="fr-FR"/>
              <a:t> 
5-  MD G UNI EST CONSACRÉ 
6-  LA CORDE QUI TE TIRE DE LA FOSSE ET DE LA MISÈRE 
7-  LUEUR DANS LES TÉNÈBRES OUVRIERS DE LUMIÈRE 
8-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9-  MD G UN CŒUR DE MISÉRICORDE 
10-  UNE CORDE LANCÉE VERS TOUS CEUX DANS LA FOSSE ET LA MISÈRE 
11-  LUEUR DANS LES TÉNÈBRES OUVRIERS DE LUMIÈRE 
12-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13-  PRENDS CE TRAIN VERS UN GRAND DESTIN ! 
14-  CE TRAIN VA VERS L’ESPOIR CE TRAIN VA VERS LA VICTOIRE 
15-  CE TRAIN VA VERS LA GLOIRE MD G 
16-  UN TRAIN TOUJOURS À L’HEURE UN TRAIN SANS PANNE MOTEUR 
17-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18-  VERS UN GRAND DESTIN ! 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MD G UN CŒUR DE MISÉRICORDE 
2-  UNE CORDE LANCÉE VERS TOUS CEUX DANS LA FOSSE ET LA MISÈRE 
3-  LUEUR DANS LES TÉNÈBRES OUVRIERS DE LUMIÈRE 
4-  PRENDS CE TRAIN VERS UN GRAND DESTIN !</a:t>
            </a:r>
          </a:p>
          <a:p>
            <a:pPr>
              <a:defRPr/>
            </a:pPr>
            <a:r>
              <a:rPr lang="fr-FR" smtClean="0"/>
              <a:t> 
5-  MD G UNI EST CONSACRÉ 
6-  LA CORDE QUI TE TIRE DE LA FOSSE ET DE LA MISÈRE 
7-  LUEUR DANS LES TÉNÈBRES OUVRIERS DE LUMIÈRE 
8-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MD G UN CŒUR DE MISÉRICORDE 
10-  UNE CORDE LANCÉE VERS TOUS CEUX DANS LA FOSSE ET LA MISÈRE 
11-  LUEUR DANS LES TÉNÈBRES OUVRIERS DE LUMIÈRE 
12-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PRENDS CE TRAIN VERS UN GRAND DESTIN ! 
14-  CE TRAIN VA VERS L’ESPOIR CE TRAIN VA VERS LA VICTOIRE 
15-  CE TRAIN VA VERS LA GLOIRE MD G 
16-  UN TRAIN TOUJOURS À L’HEURE UN TRAIN SANS PANNE MOTEUR 
17-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VERS UN GRAND DESTIN ! 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MD G UN CŒUR DE MISÉRICORDE 
2-  UNE CORDE LANCÉE VERS TOUS CEUX DANS LA FOSSE ET LA MISÈRE 
3-  LUEUR DANS LES TÉNÈBRES OUVRIERS DE LUMIÈRE 
4-  PRENDS CE TRAIN VERS UN GRAND DESTIN !</a:t>
            </a:r>
          </a:p>
          <a:p>
            <a:r>
              <a:rPr lang="fr-FR" altLang="fr-FR"/>
              <a:t> 
5-  MD G UNI EST CONSACRÉ 
6-  LA CORDE QUI TE TIRE DE LA FOSSE ET DE LA MISÈRE 
7-  LUEUR DANS LES TÉNÈBRES OUVRIERS DE LUMIÈRE 
8-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9-  MD G UN CŒUR DE MISÉRICORDE 
10-  UNE CORDE LANCÉE VERS TOUS CEUX DANS LA FOSSE ET LA MISÈRE 
11-  LUEUR DANS LES TÉNÈBRES OUVRIERS DE LUMIÈRE 
12-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13-  PRENDS CE TRAIN VERS UN GRAND DESTIN ! 
14-  CE TRAIN VA VERS L’ESPOIR CE TRAIN VA VERS LA VICTOIRE 
15-  CE TRAIN VA VERS LA GLOIRE MD G 
16-  UN TRAIN TOUJOURS À L’HEURE UN TRAIN SANS PANNE MOTEUR 
17-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18-  VERS UN GRAND DESTIN ! 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smtClean="0"/>
              <a:t>1-  MD G UN CŒUR DE MISÉRICORDE 
2-  UNE CORDE LANCÉE VERS TOUS CEUX DANS LA FOSSE ET LA MISÈRE 
3-  LUEUR DANS LES TÉNÈBRES OUVRIERS DE LUMIÈRE 
4-  PRENDS CE TRAIN VERS UN GRAND DESTIN !</a:t>
            </a:r>
          </a:p>
          <a:p>
            <a:pPr>
              <a:defRPr/>
            </a:pPr>
            <a:r>
              <a:rPr lang="fr-FR" smtClean="0"/>
              <a:t> 
5-  MD G UNI EST CONSACRÉ 
6-  LA CORDE QUI TE TIRE DE LA FOSSE ET DE LA MISÈRE 
7-  LUEUR DANS LES TÉNÈBRES OUVRIERS DE LUMIÈRE 
8-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MD G UN CŒUR DE MISÉRICORDE 
10-  UNE CORDE LANCÉE VERS TOUS CEUX DANS LA FOSSE ET LA MISÈRE 
11-  LUEUR DANS LES TÉNÈBRES OUVRIERS DE LUMIÈRE 
12-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PRENDS CE TRAIN VERS UN GRAND DESTIN ! 
14-  CE TRAIN VA VERS L’ESPOIR CE TRAIN VA VERS LA VICTOIRE 
15-  CE TRAIN VA VERS LA GLOIRE MD G 
16-  UN TRAIN TOUJOURS À L’HEURE UN TRAIN SANS PANNE MOTEUR 
17-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VERS UN GRAND DESTIN ! 
</a:t>
            </a: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MD G UN CŒUR DE MISÉRICORDE 
2-  UNE CORDE LANCÉE VERS TOUS CEUX DANS LA FOSSE ET LA MISÈRE 
3-  LUEUR DANS LES TÉNÈBRES OUVRIERS DE LUMIÈRE 
4-  PRENDS CE TRAIN VERS UN GRAND DESTIN !</a:t>
            </a:r>
          </a:p>
          <a:p>
            <a:r>
              <a:rPr lang="fr-FR" altLang="fr-FR"/>
              <a:t> 
5-  MD G UNI EST CONSACRÉ 
6-  LA CORDE QUI TE TIRE DE LA FOSSE ET DE LA MISÈRE 
7-  LUEUR DANS LES TÉNÈBRES OUVRIERS DE LUMIÈRE 
8-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9-  MD G UN CŒUR DE MISÉRICORDE 
10-  UNE CORDE LANCÉE VERS TOUS CEUX DANS LA FOSSE ET LA MISÈRE 
11-  LUEUR DANS LES TÉNÈBRES OUVRIERS DE LUMIÈRE 
12-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13-  PRENDS CE TRAIN VERS UN GRAND DESTIN ! 
14-  CE TRAIN VA VERS L’ESPOIR CE TRAIN VA VERS LA VICTOIRE 
15-  CE TRAIN VA VERS LA GLOIRE MD G 
16-  UN TRAIN TOUJOURS À L’HEURE UN TRAIN SANS PANNE MOTEUR 
17-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18-  VERS UN GRAND DESTIN !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16D458-7295-4C39-B707-B8E2D062269A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2AF52D-34EE-4E51-BD90-EB3C3795A7D6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B35373-A12C-4A4C-A9D3-29C6783BE55B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FDC55F-E223-4A84-82B0-74CD7E5AB889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51ED35-9FF7-4C3B-9B34-7F7CA80085F1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1F7D3F-7C38-46D9-8AC7-7DC08DDB2076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81470D-8BE0-4D2B-A467-5098F9F96DB5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70928D8-3FC8-49E3-B3A2-80AC0013F7D1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C001D8-413E-49BA-8A80-CFB4C2E7EEEF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4B0FE0A-8418-40EB-B638-73A6985AAA55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8DBD83-A894-4FCC-BF4C-E92013316BB9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96013846-FD6C-489F-AA82-155241A9E0F7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MD G UN CŒUR DE MISÉRICORDE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CORDE LANCÉE VERS TOUS CEUX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LA FOSSE ET LA MISÈRE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LUEUR DANS LES TÉNÈBRES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OUVRIERS DE LUMIÈRE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PRENDS CE TRAIN VERS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GRAND DESTIN !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MD G UNI EST CONSACRÉ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CORDE QUI TE TIRE DE LA FOSSE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DE LA MISÈRE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LUEUR DANS LES TÉNÈBRES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OUVRIERS DE LUMIÈRE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PRENDS CE TRAIN VERS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GRAND DESTIN !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MD G UN CŒUR DE MISÉRICORDE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CORDE LANCÉE VERS TOUS CEUX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LA FOSSE ET LA MISÈRE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LUEUR DANS LES TÉNÈBRES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OUVRIERS DE LUMIÈRE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PRENDS CE TRAIN VERS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GRAND DESTIN !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PRENDS CE TRAIN VERS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GRAND DESTIN !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TRAIN VA VERS L’ESPOIR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TRAIN VA VERS LA VICTOIRE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TRAIN VA VERS LA GLOIRE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MD G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TRAIN TOUJOURS À L’HEURE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TRAIN SANS PANNE MOTEUR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PRENDS CE TRAIN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VERS UN GRAND DESTIN !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VERS UN GRAND DESTIN !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1490</TotalTime>
  <Words>394</Words>
  <Application>Microsoft Office PowerPoint</Application>
  <PresentationFormat>On-screen Show (4:3)</PresentationFormat>
  <Paragraphs>320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2" baseType="lpstr">
      <vt:lpstr>Franklin Gothic Medium</vt:lpstr>
      <vt:lpstr>Arial</vt:lpstr>
      <vt:lpstr>Calibri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Christel TSAGUE</cp:lastModifiedBy>
  <cp:revision>147</cp:revision>
  <dcterms:created xsi:type="dcterms:W3CDTF">2002-08-17T10:50:50Z</dcterms:created>
  <dcterms:modified xsi:type="dcterms:W3CDTF">2017-06-17T10:55:56Z</dcterms:modified>
</cp:coreProperties>
</file>