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84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5" r:id="rId16"/>
    <p:sldId id="283" r:id="rId1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51846" autoAdjust="0"/>
  </p:normalViewPr>
  <p:slideViewPr>
    <p:cSldViewPr>
      <p:cViewPr varScale="1">
        <p:scale>
          <a:sx n="41" d="100"/>
          <a:sy n="41" d="100"/>
        </p:scale>
        <p:origin x="230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44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1F83E61-54B7-4A0A-941A-1F5546446BA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66795F8-E6DD-4812-9695-40913C66C7A9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FAIS TU FAIS PARCE CE QUE TU ES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TU FAIS DES MIRACLES  (BOUCLE)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DEVIENS INTENSE  X4
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 </a:t>
            </a:r>
          </a:p>
          <a:p>
            <a:r>
              <a:rPr lang="fr-FR" altLang="fr-FR"/>
              <a:t>2-  TU ES LÀ... AU MILIEU DE TON PEUPLE 
3-  NOUS T'ACCUEILLONS NOUS T'ACCUEILLONS 
4-  CAR TU ES: LE DIEU DE MIRACLES 
5-  ACCOMPLISSEUR LUMIÈRE DANS LES TÉNÈBRES 
6-  MON DIEU VOICI QUI TU ES... </a:t>
            </a:r>
          </a:p>
          <a:p>
            <a:r>
              <a:rPr lang="fr-FR" altLang="fr-FR"/>
              <a:t>7-  TU ES LÀ... TU CHANGES LES DESTINS 
8-  NOUS T'ADORONS NOUS T'ADORONS 
9-  TU ES LÀ... TU BOULEVERSE NOS VIES 
10-  NOUS T'ADORONS NOUS T'ADORONS 
11-  CAR TU ES: LE DIEU DE MIRACLES 
12-  ACCOMPLISSEUR LUMIÈRE DANS LES TÉNÈBRES 
13-  MON DIEU VOICI QUI TU ES... </a:t>
            </a:r>
          </a:p>
          <a:p>
            <a:r>
              <a:rPr lang="fr-FR" altLang="fr-FR"/>
              <a:t>14-  TU FAIS TU FAIS PARCE CE QUE TU ES  </a:t>
            </a:r>
          </a:p>
          <a:p>
            <a:r>
              <a:rPr lang="fr-FR" altLang="fr-FR"/>
              <a:t>15-  TU FAIS DES MIRACLES  (BOUCLE)</a:t>
            </a:r>
          </a:p>
          <a:p>
            <a:r>
              <a:rPr lang="fr-FR" altLang="fr-FR"/>
              <a:t>16-  DEVIENS INTENSE  X4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186681-ED00-49E7-81AB-CE55C591E64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B0A14B-7717-4441-9083-0D39DAC064B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A07F3E-90BD-4408-AFEC-00E72F8D937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6E8204-89D1-456B-BB91-92A5D1798D6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714678-C2AB-44CC-ACD7-483FEBC5D94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FF95EE-B921-433A-A92A-A818FF665E6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6BBD1-32D0-4359-8BA2-A26D74FAAE2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8AD894-7691-4327-B6C1-E0A55B5DADB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6C2C0C-96FC-43E0-B586-19CD7BB4D99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219E18-8748-4FF6-8E01-8B7500C5A38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11DC3B-44C1-44C3-9CB0-4F19C7AAE59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8C769268-73CF-4E73-9C93-CF313A17361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LÀ...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MILIEU DE TON PEUPLE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T'ACCUEILLONS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T'ACCUEILLONS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ES: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DIEU DE MIRACLES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ACCOMPLISSEUR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LUMIÈRE DANS LES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TÉNÈBRES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QUI TU ES...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LÀ...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CHANGES LES DESTINS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T'ADORONS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T'ADORONS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LÀ...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BOULEVERSE NOS VIES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T'ADORONS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T'ADORONS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ES: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DIEU DE MIRACLES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ACCOMPLISSEUR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LUMIÈRE DANS LES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TÉNÈBRES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QUI TU ES...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FAIS PARCE CE QUE TU 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 DES MIRACLES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DEVIENS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INTENSE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477</Words>
  <Application>Microsoft Office PowerPoint</Application>
  <PresentationFormat>On-screen Show (4:3)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141</cp:revision>
  <dcterms:created xsi:type="dcterms:W3CDTF">2002-08-17T10:50:50Z</dcterms:created>
  <dcterms:modified xsi:type="dcterms:W3CDTF">2017-06-16T16:59:23Z</dcterms:modified>
</cp:coreProperties>
</file>