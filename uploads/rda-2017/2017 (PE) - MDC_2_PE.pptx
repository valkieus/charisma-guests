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90929"/>
  </p:normalViewPr>
  <p:slideViewPr>
    <p:cSldViewPr>
      <p:cViewPr varScale="1">
        <p:scale>
          <a:sx n="62" d="100"/>
          <a:sy n="62" d="100"/>
        </p:scale>
        <p:origin x="-1123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22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6C28DC7-E21C-444B-A806-71097D0BB75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7016FC-B02F-481B-B6C8-965CEA85D489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340076-457B-4B49-A6B6-F7D944516A98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81FBEF-014E-4F5E-BF30-5C810C8BBBE1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8BD0E5-AE95-4768-B706-313670D5223F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C044AF-6CFC-4AFF-8282-C33795951F58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EBF068-2C4B-4D47-B455-C2284655B419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4BCB46-D06C-40F2-B342-F33B08959590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70C872-B1BC-4B20-9923-83C364BC71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B979A2-B3A5-4929-A309-5EA0ECB0F1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309FED-A47A-440D-ACB9-78033A595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24C9F-AF7F-4AE2-8EB8-EAF27E4331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5939C0-7340-46A9-8E1C-A2380AC60E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06171F-79FF-4D6A-8450-55FA3604A7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F870F-383E-4260-92BF-DE166D2194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A2B9DA-92DF-419C-B017-B4E231BFFA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592C9F-C23E-4964-8656-F9D9BF8103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6B25-E5E3-4578-B877-BD00E5A330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D880C-E16B-471C-AF98-B79651F34E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BBCC427-BAF7-4256-8176-6CB9554B53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ME LÈVE COMME UN SOLDAT EN MISSION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REFUSE D’ACCEPTER LA DÉMISSION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ME REVÊTS DE L’ARMURE DU SOLDAT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M’EST VITAL POUR ACCOMPLIR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MANDAT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PORTE LES CHAUSSURES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DU ZÈLE DE L’ÉVANGILE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ASSURE QUE JE RESTE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TOUJOURS MOBILE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J’ATTRAPE LE BOUCLIER DE LA FOI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ME PERMET DE RÉSISTER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CHAQUE FOIS</a:t>
            </a:r>
          </a:p>
          <a:p>
            <a:pPr algn="ctr">
              <a:lnSpc>
                <a:spcPct val="110000"/>
              </a:lnSpc>
            </a:pPr>
            <a:r>
              <a:rPr lang="fr-FR" sz="15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REFRAIN: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SÈCHE MES LARMES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     ET PREND TOUTES MES ARMES  X4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ME REVÊTS AUSSI DU CASQUE DU SALUT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ASSURE QUE MES PENSÉES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NE SOIENT FARFELUES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PORTE AUSSI LA CUIRASSE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LA JUSTICE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PROTÈGE MON CŒUR CONTRE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TOUTES MALICES 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N’OUBLIE PAS LA CEINTURE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LA VÉRITÉ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M’ASSURE DANS LE COMBAT L’EFFICACITÉ 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AVEC L’ÉPÉE DE L’ESPRIT QUE JE DÉTIENS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ME LÈVE ET JE VAIS PRENDRE CE QUI M’APPARTIENT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REFRAIN: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SÈCHE MES LARMES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     ET PREND TOUTES MES ARMES   x4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PONT: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CELUI QUI EST EN MOI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EST PLUS FORT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    QUE CEUX QUI SONT CONTRE MOI   x4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REFRAIN :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SÈCHE MES LARMES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      ET PREND TOUTES MES ARMES   x3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TOUTES MES ARMES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      JE PRENDS TOUT  ×2</a:t>
            </a: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TOUTES MES ARMES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      JE PRENDS TOUT  x2</a:t>
            </a: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TOUTES LES ARMES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      JE PRENDS TOUT  x4        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x2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FIN: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CŒUR BAT POUR LE BON COMBAT 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EH! EH!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CŒUR BAT POUR LE BON COMBAT 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EH! EH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CŒUR BAT POUR LE BON COMBAT 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EH! EH!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CŒUR BAT POUR LE BON COMBAT 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EH! EH! EH! EH!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110</Words>
  <Application>Microsoft PowerPoint</Application>
  <PresentationFormat>On-screen Show (4:3)</PresentationFormat>
  <Paragraphs>72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Franklin Gothic Medium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74</cp:revision>
  <dcterms:created xsi:type="dcterms:W3CDTF">2002-08-17T10:50:50Z</dcterms:created>
  <dcterms:modified xsi:type="dcterms:W3CDTF">2017-06-13T16:26:42Z</dcterms:modified>
</cp:coreProperties>
</file>