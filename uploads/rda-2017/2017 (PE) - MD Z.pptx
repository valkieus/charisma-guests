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0" r:id="rId2"/>
    <p:sldId id="273" r:id="rId3"/>
    <p:sldId id="277" r:id="rId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90929"/>
  </p:normalViewPr>
  <p:slideViewPr>
    <p:cSldViewPr>
      <p:cViewPr varScale="1">
        <p:scale>
          <a:sx n="72" d="100"/>
          <a:sy n="72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F3AE5D8-E1E8-47C4-958A-1CBD5CE3F3D5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E09BC7-A2B1-4943-BF26-17D34C80DD7F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0E57EA-B8DC-4AA1-9153-50BD1ABC7158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186218-C9BE-4526-ADA5-C9DF6C21C87D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ACB99F-EF0A-4647-9EFE-66A30680571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8D042F-E725-4C4A-A268-A03D8CF2786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7AA226-804A-4C5C-8074-15A202D6A30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AFAA33-2DB8-471E-AD8E-DAB29771723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00B99D-D9F3-43F1-929D-5670368863C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1A77C-B5C3-4AAF-8502-5823AEEDB27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B03E75-CB66-4780-8FBC-CE2DE01DA52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01B243-D772-4DDF-B648-597859EF226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92B946-4D4C-4D21-AA93-C8E6E686136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85C5D-A845-4ED3-9225-2226BDF5202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B5B6FF-033F-40C4-A225-C108C4AAEC4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E6E9BD0-8722-4349-AA6B-EDE69984463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AS MIS DANS MON COEUR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LA PENSÉE DE L'ÉTERNITÉ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 NE PAS ÊTRE DANS LE TEMPS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CONSTAMMENT PRISONNIER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SUR LA TERRE SAISI AUJOURD'HUI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TON OPPORTUNITÉ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LORSQUE LA PORTE S'OUVRIRA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 ENTRER DE L'AUTRE CÔTÉ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 MOMENT SERA TROP TARD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 SE DÉCIDER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SUR LA TERRE SAISI AUJOURD'HUI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TON OPPORTUNITÉ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1500">
                <a:solidFill>
                  <a:schemeClr val="bg1"/>
                </a:solidFill>
                <a:latin typeface="Arial Black" pitchFamily="34" charset="0"/>
              </a:rPr>
              <a:t>REFRAIN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NÉ DANS LE TEMPS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 ANNONCER EN TOUT TEMPS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QUE LE TEMPS CESSERA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AFIN DE LAISSER PLACE À L'ÉTERNITÉ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DIEU USE ENVERS NOUS DE PATIENCE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ET DE BONTÉ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N'EST JAMAIS TROP TARD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POUVONS ENCORE L'INVOQUER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CAR JÉSUS EST VENU SUR TERRE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POUR NOUS SAUVER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INVOQUONS L'ÉTERNEL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DIEU DE L'ÉTERNITÉ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COMME ABRAHAM L'A FAIT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CHERCHONS L'ÉTERNEL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PENDANT QU'IL SE TROUVE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NOTRE DIEU EST TOUT PRÈS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122</Words>
  <Application>Microsoft Office PowerPoint</Application>
  <PresentationFormat>On-screen Show (4:3)</PresentationFormat>
  <Paragraphs>38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Franklin Gothic Medium</vt:lpstr>
      <vt:lpstr>Arial</vt:lpstr>
      <vt:lpstr>Arial Black</vt:lpstr>
      <vt:lpstr>Default Design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80</cp:revision>
  <dcterms:created xsi:type="dcterms:W3CDTF">2002-08-17T10:50:50Z</dcterms:created>
  <dcterms:modified xsi:type="dcterms:W3CDTF">2017-06-16T16:42:19Z</dcterms:modified>
</cp:coreProperties>
</file>