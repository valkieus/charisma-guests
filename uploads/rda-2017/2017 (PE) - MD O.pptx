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70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93" autoAdjust="0"/>
    <p:restoredTop sz="90929"/>
  </p:normalViewPr>
  <p:slideViewPr>
    <p:cSldViewPr>
      <p:cViewPr varScale="1">
        <p:scale>
          <a:sx n="72" d="100"/>
          <a:sy n="72" d="100"/>
        </p:scale>
        <p:origin x="103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05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C40386BC-048F-4947-A92B-8B4894F123EF}" type="slidenum">
              <a:rPr lang="fr-FR" altLang="fr-FR"/>
              <a:pPr/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373050-B3D0-4EAC-B537-CAD58C54A506}" type="slidenum">
              <a:rPr lang="fr-FR" altLang="fr-FR"/>
              <a:pPr/>
              <a:t>1</a:t>
            </a:fld>
            <a:endParaRPr lang="fr-FR" altLang="fr-FR"/>
          </a:p>
        </p:txBody>
      </p:sp>
      <p:sp>
        <p:nvSpPr>
          <p:cNvPr id="40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FE8FD3-0D37-4F65-8797-57F16D31D81E}" type="slidenum">
              <a:rPr lang="fr-FR" altLang="fr-FR"/>
              <a:pPr/>
              <a:t>2</a:t>
            </a:fld>
            <a:endParaRPr lang="fr-FR" altLang="fr-FR"/>
          </a:p>
        </p:txBody>
      </p:sp>
      <p:sp>
        <p:nvSpPr>
          <p:cNvPr id="61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81ED8A-1FDA-46E4-84DC-6EC25F6084E8}" type="slidenum">
              <a:rPr lang="fr-FR" altLang="fr-FR"/>
              <a:pPr/>
              <a:t>3</a:t>
            </a:fld>
            <a:endParaRPr lang="fr-FR" altLang="fr-FR"/>
          </a:p>
        </p:txBody>
      </p:sp>
      <p:sp>
        <p:nvSpPr>
          <p:cNvPr id="81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D22AB27-250E-47C1-9BCE-88906FF3983D}" type="slidenum">
              <a:rPr lang="fr-FR" altLang="fr-FR"/>
              <a:pPr/>
              <a:t>4</a:t>
            </a:fld>
            <a:endParaRPr lang="fr-FR" altLang="fr-FR"/>
          </a:p>
        </p:txBody>
      </p:sp>
      <p:sp>
        <p:nvSpPr>
          <p:cNvPr id="102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35FA0C-D205-4C6E-8108-D2CE0EB63A7B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072FE8-D2CB-4819-B5E2-87C884F15FDF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3CDBB3-ACF0-4151-AD8B-7F5E03A2FDF7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8FFA9C-B2C9-4E02-BEC0-9264298C44C6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E2F885-52CA-4967-A59D-1AD9D7106549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E63349-32D6-4F47-A142-306CC91D1E7D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94275C-7B84-44DC-8404-CC6646E3CF6A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F47487-64C8-4CC3-A55C-F3761851EC80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43A523-A798-4621-B8C2-A7FCD7A43C5B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AB6409-37D3-4F87-8330-859D3F09E497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8561E8-B0DF-47BB-AB96-88D473B1CAB6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64E78691-BEBB-425C-8BD2-1F6C867949C5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QUI PEUT TROUVER UNE FEMME VERTUEUSE QUI MARCHE EN HD HD HD HD AH!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JE PARLE PAS D'UNE FILLETTE MAIS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D'UNE FEMME QUI SE LÈVE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QUI SE TIENT DANS LA BRÈCHE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POUR ELLE ET LES SIENS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ÉPOUSE TELLEMENT PUISSANTE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ELLE PENSE ET ELLE INVENTE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CONSTRUIT SA VIE ET SA MAISON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AVEC DES PAROLES ÉDIFIANTES HEIN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FEMME VAILLANTE ET FORTE NE DORT PAS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RETROUSSE SES MANCHES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ELLE SAIT CE QU'ELLE VEUT, DÉTERMINÉE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UNE GUERRIÈRE DANS L'ARMÉE DE DIEU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ELLE VEILLE SUR SA MAISON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UNE SENTINELLE CONTRE LES CRIMINELS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C'EST JÉSUS, SA HAUTE RETRAITE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C'EST JÉSUS, SA FORTERESSE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PLEIN DE FOI, ÉTEINT LES FLÈCHES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C'EST UNE MÈRE ET UNE FEMME D'AFFAIRES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UNE AIDE ET UN LEADER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PAS UNE PLEUREUSE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COURAGEUSE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TRAVAILLEUSE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UNE MENEUSE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QUAND L'ENNEMI SE LÈVE CONTRE TOI TOUCHE À TA FAMILLE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ET TOUT CE QUI EST À TOI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TU DOIS LAISSER LA LIONNE SORTIR DE TOI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MAIS TU SAIS QUOI?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IL NE PEUT PAS M'ARRÊTER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J'SUIS SÛR DE ÇA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PEUX PAS M'ARRÊTER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IL NE PEUT PAS M'ARRÊTER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TU N'AS PAS DE PUISSANCE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PEUX PAS TOUCHER À ÇA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M'ARRÊTER JE SUIS SÛR DE ÇA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JE SUIS UNE WONDER WOMAN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TU N'AS PAS DE PUISSANCE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PEUX PAS TOUCHER À ÇA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M'ARRÊTER JE SUIS SÛR DE ÇA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TU NE PEUX PAS M'ARRÊTER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TU NE PEUX PAS M'ARRÊTER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TU NE PEUX PAS ME STOPPER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J'AVANCE C'EST SÛR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J'AVANCE BIEN SÛR   x4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852</TotalTime>
  <Words>238</Words>
  <Application>Microsoft PowerPoint</Application>
  <PresentationFormat>On-screen Show (4:3)</PresentationFormat>
  <Paragraphs>52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Franklin Gothic Medium</vt:lpstr>
      <vt:lpstr>Arial</vt:lpstr>
      <vt:lpstr>Arial Black</vt:lpstr>
      <vt:lpstr>Default Design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Christel TSAGUE</cp:lastModifiedBy>
  <cp:revision>78</cp:revision>
  <dcterms:created xsi:type="dcterms:W3CDTF">2002-08-17T10:50:50Z</dcterms:created>
  <dcterms:modified xsi:type="dcterms:W3CDTF">2017-06-16T17:29:58Z</dcterms:modified>
</cp:coreProperties>
</file>