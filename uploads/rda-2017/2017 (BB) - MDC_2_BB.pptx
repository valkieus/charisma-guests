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92" r:id="rId18"/>
    <p:sldId id="288" r:id="rId19"/>
    <p:sldId id="289" r:id="rId20"/>
    <p:sldId id="287" r:id="rId21"/>
    <p:sldId id="286" r:id="rId22"/>
    <p:sldId id="293" r:id="rId23"/>
    <p:sldId id="290" r:id="rId24"/>
    <p:sldId id="291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0155" autoAdjust="0"/>
  </p:normalViewPr>
  <p:slideViewPr>
    <p:cSldViewPr>
      <p:cViewPr>
        <p:scale>
          <a:sx n="60" d="100"/>
          <a:sy n="60" d="100"/>
        </p:scale>
        <p:origin x="-1517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759C1B9-19EE-4ADC-AAF9-7275724B57F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A3431D2-850F-4417-A509-BD3416B8AB4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Couplet 1:</a:t>
            </a:r>
          </a:p>
          <a:p>
            <a:pPr>
              <a:defRPr/>
            </a:pPr>
            <a:r>
              <a:rPr lang="fr-FR" dirty="0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dirty="0" smtClean="0"/>
              <a:t>Couplet 2:</a:t>
            </a:r>
          </a:p>
          <a:p>
            <a:pPr>
              <a:defRPr/>
            </a:pPr>
            <a:r>
              <a:rPr lang="fr-FR" dirty="0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dirty="0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dirty="0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dirty="0" smtClean="0"/>
              <a:t>FIN:</a:t>
            </a:r>
          </a:p>
          <a:p>
            <a:pPr>
              <a:defRPr/>
            </a:pPr>
            <a:r>
              <a:rPr lang="fr-FR" dirty="0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8-  JE SÈCHE MES LARMES  ET PREND TOUTES MES ARMES    x4
</a:t>
            </a:r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pPr>
              <a:defRPr/>
            </a:pPr>
            <a:r>
              <a:rPr 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17-  JE SÈCHE MES LARMES  ET PREND TOUTES MES ARMES     x4
</a:t>
            </a:r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18-  CAR CELUI QUI EST EN MOI  
19-  EST PLUS FORT QUE  CEUX QUI SONT CONTRE MOI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20-  JE SÈCHE MES LARMES  ET PREND TOUTES MES ARMES     x3</a:t>
            </a:r>
          </a:p>
          <a:p>
            <a:pPr>
              <a:defRPr/>
            </a:pPr>
            <a:r>
              <a:rPr lang="fr-FR" smtClean="0"/>
              <a:t>  
	21-  TOUTES MES ARMES  
	22-  JE PRENDS TOUT JE PRENDS TOUT      x3     )  x2
</a:t>
            </a:r>
          </a:p>
          <a:p>
            <a:pPr>
              <a:defRPr/>
            </a:pPr>
            <a:r>
              <a:rPr lang="fr-FR" smtClean="0"/>
              <a:t>FIN:</a:t>
            </a:r>
          </a:p>
          <a:p>
            <a:pPr>
              <a:defRPr/>
            </a:pPr>
            <a:r>
              <a:rPr lang="fr-FR" smtClean="0"/>
              <a:t>23-  MON CŒUR BAT POUR LE BON COMBAT  EH! EH!   x3
24-  MON CŒUR BAT POUR LE BON COMBAT  EH! EH! EH! EH! 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JE ME LÈVE COMME UN SOLDAT  EN MISSION 
2-  QUI REFUSE D'ACCEPTER LA DÉMISSION  JE ME REVÊTS DE L’ARMURE DU SOLDAT  
3-  QUI M’EST VITAL POUR ACCOMPLIR  MON MANDAT </a:t>
            </a:r>
          </a:p>
          <a:p>
            <a:endParaRPr lang="fr-FR" altLang="fr-FR" smtClean="0"/>
          </a:p>
          <a:p>
            <a:r>
              <a:rPr lang="fr-FR" altLang="fr-FR" smtClean="0"/>
              <a:t>4-  JE PORTE LES CHAUSSURES  DU ZÈLE DE L’ÉVANGILE  
5-  QUI ASSURE QUE JE RESTE  TOUJOURS MOBILE  
6-  ET J’ATTRAPE LE BOUCLIER DE LA FOI   
7-  QUI ME PERMET DE RÉSISTER  À CHAQUE FOIS </a:t>
            </a:r>
          </a:p>
          <a:p>
            <a:endParaRPr lang="fr-FR" altLang="fr-FR" smtClean="0"/>
          </a:p>
          <a:p>
            <a:r>
              <a:rPr lang="fr-FR" altLang="fr-FR" smtClean="0"/>
              <a:t>	Refrain:
	8-  JE SÈCHE MES LARMES  ET PREND TOUTES MES ARMES    x4
</a:t>
            </a:r>
          </a:p>
          <a:p>
            <a:r>
              <a:rPr lang="fr-FR" altLang="fr-FR" smtClean="0"/>
              <a:t>Couplet 2:</a:t>
            </a:r>
          </a:p>
          <a:p>
            <a:r>
              <a:rPr lang="fr-FR" altLang="fr-FR" smtClean="0"/>
              <a:t>9-  JE ME REVÊTS AUSSI  DU CASQUE DU SALUT  
10-  QUI ASSURE QUE MES PENSÉES  NE SOIENT FARFELUES  
11-  JE PORTE AUSSI LA CUIRASSE  DE LA JUSTICE  
12-  QUI PROTÈGE MON CŒUR  CONTRE TOUTES MALICES </a:t>
            </a:r>
          </a:p>
          <a:p>
            <a:r>
              <a:rPr lang="fr-FR" altLang="fr-FR" smtClean="0"/>
              <a:t> 
13-  JE N’OUBLIE PAS  LA CEINTURE DE LA VÉRITÉ    
14-  QUI M’ASSURE DANS LE COMBAT L’EFFICACITÉ     
15-  AVEC L’ÉPÉE DE L’ESPRIT  QUE JE DÉTIENS 
16-  JE ME LÈVE ET JE VAIS PRENDRE  CE QUI M’APPARTIENT</a:t>
            </a:r>
          </a:p>
          <a:p>
            <a:endParaRPr lang="fr-FR" altLang="fr-FR" smtClean="0"/>
          </a:p>
          <a:p>
            <a:r>
              <a:rPr lang="fr-FR" altLang="fr-FR" smtClean="0"/>
              <a:t>	Refrain:
	17-  JE SÈCHE MES LARMES  ET PREND TOUTES MES ARMES     x4
</a:t>
            </a:r>
          </a:p>
          <a:p>
            <a:r>
              <a:rPr lang="fr-FR" altLang="fr-FR" smtClean="0"/>
              <a:t>Pont:</a:t>
            </a:r>
          </a:p>
          <a:p>
            <a:r>
              <a:rPr lang="fr-FR" altLang="fr-FR" smtClean="0"/>
              <a:t>18-  CAR CELUI QUI EST EN MOI  
19-  EST PLUS FORT QUE  CEUX QUI SONT CONTRE MOI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
	20-  JE SÈCHE MES LARMES  ET PREND TOUTES MES ARMES     x3</a:t>
            </a:r>
          </a:p>
          <a:p>
            <a:r>
              <a:rPr lang="fr-FR" altLang="fr-FR" smtClean="0"/>
              <a:t>  
	21-  TOUTES MES ARMES  
	22-  JE PRENDS TOUT JE PRENDS TOUT      x3     )  x2
</a:t>
            </a:r>
          </a:p>
          <a:p>
            <a:r>
              <a:rPr lang="fr-FR" altLang="fr-FR" smtClean="0"/>
              <a:t>FIN:</a:t>
            </a:r>
          </a:p>
          <a:p>
            <a:r>
              <a:rPr lang="fr-FR" altLang="fr-FR" smtClean="0"/>
              <a:t>23-  MON CŒUR BAT POUR LE BON COMBAT  EH! EH!   x3
24-  MON CŒUR BAT POUR LE BON COMBAT  EH! EH! EH! EH!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02BD-5C84-42EF-8059-E15F14A69D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58D2C-595D-4B32-A684-C797479435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F905F-1B2E-4E46-9A54-E5AF3EC71C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98456-4621-409D-A576-501422D7D0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4DF1A-D9AA-4870-ADFE-044EAF48E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DCF84-1E44-4A65-97D8-BA144FC1AB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2D14C-2949-4F46-B140-92F26C216B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C4AAA-D78D-44AB-835D-76A09E520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DA2B6-219E-44D1-B68F-789EA0603F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5E085-9CA6-4AD3-ACD4-B32B9A555D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2F514-DDEF-422B-BA6F-6BE6E06FD3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5F98016-FE18-433A-A838-21610A6A1D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LÈVE COMME UN SOLDAT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MISSION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REFUSE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D’ACCEPTER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DÉMISSION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REVÊTS DE L’ARMURE DU SOLDAT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M’EST VITAL POUR ACCOMPLIR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MANDAT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PORTE LES CHAUSSURES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ZÈLE DE L’ÉVANGILE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ASSURE QUE JE RESTE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 MOBILE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J’ATTRAPE LE BOUCLIER DE LA FOI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PERMET DE RÉSISTER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CHAQUE FOIS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SÈCHE MES LARMES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PREND TOUTES MES ARMES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REVÊTS AUSSI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CASQUE DU SALUT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ASSURE QUE MES PENSÉES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SOIENT FARFELUES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PORTE AUSSI LA CUIRASSE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JUSTICE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PROTÈGE MON CŒUR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CONTRE TOUTES MALICES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N’OUBLIE PAS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CEINTURE DE LA VÉRITÉ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M’ASSURE DANS LE COMBAT L’EFFICACITÉ 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L’ÉPÉE DE L’ESPRIT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DÉTIENS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LÈVE ET JE VAIS PRENDRE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QUI M’APPARTIENT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SÈCHE MES LARMES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PREND TOUTES MES ARMES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CELUI QUI EST EN MOI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PLUS FORT QUE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CEUX QUI SONT CONTRE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SÈCHE MES LARMES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PREND TOUTES MES ARMES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MES ARMES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PRENDS TOUT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 TOUT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BAT POUR LE BON COMBAT  EH! EH!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BAT POUR LE BON COMBAT  EH! EH! EH! EH!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772</Words>
  <Application>Microsoft Office PowerPoint</Application>
  <PresentationFormat>On-screen Show (4:3)</PresentationFormat>
  <Paragraphs>912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140</cp:revision>
  <dcterms:created xsi:type="dcterms:W3CDTF">2002-08-17T10:50:50Z</dcterms:created>
  <dcterms:modified xsi:type="dcterms:W3CDTF">2017-06-13T16:23:10Z</dcterms:modified>
</cp:coreProperties>
</file>