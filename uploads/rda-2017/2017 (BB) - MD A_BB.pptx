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8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93" autoAdjust="0"/>
    <p:restoredTop sz="64038" autoAdjust="0"/>
  </p:normalViewPr>
  <p:slideViewPr>
    <p:cSldViewPr>
      <p:cViewPr varScale="1">
        <p:scale>
          <a:sx n="43" d="100"/>
          <a:sy n="43" d="100"/>
        </p:scale>
        <p:origin x="-348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61E8D06-ADAE-4E5D-977A-BAD6461F14B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F339F79-C8D1-4111-9CB2-3FB4CF46CDE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J’AI CETTE VOLONTÉ AU FOND DE MOI 
2-  UNE PASSION NOUVELLE QUI PREND VIE ET BRÛLE EN MOI  
3-  ET CETTE ASSURANCE QUI M’ENVAHIT </a:t>
            </a:r>
            <a:br>
              <a:rPr lang="fr-FR" dirty="0" smtClean="0"/>
            </a:br>
            <a:r>
              <a:rPr lang="fr-FR" dirty="0" smtClean="0"/>
              <a:t>JE RÉALISE ENFIN JE NE SUIS PAS D’ICI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4-  ET J’AI CE DÉSIR AU FOND DE MOI </a:t>
            </a:r>
            <a:br>
              <a:rPr lang="fr-FR" dirty="0" smtClean="0"/>
            </a:br>
            <a:r>
              <a:rPr lang="fr-FR" dirty="0" smtClean="0"/>
              <a:t>CE FEU QUI GRANDIT DANS MON CŒUR 
5-  JE M’ÉVEILLE À PRÉSENT JE VOIS, JE M’EMBALLE 
6-  PLUS RIEN NE POURRA PLUS M’ARRÊTER </a:t>
            </a:r>
            <a:br>
              <a:rPr lang="fr-FR" dirty="0" smtClean="0"/>
            </a:br>
            <a:r>
              <a:rPr lang="fr-FR" dirty="0" smtClean="0"/>
              <a:t>JE M’ENVOLE VERS L’INFINI 
7-  PLUS RIEN NE POURRA ME LIMITER </a:t>
            </a:r>
            <a:br>
              <a:rPr lang="fr-FR" dirty="0" smtClean="0"/>
            </a:br>
            <a:r>
              <a:rPr lang="fr-FR" dirty="0" smtClean="0"/>
              <a:t>ALORS TOI...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Pont :
	8-  LÈVE LES YEUX TU COMPRENDRAS MIEUX</a:t>
            </a:r>
            <a:br>
              <a:rPr lang="fr-FR" dirty="0" smtClean="0"/>
            </a:br>
            <a:r>
              <a:rPr lang="fr-FR" dirty="0" smtClean="0"/>
              <a:t>CETTE LUMIÈRE QUI ILLUMINE TON CŒUR 
	9-  LÈVE-TOI ET CHASSE TOUTES CES PEURS 
	10-  VIENS AVEC MOI, ET IMAGINE OUI IMAGINE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endParaRPr lang="fr-FR" smtClean="0"/>
          </a:p>
          <a:p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endParaRPr lang="fr-FR" smtClean="0"/>
          </a:p>
          <a:p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endParaRPr lang="fr-FR" smtClean="0"/>
          </a:p>
          <a:p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endParaRPr lang="fr-FR" smtClean="0"/>
          </a:p>
          <a:p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endParaRPr lang="fr-FR" smtClean="0"/>
          </a:p>
          <a:p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endParaRPr lang="fr-FR" smtClean="0"/>
          </a:p>
          <a:p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endParaRPr lang="fr-FR" smtClean="0"/>
          </a:p>
          <a:p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endParaRPr lang="fr-FR" smtClean="0"/>
          </a:p>
          <a:p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endParaRPr lang="fr-FR" smtClean="0"/>
          </a:p>
          <a:p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endParaRPr lang="fr-FR" smtClean="0"/>
          </a:p>
          <a:p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endParaRPr lang="fr-FR" smtClean="0"/>
          </a:p>
          <a:p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endParaRPr lang="fr-FR" smtClean="0"/>
          </a:p>
          <a:p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endParaRPr lang="fr-FR" smtClean="0"/>
          </a:p>
          <a:p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CETTE VOLONTÉ AU FOND DE MOI 
2-  UNE PASSION NOUVELLE QUI PREND VIE ET BRÛLE EN MOI  
3-  ET CETTE ASSURANCE QUI M’ENVAHIT </a:t>
            </a:r>
            <a:br>
              <a:rPr lang="fr-FR" smtClean="0"/>
            </a:br>
            <a:r>
              <a:rPr lang="fr-FR" smtClean="0"/>
              <a:t>JE RÉALISE ENFIN JE NE SUIS PAS D’ICI </a:t>
            </a:r>
          </a:p>
          <a:p>
            <a:r>
              <a:rPr lang="fr-FR" smtClean="0"/>
              <a:t> 
4-  ET J’AI CE DÉSIR AU FOND DE MOI </a:t>
            </a:r>
            <a:br>
              <a:rPr lang="fr-FR" smtClean="0"/>
            </a:br>
            <a:r>
              <a:rPr lang="fr-FR" smtClean="0"/>
              <a:t>CE FEU QUI GRANDIT DANS MON CŒUR 
5-  JE M’ÉVEILLE À PRÉSENT JE VOIS, JE M’EMBALLE 
6-  PLUS RIEN NE POURRA PLUS M’ARRÊTER </a:t>
            </a:r>
            <a:br>
              <a:rPr lang="fr-FR" smtClean="0"/>
            </a:br>
            <a:r>
              <a:rPr lang="fr-FR" smtClean="0"/>
              <a:t>JE M’ENVOLE VERS L’INFINI 
7-  PLUS RIEN NE POURRA ME LIMITER </a:t>
            </a:r>
            <a:br>
              <a:rPr lang="fr-FR" smtClean="0"/>
            </a:br>
            <a:r>
              <a:rPr lang="fr-FR" smtClean="0"/>
              <a:t>ALORS TOI... </a:t>
            </a:r>
          </a:p>
          <a:p>
            <a:endParaRPr lang="fr-FR" smtClean="0"/>
          </a:p>
          <a:p>
            <a:r>
              <a:rPr lang="fr-FR" smtClean="0"/>
              <a:t>	Pont :
	8-  LÈVE LES YEUX TU COMPRENDRAS MIEUX</a:t>
            </a:r>
            <a:br>
              <a:rPr lang="fr-FR" smtClean="0"/>
            </a:br>
            <a:r>
              <a:rPr lang="fr-FR" smtClean="0"/>
              <a:t>CETTE LUMIÈRE QUI ILLUMINE TON CŒUR 
	9-  LÈVE-TOI ET CHASSE TOUTES CES PEURS 
	10-  VIENS AVEC MOI, ET IMAGINE OUI IMAGINE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11-  CET ENDROIT OÙ TOUT EST POSSIBLE QUAND TU DANSES, DANSES, DANSES ET... 
12-  PLUS RIEN À CRAINDRE AUTOUR DE TOI ALORS DANSE, DANSE, DANSE ET… 
13-  LÈVE TES MAINS, TOUCHE LE CIEL ET PUIS DANSE, DANSE, DANSE ET… 
14-  PLUS RIEN NE SERA PLUS PAREIL ALORS DANSE, DANSE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837CA5-1D11-45E8-8057-6A231299B99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F4DBB-CDF9-442C-BBE8-5577AE6482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49DA3E-EA09-48F2-891B-2DF9CA55181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776D28-FAA7-4936-B140-A88628756D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77182B-48FB-438B-B4C4-AFEEE32614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BC8FDB-4BF9-41D4-B3FF-1A3A5A8014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64FC75-7AE5-43DB-8506-DB60FA0D18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C2229-A774-4638-B1DC-525724FC93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3B69CA-5761-49B9-9324-2E69E08013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946554-D39D-438A-BEBF-7EEAAFA063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900BDB-70B2-45D5-90C8-92523D65708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904A55F-479E-4E5C-8C66-5064903C6E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CETTE VOLONTÉ AU FOND DE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PASSION NOUVELLE QUI PREND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BRÛLE EN MOI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CETTE ASSURANCE QUI M’ENVAHIT </a:t>
            </a:r>
            <a:b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RÉALISE ENFIN JE NE SUIS PAS D’ICI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J’AI CE DÉSIR AU FOND DE MOI </a:t>
            </a:r>
            <a:b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FEU QUI GRANDIT DANS MON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M’ÉVEILLE À PRÉSENT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VOIS, JE M’EMBALLE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RIEN NE POURRA PLUS M’ARRÊTER </a:t>
            </a:r>
            <a:b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M’ENVOLE VERS L’INFINI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RIEN NE POURRA ME LIMITER </a:t>
            </a:r>
            <a:b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TOI...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 LES YEUX TU COMPRENDRAS MIEUX</a:t>
            </a:r>
            <a:b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CETTE LUMIÈRE QUI ILLUMINE TON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LÈVE-TOI ET CHASSE TOUTES CES PEURS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AVEC MOI, ET IMAGINE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IMAGINE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CET ENDROIT OÙ TOUT EST POSSIBLE QUAND TU DANSES, DANSES, DANSES ET</a:t>
            </a:r>
            <a:r>
              <a:rPr lang="fr-FR" sz="2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RIEN À CRAINDRE AUTOUR DE TOI ALORS DANSE, DANSE, DANSE ET…</a:t>
            </a:r>
            <a:endParaRPr lang="fr-FR" sz="2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 TES MAINS, TOUCHE LE CIEL ET PUIS DANSE, DANSE, DANSE ET…</a:t>
            </a:r>
            <a:endParaRPr lang="fr-FR" sz="2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RIEN NE SERA PLUS PAREIL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DANSE, DANSE</a:t>
            </a:r>
            <a:endParaRPr lang="fr-FR" sz="2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351</Words>
  <Application>Microsoft PowerPoint</Application>
  <PresentationFormat>On-screen Show (4:3)</PresentationFormat>
  <Paragraphs>186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MAIN_TVDPT</cp:lastModifiedBy>
  <cp:revision>60</cp:revision>
  <dcterms:created xsi:type="dcterms:W3CDTF">2002-08-17T10:50:50Z</dcterms:created>
  <dcterms:modified xsi:type="dcterms:W3CDTF">2017-06-18T09:00:34Z</dcterms:modified>
</cp:coreProperties>
</file>