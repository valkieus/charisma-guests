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0" r:id="rId2"/>
    <p:sldId id="273" r:id="rId3"/>
    <p:sldId id="277" r:id="rId4"/>
    <p:sldId id="275" r:id="rId5"/>
    <p:sldId id="276" r:id="rId6"/>
    <p:sldId id="278" r:id="rId7"/>
    <p:sldId id="279" r:id="rId8"/>
    <p:sldId id="280" r:id="rId9"/>
    <p:sldId id="281" r:id="rId10"/>
    <p:sldId id="282" r:id="rId1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 varScale="1">
        <p:scale>
          <a:sx n="72" d="100"/>
          <a:sy n="72" d="100"/>
        </p:scale>
        <p:origin x="10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68BC8F9-7128-4147-B93F-BFC265766970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785DF2-643D-44A4-96FB-3644364AAD48}" type="slidenum">
              <a:rPr lang="fr-FR" altLang="fr-FR"/>
              <a:pPr/>
              <a:t>1</a:t>
            </a:fld>
            <a:endParaRPr lang="fr-FR" altLang="fr-FR"/>
          </a:p>
        </p:txBody>
      </p:sp>
      <p:sp>
        <p:nvSpPr>
          <p:cNvPr id="40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E313FB-C29F-4AF8-B122-6D8D1597D547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AD321B-8D9A-4688-9656-3939FD01E6DA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723B53-C154-4F1A-9EF8-81C540D41780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293F41-53AA-4A8F-8663-B92E5CC7679B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5F1E44-5B9C-40B6-921E-1F0005E7E641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0719B7-C827-467D-969E-65E35F518757}" type="slidenum">
              <a:rPr lang="fr-FR" altLang="fr-FR"/>
              <a:pPr/>
              <a:t>7</a:t>
            </a:fld>
            <a:endParaRPr lang="fr-FR" altLang="fr-FR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C15688-8334-4319-9267-16DA54CEBC81}" type="slidenum">
              <a:rPr lang="fr-FR" altLang="fr-FR"/>
              <a:pPr/>
              <a:t>8</a:t>
            </a:fld>
            <a:endParaRPr lang="fr-FR" altLang="fr-FR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189A24-1FB6-4F2B-9D21-D2FFC29CE451}" type="slidenum">
              <a:rPr lang="fr-FR" altLang="fr-FR"/>
              <a:pPr/>
              <a:t>9</a:t>
            </a:fld>
            <a:endParaRPr lang="fr-FR" altLang="fr-FR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5EFE90-D89E-46C9-9FEA-D16696490006}" type="slidenum">
              <a:rPr lang="fr-FR" altLang="fr-FR"/>
              <a:pPr/>
              <a:t>10</a:t>
            </a:fld>
            <a:endParaRPr lang="fr-FR" altLang="fr-FR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A01BC2-F84C-47E8-89C6-D883BE82DB5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547FBB-88E6-4887-A627-1734533BCFE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09F891-2473-4845-AB68-B1EABEBF784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9B20CA-C5B8-4BCA-8E78-AB86E28B4DB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7AE5F1-E800-40FA-A360-2FA0F5D99DE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C6F979-EE35-4F78-A661-D8EEA46F395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44FB32-10F5-4632-8AFC-D2AFD183AD9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ACFDFE-3A0C-4E87-908F-C0C2DC3EBDC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49E941-F03A-4299-996C-F88952F3D2A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D28876-E3E9-4AE2-BE36-CC4131BEAC4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329D5D-6854-4662-A23E-8F00E226442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A93689EF-12B3-4837-9E33-B805BA8BA9F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PLUS QU'UN AMI IL EST DEVENU UN FRÈRE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QUAND JE MARCHE AVEC LUI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PLUS RIEN NE M'EFFRAIE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ON A VAINCU DES COMBATS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QU'ON PEUT PAS CITER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ENTRE NOUS PAS DE LANGUE DE BOIS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PAS DE SECRET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ON N'A BIEN CHANGÉ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LES ANNÉES SONT PASSÉES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CERTAINS DEPUIS IL NE M’A PAS LÂCHÉ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IL M’A PROMIS D'ÊTRE SOUDÉS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JUSQU'AU BOUT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L'AS CHOISIE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VOUS DEUX C'EST L'AMOUR FOU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DEVIENS SA FAMILLE, LE MD LA TIENNE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DANS LES MOMENTS DURS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ON PARTAGE TA PEINE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N'AIE PAS D'INQUIÉTUDE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ES NÉ POUR RÉGNER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ACCROCHE-TOI À JÉSUS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LE BONHEUR T'APPELLE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EH ! MAINTENANT C'EST TON JOUR	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L'AMBIANCE PEUT DÉMARRER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TOUS DANS LE MD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TOUT LE MONDE EST PRÉSENT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PERSONNE NE VEUT RATER ÇA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DES PETITS AUX GRANDS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LA FAMILLE AU COMPLET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VOIS LE BONHEUR DANS VOS YEUX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JOIE PARTAGÉE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CES PAROLES RESTERONT GRAVÉES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DES SOUVENIRS À PARTAGER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EH EH ! MON AMI VIENS À JÉSUS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     EH EH ! MON AMI VIENS À JÉSUS x2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PASSES DES RIRES AUX LARMES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NÉ DE NOUVEAU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TON AVENIR SE CONSTRUIT MAINTENANT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DIEU TE DONNE UNE SECONDE CHANCE FORCÉMENT IL Y AURA DES HAUTS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ET DES BAS C’EST UNE ÉTAPE À FRANCHIR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FRÈRE TU SAIS, N'ÉCOUTE PAS LE MONDE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LES HOMMES SONT PAS PAREILS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NI MÊMES VALEURS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AIME JÉSUS, C'EST RÉCIPROQUE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IL TE CONNAÎT PAR CŒUR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C'EST QUAND MÊME DIEU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VOIS SON SOURIRE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QUAND TU DONNES TA VIE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ÇA ME FAIT PLAISIR, ÇA ME FAIT DANSER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TOUTE L'ÉGLISE S'EST DÉPLACÉE POUR TOI AUJOURD’HUI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TON HISTOIRE NE FAIT QUE COMMENCER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EH ! MAINTENANT C'EST TON JOUR	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L'AMBIANCE PEUT DÉMARRER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TOUS DANS LE MD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TOUT LE MONDE EST PRÉSENT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PERSONNE NE VEUT RATER ÇA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DES PETITS AUX GRANDS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LA FAMILLE AU COMPLET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VOIS LE BONHEUR DANS VOS YEUX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JOIE PARTAGÉE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CES PAROLES RESTERONT GRAVÉES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DES SOUVENIRS À PARTAGER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EH EH ! MON AMI VIENS À JÉSUS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     EH EH ! MON AMI VIENS À JÉSUS x2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TU L'AS CHOISI (VIENS À JÉSUS)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IL T'A CHOISI LE DESTIN S'EST PAS TROMPÉ (MON AMI VIENS À JÉSUS)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ÉTAPE DE FRANCHIE (VIENS À JÉSUS)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LE MEILLEUR MOYEN DE SE RANGER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C'ÉTAIT D’ÊTRE EN CHRIST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(MON AMI VIENS À JÉSUS)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DÉSORMAIS DANS LA COUR DES GRANDS (VIENS À JÉSUS)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LA FIERTÉ DES PARENTS QUAND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ILS VERRONT CE QUE TU ES DEVENU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(MON AMI VIENS À JÉSUS)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MON AMI, ON EST FIERS DE TOI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(VIENS À JÉSUS)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REJOINT NOTRE MD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VIENS À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EH ! MAINTENANT C'EST TON JOUR	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L'AMBIANCE PEUT DÉMARRER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TOUS DANS LE MD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TOUT LE MONDE EST PRÉSENT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PERSONNE NE VEUT RATER ÇA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DES PETITS AUX GRANDS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LA FAMILLE AU COMPLET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JE VOIS LE BONHEUR DANS VOS YEUX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UNE JOIE PARTAGÉE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CES PAROLES RESTERONT GRAVÉES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DES SOUVENIRS À PARTAGER</a:t>
            </a:r>
          </a:p>
          <a:p>
            <a:pPr algn="ctr" eaLnBrk="1" hangingPunct="1">
              <a:lnSpc>
                <a:spcPct val="110000"/>
              </a:lnSpc>
            </a:pPr>
            <a:endParaRPr lang="fr-FR" alt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 eaLnBrk="1" hangingPunct="1">
              <a:lnSpc>
                <a:spcPct val="110000"/>
              </a:lnSpc>
            </a:pPr>
            <a:endParaRPr lang="fr-FR" alt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EH EH ! MON AMI VIENS À JÉSUS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EH EH ! MON AMI VIENS À JÉSUS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EH EH ! MON AMI VIENS À JÉSUS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EH EH ! MON AMI VIENS À JÉSUS</a:t>
            </a:r>
          </a:p>
          <a:p>
            <a:pPr algn="ctr" eaLnBrk="1" hangingPunct="1">
              <a:lnSpc>
                <a:spcPct val="110000"/>
              </a:lnSpc>
            </a:pPr>
            <a:r>
              <a:rPr lang="fr-FR" altLang="fr-FR" sz="2800">
                <a:solidFill>
                  <a:schemeClr val="bg1"/>
                </a:solidFill>
                <a:latin typeface="Arial Black" pitchFamily="34" charset="0"/>
              </a:rPr>
              <a:t> DANS LE MD H  x2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356</Words>
  <Application>Microsoft Office PowerPoint</Application>
  <PresentationFormat>On-screen Show (4:3)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Arial Black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79</cp:revision>
  <dcterms:created xsi:type="dcterms:W3CDTF">2002-08-17T10:50:50Z</dcterms:created>
  <dcterms:modified xsi:type="dcterms:W3CDTF">2017-06-16T16:36:54Z</dcterms:modified>
</cp:coreProperties>
</file>