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0" r:id="rId2"/>
    <p:sldId id="273" r:id="rId3"/>
    <p:sldId id="271" r:id="rId4"/>
    <p:sldId id="272" r:id="rId5"/>
    <p:sldId id="274" r:id="rId6"/>
    <p:sldId id="275" r:id="rId7"/>
    <p:sldId id="276" r:id="rId8"/>
    <p:sldId id="277" r:id="rId9"/>
    <p:sldId id="278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50155" autoAdjust="0"/>
  </p:normalViewPr>
  <p:slideViewPr>
    <p:cSldViewPr>
      <p:cViewPr>
        <p:scale>
          <a:sx n="60" d="100"/>
          <a:sy n="60" d="100"/>
        </p:scale>
        <p:origin x="-1517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E137551-175A-42E0-BCE0-F0CE8B786AB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DE5AAC3-B16C-44BE-8176-C6B467E3816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pPr>
              <a:defRPr/>
            </a:pPr>
            <a:r>
              <a:rPr lang="fr-FR" smtClean="0"/>
              <a:t>8-  J’ENTENDS LES CRIS DES PLEURS  DE DOULEUR    
9-  DES FILS ET MÈRES  SUR NOTRE TERRE                 x2
</a:t>
            </a:r>
            <a:endParaRPr lang="fr-FR" dirty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r>
              <a:rPr lang="fr-FR" altLang="fr-FR" smtClean="0"/>
              <a:t>8-  J’ENTENDS LES CRIS DES PLEURS  DE DOULEUR    
9-  DES FILS ET MÈRES  SUR NOTRE TERRE                 x2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pPr>
              <a:defRPr/>
            </a:pPr>
            <a:r>
              <a:rPr lang="fr-FR" smtClean="0"/>
              <a:t>8-  J’ENTENDS LES CRIS DES PLEURS  DE DOULEUR    
9-  DES FILS ET MÈRES  SUR NOTRE TERRE                 x2
</a:t>
            </a:r>
            <a:endParaRPr lang="fr-FR" dirty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r>
              <a:rPr lang="fr-FR" altLang="fr-FR" smtClean="0"/>
              <a:t>8-  J’ENTENDS LES CRIS DES PLEURS  DE DOULEUR    
9-  DES FILS ET MÈRES  SUR NOTRE TERRE                 x2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pPr>
              <a:defRPr/>
            </a:pPr>
            <a:r>
              <a:rPr lang="fr-FR" smtClean="0"/>
              <a:t>8-  J’ENTENDS LES CRIS DES PLEURS  DE DOULEUR    
9-  DES FILS ET MÈRES  SUR NOTRE TERRE                 x2
</a:t>
            </a:r>
            <a:endParaRPr lang="fr-FR" dirty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r>
              <a:rPr lang="fr-FR" altLang="fr-FR" smtClean="0"/>
              <a:t>8-  J’ENTENDS LES CRIS DES PLEURS  DE DOULEUR    
9-  DES FILS ET MÈRES  SUR NOTRE TERRE                 x2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pPr>
              <a:defRPr/>
            </a:pPr>
            <a:r>
              <a:rPr lang="fr-FR" smtClean="0"/>
              <a:t>8-  J’ENTENDS LES CRIS DES PLEURS  DE DOULEUR    
9-  DES FILS ET MÈRES  SUR NOTRE TERRE                 x2
</a:t>
            </a:r>
            <a:endParaRPr lang="fr-FR" dirty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r>
              <a:rPr lang="fr-FR" altLang="fr-FR" smtClean="0"/>
              <a:t>8-  J’ENTENDS LES CRIS DES PLEURS  DE DOULEUR    
9-  DES FILS ET MÈRES  SUR NOTRE TERRE                 x2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pPr>
              <a:defRPr/>
            </a:pPr>
            <a:r>
              <a:rPr lang="fr-FR" smtClean="0"/>
              <a:t>8-  J’ENTENDS LES CRIS DES PLEURS  DE DOULEUR    
9-  DES FILS ET MÈRES  SUR NOTRE TERRE                 x2
</a:t>
            </a: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r>
              <a:rPr lang="fr-FR" altLang="fr-FR" smtClean="0"/>
              <a:t>8-  J’ENTENDS LES CRIS DES PLEURS  DE DOULEUR    
9-  DES FILS ET MÈRES  SUR NOTRE TERRE                 x2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pPr>
              <a:defRPr/>
            </a:pPr>
            <a:r>
              <a:rPr lang="fr-FR" smtClean="0"/>
              <a:t>8-  J’ENTENDS LES CRIS DES PLEURS  DE DOULEUR    
9-  DES FILS ET MÈRES  SUR NOTRE TERRE                 x2
</a:t>
            </a:r>
            <a:endParaRPr lang="fr-FR" dirty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r>
              <a:rPr lang="fr-FR" altLang="fr-FR" smtClean="0"/>
              <a:t>8-  J’ENTENDS LES CRIS DES PLEURS  DE DOULEUR    
9-  DES FILS ET MÈRES  SUR NOTRE TERRE                 x2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pPr>
              <a:defRPr/>
            </a:pPr>
            <a:r>
              <a:rPr lang="fr-FR" smtClean="0"/>
              <a:t>8-  J’ENTENDS LES CRIS DES PLEURS  DE DOULEUR    
9-  DES FILS ET MÈRES  SUR NOTRE TERRE                 x2
</a:t>
            </a: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r>
              <a:rPr lang="fr-FR" altLang="fr-FR" smtClean="0"/>
              <a:t>8-  J’ENTENDS LES CRIS DES PLEURS  DE DOULEUR    
9-  DES FILS ET MÈRES  SUR NOTRE TERRE                 x2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pPr>
              <a:defRPr/>
            </a:pPr>
            <a:r>
              <a:rPr lang="fr-FR" smtClean="0"/>
              <a:t>8-  J’ENTENDS LES CRIS DES PLEURS  DE DOULEUR    
9-  DES FILS ET MÈRES  SUR NOTRE TERRE                 x2
</a:t>
            </a: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r>
              <a:rPr lang="fr-FR" altLang="fr-FR" smtClean="0"/>
              <a:t>8-  J’ENTENDS LES CRIS DES PLEURS  DE DOULEUR    
9-  DES FILS ET MÈRES  SUR NOTRE TERRE                 x2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pPr>
              <a:defRPr/>
            </a:pPr>
            <a:r>
              <a:rPr lang="fr-FR" dirty="0" smtClean="0"/>
              <a:t>8-  J’ENTENDS LES CRIS DES PLEURS  DE DOULEUR    
9-  DES FILS ET MÈRES  SUR NOTRE TERRE                 x2
</a:t>
            </a: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OÙ SONT TOUS NOS HOMMES 
2-  LES AMALÉCITES FONT UN GRAND BRUIT 
3-  OÙ SONT TOUS NOS HOMMES 
4-  LES AMALÉCITES VEULENT NOUS DÉTRUIRE 
5-  OÙ SONT TOUS NOS HOMMES 
6-  LES AMALÉCITES NOUS FRAPPENT FORT 
7-  ILS VEULENT NOTRE MORT  
</a:t>
            </a:r>
          </a:p>
          <a:p>
            <a:r>
              <a:rPr lang="fr-FR" altLang="fr-FR" smtClean="0"/>
              <a:t>8-  J’ENTENDS LES CRIS DES PLEURS  DE DOULEUR    
9-  DES FILS ET MÈRES  SUR NOTRE TERRE                 x2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1425F8-B24B-4D76-83C8-3ED6FD73DE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DB8432-B639-4A13-8188-F2753F3ADA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7765F-3CA1-409F-8439-C406F2525B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4BDD59-6D02-47A6-8D08-F0A8062AC0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330A7-B5CC-44AD-8BDA-4891409348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4B7B14-B795-4327-BF8B-12BC5D3660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B991E0-27D9-41BE-89B1-35AB1D4D52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09EFF-627A-4B5A-87F5-C4C6736432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8930D0-E8EB-4DC9-8EF4-BC38BF15C7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81C369-CD5E-4C4A-B15E-FF0C8D6363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3895A0-D9CA-4BF3-BECB-14CA79CD79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3188840-5461-48BC-A800-3BD44A0D76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SONT TOUS NOS HOMMES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AMALÉCITES FONT UN GRAND BRUIT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SONT TOUS NOS HOMMES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AMALÉCITES VEULENT NOUS DÉTRUIRE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SONT TOUS NOS HOMMES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AMALÉCITES NOUS FRAPPENT FORT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VEULENT NOTRE MORT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J’ENTENDS LES CRIS DES PLEURS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DOULEUR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FILS ET MÈRES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NOTRE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</TotalTime>
  <Words>157</Words>
  <Application>Microsoft Office PowerPoint</Application>
  <PresentationFormat>On-screen Show (4:3)</PresentationFormat>
  <Paragraphs>47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137</cp:revision>
  <dcterms:created xsi:type="dcterms:W3CDTF">2002-08-17T10:50:50Z</dcterms:created>
  <dcterms:modified xsi:type="dcterms:W3CDTF">2017-06-12T23:18:53Z</dcterms:modified>
</cp:coreProperties>
</file>