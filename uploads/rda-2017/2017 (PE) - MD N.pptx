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73" r:id="rId3"/>
    <p:sldId id="271" r:id="rId4"/>
    <p:sldId id="272" r:id="rId5"/>
    <p:sldId id="274" r:id="rId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980E389-6F8E-480A-899B-2596BFEF59FB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8EAE8-4214-4D22-93AC-9A74E3F9D29E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AAC453-F025-4783-B4F5-BB2ED2CD63B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644BD3-1005-4A8E-9141-0BD454CC21C6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7A66D7-C97B-4A13-9DE7-22728DDCA18C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15E2E5-A6F0-4FC3-8AB6-B33C3FC765B2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F856B3-59F5-490A-BD22-A3514B35B95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91826-C101-485C-B352-4E78A9851AF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867F95-7F3E-4383-9253-C48A719FB24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D59C7E-DCEC-4512-BF9B-D08AF597D65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6AEABB-C951-4CF6-8A16-6ED68C18A55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860C6A-0856-450D-A490-B0933AA94F9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DE8D39-0EC3-483E-8678-561F7581F58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27053-1F04-4ED2-AD9E-76050459F7D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751CBF-2119-4D33-B2EB-D2FB1D18946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7C4D3D-FE6C-484D-B6E3-D7DAB823833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F68F4-962F-4C35-9AE0-A0660AEE14B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643C221-546A-464B-8C84-0D775E91623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X2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X2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1500">
                <a:solidFill>
                  <a:schemeClr val="bg1"/>
                </a:solidFill>
                <a:latin typeface="Arial Black" pitchFamily="34" charset="0"/>
              </a:rPr>
              <a:t>REFRAIN</a:t>
            </a: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J'AI LE POUVOIR DE PASSER PAR LE FEU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 CE QUI VIENT CONTRE MOI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J'Y FAIS FACE, JE PEUX LE BRISER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IL M'A DONNÉ LA CLÉ DE LA VICTOIRE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PARCE QU'IL M'AIME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PARCE QU'IL M'AIME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J'AI EN MOI SA PUISSANCE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OUI J'AI LA CLÉ POUR ME LEVER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MAINTENANT JE SUIS UNE CONQUÉRANTE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TOUTES LES BATAILLES QUE TU ME DONNES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PEUX LES GAGNER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Y A QUELQU'UN DE SUPÉRIEUR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AU MILIEU DU COMBAT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REGARDE ET TU VERRAS, TU ES EN HAUT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TE TRANSFORME À SON IMAGE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CONQUÉRANTE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J'AI LA PUISSANCE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DIEU EST AVEC MOI, OUI IL EST!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RIEN NE PEUT ME FREINER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NE PEUX ME FAIRE TAIRE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RESTE FERME DANS SES BRAS FORTS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J'AI LE POUVOIR DE PASSER PAR LE FEU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 CE QUI VIENT CONTRE MOI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J'Y FAIS FACE, JE PEUX LE BRISER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IL M'A DONNÉ LA CLÉ DE LA VICTOIRE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PARCE QU'IL M'AIME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PARCE QU'IL M'AIME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J'AI EN MOI SA PUISSANCE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OUI J'AI LA CLÉ POUR ME LEVER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MAINTENANT 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SI JE TRAVERSE LA VALLÉE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QUAND JE PASSE PAR LA VALLÉE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NE CRAINS AUCUN MAL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DIX MILLES TOMBENT À MON COTÉ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MAIS JE RESTE DEBOUT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Y A UNE CONQUÉRANTE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À L'INTÉRIEUR DE MOI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CROIS QUE C'EST LE MOMENT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TOI DE VOIR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QUE NOUS SOMMES PLUS QUE CONQUÉRANTE DANS L'ARMÉE DE DIEU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ALORS HOP, LÈVE-TOI!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POURQUOI PENSES-TU QUE TU ES LÀ?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PEUPLER, DOMINER, ET DÉMONTRER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LES PLUS GRANDES DE NOS OEUVRES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S'ADRESSE À VOUS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VOUS ÊTES TOUTES CONQUÉRANTES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À CAUSE DE SON SANG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SOMMES DES CONQUÉRANTES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RESTE FERME DANS SES BRAS PUISSANTS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329</Words>
  <Application>Microsoft PowerPoint</Application>
  <PresentationFormat>On-screen Show (4:3)</PresentationFormat>
  <Paragraphs>66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75</cp:revision>
  <dcterms:created xsi:type="dcterms:W3CDTF">2002-08-17T10:50:50Z</dcterms:created>
  <dcterms:modified xsi:type="dcterms:W3CDTF">2017-06-16T16:14:53Z</dcterms:modified>
</cp:coreProperties>
</file>