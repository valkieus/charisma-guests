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0" r:id="rId2"/>
    <p:sldId id="278" r:id="rId3"/>
    <p:sldId id="277" r:id="rId4"/>
    <p:sldId id="279" r:id="rId5"/>
    <p:sldId id="276" r:id="rId6"/>
    <p:sldId id="280" r:id="rId7"/>
    <p:sldId id="275" r:id="rId8"/>
    <p:sldId id="281" r:id="rId9"/>
    <p:sldId id="274" r:id="rId10"/>
    <p:sldId id="282" r:id="rId11"/>
    <p:sldId id="273" r:id="rId12"/>
    <p:sldId id="283" r:id="rId13"/>
    <p:sldId id="272" r:id="rId14"/>
    <p:sldId id="284" r:id="rId15"/>
    <p:sldId id="271" r:id="rId16"/>
    <p:sldId id="285" r:id="rId17"/>
    <p:sldId id="286" r:id="rId1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9597" autoAdjust="0"/>
  </p:normalViewPr>
  <p:slideViewPr>
    <p:cSldViewPr>
      <p:cViewPr varScale="1">
        <p:scale>
          <a:sx n="40" d="100"/>
          <a:sy n="40" d="100"/>
        </p:scale>
        <p:origin x="-211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18DB24B-A867-4A69-BF8E-BACA4A211B4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914F433-000B-4180-8801-C4CBCA4D9786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smtClean="0"/>
          </a:p>
          <a:p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smtClean="0"/>
          </a:p>
          <a:p>
            <a:r>
              <a:rPr lang="fr-FR" smtClean="0"/>
              <a:t>10-  DANS UN MONDE QUI A DÉTRUIT NOS REPÈRES 
11-  VOUS AVEZ FAIT CE QU’AUCUN AUTRE N’AURAIT PU FAIRE </a:t>
            </a:r>
          </a:p>
          <a:p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dirty="0" smtClean="0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DANS UN MONDE QUI A DÉTRUIT NOS REPÈRES 
11-  VOUS AVEZ FAIT CE QU’AUCUN AUTRE N’AURAIT PU FAIRE </a:t>
            </a:r>
          </a:p>
          <a:p>
            <a:pPr>
              <a:defRPr/>
            </a:pPr>
            <a:r>
              <a:rPr lang="fr-FR" dirty="0" smtClean="0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AVANT DE TE CONNAÎTRE J’ÉTAIS DANS LE CONFORT 
2-  MA VIE ÉTAIT SANS FRUIT SANS RÉSULTAT 
3-  VOIRE SANS GLORIFIER LE GRAND ROI AVEC DES PETITS PAS DE FOI 
4-  JE MARCHAIS POUR TROUVER UNE DIRECTION 
5-  UN TREMPLIN POUR ALLER PLUS HAUT CHERCHAIS UNE VISION </a:t>
            </a:r>
          </a:p>
          <a:p>
            <a:endParaRPr lang="fr-FR" altLang="fr-FR"/>
          </a:p>
          <a:p>
            <a:r>
              <a:rPr lang="fr-FR" altLang="fr-FR"/>
              <a:t>REFRAIN
6-  DANS UN MONDE QUI A DÉTRUIT NOS REPÈRES 
7-  TU AS FAIT DE NOUS CE QU’AUCUN AUTRE N’AURAIT PU FAIRE 
8-  MENTOR NOUS IMITONS TON CARACTÈRE 
9-  C’EST CLAIR, NOTRE MODÈLE, C’EST TOI </a:t>
            </a:r>
          </a:p>
          <a:p>
            <a:endParaRPr lang="fr-FR" altLang="fr-FR"/>
          </a:p>
          <a:p>
            <a:r>
              <a:rPr lang="fr-FR" altLang="fr-FR"/>
              <a:t>10-  DANS UN MONDE QUI A DÉTRUIT NOS REPÈRES 
11-  VOUS AVEZ FAIT CE QU’AUCUN AUTRE N’AURAIT PU FAIRE </a:t>
            </a:r>
          </a:p>
          <a:p>
            <a:r>
              <a:rPr lang="fr-FR" altLang="fr-FR"/>
              <a:t>12-  PASTEUR NOUS IMITONS VOTRE CARACTÈRE 
13-  C’EST CLAIR NOTRE MODÈLE, C’EST VOUS 
14-  DANS UN MONDE QUI A DÉTRUIT NOS REPÈRES 
15-  TU AS FAIT DE NOUS CE QU’AUCUN AUTRE N’AURAIT PU FAIRE 
16-  JÉSUS NOUS IMITONS TON CARACTÈRE 
17-  C’EST CLAIR NOTRE MODÈLE, C’EST VOUS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E5C56-C1EC-466E-ADE4-C40C152B269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9A8BC-16BD-46A6-986D-CF1F5950121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5F046-5B89-41FD-98D7-88A5CBB1F71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5F3FA-14EC-47E2-8DA0-3171B504018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343B2-7D44-4897-8570-C01B488631D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96006-AC89-4070-827E-67D38841CD4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30D5A-FFBD-4865-AD3F-04B952BDB3F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5E809-5BFA-467D-AD08-EC9E85AFF14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2783C-C9A5-412C-9942-E86200C3215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EC4CB-6F01-4D63-BE89-747D3D22F60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D705E-D60D-41A0-94E8-58AFD4FB320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0CAC641-4E52-4075-9555-4D619F7032A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DE TE CONNAÎTRE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DANS LE CONFORT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ÉTAIT SANS FRUIT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RÉSULTAT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VOIRE SANS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GLORIFIER LE GRAND ROI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DES PETITS PAS DE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MARCHAIS POUR TROUVER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DIRECTION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TREMPLIN POUR ALLER PLUS HAUT CHERCHAIS UNE VISION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MONDE QUI A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DÉTRUIT NOS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REPÈRES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FAIT DE NOUS CE QU’AUCUN AUTRE N’AURAIT PU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MENTOR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IMITONS TON CARACTÈRE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CLAIR,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MODÈLE, C’EST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MONDE QUI A DÉTRUIT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REPÈRES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AVEZ FAIT CE QU’AUCUN AUTRE N’AURAIT PU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PASTEUR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IMITONS VOTRE CARACTÈRE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CLAIR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MODÈLE, C’EST 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MONDE QUI A DÉTRUIT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REPÈRES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FAIT DE NOUS CE QU’AUCUN AUTRE N’AURAIT PU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IMITONS TON CARACTÈRE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CLAIR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MODÈLE, C’EST 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440</Words>
  <Application>Microsoft Office PowerPoint</Application>
  <PresentationFormat>On-screen Show (4:3)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146</cp:revision>
  <dcterms:created xsi:type="dcterms:W3CDTF">2002-08-17T10:50:50Z</dcterms:created>
  <dcterms:modified xsi:type="dcterms:W3CDTF">2017-06-18T06:54:08Z</dcterms:modified>
</cp:coreProperties>
</file>