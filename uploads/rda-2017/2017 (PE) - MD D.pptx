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0" r:id="rId2"/>
    <p:sldId id="273" r:id="rId3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93" autoAdjust="0"/>
    <p:restoredTop sz="90929"/>
  </p:normalViewPr>
  <p:slideViewPr>
    <p:cSldViewPr>
      <p:cViewPr varScale="1">
        <p:scale>
          <a:sx n="72" d="100"/>
          <a:sy n="72" d="100"/>
        </p:scale>
        <p:origin x="10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39334B2-B3C4-4B4A-84BF-43B276725331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7BE2FD-D196-47E5-99EF-3A3A32502FF6}" type="slidenum">
              <a:rPr lang="fr-FR" altLang="fr-FR"/>
              <a:pPr/>
              <a:t>1</a:t>
            </a:fld>
            <a:endParaRPr lang="fr-FR" altLang="fr-FR"/>
          </a:p>
        </p:txBody>
      </p:sp>
      <p:sp>
        <p:nvSpPr>
          <p:cNvPr id="40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8D25C0-4FC1-45A3-8363-457B0A2E3991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70A085-7174-488F-9A42-98168EB374EE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67D27B-989C-414A-95E5-E7E5652C9640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194991-07E6-474A-993A-60996EBA86C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AFDE39-E10F-4AFF-9BA5-C72B471C3F83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ED1738-084A-4B35-AC9D-B2157503F0C5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F46A67-D2DA-4C17-97CE-62EBD5ECB58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E6FC7B-CDF7-44FA-AE05-9B8371626B2E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110D6A-39E3-4ECA-BF1F-0DDEBEA99918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6DCF19-D69D-4E9F-8302-F66A1A0D6368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1A8FAF-E00E-43F7-9306-46EF522B475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34891B-36E9-4434-9327-52BEF4F9CC9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EB1B2B95-ADE5-4A56-955B-F554BC61BE0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	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DANS LE RÉSEAU D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NOUS SOMMES DÉTERMINÉS !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DÉTERMINÉ À PRÊCHER L'EVANGILE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AU PLUS GRAND NOMBRE 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NOUS SOMMES DÉTERMINÉS!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DÉTERMINÉS À FAIRE FACE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AUX DÉFIS DE LA VIE 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NOUS SOMMES DÉTERMINÉS!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DÉTERMINÉ À DONNER À CHACUN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UNE DIRECTION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OUI, NOUS SOMMES DÉTERMINÉS !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OUI, NOUS SOMMES DÉTERMINÉS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À DEVENIR DES MEILLEURS DISCIPLES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AFIN QU'IL Y AIT UNE ÉGLISE MEILLEURE UNE FRANCE MEILLEURE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ET UN MONDE MEILLEUR. 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OUI, NOUS SOMMES DÉTERMINÉS !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33</Words>
  <Application>Microsoft PowerPoint</Application>
  <PresentationFormat>On-screen Show (4:3)</PresentationFormat>
  <Paragraphs>24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Franklin Gothic Medium</vt:lpstr>
      <vt:lpstr>Arial</vt:lpstr>
      <vt:lpstr>Arial Black</vt:lpstr>
      <vt:lpstr>Default Design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Christel TSAGUE</cp:lastModifiedBy>
  <cp:revision>77</cp:revision>
  <dcterms:created xsi:type="dcterms:W3CDTF">2002-08-17T10:50:50Z</dcterms:created>
  <dcterms:modified xsi:type="dcterms:W3CDTF">2017-06-16T16:23:11Z</dcterms:modified>
</cp:coreProperties>
</file>