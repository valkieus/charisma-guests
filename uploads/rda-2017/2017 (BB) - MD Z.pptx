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82" r:id="rId3"/>
    <p:sldId id="281" r:id="rId4"/>
    <p:sldId id="280" r:id="rId5"/>
    <p:sldId id="279" r:id="rId6"/>
    <p:sldId id="278" r:id="rId7"/>
    <p:sldId id="277" r:id="rId8"/>
    <p:sldId id="276" r:id="rId9"/>
    <p:sldId id="275" r:id="rId10"/>
    <p:sldId id="283" r:id="rId11"/>
    <p:sldId id="274" r:id="rId12"/>
    <p:sldId id="273" r:id="rId13"/>
    <p:sldId id="272" r:id="rId14"/>
    <p:sldId id="284" r:id="rId15"/>
    <p:sldId id="271" r:id="rId16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5520" autoAdjust="0"/>
  </p:normalViewPr>
  <p:slideViewPr>
    <p:cSldViewPr>
      <p:cViewPr varScale="1">
        <p:scale>
          <a:sx n="36" d="100"/>
          <a:sy n="36" d="100"/>
        </p:scale>
        <p:origin x="-2202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D190B8A-0E82-4DA4-9069-F391E002798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1BC3139-EE64-4794-A486-55B4B647BD8D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smtClean="0"/>
          </a:p>
          <a:p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endParaRPr lang="fr-FR" smtClean="0"/>
          </a:p>
          <a:p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smtClean="0"/>
          </a:p>
          <a:p>
            <a:r>
              <a:rPr lang="fr-FR" smtClean="0"/>
              <a:t>PONT
12-  INVOQUONS L'ÉTERNEL DIEU DE L'ÉTERNITÉ 
13-  COMME ABRAHAM L'A FAIT </a:t>
            </a:r>
          </a:p>
          <a:p>
            <a:r>
              <a:rPr lang="fr-FR" smtClean="0"/>
              <a:t>14-  CHERCHONS L'ÉTERNEL PENDANT QU'IL SE TROUVE 
15-  NOTRE DIEU EST TOUT PRÈS 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smtClean="0"/>
          </a:p>
          <a:p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endParaRPr lang="fr-FR" smtClean="0"/>
          </a:p>
          <a:p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smtClean="0"/>
          </a:p>
          <a:p>
            <a:r>
              <a:rPr lang="fr-FR" smtClean="0"/>
              <a:t>PONT
12-  INVOQUONS L'ÉTERNEL DIEU DE L'ÉTERNITÉ 
13-  COMME ABRAHAM L'A FAIT </a:t>
            </a:r>
          </a:p>
          <a:p>
            <a:r>
              <a:rPr lang="fr-FR" smtClean="0"/>
              <a:t>14-  CHERCHONS L'ÉTERNEL PENDANT QU'IL SE TROUVE 
15-  NOTRE DIEU EST TOUT PRÈS 
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smtClean="0"/>
          </a:p>
          <a:p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endParaRPr lang="fr-FR" smtClean="0"/>
          </a:p>
          <a:p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smtClean="0"/>
          </a:p>
          <a:p>
            <a:r>
              <a:rPr lang="fr-FR" smtClean="0"/>
              <a:t>PONT
12-  INVOQUONS L'ÉTERNEL DIEU DE L'ÉTERNITÉ 
13-  COMME ABRAHAM L'A FAIT </a:t>
            </a:r>
          </a:p>
          <a:p>
            <a:r>
              <a:rPr lang="fr-FR" smtClean="0"/>
              <a:t>14-  CHERCHONS L'ÉTERNEL PENDANT QU'IL SE TROUVE 
15-  NOTRE DIEU EST TOUT PRÈS 
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7-  NÉ DANS LE TEMPS POUR ANNONCER EN TOUT TEMPS 
	8-  QUE LE TEMPS CESSERA AFIN DE LAISSER PLACE À L'ÉTERNITÉ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12-  INVOQUONS L'ÉTERNEL DIEU DE L'ÉTERNITÉ 
13-  COMME ABRAHAM L'A FAIT </a:t>
            </a:r>
          </a:p>
          <a:p>
            <a:pPr>
              <a:defRPr/>
            </a:pPr>
            <a:r>
              <a:rPr lang="fr-FR" smtClean="0"/>
              <a:t>14-  CHERCHONS L'ÉTERNEL PENDANT QU'IL SE TROUVE 
15-  NOTRE DIEU EST TOUT PRÈS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TU AS MIS DANS MON CŒUR LA PENSÉE DE L'ÉTERNITÉ 
2-  POUR NE PAS ÊTRE DANS LE TEMPS CONSTAMMENT PRISONNIER 
3-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4-  LORSQUE LA PORTE S'OUVRIRA POUR ENTRER DE L'AUTRE CÔTÉ 
5-  LE MOMENT SERA TROP TARD POUR SE DÉCIDER 
6-  SUR LA TERRE, SAISIS AUJOURD'HUI TON OPPORTUNITÉ </a:t>
            </a:r>
          </a:p>
          <a:p>
            <a:endParaRPr lang="fr-FR" altLang="fr-FR" smtClean="0"/>
          </a:p>
          <a:p>
            <a:r>
              <a:rPr lang="fr-FR" altLang="fr-FR" smtClean="0"/>
              <a:t>	REFRAIN
	7-  NÉ DANS LE TEMPS POUR ANNONCER EN TOUT TEMPS 
	8-  QUE LE TEMPS CESSERA AFIN DE LAISSER PLACE À L'ÉTERNITÉ</a:t>
            </a:r>
          </a:p>
          <a:p>
            <a:endParaRPr lang="fr-FR" altLang="fr-FR" smtClean="0"/>
          </a:p>
          <a:p>
            <a:r>
              <a:rPr lang="fr-FR" altLang="fr-FR" smtClean="0"/>
              <a:t>COUPLET 3 
9-  DIEU USE ENVERS NOUS DE PATIENCE ET DE BONTÉ 
10-  IL N'EST JAMAIS TROP TARD NOUS POUVONS ENCORE L'INVOQUER 
11-  CAR JÉSUS EST VENU SUR TERRE POUR NOUS SAUVER </a:t>
            </a:r>
          </a:p>
          <a:p>
            <a:endParaRPr lang="fr-FR" altLang="fr-FR" smtClean="0"/>
          </a:p>
          <a:p>
            <a:r>
              <a:rPr lang="fr-FR" altLang="fr-FR" smtClean="0"/>
              <a:t>PONT
12-  INVOQUONS L'ÉTERNEL DIEU DE L'ÉTERNITÉ 
13-  COMME ABRAHAM L'A FAIT </a:t>
            </a:r>
          </a:p>
          <a:p>
            <a:r>
              <a:rPr lang="fr-FR" altLang="fr-FR" smtClean="0"/>
              <a:t>14-  CHERCHONS L'ÉTERNEL PENDANT QU'IL SE TROUVE 
15-  NOTRE DIEU EST TOUT PRÈS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FBB42-6D41-49EA-B94F-3B1B5FA2AA1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044D4D-7707-4ADA-98DB-81B30EFDC79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6490D-7F11-4F83-B0B8-811312B5BE2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8A840F-F318-4801-95F4-5F27D5A0E7D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4FAF2-33D7-4C16-957E-4629C249961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3AB9B-4753-4C20-9861-B3D8263888C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F3A83-7185-427A-AF92-E35A3CD5C67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0C198-7103-452C-A08B-38704606AFA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2F8AE-AA9A-4DD7-A4E8-797E83CBE8D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727B64-FEBB-4668-947C-6C20DBCCA8D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76C74-1E55-4BC2-8163-49BE6733D49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ACD853F-1112-4218-8BC3-FABF73D2D42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MIS DANS MON CŒUR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PENSÉE DE L'ÉTERNITÉ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NE PAS ÊTRE DANS LE TEMPS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CONSTAMMENT PRISONNIER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LA TERRE 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SAISIS AUJOURD'HUI TON OPPORTUNITÉ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LORSQUE LA PORTE S'OUVRIRA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ENTRER DE L'AUTRE CÔTÉ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MOMENT SERA TROP TARD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SE DÉCIDER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LA TERRE 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SAISIS AUJOURD'HUI TON OPPORTUNITÉ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NÉ DANS LE TEMPS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ANNONCER EN TOUT TEMPS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TEMPS CESSERA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AFIN DE LAISSER PLACE À L'ÉTERNITÉ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USE ENVERS NOUS 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PATIENCE ET DE BONTÉ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N'EST JAMAIS TROP TARD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POUVONS ENCORE L'INVOQUER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JÉSUS EST VENU SUR TERRE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NOUS SAUVER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INVOQUONS L'ÉTERNEL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DE L'ÉTERNITÉ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ABRAHAM L'A FAIT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CHERCHONS L'ÉTERNEL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PENDANT QU'IL SE TROUVE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DIEU EST TOUT PRÈS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</TotalTime>
  <Words>506</Words>
  <Application>Microsoft Office PowerPoint</Application>
  <PresentationFormat>On-screen Show (4:3)</PresentationFormat>
  <Paragraphs>388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145</cp:revision>
  <dcterms:created xsi:type="dcterms:W3CDTF">2002-08-17T10:50:50Z</dcterms:created>
  <dcterms:modified xsi:type="dcterms:W3CDTF">2017-06-25T09:32:50Z</dcterms:modified>
</cp:coreProperties>
</file>