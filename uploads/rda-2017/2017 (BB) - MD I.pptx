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0" r:id="rId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3" autoAdjust="0"/>
    <p:restoredTop sz="52545" autoAdjust="0"/>
  </p:normalViewPr>
  <p:slideViewPr>
    <p:cSldViewPr>
      <p:cViewPr varScale="1">
        <p:scale>
          <a:sx n="55" d="100"/>
          <a:sy n="55" d="100"/>
        </p:scale>
        <p:origin x="-138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1CD6758-AB78-48B0-A1C9-65246841E230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19461AE-A522-4025-B53F-56FE0023E68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607B4-62BA-4D90-9655-A2A4320697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F9AA1E-C079-4FE2-B435-DED0A297AD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C589-9C0E-4915-8928-A114B41EE2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0A95D-97D9-4F61-BD7A-BCC63D3C5A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A2729-A7D5-43BE-84A0-2065F6DD8A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C12951-315F-49C0-B3F4-58F8D2DCD8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BD78E-58C7-434D-BA99-E27927E89F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F1D20-5239-45D0-B66B-A1A6D9E437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95612-B8C2-4A64-AFAB-E6DD4D9821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7CE26C-909C-4B0F-926C-B53B6DF7F6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98D86-B0D9-438A-B009-145A893CBF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AB53CA-0495-4CC1-BDFF-46CB63AECC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43886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COURS </a:t>
            </a:r>
            <a:br>
              <a:rPr lang="fr-FR" sz="4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AVANCÉS À 13H30</a:t>
            </a:r>
            <a:br>
              <a:rPr lang="fr-FR" sz="4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8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  <p:pic>
        <p:nvPicPr>
          <p:cNvPr id="2" name="Image 2" descr="VERSET MDI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96850"/>
            <a:ext cx="9144000" cy="646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Image 3" descr="Md I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392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3102</TotalTime>
  <Words>0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Franklin Gothic Medium</vt:lpstr>
      <vt:lpstr>Arial</vt:lpstr>
      <vt:lpstr>Calibri</vt:lpstr>
      <vt:lpstr>Default Design</vt:lpstr>
      <vt:lpstr>    TOUS LES COURS  SONT AVANCÉS À 13H30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314</cp:revision>
  <dcterms:created xsi:type="dcterms:W3CDTF">2002-08-17T10:50:50Z</dcterms:created>
  <dcterms:modified xsi:type="dcterms:W3CDTF">2017-06-25T08:07:42Z</dcterms:modified>
</cp:coreProperties>
</file>