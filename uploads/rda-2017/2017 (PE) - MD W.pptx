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70" r:id="rId2"/>
    <p:sldId id="273" r:id="rId3"/>
    <p:sldId id="271" r:id="rId4"/>
  </p:sldIdLst>
  <p:sldSz cx="9144000" cy="6858000" type="screen4x3"/>
  <p:notesSz cx="6858000" cy="9144000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</p:showPr>
  <p:clrMru>
    <a:srgbClr val="0033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593" autoAdjust="0"/>
    <p:restoredTop sz="90929"/>
  </p:normalViewPr>
  <p:slideViewPr>
    <p:cSldViewPr>
      <p:cViewPr varScale="1">
        <p:scale>
          <a:sx n="72" d="100"/>
          <a:sy n="72" d="100"/>
        </p:scale>
        <p:origin x="1038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052" name="Rectangle 4"/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163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63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CB0E102D-CA8D-4070-9F56-44AE628BA218}" type="slidenum">
              <a:rPr lang="fr-FR" altLang="fr-FR"/>
              <a:pPr/>
              <a:t>‹#›</a:t>
            </a:fld>
            <a:endParaRPr lang="fr-FR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1D151B3-67F5-49C6-9516-D0FC5862E5EC}" type="slidenum">
              <a:rPr lang="fr-FR" altLang="fr-FR"/>
              <a:pPr/>
              <a:t>1</a:t>
            </a:fld>
            <a:endParaRPr lang="fr-FR" altLang="fr-FR"/>
          </a:p>
        </p:txBody>
      </p:sp>
      <p:sp>
        <p:nvSpPr>
          <p:cNvPr id="409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alt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D7A90C4-AE96-4AF2-A749-DBFEA01B6CDE}" type="slidenum">
              <a:rPr lang="fr-FR" altLang="fr-FR"/>
              <a:pPr/>
              <a:t>2</a:t>
            </a:fld>
            <a:endParaRPr lang="fr-FR" altLang="fr-FR"/>
          </a:p>
        </p:txBody>
      </p:sp>
      <p:sp>
        <p:nvSpPr>
          <p:cNvPr id="614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alt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95E8B6E-8299-482C-94F1-9266D6B6B644}" type="slidenum">
              <a:rPr lang="fr-FR" altLang="fr-FR"/>
              <a:pPr/>
              <a:t>3</a:t>
            </a:fld>
            <a:endParaRPr lang="fr-FR" altLang="fr-FR"/>
          </a:p>
        </p:txBody>
      </p:sp>
      <p:sp>
        <p:nvSpPr>
          <p:cNvPr id="819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alt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44FC020-ABEC-4F48-A36B-ED76F6421C35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4500523-34C7-4C28-8568-CAA468B604B1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232681B-0166-48DB-BD8E-2CE82FF02A6A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62E15EB-A851-40BC-AC5C-BE397C3C30D7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4D163FF-1849-4C5B-85B2-288DBA108FB1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0C7F2E3-2DA1-46B9-A57A-917D763746D9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91086AA-1045-41FD-B51E-4AC9B5499C5B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A91DD8C-393C-4C3D-88ED-968E8E867D86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FB0BDA2-9645-4B9A-AC7D-06B8D6044751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0EB57A5-1900-4BD2-A63B-09CAAEDC6509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0415415-F54A-49E8-B25A-B20F276AA779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text styles</a:t>
            </a:r>
          </a:p>
          <a:p>
            <a:pPr lvl="1"/>
            <a:r>
              <a:rPr lang="en-GB" altLang="fr-FR" smtClean="0"/>
              <a:t>Second level</a:t>
            </a:r>
          </a:p>
          <a:p>
            <a:pPr lvl="2"/>
            <a:r>
              <a:rPr lang="en-GB" altLang="fr-FR" smtClean="0"/>
              <a:t>Third level</a:t>
            </a:r>
          </a:p>
          <a:p>
            <a:pPr lvl="3"/>
            <a:r>
              <a:rPr lang="en-GB" altLang="fr-FR" smtClean="0"/>
              <a:t>Fourth level</a:t>
            </a:r>
          </a:p>
          <a:p>
            <a:pPr lvl="4"/>
            <a:r>
              <a:rPr lang="en-GB" altLang="fr-FR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fld id="{5532746C-BC03-4AD8-A845-D6143D6AB37D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1" hangingPunct="1">
              <a:lnSpc>
                <a:spcPct val="110000"/>
              </a:lnSpc>
            </a:pPr>
            <a:endParaRPr lang="fr-FR" alt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 eaLnBrk="1" hangingPunct="1">
              <a:lnSpc>
                <a:spcPct val="110000"/>
              </a:lnSpc>
            </a:pPr>
            <a:endParaRPr lang="fr-FR" alt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TU ES LÀ...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AU MILIEU DE TON PEUPLE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NOUS T'ACCUEILLONS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       NOUS T'ACCUEILLONS   x2</a:t>
            </a:r>
          </a:p>
          <a:p>
            <a:pPr algn="ctr" eaLnBrk="1" hangingPunct="1">
              <a:lnSpc>
                <a:spcPct val="110000"/>
              </a:lnSpc>
            </a:pPr>
            <a:endParaRPr lang="fr-FR" alt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CAR TU ES: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LE DIEU DE MIRACLES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ACCOMPLISSEUR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LUMIÈRE DANS LES TÉNÈBRES 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MON DIEU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VOICI QUI TU ES...</a:t>
            </a:r>
          </a:p>
          <a:p>
            <a:pPr algn="ctr" eaLnBrk="1" hangingPunct="1">
              <a:lnSpc>
                <a:spcPct val="110000"/>
              </a:lnSpc>
            </a:pPr>
            <a:endParaRPr lang="fr-FR" alt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 eaLnBrk="1" hangingPunct="1">
              <a:lnSpc>
                <a:spcPct val="110000"/>
              </a:lnSpc>
            </a:pPr>
            <a:endParaRPr lang="fr-FR" altLang="fr-FR" sz="1000">
              <a:solidFill>
                <a:schemeClr val="bg1"/>
              </a:solidFill>
              <a:latin typeface="Arial Black" pitchFamily="34" charset="0"/>
            </a:endParaRPr>
          </a:p>
          <a:p>
            <a:pPr algn="ctr" eaLnBrk="1" hangingPunct="1">
              <a:lnSpc>
                <a:spcPct val="110000"/>
              </a:lnSpc>
            </a:pPr>
            <a:endParaRPr lang="fr-FR" altLang="fr-FR" sz="2800">
              <a:solidFill>
                <a:schemeClr val="bg1"/>
              </a:solidFill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TU ES LÀ...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TU CHANGES LES DESTINS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NOUS T'ADORONS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NOUS T'ADORONS</a:t>
            </a:r>
          </a:p>
          <a:p>
            <a:pPr algn="ctr" eaLnBrk="1" hangingPunct="1">
              <a:lnSpc>
                <a:spcPct val="110000"/>
              </a:lnSpc>
            </a:pPr>
            <a:endParaRPr lang="fr-FR" altLang="fr-FR" sz="1000">
              <a:solidFill>
                <a:schemeClr val="bg1"/>
              </a:solidFill>
              <a:latin typeface="Arial Black" pitchFamily="34" charset="0"/>
            </a:endParaRP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TU ES LÀ...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TU BOULEVERSE NOS VIES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NOUS T'ADORONS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NOUS T'ADORONS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CAR TU ES: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LE DIEU DE MIRACLES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ACCOMPLISSEUR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LUMIÈRE DANS LES TÉNÈBRES 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MON DIEU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VOICI QUI TU ES...</a:t>
            </a:r>
          </a:p>
          <a:p>
            <a:pPr algn="ctr" eaLnBrk="1" hangingPunct="1">
              <a:lnSpc>
                <a:spcPct val="110000"/>
              </a:lnSpc>
            </a:pPr>
            <a:endParaRPr lang="fr-FR" alt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TU FAIS x2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TU FAIS PARCE CE QUE TU ES </a:t>
            </a:r>
          </a:p>
          <a:p>
            <a:pPr algn="ctr" eaLnBrk="1" hangingPunct="1">
              <a:lnSpc>
                <a:spcPct val="110000"/>
              </a:lnSpc>
            </a:pPr>
            <a:endParaRPr lang="fr-FR" alt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DEVIENS x4 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INTENSE</a:t>
            </a:r>
          </a:p>
          <a:p>
            <a:pPr algn="ctr" eaLnBrk="1" hangingPunct="1">
              <a:lnSpc>
                <a:spcPct val="110000"/>
              </a:lnSpc>
            </a:pPr>
            <a:endParaRPr lang="fr-FR" altLang="fr-FR" sz="2800">
              <a:solidFill>
                <a:schemeClr val="bg1"/>
              </a:solidFill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862</TotalTime>
  <Words>95</Words>
  <Application>Microsoft Office PowerPoint</Application>
  <PresentationFormat>On-screen Show (4:3)</PresentationFormat>
  <Paragraphs>38</Paragraphs>
  <Slides>3</Slides>
  <Notes>3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7" baseType="lpstr">
      <vt:lpstr>Franklin Gothic Medium</vt:lpstr>
      <vt:lpstr>Arial</vt:lpstr>
      <vt:lpstr>Arial Black</vt:lpstr>
      <vt:lpstr>Default Design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Christel TSAGUE</cp:lastModifiedBy>
  <cp:revision>78</cp:revision>
  <dcterms:created xsi:type="dcterms:W3CDTF">2002-08-17T10:50:50Z</dcterms:created>
  <dcterms:modified xsi:type="dcterms:W3CDTF">2017-06-16T17:05:30Z</dcterms:modified>
</cp:coreProperties>
</file>