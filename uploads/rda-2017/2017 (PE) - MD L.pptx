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70" r:id="rId2"/>
    <p:sldId id="273" r:id="rId3"/>
    <p:sldId id="271" r:id="rId4"/>
    <p:sldId id="272" r:id="rId5"/>
    <p:sldId id="274" r:id="rId6"/>
  </p:sldIdLst>
  <p:sldSz cx="9144000" cy="6858000" type="screen4x3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  <p:clrMru>
    <a:srgbClr val="0033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593" autoAdjust="0"/>
    <p:restoredTop sz="90929"/>
  </p:normalViewPr>
  <p:slideViewPr>
    <p:cSldViewPr>
      <p:cViewPr varScale="1">
        <p:scale>
          <a:sx n="72" d="100"/>
          <a:sy n="72" d="100"/>
        </p:scale>
        <p:origin x="1038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052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163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63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E9A82ACB-ECC9-490B-B1C3-2A35D76D8A1F}" type="slidenum">
              <a:rPr lang="fr-FR" altLang="fr-FR"/>
              <a:pPr/>
              <a:t>‹#›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2CAD52D-2774-4FD1-9CA0-653C27BF3EFB}" type="slidenum">
              <a:rPr lang="fr-FR" altLang="fr-FR"/>
              <a:pPr/>
              <a:t>1</a:t>
            </a:fld>
            <a:endParaRPr lang="fr-FR" altLang="fr-FR"/>
          </a:p>
        </p:txBody>
      </p:sp>
      <p:sp>
        <p:nvSpPr>
          <p:cNvPr id="409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alt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3EBC148-452A-4DFA-812A-A9275E340137}" type="slidenum">
              <a:rPr lang="fr-FR" altLang="fr-FR"/>
              <a:pPr/>
              <a:t>2</a:t>
            </a:fld>
            <a:endParaRPr lang="fr-FR" altLang="fr-FR"/>
          </a:p>
        </p:txBody>
      </p:sp>
      <p:sp>
        <p:nvSpPr>
          <p:cNvPr id="614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alt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C5AB0FE-68BD-435C-820B-7FC6681548DF}" type="slidenum">
              <a:rPr lang="fr-FR" altLang="fr-FR"/>
              <a:pPr/>
              <a:t>3</a:t>
            </a:fld>
            <a:endParaRPr lang="fr-FR" altLang="fr-FR"/>
          </a:p>
        </p:txBody>
      </p:sp>
      <p:sp>
        <p:nvSpPr>
          <p:cNvPr id="819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alt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4B78C52-5A7F-43EB-9FB1-C4CBDF9DB567}" type="slidenum">
              <a:rPr lang="fr-FR" altLang="fr-FR"/>
              <a:pPr/>
              <a:t>4</a:t>
            </a:fld>
            <a:endParaRPr lang="fr-FR" altLang="fr-FR"/>
          </a:p>
        </p:txBody>
      </p:sp>
      <p:sp>
        <p:nvSpPr>
          <p:cNvPr id="1024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alt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A86A3A8-A2A9-483B-84F0-812FC8B9865B}" type="slidenum">
              <a:rPr lang="fr-FR" altLang="fr-FR"/>
              <a:pPr/>
              <a:t>5</a:t>
            </a:fld>
            <a:endParaRPr lang="fr-FR" altLang="fr-FR"/>
          </a:p>
        </p:txBody>
      </p:sp>
      <p:sp>
        <p:nvSpPr>
          <p:cNvPr id="1229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alt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BCB61E3-FE38-40EA-A14E-128F09699D24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192017F-048F-4993-B011-251163DF310D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AE738B3-5BBD-4183-AAFD-A69CEC186181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A02A188-F34E-4588-BB4A-96503BDE5ABC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94A2AAC-4EEE-4783-A9C3-DF45D28ECBCF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8D65CCC-196B-4A6E-9265-FCC836033981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8B0423D-1FB0-4403-85D5-82ACC6519C33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A94A518-EFAF-4DE2-AB15-70D248E24A2A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1F9D509-D120-411C-B7D2-D0929169569A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F9ABA7A-0D06-4883-81A4-4DE8F17FF60D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CB3C431-84F7-4E3B-BBFA-8AF63BE89D25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text styles</a:t>
            </a:r>
          </a:p>
          <a:p>
            <a:pPr lvl="1"/>
            <a:r>
              <a:rPr lang="en-GB" altLang="fr-FR" smtClean="0"/>
              <a:t>Second level</a:t>
            </a:r>
          </a:p>
          <a:p>
            <a:pPr lvl="2"/>
            <a:r>
              <a:rPr lang="en-GB" altLang="fr-FR" smtClean="0"/>
              <a:t>Third level</a:t>
            </a:r>
          </a:p>
          <a:p>
            <a:pPr lvl="3"/>
            <a:r>
              <a:rPr lang="en-GB" altLang="fr-FR" smtClean="0"/>
              <a:t>Fourth level</a:t>
            </a:r>
          </a:p>
          <a:p>
            <a:pPr lvl="4"/>
            <a:r>
              <a:rPr lang="en-GB" altLang="fr-FR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2E7BFE49-F57D-498C-BC02-4F89EA9BDD2E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OÙ SONT MES FRÈRES MES SŒURS 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SERVITEURS ET ADORATEURS 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LES FEMMES ET LES HOMMES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AU GRAND CŒUR 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QUI VIENNENT PLUS TÔT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REPARTENT APRÈS L'HEURE </a:t>
            </a:r>
          </a:p>
          <a:p>
            <a:pPr algn="ctr" eaLnBrk="1" hangingPunct="1">
              <a:lnSpc>
                <a:spcPct val="110000"/>
              </a:lnSpc>
            </a:pPr>
            <a:endParaRPr lang="fr-FR" altLang="fr-FR" sz="1000">
              <a:solidFill>
                <a:schemeClr val="bg1"/>
              </a:solidFill>
              <a:latin typeface="Arial Black" pitchFamily="34" charset="0"/>
            </a:endParaRP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OÙ SONT LES MEMBRES DE LA FAMILLE 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QUI T'ACCUEILLENT ET TE CÉLÈBRENT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QUI TE CHANTENT LA BIENVENUE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AVEC UN GRAND SOURIRE SUR LES LÈVRES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1000">
                <a:solidFill>
                  <a:schemeClr val="bg1"/>
                </a:solidFill>
                <a:latin typeface="Arial Black" pitchFamily="34" charset="0"/>
              </a:rPr>
              <a:t> 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OÙ SONT LES HÉROS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LES GUERRIERS,LES INTERCESSEURS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QUI SE TIENNENT DANS LA BRÈCHE ET QUI PRIENT POUR NOUS DURANT DES HEURES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OÙ SONT MES FRÈRES MES SŒURS 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SERVITEURS ET ADORATEURS 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OÙ SONT MES FRÈRES MES BRAVES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CEUX QUI PORTENT LE BRASSARD 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ASSISTANCE ET SÉCURITÉ 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TOUJOURS SAPPÉS EN COSTARD</a:t>
            </a:r>
          </a:p>
          <a:p>
            <a:pPr algn="ctr" eaLnBrk="1" hangingPunct="1">
              <a:lnSpc>
                <a:spcPct val="110000"/>
              </a:lnSpc>
            </a:pPr>
            <a:endParaRPr lang="fr-FR" altLang="fr-FR" sz="1500">
              <a:solidFill>
                <a:schemeClr val="bg1"/>
              </a:solidFill>
              <a:latin typeface="Arial Black" pitchFamily="34" charset="0"/>
            </a:endParaRPr>
          </a:p>
          <a:p>
            <a:pPr algn="ctr" eaLnBrk="1" hangingPunct="1">
              <a:lnSpc>
                <a:spcPct val="110000"/>
              </a:lnSpc>
            </a:pPr>
            <a:endParaRPr lang="fr-FR" altLang="fr-FR" sz="1500">
              <a:solidFill>
                <a:schemeClr val="bg1"/>
              </a:solidFill>
              <a:latin typeface="Arial Black" pitchFamily="34" charset="0"/>
            </a:endParaRPr>
          </a:p>
          <a:p>
            <a:pPr algn="ctr" eaLnBrk="1" hangingPunct="1">
              <a:lnSpc>
                <a:spcPct val="110000"/>
              </a:lnSpc>
            </a:pPr>
            <a:r>
              <a:rPr lang="fr-FR" altLang="fr-FR" sz="1500">
                <a:solidFill>
                  <a:schemeClr val="bg1"/>
                </a:solidFill>
                <a:latin typeface="Arial Black" pitchFamily="34" charset="0"/>
              </a:rPr>
              <a:t>REFRAIN: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TOUJOURS PRÊTS À  LE LOUER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NOUS GARDONS LES MAINS LEVÉES 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PEU IMPORTE QUI TU ES 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TU PEUX LE LOUER</a:t>
            </a:r>
          </a:p>
          <a:p>
            <a:pPr algn="ctr" eaLnBrk="1" hangingPunct="1">
              <a:lnSpc>
                <a:spcPct val="110000"/>
              </a:lnSpc>
            </a:pPr>
            <a:endParaRPr lang="fr-FR" altLang="fr-FR" sz="1000">
              <a:solidFill>
                <a:schemeClr val="bg1"/>
              </a:solidFill>
              <a:latin typeface="Arial Black" pitchFamily="34" charset="0"/>
            </a:endParaRP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LA LA LA LA ( LOUEZ L'ÉTERNEL ) ×2</a:t>
            </a:r>
          </a:p>
          <a:p>
            <a:pPr algn="ctr" eaLnBrk="1" hangingPunct="1">
              <a:lnSpc>
                <a:spcPct val="110000"/>
              </a:lnSpc>
            </a:pPr>
            <a:endParaRPr lang="fr-FR" altLang="fr-FR" sz="2800">
              <a:solidFill>
                <a:schemeClr val="bg1"/>
              </a:solidFill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ON SE PRÉSENTE LE MD L 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ADORATEUR DE L'ÉTERNEL 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INSTRUMENTS À VOTRE SERVICE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POUR LA LOUANGE ET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LA GLOIRE DE CHRIST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NOUS SOMMES VOS FRÈRES ,VOS SOEURS 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NOUS VOUS SERVONS AVEC HONNEUR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UN CANAL DE LA PRÉSENCE DE DIEU 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VENUS VOUS TRANSMETTRE SES VALEURS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NOUS SOMMES LE CORPS, L'ÉGLISE </a:t>
            </a:r>
          </a:p>
          <a:p>
            <a:pPr algn="ctr" eaLnBrk="1" hangingPunct="1">
              <a:lnSpc>
                <a:spcPct val="110000"/>
              </a:lnSpc>
            </a:pPr>
            <a:endParaRPr lang="fr-FR" alt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LOUER DIEU EST NOTRE DEVISE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RIEN NE POURRA NOUS ARRÊTER 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CAR C'EST L'ÉTERNITÉ QU'ON VISE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À LUI LA GLOIRE À LUI L'HONNEUR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JÉSUS-CHRIST EST NOTRE SEIGNEUR 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QUE TON NOM  SOIT GLORIFIÉ 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D'ÉTERNITÉ EN ÉTERNITÉ</a:t>
            </a:r>
          </a:p>
          <a:p>
            <a:pPr algn="ctr" eaLnBrk="1" hangingPunct="1">
              <a:lnSpc>
                <a:spcPct val="110000"/>
              </a:lnSpc>
            </a:pPr>
            <a:endParaRPr lang="fr-FR" alt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 eaLnBrk="1" hangingPunct="1">
              <a:lnSpc>
                <a:spcPct val="110000"/>
              </a:lnSpc>
            </a:pPr>
            <a:r>
              <a:rPr lang="fr-FR" altLang="fr-FR" sz="1500">
                <a:solidFill>
                  <a:schemeClr val="bg1"/>
                </a:solidFill>
                <a:latin typeface="Arial Black" pitchFamily="34" charset="0"/>
              </a:rPr>
              <a:t>REFRAIN: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TOUJOURS PRÊTS À  LE LOUER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NOUS GARDONS LES MAINS LEVÉES 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PEU IMPORTE QUI TU ES 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TU PEUX LE LOUER</a:t>
            </a:r>
          </a:p>
          <a:p>
            <a:pPr algn="ctr" eaLnBrk="1" hangingPunct="1">
              <a:lnSpc>
                <a:spcPct val="110000"/>
              </a:lnSpc>
            </a:pPr>
            <a:endParaRPr lang="fr-FR" altLang="fr-FR" sz="1000">
              <a:solidFill>
                <a:schemeClr val="bg1"/>
              </a:solidFill>
              <a:latin typeface="Arial Black" pitchFamily="34" charset="0"/>
            </a:endParaRP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LA LA LA LA ( LOUEZ L'ÉTERNEL ) ×2</a:t>
            </a:r>
          </a:p>
          <a:p>
            <a:pPr algn="ctr" eaLnBrk="1" hangingPunct="1">
              <a:lnSpc>
                <a:spcPct val="110000"/>
              </a:lnSpc>
            </a:pPr>
            <a:endParaRPr lang="fr-FR" alt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 eaLnBrk="1" hangingPunct="1">
              <a:lnSpc>
                <a:spcPct val="110000"/>
              </a:lnSpc>
            </a:pPr>
            <a:endParaRPr lang="fr-FR" altLang="fr-FR" sz="2800">
              <a:solidFill>
                <a:schemeClr val="bg1"/>
              </a:solidFill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À LUI LA GLOIRE, À LUI L'HONNEUR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JÉSUS-CHRIST EST NOTRE SEIGNEUR 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QUE TON NOM  SOIT GLORIFIÉ 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D'ÉTERNITÉ EN ÉTERNITÉ </a:t>
            </a:r>
          </a:p>
          <a:p>
            <a:pPr algn="ctr" eaLnBrk="1" hangingPunct="1">
              <a:lnSpc>
                <a:spcPct val="110000"/>
              </a:lnSpc>
            </a:pPr>
            <a:endParaRPr lang="fr-FR" altLang="fr-FR" sz="2000">
              <a:solidFill>
                <a:schemeClr val="bg1"/>
              </a:solidFill>
              <a:latin typeface="Arial Black" pitchFamily="34" charset="0"/>
            </a:endParaRP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IL EST YAWEH 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ELOÏM LOUEZ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ADONAÏ LOUEZ 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EL SHADDAI LOUEZ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828</TotalTime>
  <Words>279</Words>
  <Application>Microsoft PowerPoint</Application>
  <PresentationFormat>On-screen Show (4:3)</PresentationFormat>
  <Paragraphs>70</Paragraphs>
  <Slides>5</Slides>
  <Notes>5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9" baseType="lpstr">
      <vt:lpstr>Franklin Gothic Medium</vt:lpstr>
      <vt:lpstr>Arial</vt:lpstr>
      <vt:lpstr>Arial Black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Christel TSAGUE</cp:lastModifiedBy>
  <cp:revision>73</cp:revision>
  <dcterms:created xsi:type="dcterms:W3CDTF">2002-08-17T10:50:50Z</dcterms:created>
  <dcterms:modified xsi:type="dcterms:W3CDTF">2017-06-16T16:04:27Z</dcterms:modified>
</cp:coreProperties>
</file>