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0" r:id="rId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 varScale="1">
        <p:scale>
          <a:sx n="62" d="100"/>
          <a:sy n="62" d="100"/>
        </p:scale>
        <p:origin x="-1219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083657F-3DCE-4159-B69F-A649A1243E9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373C6A-A939-4CF7-AF70-71A5BD0E2F82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777B43-9120-4376-A018-697BE79CBA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A6D88E-3D83-4E50-A664-3A2ABF176B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3E07B-E0AF-4CB4-9291-5E5CC851E3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9BAE4-2A35-4754-A3C7-445B6E484F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B73A79-4E07-4226-9157-900BCF5B59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CE331E-7756-4B63-8382-04087975FC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A398D-3B5A-41C9-A6AF-A2FAE11E54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7CF59-D319-4562-83CD-F3C04064F4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58D139-C0D4-4F39-B93B-C8FCAC8E4C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F3C51-1ED6-4CDE-BEAE-DBBC04EC2F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BC7490-3DE8-4DB9-B015-C259BFE7E5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217A3A5-D12D-49C3-9F87-7675262313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OÙ SONT TOUS NOS HOMMES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AMALÉCITES FONT UN GRAND BRUIT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OÙ SONT TOUS NOS HOMMES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AMALÉCITES VEULENT NOUS DÉTRUIRE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OÙ SONT TOUS NOS HOMMES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AMALÉCITES NOUS FRAPPENT FORT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ILS VEULENT NOTRE MORT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J’ENTENDS LES CRIS DES PLEURS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DOULEUR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DES FILS ET MÈRES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              SUR NOTRE TERRE          x2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53</Words>
  <Application>Microsoft PowerPoint</Application>
  <PresentationFormat>On-screen Show (4:3)</PresentationFormat>
  <Paragraphs>14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Franklin Gothic Medium</vt:lpstr>
      <vt:lpstr>Arial</vt:lpstr>
      <vt:lpstr>Arial Black</vt:lpstr>
      <vt:lpstr>Default Design</vt:lpstr>
      <vt:lpstr>Diapositive 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70</cp:revision>
  <dcterms:created xsi:type="dcterms:W3CDTF">2002-08-17T10:50:50Z</dcterms:created>
  <dcterms:modified xsi:type="dcterms:W3CDTF">2017-06-13T16:24:16Z</dcterms:modified>
</cp:coreProperties>
</file>