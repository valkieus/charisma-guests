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0" r:id="rId2"/>
    <p:sldId id="278" r:id="rId3"/>
    <p:sldId id="277" r:id="rId4"/>
    <p:sldId id="276" r:id="rId5"/>
    <p:sldId id="275" r:id="rId6"/>
    <p:sldId id="274" r:id="rId7"/>
    <p:sldId id="273" r:id="rId8"/>
    <p:sldId id="272" r:id="rId9"/>
    <p:sldId id="279" r:id="rId10"/>
    <p:sldId id="280" r:id="rId11"/>
    <p:sldId id="271" r:id="rId12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9597" autoAdjust="0"/>
  </p:normalViewPr>
  <p:slideViewPr>
    <p:cSldViewPr>
      <p:cViewPr varScale="1">
        <p:scale>
          <a:sx n="31" d="100"/>
          <a:sy n="31" d="100"/>
        </p:scale>
        <p:origin x="260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61D0FCC-CCB1-4C89-9551-E3FD9341ADE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1626EC3-96B7-44EF-B6E7-0D5744F30800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DANS LE RÉSEAU D NOUS SOMMES DÉTERMINÉS ! 
2-  DÉTERMINÉS À PRÊCHER L'ÉVANGILE AU PLUS GRAND NOMBRE 
3-  NOUS SOMMES DÉTERMINÉS ! 
4-  DÉTERMINÉS À FAIRE FACE AUX DÉFIS DE LA VIE 
5-  NOUS SOMMES DÉTERMINÉS ! 
6-  DÉTERMINÉS À DONNER À CHACUN UNE DIRECTION 
7-  OUI NOUS SOMMES DÉTERMINÉS ! 
8-  OUI, NOUS SOMMES DÉTERMINÉS À DEVENIR DES MEILLEURS DISCIPLES 
9-  AFIN QU'IL Y AIT UNE ÉGLISE MEILLEURE  
10-  UNE FRANCE MEILLEURE ET UN MONDE MEILLEUR 
11-  OUI, NOUS SOMMES DÉTERMINÉS !!!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BF4F7B-CBCD-4B57-99BF-B5691CF3BC1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F0986A-ACF1-45F0-A2CF-30CCB362BCE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7E26BD-847C-447E-AAF1-41183E2188CD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1A005F-A950-40F4-89FD-CBE9A790681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02355D-74DD-4857-86C8-84C1789F19A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2341D3-94FA-4A0E-8D7D-F2225C4EB20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57C86A-5D6B-42E6-9BE4-F7401C9CD02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096704-BE79-407A-9689-569AA93C305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0E418B-8AA2-4FBB-8404-F53A552C61A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FF3CD-F374-4F46-8810-C003013D100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B3BF35-12AA-427E-9FD5-26CC1FAFA24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97ECA9F6-BF77-439B-965F-A82802450AD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RÉSEAU D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DÉTERMINÉS 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DÉTERMINÉS À PRÊCHER L'ÉVANGILE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PLUS GRAND NOMBRE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DÉTERMINÉS 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DÉTERMINÉS À FAIRE FACE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AUX DÉFIS DE LA VIE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DÉTERMINÉS 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DÉTERMINÉS À DONNER À CHACUN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DIRECTION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DÉTERMINÉS 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NOUS SOMMES DÉTERMINÉS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DEVENIR DES MEILLEURS DISCIPLES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AFIN QU'IL Y AIT UNE ÉGLISE MEILLEURE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FRANCE MEILLEURE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UN MONDE MEILLEUR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NOUS SOMMES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DÉTERMINÉS !!!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</TotalTime>
  <Words>247</Words>
  <Application>Microsoft Office PowerPoint</Application>
  <PresentationFormat>On-screen Show (4:3)</PresentationFormat>
  <Paragraphs>41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146</cp:revision>
  <dcterms:created xsi:type="dcterms:W3CDTF">2002-08-17T10:50:50Z</dcterms:created>
  <dcterms:modified xsi:type="dcterms:W3CDTF">2017-06-17T10:07:46Z</dcterms:modified>
</cp:coreProperties>
</file>