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82" r:id="rId3"/>
    <p:sldId id="281" r:id="rId4"/>
    <p:sldId id="283" r:id="rId5"/>
    <p:sldId id="280" r:id="rId6"/>
    <p:sldId id="279" r:id="rId7"/>
    <p:sldId id="278" r:id="rId8"/>
    <p:sldId id="284" r:id="rId9"/>
    <p:sldId id="289" r:id="rId10"/>
    <p:sldId id="273" r:id="rId11"/>
    <p:sldId id="272" r:id="rId12"/>
    <p:sldId id="271" r:id="rId13"/>
    <p:sldId id="290" r:id="rId1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1879" autoAdjust="0"/>
  </p:normalViewPr>
  <p:slideViewPr>
    <p:cSldViewPr>
      <p:cViewPr varScale="1">
        <p:scale>
          <a:sx n="25" d="100"/>
          <a:sy n="25" d="100"/>
        </p:scale>
        <p:origin x="275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CB89E8E-11B2-471E-9662-BAB7739E766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CC78267-06B3-4B02-A3A6-4625AD078CC6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>
              <a:defRPr/>
            </a:pPr>
            <a:r>
              <a:rPr lang="fr-FR" alt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13-  VERS UN GRAND DESTIN !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VERS UN GRAND DESTIN ! 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MD G UNI EST CONSACRÉ 
6-  LA CORDE QUI TE TIRE DE LA FOSSE ET DE LA MISÈRE 
7-  LUEUR DANS LES TÉNÈBRES OUVRIERS DE LUMIÈRE 
8-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VERS UN GRAND DESTIN !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MD G  UN CŒUR DE MISÉRICORDE 
2-  UNE CORDE LANCÉE VERS TOUS CEUX DANS LA FOSSE ET LA MISÈRE 
3-  LUEUR DANS LES TÉNÈBRES OUVRIERS DE LUMIÈRE 
4-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5-  MD G UNI EST CONSACRÉ 
6-  LA CORDE QUI TE TIRE DE LA FOSSE ET DE LA MISÈRE 
7-  LUEUR DANS LES TÉNÈBRES OUVRIERS DE LUMIÈRE 
8-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9-  CE TRAIN VA VERS L’ESPOIR CE TRAIN VA VERS LA VICTOIRE 
10-  CE TRAIN VA VERS LA GLOIRE MD G 
11-  UN TRAIN TOUJOURS À L’HEURE UN TRAIN SANS PANNE MOTEUR 
12-  PRENDS CE TRAIN VERS UN GRAND DESTIN ! </a:t>
            </a:r>
          </a:p>
          <a:p>
            <a:endParaRPr lang="fr-FR" altLang="fr-FR"/>
          </a:p>
          <a:p>
            <a:r>
              <a:rPr lang="fr-FR" altLang="fr-FR"/>
              <a:t>13-  VERS UN GRAND DESTIN !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222837-DABD-4DCB-AAE6-C9B0FCA70D9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1DF05A-49E4-4235-9F7C-7CAB6BE08D2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29F105-2CF0-4CCE-87AA-3E7665F02B2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1DEF37-B8F3-48D4-8F4F-F18E1F41F96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26D41B-D0D7-417B-BFB5-48DBE799F09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11EB2F-18C7-49E2-BD58-83B5F51872C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C3E5D3-CC2D-41A1-8CD2-317EEA1838F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B673E7-9D08-4325-9B8B-780C8963A4B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948B39-CBE6-4E41-89AA-72AE8725303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C688C8-A4B4-42EC-BAF9-163B2DAF116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0BCD88-8EB2-4DF3-A06A-B9C8DD7399C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24FB985-B9D7-4A97-A4EA-A143F89111C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MD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 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CŒUR DE MISÉRICORDE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CORDE LANCÉE VERS TOUS CEUX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FOSSE ET LA MISÈRE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LUEUR DANS LES TÉNÈBRES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OUVRIERS DE LUMIÈRE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CE TRAIN VERS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GRAND DESTIN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MD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UNI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CONSACRÉ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CORDE QUI TE TIRE DE LA FOSSE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LA MISÈRE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LUEUR DANS LES TÉNÈBRES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OUVRIERS DE LUMIÈRE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CE TRAIN VERS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GRAND DESTIN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TRAIN VA VERS L’ESPOIR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TRAIN VA VERS LA VICTOIRE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TRAIN VA VERS LA GLOIRE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MD G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TRAIN TOUJOURS À L’HEURE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TRAIN SANS PANNE MOTEUR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CE TRAIN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 UN GRAND DESTIN 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 UN GRAND DESTIN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285</Words>
  <Application>Microsoft Office PowerPoint</Application>
  <PresentationFormat>On-screen Show (4:3)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150</cp:revision>
  <dcterms:created xsi:type="dcterms:W3CDTF">2002-08-17T10:50:50Z</dcterms:created>
  <dcterms:modified xsi:type="dcterms:W3CDTF">2017-06-17T20:18:09Z</dcterms:modified>
</cp:coreProperties>
</file>