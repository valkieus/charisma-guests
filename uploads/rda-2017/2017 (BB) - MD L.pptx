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70" r:id="rId2"/>
    <p:sldId id="293" r:id="rId3"/>
    <p:sldId id="294" r:id="rId4"/>
    <p:sldId id="292" r:id="rId5"/>
    <p:sldId id="291" r:id="rId6"/>
    <p:sldId id="295" r:id="rId7"/>
    <p:sldId id="290" r:id="rId8"/>
    <p:sldId id="289" r:id="rId9"/>
    <p:sldId id="296" r:id="rId10"/>
    <p:sldId id="297" r:id="rId11"/>
    <p:sldId id="288" r:id="rId12"/>
    <p:sldId id="287" r:id="rId13"/>
    <p:sldId id="286" r:id="rId14"/>
    <p:sldId id="285" r:id="rId15"/>
    <p:sldId id="298" r:id="rId16"/>
    <p:sldId id="284" r:id="rId17"/>
    <p:sldId id="283" r:id="rId18"/>
    <p:sldId id="299" r:id="rId19"/>
    <p:sldId id="282" r:id="rId20"/>
    <p:sldId id="281" r:id="rId21"/>
    <p:sldId id="300" r:id="rId22"/>
    <p:sldId id="280" r:id="rId23"/>
    <p:sldId id="279" r:id="rId24"/>
    <p:sldId id="278" r:id="rId25"/>
    <p:sldId id="277" r:id="rId26"/>
    <p:sldId id="301" r:id="rId27"/>
    <p:sldId id="276" r:id="rId28"/>
    <p:sldId id="275" r:id="rId29"/>
    <p:sldId id="274" r:id="rId30"/>
    <p:sldId id="273" r:id="rId31"/>
    <p:sldId id="272" r:id="rId32"/>
    <p:sldId id="271" r:id="rId33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1" autoAdjust="0"/>
    <p:restoredTop sz="30322" autoAdjust="0"/>
  </p:normalViewPr>
  <p:slideViewPr>
    <p:cSldViewPr>
      <p:cViewPr varScale="1">
        <p:scale>
          <a:sx n="30" d="100"/>
          <a:sy n="30" d="100"/>
        </p:scale>
        <p:origin x="-232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800F9E2-520C-42A4-88B7-C6F3522DC24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294FD434-00D5-4849-9F4A-03FF4AAE0B37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smtClean="0"/>
          </a:p>
          <a:p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r>
              <a:rPr lang="fr-FR" smtClean="0"/>
              <a:t>	14-  LA LA LA LA LOUEZ L'ÉTERNEL  X2</a:t>
            </a:r>
          </a:p>
          <a:p>
            <a:endParaRPr lang="fr-FR" smtClean="0"/>
          </a:p>
          <a:p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smtClean="0"/>
          </a:p>
          <a:p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r>
              <a:rPr lang="fr-FR" smtClean="0"/>
              <a:t> 
	28-  LA LA LA LA LOUEZ L’ÉTERNEL X2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r>
              <a:rPr lang="fr-FR" smtClean="0"/>
              <a:t>31-  IL EST YAWEH ELOÏM, LOUEZ 
32-  ADONAÏ, LOUEZ EL SHADDAI, LOUEZ 
</a:t>
            </a:r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
	12-  TOUJOURS PRÊTS À LE LOUER  NOUS GARDONS LES MAINS LEVÉES 
	13-  PEU IMPORTE QUI TU ES TU PEUX LE LOUER </a:t>
            </a:r>
          </a:p>
          <a:p>
            <a:pPr>
              <a:defRPr/>
            </a:pPr>
            <a:r>
              <a:rPr lang="fr-FR" smtClean="0"/>
              <a:t>	14-  LA LA LA LA LOUEZ L'ÉTERNEL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26-  TOUJOURS PRÊTS À LE LOUERNOUS GARDONS LES MAINS LEVÉES 
	27-  PEU IMPORTE QUI TU ES TU PEUX LE LOUER</a:t>
            </a:r>
          </a:p>
          <a:p>
            <a:pPr>
              <a:defRPr/>
            </a:pPr>
            <a:r>
              <a:rPr lang="fr-FR" smtClean="0"/>
              <a:t> 
	28-  LA LA LA LA LOUEZ L’ÉTERNEL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29-  À LUI LA GLOIRE, À LUI L'HONNEUR JÉSUS-CHRIST EST NOTRE SEIGNEUR 
30-  QUE TON NOM SOIT GLORIFIÉ D'ÉTERNITÉ EN ÉTERNITÉ </a:t>
            </a:r>
          </a:p>
          <a:p>
            <a:pPr>
              <a:defRPr/>
            </a:pPr>
            <a:r>
              <a:rPr lang="fr-FR" smtClean="0"/>
              <a:t>31-  IL EST YAWEH ELOÏM, LOUEZ 
32-  ADONAÏ, LOUEZ EL SHADDAI, LOUEZ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</a:t>
            </a:r>
          </a:p>
          <a:p>
            <a:r>
              <a:rPr lang="fr-FR" altLang="fr-FR"/>
              <a:t>1-  OÙ SONT MES FRÈRES, MES SŒURS SERVITEURS ET ADORATEURS 
2-  LES FEMMES ET LES HOMMES AU GRAND CŒUR 
3-  QUI VIENNENT PLUS TÔT REPARTENT APRÈS L'HEURE 
4-  OÙ SONT LES MEMBRES DE LA FAMILLE QUI T'ACCUEILLENT ET TE CÉLÈBRENT 
5-  QUI TE CHANTENT LA BIENVENUE 
6-  AVEC UN GRAND SOURIRE SUR LES LÈVRES 
7-  OÙ SONT LES HÉROS, HÉROS LES GUERRIERS, LES INTERCESSEURS 
8-  QUI SE TIENNENT DANS LA BRÈCHE 
9-  ET QUI PRIENT POUR NOUS DURANT DES HEURES 
10-  OÙ SONT MES FRÈRES, MES BRAVES CEUX QUI PORTENT LE BRASSARD 
11-  ASSISTANCE ET SÉCURITÉ TOUJOURS SAPÉS EN COSTARD</a:t>
            </a:r>
          </a:p>
          <a:p>
            <a:endParaRPr lang="fr-FR" altLang="fr-FR"/>
          </a:p>
          <a:p>
            <a:r>
              <a:rPr lang="fr-FR" altLang="fr-FR"/>
              <a:t>	REFRAIN 
	12-  TOUJOURS PRÊTS À LE LOUER  NOUS GARDONS LES MAINS LEVÉES 
	13-  PEU IMPORTE QUI TU ES TU PEUX LE LOUER </a:t>
            </a:r>
          </a:p>
          <a:p>
            <a:r>
              <a:rPr lang="fr-FR" altLang="fr-FR"/>
              <a:t>	14-  LA LA LA LA LOUEZ L'ÉTERNEL  X2</a:t>
            </a:r>
          </a:p>
          <a:p>
            <a:endParaRPr lang="fr-FR" altLang="fr-FR"/>
          </a:p>
          <a:p>
            <a:r>
              <a:rPr lang="fr-FR" altLang="fr-FR"/>
              <a:t>COUPLET 2
15-  ON SE PRÉSENTE LE MD L ADORATEURS DE L'ÉTERNEL 
16-  INSTRUMENTS À VOTRE SERVICE 
17-  POUR LA LOUANGE ET LA GLOIRE DE CHRIST 
18-  NOUS SOMMES VOS FRÈRES VOS SŒURS 
19-  NOUS VOUS SERVONS AVEC HONNEUR UN CANAL DE LA PRÉSENCE DE DIEU 
20-  VENU VOUS TRANSMETTRE SES VALEURS 
21-  NOUS SOMMES LE CORPS L'ÉGLISE 
22-  LOUER DIEU EST NOTRE DEVISE RIEN NE POURRA NOUS ARRÊTER 
23-  CAR C'EST L'ÉTERNITÉ QU'ON VISE À LUI LA GLOIRE, À LUI L'HONNEUR 
24-  JÉSUS-CHRIST EST NOTRE SEIGNEUR QUE TON NOM SOIT GLORIFIÉ 
25-  D'ÉTERNITÉ EN ÉTERNITÉ </a:t>
            </a:r>
          </a:p>
          <a:p>
            <a:endParaRPr lang="fr-FR" altLang="fr-FR"/>
          </a:p>
          <a:p>
            <a:r>
              <a:rPr lang="fr-FR" altLang="fr-FR"/>
              <a:t>	REFRAIN
	26-  TOUJOURS PRÊTS À LE LOUERNOUS GARDONS LES MAINS LEVÉES 
	27-  PEU IMPORTE QUI TU ES TU PEUX LE LOUER</a:t>
            </a:r>
          </a:p>
          <a:p>
            <a:r>
              <a:rPr lang="fr-FR" altLang="fr-FR"/>
              <a:t> 
	28-  LA LA LA LA LOUEZ L’ÉTERNEL X2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29-  À LUI LA GLOIRE, À LUI L'HONNEUR JÉSUS-CHRIST EST NOTRE SEIGNEUR 
30-  QUE TON NOM SOIT GLORIFIÉ D'ÉTERNITÉ EN ÉTERNITÉ </a:t>
            </a:r>
          </a:p>
          <a:p>
            <a:r>
              <a:rPr lang="fr-FR" altLang="fr-FR"/>
              <a:t>31-  IL EST YAWEH ELOÏM, LOUEZ 
32-  ADONAÏ, LOUEZ EL SHADDAI, LOUEZ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53E3BF-D8BC-4E8C-A521-F69A47F469F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562925-571F-4A3E-B635-BD5F5C8B070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A2B90-88ED-443D-8C21-7341FF0AEC8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CDD34-F37E-4DB3-B210-14D8C965FDD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1C4574-2090-4C68-B2E4-40987B71B89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4270CE-5D31-4BD9-9ED5-5E12F3F265D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683C1-016F-4DC4-8F23-D36EFF2DF17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5D86E0-A24A-4E6C-99F6-1667EC0E45B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C7661-5CE5-4496-90BD-62F9017B556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AC410C-81E6-489E-AF96-97059E50535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B6045D-14CD-4220-BCC1-1CA5791F1FF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C39F74F4-777B-4A0D-A5E3-9A6E75B9FA5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SONT MES FRÈRES, MES SŒURS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SERVITEURS ET ADORATEURS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FEMMES ET LES HOMMES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GRAND CŒUR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VIENNENT PLUS TÔT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REPARTENT APRÈS L'HEURE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SONT LES MEMBRES DE LA FAMILLE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T'ACCUEILLENT ET TE CÉLÈBRENT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TE CHANTENT LA BIENVENUE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UN GRAND SOURIRE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LES LÈVRES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SONT LES HÉROS, HÉROS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GUERRIERS, LES INTERCESSEURS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SE TIENNENT DANS LA BRÈCHE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QUI PRIENT POUR NOUS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DURANT DES HEURES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SONT MES FRÈRES, MES BRAVES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CEUX QUI PORTENT LE BRASSARD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ASSISTANCE ET SÉCURITÉ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TOUJOURS SAPÉS EN COSTARD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TOUJOURS PRÊTS À LE LOUER 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GARDONS LES MAINS LEVÉES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 IMPORTE QUI TU ES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PEUX LE LOUER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LA LA LA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L'ÉTERNEL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SE PRÉSENTE LE MD L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ADORATEURS DE L'ÉTERNEL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INSTRUMENTS À VOTRE SERVICE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LA LOUANGE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LA GLOIRE DE CHRIST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VOS FRÈRES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VOS SŒURS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VOUS SERVONS AVEC HONNEUR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CANAL DE LA PRÉSENCE DE DIEU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VENU VOUS TRANSMETTRE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SES VALEURS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LE CORPS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L'ÉGLISE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LOUER DIEU EST NOTRE DEVISE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NE POURRA NOUS ARRÊTER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C'EST L'ÉTERNITÉ QU'ON VISE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LUI LA GLOIRE, À LUI L'HONNEUR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JÉSUS-CHRIST EST NOTRE SEIGNEUR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TON NOM SOIT GLORIFIÉ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D'ÉTERNITÉ EN ÉTERNITÉ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TOUJOURS PRÊTS À LE LOUERNOUS GARDONS LES MAINS LEVÉES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 IMPORTE QUI TU ES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PEUX LE LOUER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LA LA LA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L’ÉTERNEL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LUI LA GLOIRE, À LUI L'HONNEUR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JÉSUS-CHRIST EST NOTRE SEIGNEUR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TON NOM SOIT GLORIFIÉ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D'ÉTERNITÉ EN ÉTERNITÉ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YAWEH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ELOÏM, LOUEZ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s-ES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ADONAÏ, LOUEZ</a:t>
            </a:r>
          </a:p>
          <a:p>
            <a:pPr algn="ctr" eaLnBrk="1" hangingPunct="1">
              <a:defRPr/>
            </a:pPr>
            <a:r>
              <a:rPr lang="es-ES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 SHADDAI, LOUEZ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1497</TotalTime>
  <Words>1091</Words>
  <Application>Microsoft Office PowerPoint</Application>
  <PresentationFormat>On-screen Show (4:3)</PresentationFormat>
  <Paragraphs>955</Paragraphs>
  <Slides>32</Slides>
  <Notes>32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6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150</cp:revision>
  <dcterms:created xsi:type="dcterms:W3CDTF">2002-08-17T10:50:50Z</dcterms:created>
  <dcterms:modified xsi:type="dcterms:W3CDTF">2017-06-25T09:32:10Z</dcterms:modified>
</cp:coreProperties>
</file>