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0" r:id="rId2"/>
    <p:sldId id="288" r:id="rId3"/>
    <p:sldId id="289" r:id="rId4"/>
    <p:sldId id="287" r:id="rId5"/>
    <p:sldId id="286" r:id="rId6"/>
    <p:sldId id="285" r:id="rId7"/>
    <p:sldId id="290" r:id="rId8"/>
    <p:sldId id="284" r:id="rId9"/>
    <p:sldId id="291" r:id="rId10"/>
    <p:sldId id="283" r:id="rId11"/>
    <p:sldId id="292" r:id="rId12"/>
    <p:sldId id="293" r:id="rId13"/>
    <p:sldId id="282" r:id="rId14"/>
    <p:sldId id="294" r:id="rId15"/>
    <p:sldId id="281" r:id="rId16"/>
    <p:sldId id="280" r:id="rId17"/>
    <p:sldId id="295" r:id="rId18"/>
    <p:sldId id="279" r:id="rId19"/>
    <p:sldId id="296" r:id="rId20"/>
    <p:sldId id="278" r:id="rId21"/>
    <p:sldId id="277" r:id="rId22"/>
    <p:sldId id="276" r:id="rId23"/>
    <p:sldId id="275" r:id="rId24"/>
    <p:sldId id="297" r:id="rId25"/>
    <p:sldId id="274" r:id="rId26"/>
    <p:sldId id="298" r:id="rId27"/>
    <p:sldId id="273" r:id="rId28"/>
    <p:sldId id="299" r:id="rId29"/>
    <p:sldId id="272" r:id="rId30"/>
    <p:sldId id="271" r:id="rId31"/>
    <p:sldId id="300" r:id="rId3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9597" autoAdjust="0"/>
  </p:normalViewPr>
  <p:slideViewPr>
    <p:cSldViewPr>
      <p:cViewPr varScale="1">
        <p:scale>
          <a:sx n="40" d="100"/>
          <a:sy n="40" d="100"/>
        </p:scale>
        <p:origin x="-211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44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81B64EC-A51D-4EDD-93D5-CCC91D463D1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A59C135-AF77-4BF4-B8C8-4644C846EE24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CONQUÉRANTE JE SUIS UNE CONQUÉRANTE   X2</a:t>
            </a:r>
          </a:p>
          <a:p>
            <a:endParaRPr lang="fr-FR" smtClean="0"/>
          </a:p>
          <a:p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smtClean="0"/>
          </a:p>
          <a:p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smtClean="0"/>
          </a:p>
          <a:p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smtClean="0"/>
          </a:p>
          <a:p>
            <a:r>
              <a:rPr lang="fr-FR" smtClean="0"/>
              <a:t>REFRAIN
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JE SUIS UNE CONQUÉRANTE JE SUIS UNE CONQUÉRANTE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SUIS UNE CONQUÉRANTE JE SUIS UNE CONQUÉRANTE   X2</a:t>
            </a:r>
          </a:p>
          <a:p>
            <a:endParaRPr lang="fr-FR" altLang="fr-FR"/>
          </a:p>
          <a:p>
            <a:r>
              <a:rPr lang="fr-FR" altLang="fr-FR"/>
              <a:t>	REFRAIN
	2-  JE SUIS UNE CONQUÉRANTE 
	3-  ET J'AI LE POUVOIR  DE PASSER PAR LE FEU 
	4-  TOUT CE QUI VIENT CONTRE MOI J'Y FAIS FACE, JE PEUX LE BRISER 
	5-  CAR IL M'A DONNÉLA CLÉ DE LA VICTOIRE 
	6-  PARCE QU'IL M'AIME, JE SUIS UNE CONQUÉRANTE 
	7-  PARCE QU'IL M'AIME J'AI EN MOI SA PUISSANCE 
	8-  OUI J'AI LA CLÉ POUR ME LEVER 
	9-  MAINTENANT JE SUIS UNE CONQUÉRANTE </a:t>
            </a:r>
          </a:p>
          <a:p>
            <a:endParaRPr lang="fr-FR" altLang="fr-FR"/>
          </a:p>
          <a:p>
            <a:r>
              <a:rPr lang="fr-FR" altLang="fr-FR"/>
              <a:t>COUPLET 1
10-  TOUTES LES BATAILLES QUE TU ME DONNES 
11-  JE PEUX LES GAGNER 
12-  IL Y A QUELQU'UN DE SUPÉRIEUR AU MILIEU DU COMBAT 
13-  REGARDE ET TU VERRAS TU ES EN HAUT 
14-  IL TE TRANSFORME À SON IMAGE UNE CONQUÉRANTE 
15-  J'AI LA PUISSANCE, DIEU EST AVEC MOI OUI IL EST ! 
16-  RIEN NE PEUT ME FREINER NE PEUT ME FAIRE TAIRE 
17-  JE RESTE FERME DANS SES BRAS FORTS 
18-  JE SUIS UNE CONQUÉRANTE </a:t>
            </a:r>
          </a:p>
          <a:p>
            <a:endParaRPr lang="fr-FR" altLang="fr-FR"/>
          </a:p>
          <a:p>
            <a:r>
              <a:rPr lang="fr-FR" altLang="fr-FR"/>
              <a:t>	REFRAIN</a:t>
            </a:r>
          </a:p>
          <a:p>
            <a:endParaRPr lang="fr-FR" altLang="fr-FR"/>
          </a:p>
          <a:p>
            <a:r>
              <a:rPr lang="fr-FR" altLang="fr-FR"/>
              <a:t>Pont: 
19-  QUAND JE PASSE PAR LA VALLÉE SI JE TRAVERSE LA VALLÉE 
20-  JE NE CRAINS AUCUN MAL JE SUIS UNE CONQUÉRANTE 
21-  DIX MILLE TOMBENT À MON CÔTÉMAIS JE RESTE DEBOUT 
22-  IL Y A UNE CONQUÉRANTE À L'INTÉRIEUR DE MOI 
23-  JE SUIS UNE CONQUÉRANTE </a:t>
            </a:r>
          </a:p>
          <a:p>
            <a:endParaRPr lang="fr-FR" altLang="fr-FR"/>
          </a:p>
          <a:p>
            <a:r>
              <a:rPr lang="fr-FR" altLang="fr-FR"/>
              <a:t>Couplet2 
24-  JE CROIS QUE C'EST LE MOMENT POUR TOI DE VOIR QUE NOUS SOMMES  
25-  PLUS QUE CONQUÉRANTES DANS L'ARMÉE DE DIEU 
26-  ALORS HOP, LÈVE-TOI ! POURQUOI PENSES-TU QUE TU ES LÀ ? 
27-  POUR PEUPLER DOMINER ET DÉMONTRER 
28-  LES PLUS GRANDES DE NOS ŒUVRES IL S'ADRESSE À VOUS 
29-  VOUS ÊTES TOUTES CONQUÉRANTES 
30-  À CAUSE DE SON SANG NOUS SOMMES DES CONQUÉRANTES 
31-  JE RESTE FERME DANS SES BRAS PUISSANTS </a:t>
            </a:r>
          </a:p>
          <a:p>
            <a:endParaRPr lang="fr-FR" altLang="fr-FR"/>
          </a:p>
          <a:p>
            <a:r>
              <a:rPr lang="fr-FR" altLang="fr-FR"/>
              <a:t>REFRAIN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7BD9A-88AC-4ACF-917D-C7D5A4C8994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34210-47BE-4D5A-9DAF-548AEF433A9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885EA-8505-418B-B6E3-467EEC9AC70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063900-F121-4B7F-86B3-956F0154EFE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0CFF2-9190-4491-B831-DBC2A7B981B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001E5-B1E8-45BA-8F63-15070447B52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2E8281-4814-44B8-8066-BE3B6CAE6A4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32050-766C-49D7-8F5B-6F336D901AB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B0927-3F9C-4682-BFB8-87DF5163943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A280D-6336-4E95-8EA1-F3440BD5D67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F80BD-A550-4C79-9207-C871C3B444A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6ABDD55-5AD1-4B13-9085-D8D111ED730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J'AI LE POUVOIR 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PASSER PAR LE FEU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QUI VIENT CONTRE MOI</a:t>
            </a:r>
          </a:p>
          <a:p>
            <a:pPr algn="ctr" eaLnBrk="1" hangingPunct="1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J'Y FAIS FACE, JE PEUX LE BRISER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M'A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DONNÉ 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CLÉ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VICTOIRE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QU'IL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M'AIME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QU'IL M'AIME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EN MOI SA 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J'AI LA CLÉ POUR ME LEVER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BATAILLES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ME DONNES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LES GAGNER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QUELQU'UN DE SUPÉRIEUR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MILIEU DU COMBAT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REGARDE ET TU VERRAS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EN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TE TRANSFORME À SON IMAGE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PUISSANCE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AVEC MOI OUI IL EST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NE PEUT ME FREINER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ME FAIRE TAIRE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RESTE FERME DANS SES BRAS FORTS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TRAVERSE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VALLÉE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 PASSE PAR 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VALLÉE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CRAINS AUCUN MAL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DIX MILLE TOMBENT À MON CÔTÉMAIS JE RESTE DEBOUT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UNE CONQUÉRANTE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L'INTÉRIEUR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UNE CONQUÉRANTE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CROIS QUE C'EST LE MOMENT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TOI DE VOIR QUE NOUS SOMMES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QUE CONQUÉRANTES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L'ARMÉE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HOP, LÈVE-TOI !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POURQUOI PENSES-TU QUE TU ES LÀ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PEUPLER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DOMINER ET DÉMONTRER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PLUS GRANDES DE NOS ŒUVRES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S'ADRESSE À VOUS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ÊTES TOUTES CONQUÉRANTES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CAUSE DE SON SANG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DES CONQUÉRANTES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762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RESTE FERME DANS</a:t>
            </a:r>
          </a:p>
          <a:p>
            <a:pPr algn="ctr" eaLnBrk="1" hangingPunct="1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BRAS PUISSANTS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860</Words>
  <Application>Microsoft Office PowerPoint</Application>
  <PresentationFormat>On-screen Show (4:3)</PresentationFormat>
  <Paragraphs>860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149</cp:revision>
  <dcterms:created xsi:type="dcterms:W3CDTF">2002-08-17T10:50:50Z</dcterms:created>
  <dcterms:modified xsi:type="dcterms:W3CDTF">2017-06-18T08:32:45Z</dcterms:modified>
</cp:coreProperties>
</file>