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70" r:id="rId2"/>
    <p:sldId id="271" r:id="rId3"/>
    <p:sldId id="272" r:id="rId4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0033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93" autoAdjust="0"/>
    <p:restoredTop sz="90929"/>
  </p:normalViewPr>
  <p:slideViewPr>
    <p:cSldViewPr>
      <p:cViewPr varScale="1">
        <p:scale>
          <a:sx n="72" d="100"/>
          <a:sy n="72" d="100"/>
        </p:scale>
        <p:origin x="103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052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01E7F8B4-17C8-4AC7-99CA-DAC006A232EF}" type="slidenum">
              <a:rPr lang="fr-FR" altLang="fr-FR"/>
              <a:pPr/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8E37F64-C8E9-49C7-83FE-99A4D6A1F3A3}" type="slidenum">
              <a:rPr lang="fr-FR" altLang="fr-FR"/>
              <a:pPr/>
              <a:t>1</a:t>
            </a:fld>
            <a:endParaRPr lang="fr-FR" altLang="fr-FR"/>
          </a:p>
        </p:txBody>
      </p:sp>
      <p:sp>
        <p:nvSpPr>
          <p:cNvPr id="409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E158F61-CCAC-4805-B2CC-094A76D8A46B}" type="slidenum">
              <a:rPr lang="fr-FR" altLang="fr-FR"/>
              <a:pPr/>
              <a:t>2</a:t>
            </a:fld>
            <a:endParaRPr lang="fr-FR" altLang="fr-FR"/>
          </a:p>
        </p:txBody>
      </p:sp>
      <p:sp>
        <p:nvSpPr>
          <p:cNvPr id="61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72F334B-8AEF-401B-8D9B-6F44B7D52770}" type="slidenum">
              <a:rPr lang="fr-FR" altLang="fr-FR"/>
              <a:pPr/>
              <a:t>3</a:t>
            </a:fld>
            <a:endParaRPr lang="fr-FR" altLang="fr-FR"/>
          </a:p>
        </p:txBody>
      </p:sp>
      <p:sp>
        <p:nvSpPr>
          <p:cNvPr id="81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DF1C6D-F98F-4ECF-9285-9CA60F0DE251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A2456A-FB18-4A79-BD24-17E3D8BEFC17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14231F-6695-4DD4-B8D6-CAB108AE4161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36D05C-A561-4925-8EB9-EF781B4DF507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1001C3-5137-4392-B7A4-72631F42D5B0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1B3868-F515-4A88-8043-5FB5DFD70302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B20608-57E1-43FE-84F6-C8662EEDF6F6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8FD01C-0C80-465F-B046-E3257F759C51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24B946-F3E8-4959-BE58-A5B6AFBAA95D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A87549-6D38-4141-83D3-3882D663B4B6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C4D35E-DB24-4AAD-AFDD-C08AC61FCB95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F30A760F-F970-4F20-9CAC-095488631171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MD G UN CŒUR DE MISÉRICORDE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UNE CORDE LANCÉE VERS TOUS CEUX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DANS LA FOSSE ET LA MISÈRE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LUEUR DANS LES TÉNÈBRES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OUVRIERS DE LUMIÈRE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PRENDS CE TRAIN VERS UN GRAND DESTIN !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MD G UNI ET CONSACRÉ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LA CORDE QUI TE TIRE DE LA FOSSE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ET DE LA MISÈRE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LUEUR DANS LES TÉNÈBRES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OUVRIERS DE LUMIÈRE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PRENDS CE TRAIN VERS UN GRAND DESTIN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MD G UN CŒUR DE MISÉRICORDE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UNE CORDE LANCÉE VERS TOUS CEUX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DANS LA FOSSE ET LA MISÈRE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LUEUR DANS LES TÉNÈBRES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OUVRIERS DE LUMIÈRE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PRENDS CE TRAIN VERS UN GRAND DESTIN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PRENDS CE TRAIN VERS UN GRAND DESTIN!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CE TRAIN VA VERS L’ESPOIR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CE TRAIN VA VERS LA VICTOIRE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CE TRAIN VA VERS LA GLOIRE</a:t>
            </a:r>
          </a:p>
          <a:p>
            <a:pPr algn="ctr" eaLnBrk="1" hangingPunct="1">
              <a:lnSpc>
                <a:spcPct val="110000"/>
              </a:lnSpc>
            </a:pPr>
            <a:endParaRPr lang="fr-FR" alt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MDG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UN TRAIN TOUJOURS À L’HEURE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UN TRAIN SANS PANNE MOTEUR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PRENDS CE TRAIN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VERS UN GRAND DESTIN !     X2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821</TotalTime>
  <Words>146</Words>
  <Application>Microsoft PowerPoint</Application>
  <PresentationFormat>On-screen Show (4:3)</PresentationFormat>
  <Paragraphs>31</Paragraphs>
  <Slides>3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Franklin Gothic Medium</vt:lpstr>
      <vt:lpstr>Arial</vt:lpstr>
      <vt:lpstr>Arial Black</vt:lpstr>
      <vt:lpstr>Default Design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Christel TSAGUE</cp:lastModifiedBy>
  <cp:revision>72</cp:revision>
  <dcterms:created xsi:type="dcterms:W3CDTF">2002-08-17T10:50:50Z</dcterms:created>
  <dcterms:modified xsi:type="dcterms:W3CDTF">2017-06-16T16:09:29Z</dcterms:modified>
</cp:coreProperties>
</file>