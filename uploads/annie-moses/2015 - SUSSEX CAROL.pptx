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8" r:id="rId2"/>
    <p:sldId id="313" r:id="rId3"/>
    <p:sldId id="310" r:id="rId4"/>
    <p:sldId id="309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51066" autoAdjust="0"/>
  </p:normalViewPr>
  <p:slideViewPr>
    <p:cSldViewPr>
      <p:cViewPr varScale="1">
        <p:scale>
          <a:sx n="34" d="100"/>
          <a:sy n="34" d="100"/>
        </p:scale>
        <p:origin x="-146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220735F-FA2B-4CE6-98B5-2CE64015404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3F71FE-1876-4DE6-A227-BAD2C555947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LA NUIT DE NOËL TOUS LES CHRÉTIENS CHANTENT </a:t>
            </a:r>
          </a:p>
          <a:p>
            <a:pPr>
              <a:defRPr/>
            </a:pPr>
            <a:r>
              <a:rPr lang="fr-FR" dirty="0" smtClean="0"/>
              <a:t>On Christmas night all </a:t>
            </a:r>
            <a:r>
              <a:rPr lang="fr-FR" dirty="0" err="1" smtClean="0"/>
              <a:t>Christians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
2-  ÉCOUTENT LES NOUVELLES QU'APPORTENT LES ANGES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news 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bring</a:t>
            </a:r>
            <a:r>
              <a:rPr lang="fr-FR" dirty="0" smtClean="0"/>
              <a:t>	x2
3-  DES NOUVELLES DE GRANDE JOIE ET DE FÉLICITÉ  </a:t>
            </a:r>
          </a:p>
          <a:p>
            <a:pPr>
              <a:defRPr/>
            </a:pPr>
            <a:r>
              <a:rPr lang="fr-FR" dirty="0" smtClean="0"/>
              <a:t>New </a:t>
            </a:r>
            <a:r>
              <a:rPr lang="fr-FR" dirty="0" err="1" smtClean="0"/>
              <a:t>ofNews</a:t>
            </a:r>
            <a:r>
              <a:rPr lang="fr-FR" dirty="0" smtClean="0"/>
              <a:t> of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joy</a:t>
            </a:r>
            <a:r>
              <a:rPr lang="fr-FR" dirty="0" smtClean="0"/>
              <a:t> News of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mirth</a:t>
            </a:r>
            <a:r>
              <a:rPr lang="fr-FR" dirty="0" smtClean="0"/>
              <a:t>
4-  NOTRE MISÉRICORDIEUX ROI EST NÉ OUR MERCY</a:t>
            </a:r>
          </a:p>
          <a:p>
            <a:pPr>
              <a:defRPr/>
            </a:pPr>
            <a:r>
              <a:rPr lang="fr-FR" dirty="0" smtClean="0"/>
              <a:t>News of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  <a:r>
              <a:rPr lang="fr-FR" dirty="0" err="1" smtClean="0"/>
              <a:t>King’s</a:t>
            </a:r>
            <a:r>
              <a:rPr lang="fr-FR" dirty="0" smtClean="0"/>
              <a:t> </a:t>
            </a:r>
            <a:r>
              <a:rPr lang="fr-FR" dirty="0" err="1" smtClean="0"/>
              <a:t>birth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LA NUIT DE NOËL TOUS LES CHRÉTIENS CHANTENT </a:t>
            </a:r>
          </a:p>
          <a:p>
            <a:pPr>
              <a:defRPr/>
            </a:pPr>
            <a:r>
              <a:rPr lang="fr-FR" smtClean="0"/>
              <a:t>On Christmas night all Christians sing
2-  ÉCOUTENT LES NOUVELLES QU'APPORTENT LES ANGES </a:t>
            </a:r>
          </a:p>
          <a:p>
            <a:pPr>
              <a:defRPr/>
            </a:pPr>
            <a:r>
              <a:rPr lang="fr-FR" smtClean="0"/>
              <a:t>To hear the news the angels bring	x2
3-  DES NOUVELLES DE GRANDE JOIE ET DE FÉLICITÉ  </a:t>
            </a:r>
          </a:p>
          <a:p>
            <a:pPr>
              <a:defRPr/>
            </a:pPr>
            <a:r>
              <a:rPr lang="fr-FR" smtClean="0"/>
              <a:t>New ofNews of great joy News of great mirth
4-  NOTRE MISÉRICORDIEUX ROI EST NÉ OUR MERCY</a:t>
            </a:r>
          </a:p>
          <a:p>
            <a:pPr>
              <a:defRPr/>
            </a:pPr>
            <a:r>
              <a:rPr lang="fr-FR" smtClean="0"/>
              <a:t>News of our merciful King’s birth
</a:t>
            </a:r>
            <a:endParaRPr lang="fr-FR" dirty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LA NUIT DE NOËL TOUS LES CHRÉTIENS CHANTENT </a:t>
            </a:r>
          </a:p>
          <a:p>
            <a:pPr>
              <a:defRPr/>
            </a:pPr>
            <a:r>
              <a:rPr lang="fr-FR" smtClean="0"/>
              <a:t>On Christmas night all Christians sing
2-  ÉCOUTENT LES NOUVELLES QU'APPORTENT LES ANGES </a:t>
            </a:r>
          </a:p>
          <a:p>
            <a:pPr>
              <a:defRPr/>
            </a:pPr>
            <a:r>
              <a:rPr lang="fr-FR" smtClean="0"/>
              <a:t>To hear the news the angels bring	x2
3-  DES NOUVELLES DE GRANDE JOIE ET DE FÉLICITÉ  </a:t>
            </a:r>
          </a:p>
          <a:p>
            <a:pPr>
              <a:defRPr/>
            </a:pPr>
            <a:r>
              <a:rPr lang="fr-FR" smtClean="0"/>
              <a:t>New ofNews of great joy News of great mirth
4-  NOTRE MISÉRICORDIEUX ROI EST NÉ OUR MERCY</a:t>
            </a:r>
          </a:p>
          <a:p>
            <a:pPr>
              <a:defRPr/>
            </a:pPr>
            <a:r>
              <a:rPr lang="fr-FR" smtClean="0"/>
              <a:t>News of our merciful King’s birth
</a:t>
            </a:r>
            <a:endParaRPr lang="fr-FR" dirty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LA NUIT DE NOËL TOUS LES CHRÉTIENS CHANTENT </a:t>
            </a:r>
          </a:p>
          <a:p>
            <a:pPr>
              <a:defRPr/>
            </a:pPr>
            <a:r>
              <a:rPr lang="fr-FR" smtClean="0"/>
              <a:t>On Christmas night all Christians sing
2-  ÉCOUTENT LES NOUVELLES QU'APPORTENT LES ANGES </a:t>
            </a:r>
          </a:p>
          <a:p>
            <a:pPr>
              <a:defRPr/>
            </a:pPr>
            <a:r>
              <a:rPr lang="fr-FR" smtClean="0"/>
              <a:t>To hear the news the angels bring	x2
3-  DES NOUVELLES DE GRANDE JOIE ET DE FÉLICITÉ  </a:t>
            </a:r>
          </a:p>
          <a:p>
            <a:pPr>
              <a:defRPr/>
            </a:pPr>
            <a:r>
              <a:rPr lang="fr-FR" smtClean="0"/>
              <a:t>New ofNews of great joy News of great mirth
4-  NOTRE MISÉRICORDIEUX ROI EST NÉ OUR MERCY</a:t>
            </a:r>
          </a:p>
          <a:p>
            <a:pPr>
              <a:defRPr/>
            </a:pPr>
            <a:r>
              <a:rPr lang="fr-FR" smtClean="0"/>
              <a:t>News of our merciful King’s birth
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FBF3C-11C4-4DAE-BFB2-B45A57C1E9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C5AFF-3351-494E-8762-4026E9072B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64BD3-0927-47E5-A320-08F0A65AF5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21531-9974-43E4-AB64-AA07A9DBB5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F95BCC-D836-471E-96E9-4D041BCB59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4E142-44C4-4CB7-8407-37C916C053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62584-170B-4CED-AE60-C2ED1E984B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A41EC-97BC-4E22-9B46-01BD1488F0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F580A6-0D3E-47C6-864E-D9D7F914C4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0D7C6-8C85-4153-A7E8-9EE0D8D9E4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4967A-0595-4299-AE81-4E2C103EB4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5304DA8-957B-4E61-AF9F-47E03EE9AD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NUIT DE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CHRÉTIENS CHANTENT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ÉCOUTENT LES NOUVELLES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QU'APPORTENT LES ANGES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NOUVELLES DE GRANDE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FÉLICITÉ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MISÉRICORDIEUX ROI EST NÉ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137</Words>
  <Application>Microsoft Office PowerPoint</Application>
  <PresentationFormat>On-screen Show (4:3)</PresentationFormat>
  <Paragraphs>44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LA NUIT DE NOËL TOUS LES CHRÉTIENS CHANTENT</vt:lpstr>
      <vt:lpstr>ÉCOUTENT LES NOUVELLES QU'APPORTENT LES ANGES</vt:lpstr>
      <vt:lpstr>DES NOUVELLES DE GRANDE JOIE ET DE FÉLICITÉ </vt:lpstr>
      <vt:lpstr>NOTRE MISÉRICORDIEUX ROI EST NÉ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137</cp:revision>
  <dcterms:created xsi:type="dcterms:W3CDTF">2002-08-17T10:50:50Z</dcterms:created>
  <dcterms:modified xsi:type="dcterms:W3CDTF">2015-12-27T00:40:09Z</dcterms:modified>
</cp:coreProperties>
</file>