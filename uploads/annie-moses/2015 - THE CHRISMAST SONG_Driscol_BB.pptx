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1656" autoAdjust="0"/>
  </p:normalViewPr>
  <p:slideViewPr>
    <p:cSldViewPr>
      <p:cViewPr varScale="1">
        <p:scale>
          <a:sx n="27" d="100"/>
          <a:sy n="27" d="100"/>
        </p:scale>
        <p:origin x="-160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4449CC6-FC6E-4E2C-9C09-6F4CEE4B1BA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06D0F8E-BA48-46F0-9369-01410BA4720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Chestnuts</a:t>
            </a:r>
            <a:r>
              <a:rPr lang="fr-FR" dirty="0" smtClean="0"/>
              <a:t> </a:t>
            </a:r>
            <a:r>
              <a:rPr lang="fr-FR" dirty="0" err="1" smtClean="0"/>
              <a:t>roasting</a:t>
            </a:r>
            <a:r>
              <a:rPr lang="fr-FR" dirty="0" smtClean="0"/>
              <a:t> on an open </a:t>
            </a:r>
            <a:r>
              <a:rPr lang="fr-FR" dirty="0" err="1" smtClean="0"/>
              <a:t>fire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Jack Frost </a:t>
            </a:r>
            <a:r>
              <a:rPr lang="fr-FR" dirty="0" err="1" smtClean="0"/>
              <a:t>nipping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nose</a:t>
            </a:r>
            <a:r>
              <a:rPr lang="fr-FR" dirty="0" smtClean="0"/>
              <a:t>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Yuletide</a:t>
            </a:r>
            <a:r>
              <a:rPr lang="fr-FR" dirty="0" smtClean="0"/>
              <a:t> carols </a:t>
            </a:r>
            <a:r>
              <a:rPr lang="fr-FR" dirty="0" err="1" smtClean="0"/>
              <a:t>being</a:t>
            </a:r>
            <a:r>
              <a:rPr lang="fr-FR" dirty="0" smtClean="0"/>
              <a:t> </a:t>
            </a:r>
            <a:r>
              <a:rPr lang="fr-FR" dirty="0" err="1" smtClean="0"/>
              <a:t>sung</a:t>
            </a:r>
            <a:r>
              <a:rPr lang="fr-FR" dirty="0" smtClean="0"/>
              <a:t>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folks </a:t>
            </a:r>
            <a:r>
              <a:rPr lang="fr-FR" dirty="0" err="1" smtClean="0"/>
              <a:t>dressed</a:t>
            </a:r>
            <a:r>
              <a:rPr lang="fr-FR" dirty="0" smtClean="0"/>
              <a:t> up </a:t>
            </a:r>
            <a:r>
              <a:rPr lang="fr-FR" dirty="0" err="1" smtClean="0"/>
              <a:t>like</a:t>
            </a:r>
            <a:r>
              <a:rPr lang="fr-FR" dirty="0" smtClean="0"/>
              <a:t> Eskimos </a:t>
            </a:r>
            <a:r>
              <a:rPr lang="fr-FR" dirty="0" err="1" smtClean="0"/>
              <a:t>Everybody</a:t>
            </a:r>
            <a:r>
              <a:rPr lang="fr-FR" dirty="0" smtClean="0"/>
              <a:t> </a:t>
            </a:r>
            <a:r>
              <a:rPr lang="fr-FR" dirty="0" err="1" smtClean="0"/>
              <a:t>knows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 </a:t>
            </a:r>
            <a:r>
              <a:rPr lang="fr-FR" dirty="0" err="1" smtClean="0"/>
              <a:t>turkey</a:t>
            </a:r>
            <a:r>
              <a:rPr lang="fr-FR" dirty="0" smtClean="0"/>
              <a:t> and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Mistletoe</a:t>
            </a:r>
            <a:r>
              <a:rPr lang="fr-FR" dirty="0" smtClean="0"/>
              <a:t>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help to </a:t>
            </a:r>
            <a:r>
              <a:rPr lang="fr-FR" dirty="0" err="1" smtClean="0"/>
              <a:t>make</a:t>
            </a:r>
            <a:r>
              <a:rPr lang="fr-FR" dirty="0" smtClean="0"/>
              <a:t> the </a:t>
            </a:r>
            <a:r>
              <a:rPr lang="fr-FR" dirty="0" err="1" smtClean="0"/>
              <a:t>season</a:t>
            </a:r>
            <a:r>
              <a:rPr lang="fr-FR" dirty="0" smtClean="0"/>
              <a:t> </a:t>
            </a:r>
            <a:r>
              <a:rPr lang="fr-FR" dirty="0" err="1" smtClean="0"/>
              <a:t>bright</a:t>
            </a:r>
            <a:r>
              <a:rPr lang="fr-FR" dirty="0" smtClean="0"/>
              <a:t>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Tiny</a:t>
            </a:r>
            <a:r>
              <a:rPr lang="fr-FR" dirty="0" smtClean="0"/>
              <a:t> </a:t>
            </a:r>
            <a:r>
              <a:rPr lang="fr-FR" dirty="0" err="1" smtClean="0"/>
              <a:t>tots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their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 all </a:t>
            </a:r>
            <a:r>
              <a:rPr lang="fr-FR" dirty="0" err="1" smtClean="0"/>
              <a:t>aglow</a:t>
            </a:r>
            <a:r>
              <a:rPr lang="fr-FR" dirty="0" smtClean="0"/>
              <a:t>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Will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hard to </a:t>
            </a:r>
            <a:r>
              <a:rPr lang="fr-FR" dirty="0" err="1" smtClean="0"/>
              <a:t>sleep</a:t>
            </a:r>
            <a:r>
              <a:rPr lang="fr-FR" dirty="0" smtClean="0"/>
              <a:t> </a:t>
            </a:r>
            <a:r>
              <a:rPr lang="fr-FR" dirty="0" err="1" smtClean="0"/>
              <a:t>tonight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CAR VOUS SAVEZ QU’ILS DISENT  QUE LE PÈRE NOËL EST EN CHEMIN 
</a:t>
            </a:r>
            <a:r>
              <a:rPr lang="fr-FR" dirty="0" err="1" smtClean="0"/>
              <a:t>They</a:t>
            </a:r>
            <a:r>
              <a:rPr lang="fr-FR" dirty="0" smtClean="0"/>
              <a:t> know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Santa’s</a:t>
            </a:r>
            <a:r>
              <a:rPr lang="fr-FR" dirty="0" smtClean="0"/>
              <a:t> on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He's</a:t>
            </a:r>
            <a:r>
              <a:rPr lang="fr-FR" dirty="0" smtClean="0"/>
              <a:t> </a:t>
            </a:r>
            <a:r>
              <a:rPr lang="fr-FR" dirty="0" err="1" smtClean="0"/>
              <a:t>loaded</a:t>
            </a:r>
            <a:r>
              <a:rPr lang="fr-FR" dirty="0" smtClean="0"/>
              <a:t> lots of </a:t>
            </a:r>
            <a:r>
              <a:rPr lang="fr-FR" dirty="0" err="1" smtClean="0"/>
              <a:t>toys</a:t>
            </a:r>
            <a:r>
              <a:rPr lang="fr-FR" dirty="0" smtClean="0"/>
              <a:t> and goodies On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sleigh</a:t>
            </a:r>
            <a:r>
              <a:rPr lang="fr-FR" dirty="0" smtClean="0"/>
              <a:t>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mother‘s</a:t>
            </a:r>
            <a:r>
              <a:rPr lang="fr-FR" dirty="0" smtClean="0"/>
              <a:t> Child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spy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 
12-  SI UN RENNE SAIT VRAIMENT VOLER OOH </a:t>
            </a:r>
            <a:r>
              <a:rPr lang="fr-FR" dirty="0" err="1" smtClean="0"/>
              <a:t>OOH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Reindeer</a:t>
            </a:r>
            <a:r>
              <a:rPr lang="fr-FR" dirty="0" smtClean="0"/>
              <a:t> </a:t>
            </a:r>
            <a:r>
              <a:rPr lang="fr-FR" dirty="0" err="1" smtClean="0"/>
              <a:t>really</a:t>
            </a:r>
            <a:r>
              <a:rPr lang="fr-FR" dirty="0" smtClean="0"/>
              <a:t> know how to </a:t>
            </a:r>
            <a:r>
              <a:rPr lang="fr-FR" dirty="0" err="1" smtClean="0"/>
              <a:t>fly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so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offering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Simple phrase to kids </a:t>
            </a:r>
            <a:r>
              <a:rPr lang="fr-FR" dirty="0" err="1" smtClean="0"/>
              <a:t>from</a:t>
            </a:r>
            <a:r>
              <a:rPr lang="fr-FR" dirty="0" smtClean="0"/>
              <a:t> One to </a:t>
            </a:r>
            <a:r>
              <a:rPr lang="fr-FR" dirty="0" err="1" smtClean="0"/>
              <a:t>ninety</a:t>
            </a:r>
            <a:r>
              <a:rPr lang="fr-FR" dirty="0" smtClean="0"/>
              <a:t>-</a:t>
            </a:r>
            <a:r>
              <a:rPr lang="fr-FR" dirty="0" err="1" smtClean="0"/>
              <a:t>two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Altho</a:t>
            </a:r>
            <a:r>
              <a:rPr lang="fr-FR" dirty="0" smtClean="0"/>
              <a:t>' </a:t>
            </a:r>
            <a:r>
              <a:rPr lang="fr-FR" dirty="0" err="1" smtClean="0"/>
              <a:t>it's</a:t>
            </a:r>
            <a:r>
              <a:rPr lang="fr-FR" dirty="0" smtClean="0"/>
              <a:t> been </a:t>
            </a:r>
            <a:r>
              <a:rPr lang="fr-FR" dirty="0" err="1" smtClean="0"/>
              <a:t>said</a:t>
            </a:r>
            <a:r>
              <a:rPr lang="fr-FR" dirty="0" smtClean="0"/>
              <a:t>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many</a:t>
            </a:r>
            <a:r>
              <a:rPr lang="fr-FR" dirty="0" smtClean="0"/>
              <a:t> times </a:t>
            </a:r>
            <a:r>
              <a:rPr lang="fr-FR" dirty="0" err="1" smtClean="0"/>
              <a:t>Many</a:t>
            </a:r>
            <a:r>
              <a:rPr lang="fr-FR" dirty="0" smtClean="0"/>
              <a:t> </a:t>
            </a:r>
            <a:r>
              <a:rPr lang="fr-FR" dirty="0" err="1" smtClean="0"/>
              <a:t>ways</a:t>
            </a:r>
            <a:r>
              <a:rPr lang="fr-FR" dirty="0" smtClean="0"/>
              <a:t>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“</a:t>
            </a:r>
            <a:r>
              <a:rPr lang="fr-FR" dirty="0" err="1" smtClean="0"/>
              <a:t>Merry</a:t>
            </a:r>
            <a:r>
              <a:rPr lang="fr-FR" dirty="0" smtClean="0"/>
              <a:t> Christmas to </a:t>
            </a:r>
            <a:r>
              <a:rPr lang="fr-FR" dirty="0" err="1" smtClean="0"/>
              <a:t>you</a:t>
            </a:r>
            <a:r>
              <a:rPr lang="fr-FR" dirty="0" smtClean="0"/>
              <a:t>”
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MARRONS SUR LE GRILL DE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Chestnuts roasting on an open fire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FROID DE L’HIVER GLAÇANT LE NEZ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Jack Frost nipping at your nose
3-  DES CHANTS DE NOËL ENTONNÉS PAR LA CHORALE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Yuletide carols being sung by a choir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DEVANT LES PASSANTS EMMITOUFLÉS TOUT LE MONDE SAIT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folks dressed up like Eskimos Everybody knows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QU’UNE BELLE DINDE  ET DES FEUILLES DE GUI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turkey and some Mistletoe
6-  CRÉENT UNE ATMOSPHÈRE DE FÉERIE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help to make the season bright 
7-  LES ENFANTS  LES YEUX PLEINS D’ÉTOILES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Tiny tots with their eyes all aglow
8-  AURONT DU MAL À DORMIR CETTE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Will find it hard to sleep tonight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CAR VOUS SAVEZ QU’ILS DISENT  QUE LE PÈRE NOËL EST EN CHEMIN 
They know that Santa’s on his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SAC CHARGÉ DE JOUETS DES CADEAUX PLEIN LE TRAÎNEAU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loaded lots of toys and goodies On his sleigh
11-  ET CHAQUE PETIT ENFANT VIENDRA GUETTER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every mother‘s Child is gonna spy to see 
12-  SI UN RENNE SAIT VRAIMENT VOLER OOH OOH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Reindeer really know how to fly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J’OFFRE CES SIMPLES MOTS À TOUS DE 7 À 77 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so, I'm offering this Simple phrase to kids from One to ninety-two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MÊME S’ILS ONT ÉTÉ RÉPÉTÉS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Altho' it's been said
15-  DE MULTIPLES FOIS DE MULTIPLES FAÇONS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many times Many ways
16-  JOYEUX NOËL À VOUS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“Merry Christmas to you”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MARRONS SUR LE GRILL DE LA CHEMINÉE </a:t>
            </a:r>
          </a:p>
          <a:p>
            <a:r>
              <a:rPr lang="fr-FR" smtClean="0"/>
              <a:t>Chestnuts roasting on an open fire</a:t>
            </a:r>
          </a:p>
          <a:p>
            <a:r>
              <a:rPr lang="fr-FR" smtClean="0"/>
              <a:t>2-  LE FROID DE L’HIVER GLAÇANT LE NEZ </a:t>
            </a:r>
          </a:p>
          <a:p>
            <a:r>
              <a:rPr lang="fr-FR" smtClean="0"/>
              <a:t>Jack Frost nipping at your nose
3-  DES CHANTS DE NOËL ENTONNÉS PAR LA CHORALE </a:t>
            </a:r>
          </a:p>
          <a:p>
            <a:r>
              <a:rPr lang="fr-FR" smtClean="0"/>
              <a:t>Yuletide carols being sung by a choir</a:t>
            </a:r>
          </a:p>
          <a:p>
            <a:r>
              <a:rPr lang="fr-FR" smtClean="0"/>
              <a:t>4-  DEVANT LES PASSANTS EMMITOUFLÉS TOUT LE MONDE SAIT</a:t>
            </a:r>
          </a:p>
          <a:p>
            <a:r>
              <a:rPr lang="fr-FR" smtClean="0"/>
              <a:t>And folks dressed up like Eskimos Everybody knows</a:t>
            </a:r>
          </a:p>
          <a:p>
            <a:r>
              <a:rPr lang="fr-FR" smtClean="0"/>
              <a:t> 
5-  QU’UNE BELLE DINDE  ET DES FEUILLES DE GUI </a:t>
            </a:r>
          </a:p>
          <a:p>
            <a:r>
              <a:rPr lang="fr-FR" smtClean="0"/>
              <a:t>a turkey and some Mistletoe
6-  CRÉENT UNE ATMOSPHÈRE DE FÉERIE</a:t>
            </a:r>
          </a:p>
          <a:p>
            <a:r>
              <a:rPr lang="fr-FR" smtClean="0"/>
              <a:t>help to make the season bright 
7-  LES ENFANTS  LES YEUX PLEINS D’ÉTOILES </a:t>
            </a:r>
          </a:p>
          <a:p>
            <a:r>
              <a:rPr lang="fr-FR" smtClean="0"/>
              <a:t>Tiny tots with their eyes all aglow
8-  AURONT DU MAL À DORMIR CETTE NUIT </a:t>
            </a:r>
          </a:p>
          <a:p>
            <a:r>
              <a:rPr lang="fr-FR" smtClean="0"/>
              <a:t>Will find it hard to sleep tonight</a:t>
            </a:r>
          </a:p>
          <a:p>
            <a:endParaRPr lang="fr-FR" smtClean="0"/>
          </a:p>
          <a:p>
            <a:r>
              <a:rPr lang="fr-FR" smtClean="0"/>
              <a:t>9-  CAR VOUS SAVEZ QU’ILS DISENT  QUE LE PÈRE NOËL EST EN CHEMIN 
They know that Santa’s on his way</a:t>
            </a:r>
          </a:p>
          <a:p>
            <a:r>
              <a:rPr lang="fr-FR" smtClean="0"/>
              <a:t>10-  LE SAC CHARGÉ DE JOUETS DES CADEAUX PLEIN LE TRAÎNEAU </a:t>
            </a:r>
          </a:p>
          <a:p>
            <a:r>
              <a:rPr lang="fr-FR" smtClean="0"/>
              <a:t>He's loaded lots of toys and goodies On his sleigh
11-  ET CHAQUE PETIT ENFANT VIENDRA GUETTER </a:t>
            </a:r>
          </a:p>
          <a:p>
            <a:r>
              <a:rPr lang="fr-FR" smtClean="0"/>
              <a:t>And every mother‘s Child is gonna spy to see 
12-  SI UN RENNE SAIT VRAIMENT VOLER OOH OOH </a:t>
            </a:r>
          </a:p>
          <a:p>
            <a:r>
              <a:rPr lang="fr-FR" smtClean="0"/>
              <a:t>If Reindeer really know how to fly </a:t>
            </a:r>
          </a:p>
          <a:p>
            <a:endParaRPr lang="fr-FR" smtClean="0"/>
          </a:p>
          <a:p>
            <a:r>
              <a:rPr lang="fr-FR" smtClean="0"/>
              <a:t>13-  J’OFFRE CES SIMPLES MOTS À TOUS DE 7 À 77 ANS </a:t>
            </a:r>
          </a:p>
          <a:p>
            <a:r>
              <a:rPr lang="fr-FR" smtClean="0"/>
              <a:t>And so, I'm offering this Simple phrase to kids from One to ninety-two</a:t>
            </a:r>
          </a:p>
          <a:p>
            <a:r>
              <a:rPr lang="fr-FR" smtClean="0"/>
              <a:t>14-  MÊME S’ILS ONT ÉTÉ RÉPÉTÉS </a:t>
            </a:r>
          </a:p>
          <a:p>
            <a:r>
              <a:rPr lang="fr-FR" smtClean="0"/>
              <a:t>Altho' it's been said
15-  DE MULTIPLES FOIS DE MULTIPLES FAÇONS </a:t>
            </a:r>
          </a:p>
          <a:p>
            <a:r>
              <a:rPr lang="fr-FR" smtClean="0"/>
              <a:t>many times Many ways
16-  JOYEUX NOËL À VOUS  </a:t>
            </a:r>
          </a:p>
          <a:p>
            <a:r>
              <a:rPr lang="fr-FR" smtClean="0"/>
              <a:t>“Merry Christmas to you”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416C9-A3B2-4BD7-ADBB-FA502F4658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E9538-7C8B-4EE5-A973-2AFDC07DA6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6946C-F97C-4BD6-A2C5-16F178A5A7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9F621B-8EFB-4B8A-A065-71E390FD85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EB2BEF-6D4A-4B61-97BE-46071092D1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74A0E0-2DDB-4801-9101-A746CAB963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31DD7-61A8-481C-B938-B2F0A5E007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D12B5B-E94C-4F03-A9D2-48E58817FA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9BA96B-FC31-46A2-932E-047BA24A51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A970A-BA50-4109-9D6E-B45434F76C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059BA-88F1-4D6A-A76D-80F407CA3B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FC0FA48-F7E0-4001-8B8B-0C7FF288AF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MARRONS SUR LE GRILL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CHEMINÉE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FROID DE L’HIVER GLAÇANT LE NEZ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CHANTS DE NOËL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ENTONNÉS PAR LA CHORALE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LES PASSANTS EMMITOUFLÉS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SAIT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QU’UNE BELLE DINDE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DES FEUILLES DE GUI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CRÉENT UNE ATMOSPHÈRE DE FÉERIE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ENFANTS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YEUX PLEINS D’ÉTOILES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AURONT DU MAL À DORMIR CETTE NUIT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VOUS SAVEZ QU’ILS DISENT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PÈRE NOËL EST EN CHEMIN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SAC CHARGÉ DE JOUETS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CADEAUX PLEIN LE TRAÎNEAU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CHAQUE PETIT ENFANT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VIENDRA GUETTER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UN RENNE SAIT VRAIMENT VOLER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OOH </a:t>
            </a:r>
            <a:r>
              <a:rPr lang="fr-FR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OOH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J’OFFRE CES SIMPLES MOTS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TOUS DE 7 À 77 ANS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MÊME S’ILS ONT ÉTÉ RÉPÉTÉS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MULTIPLES FOIS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MULTIPLES FAÇONS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JOYEUX NOËL À VOUS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1047</Words>
  <Application>Microsoft Office PowerPoint</Application>
  <PresentationFormat>On-screen Show (4:3)</PresentationFormat>
  <Paragraphs>827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142</cp:revision>
  <dcterms:created xsi:type="dcterms:W3CDTF">2002-08-17T10:50:50Z</dcterms:created>
  <dcterms:modified xsi:type="dcterms:W3CDTF">2015-12-27T00:52:27Z</dcterms:modified>
</cp:coreProperties>
</file>