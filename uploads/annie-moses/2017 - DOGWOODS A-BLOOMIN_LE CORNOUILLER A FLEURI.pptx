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6" r:id="rId2"/>
    <p:sldId id="290" r:id="rId3"/>
    <p:sldId id="289" r:id="rId4"/>
    <p:sldId id="288" r:id="rId5"/>
    <p:sldId id="287" r:id="rId6"/>
    <p:sldId id="286" r:id="rId7"/>
    <p:sldId id="285" r:id="rId8"/>
    <p:sldId id="284" r:id="rId9"/>
    <p:sldId id="283" r:id="rId10"/>
    <p:sldId id="282" r:id="rId11"/>
    <p:sldId id="281" r:id="rId12"/>
    <p:sldId id="280" r:id="rId13"/>
    <p:sldId id="279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43953" autoAdjust="0"/>
  </p:normalViewPr>
  <p:slideViewPr>
    <p:cSldViewPr>
      <p:cViewPr varScale="1">
        <p:scale>
          <a:sx n="39" d="100"/>
          <a:sy n="39" d="100"/>
        </p:scale>
        <p:origin x="-11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7CDAF972-23A3-42B8-801D-325EC0EFFEF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967D7F59-3892-40B7-A5F3-423348942C8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OH LE CORNOUILLER A FLEURI OH SOIS EN PAIX </a:t>
            </a:r>
          </a:p>
          <a:p>
            <a:pPr>
              <a:defRPr/>
            </a:pPr>
            <a:r>
              <a:rPr lang="fr-FR" dirty="0" smtClean="0"/>
              <a:t>Oh the </a:t>
            </a:r>
            <a:r>
              <a:rPr lang="fr-FR" dirty="0" err="1" smtClean="0"/>
              <a:t>dogwood's</a:t>
            </a:r>
            <a:r>
              <a:rPr lang="fr-FR" dirty="0" smtClean="0"/>
              <a:t> a-blooming Oh </a:t>
            </a:r>
            <a:r>
              <a:rPr lang="fr-FR" dirty="0" err="1" smtClean="0"/>
              <a:t>hush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one
2-  L’HIVER EST FINI LES VENTS CHAUDS SONT LÀ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winter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over The warm </a:t>
            </a:r>
            <a:r>
              <a:rPr lang="fr-FR" dirty="0" err="1" smtClean="0"/>
              <a:t>winds</a:t>
            </a:r>
            <a:r>
              <a:rPr lang="fr-FR" dirty="0" smtClean="0"/>
              <a:t> has come</a:t>
            </a:r>
          </a:p>
          <a:p>
            <a:pPr>
              <a:defRPr/>
            </a:pPr>
            <a:r>
              <a:rPr lang="fr-FR" dirty="0" smtClean="0"/>
              <a:t>3-  LES BOURGEONS SONT MÛRS ET VERT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bud</a:t>
            </a:r>
            <a:r>
              <a:rPr lang="fr-FR" dirty="0" smtClean="0"/>
              <a:t> on the </a:t>
            </a:r>
            <a:r>
              <a:rPr lang="fr-FR" dirty="0" err="1" smtClean="0"/>
              <a:t>maple</a:t>
            </a:r>
            <a:r>
              <a:rPr lang="fr-FR" dirty="0" smtClean="0"/>
              <a:t> Is tender and green
4-  L’ESPOIR DU SAUVEUR S’EST LEVÉ AVEC LE PRINTEMPS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hope</a:t>
            </a:r>
            <a:r>
              <a:rPr lang="fr-FR" dirty="0" smtClean="0"/>
              <a:t> of the </a:t>
            </a:r>
            <a:r>
              <a:rPr lang="fr-FR" dirty="0" err="1" smtClean="0"/>
              <a:t>Savior</a:t>
            </a:r>
            <a:r>
              <a:rPr lang="fr-FR" dirty="0" smtClean="0"/>
              <a:t> Has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Spring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OH LE CORNOUILLER A FLEURI ET PARFUME L’AIR </a:t>
            </a:r>
          </a:p>
          <a:p>
            <a:pPr>
              <a:defRPr/>
            </a:pPr>
            <a:r>
              <a:rPr lang="fr-FR" dirty="0" smtClean="0"/>
              <a:t>	Oh the </a:t>
            </a:r>
            <a:r>
              <a:rPr lang="fr-FR" dirty="0" err="1" smtClean="0"/>
              <a:t>dogwood's</a:t>
            </a:r>
            <a:r>
              <a:rPr lang="fr-FR" dirty="0" smtClean="0"/>
              <a:t> a-blooming </a:t>
            </a:r>
            <a:r>
              <a:rPr lang="fr-FR" dirty="0" err="1" smtClean="0"/>
              <a:t>Perfuming</a:t>
            </a:r>
            <a:r>
              <a:rPr lang="fr-FR" dirty="0" smtClean="0"/>
              <a:t> the air
	6-  RÉCHAUFFANT LE LIT D’UN VIEIL OURS ENDORMI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Warming</a:t>
            </a:r>
            <a:r>
              <a:rPr lang="fr-FR" dirty="0" smtClean="0"/>
              <a:t> the warm </a:t>
            </a:r>
            <a:r>
              <a:rPr lang="fr-FR" dirty="0" err="1" smtClean="0"/>
              <a:t>bed</a:t>
            </a:r>
            <a:r>
              <a:rPr lang="fr-FR" dirty="0" smtClean="0"/>
              <a:t> Of the </a:t>
            </a:r>
            <a:r>
              <a:rPr lang="fr-FR" dirty="0" err="1" smtClean="0"/>
              <a:t>sleepy</a:t>
            </a:r>
            <a:r>
              <a:rPr lang="fr-FR" dirty="0" smtClean="0"/>
              <a:t>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bear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7-  PEUT-IL ENTENDRE LE RYTHME QUI RÉSONNE DANS LE VENT </a:t>
            </a:r>
          </a:p>
          <a:p>
            <a:pPr>
              <a:defRPr/>
            </a:pPr>
            <a:r>
              <a:rPr lang="fr-FR" dirty="0" smtClean="0"/>
              <a:t>	Can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rhythm</a:t>
            </a:r>
            <a:r>
              <a:rPr lang="fr-FR" dirty="0" smtClean="0"/>
              <a:t> That drums on the </a:t>
            </a:r>
            <a:r>
              <a:rPr lang="fr-FR" dirty="0" err="1" smtClean="0"/>
              <a:t>wind</a:t>
            </a:r>
            <a:r>
              <a:rPr lang="fr-FR" dirty="0" smtClean="0"/>
              <a:t>?</a:t>
            </a:r>
          </a:p>
          <a:p>
            <a:pPr>
              <a:defRPr/>
            </a:pPr>
            <a:r>
              <a:rPr lang="fr-FR" dirty="0" smtClean="0"/>
              <a:t>	8-  LE COEUR DU SAUVEUR BAT À NOUVEAU </a:t>
            </a:r>
          </a:p>
          <a:p>
            <a:pPr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heart</a:t>
            </a:r>
            <a:r>
              <a:rPr lang="fr-FR" dirty="0" smtClean="0"/>
              <a:t> of the </a:t>
            </a:r>
            <a:r>
              <a:rPr lang="fr-FR" dirty="0" err="1" smtClean="0"/>
              <a:t>Savior</a:t>
            </a:r>
            <a:r>
              <a:rPr lang="fr-FR" dirty="0" smtClean="0"/>
              <a:t> Is </a:t>
            </a:r>
            <a:r>
              <a:rPr lang="fr-FR" dirty="0" err="1" smtClean="0"/>
              <a:t>beating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OH LE CORNOUILLER A FLEURI DES FLEURS BLANCHES </a:t>
            </a:r>
          </a:p>
          <a:p>
            <a:pPr>
              <a:defRPr/>
            </a:pPr>
            <a:r>
              <a:rPr lang="fr-FR" dirty="0" smtClean="0"/>
              <a:t>Oh the </a:t>
            </a:r>
            <a:r>
              <a:rPr lang="fr-FR" dirty="0" err="1" smtClean="0"/>
              <a:t>dogwood's</a:t>
            </a:r>
            <a:r>
              <a:rPr lang="fr-FR" dirty="0" smtClean="0"/>
              <a:t> a-blooming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blossoms</a:t>
            </a:r>
            <a:r>
              <a:rPr lang="fr-FR" dirty="0" smtClean="0"/>
              <a:t> of white 
10-  HABILLENT LE BOIS D’UNE LUMIÈRE INNOCENTE </a:t>
            </a:r>
          </a:p>
          <a:p>
            <a:pPr>
              <a:defRPr/>
            </a:pPr>
            <a:r>
              <a:rPr lang="fr-FR" dirty="0" smtClean="0"/>
              <a:t>Dressing the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wood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innocent light
11-  RACONTANT LE SECRET QU’IL VEUT NOUS FAIRE CONNAITRE </a:t>
            </a:r>
          </a:p>
          <a:p>
            <a:pPr>
              <a:defRPr/>
            </a:pPr>
            <a:r>
              <a:rPr lang="fr-FR" dirty="0" err="1" smtClean="0"/>
              <a:t>Telling</a:t>
            </a:r>
            <a:r>
              <a:rPr lang="fr-FR" dirty="0" smtClean="0"/>
              <a:t> the secret It </a:t>
            </a:r>
            <a:r>
              <a:rPr lang="fr-FR" dirty="0" err="1" smtClean="0"/>
              <a:t>wants</a:t>
            </a:r>
            <a:r>
              <a:rPr lang="fr-FR" dirty="0" smtClean="0"/>
              <a:t> us to know
12-  LES PÉCHÉS AUTREFOIS ROUGE SONT PLUS BLANCS QUE LA NEIGE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sins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scarlet</a:t>
            </a:r>
            <a:r>
              <a:rPr lang="fr-FR" dirty="0" smtClean="0"/>
              <a:t> Are </a:t>
            </a:r>
            <a:r>
              <a:rPr lang="fr-FR" dirty="0" err="1" smtClean="0"/>
              <a:t>whiter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snow</a:t>
            </a:r>
            <a:r>
              <a:rPr lang="fr-FR" dirty="0" smtClean="0"/>
              <a:t>
13-  PLUS BLANCS QUE NEIGE </a:t>
            </a:r>
          </a:p>
          <a:p>
            <a:pPr>
              <a:defRPr/>
            </a:pPr>
            <a:r>
              <a:rPr lang="fr-FR" dirty="0" err="1" smtClean="0"/>
              <a:t>Whiter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snow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LE CORNOUILLER A FLEURI OH SOIS EN PAIX </a:t>
            </a:r>
          </a:p>
          <a:p>
            <a:pPr>
              <a:defRPr/>
            </a:pPr>
            <a:r>
              <a:rPr lang="fr-FR" smtClean="0"/>
              <a:t>Oh the dogwood's a-blooming Oh hush little one
2-  L’HIVER EST FINI LES VENTS CHAUDS SONT LÀ </a:t>
            </a:r>
          </a:p>
          <a:p>
            <a:pPr>
              <a:defRPr/>
            </a:pPr>
            <a:r>
              <a:rPr lang="fr-FR" smtClean="0"/>
              <a:t>The winter is over The warm winds has come</a:t>
            </a:r>
          </a:p>
          <a:p>
            <a:pPr>
              <a:defRPr/>
            </a:pPr>
            <a:r>
              <a:rPr lang="fr-FR" smtClean="0"/>
              <a:t>3-  LES BOURGEONS SONT MÛRS ET VERT </a:t>
            </a:r>
          </a:p>
          <a:p>
            <a:pPr>
              <a:defRPr/>
            </a:pPr>
            <a:r>
              <a:rPr lang="fr-FR" smtClean="0"/>
              <a:t>The bud on the maple Is tender and green
4-  L’ESPOIR DU SAUVEUR S’EST LEVÉ AVEC LE PRINTEMPS </a:t>
            </a:r>
          </a:p>
          <a:p>
            <a:pPr>
              <a:defRPr/>
            </a:pPr>
            <a:r>
              <a:rPr lang="fr-FR" smtClean="0"/>
              <a:t>The hope of the Savior Has risen with Spring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5-  OH LE CORNOUILLER A FLEURI ET PARFUME L’AIR </a:t>
            </a:r>
          </a:p>
          <a:p>
            <a:pPr>
              <a:defRPr/>
            </a:pPr>
            <a:r>
              <a:rPr lang="fr-FR" smtClean="0"/>
              <a:t>	Oh the dogwood's a-blooming Perfuming the air
	6-  RÉCHAUFFANT LE LIT D’UN VIEIL OURS ENDORMI</a:t>
            </a:r>
          </a:p>
          <a:p>
            <a:pPr>
              <a:defRPr/>
            </a:pPr>
            <a:r>
              <a:rPr lang="fr-FR" smtClean="0"/>
              <a:t>	Warming the warm bed Of the sleepy old bear </a:t>
            </a:r>
          </a:p>
          <a:p>
            <a:pPr>
              <a:defRPr/>
            </a:pPr>
            <a:r>
              <a:rPr lang="fr-FR" smtClean="0"/>
              <a:t>	7-  PEUT-IL ENTENDRE LE RYTHME QUI RÉSONNE DANS LE VENT </a:t>
            </a:r>
          </a:p>
          <a:p>
            <a:pPr>
              <a:defRPr/>
            </a:pPr>
            <a:r>
              <a:rPr lang="fr-FR" smtClean="0"/>
              <a:t>	Can he hear the rhythm That drums on the wind?</a:t>
            </a:r>
          </a:p>
          <a:p>
            <a:pPr>
              <a:defRPr/>
            </a:pPr>
            <a:r>
              <a:rPr lang="fr-FR" smtClean="0"/>
              <a:t>	8-  LE COEUR DU SAUVEUR BAT À NOUVEAU </a:t>
            </a:r>
          </a:p>
          <a:p>
            <a:pPr>
              <a:defRPr/>
            </a:pPr>
            <a:r>
              <a:rPr lang="fr-FR" smtClean="0"/>
              <a:t>	The heart of the Savior Is beating again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OH LE CORNOUILLER A FLEURI DES FLEURS BLANCHES </a:t>
            </a:r>
          </a:p>
          <a:p>
            <a:pPr>
              <a:defRPr/>
            </a:pPr>
            <a:r>
              <a:rPr lang="fr-FR" smtClean="0"/>
              <a:t>Oh the dogwood's a-blooming With blossoms of white 
10-  HABILLENT LE BOIS D’UNE LUMIÈRE INNOCENTE </a:t>
            </a:r>
          </a:p>
          <a:p>
            <a:pPr>
              <a:defRPr/>
            </a:pPr>
            <a:r>
              <a:rPr lang="fr-FR" smtClean="0"/>
              <a:t>Dressing the dark wood With innocent light
11-  RACONTANT LE SECRET QU’IL VEUT NOUS FAIRE CONNAITRE </a:t>
            </a:r>
          </a:p>
          <a:p>
            <a:pPr>
              <a:defRPr/>
            </a:pPr>
            <a:r>
              <a:rPr lang="fr-FR" smtClean="0"/>
              <a:t>Telling the secret It wants us to know
12-  LES PÉCHÉS AUTREFOIS ROUGE SONT PLUS BLANCS QUE LA NEIGE </a:t>
            </a:r>
          </a:p>
          <a:p>
            <a:pPr>
              <a:defRPr/>
            </a:pPr>
            <a:r>
              <a:rPr lang="fr-FR" smtClean="0"/>
              <a:t>The sins that were scarlet Are whiter than snow
13-  PLUS BLANCS QUE NEIGE </a:t>
            </a:r>
          </a:p>
          <a:p>
            <a:pPr>
              <a:defRPr/>
            </a:pPr>
            <a:r>
              <a:rPr lang="fr-FR" smtClean="0"/>
              <a:t>Whiter than snow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OH LE CORNOUILLER A FLEURI OH SOIS EN PAIX </a:t>
            </a:r>
          </a:p>
          <a:p>
            <a:pPr>
              <a:defRPr/>
            </a:pPr>
            <a:r>
              <a:rPr lang="fr-FR" dirty="0" smtClean="0"/>
              <a:t>Oh the </a:t>
            </a:r>
            <a:r>
              <a:rPr lang="fr-FR" dirty="0" err="1" smtClean="0"/>
              <a:t>dogwood's</a:t>
            </a:r>
            <a:r>
              <a:rPr lang="fr-FR" dirty="0" smtClean="0"/>
              <a:t> a-blooming Oh </a:t>
            </a:r>
            <a:r>
              <a:rPr lang="fr-FR" dirty="0" err="1" smtClean="0"/>
              <a:t>hush</a:t>
            </a:r>
            <a:r>
              <a:rPr lang="fr-FR" dirty="0" smtClean="0"/>
              <a:t> </a:t>
            </a:r>
            <a:r>
              <a:rPr lang="fr-FR" dirty="0" err="1" smtClean="0"/>
              <a:t>little</a:t>
            </a:r>
            <a:r>
              <a:rPr lang="fr-FR" dirty="0" smtClean="0"/>
              <a:t> one
2-  L’HIVER EST FINI LES VENTS CHAUDS SONT LÀ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winter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over The warm </a:t>
            </a:r>
            <a:r>
              <a:rPr lang="fr-FR" dirty="0" err="1" smtClean="0"/>
              <a:t>winds</a:t>
            </a:r>
            <a:r>
              <a:rPr lang="fr-FR" dirty="0" smtClean="0"/>
              <a:t> has come</a:t>
            </a:r>
          </a:p>
          <a:p>
            <a:pPr>
              <a:defRPr/>
            </a:pPr>
            <a:r>
              <a:rPr lang="fr-FR" dirty="0" smtClean="0"/>
              <a:t>3-  LES BOURGEONS SONT MÛRS ET VERT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bud</a:t>
            </a:r>
            <a:r>
              <a:rPr lang="fr-FR" dirty="0" smtClean="0"/>
              <a:t> on the </a:t>
            </a:r>
            <a:r>
              <a:rPr lang="fr-FR" dirty="0" err="1" smtClean="0"/>
              <a:t>maple</a:t>
            </a:r>
            <a:r>
              <a:rPr lang="fr-FR" dirty="0" smtClean="0"/>
              <a:t> Is tender and green
4-  L’ESPOIR DU SAUVEUR S’EST LEVÉ AVEC LE PRINTEMPS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hope</a:t>
            </a:r>
            <a:r>
              <a:rPr lang="fr-FR" dirty="0" smtClean="0"/>
              <a:t> of the </a:t>
            </a:r>
            <a:r>
              <a:rPr lang="fr-FR" dirty="0" err="1" smtClean="0"/>
              <a:t>Savior</a:t>
            </a:r>
            <a:r>
              <a:rPr lang="fr-FR" dirty="0" smtClean="0"/>
              <a:t> Has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Spring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5-  OH LE CORNOUILLER A FLEURI ET PARFUME L’AIR </a:t>
            </a:r>
          </a:p>
          <a:p>
            <a:pPr>
              <a:defRPr/>
            </a:pPr>
            <a:r>
              <a:rPr lang="fr-FR" dirty="0" smtClean="0"/>
              <a:t>	Oh the </a:t>
            </a:r>
            <a:r>
              <a:rPr lang="fr-FR" dirty="0" err="1" smtClean="0"/>
              <a:t>dogwood's</a:t>
            </a:r>
            <a:r>
              <a:rPr lang="fr-FR" dirty="0" smtClean="0"/>
              <a:t> a-blooming </a:t>
            </a:r>
            <a:r>
              <a:rPr lang="fr-FR" dirty="0" err="1" smtClean="0"/>
              <a:t>Perfuming</a:t>
            </a:r>
            <a:r>
              <a:rPr lang="fr-FR" dirty="0" smtClean="0"/>
              <a:t> the air
	6-  RÉCHAUFFANT LE LIT D’UN VIEIL OURS ENDORMI</a:t>
            </a:r>
          </a:p>
          <a:p>
            <a:pPr>
              <a:defRPr/>
            </a:pPr>
            <a:r>
              <a:rPr lang="fr-FR" dirty="0" smtClean="0"/>
              <a:t>	</a:t>
            </a:r>
            <a:r>
              <a:rPr lang="fr-FR" dirty="0" err="1" smtClean="0"/>
              <a:t>Warming</a:t>
            </a:r>
            <a:r>
              <a:rPr lang="fr-FR" dirty="0" smtClean="0"/>
              <a:t> the warm </a:t>
            </a:r>
            <a:r>
              <a:rPr lang="fr-FR" dirty="0" err="1" smtClean="0"/>
              <a:t>bed</a:t>
            </a:r>
            <a:r>
              <a:rPr lang="fr-FR" dirty="0" smtClean="0"/>
              <a:t> Of the </a:t>
            </a:r>
            <a:r>
              <a:rPr lang="fr-FR" dirty="0" err="1" smtClean="0"/>
              <a:t>sleepy</a:t>
            </a:r>
            <a:r>
              <a:rPr lang="fr-FR" dirty="0" smtClean="0"/>
              <a:t>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bear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7-  PEUT-IL ENTENDRE LE RYTHME QUI RÉSONNE DANS LE VENT </a:t>
            </a:r>
          </a:p>
          <a:p>
            <a:pPr>
              <a:defRPr/>
            </a:pPr>
            <a:r>
              <a:rPr lang="fr-FR" dirty="0" smtClean="0"/>
              <a:t>	Can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rhythm</a:t>
            </a:r>
            <a:r>
              <a:rPr lang="fr-FR" dirty="0" smtClean="0"/>
              <a:t> That drums on the </a:t>
            </a:r>
            <a:r>
              <a:rPr lang="fr-FR" dirty="0" err="1" smtClean="0"/>
              <a:t>wind</a:t>
            </a:r>
            <a:r>
              <a:rPr lang="fr-FR" dirty="0" smtClean="0"/>
              <a:t>?</a:t>
            </a:r>
          </a:p>
          <a:p>
            <a:pPr>
              <a:defRPr/>
            </a:pPr>
            <a:r>
              <a:rPr lang="fr-FR" dirty="0" smtClean="0"/>
              <a:t>	8-  LE COEUR DU SAUVEUR BAT À NOUVEAU </a:t>
            </a:r>
          </a:p>
          <a:p>
            <a:pPr>
              <a:defRPr/>
            </a:pPr>
            <a:r>
              <a:rPr lang="fr-FR" dirty="0" smtClean="0"/>
              <a:t>	The </a:t>
            </a:r>
            <a:r>
              <a:rPr lang="fr-FR" dirty="0" err="1" smtClean="0"/>
              <a:t>heart</a:t>
            </a:r>
            <a:r>
              <a:rPr lang="fr-FR" dirty="0" smtClean="0"/>
              <a:t> of the </a:t>
            </a:r>
            <a:r>
              <a:rPr lang="fr-FR" dirty="0" err="1" smtClean="0"/>
              <a:t>Savior</a:t>
            </a:r>
            <a:r>
              <a:rPr lang="fr-FR" dirty="0" smtClean="0"/>
              <a:t> Is </a:t>
            </a:r>
            <a:r>
              <a:rPr lang="fr-FR" dirty="0" err="1" smtClean="0"/>
              <a:t>beating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OH LE CORNOUILLER A FLEURI DES FLEURS BLANCHES </a:t>
            </a:r>
          </a:p>
          <a:p>
            <a:pPr>
              <a:defRPr/>
            </a:pPr>
            <a:r>
              <a:rPr lang="fr-FR" dirty="0" smtClean="0"/>
              <a:t>Oh the </a:t>
            </a:r>
            <a:r>
              <a:rPr lang="fr-FR" dirty="0" err="1" smtClean="0"/>
              <a:t>dogwood's</a:t>
            </a:r>
            <a:r>
              <a:rPr lang="fr-FR" dirty="0" smtClean="0"/>
              <a:t> a-blooming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blossoms</a:t>
            </a:r>
            <a:r>
              <a:rPr lang="fr-FR" dirty="0" smtClean="0"/>
              <a:t> of white 
10-  HABILLENT LE BOIS D’UNE LUMIÈRE INNOCENTE </a:t>
            </a:r>
          </a:p>
          <a:p>
            <a:pPr>
              <a:defRPr/>
            </a:pPr>
            <a:r>
              <a:rPr lang="fr-FR" dirty="0" smtClean="0"/>
              <a:t>Dressing the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wood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innocent light
11-  RACONTANT LE SECRET QU’IL VEUT NOUS FAIRE CONNAITRE </a:t>
            </a:r>
          </a:p>
          <a:p>
            <a:pPr>
              <a:defRPr/>
            </a:pPr>
            <a:r>
              <a:rPr lang="fr-FR" dirty="0" err="1" smtClean="0"/>
              <a:t>Telling</a:t>
            </a:r>
            <a:r>
              <a:rPr lang="fr-FR" dirty="0" smtClean="0"/>
              <a:t> the secret It </a:t>
            </a:r>
            <a:r>
              <a:rPr lang="fr-FR" dirty="0" err="1" smtClean="0"/>
              <a:t>wants</a:t>
            </a:r>
            <a:r>
              <a:rPr lang="fr-FR" dirty="0" smtClean="0"/>
              <a:t> us to know
12-  LES PÉCHÉS AUTREFOIS ROUGE SONT PLUS BLANCS QUE LA NEIGE </a:t>
            </a:r>
          </a:p>
          <a:p>
            <a:pPr>
              <a:defRPr/>
            </a:pPr>
            <a:r>
              <a:rPr lang="fr-FR" dirty="0" smtClean="0"/>
              <a:t>The </a:t>
            </a:r>
            <a:r>
              <a:rPr lang="fr-FR" dirty="0" err="1" smtClean="0"/>
              <a:t>sins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scarlet</a:t>
            </a:r>
            <a:r>
              <a:rPr lang="fr-FR" dirty="0" smtClean="0"/>
              <a:t> Are </a:t>
            </a:r>
            <a:r>
              <a:rPr lang="fr-FR" dirty="0" err="1" smtClean="0"/>
              <a:t>whiter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snow</a:t>
            </a:r>
            <a:r>
              <a:rPr lang="fr-FR" dirty="0" smtClean="0"/>
              <a:t>
13-  PLUS BLANCS QUE NEIGE </a:t>
            </a:r>
          </a:p>
          <a:p>
            <a:pPr>
              <a:defRPr/>
            </a:pPr>
            <a:r>
              <a:rPr lang="fr-FR" dirty="0" err="1" smtClean="0"/>
              <a:t>Whiter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snow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OH LE CORNOUILLER A FLEURI OH SOIS EN PAIX </a:t>
            </a:r>
          </a:p>
          <a:p>
            <a:r>
              <a:rPr lang="fr-FR" smtClean="0"/>
              <a:t>Oh the dogwood's a-blooming Oh hush little one
2-  L’HIVER EST FINI LES VENTS CHAUDS SONT LÀ </a:t>
            </a:r>
          </a:p>
          <a:p>
            <a:r>
              <a:rPr lang="fr-FR" smtClean="0"/>
              <a:t>The winter is over The warm winds has come</a:t>
            </a:r>
          </a:p>
          <a:p>
            <a:r>
              <a:rPr lang="fr-FR" smtClean="0"/>
              <a:t>3-  LES BOURGEONS SONT MÛRS ET VERT </a:t>
            </a:r>
          </a:p>
          <a:p>
            <a:r>
              <a:rPr lang="fr-FR" smtClean="0"/>
              <a:t>The bud on the maple Is tender and green
4-  L’ESPOIR DU SAUVEUR S’EST LEVÉ AVEC LE PRINTEMPS </a:t>
            </a:r>
          </a:p>
          <a:p>
            <a:r>
              <a:rPr lang="fr-FR" smtClean="0"/>
              <a:t>The hope of the Savior Has risen with Spring</a:t>
            </a:r>
          </a:p>
          <a:p>
            <a:endParaRPr lang="fr-FR" smtClean="0"/>
          </a:p>
          <a:p>
            <a:r>
              <a:rPr lang="fr-FR" smtClean="0"/>
              <a:t>	5-  OH LE CORNOUILLER A FLEURI ET PARFUME L’AIR </a:t>
            </a:r>
          </a:p>
          <a:p>
            <a:r>
              <a:rPr lang="fr-FR" smtClean="0"/>
              <a:t>	Oh the dogwood's a-blooming Perfuming the air
	6-  RÉCHAUFFANT LE LIT D’UN VIEIL OURS ENDORMI</a:t>
            </a:r>
          </a:p>
          <a:p>
            <a:r>
              <a:rPr lang="fr-FR" smtClean="0"/>
              <a:t>	Warming the warm bed Of the sleepy old bear </a:t>
            </a:r>
          </a:p>
          <a:p>
            <a:r>
              <a:rPr lang="fr-FR" smtClean="0"/>
              <a:t>	7-  PEUT-IL ENTENDRE LE RYTHME QUI RÉSONNE DANS LE VENT </a:t>
            </a:r>
          </a:p>
          <a:p>
            <a:r>
              <a:rPr lang="fr-FR" smtClean="0"/>
              <a:t>	Can he hear the rhythm That drums on the wind?</a:t>
            </a:r>
          </a:p>
          <a:p>
            <a:r>
              <a:rPr lang="fr-FR" smtClean="0"/>
              <a:t>	8-  LE COEUR DU SAUVEUR BAT À NOUVEAU </a:t>
            </a:r>
          </a:p>
          <a:p>
            <a:r>
              <a:rPr lang="fr-FR" smtClean="0"/>
              <a:t>	The heart of the Savior Is beating again</a:t>
            </a:r>
          </a:p>
          <a:p>
            <a:endParaRPr lang="fr-FR" smtClean="0"/>
          </a:p>
          <a:p>
            <a:r>
              <a:rPr lang="fr-FR" smtClean="0"/>
              <a:t>9-  OH LE CORNOUILLER A FLEURI DES FLEURS BLANCHES </a:t>
            </a:r>
          </a:p>
          <a:p>
            <a:r>
              <a:rPr lang="fr-FR" smtClean="0"/>
              <a:t>Oh the dogwood's a-blooming With blossoms of white 
10-  HABILLENT LE BOIS D’UNE LUMIÈRE INNOCENTE </a:t>
            </a:r>
          </a:p>
          <a:p>
            <a:r>
              <a:rPr lang="fr-FR" smtClean="0"/>
              <a:t>Dressing the dark wood With innocent light
11-  RACONTANT LE SECRET QU’IL VEUT NOUS FAIRE CONNAITRE </a:t>
            </a:r>
          </a:p>
          <a:p>
            <a:r>
              <a:rPr lang="fr-FR" smtClean="0"/>
              <a:t>Telling the secret It wants us to know
12-  LES PÉCHÉS AUTREFOIS ROUGE SONT PLUS BLANCS QUE LA NEIGE </a:t>
            </a:r>
          </a:p>
          <a:p>
            <a:r>
              <a:rPr lang="fr-FR" smtClean="0"/>
              <a:t>The sins that were scarlet Are whiter than snow
13-  PLUS BLANCS QUE NEIGE </a:t>
            </a:r>
          </a:p>
          <a:p>
            <a:r>
              <a:rPr lang="fr-FR" smtClean="0"/>
              <a:t>Whiter than snow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74067-D875-4179-A3F9-2D160D88D1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59128-5399-422B-BBBC-DF17169AC1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810C9-E707-4D40-8F64-4A4341288B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981CE-BD95-4B6C-AA71-E43A853837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FA032-C1A7-4372-9BA1-DED828AC4E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D91014-63AC-4B5D-BBED-F72278A9B8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4C534-60BB-42A8-949E-6EB12D16A1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8F5FC-30D0-4ABE-B493-F154BD323A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8E462-EB0B-4CB3-A61F-D196C99089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09970-6CC3-4180-89A1-620A225DA8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5C507-1DD5-4580-9825-1111B83576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313638EE-CFEF-4A2E-AFD2-48C16F0EB7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CORNOUILLER A FLEURI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EN PAIX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L’HIVER EST FINI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VENTS CHAUDS SONT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BOURGEONS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MÛRS ET VERTS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L’ESPOIR DU SAUVEUR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LEVÉ AVEC LE PRINTEMPS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CORNOUILLER A FLEURI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PARFUME L’AIR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RÉCHAUFFANT LE LIT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D’UN VIEIL OURS ENDORMI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PEUT-IL ENTENDRE LE RYTHME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RÉSONNE DANS LE VENT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CŒUR DU SAUVEUR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BAT À NOUVEAU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!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CORNOUILLER A FLEURI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FLEURS BLANCHES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HABILLENT LE BOIS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D’UNE LUMIÈRE INNOCENTE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RACONTANT LE SECRET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QU’IL VEUT NOUS FAIRE CONNAITRE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PÉCHÉS AUTREFOIS ROUGES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PLUS BLANCS QUE LA NEIGE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BLANCS QUE NEIGE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570</Words>
  <Application>Microsoft Office PowerPoint</Application>
  <PresentationFormat>On-screen Show (4:3)</PresentationFormat>
  <Paragraphs>571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59</cp:revision>
  <dcterms:created xsi:type="dcterms:W3CDTF">2002-08-17T10:50:50Z</dcterms:created>
  <dcterms:modified xsi:type="dcterms:W3CDTF">2017-04-16T09:58:17Z</dcterms:modified>
</cp:coreProperties>
</file>