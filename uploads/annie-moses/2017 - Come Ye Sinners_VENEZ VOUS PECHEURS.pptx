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2" r:id="rId2"/>
    <p:sldId id="301" r:id="rId3"/>
    <p:sldId id="300" r:id="rId4"/>
    <p:sldId id="299" r:id="rId5"/>
    <p:sldId id="298" r:id="rId6"/>
    <p:sldId id="297" r:id="rId7"/>
    <p:sldId id="296" r:id="rId8"/>
    <p:sldId id="295" r:id="rId9"/>
    <p:sldId id="294" r:id="rId10"/>
    <p:sldId id="293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946" autoAdjust="0"/>
  </p:normalViewPr>
  <p:slideViewPr>
    <p:cSldViewPr>
      <p:cViewPr>
        <p:scale>
          <a:sx n="71" d="100"/>
          <a:sy n="71" d="100"/>
        </p:scale>
        <p:origin x="-1128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306DE9B-0383-4F1B-AFE1-DB0CFF8D67E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E3623F3-3702-4888-B216-CE1390FBA54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VENEZ, VOUS PÉCHEURS PAUVRES ET INDIGENTS,</a:t>
            </a:r>
          </a:p>
          <a:p>
            <a:pPr>
              <a:defRPr/>
            </a:pPr>
            <a:r>
              <a:rPr lang="fr-FR" dirty="0" smtClean="0"/>
              <a:t>Come, </a:t>
            </a:r>
            <a:r>
              <a:rPr lang="fr-FR" dirty="0" err="1" smtClean="0"/>
              <a:t>ye</a:t>
            </a:r>
            <a:r>
              <a:rPr lang="fr-FR" dirty="0" smtClean="0"/>
              <a:t> </a:t>
            </a:r>
            <a:r>
              <a:rPr lang="fr-FR" dirty="0" err="1" smtClean="0"/>
              <a:t>sinners</a:t>
            </a:r>
            <a:r>
              <a:rPr lang="fr-FR" dirty="0" smtClean="0"/>
              <a:t>, </a:t>
            </a:r>
            <a:r>
              <a:rPr lang="fr-FR" dirty="0" err="1" smtClean="0"/>
              <a:t>poor</a:t>
            </a:r>
            <a:r>
              <a:rPr lang="fr-FR" dirty="0" smtClean="0"/>
              <a:t> and </a:t>
            </a:r>
            <a:r>
              <a:rPr lang="fr-FR" dirty="0" err="1" smtClean="0"/>
              <a:t>needy</a:t>
            </a:r>
            <a:r>
              <a:rPr lang="fr-FR" dirty="0" smtClean="0"/>
              <a:t>, 
2-  FAIBLES ET BLESSÉS MALADES ET ENDOLORIS </a:t>
            </a:r>
          </a:p>
          <a:p>
            <a:pPr>
              <a:defRPr/>
            </a:pPr>
            <a:r>
              <a:rPr lang="fr-FR" dirty="0" err="1" smtClean="0"/>
              <a:t>Weak</a:t>
            </a:r>
            <a:r>
              <a:rPr lang="fr-FR" dirty="0" smtClean="0"/>
              <a:t> and </a:t>
            </a:r>
            <a:r>
              <a:rPr lang="fr-FR" dirty="0" err="1" smtClean="0"/>
              <a:t>wounded</a:t>
            </a:r>
            <a:r>
              <a:rPr lang="fr-FR" dirty="0" smtClean="0"/>
              <a:t>, </a:t>
            </a:r>
            <a:r>
              <a:rPr lang="fr-FR" dirty="0" err="1" smtClean="0"/>
              <a:t>sick</a:t>
            </a:r>
            <a:r>
              <a:rPr lang="fr-FR" dirty="0" smtClean="0"/>
              <a:t> and sore;
3-  JÉSUS SE TIENT PRÊT POUR VOUS SAUVER </a:t>
            </a:r>
          </a:p>
          <a:p>
            <a:pPr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 stands to </a:t>
            </a:r>
            <a:r>
              <a:rPr lang="fr-FR" dirty="0" err="1" smtClean="0"/>
              <a:t>save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</a:t>
            </a:r>
          </a:p>
          <a:p>
            <a:pPr>
              <a:defRPr/>
            </a:pPr>
            <a:r>
              <a:rPr lang="fr-FR" dirty="0" smtClean="0"/>
              <a:t>4-  PLEIN DE COMPASSION D’AMOUR ET DE PUISSANCE </a:t>
            </a:r>
          </a:p>
          <a:p>
            <a:pPr>
              <a:defRPr/>
            </a:pPr>
            <a:r>
              <a:rPr lang="fr-FR" dirty="0" smtClean="0"/>
              <a:t>Full of </a:t>
            </a:r>
            <a:r>
              <a:rPr lang="fr-FR" dirty="0" err="1" smtClean="0"/>
              <a:t>pity</a:t>
            </a:r>
            <a:r>
              <a:rPr lang="fr-FR" dirty="0" smtClean="0"/>
              <a:t>, love and power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VENEZ, VOUS ASSOIFFÉS VOUS ÊTES LES BIENVENUS </a:t>
            </a:r>
          </a:p>
          <a:p>
            <a:pPr>
              <a:defRPr/>
            </a:pPr>
            <a:r>
              <a:rPr lang="fr-FR" dirty="0" smtClean="0"/>
              <a:t>Come, </a:t>
            </a:r>
            <a:r>
              <a:rPr lang="fr-FR" dirty="0" err="1" smtClean="0"/>
              <a:t>ye</a:t>
            </a:r>
            <a:r>
              <a:rPr lang="fr-FR" dirty="0" smtClean="0"/>
              <a:t> </a:t>
            </a:r>
            <a:r>
              <a:rPr lang="fr-FR" dirty="0" err="1" smtClean="0"/>
              <a:t>thirsty</a:t>
            </a:r>
            <a:r>
              <a:rPr lang="fr-FR" dirty="0" smtClean="0"/>
              <a:t>, come, and </a:t>
            </a:r>
            <a:r>
              <a:rPr lang="fr-FR" dirty="0" err="1" smtClean="0"/>
              <a:t>welcome</a:t>
            </a:r>
            <a:r>
              <a:rPr lang="fr-FR" dirty="0" smtClean="0"/>
              <a:t>
6-  LA GÉNÉROSITÉ GRATUITE DE DIEU GLORIFIE </a:t>
            </a:r>
          </a:p>
          <a:p>
            <a:pPr>
              <a:defRPr/>
            </a:pPr>
            <a:r>
              <a:rPr lang="fr-FR" dirty="0" err="1" smtClean="0"/>
              <a:t>God’s</a:t>
            </a:r>
            <a:r>
              <a:rPr lang="fr-FR" dirty="0" smtClean="0"/>
              <a:t> free </a:t>
            </a:r>
            <a:r>
              <a:rPr lang="fr-FR" dirty="0" err="1" smtClean="0"/>
              <a:t>bounty</a:t>
            </a:r>
            <a:r>
              <a:rPr lang="fr-FR" dirty="0" smtClean="0"/>
              <a:t> </a:t>
            </a:r>
            <a:r>
              <a:rPr lang="fr-FR" dirty="0" err="1" smtClean="0"/>
              <a:t>glorify</a:t>
            </a:r>
            <a:r>
              <a:rPr lang="fr-FR" dirty="0" smtClean="0"/>
              <a:t>
7-  LA VRAIE FOI ET VRAIE REPENTANCE SA GRÂCE VOUS RAPPROCHE</a:t>
            </a:r>
          </a:p>
          <a:p>
            <a:pPr>
              <a:defRPr/>
            </a:pPr>
            <a:r>
              <a:rPr lang="fr-FR" dirty="0" err="1" smtClean="0"/>
              <a:t>True</a:t>
            </a:r>
            <a:r>
              <a:rPr lang="fr-FR" dirty="0" smtClean="0"/>
              <a:t> </a:t>
            </a:r>
            <a:r>
              <a:rPr lang="fr-FR" dirty="0" err="1" smtClean="0"/>
              <a:t>belief</a:t>
            </a:r>
            <a:r>
              <a:rPr lang="fr-FR" dirty="0" smtClean="0"/>
              <a:t> and </a:t>
            </a:r>
            <a:r>
              <a:rPr lang="fr-FR" dirty="0" err="1" smtClean="0"/>
              <a:t>true</a:t>
            </a:r>
            <a:r>
              <a:rPr lang="fr-FR" dirty="0" smtClean="0"/>
              <a:t> repentance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brings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nigh</a:t>
            </a:r>
            <a:r>
              <a:rPr lang="fr-FR" dirty="0" smtClean="0"/>
              <a:t>.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will</a:t>
            </a:r>
            <a:r>
              <a:rPr lang="fr-FR" dirty="0" smtClean="0"/>
              <a:t> arise and go to </a:t>
            </a:r>
            <a:r>
              <a:rPr lang="fr-FR" dirty="0" err="1" smtClean="0"/>
              <a:t>Jesus</a:t>
            </a:r>
            <a:r>
              <a:rPr lang="fr-FR" dirty="0" smtClean="0"/>
              <a:t>, He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embrace</a:t>
            </a:r>
            <a:r>
              <a:rPr lang="fr-FR" dirty="0" smtClean="0"/>
              <a:t> me in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;
9-  DANS LES BRAS DE MON CHER SAUVEUR </a:t>
            </a:r>
          </a:p>
          <a:p>
            <a:pPr>
              <a:defRPr/>
            </a:pPr>
            <a:r>
              <a:rPr lang="fr-FR" dirty="0" smtClean="0"/>
              <a:t>In the </a:t>
            </a:r>
            <a:r>
              <a:rPr lang="fr-FR" dirty="0" err="1" smtClean="0"/>
              <a:t>arms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dear</a:t>
            </a:r>
            <a:r>
              <a:rPr lang="fr-FR" dirty="0" smtClean="0"/>
              <a:t> </a:t>
            </a:r>
            <a:r>
              <a:rPr lang="fr-FR" dirty="0" err="1" smtClean="0"/>
              <a:t>Savior</a:t>
            </a:r>
            <a:r>
              <a:rPr lang="fr-FR" dirty="0" smtClean="0"/>
              <a:t>,</a:t>
            </a:r>
          </a:p>
          <a:p>
            <a:pPr>
              <a:defRPr/>
            </a:pPr>
            <a:r>
              <a:rPr lang="fr-FR" dirty="0" smtClean="0"/>
              <a:t>10-  OH, IL Y A DIX MILLE CHARMES  </a:t>
            </a:r>
          </a:p>
          <a:p>
            <a:pPr>
              <a:defRPr/>
            </a:pPr>
            <a:r>
              <a:rPr lang="fr-FR" dirty="0" smtClean="0"/>
              <a:t>Oh, </a:t>
            </a:r>
            <a:r>
              <a:rPr lang="fr-FR" dirty="0" err="1" smtClean="0"/>
              <a:t>there</a:t>
            </a:r>
            <a:r>
              <a:rPr lang="fr-FR" dirty="0" smtClean="0"/>
              <a:t> are </a:t>
            </a:r>
            <a:r>
              <a:rPr lang="fr-FR" dirty="0" err="1" smtClean="0"/>
              <a:t>ten</a:t>
            </a:r>
            <a:r>
              <a:rPr lang="fr-FR" dirty="0" smtClean="0"/>
              <a:t> </a:t>
            </a:r>
            <a:r>
              <a:rPr lang="fr-FR" dirty="0" err="1" smtClean="0"/>
              <a:t>thousand</a:t>
            </a:r>
            <a:r>
              <a:rPr lang="fr-FR" dirty="0" smtClean="0"/>
              <a:t> </a:t>
            </a:r>
            <a:r>
              <a:rPr lang="fr-FR" dirty="0" err="1" smtClean="0"/>
              <a:t>charms</a:t>
            </a:r>
            <a:r>
              <a:rPr lang="fr-FR" dirty="0" smtClean="0"/>
              <a:t>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3EEFDA-C29F-4AF0-83B5-198239A4F7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BD1CC-CBC9-4068-A5ED-2C24BBBD45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D46D7-F146-4B75-BD34-E8C6ADF604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780CD5-516A-4017-AAA4-580BBD685C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3614B-F07E-4DEF-B147-CC04BC6D63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DDB4D-8F73-4EF1-87BE-94EEB4BD6F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EB49D1-34FF-4FB9-A0A5-2B10C035CF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D5AC11-3ECA-4B18-AD8D-B03185FA0D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C5363C-6F6E-432A-B619-977ADA38C7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25C410-A94D-4897-92B0-F9AF491EED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1677A5-0489-45AB-BF68-27B156BB16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16189C5-2A60-49B4-A7EB-E477F4F29D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VENEZ, VOUS PÉCHEURS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PAUVRES ET INDIGENTS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FAIBLES ET BLESSÉS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MALADES ET ENDOLORIS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SE TIENT PRÊT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VOUS SAUVER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PLEIN DE COMPASSION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D’AMOUR ET DE PUISSANCE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VENEZ, VOUS ASSOIFFÉS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ÊTES LES BIENVENUS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GÉNÉROSITÉ GRATUITE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DIEU GLORIFIE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VRAIE FOI ET VRAIE REPENTANCE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GRÂCE VOUS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RAPPROCHE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LÈVERAI ET IRAI VERS JÉSUS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ME PRENDRA DANS SES BRAS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BRAS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MON CHER SAUVEUR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 A DIX MILLE CHARMES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440</Words>
  <Application>Microsoft Office PowerPoint</Application>
  <PresentationFormat>On-screen Show (4:3)</PresentationFormat>
  <Paragraphs>359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136</cp:revision>
  <dcterms:created xsi:type="dcterms:W3CDTF">2002-08-17T10:50:50Z</dcterms:created>
  <dcterms:modified xsi:type="dcterms:W3CDTF">2015-12-27T07:44:27Z</dcterms:modified>
</cp:coreProperties>
</file>