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6" autoAdjust="0"/>
    <p:restoredTop sz="45700" autoAdjust="0"/>
  </p:normalViewPr>
  <p:slideViewPr>
    <p:cSldViewPr>
      <p:cViewPr varScale="1">
        <p:scale>
          <a:sx n="45" d="100"/>
          <a:sy n="45" d="100"/>
        </p:scale>
        <p:origin x="54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AE5F5FE-1F8F-41FB-837A-36090932105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F292C32-21E6-4ABA-A2C1-279DC883C6A7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Your heritage is woven with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 Shining through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our hungry hearts have sped To the child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Honor stands upon your name How beautiful,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This child, the Bread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Should grace your gates tonight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    Bethlehem, thou Bethlehem House of bread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 Bethlehem, </a:t>
            </a:r>
            <a:r>
              <a:rPr lang="fr-FR" altLang="fr-FR" dirty="0" err="1" smtClean="0"/>
              <a:t>thou</a:t>
            </a:r>
            <a:r>
              <a:rPr lang="fr-FR" altLang="fr-FR" dirty="0" smtClean="0"/>
              <a:t> Bethlehem House of </a:t>
            </a:r>
            <a:r>
              <a:rPr lang="fr-FR" altLang="fr-FR" dirty="0" err="1" smtClean="0"/>
              <a:t>Bread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TON HÉRITAGE EST TISSÉ  AVEC UN SEUL FIL D’OR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heritage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woven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a single golden thread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BRILLANT À TRAVERS LES SIÈCLES,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</a:t>
            </a:r>
            <a:r>
              <a:rPr lang="fr-FR" altLang="fr-FR" dirty="0" err="1" smtClean="0"/>
              <a:t>Shining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through</a:t>
            </a:r>
            <a:r>
              <a:rPr lang="fr-FR" altLang="fr-FR" dirty="0" smtClean="0"/>
              <a:t> the centuries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NOS CŒURS AFFAMÉS SE SONT RUÉS VERS L’ENFANT DE BETHLÉHEM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hungry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hearts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sped</a:t>
            </a:r>
            <a:r>
              <a:rPr lang="fr-FR" altLang="fr-FR" dirty="0" smtClean="0"/>
              <a:t> To the </a:t>
            </a:r>
            <a:r>
              <a:rPr lang="fr-FR" altLang="fr-FR" dirty="0" err="1" smtClean="0"/>
              <a:t>child</a:t>
            </a:r>
            <a:r>
              <a:rPr lang="fr-FR" altLang="fr-FR" dirty="0" smtClean="0"/>
              <a:t> of Bethlehem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NOUS HONORONS TON NOM QU’IL EST BEAU, QU’IL EST DROIT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Honor stands </a:t>
            </a:r>
            <a:r>
              <a:rPr lang="fr-FR" altLang="fr-FR" dirty="0" err="1" smtClean="0"/>
              <a:t>upon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 How </a:t>
            </a:r>
            <a:r>
              <a:rPr lang="fr-FR" altLang="fr-FR" dirty="0" err="1" smtClean="0"/>
              <a:t>beautiful</a:t>
            </a:r>
            <a:r>
              <a:rPr lang="fr-FR" altLang="fr-FR" dirty="0" smtClean="0"/>
              <a:t>, how right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6-  CET ENFANT, LE PAIN DE LA VIE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This </a:t>
            </a:r>
            <a:r>
              <a:rPr lang="fr-FR" altLang="fr-FR" dirty="0" err="1" smtClean="0"/>
              <a:t>child</a:t>
            </a:r>
            <a:r>
              <a:rPr lang="fr-FR" altLang="fr-FR" dirty="0" smtClean="0"/>
              <a:t>, the </a:t>
            </a:r>
            <a:r>
              <a:rPr lang="fr-FR" altLang="fr-FR" dirty="0" err="1" smtClean="0"/>
              <a:t>Bread</a:t>
            </a:r>
            <a:r>
              <a:rPr lang="fr-FR" altLang="fr-FR" dirty="0" smtClean="0"/>
              <a:t> of life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7-  VOUS FAIT GRÂCE À  VOS PORTES CE SOIR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Should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gates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tonight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BETHLÉHEM, BETHLÉHEM MAISON DU PAIN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Bethlehem, </a:t>
            </a:r>
            <a:r>
              <a:rPr lang="fr-FR" altLang="fr-FR" dirty="0" err="1" smtClean="0"/>
              <a:t>thou</a:t>
            </a:r>
            <a:r>
              <a:rPr lang="fr-FR" altLang="fr-FR" dirty="0" smtClean="0"/>
              <a:t> Bethlehem House of </a:t>
            </a:r>
            <a:r>
              <a:rPr lang="fr-FR" altLang="fr-FR" dirty="0" err="1" smtClean="0"/>
              <a:t>bread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BETHLÉHEM, BETHLÉHEM MAISON DU PAIN </a:t>
            </a:r>
          </a:p>
          <a:p>
            <a:r>
              <a:rPr lang="fr-FR" altLang="fr-FR"/>
              <a:t>        Bethlehem, thou Bethlehem House of Bread</a:t>
            </a:r>
          </a:p>
          <a:p>
            <a:endParaRPr lang="fr-FR" altLang="fr-FR"/>
          </a:p>
          <a:p>
            <a:r>
              <a:rPr lang="fr-FR" altLang="fr-FR"/>
              <a:t>2-  TON HÉRITAGE EST TISSÉ  AVEC UN SEUL FIL D’OR </a:t>
            </a:r>
          </a:p>
          <a:p>
            <a:r>
              <a:rPr lang="fr-FR" altLang="fr-FR"/>
              <a:t>      Your heritage is woven with a single golden thread</a:t>
            </a:r>
          </a:p>
          <a:p>
            <a:endParaRPr lang="fr-FR" altLang="fr-FR"/>
          </a:p>
          <a:p>
            <a:r>
              <a:rPr lang="fr-FR" altLang="fr-FR"/>
              <a:t>3-  BRILLANT À TRAVERS LES SIÈCLES,  </a:t>
            </a:r>
          </a:p>
          <a:p>
            <a:r>
              <a:rPr lang="fr-FR" altLang="fr-FR"/>
              <a:t>       Shining through the centuries</a:t>
            </a:r>
          </a:p>
          <a:p>
            <a:endParaRPr lang="fr-FR" altLang="fr-FR"/>
          </a:p>
          <a:p>
            <a:r>
              <a:rPr lang="fr-FR" altLang="fr-FR"/>
              <a:t>4-  NOS CŒURS AFFAMÉS SE SONT RUÉS VERS L’ENFANT DE BETHLÉHEM </a:t>
            </a:r>
          </a:p>
          <a:p>
            <a:r>
              <a:rPr lang="fr-FR" altLang="fr-FR"/>
              <a:t>      our hungry hearts have sped To the child of Bethlehem</a:t>
            </a:r>
          </a:p>
          <a:p>
            <a:endParaRPr lang="fr-FR" altLang="fr-FR"/>
          </a:p>
          <a:p>
            <a:r>
              <a:rPr lang="fr-FR" altLang="fr-FR"/>
              <a:t>5-  NOUS HONORONS TON NOM QU’IL EST BEAU, QU’IL EST DROIT </a:t>
            </a:r>
          </a:p>
          <a:p>
            <a:r>
              <a:rPr lang="fr-FR" altLang="fr-FR"/>
              <a:t>Honor stands upon your name How beautiful, how right</a:t>
            </a:r>
          </a:p>
          <a:p>
            <a:endParaRPr lang="fr-FR" altLang="fr-FR"/>
          </a:p>
          <a:p>
            <a:r>
              <a:rPr lang="fr-FR" altLang="fr-FR"/>
              <a:t>6-  CET ENFANT, LE PAIN DE LA VIE </a:t>
            </a:r>
          </a:p>
          <a:p>
            <a:r>
              <a:rPr lang="fr-FR" altLang="fr-FR"/>
              <a:t>      This child, the Bread of life</a:t>
            </a:r>
          </a:p>
          <a:p>
            <a:endParaRPr lang="fr-FR" altLang="fr-FR"/>
          </a:p>
          <a:p>
            <a:r>
              <a:rPr lang="fr-FR" altLang="fr-FR"/>
              <a:t>7-  VOUS FAIT GRÂCE À  VOS PORTES CE SOIR </a:t>
            </a:r>
          </a:p>
          <a:p>
            <a:r>
              <a:rPr lang="fr-FR" altLang="fr-FR"/>
              <a:t>Should grace your gates tonight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8-  BETHLÉHEM, BETHLÉHEM MAISON DU PAIN </a:t>
            </a:r>
          </a:p>
          <a:p>
            <a:r>
              <a:rPr lang="fr-FR" altLang="fr-FR"/>
              <a:t>      Bethlehem, thou Bethlehem House of bread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0F72A-5E0E-4EA3-B5AF-F92ACF4F100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95BEC7-4B40-4341-9E46-70613C69784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90C1F7-274E-41BB-90C9-8D24DB65207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CFD0C1-8AE3-4C12-9047-2FCDBBEC0CB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95AEB3-5B96-4603-9420-CD58A9D3AB8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C01D03-8613-467E-A447-C3F84AF8738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0711B2-F307-4AE1-8097-FD7FACD3E7E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71B03E-CC8F-4409-87CC-0E247634315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2859EE-B6F6-4BA7-ABFB-56B51FD49D7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D785F7-2E54-4674-AFE5-7C2C38DB126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90650B-66FA-4469-8057-E5EC5C94FE7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5C73065-C26E-43AA-865E-89B8BE5A506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BETHLÉHEM, BETHLÉHEM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MAISON DU PAIN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HÉRITAGE EST TISSÉ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 SEUL FIL D’OR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BRILLANT À TRAVERS LES SIÈCLES,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AFFAMÉS SE SONT RUÉS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L’ENFANT DE BETHLÉHEM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HONORONS TON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EST BEAU, QU’IL EST 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ENFANT, LE PAIN DE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FAIT GRÂCE 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PORTES CE SOIR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9359" y="63795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BETHLÉHEM, BETHLÉHEM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MAISON DU PAIN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2016</Words>
  <Application>Microsoft Office PowerPoint</Application>
  <PresentationFormat>On-screen Show (4:3)</PresentationFormat>
  <Paragraphs>382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128</cp:revision>
  <dcterms:created xsi:type="dcterms:W3CDTF">2002-08-17T10:50:50Z</dcterms:created>
  <dcterms:modified xsi:type="dcterms:W3CDTF">2015-12-25T19:56:59Z</dcterms:modified>
</cp:coreProperties>
</file>