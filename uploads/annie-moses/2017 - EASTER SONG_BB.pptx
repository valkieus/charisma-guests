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1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5514" autoAdjust="0"/>
  </p:normalViewPr>
  <p:slideViewPr>
    <p:cSldViewPr>
      <p:cViewPr varScale="1">
        <p:scale>
          <a:sx n="40" d="100"/>
          <a:sy n="40" d="100"/>
        </p:scale>
        <p:origin x="-396" y="-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144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F6B9253-87D6-495A-8BC6-85CF41EFCF2D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7ACD7F4-8CAB-46B4-9C7B-91A09BDAAC34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ÉCOUTE LES CLOCHES SONNER ELLES CHANTENT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Hear</a:t>
            </a:r>
            <a:r>
              <a:rPr lang="fr-FR" dirty="0" smtClean="0"/>
              <a:t> the </a:t>
            </a:r>
            <a:r>
              <a:rPr lang="fr-FR" dirty="0" err="1" smtClean="0"/>
              <a:t>bells</a:t>
            </a:r>
            <a:r>
              <a:rPr lang="fr-FR" dirty="0" smtClean="0"/>
              <a:t> </a:t>
            </a:r>
            <a:r>
              <a:rPr lang="fr-FR" dirty="0" err="1" smtClean="0"/>
              <a:t>ringing</a:t>
            </a:r>
            <a:r>
              <a:rPr lang="fr-FR" dirty="0" smtClean="0"/>
              <a:t> </a:t>
            </a:r>
            <a:r>
              <a:rPr lang="fr-FR" dirty="0" err="1" smtClean="0"/>
              <a:t>They're</a:t>
            </a:r>
            <a:r>
              <a:rPr lang="fr-FR" dirty="0" smtClean="0"/>
              <a:t> </a:t>
            </a:r>
            <a:r>
              <a:rPr lang="fr-FR" dirty="0" err="1" smtClean="0"/>
              <a:t>singing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QUE NOUS POUVONS  NAÎTRE DE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That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born</a:t>
            </a:r>
            <a:r>
              <a:rPr lang="fr-FR" dirty="0" smtClean="0"/>
              <a:t> </a:t>
            </a:r>
            <a:r>
              <a:rPr lang="fr-FR" dirty="0" err="1" smtClean="0"/>
              <a:t>again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3-  ÉCOUTE LES CLOCHES SONNER ELLES CHANTENT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Hear</a:t>
            </a:r>
            <a:r>
              <a:rPr lang="fr-FR" dirty="0" smtClean="0"/>
              <a:t> the </a:t>
            </a:r>
            <a:r>
              <a:rPr lang="fr-FR" dirty="0" err="1" smtClean="0"/>
              <a:t>bells</a:t>
            </a:r>
            <a:r>
              <a:rPr lang="fr-FR" dirty="0" smtClean="0"/>
              <a:t> </a:t>
            </a:r>
            <a:r>
              <a:rPr lang="fr-FR" dirty="0" err="1" smtClean="0"/>
              <a:t>ringing</a:t>
            </a: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CHRIST EST RESSUSCITÉ DES MORTS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Christ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risen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the </a:t>
            </a:r>
            <a:r>
              <a:rPr lang="fr-FR" dirty="0" err="1" smtClean="0"/>
              <a:t>dead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LES ANGES SUR LA PIERRE ROULÉE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The </a:t>
            </a:r>
            <a:r>
              <a:rPr lang="fr-FR" dirty="0" err="1" smtClean="0"/>
              <a:t>angel</a:t>
            </a:r>
            <a:r>
              <a:rPr lang="fr-FR" dirty="0" smtClean="0"/>
              <a:t> up on the </a:t>
            </a:r>
            <a:r>
              <a:rPr lang="fr-FR" dirty="0" err="1" smtClean="0"/>
              <a:t>tombstone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6-  DISAIENT : IL EST RESSUSCITÉ  COMME IL L’AVAIT DIT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Said</a:t>
            </a:r>
            <a:r>
              <a:rPr lang="fr-FR" dirty="0" smtClean="0"/>
              <a:t> He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risen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as He </a:t>
            </a:r>
            <a:r>
              <a:rPr lang="fr-FR" dirty="0" err="1" smtClean="0"/>
              <a:t>said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VITE MAINTENANT  ALLEZ DIRE À SES DISCIPLES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Said</a:t>
            </a:r>
            <a:r>
              <a:rPr lang="fr-FR" dirty="0" smtClean="0"/>
              <a:t> He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risen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as He </a:t>
            </a:r>
            <a:r>
              <a:rPr lang="fr-FR" dirty="0" err="1" smtClean="0"/>
              <a:t>said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QUE JÉSUS-CHRIST N’EST PLUS MORT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That </a:t>
            </a:r>
            <a:r>
              <a:rPr lang="fr-FR" dirty="0" err="1" smtClean="0"/>
              <a:t>Jesus</a:t>
            </a:r>
            <a:r>
              <a:rPr lang="fr-FR" dirty="0" smtClean="0"/>
              <a:t> Christ </a:t>
            </a:r>
            <a:r>
              <a:rPr lang="fr-FR" dirty="0" err="1" smtClean="0"/>
              <a:t>is</a:t>
            </a:r>
            <a:r>
              <a:rPr lang="fr-FR" dirty="0" smtClean="0"/>
              <a:t> no longer </a:t>
            </a:r>
            <a:r>
              <a:rPr lang="fr-FR" dirty="0" err="1" smtClean="0"/>
              <a:t>dead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9-  JOIE DANS LE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Joy to the world!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10-  IL EST RESSUSCITÉ ! ALLÉLUIA ! IL EST RESSUSCITÉ ! ALLÉLUIA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He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risen</a:t>
            </a:r>
            <a:r>
              <a:rPr lang="fr-FR" dirty="0" smtClean="0"/>
              <a:t>, </a:t>
            </a:r>
            <a:r>
              <a:rPr lang="fr-FR" dirty="0" err="1" smtClean="0"/>
              <a:t>Alleluia</a:t>
            </a:r>
            <a:r>
              <a:rPr lang="fr-FR" dirty="0" smtClean="0"/>
              <a:t>! He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risen</a:t>
            </a:r>
            <a:r>
              <a:rPr lang="fr-FR" dirty="0" smtClean="0"/>
              <a:t>, </a:t>
            </a:r>
            <a:r>
              <a:rPr lang="fr-FR" dirty="0" err="1" smtClean="0"/>
              <a:t>Alleluia</a:t>
            </a:r>
            <a:r>
              <a:rPr lang="fr-FR" dirty="0" smtClean="0"/>
              <a:t>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11-  IL EST RESSUSCITÉ ! ALLÉLUIA ! ALLÉLUIA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He's</a:t>
            </a:r>
            <a:r>
              <a:rPr lang="fr-FR" dirty="0" smtClean="0"/>
              <a:t> </a:t>
            </a:r>
            <a:r>
              <a:rPr lang="fr-FR" dirty="0" err="1" smtClean="0"/>
              <a:t>risen</a:t>
            </a:r>
            <a:r>
              <a:rPr lang="fr-FR" dirty="0" smtClean="0"/>
              <a:t>! </a:t>
            </a:r>
            <a:r>
              <a:rPr lang="fr-FR" dirty="0" err="1" smtClean="0"/>
              <a:t>Alleluia</a:t>
            </a:r>
            <a:r>
              <a:rPr lang="fr-FR" dirty="0" smtClean="0"/>
              <a:t>! </a:t>
            </a:r>
            <a:r>
              <a:rPr lang="fr-FR" dirty="0" err="1" smtClean="0"/>
              <a:t>Alleluia</a:t>
            </a:r>
            <a:r>
              <a:rPr lang="fr-FR" dirty="0" smtClean="0"/>
              <a:t>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Pont:
12-  CHRIST LE SEIGNEUR  EST RESSUSCITÉ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Christ the Lord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risen</a:t>
            </a:r>
            <a:r>
              <a:rPr lang="fr-FR" dirty="0" smtClean="0"/>
              <a:t> </a:t>
            </a:r>
            <a:r>
              <a:rPr lang="fr-FR" dirty="0" err="1" smtClean="0"/>
              <a:t>today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ÉCOUTE LES CLOCHES SONNER ELLES CHANTENT </a:t>
            </a:r>
          </a:p>
          <a:p>
            <a:r>
              <a:rPr lang="fr-FR" smtClean="0"/>
              <a:t>Hear the bells ringing They're singing</a:t>
            </a:r>
          </a:p>
          <a:p>
            <a:r>
              <a:rPr lang="fr-FR" smtClean="0"/>
              <a:t>2-  QUE NOUS POUVONS  NAÎTRE DE NOUVEAU</a:t>
            </a:r>
          </a:p>
          <a:p>
            <a:r>
              <a:rPr lang="fr-FR" smtClean="0"/>
              <a:t>That we can be born again</a:t>
            </a:r>
          </a:p>
          <a:p>
            <a:r>
              <a:rPr lang="fr-FR" smtClean="0"/>
              <a:t> 3-  ÉCOUTE LES CLOCHES SONNER ELLES CHANTENT </a:t>
            </a:r>
          </a:p>
          <a:p>
            <a:r>
              <a:rPr lang="fr-FR" smtClean="0"/>
              <a:t>Hear the bells ringing </a:t>
            </a:r>
          </a:p>
          <a:p>
            <a:r>
              <a:rPr lang="fr-FR" smtClean="0"/>
              <a:t>4-  CHRIST EST RESSUSCITÉ DES MORTS</a:t>
            </a:r>
          </a:p>
          <a:p>
            <a:r>
              <a:rPr lang="fr-FR" smtClean="0"/>
              <a:t>Christ is risen from the dead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5-  LES ANGES SUR LA PIERRE ROULÉE</a:t>
            </a:r>
          </a:p>
          <a:p>
            <a:r>
              <a:rPr lang="fr-FR" smtClean="0"/>
              <a:t>The angel up on the tombstone</a:t>
            </a:r>
          </a:p>
          <a:p>
            <a:r>
              <a:rPr lang="fr-FR" smtClean="0"/>
              <a:t> 6-  DISAIENT : IL EST RESSUSCITÉ  COMME IL L’AVAIT DIT </a:t>
            </a:r>
          </a:p>
          <a:p>
            <a:r>
              <a:rPr lang="fr-FR" smtClean="0"/>
              <a:t>Said He is risen just as He said</a:t>
            </a:r>
          </a:p>
          <a:p>
            <a:r>
              <a:rPr lang="fr-FR" smtClean="0"/>
              <a:t>7-  VITE MAINTENANT  ALLEZ DIRE À SES DISCIPLES </a:t>
            </a:r>
          </a:p>
          <a:p>
            <a:r>
              <a:rPr lang="fr-FR" smtClean="0"/>
              <a:t>Said He is risen just as He said</a:t>
            </a:r>
          </a:p>
          <a:p>
            <a:r>
              <a:rPr lang="fr-FR" smtClean="0"/>
              <a:t>8-  QUE JÉSUS-CHRIST N’EST PLUS MORT </a:t>
            </a:r>
          </a:p>
          <a:p>
            <a:r>
              <a:rPr lang="fr-FR" smtClean="0"/>
              <a:t>That Jesus Christ is no longer dead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9-  JOIE DANS LE MONDE </a:t>
            </a:r>
          </a:p>
          <a:p>
            <a:r>
              <a:rPr lang="fr-FR" smtClean="0"/>
              <a:t>	Joy to the world!</a:t>
            </a:r>
          </a:p>
          <a:p>
            <a:r>
              <a:rPr lang="fr-FR" smtClean="0"/>
              <a:t>	10-  IL EST RESSUSCITÉ ! ALLÉLUIA ! IL EST RESSUSCITÉ ! ALLÉLUIA ! </a:t>
            </a:r>
          </a:p>
          <a:p>
            <a:r>
              <a:rPr lang="fr-FR" smtClean="0"/>
              <a:t>	He is risen, Alleluia! He is risen, Alleluia!</a:t>
            </a:r>
          </a:p>
          <a:p>
            <a:r>
              <a:rPr lang="fr-FR" smtClean="0"/>
              <a:t>	11-  IL EST RESSUSCITÉ ! ALLÉLUIA ! ALLÉLUIA ! </a:t>
            </a:r>
          </a:p>
          <a:p>
            <a:r>
              <a:rPr lang="fr-FR" smtClean="0"/>
              <a:t>	He's risen! Alleluia! Alleluia!</a:t>
            </a:r>
          </a:p>
          <a:p>
            <a:endParaRPr lang="fr-FR" smtClean="0"/>
          </a:p>
          <a:p>
            <a:r>
              <a:rPr lang="fr-FR" smtClean="0"/>
              <a:t>Couplet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Pont:
12-  CHRIST LE SEIGNEUR  EST RESSUSCITÉ AUJOURD’HUI </a:t>
            </a:r>
          </a:p>
          <a:p>
            <a:r>
              <a:rPr lang="fr-FR" smtClean="0"/>
              <a:t>Christ the Lord is risen today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ÉCOUTE LES CLOCHES SONNER ELLES CHANTENT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Hear the bells ringing They're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 NOUS POUVONS  NAÎTRE DE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we can be born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ÉCOUTE LES CLOCHES SONNER ELLES CHANTENT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Hear the bells ringing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CHRIST EST RESSUSCITÉ DES MORTS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Christ is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ANGES SUR LA PIERRE ROULÉE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angel up on the tombstone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DISAIENT : IL EST RESSUSCITÉ  COMME IL L’AVAIT DIT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Said He is risen just as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VITE MAINTENANT  ALLEZ DIRE À SES DISCIPLES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Said He is risen just as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JÉSUS-CHRIST N’EST PLUS MORT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Jesus Christ is no longer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JOIE DANS LE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Joy to the world!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EST RESSUSCITÉ ! ALLÉLUIA ! IL EST RESSUSCITÉ ! ALLÉLUIA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 is risen, Alleluia! He is risen, Alleluia!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IL EST RESSUSCITÉ ! ALLÉLUIA ! ALLÉLUIA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He's risen! Alleluia! Alleluia!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CHRIST LE SEIGNEUR  EST RESSUSCITÉ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Christ the Lord is risen today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ÉCOUTE LES CLOCHES SONNER ELLES CHANTENT </a:t>
            </a:r>
          </a:p>
          <a:p>
            <a:r>
              <a:rPr lang="fr-FR" smtClean="0"/>
              <a:t>Hear the bells ringing They're singing</a:t>
            </a:r>
          </a:p>
          <a:p>
            <a:r>
              <a:rPr lang="fr-FR" smtClean="0"/>
              <a:t>2-  QUE NOUS POUVONS  NAÎTRE DE NOUVEAU</a:t>
            </a:r>
          </a:p>
          <a:p>
            <a:r>
              <a:rPr lang="fr-FR" smtClean="0"/>
              <a:t>That we can be born again</a:t>
            </a:r>
          </a:p>
          <a:p>
            <a:r>
              <a:rPr lang="fr-FR" smtClean="0"/>
              <a:t> 3-  ÉCOUTE LES CLOCHES SONNER ELLES CHANTENT </a:t>
            </a:r>
          </a:p>
          <a:p>
            <a:r>
              <a:rPr lang="fr-FR" smtClean="0"/>
              <a:t>Hear the bells ringing </a:t>
            </a:r>
          </a:p>
          <a:p>
            <a:r>
              <a:rPr lang="fr-FR" smtClean="0"/>
              <a:t>4-  CHRIST EST RESSUSCITÉ DES MORTS</a:t>
            </a:r>
          </a:p>
          <a:p>
            <a:r>
              <a:rPr lang="fr-FR" smtClean="0"/>
              <a:t>Christ is risen from the dead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5-  LES ANGES SUR LA PIERRE ROULÉE</a:t>
            </a:r>
          </a:p>
          <a:p>
            <a:r>
              <a:rPr lang="fr-FR" smtClean="0"/>
              <a:t>The angel up on the tombstone</a:t>
            </a:r>
          </a:p>
          <a:p>
            <a:r>
              <a:rPr lang="fr-FR" smtClean="0"/>
              <a:t> 6-  DISAIENT : IL EST RESSUSCITÉ  COMME IL L’AVAIT DIT </a:t>
            </a:r>
          </a:p>
          <a:p>
            <a:r>
              <a:rPr lang="fr-FR" smtClean="0"/>
              <a:t>Said He is risen just as He said</a:t>
            </a:r>
          </a:p>
          <a:p>
            <a:r>
              <a:rPr lang="fr-FR" smtClean="0"/>
              <a:t>7-  VITE MAINTENANT  ALLEZ DIRE À SES DISCIPLES </a:t>
            </a:r>
          </a:p>
          <a:p>
            <a:r>
              <a:rPr lang="fr-FR" smtClean="0"/>
              <a:t>Said He is risen just as He said</a:t>
            </a:r>
          </a:p>
          <a:p>
            <a:r>
              <a:rPr lang="fr-FR" smtClean="0"/>
              <a:t>8-  QUE JÉSUS-CHRIST N’EST PLUS MORT </a:t>
            </a:r>
          </a:p>
          <a:p>
            <a:r>
              <a:rPr lang="fr-FR" smtClean="0"/>
              <a:t>That Jesus Christ is no longer dead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9-  JOIE DANS LE MONDE </a:t>
            </a:r>
          </a:p>
          <a:p>
            <a:r>
              <a:rPr lang="fr-FR" smtClean="0"/>
              <a:t>	Joy to the world!</a:t>
            </a:r>
          </a:p>
          <a:p>
            <a:r>
              <a:rPr lang="fr-FR" smtClean="0"/>
              <a:t>	10-  IL EST RESSUSCITÉ ! ALLÉLUIA ! IL EST RESSUSCITÉ ! ALLÉLUIA ! </a:t>
            </a:r>
          </a:p>
          <a:p>
            <a:r>
              <a:rPr lang="fr-FR" smtClean="0"/>
              <a:t>	He is risen, Alleluia! He is risen, Alleluia!</a:t>
            </a:r>
          </a:p>
          <a:p>
            <a:r>
              <a:rPr lang="fr-FR" smtClean="0"/>
              <a:t>	11-  IL EST RESSUSCITÉ ! ALLÉLUIA ! ALLÉLUIA ! </a:t>
            </a:r>
          </a:p>
          <a:p>
            <a:r>
              <a:rPr lang="fr-FR" smtClean="0"/>
              <a:t>	He's risen! Alleluia! Alleluia!</a:t>
            </a:r>
          </a:p>
          <a:p>
            <a:endParaRPr lang="fr-FR" smtClean="0"/>
          </a:p>
          <a:p>
            <a:r>
              <a:rPr lang="fr-FR" smtClean="0"/>
              <a:t>Couplet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Pont:
12-  CHRIST LE SEIGNEUR  EST RESSUSCITÉ AUJOURD’HUI </a:t>
            </a:r>
          </a:p>
          <a:p>
            <a:r>
              <a:rPr lang="fr-FR" smtClean="0"/>
              <a:t>Christ the Lord is risen today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ÉCOUTE LES CLOCHES SONNER ELLES CHANTENT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Hear the bells ringing They're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 NOUS POUVONS  NAÎTRE DE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we can be born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ÉCOUTE LES CLOCHES SONNER ELLES CHANTENT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Hear the bells ringing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CHRIST EST RESSUSCITÉ DES MORTS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Christ is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ANGES SUR LA PIERRE ROULÉE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angel up on the tombstone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DISAIENT : IL EST RESSUSCITÉ  COMME IL L’AVAIT DIT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Said He is risen just as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VITE MAINTENANT  ALLEZ DIRE À SES DISCIPLES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Said He is risen just as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JÉSUS-CHRIST N’EST PLUS MORT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Jesus Christ is no longer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JOIE DANS LE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Joy to the world!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EST RESSUSCITÉ ! ALLÉLUIA ! IL EST RESSUSCITÉ ! ALLÉLUIA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 is risen, Alleluia! He is risen, Alleluia!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IL EST RESSUSCITÉ ! ALLÉLUIA ! ALLÉLUIA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He's risen! Alleluia! Alleluia!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CHRIST LE SEIGNEUR  EST RESSUSCITÉ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Christ the Lord is risen today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ÉCOUTE LES CLOCHES SONNER ELLES CHANTENT </a:t>
            </a:r>
          </a:p>
          <a:p>
            <a:r>
              <a:rPr lang="fr-FR" smtClean="0"/>
              <a:t>Hear the bells ringing They're singing</a:t>
            </a:r>
          </a:p>
          <a:p>
            <a:r>
              <a:rPr lang="fr-FR" smtClean="0"/>
              <a:t>2-  QUE NOUS POUVONS  NAÎTRE DE NOUVEAU</a:t>
            </a:r>
          </a:p>
          <a:p>
            <a:r>
              <a:rPr lang="fr-FR" smtClean="0"/>
              <a:t>That we can be born again</a:t>
            </a:r>
          </a:p>
          <a:p>
            <a:r>
              <a:rPr lang="fr-FR" smtClean="0"/>
              <a:t> 3-  ÉCOUTE LES CLOCHES SONNER ELLES CHANTENT </a:t>
            </a:r>
          </a:p>
          <a:p>
            <a:r>
              <a:rPr lang="fr-FR" smtClean="0"/>
              <a:t>Hear the bells ringing </a:t>
            </a:r>
          </a:p>
          <a:p>
            <a:r>
              <a:rPr lang="fr-FR" smtClean="0"/>
              <a:t>4-  CHRIST EST RESSUSCITÉ DES MORTS</a:t>
            </a:r>
          </a:p>
          <a:p>
            <a:r>
              <a:rPr lang="fr-FR" smtClean="0"/>
              <a:t>Christ is risen from the dead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5-  LES ANGES SUR LA PIERRE ROULÉE</a:t>
            </a:r>
          </a:p>
          <a:p>
            <a:r>
              <a:rPr lang="fr-FR" smtClean="0"/>
              <a:t>The angel up on the tombstone</a:t>
            </a:r>
          </a:p>
          <a:p>
            <a:r>
              <a:rPr lang="fr-FR" smtClean="0"/>
              <a:t> 6-  DISAIENT : IL EST RESSUSCITÉ  COMME IL L’AVAIT DIT </a:t>
            </a:r>
          </a:p>
          <a:p>
            <a:r>
              <a:rPr lang="fr-FR" smtClean="0"/>
              <a:t>Said He is risen just as He said</a:t>
            </a:r>
          </a:p>
          <a:p>
            <a:r>
              <a:rPr lang="fr-FR" smtClean="0"/>
              <a:t>7-  VITE MAINTENANT  ALLEZ DIRE À SES DISCIPLES </a:t>
            </a:r>
          </a:p>
          <a:p>
            <a:r>
              <a:rPr lang="fr-FR" smtClean="0"/>
              <a:t>Said He is risen just as He said</a:t>
            </a:r>
          </a:p>
          <a:p>
            <a:r>
              <a:rPr lang="fr-FR" smtClean="0"/>
              <a:t>8-  QUE JÉSUS-CHRIST N’EST PLUS MORT </a:t>
            </a:r>
          </a:p>
          <a:p>
            <a:r>
              <a:rPr lang="fr-FR" smtClean="0"/>
              <a:t>That Jesus Christ is no longer dead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9-  JOIE DANS LE MONDE </a:t>
            </a:r>
          </a:p>
          <a:p>
            <a:r>
              <a:rPr lang="fr-FR" smtClean="0"/>
              <a:t>	Joy to the world!</a:t>
            </a:r>
          </a:p>
          <a:p>
            <a:r>
              <a:rPr lang="fr-FR" smtClean="0"/>
              <a:t>	10-  IL EST RESSUSCITÉ ! ALLÉLUIA ! IL EST RESSUSCITÉ ! ALLÉLUIA ! </a:t>
            </a:r>
          </a:p>
          <a:p>
            <a:r>
              <a:rPr lang="fr-FR" smtClean="0"/>
              <a:t>	He is risen, Alleluia! He is risen, Alleluia!</a:t>
            </a:r>
          </a:p>
          <a:p>
            <a:r>
              <a:rPr lang="fr-FR" smtClean="0"/>
              <a:t>	11-  IL EST RESSUSCITÉ ! ALLÉLUIA ! ALLÉLUIA ! </a:t>
            </a:r>
          </a:p>
          <a:p>
            <a:r>
              <a:rPr lang="fr-FR" smtClean="0"/>
              <a:t>	He's risen! Alleluia! Alleluia!</a:t>
            </a:r>
          </a:p>
          <a:p>
            <a:endParaRPr lang="fr-FR" smtClean="0"/>
          </a:p>
          <a:p>
            <a:r>
              <a:rPr lang="fr-FR" smtClean="0"/>
              <a:t>Couplet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Pont:
12-  CHRIST LE SEIGNEUR  EST RESSUSCITÉ AUJOURD’HUI </a:t>
            </a:r>
          </a:p>
          <a:p>
            <a:r>
              <a:rPr lang="fr-FR" smtClean="0"/>
              <a:t>Christ the Lord is risen today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ÉCOUTE LES CLOCHES SONNER ELLES CHANTENT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Hear the bells ringing They're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 NOUS POUVONS  NAÎTRE DE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we can be born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ÉCOUTE LES CLOCHES SONNER ELLES CHANTENT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Hear the bells ringing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CHRIST EST RESSUSCITÉ DES MORTS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Christ is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ANGES SUR LA PIERRE ROULÉE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angel up on the tombstone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DISAIENT : IL EST RESSUSCITÉ  COMME IL L’AVAIT DIT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Said He is risen just as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VITE MAINTENANT  ALLEZ DIRE À SES DISCIPLES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Said He is risen just as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JÉSUS-CHRIST N’EST PLUS MORT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Jesus Christ is no longer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JOIE DANS LE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Joy to the world!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EST RESSUSCITÉ ! ALLÉLUIA ! IL EST RESSUSCITÉ ! ALLÉLUIA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 is risen, Alleluia! He is risen, Alleluia!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IL EST RESSUSCITÉ ! ALLÉLUIA ! ALLÉLUIA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He's risen! Alleluia! Alleluia!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CHRIST LE SEIGNEUR  EST RESSUSCITÉ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Christ the Lord is risen today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ÉCOUTE LES CLOCHES SONNER ELLES CHANTENT </a:t>
            </a:r>
          </a:p>
          <a:p>
            <a:r>
              <a:rPr lang="fr-FR" smtClean="0"/>
              <a:t>Hear the bells ringing They're singing</a:t>
            </a:r>
          </a:p>
          <a:p>
            <a:r>
              <a:rPr lang="fr-FR" smtClean="0"/>
              <a:t>2-  QUE NOUS POUVONS  NAÎTRE DE NOUVEAU</a:t>
            </a:r>
          </a:p>
          <a:p>
            <a:r>
              <a:rPr lang="fr-FR" smtClean="0"/>
              <a:t>That we can be born again</a:t>
            </a:r>
          </a:p>
          <a:p>
            <a:r>
              <a:rPr lang="fr-FR" smtClean="0"/>
              <a:t> 3-  ÉCOUTE LES CLOCHES SONNER ELLES CHANTENT </a:t>
            </a:r>
          </a:p>
          <a:p>
            <a:r>
              <a:rPr lang="fr-FR" smtClean="0"/>
              <a:t>Hear the bells ringing </a:t>
            </a:r>
          </a:p>
          <a:p>
            <a:r>
              <a:rPr lang="fr-FR" smtClean="0"/>
              <a:t>4-  CHRIST EST RESSUSCITÉ DES MORTS</a:t>
            </a:r>
          </a:p>
          <a:p>
            <a:r>
              <a:rPr lang="fr-FR" smtClean="0"/>
              <a:t>Christ is risen from the dead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5-  LES ANGES SUR LA PIERRE ROULÉE</a:t>
            </a:r>
          </a:p>
          <a:p>
            <a:r>
              <a:rPr lang="fr-FR" smtClean="0"/>
              <a:t>The angel up on the tombstone</a:t>
            </a:r>
          </a:p>
          <a:p>
            <a:r>
              <a:rPr lang="fr-FR" smtClean="0"/>
              <a:t> 6-  DISAIENT : IL EST RESSUSCITÉ  COMME IL L’AVAIT DIT </a:t>
            </a:r>
          </a:p>
          <a:p>
            <a:r>
              <a:rPr lang="fr-FR" smtClean="0"/>
              <a:t>Said He is risen just as He said</a:t>
            </a:r>
          </a:p>
          <a:p>
            <a:r>
              <a:rPr lang="fr-FR" smtClean="0"/>
              <a:t>7-  VITE MAINTENANT  ALLEZ DIRE À SES DISCIPLES </a:t>
            </a:r>
          </a:p>
          <a:p>
            <a:r>
              <a:rPr lang="fr-FR" smtClean="0"/>
              <a:t>Said He is risen just as He said</a:t>
            </a:r>
          </a:p>
          <a:p>
            <a:r>
              <a:rPr lang="fr-FR" smtClean="0"/>
              <a:t>8-  QUE JÉSUS-CHRIST N’EST PLUS MORT </a:t>
            </a:r>
          </a:p>
          <a:p>
            <a:r>
              <a:rPr lang="fr-FR" smtClean="0"/>
              <a:t>That Jesus Christ is no longer dead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9-  JOIE DANS LE MONDE </a:t>
            </a:r>
          </a:p>
          <a:p>
            <a:r>
              <a:rPr lang="fr-FR" smtClean="0"/>
              <a:t>	Joy to the world!</a:t>
            </a:r>
          </a:p>
          <a:p>
            <a:r>
              <a:rPr lang="fr-FR" smtClean="0"/>
              <a:t>	10-  IL EST RESSUSCITÉ ! ALLÉLUIA ! IL EST RESSUSCITÉ ! ALLÉLUIA ! </a:t>
            </a:r>
          </a:p>
          <a:p>
            <a:r>
              <a:rPr lang="fr-FR" smtClean="0"/>
              <a:t>	He is risen, Alleluia! He is risen, Alleluia!</a:t>
            </a:r>
          </a:p>
          <a:p>
            <a:r>
              <a:rPr lang="fr-FR" smtClean="0"/>
              <a:t>	11-  IL EST RESSUSCITÉ ! ALLÉLUIA ! ALLÉLUIA ! </a:t>
            </a:r>
          </a:p>
          <a:p>
            <a:r>
              <a:rPr lang="fr-FR" smtClean="0"/>
              <a:t>	He's risen! Alleluia! Alleluia!</a:t>
            </a:r>
          </a:p>
          <a:p>
            <a:endParaRPr lang="fr-FR" smtClean="0"/>
          </a:p>
          <a:p>
            <a:r>
              <a:rPr lang="fr-FR" smtClean="0"/>
              <a:t>Couplet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Pont:
12-  CHRIST LE SEIGNEUR  EST RESSUSCITÉ AUJOURD’HUI </a:t>
            </a:r>
          </a:p>
          <a:p>
            <a:r>
              <a:rPr lang="fr-FR" smtClean="0"/>
              <a:t>Christ the Lord is risen today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ÉCOUTE LES CLOCHES SONNER ELLES CHANTENT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Hear the bells ringing They're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 NOUS POUVONS  NAÎTRE DE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we can be born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ÉCOUTE LES CLOCHES SONNER ELLES CHANTENT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Hear the bells ringing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CHRIST EST RESSUSCITÉ DES MORTS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Christ is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ANGES SUR LA PIERRE ROULÉE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angel up on the tombstone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DISAIENT : IL EST RESSUSCITÉ  COMME IL L’AVAIT DIT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Said He is risen just as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VITE MAINTENANT  ALLEZ DIRE À SES DISCIPLES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Said He is risen just as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JÉSUS-CHRIST N’EST PLUS MORT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Jesus Christ is no longer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JOIE DANS LE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Joy to the world!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EST RESSUSCITÉ ! ALLÉLUIA ! IL EST RESSUSCITÉ ! ALLÉLUIA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 is risen, Alleluia! He is risen, Alleluia!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IL EST RESSUSCITÉ ! ALLÉLUIA ! ALLÉLUIA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He's risen! Alleluia! Alleluia!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CHRIST LE SEIGNEUR  EST RESSUSCITÉ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Christ the Lord is risen today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ÉCOUTE LES CLOCHES SONNER ELLES CHANTENT </a:t>
            </a:r>
          </a:p>
          <a:p>
            <a:r>
              <a:rPr lang="fr-FR" smtClean="0"/>
              <a:t>Hear the bells ringing They're singing</a:t>
            </a:r>
          </a:p>
          <a:p>
            <a:r>
              <a:rPr lang="fr-FR" smtClean="0"/>
              <a:t>2-  QUE NOUS POUVONS  NAÎTRE DE NOUVEAU</a:t>
            </a:r>
          </a:p>
          <a:p>
            <a:r>
              <a:rPr lang="fr-FR" smtClean="0"/>
              <a:t>That we can be born again</a:t>
            </a:r>
          </a:p>
          <a:p>
            <a:r>
              <a:rPr lang="fr-FR" smtClean="0"/>
              <a:t> 3-  ÉCOUTE LES CLOCHES SONNER ELLES CHANTENT </a:t>
            </a:r>
          </a:p>
          <a:p>
            <a:r>
              <a:rPr lang="fr-FR" smtClean="0"/>
              <a:t>Hear the bells ringing </a:t>
            </a:r>
          </a:p>
          <a:p>
            <a:r>
              <a:rPr lang="fr-FR" smtClean="0"/>
              <a:t>4-  CHRIST EST RESSUSCITÉ DES MORTS</a:t>
            </a:r>
          </a:p>
          <a:p>
            <a:r>
              <a:rPr lang="fr-FR" smtClean="0"/>
              <a:t>Christ is risen from the dead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5-  LES ANGES SUR LA PIERRE ROULÉE</a:t>
            </a:r>
          </a:p>
          <a:p>
            <a:r>
              <a:rPr lang="fr-FR" smtClean="0"/>
              <a:t>The angel up on the tombstone</a:t>
            </a:r>
          </a:p>
          <a:p>
            <a:r>
              <a:rPr lang="fr-FR" smtClean="0"/>
              <a:t> 6-  DISAIENT : IL EST RESSUSCITÉ  COMME IL L’AVAIT DIT </a:t>
            </a:r>
          </a:p>
          <a:p>
            <a:r>
              <a:rPr lang="fr-FR" smtClean="0"/>
              <a:t>Said He is risen just as He said</a:t>
            </a:r>
          </a:p>
          <a:p>
            <a:r>
              <a:rPr lang="fr-FR" smtClean="0"/>
              <a:t>7-  VITE MAINTENANT  ALLEZ DIRE À SES DISCIPLES </a:t>
            </a:r>
          </a:p>
          <a:p>
            <a:r>
              <a:rPr lang="fr-FR" smtClean="0"/>
              <a:t>Said He is risen just as He said</a:t>
            </a:r>
          </a:p>
          <a:p>
            <a:r>
              <a:rPr lang="fr-FR" smtClean="0"/>
              <a:t>8-  QUE JÉSUS-CHRIST N’EST PLUS MORT </a:t>
            </a:r>
          </a:p>
          <a:p>
            <a:r>
              <a:rPr lang="fr-FR" smtClean="0"/>
              <a:t>That Jesus Christ is no longer dead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9-  JOIE DANS LE MONDE </a:t>
            </a:r>
          </a:p>
          <a:p>
            <a:r>
              <a:rPr lang="fr-FR" smtClean="0"/>
              <a:t>	Joy to the world!</a:t>
            </a:r>
          </a:p>
          <a:p>
            <a:r>
              <a:rPr lang="fr-FR" smtClean="0"/>
              <a:t>	10-  IL EST RESSUSCITÉ ! ALLÉLUIA ! IL EST RESSUSCITÉ ! ALLÉLUIA ! </a:t>
            </a:r>
          </a:p>
          <a:p>
            <a:r>
              <a:rPr lang="fr-FR" smtClean="0"/>
              <a:t>	He is risen, Alleluia! He is risen, Alleluia!</a:t>
            </a:r>
          </a:p>
          <a:p>
            <a:r>
              <a:rPr lang="fr-FR" smtClean="0"/>
              <a:t>	11-  IL EST RESSUSCITÉ ! ALLÉLUIA ! ALLÉLUIA ! </a:t>
            </a:r>
          </a:p>
          <a:p>
            <a:r>
              <a:rPr lang="fr-FR" smtClean="0"/>
              <a:t>	He's risen! Alleluia! Alleluia!</a:t>
            </a:r>
          </a:p>
          <a:p>
            <a:endParaRPr lang="fr-FR" smtClean="0"/>
          </a:p>
          <a:p>
            <a:r>
              <a:rPr lang="fr-FR" smtClean="0"/>
              <a:t>Couplet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Pont:
12-  CHRIST LE SEIGNEUR  EST RESSUSCITÉ AUJOURD’HUI </a:t>
            </a:r>
          </a:p>
          <a:p>
            <a:r>
              <a:rPr lang="fr-FR" smtClean="0"/>
              <a:t>Christ the Lord is risen today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ÉCOUTE LES CLOCHES SONNER ELLES CHANTENT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Hear the bells ringing They're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 NOUS POUVONS  NAÎTRE DE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we can be born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ÉCOUTE LES CLOCHES SONNER ELLES CHANTENT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Hear the bells ringing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CHRIST EST RESSUSCITÉ DES MORTS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Christ is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ANGES SUR LA PIERRE ROULÉE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angel up on the tombstone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DISAIENT : IL EST RESSUSCITÉ  COMME IL L’AVAIT DIT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Said He is risen just as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VITE MAINTENANT  ALLEZ DIRE À SES DISCIPLES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Said He is risen just as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JÉSUS-CHRIST N’EST PLUS MORT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Jesus Christ is no longer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JOIE DANS LE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Joy to the world!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EST RESSUSCITÉ ! ALLÉLUIA ! IL EST RESSUSCITÉ ! ALLÉLUIA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 is risen, Alleluia! He is risen, Alleluia!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IL EST RESSUSCITÉ ! ALLÉLUIA ! ALLÉLUIA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He's risen! Alleluia! Alleluia!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CHRIST LE SEIGNEUR  EST RESSUSCITÉ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Christ the Lord is risen today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ÉCOUTE LES CLOCHES SONNER ELLES CHANTENT </a:t>
            </a:r>
          </a:p>
          <a:p>
            <a:r>
              <a:rPr lang="fr-FR" smtClean="0"/>
              <a:t>Hear the bells ringing They're singing</a:t>
            </a:r>
          </a:p>
          <a:p>
            <a:r>
              <a:rPr lang="fr-FR" smtClean="0"/>
              <a:t>2-  QUE NOUS POUVONS  NAÎTRE DE NOUVEAU</a:t>
            </a:r>
          </a:p>
          <a:p>
            <a:r>
              <a:rPr lang="fr-FR" smtClean="0"/>
              <a:t>That we can be born again</a:t>
            </a:r>
          </a:p>
          <a:p>
            <a:r>
              <a:rPr lang="fr-FR" smtClean="0"/>
              <a:t> 3-  ÉCOUTE LES CLOCHES SONNER ELLES CHANTENT </a:t>
            </a:r>
          </a:p>
          <a:p>
            <a:r>
              <a:rPr lang="fr-FR" smtClean="0"/>
              <a:t>Hear the bells ringing </a:t>
            </a:r>
          </a:p>
          <a:p>
            <a:r>
              <a:rPr lang="fr-FR" smtClean="0"/>
              <a:t>4-  CHRIST EST RESSUSCITÉ DES MORTS</a:t>
            </a:r>
          </a:p>
          <a:p>
            <a:r>
              <a:rPr lang="fr-FR" smtClean="0"/>
              <a:t>Christ is risen from the dead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5-  LES ANGES SUR LA PIERRE ROULÉE</a:t>
            </a:r>
          </a:p>
          <a:p>
            <a:r>
              <a:rPr lang="fr-FR" smtClean="0"/>
              <a:t>The angel up on the tombstone</a:t>
            </a:r>
          </a:p>
          <a:p>
            <a:r>
              <a:rPr lang="fr-FR" smtClean="0"/>
              <a:t> 6-  DISAIENT : IL EST RESSUSCITÉ  COMME IL L’AVAIT DIT </a:t>
            </a:r>
          </a:p>
          <a:p>
            <a:r>
              <a:rPr lang="fr-FR" smtClean="0"/>
              <a:t>Said He is risen just as He said</a:t>
            </a:r>
          </a:p>
          <a:p>
            <a:r>
              <a:rPr lang="fr-FR" smtClean="0"/>
              <a:t>7-  VITE MAINTENANT  ALLEZ DIRE À SES DISCIPLES </a:t>
            </a:r>
          </a:p>
          <a:p>
            <a:r>
              <a:rPr lang="fr-FR" smtClean="0"/>
              <a:t>Said He is risen just as He said</a:t>
            </a:r>
          </a:p>
          <a:p>
            <a:r>
              <a:rPr lang="fr-FR" smtClean="0"/>
              <a:t>8-  QUE JÉSUS-CHRIST N’EST PLUS MORT </a:t>
            </a:r>
          </a:p>
          <a:p>
            <a:r>
              <a:rPr lang="fr-FR" smtClean="0"/>
              <a:t>That Jesus Christ is no longer dead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9-  JOIE DANS LE MONDE </a:t>
            </a:r>
          </a:p>
          <a:p>
            <a:r>
              <a:rPr lang="fr-FR" smtClean="0"/>
              <a:t>	Joy to the world!</a:t>
            </a:r>
          </a:p>
          <a:p>
            <a:r>
              <a:rPr lang="fr-FR" smtClean="0"/>
              <a:t>	10-  IL EST RESSUSCITÉ ! ALLÉLUIA ! IL EST RESSUSCITÉ ! ALLÉLUIA ! </a:t>
            </a:r>
          </a:p>
          <a:p>
            <a:r>
              <a:rPr lang="fr-FR" smtClean="0"/>
              <a:t>	He is risen, Alleluia! He is risen, Alleluia!</a:t>
            </a:r>
          </a:p>
          <a:p>
            <a:r>
              <a:rPr lang="fr-FR" smtClean="0"/>
              <a:t>	11-  IL EST RESSUSCITÉ ! ALLÉLUIA ! ALLÉLUIA ! </a:t>
            </a:r>
          </a:p>
          <a:p>
            <a:r>
              <a:rPr lang="fr-FR" smtClean="0"/>
              <a:t>	He's risen! Alleluia! Alleluia!</a:t>
            </a:r>
          </a:p>
          <a:p>
            <a:endParaRPr lang="fr-FR" smtClean="0"/>
          </a:p>
          <a:p>
            <a:r>
              <a:rPr lang="fr-FR" smtClean="0"/>
              <a:t>Couplet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Pont:
12-  CHRIST LE SEIGNEUR  EST RESSUSCITÉ AUJOURD’HUI </a:t>
            </a:r>
          </a:p>
          <a:p>
            <a:r>
              <a:rPr lang="fr-FR" smtClean="0"/>
              <a:t>Christ the Lord is risen today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ÉCOUTE LES CLOCHES SONNER ELLES CHANTENT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Hear the bells ringing They're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 NOUS POUVONS  NAÎTRE DE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we can be born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ÉCOUTE LES CLOCHES SONNER ELLES CHANTENT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Hear the bells ringing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CHRIST EST RESSUSCITÉ DES MORTS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Christ is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ANGES SUR LA PIERRE ROULÉE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angel up on the tombstone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DISAIENT : IL EST RESSUSCITÉ  COMME IL L’AVAIT DIT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Said He is risen just as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VITE MAINTENANT  ALLEZ DIRE À SES DISCIPLES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Said He is risen just as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JÉSUS-CHRIST N’EST PLUS MORT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Jesus Christ is no longer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JOIE DANS LE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Joy to the world!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EST RESSUSCITÉ ! ALLÉLUIA ! IL EST RESSUSCITÉ ! ALLÉLUIA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 is risen, Alleluia! He is risen, Alleluia!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IL EST RESSUSCITÉ ! ALLÉLUIA ! ALLÉLUIA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He's risen! Alleluia! Alleluia!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CHRIST LE SEIGNEUR  EST RESSUSCITÉ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Christ the Lord is risen today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ÉCOUTE LES CLOCHES SONNER ELLES CHANTENT </a:t>
            </a:r>
          </a:p>
          <a:p>
            <a:r>
              <a:rPr lang="fr-FR" smtClean="0"/>
              <a:t>Hear the bells ringing They're singing</a:t>
            </a:r>
          </a:p>
          <a:p>
            <a:r>
              <a:rPr lang="fr-FR" smtClean="0"/>
              <a:t>2-  QUE NOUS POUVONS  NAÎTRE DE NOUVEAU</a:t>
            </a:r>
          </a:p>
          <a:p>
            <a:r>
              <a:rPr lang="fr-FR" smtClean="0"/>
              <a:t>That we can be born again</a:t>
            </a:r>
          </a:p>
          <a:p>
            <a:r>
              <a:rPr lang="fr-FR" smtClean="0"/>
              <a:t> 3-  ÉCOUTE LES CLOCHES SONNER ELLES CHANTENT </a:t>
            </a:r>
          </a:p>
          <a:p>
            <a:r>
              <a:rPr lang="fr-FR" smtClean="0"/>
              <a:t>Hear the bells ringing </a:t>
            </a:r>
          </a:p>
          <a:p>
            <a:r>
              <a:rPr lang="fr-FR" smtClean="0"/>
              <a:t>4-  CHRIST EST RESSUSCITÉ DES MORTS</a:t>
            </a:r>
          </a:p>
          <a:p>
            <a:r>
              <a:rPr lang="fr-FR" smtClean="0"/>
              <a:t>Christ is risen from the dead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5-  LES ANGES SUR LA PIERRE ROULÉE</a:t>
            </a:r>
          </a:p>
          <a:p>
            <a:r>
              <a:rPr lang="fr-FR" smtClean="0"/>
              <a:t>The angel up on the tombstone</a:t>
            </a:r>
          </a:p>
          <a:p>
            <a:r>
              <a:rPr lang="fr-FR" smtClean="0"/>
              <a:t> 6-  DISAIENT : IL EST RESSUSCITÉ  COMME IL L’AVAIT DIT </a:t>
            </a:r>
          </a:p>
          <a:p>
            <a:r>
              <a:rPr lang="fr-FR" smtClean="0"/>
              <a:t>Said He is risen just as He said</a:t>
            </a:r>
          </a:p>
          <a:p>
            <a:r>
              <a:rPr lang="fr-FR" smtClean="0"/>
              <a:t>7-  VITE MAINTENANT  ALLEZ DIRE À SES DISCIPLES </a:t>
            </a:r>
          </a:p>
          <a:p>
            <a:r>
              <a:rPr lang="fr-FR" smtClean="0"/>
              <a:t>Said He is risen just as He said</a:t>
            </a:r>
          </a:p>
          <a:p>
            <a:r>
              <a:rPr lang="fr-FR" smtClean="0"/>
              <a:t>8-  QUE JÉSUS-CHRIST N’EST PLUS MORT </a:t>
            </a:r>
          </a:p>
          <a:p>
            <a:r>
              <a:rPr lang="fr-FR" smtClean="0"/>
              <a:t>That Jesus Christ is no longer dead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9-  JOIE DANS LE MONDE </a:t>
            </a:r>
          </a:p>
          <a:p>
            <a:r>
              <a:rPr lang="fr-FR" smtClean="0"/>
              <a:t>	Joy to the world!</a:t>
            </a:r>
          </a:p>
          <a:p>
            <a:r>
              <a:rPr lang="fr-FR" smtClean="0"/>
              <a:t>	10-  IL EST RESSUSCITÉ ! ALLÉLUIA ! IL EST RESSUSCITÉ ! ALLÉLUIA ! </a:t>
            </a:r>
          </a:p>
          <a:p>
            <a:r>
              <a:rPr lang="fr-FR" smtClean="0"/>
              <a:t>	He is risen, Alleluia! He is risen, Alleluia!</a:t>
            </a:r>
          </a:p>
          <a:p>
            <a:r>
              <a:rPr lang="fr-FR" smtClean="0"/>
              <a:t>	11-  IL EST RESSUSCITÉ ! ALLÉLUIA ! ALLÉLUIA ! </a:t>
            </a:r>
          </a:p>
          <a:p>
            <a:r>
              <a:rPr lang="fr-FR" smtClean="0"/>
              <a:t>	He's risen! Alleluia! Alleluia!</a:t>
            </a:r>
          </a:p>
          <a:p>
            <a:endParaRPr lang="fr-FR" smtClean="0"/>
          </a:p>
          <a:p>
            <a:r>
              <a:rPr lang="fr-FR" smtClean="0"/>
              <a:t>Couplet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Pont:
12-  CHRIST LE SEIGNEUR  EST RESSUSCITÉ AUJOURD’HUI </a:t>
            </a:r>
          </a:p>
          <a:p>
            <a:r>
              <a:rPr lang="fr-FR" smtClean="0"/>
              <a:t>Christ the Lord is risen today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ÉCOUTE LES CLOCHES SONNER ELLES CHANTENT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Hear the bells ringing They're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 NOUS POUVONS  NAÎTRE DE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we can be born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ÉCOUTE LES CLOCHES SONNER ELLES CHANTENT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Hear the bells ringing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CHRIST EST RESSUSCITÉ DES MORTS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Christ is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ANGES SUR LA PIERRE ROULÉE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angel up on the tombstone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DISAIENT : IL EST RESSUSCITÉ  COMME IL L’AVAIT DIT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Said He is risen just as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VITE MAINTENANT  ALLEZ DIRE À SES DISCIPLES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Said He is risen just as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JÉSUS-CHRIST N’EST PLUS MORT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Jesus Christ is no longer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JOIE DANS LE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Joy to the world!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EST RESSUSCITÉ ! ALLÉLUIA ! IL EST RESSUSCITÉ ! ALLÉLUIA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 is risen, Alleluia! He is risen, Alleluia!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IL EST RESSUSCITÉ ! ALLÉLUIA ! ALLÉLUIA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He's risen! Alleluia! Alleluia!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CHRIST LE SEIGNEUR  EST RESSUSCITÉ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Christ the Lord is risen today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ÉCOUTE LES CLOCHES SONNER ELLES CHANTENT </a:t>
            </a:r>
          </a:p>
          <a:p>
            <a:r>
              <a:rPr lang="fr-FR" smtClean="0"/>
              <a:t>Hear the bells ringing They're singing</a:t>
            </a:r>
          </a:p>
          <a:p>
            <a:r>
              <a:rPr lang="fr-FR" smtClean="0"/>
              <a:t>2-  QUE NOUS POUVONS  NAÎTRE DE NOUVEAU</a:t>
            </a:r>
          </a:p>
          <a:p>
            <a:r>
              <a:rPr lang="fr-FR" smtClean="0"/>
              <a:t>That we can be born again</a:t>
            </a:r>
          </a:p>
          <a:p>
            <a:r>
              <a:rPr lang="fr-FR" smtClean="0"/>
              <a:t> 3-  ÉCOUTE LES CLOCHES SONNER ELLES CHANTENT </a:t>
            </a:r>
          </a:p>
          <a:p>
            <a:r>
              <a:rPr lang="fr-FR" smtClean="0"/>
              <a:t>Hear the bells ringing </a:t>
            </a:r>
          </a:p>
          <a:p>
            <a:r>
              <a:rPr lang="fr-FR" smtClean="0"/>
              <a:t>4-  CHRIST EST RESSUSCITÉ DES MORTS</a:t>
            </a:r>
          </a:p>
          <a:p>
            <a:r>
              <a:rPr lang="fr-FR" smtClean="0"/>
              <a:t>Christ is risen from the dead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5-  LES ANGES SUR LA PIERRE ROULÉE</a:t>
            </a:r>
          </a:p>
          <a:p>
            <a:r>
              <a:rPr lang="fr-FR" smtClean="0"/>
              <a:t>The angel up on the tombstone</a:t>
            </a:r>
          </a:p>
          <a:p>
            <a:r>
              <a:rPr lang="fr-FR" smtClean="0"/>
              <a:t> 6-  DISAIENT : IL EST RESSUSCITÉ  COMME IL L’AVAIT DIT </a:t>
            </a:r>
          </a:p>
          <a:p>
            <a:r>
              <a:rPr lang="fr-FR" smtClean="0"/>
              <a:t>Said He is risen just as He said</a:t>
            </a:r>
          </a:p>
          <a:p>
            <a:r>
              <a:rPr lang="fr-FR" smtClean="0"/>
              <a:t>7-  VITE MAINTENANT  ALLEZ DIRE À SES DISCIPLES </a:t>
            </a:r>
          </a:p>
          <a:p>
            <a:r>
              <a:rPr lang="fr-FR" smtClean="0"/>
              <a:t>Said He is risen just as He said</a:t>
            </a:r>
          </a:p>
          <a:p>
            <a:r>
              <a:rPr lang="fr-FR" smtClean="0"/>
              <a:t>8-  QUE JÉSUS-CHRIST N’EST PLUS MORT </a:t>
            </a:r>
          </a:p>
          <a:p>
            <a:r>
              <a:rPr lang="fr-FR" smtClean="0"/>
              <a:t>That Jesus Christ is no longer dead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9-  JOIE DANS LE MONDE </a:t>
            </a:r>
          </a:p>
          <a:p>
            <a:r>
              <a:rPr lang="fr-FR" smtClean="0"/>
              <a:t>	Joy to the world!</a:t>
            </a:r>
          </a:p>
          <a:p>
            <a:r>
              <a:rPr lang="fr-FR" smtClean="0"/>
              <a:t>	10-  IL EST RESSUSCITÉ ! ALLÉLUIA ! IL EST RESSUSCITÉ ! ALLÉLUIA ! </a:t>
            </a:r>
          </a:p>
          <a:p>
            <a:r>
              <a:rPr lang="fr-FR" smtClean="0"/>
              <a:t>	He is risen, Alleluia! He is risen, Alleluia!</a:t>
            </a:r>
          </a:p>
          <a:p>
            <a:r>
              <a:rPr lang="fr-FR" smtClean="0"/>
              <a:t>	11-  IL EST RESSUSCITÉ ! ALLÉLUIA ! ALLÉLUIA ! </a:t>
            </a:r>
          </a:p>
          <a:p>
            <a:r>
              <a:rPr lang="fr-FR" smtClean="0"/>
              <a:t>	He's risen! Alleluia! Alleluia!</a:t>
            </a:r>
          </a:p>
          <a:p>
            <a:endParaRPr lang="fr-FR" smtClean="0"/>
          </a:p>
          <a:p>
            <a:r>
              <a:rPr lang="fr-FR" smtClean="0"/>
              <a:t>Couplet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Pont:
12-  CHRIST LE SEIGNEUR  EST RESSUSCITÉ AUJOURD’HUI </a:t>
            </a:r>
          </a:p>
          <a:p>
            <a:r>
              <a:rPr lang="fr-FR" smtClean="0"/>
              <a:t>Christ the Lord is risen today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ÉCOUTE LES CLOCHES SONNER ELLES CHANTENT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Hear the bells ringing They're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 NOUS POUVONS  NAÎTRE DE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we can be born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ÉCOUTE LES CLOCHES SONNER ELLES CHANTENT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Hear the bells ringing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CHRIST EST RESSUSCITÉ DES MORTS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Christ is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ANGES SUR LA PIERRE ROULÉE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angel up on the tombstone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DISAIENT : IL EST RESSUSCITÉ  COMME IL L’AVAIT DIT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Said He is risen just as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VITE MAINTENANT  ALLEZ DIRE À SES DISCIPLES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Said He is risen just as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JÉSUS-CHRIST N’EST PLUS MORT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Jesus Christ is no longer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JOIE DANS LE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Joy to the world!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EST RESSUSCITÉ ! ALLÉLUIA ! IL EST RESSUSCITÉ ! ALLÉLUIA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 is risen, Alleluia! He is risen, Alleluia!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IL EST RESSUSCITÉ ! ALLÉLUIA ! ALLÉLUIA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He's risen! Alleluia! Alleluia!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CHRIST LE SEIGNEUR  EST RESSUSCITÉ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Christ the Lord is risen today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ÉCOUTE LES CLOCHES SONNER ELLES CHANTENT </a:t>
            </a:r>
          </a:p>
          <a:p>
            <a:r>
              <a:rPr lang="fr-FR" smtClean="0"/>
              <a:t>Hear the bells ringing They're singing</a:t>
            </a:r>
          </a:p>
          <a:p>
            <a:r>
              <a:rPr lang="fr-FR" smtClean="0"/>
              <a:t>2-  QUE NOUS POUVONS  NAÎTRE DE NOUVEAU</a:t>
            </a:r>
          </a:p>
          <a:p>
            <a:r>
              <a:rPr lang="fr-FR" smtClean="0"/>
              <a:t>That we can be born again</a:t>
            </a:r>
          </a:p>
          <a:p>
            <a:r>
              <a:rPr lang="fr-FR" smtClean="0"/>
              <a:t> 3-  ÉCOUTE LES CLOCHES SONNER ELLES CHANTENT </a:t>
            </a:r>
          </a:p>
          <a:p>
            <a:r>
              <a:rPr lang="fr-FR" smtClean="0"/>
              <a:t>Hear the bells ringing </a:t>
            </a:r>
          </a:p>
          <a:p>
            <a:r>
              <a:rPr lang="fr-FR" smtClean="0"/>
              <a:t>4-  CHRIST EST RESSUSCITÉ DES MORTS</a:t>
            </a:r>
          </a:p>
          <a:p>
            <a:r>
              <a:rPr lang="fr-FR" smtClean="0"/>
              <a:t>Christ is risen from the dead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5-  LES ANGES SUR LA PIERRE ROULÉE</a:t>
            </a:r>
          </a:p>
          <a:p>
            <a:r>
              <a:rPr lang="fr-FR" smtClean="0"/>
              <a:t>The angel up on the tombstone</a:t>
            </a:r>
          </a:p>
          <a:p>
            <a:r>
              <a:rPr lang="fr-FR" smtClean="0"/>
              <a:t> 6-  DISAIENT : IL EST RESSUSCITÉ  COMME IL L’AVAIT DIT </a:t>
            </a:r>
          </a:p>
          <a:p>
            <a:r>
              <a:rPr lang="fr-FR" smtClean="0"/>
              <a:t>Said He is risen just as He said</a:t>
            </a:r>
          </a:p>
          <a:p>
            <a:r>
              <a:rPr lang="fr-FR" smtClean="0"/>
              <a:t>7-  VITE MAINTENANT  ALLEZ DIRE À SES DISCIPLES </a:t>
            </a:r>
          </a:p>
          <a:p>
            <a:r>
              <a:rPr lang="fr-FR" smtClean="0"/>
              <a:t>Said He is risen just as He said</a:t>
            </a:r>
          </a:p>
          <a:p>
            <a:r>
              <a:rPr lang="fr-FR" smtClean="0"/>
              <a:t>8-  QUE JÉSUS-CHRIST N’EST PLUS MORT </a:t>
            </a:r>
          </a:p>
          <a:p>
            <a:r>
              <a:rPr lang="fr-FR" smtClean="0"/>
              <a:t>That Jesus Christ is no longer dead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9-  JOIE DANS LE MONDE </a:t>
            </a:r>
          </a:p>
          <a:p>
            <a:r>
              <a:rPr lang="fr-FR" smtClean="0"/>
              <a:t>	Joy to the world!</a:t>
            </a:r>
          </a:p>
          <a:p>
            <a:r>
              <a:rPr lang="fr-FR" smtClean="0"/>
              <a:t>	10-  IL EST RESSUSCITÉ ! ALLÉLUIA ! IL EST RESSUSCITÉ ! ALLÉLUIA ! </a:t>
            </a:r>
          </a:p>
          <a:p>
            <a:r>
              <a:rPr lang="fr-FR" smtClean="0"/>
              <a:t>	He is risen, Alleluia! He is risen, Alleluia!</a:t>
            </a:r>
          </a:p>
          <a:p>
            <a:r>
              <a:rPr lang="fr-FR" smtClean="0"/>
              <a:t>	11-  IL EST RESSUSCITÉ ! ALLÉLUIA ! ALLÉLUIA ! </a:t>
            </a:r>
          </a:p>
          <a:p>
            <a:r>
              <a:rPr lang="fr-FR" smtClean="0"/>
              <a:t>	He's risen! Alleluia! Alleluia!</a:t>
            </a:r>
          </a:p>
          <a:p>
            <a:endParaRPr lang="fr-FR" smtClean="0"/>
          </a:p>
          <a:p>
            <a:r>
              <a:rPr lang="fr-FR" smtClean="0"/>
              <a:t>Couplet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Pont:
12-  CHRIST LE SEIGNEUR  EST RESSUSCITÉ AUJOURD’HUI </a:t>
            </a:r>
          </a:p>
          <a:p>
            <a:r>
              <a:rPr lang="fr-FR" smtClean="0"/>
              <a:t>Christ the Lord is risen today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ÉCOUTE LES CLOCHES SONNER ELLES CHANTENT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Hear the bells ringing They're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 NOUS POUVONS  NAÎTRE DE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we can be born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ÉCOUTE LES CLOCHES SONNER ELLES CHANTENT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Hear the bells ringing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CHRIST EST RESSUSCITÉ DES MORTS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Christ is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ANGES SUR LA PIERRE ROULÉE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angel up on the tombstone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DISAIENT : IL EST RESSUSCITÉ  COMME IL L’AVAIT DIT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Said He is risen just as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VITE MAINTENANT  ALLEZ DIRE À SES DISCIPLES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Said He is risen just as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JÉSUS-CHRIST N’EST PLUS MORT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Jesus Christ is no longer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JOIE DANS LE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Joy to the world!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EST RESSUSCITÉ ! ALLÉLUIA ! IL EST RESSUSCITÉ ! ALLÉLUIA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 is risen, Alleluia! He is risen, Alleluia!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IL EST RESSUSCITÉ ! ALLÉLUIA ! ALLÉLUIA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He's risen! Alleluia! Alleluia!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CHRIST LE SEIGNEUR  EST RESSUSCITÉ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Christ the Lord is risen today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ÉCOUTE LES CLOCHES SONNER ELLES CHANTENT </a:t>
            </a:r>
          </a:p>
          <a:p>
            <a:r>
              <a:rPr lang="fr-FR" smtClean="0"/>
              <a:t>Hear the bells ringing They're singing</a:t>
            </a:r>
          </a:p>
          <a:p>
            <a:r>
              <a:rPr lang="fr-FR" smtClean="0"/>
              <a:t>2-  QUE NOUS POUVONS  NAÎTRE DE NOUVEAU</a:t>
            </a:r>
          </a:p>
          <a:p>
            <a:r>
              <a:rPr lang="fr-FR" smtClean="0"/>
              <a:t>That we can be born again</a:t>
            </a:r>
          </a:p>
          <a:p>
            <a:r>
              <a:rPr lang="fr-FR" smtClean="0"/>
              <a:t> 3-  ÉCOUTE LES CLOCHES SONNER ELLES CHANTENT </a:t>
            </a:r>
          </a:p>
          <a:p>
            <a:r>
              <a:rPr lang="fr-FR" smtClean="0"/>
              <a:t>Hear the bells ringing </a:t>
            </a:r>
          </a:p>
          <a:p>
            <a:r>
              <a:rPr lang="fr-FR" smtClean="0"/>
              <a:t>4-  CHRIST EST RESSUSCITÉ DES MORTS</a:t>
            </a:r>
          </a:p>
          <a:p>
            <a:r>
              <a:rPr lang="fr-FR" smtClean="0"/>
              <a:t>Christ is risen from the dead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5-  LES ANGES SUR LA PIERRE ROULÉE</a:t>
            </a:r>
          </a:p>
          <a:p>
            <a:r>
              <a:rPr lang="fr-FR" smtClean="0"/>
              <a:t>The angel up on the tombstone</a:t>
            </a:r>
          </a:p>
          <a:p>
            <a:r>
              <a:rPr lang="fr-FR" smtClean="0"/>
              <a:t> 6-  DISAIENT : IL EST RESSUSCITÉ  COMME IL L’AVAIT DIT </a:t>
            </a:r>
          </a:p>
          <a:p>
            <a:r>
              <a:rPr lang="fr-FR" smtClean="0"/>
              <a:t>Said He is risen just as He said</a:t>
            </a:r>
          </a:p>
          <a:p>
            <a:r>
              <a:rPr lang="fr-FR" smtClean="0"/>
              <a:t>7-  VITE MAINTENANT  ALLEZ DIRE À SES DISCIPLES </a:t>
            </a:r>
          </a:p>
          <a:p>
            <a:r>
              <a:rPr lang="fr-FR" smtClean="0"/>
              <a:t>Said He is risen just as He said</a:t>
            </a:r>
          </a:p>
          <a:p>
            <a:r>
              <a:rPr lang="fr-FR" smtClean="0"/>
              <a:t>8-  QUE JÉSUS-CHRIST N’EST PLUS MORT </a:t>
            </a:r>
          </a:p>
          <a:p>
            <a:r>
              <a:rPr lang="fr-FR" smtClean="0"/>
              <a:t>That Jesus Christ is no longer dead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9-  JOIE DANS LE MONDE </a:t>
            </a:r>
          </a:p>
          <a:p>
            <a:r>
              <a:rPr lang="fr-FR" smtClean="0"/>
              <a:t>	Joy to the world!</a:t>
            </a:r>
          </a:p>
          <a:p>
            <a:r>
              <a:rPr lang="fr-FR" smtClean="0"/>
              <a:t>	10-  IL EST RESSUSCITÉ ! ALLÉLUIA ! IL EST RESSUSCITÉ ! ALLÉLUIA ! </a:t>
            </a:r>
          </a:p>
          <a:p>
            <a:r>
              <a:rPr lang="fr-FR" smtClean="0"/>
              <a:t>	He is risen, Alleluia! He is risen, Alleluia!</a:t>
            </a:r>
          </a:p>
          <a:p>
            <a:r>
              <a:rPr lang="fr-FR" smtClean="0"/>
              <a:t>	11-  IL EST RESSUSCITÉ ! ALLÉLUIA ! ALLÉLUIA ! </a:t>
            </a:r>
          </a:p>
          <a:p>
            <a:r>
              <a:rPr lang="fr-FR" smtClean="0"/>
              <a:t>	He's risen! Alleluia! Alleluia!</a:t>
            </a:r>
          </a:p>
          <a:p>
            <a:endParaRPr lang="fr-FR" smtClean="0"/>
          </a:p>
          <a:p>
            <a:r>
              <a:rPr lang="fr-FR" smtClean="0"/>
              <a:t>Couplet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Pont:
12-  CHRIST LE SEIGNEUR  EST RESSUSCITÉ AUJOURD’HUI </a:t>
            </a:r>
          </a:p>
          <a:p>
            <a:r>
              <a:rPr lang="fr-FR" smtClean="0"/>
              <a:t>Christ the Lord is risen today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ÉCOUTE LES CLOCHES SONNER ELLES CHANTENT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Hear the bells ringing They're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 NOUS POUVONS  NAÎTRE DE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we can be born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ÉCOUTE LES CLOCHES SONNER ELLES CHANTENT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Hear the bells ringing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CHRIST EST RESSUSCITÉ DES MORTS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Christ is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ANGES SUR LA PIERRE ROULÉE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angel up on the tombstone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DISAIENT : IL EST RESSUSCITÉ  COMME IL L’AVAIT DIT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Said He is risen just as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VITE MAINTENANT  ALLEZ DIRE À SES DISCIPLES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Said He is risen just as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JÉSUS-CHRIST N’EST PLUS MORT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Jesus Christ is no longer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JOIE DANS LE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Joy to the world!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EST RESSUSCITÉ ! ALLÉLUIA ! IL EST RESSUSCITÉ ! ALLÉLUIA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 is risen, Alleluia! He is risen, Alleluia!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IL EST RESSUSCITÉ ! ALLÉLUIA ! ALLÉLUIA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He's risen! Alleluia! Alleluia!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CHRIST LE SEIGNEUR  EST RESSUSCITÉ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Christ the Lord is risen today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ÉCOUTE LES CLOCHES SONNER ELLES CHANTENT </a:t>
            </a:r>
          </a:p>
          <a:p>
            <a:r>
              <a:rPr lang="fr-FR" smtClean="0"/>
              <a:t>Hear the bells ringing They're singing</a:t>
            </a:r>
          </a:p>
          <a:p>
            <a:r>
              <a:rPr lang="fr-FR" smtClean="0"/>
              <a:t>2-  QUE NOUS POUVONS  NAÎTRE DE NOUVEAU</a:t>
            </a:r>
          </a:p>
          <a:p>
            <a:r>
              <a:rPr lang="fr-FR" smtClean="0"/>
              <a:t>That we can be born again</a:t>
            </a:r>
          </a:p>
          <a:p>
            <a:r>
              <a:rPr lang="fr-FR" smtClean="0"/>
              <a:t> 3-  ÉCOUTE LES CLOCHES SONNER ELLES CHANTENT </a:t>
            </a:r>
          </a:p>
          <a:p>
            <a:r>
              <a:rPr lang="fr-FR" smtClean="0"/>
              <a:t>Hear the bells ringing </a:t>
            </a:r>
          </a:p>
          <a:p>
            <a:r>
              <a:rPr lang="fr-FR" smtClean="0"/>
              <a:t>4-  CHRIST EST RESSUSCITÉ DES MORTS</a:t>
            </a:r>
          </a:p>
          <a:p>
            <a:r>
              <a:rPr lang="fr-FR" smtClean="0"/>
              <a:t>Christ is risen from the dead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5-  LES ANGES SUR LA PIERRE ROULÉE</a:t>
            </a:r>
          </a:p>
          <a:p>
            <a:r>
              <a:rPr lang="fr-FR" smtClean="0"/>
              <a:t>The angel up on the tombstone</a:t>
            </a:r>
          </a:p>
          <a:p>
            <a:r>
              <a:rPr lang="fr-FR" smtClean="0"/>
              <a:t> 6-  DISAIENT : IL EST RESSUSCITÉ  COMME IL L’AVAIT DIT </a:t>
            </a:r>
          </a:p>
          <a:p>
            <a:r>
              <a:rPr lang="fr-FR" smtClean="0"/>
              <a:t>Said He is risen just as He said</a:t>
            </a:r>
          </a:p>
          <a:p>
            <a:r>
              <a:rPr lang="fr-FR" smtClean="0"/>
              <a:t>7-  VITE MAINTENANT  ALLEZ DIRE À SES DISCIPLES </a:t>
            </a:r>
          </a:p>
          <a:p>
            <a:r>
              <a:rPr lang="fr-FR" smtClean="0"/>
              <a:t>Said He is risen just as He said</a:t>
            </a:r>
          </a:p>
          <a:p>
            <a:r>
              <a:rPr lang="fr-FR" smtClean="0"/>
              <a:t>8-  QUE JÉSUS-CHRIST N’EST PLUS MORT </a:t>
            </a:r>
          </a:p>
          <a:p>
            <a:r>
              <a:rPr lang="fr-FR" smtClean="0"/>
              <a:t>That Jesus Christ is no longer dead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9-  JOIE DANS LE MONDE </a:t>
            </a:r>
          </a:p>
          <a:p>
            <a:r>
              <a:rPr lang="fr-FR" smtClean="0"/>
              <a:t>	Joy to the world!</a:t>
            </a:r>
          </a:p>
          <a:p>
            <a:r>
              <a:rPr lang="fr-FR" smtClean="0"/>
              <a:t>	10-  IL EST RESSUSCITÉ ! ALLÉLUIA ! IL EST RESSUSCITÉ ! ALLÉLUIA ! </a:t>
            </a:r>
          </a:p>
          <a:p>
            <a:r>
              <a:rPr lang="fr-FR" smtClean="0"/>
              <a:t>	He is risen, Alleluia! He is risen, Alleluia!</a:t>
            </a:r>
          </a:p>
          <a:p>
            <a:r>
              <a:rPr lang="fr-FR" smtClean="0"/>
              <a:t>	11-  IL EST RESSUSCITÉ ! ALLÉLUIA ! ALLÉLUIA ! </a:t>
            </a:r>
          </a:p>
          <a:p>
            <a:r>
              <a:rPr lang="fr-FR" smtClean="0"/>
              <a:t>	He's risen! Alleluia! Alleluia!</a:t>
            </a:r>
          </a:p>
          <a:p>
            <a:endParaRPr lang="fr-FR" smtClean="0"/>
          </a:p>
          <a:p>
            <a:r>
              <a:rPr lang="fr-FR" smtClean="0"/>
              <a:t>Couplet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Pont:
12-  CHRIST LE SEIGNEUR  EST RESSUSCITÉ AUJOURD’HUI </a:t>
            </a:r>
          </a:p>
          <a:p>
            <a:r>
              <a:rPr lang="fr-FR" smtClean="0"/>
              <a:t>Christ the Lord is risen today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ÉCOUTE LES CLOCHES SONNER ELLES CHANTENT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Hear the bells ringing They're singing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 NOUS POUVONS  NAÎTRE DE NOUVEAU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we can be born again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3-  ÉCOUTE LES CLOCHES SONNER ELLES CHANTENT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Hear the bells ringing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CHRIST EST RESSUSCITÉ DES MORTS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Christ is risen from the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LES ANGES SUR LA PIERRE ROULÉE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The angel up on the tombstone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6-  DISAIENT : IL EST RESSUSCITÉ  COMME IL L’AVAIT DIT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Said He is risen just as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VITE MAINTENANT  ALLEZ DIRE À SES DISCIPLES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Said He is risen just as He said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QUE JÉSUS-CHRIST N’EST PLUS MORT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That Jesus Christ is no longer dead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JOIE DANS LE MONDE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Joy to the world!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IL EST RESSUSCITÉ ! ALLÉLUIA ! IL EST RESSUSCITÉ ! ALLÉLUIA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 is risen, Alleluia! He is risen, Alleluia!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IL EST RESSUSCITÉ ! ALLÉLUIA ! ALLÉLUIA !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He's risen! Alleluia! Alleluia!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Couplet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12-  CHRIST LE SEIGNEUR  EST RESSUSCITÉ AUJOURD’HUI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Christ the Lord is risen today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ÉCOUTE LES CLOCHES SONNER ELLES CHANTENT </a:t>
            </a:r>
          </a:p>
          <a:p>
            <a:r>
              <a:rPr lang="fr-FR" smtClean="0"/>
              <a:t>Hear the bells ringing They're singing</a:t>
            </a:r>
          </a:p>
          <a:p>
            <a:r>
              <a:rPr lang="fr-FR" smtClean="0"/>
              <a:t>2-  QUE NOUS POUVONS  NAÎTRE DE NOUVEAU</a:t>
            </a:r>
          </a:p>
          <a:p>
            <a:r>
              <a:rPr lang="fr-FR" smtClean="0"/>
              <a:t>That we can be born again</a:t>
            </a:r>
          </a:p>
          <a:p>
            <a:r>
              <a:rPr lang="fr-FR" smtClean="0"/>
              <a:t> 3-  ÉCOUTE LES CLOCHES SONNER ELLES CHANTENT </a:t>
            </a:r>
          </a:p>
          <a:p>
            <a:r>
              <a:rPr lang="fr-FR" smtClean="0"/>
              <a:t>Hear the bells ringing </a:t>
            </a:r>
          </a:p>
          <a:p>
            <a:r>
              <a:rPr lang="fr-FR" smtClean="0"/>
              <a:t>4-  CHRIST EST RESSUSCITÉ DES MORTS</a:t>
            </a:r>
          </a:p>
          <a:p>
            <a:r>
              <a:rPr lang="fr-FR" smtClean="0"/>
              <a:t>Christ is risen from the dead</a:t>
            </a:r>
          </a:p>
          <a:p>
            <a:r>
              <a:rPr lang="fr-FR" smtClean="0"/>
              <a:t> </a:t>
            </a:r>
          </a:p>
          <a:p>
            <a:r>
              <a:rPr lang="fr-FR" smtClean="0"/>
              <a:t>5-  LES ANGES SUR LA PIERRE ROULÉE</a:t>
            </a:r>
          </a:p>
          <a:p>
            <a:r>
              <a:rPr lang="fr-FR" smtClean="0"/>
              <a:t>The angel up on the tombstone</a:t>
            </a:r>
          </a:p>
          <a:p>
            <a:r>
              <a:rPr lang="fr-FR" smtClean="0"/>
              <a:t> 6-  DISAIENT : IL EST RESSUSCITÉ  COMME IL L’AVAIT DIT </a:t>
            </a:r>
          </a:p>
          <a:p>
            <a:r>
              <a:rPr lang="fr-FR" smtClean="0"/>
              <a:t>Said He is risen just as He said</a:t>
            </a:r>
          </a:p>
          <a:p>
            <a:r>
              <a:rPr lang="fr-FR" smtClean="0"/>
              <a:t>7-  VITE MAINTENANT  ALLEZ DIRE À SES DISCIPLES </a:t>
            </a:r>
          </a:p>
          <a:p>
            <a:r>
              <a:rPr lang="fr-FR" smtClean="0"/>
              <a:t>Said He is risen just as He said</a:t>
            </a:r>
          </a:p>
          <a:p>
            <a:r>
              <a:rPr lang="fr-FR" smtClean="0"/>
              <a:t>8-  QUE JÉSUS-CHRIST N’EST PLUS MORT </a:t>
            </a:r>
          </a:p>
          <a:p>
            <a:r>
              <a:rPr lang="fr-FR" smtClean="0"/>
              <a:t>That Jesus Christ is no longer dead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9-  JOIE DANS LE MONDE </a:t>
            </a:r>
          </a:p>
          <a:p>
            <a:r>
              <a:rPr lang="fr-FR" smtClean="0"/>
              <a:t>	Joy to the world!</a:t>
            </a:r>
          </a:p>
          <a:p>
            <a:r>
              <a:rPr lang="fr-FR" smtClean="0"/>
              <a:t>	10-  IL EST RESSUSCITÉ ! ALLÉLUIA ! IL EST RESSUSCITÉ ! ALLÉLUIA ! </a:t>
            </a:r>
          </a:p>
          <a:p>
            <a:r>
              <a:rPr lang="fr-FR" smtClean="0"/>
              <a:t>	He is risen, Alleluia! He is risen, Alleluia!</a:t>
            </a:r>
          </a:p>
          <a:p>
            <a:r>
              <a:rPr lang="fr-FR" smtClean="0"/>
              <a:t>	11-  IL EST RESSUSCITÉ ! ALLÉLUIA ! ALLÉLUIA ! </a:t>
            </a:r>
          </a:p>
          <a:p>
            <a:r>
              <a:rPr lang="fr-FR" smtClean="0"/>
              <a:t>	He's risen! Alleluia! Alleluia!</a:t>
            </a:r>
          </a:p>
          <a:p>
            <a:endParaRPr lang="fr-FR" smtClean="0"/>
          </a:p>
          <a:p>
            <a:r>
              <a:rPr lang="fr-FR" smtClean="0"/>
              <a:t>Couplet</a:t>
            </a:r>
          </a:p>
          <a:p>
            <a:r>
              <a:rPr lang="fr-FR" smtClean="0"/>
              <a:t>	Refrain</a:t>
            </a:r>
          </a:p>
          <a:p>
            <a:r>
              <a:rPr lang="fr-FR" smtClean="0"/>
              <a:t>Pont:
12-  CHRIST LE SEIGNEUR  EST RESSUSCITÉ AUJOURD’HUI </a:t>
            </a:r>
          </a:p>
          <a:p>
            <a:r>
              <a:rPr lang="fr-FR" smtClean="0"/>
              <a:t>Christ the Lord is risen today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4CEDA7-096C-4DDE-805B-98198E1945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EE300D-BC0E-46A7-BB93-83724A61C1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E9EB85-26CC-4D30-A35F-E71F9CC00D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2561F3-8F21-4DF4-85A9-0F248208628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F4517B-5DDA-4D3D-B9B7-D345607585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3BFC2B-B7E1-462B-A424-10A4E3424E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96B380-CE5F-4CAB-899E-B312E4E368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82DB80-8589-4B71-BC0A-0511A971C0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3BFE3-66B4-463E-8B4F-08FC3692373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A643C-B2E7-4489-82F5-3CD9FEC213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7D20EB-DBD8-4033-BB2E-E76F7DEBADE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2A7CE4C-44F4-4B8A-BBDF-5310D57DF73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ÉCOUTE LES CLOCHES SONNER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ELLES CHANTENT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NOUS POUVONS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NAÎTRE DE NOUVEAU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ÉCOUTE LES CLOCHES SONNER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ELLES CHANTENT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CHRIST EST RESSUSCITÉ DES MORTS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ANGES SUR LA PIERRE ROULÉE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DISAIENT : IL EST RESSUSCITÉ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COMME IL L’AVAIT DIT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VITE MAINTENANT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ALLEZ DIRE À SES DISCIPLES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JÉSUS-CHRIST N’EST PLUS MORT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JOIE DANS LE MONDE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RESSUSCITÉ ! ALLÉLUIA !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RESSUSCITÉ ! ALLÉLUIA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RESSUSCITÉ !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 ! ALLÉLUIA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77338" cy="66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CHRIST LE SEIGNEUR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RESSUSCITÉ AUJOURD’HUI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1507</TotalTime>
  <Words>1671</Words>
  <Application>Microsoft Office PowerPoint</Application>
  <PresentationFormat>On-screen Show (4:3)</PresentationFormat>
  <Paragraphs>740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154</cp:revision>
  <dcterms:created xsi:type="dcterms:W3CDTF">2002-08-17T10:50:50Z</dcterms:created>
  <dcterms:modified xsi:type="dcterms:W3CDTF">2017-04-16T07:53:07Z</dcterms:modified>
</cp:coreProperties>
</file>