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92" r:id="rId18"/>
    <p:sldId id="287" r:id="rId19"/>
    <p:sldId id="288" r:id="rId20"/>
    <p:sldId id="289" r:id="rId21"/>
    <p:sldId id="290" r:id="rId22"/>
    <p:sldId id="291" r:id="rId23"/>
    <p:sldId id="293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3030" autoAdjust="0"/>
  </p:normalViewPr>
  <p:slideViewPr>
    <p:cSldViewPr>
      <p:cViewPr varScale="1">
        <p:scale>
          <a:sx n="27" d="100"/>
          <a:sy n="27" d="100"/>
        </p:scale>
        <p:origin x="-75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30" y="253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3D1A89-A4E3-43A0-B8FA-0B75B90D9C5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58AB852-C96C-4D57-A159-279C3723A10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Though</a:t>
            </a:r>
            <a:r>
              <a:rPr lang="fr-FR" dirty="0" smtClean="0"/>
              <a:t> I </a:t>
            </a:r>
            <a:r>
              <a:rPr lang="fr-FR" dirty="0" err="1" smtClean="0"/>
              <a:t>speak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the </a:t>
            </a:r>
            <a:r>
              <a:rPr lang="fr-FR" dirty="0" err="1" smtClean="0"/>
              <a:t>tongues</a:t>
            </a:r>
            <a:r>
              <a:rPr lang="fr-FR" dirty="0" smtClean="0"/>
              <a:t> of men and </a:t>
            </a:r>
            <a:r>
              <a:rPr lang="fr-FR" dirty="0" err="1" smtClean="0"/>
              <a:t>angels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have </a:t>
            </a:r>
            <a:r>
              <a:rPr lang="fr-FR" dirty="0" err="1" smtClean="0"/>
              <a:t>become</a:t>
            </a:r>
            <a:r>
              <a:rPr lang="fr-FR" dirty="0" smtClean="0"/>
              <a:t> a </a:t>
            </a:r>
            <a:r>
              <a:rPr lang="fr-FR" dirty="0" err="1" smtClean="0"/>
              <a:t>noisy</a:t>
            </a:r>
            <a:r>
              <a:rPr lang="fr-FR" dirty="0" smtClean="0"/>
              <a:t> gong or a </a:t>
            </a:r>
            <a:r>
              <a:rPr lang="fr-FR" dirty="0" err="1" smtClean="0"/>
              <a:t>clanging</a:t>
            </a:r>
            <a:r>
              <a:rPr lang="fr-FR" dirty="0" smtClean="0"/>
              <a:t> </a:t>
            </a:r>
            <a:r>
              <a:rPr lang="fr-FR" dirty="0" err="1" smtClean="0"/>
              <a:t>cymbal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though</a:t>
            </a:r>
            <a:r>
              <a:rPr lang="fr-FR" dirty="0" smtClean="0"/>
              <a:t> I have the gift of </a:t>
            </a:r>
            <a:r>
              <a:rPr lang="fr-FR" dirty="0" err="1" smtClean="0"/>
              <a:t>prophecy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know all </a:t>
            </a:r>
            <a:r>
              <a:rPr lang="fr-FR" dirty="0" err="1" smtClean="0"/>
              <a:t>mysteries</a:t>
            </a:r>
            <a:r>
              <a:rPr lang="fr-FR" dirty="0" smtClean="0"/>
              <a:t> and </a:t>
            </a:r>
            <a:r>
              <a:rPr lang="fr-FR" dirty="0" err="1" smtClean="0"/>
              <a:t>knowledge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though</a:t>
            </a:r>
            <a:r>
              <a:rPr lang="fr-FR" dirty="0" smtClean="0"/>
              <a:t> I have all </a:t>
            </a:r>
            <a:r>
              <a:rPr lang="fr-FR" dirty="0" err="1" smtClean="0"/>
              <a:t>faith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move a </a:t>
            </a:r>
            <a:r>
              <a:rPr lang="fr-FR" dirty="0" err="1" smtClean="0"/>
              <a:t>mountain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But have not love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though</a:t>
            </a:r>
            <a:r>
              <a:rPr lang="fr-FR" dirty="0" smtClean="0"/>
              <a:t>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goods</a:t>
            </a:r>
            <a:r>
              <a:rPr lang="fr-FR" dirty="0" smtClean="0"/>
              <a:t>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to </a:t>
            </a:r>
            <a:r>
              <a:rPr lang="fr-FR" dirty="0" err="1" smtClean="0"/>
              <a:t>feed</a:t>
            </a:r>
            <a:r>
              <a:rPr lang="fr-FR" dirty="0" smtClean="0"/>
              <a:t> the </a:t>
            </a:r>
            <a:r>
              <a:rPr lang="fr-FR" dirty="0" err="1" smtClean="0"/>
              <a:t>poor</a:t>
            </a:r>
            <a:r>
              <a:rPr lang="fr-FR" dirty="0" smtClean="0"/>
              <a:t>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Or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body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burned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But have not love, but have not love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Love </a:t>
            </a:r>
            <a:r>
              <a:rPr lang="fr-FR" dirty="0" err="1" smtClean="0"/>
              <a:t>is</a:t>
            </a:r>
            <a:r>
              <a:rPr lang="fr-FR" dirty="0" smtClean="0"/>
              <a:t> patient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kind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It </a:t>
            </a:r>
            <a:r>
              <a:rPr lang="fr-FR" dirty="0" err="1" smtClean="0"/>
              <a:t>does</a:t>
            </a:r>
            <a:r>
              <a:rPr lang="fr-FR" dirty="0" smtClean="0"/>
              <a:t> not </a:t>
            </a:r>
            <a:r>
              <a:rPr lang="fr-FR" dirty="0" err="1" smtClean="0"/>
              <a:t>envy</a:t>
            </a:r>
            <a:r>
              <a:rPr lang="fr-FR" dirty="0" smtClean="0"/>
              <a:t> </a:t>
            </a:r>
            <a:r>
              <a:rPr lang="fr-FR" dirty="0" err="1" smtClean="0"/>
              <a:t>Does</a:t>
            </a:r>
            <a:r>
              <a:rPr lang="fr-FR" dirty="0" smtClean="0"/>
              <a:t> not </a:t>
            </a:r>
            <a:r>
              <a:rPr lang="fr-FR" dirty="0" err="1" smtClean="0"/>
              <a:t>boast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proud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It </a:t>
            </a:r>
            <a:r>
              <a:rPr lang="fr-FR" dirty="0" err="1" smtClean="0"/>
              <a:t>does</a:t>
            </a:r>
            <a:r>
              <a:rPr lang="fr-FR" dirty="0" smtClean="0"/>
              <a:t> not </a:t>
            </a:r>
            <a:r>
              <a:rPr lang="fr-FR" dirty="0" err="1" smtClean="0"/>
              <a:t>seek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own</a:t>
            </a:r>
            <a:r>
              <a:rPr lang="fr-FR" dirty="0" smtClean="0"/>
              <a:t>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Love </a:t>
            </a:r>
            <a:r>
              <a:rPr lang="fr-FR" dirty="0" err="1" smtClean="0"/>
              <a:t>is</a:t>
            </a:r>
            <a:r>
              <a:rPr lang="fr-FR" dirty="0" smtClean="0"/>
              <a:t> not </a:t>
            </a:r>
            <a:r>
              <a:rPr lang="fr-FR" dirty="0" err="1" smtClean="0"/>
              <a:t>easily</a:t>
            </a:r>
            <a:r>
              <a:rPr lang="fr-FR" dirty="0" smtClean="0"/>
              <a:t> </a:t>
            </a:r>
            <a:r>
              <a:rPr lang="fr-FR" dirty="0" err="1" smtClean="0"/>
              <a:t>angered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Love </a:t>
            </a:r>
            <a:r>
              <a:rPr lang="fr-FR" dirty="0" err="1" smtClean="0"/>
              <a:t>does</a:t>
            </a:r>
            <a:r>
              <a:rPr lang="fr-FR" dirty="0" smtClean="0"/>
              <a:t> not </a:t>
            </a:r>
            <a:r>
              <a:rPr lang="fr-FR" dirty="0" err="1" smtClean="0"/>
              <a:t>delight</a:t>
            </a:r>
            <a:r>
              <a:rPr lang="fr-FR" dirty="0" smtClean="0"/>
              <a:t> in </a:t>
            </a:r>
            <a:r>
              <a:rPr lang="fr-FR" dirty="0" err="1" smtClean="0"/>
              <a:t>evil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L’AMOUR SE RÉJOUIT DE LA VÉRITÉ L’AMOUR SE RÉJOUIT DE LA VÉRITÉ  Love </a:t>
            </a:r>
            <a:r>
              <a:rPr lang="fr-FR" dirty="0" err="1" smtClean="0"/>
              <a:t>rejoices</a:t>
            </a:r>
            <a:r>
              <a:rPr lang="fr-FR" dirty="0" smtClean="0"/>
              <a:t> in the </a:t>
            </a:r>
            <a:r>
              <a:rPr lang="fr-FR" dirty="0" err="1" smtClean="0"/>
              <a:t>truth</a:t>
            </a:r>
            <a:r>
              <a:rPr lang="fr-FR" dirty="0" smtClean="0"/>
              <a:t> Love </a:t>
            </a:r>
            <a:r>
              <a:rPr lang="fr-FR" dirty="0" err="1" smtClean="0"/>
              <a:t>rejoices</a:t>
            </a:r>
            <a:r>
              <a:rPr lang="fr-FR" dirty="0" smtClean="0"/>
              <a:t> in the </a:t>
            </a:r>
            <a:r>
              <a:rPr lang="fr-FR" dirty="0" err="1" smtClean="0"/>
              <a:t>truth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Love </a:t>
            </a:r>
            <a:r>
              <a:rPr lang="fr-FR" dirty="0" err="1" smtClean="0"/>
              <a:t>bears</a:t>
            </a:r>
            <a:r>
              <a:rPr lang="fr-FR" dirty="0" smtClean="0"/>
              <a:t> all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  <a:r>
              <a:rPr lang="fr-FR" dirty="0" err="1" smtClean="0"/>
              <a:t>Believes</a:t>
            </a:r>
            <a:r>
              <a:rPr lang="fr-FR" dirty="0" smtClean="0"/>
              <a:t> all </a:t>
            </a:r>
            <a:r>
              <a:rPr lang="fr-FR" dirty="0" err="1" smtClean="0"/>
              <a:t>things</a:t>
            </a:r>
            <a:r>
              <a:rPr lang="fr-FR" dirty="0" smtClean="0"/>
              <a:t> Love </a:t>
            </a:r>
            <a:r>
              <a:rPr lang="fr-FR" dirty="0" err="1" smtClean="0"/>
              <a:t>hopes</a:t>
            </a:r>
            <a:r>
              <a:rPr lang="fr-FR" dirty="0" smtClean="0"/>
              <a:t> all </a:t>
            </a:r>
            <a:r>
              <a:rPr lang="fr-FR" dirty="0" err="1" smtClean="0"/>
              <a:t>things</a:t>
            </a:r>
            <a:r>
              <a:rPr lang="fr-FR" dirty="0" smtClean="0"/>
              <a:t> Endures all </a:t>
            </a:r>
            <a:r>
              <a:rPr lang="fr-FR" dirty="0" err="1" smtClean="0"/>
              <a:t>things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Love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fails</a:t>
            </a:r>
            <a:r>
              <a:rPr lang="fr-FR" dirty="0" smtClean="0"/>
              <a:t>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Though</a:t>
            </a:r>
            <a:r>
              <a:rPr lang="fr-FR" dirty="0" smtClean="0"/>
              <a:t> I </a:t>
            </a:r>
            <a:r>
              <a:rPr lang="fr-FR" dirty="0" err="1" smtClean="0"/>
              <a:t>speak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the </a:t>
            </a:r>
            <a:r>
              <a:rPr lang="fr-FR" dirty="0" err="1" smtClean="0"/>
              <a:t>tongues</a:t>
            </a:r>
            <a:r>
              <a:rPr lang="fr-FR" dirty="0" smtClean="0"/>
              <a:t> of men and </a:t>
            </a:r>
            <a:r>
              <a:rPr lang="fr-FR" dirty="0" err="1" smtClean="0"/>
              <a:t>angels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But have not love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Without</a:t>
            </a:r>
            <a:r>
              <a:rPr lang="fr-FR" dirty="0" smtClean="0"/>
              <a:t>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SI JE N’AI PAS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JE SUIS UN AIRAIN QUI RÉSONNE 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have become a noisy gong or a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J’AURAIS  LE DON DE PROPHÉTIE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the gift of prophecy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LA SCIENCE DE TOUS LES MYSTÈRES  ET TOUTE LA CONNAISSANCE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know all mysteries and knowledge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J’AURAIS MÊME TOUTE LA FOI JUSQU’À TRANSPORTER DES MONTAGNES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have all faith that can move a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7-  SI JE N’AI PAS L’AMOUR  JE NE SUIS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QUAND JE DISTRIBUERAIS  TOUS MES BIENS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I give my goods  
9-  POUR LA NOURRITURE DES PAUVRES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feed the poor
10-  QUAND JE LIVRERAIS MÊME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give my body to be burned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11-  SI JE N’AI PAS L’AMOUR  CELA NE ME SERT À RIEN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love,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EST PATIENT IL EST PLEIN DE BONTÉ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patient Love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L’AMOUR N’EST POINT ENVIEUX  L’AMOUR NE SE VANTE POINT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envy Does not boast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IL NE S’ENFLE POINT D’ORGUEIL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never proud Love is never rude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IL NE FAIT RIEN DE MALHONNÊTE IL NE CHERCHE POINT SON INTÉRÊT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does not seek it's own 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IL NE S’IRRITE POINT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is not easily angered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NE SOUPÇONNE POINT LE MAL IL NE SOUPÇONNE POINT LE 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does not delight in evil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EXCUSE TOUT, IL CROIT TOUT IL ESPÈRE TOUT, IL SUPPORTE TOUT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bears all things Believes all things Love hopes all things Endures all things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L’AMOUR NE PÉRIT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Love never fails!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JE PARLERAIS LES LANGUES  DES HOMMES ET DES 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I speak with the tongues of men and angels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22-  SI JE N’AI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23-  SANS L’AMOUR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Without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 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2-  SI JE N’AI PAS L’AMOUR</a:t>
            </a:r>
          </a:p>
          <a:p>
            <a:r>
              <a:rPr lang="fr-FR" smtClean="0"/>
              <a:t>But have not love</a:t>
            </a:r>
          </a:p>
          <a:p>
            <a:r>
              <a:rPr lang="fr-FR" smtClean="0"/>
              <a:t> 3-  JE SUIS UN AIRAIN QUI RÉSONNE  OU UNE CYMBALE QUI RETENTIT</a:t>
            </a:r>
          </a:p>
          <a:p>
            <a:r>
              <a:rPr lang="fr-FR" smtClean="0"/>
              <a:t>I have become a noisy gong or a clanging cymbal</a:t>
            </a:r>
          </a:p>
          <a:p>
            <a:endParaRPr lang="fr-FR" smtClean="0"/>
          </a:p>
          <a:p>
            <a:r>
              <a:rPr lang="fr-FR" smtClean="0"/>
              <a:t>4-  ET QUAND J’AURAIS  LE DON DE PROPHÉTIE </a:t>
            </a:r>
          </a:p>
          <a:p>
            <a:r>
              <a:rPr lang="fr-FR" smtClean="0"/>
              <a:t>And though I have the gift of prophecy </a:t>
            </a:r>
          </a:p>
          <a:p>
            <a:r>
              <a:rPr lang="fr-FR" smtClean="0"/>
              <a:t> 5-  LA SCIENCE DE TOUS LES MYSTÈRES  ET TOUTE LA CONNAISSANCE </a:t>
            </a:r>
          </a:p>
          <a:p>
            <a:r>
              <a:rPr lang="fr-FR" smtClean="0"/>
              <a:t>And know all mysteries and knowledge</a:t>
            </a:r>
          </a:p>
          <a:p>
            <a:r>
              <a:rPr lang="fr-FR" smtClean="0"/>
              <a:t>6-  QUAND J’AURAIS MÊME TOUTE LA FOI JUSQU’À TRANSPORTER DES MONTAGNES</a:t>
            </a:r>
          </a:p>
          <a:p>
            <a:r>
              <a:rPr lang="fr-FR" smtClean="0"/>
              <a:t>And though I have all faith that can move a mountain</a:t>
            </a:r>
          </a:p>
          <a:p>
            <a:r>
              <a:rPr lang="fr-FR" smtClean="0"/>
              <a:t>  7-  SI JE N’AI PAS L’AMOUR  JE NE SUIS RIEN </a:t>
            </a:r>
          </a:p>
          <a:p>
            <a:r>
              <a:rPr lang="fr-FR" smtClean="0"/>
              <a:t>But have not love I am nothing</a:t>
            </a:r>
          </a:p>
          <a:p>
            <a:endParaRPr lang="fr-FR" smtClean="0"/>
          </a:p>
          <a:p>
            <a:r>
              <a:rPr lang="fr-FR" smtClean="0"/>
              <a:t>8-  ET QUAND JE DISTRIBUERAIS  TOUS MES BIENS</a:t>
            </a:r>
          </a:p>
          <a:p>
            <a:r>
              <a:rPr lang="fr-FR" smtClean="0"/>
              <a:t>And though I give my goods  
9-  POUR LA NOURRITURE DES PAUVRES </a:t>
            </a:r>
          </a:p>
          <a:p>
            <a:r>
              <a:rPr lang="fr-FR" smtClean="0"/>
              <a:t>to feed the poor
10-  QUAND JE LIVRERAIS MÊME MON CORPS POUR ÊTRE BRÛLÉ</a:t>
            </a:r>
          </a:p>
          <a:p>
            <a:r>
              <a:rPr lang="fr-FR" smtClean="0"/>
              <a:t>Or give my body to be burned</a:t>
            </a:r>
          </a:p>
          <a:p>
            <a:r>
              <a:rPr lang="fr-FR" smtClean="0"/>
              <a:t> 11-  SI JE N’AI PAS L’AMOUR  CELA NE ME SERT À RIEN </a:t>
            </a:r>
          </a:p>
          <a:p>
            <a:r>
              <a:rPr lang="fr-FR" smtClean="0"/>
              <a:t>But have not love, but have not love I am nothing</a:t>
            </a:r>
          </a:p>
          <a:p>
            <a:endParaRPr lang="fr-FR" smtClean="0"/>
          </a:p>
          <a:p>
            <a:r>
              <a:rPr lang="fr-FR" smtClean="0"/>
              <a:t>12-  L’AMOUR EST PATIENT IL EST PLEIN DE BONTÉ</a:t>
            </a:r>
          </a:p>
          <a:p>
            <a:r>
              <a:rPr lang="fr-FR" smtClean="0"/>
              <a:t>Love is patient Love is kind</a:t>
            </a:r>
          </a:p>
          <a:p>
            <a:r>
              <a:rPr lang="fr-FR" smtClean="0"/>
              <a:t> 13-  L’AMOUR N’EST POINT ENVIEUX  L’AMOUR NE SE VANTE POINT</a:t>
            </a:r>
          </a:p>
          <a:p>
            <a:r>
              <a:rPr lang="fr-FR" smtClean="0"/>
              <a:t>It does not envy Does not boast</a:t>
            </a:r>
          </a:p>
          <a:p>
            <a:r>
              <a:rPr lang="fr-FR" smtClean="0"/>
              <a:t> 14-  IL NE S’ENFLE POINT D’ORGUEIL</a:t>
            </a:r>
          </a:p>
          <a:p>
            <a:r>
              <a:rPr lang="fr-FR" smtClean="0"/>
              <a:t>Love is never proud Love is never rude</a:t>
            </a:r>
          </a:p>
          <a:p>
            <a:endParaRPr lang="fr-FR" smtClean="0"/>
          </a:p>
          <a:p>
            <a:r>
              <a:rPr lang="fr-FR" smtClean="0"/>
              <a:t>15-  IL NE FAIT RIEN DE MALHONNÊTE IL NE CHERCHE POINT SON INTÉRÊT  </a:t>
            </a:r>
          </a:p>
          <a:p>
            <a:r>
              <a:rPr lang="fr-FR" smtClean="0"/>
              <a:t>It does not seek it's own gain</a:t>
            </a:r>
          </a:p>
          <a:p>
            <a:r>
              <a:rPr lang="fr-FR" smtClean="0"/>
              <a:t>16-  IL NE S’IRRITE POINT </a:t>
            </a:r>
          </a:p>
          <a:p>
            <a:r>
              <a:rPr lang="fr-FR" smtClean="0"/>
              <a:t>Love is not easily angered</a:t>
            </a:r>
          </a:p>
          <a:p>
            <a:r>
              <a:rPr lang="fr-FR" smtClean="0"/>
              <a:t>17-  IL NE SOUPÇONNE POINT LE MAL IL NE SOUPÇONNE POINT LE MAL </a:t>
            </a:r>
          </a:p>
          <a:p>
            <a:r>
              <a:rPr lang="fr-FR" smtClean="0"/>
              <a:t>Love does not delight in evil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L’AMOUR SE RÉJOUIT DE LA VÉRITÉ L’AMOUR SE RÉJOUIT DE LA VÉRITÉ  Love rejoices in the truth Love rejoices in the truth</a:t>
            </a:r>
          </a:p>
          <a:p>
            <a:r>
              <a:rPr lang="fr-FR" smtClean="0"/>
              <a:t>19-  IL EXCUSE TOUT, IL CROIT TOUT IL ESPÈRE TOUT, IL SUPPORTE TOUT  </a:t>
            </a:r>
          </a:p>
          <a:p>
            <a:r>
              <a:rPr lang="fr-FR" smtClean="0"/>
              <a:t>Love bears all things Believes all things Love hopes all things Endures all things</a:t>
            </a:r>
          </a:p>
          <a:p>
            <a:r>
              <a:rPr lang="fr-FR" smtClean="0"/>
              <a:t>20-  L’AMOUR NE PÉRIT JAMAIS </a:t>
            </a:r>
          </a:p>
          <a:p>
            <a:r>
              <a:rPr lang="fr-FR" smtClean="0"/>
              <a:t>Love never fails!</a:t>
            </a:r>
          </a:p>
          <a:p>
            <a:endParaRPr lang="fr-FR" smtClean="0"/>
          </a:p>
          <a:p>
            <a:r>
              <a:rPr lang="fr-FR" smtClean="0"/>
              <a:t>21-  QUAND JE PARLERAIS LES LANGUES  DES HOMMES ET DES ANGES</a:t>
            </a:r>
          </a:p>
          <a:p>
            <a:r>
              <a:rPr lang="fr-FR" smtClean="0"/>
              <a:t>Though I speak with the tongues of men and angels</a:t>
            </a:r>
          </a:p>
          <a:p>
            <a:r>
              <a:rPr lang="fr-FR" smtClean="0"/>
              <a:t>  22-  SI JE N’AI PAS L’AMOUR JE NE SUIS RIEN</a:t>
            </a:r>
          </a:p>
          <a:p>
            <a:r>
              <a:rPr lang="fr-FR" smtClean="0"/>
              <a:t>But have not love I am nothing</a:t>
            </a:r>
          </a:p>
          <a:p>
            <a:r>
              <a:rPr lang="fr-FR" smtClean="0"/>
              <a:t> 23-  SANS L’AMOUR </a:t>
            </a:r>
          </a:p>
          <a:p>
            <a:r>
              <a:rPr lang="fr-FR" smtClean="0"/>
              <a:t>Without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2A3DD5-FAB4-42BB-8F93-047CDDF2AC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CE6D50-1648-4781-A3DF-F28B9B7590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40CE98-59A0-4FE7-AE63-BB67A723AE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38584F-3099-4289-821A-B4B5914195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3E7A40-D094-48A7-8FB8-BC700C71F2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859BC-540C-4820-B706-CA3BF7280F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4AE25-381D-4EF6-8259-04AACA8E8D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4BC1C6-D952-4488-98FB-153A690E82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472BBB-DE50-4455-95B8-F9BBDFBA3C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15BBC7-EC42-47CA-8B08-A47EF94CD9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EA4C47-2C29-4252-84C8-0C7BAC16A1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E4AB39C-C618-41E8-8C10-49F8B2F8B7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PARLERAIS LES LANGUES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HOMMES ET DES 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JE N’AI PAS L’AMOUR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 AIRAIN QUI RÉSONNE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OU UNE CYMBALE QUI RETENTIT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J’AURAIS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DON DE PROPHÉTIE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SCIENCE DE TOUS LES MYSTÈRES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TOUTE LA CONNAISSANCE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5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J’AURAIS MÊME TOUTE LA FOI JUSQU’À TRANSPORTER DES MONTAGNES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JE N’AI PAS L’AMOUR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SUIS RIEN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JE DISTRIBUERAIS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MES BIENS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LA NOURRITURE DES PAUVRES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LIVRERAIS MÊME MON CORPS POUR ÊTRE BRÛLÉ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JE N’AI PAS L’AMOUR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CELA NE ME SERT À RIEN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EST PATIENT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PLEIN DE BONTÉ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N’EST POINT ENVIEUX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L’AMOUR NE SE VANTE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NE S’ENFLE POINT D’ORGUEIL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NE FAIT RIEN DE MALHONNÊTE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NE CHERCHE POINT SON INTÉRÊT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NE S’IRRITE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NE SOUPÇONNE POINT LE MAL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NE SOUPÇONNE POINT LE MAL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SE RÉJOUIT DE LA VÉRITÉ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SE RÉJOUIT DE LA VÉRITÉ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EXCUSE TOUT, IL CROIT TOUT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ESPÈRE TOUT, IL SUPPORTE TOUT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NE PÉRIT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PARLERAIS LES LANGUES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HOMMES ET DES ANGES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JE N’AI PAS L’AMOUR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SUIS RIEN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L’AMOUR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1559</TotalTime>
  <Words>6729</Words>
  <Application>Microsoft Office PowerPoint</Application>
  <PresentationFormat>On-screen Show (4:3)</PresentationFormat>
  <Paragraphs>2338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159</cp:revision>
  <dcterms:created xsi:type="dcterms:W3CDTF">2002-08-17T10:50:50Z</dcterms:created>
  <dcterms:modified xsi:type="dcterms:W3CDTF">2017-04-16T08:17:20Z</dcterms:modified>
</cp:coreProperties>
</file>