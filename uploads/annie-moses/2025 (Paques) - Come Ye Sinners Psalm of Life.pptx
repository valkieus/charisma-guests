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536" autoAdjust="0"/>
    <p:restoredTop sz="52337" autoAdjust="0"/>
  </p:normalViewPr>
  <p:slideViewPr>
    <p:cSldViewPr>
      <p:cViewPr varScale="1">
        <p:scale>
          <a:sx n="41" d="100"/>
          <a:sy n="41" d="100"/>
        </p:scale>
        <p:origin x="60" y="3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20/04/2025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1-  COME YE SINNERS POOR AND NEEDY [</a:t>
            </a:r>
            <a:r>
              <a:rPr lang="en-US" dirty="0" err="1"/>
              <a:t>Venez</a:t>
            </a:r>
            <a:r>
              <a:rPr lang="en-US" dirty="0"/>
              <a:t>, </a:t>
            </a:r>
            <a:r>
              <a:rPr lang="en-US" dirty="0" err="1"/>
              <a:t>vous</a:t>
            </a:r>
            <a:r>
              <a:rPr lang="en-US" dirty="0"/>
              <a:t> </a:t>
            </a:r>
            <a:r>
              <a:rPr lang="en-US" dirty="0" err="1"/>
              <a:t>pécheurs</a:t>
            </a:r>
            <a:r>
              <a:rPr lang="en-US" dirty="0"/>
              <a:t>, pauvres et </a:t>
            </a:r>
            <a:r>
              <a:rPr lang="en-US" dirty="0" err="1"/>
              <a:t>malheureux</a:t>
            </a:r>
            <a:r>
              <a:rPr lang="en-US" dirty="0"/>
              <a:t>] 
2-  WEAK AND WOUNDED SICK AND SORE [</a:t>
            </a:r>
            <a:r>
              <a:rPr lang="en-US" dirty="0" err="1"/>
              <a:t>Faibles</a:t>
            </a:r>
            <a:r>
              <a:rPr lang="en-US" dirty="0"/>
              <a:t> et </a:t>
            </a:r>
            <a:r>
              <a:rPr lang="en-US" dirty="0" err="1"/>
              <a:t>blessés</a:t>
            </a:r>
            <a:r>
              <a:rPr lang="en-US" dirty="0"/>
              <a:t>, </a:t>
            </a:r>
            <a:r>
              <a:rPr lang="en-US" dirty="0" err="1"/>
              <a:t>malades</a:t>
            </a:r>
            <a:r>
              <a:rPr lang="en-US" dirty="0"/>
              <a:t> et </a:t>
            </a:r>
            <a:r>
              <a:rPr lang="en-US" dirty="0" err="1"/>
              <a:t>meurtris</a:t>
            </a:r>
            <a:r>
              <a:rPr lang="en-US" dirty="0"/>
              <a:t>] 
3-  JESUS READY STANDS TO SAVE YOU [Jésus </a:t>
            </a:r>
            <a:r>
              <a:rPr lang="en-US" dirty="0" err="1"/>
              <a:t>veut</a:t>
            </a:r>
            <a:r>
              <a:rPr lang="en-US" dirty="0"/>
              <a:t> </a:t>
            </a:r>
            <a:r>
              <a:rPr lang="en-US" dirty="0" err="1"/>
              <a:t>vous</a:t>
            </a:r>
            <a:r>
              <a:rPr lang="en-US" dirty="0"/>
              <a:t> </a:t>
            </a:r>
            <a:r>
              <a:rPr lang="en-US" dirty="0" err="1"/>
              <a:t>sauver</a:t>
            </a:r>
            <a:r>
              <a:rPr lang="en-US" dirty="0"/>
              <a:t>] 
4-  FULL OF PITY, LOVE, AND POWER [Plein de </a:t>
            </a:r>
            <a:r>
              <a:rPr lang="en-US" dirty="0" err="1"/>
              <a:t>pitié</a:t>
            </a:r>
            <a:r>
              <a:rPr lang="en-US" dirty="0"/>
              <a:t>, d’amour et de puissance] </a:t>
            </a:r>
          </a:p>
          <a:p>
            <a:r>
              <a:rPr lang="en-US" dirty="0"/>
              <a:t>
5-  COME YE THIRSTY COME AND WELCOME [</a:t>
            </a:r>
            <a:r>
              <a:rPr lang="en-US" dirty="0" err="1"/>
              <a:t>Venez</a:t>
            </a:r>
            <a:r>
              <a:rPr lang="en-US" dirty="0"/>
              <a:t>, </a:t>
            </a:r>
            <a:r>
              <a:rPr lang="en-US" dirty="0" err="1"/>
              <a:t>vous</a:t>
            </a:r>
            <a:r>
              <a:rPr lang="en-US" dirty="0"/>
              <a:t> qui </a:t>
            </a:r>
            <a:r>
              <a:rPr lang="en-US" dirty="0" err="1"/>
              <a:t>avez</a:t>
            </a:r>
            <a:r>
              <a:rPr lang="en-US" dirty="0"/>
              <a:t> </a:t>
            </a:r>
            <a:r>
              <a:rPr lang="en-US" dirty="0" err="1"/>
              <a:t>soif</a:t>
            </a:r>
            <a:r>
              <a:rPr lang="en-US" dirty="0"/>
              <a:t>, </a:t>
            </a:r>
            <a:r>
              <a:rPr lang="en-US" dirty="0" err="1"/>
              <a:t>soyez</a:t>
            </a:r>
            <a:r>
              <a:rPr lang="en-US" dirty="0"/>
              <a:t> les </a:t>
            </a:r>
            <a:r>
              <a:rPr lang="en-US" dirty="0" err="1"/>
              <a:t>bienvenus</a:t>
            </a:r>
            <a:r>
              <a:rPr lang="en-US" dirty="0"/>
              <a:t>] 
6-  GODS FREE BOUNTY GLORIFIED [La </a:t>
            </a:r>
            <a:r>
              <a:rPr lang="en-US" dirty="0" err="1"/>
              <a:t>bonté</a:t>
            </a:r>
            <a:r>
              <a:rPr lang="en-US" dirty="0"/>
              <a:t> </a:t>
            </a:r>
            <a:r>
              <a:rPr lang="en-US" dirty="0" err="1"/>
              <a:t>gratuite</a:t>
            </a:r>
            <a:r>
              <a:rPr lang="en-US" dirty="0"/>
              <a:t> de </a:t>
            </a:r>
            <a:r>
              <a:rPr lang="en-US" dirty="0" err="1"/>
              <a:t>dieu</a:t>
            </a:r>
            <a:r>
              <a:rPr lang="en-US" dirty="0"/>
              <a:t> </a:t>
            </a:r>
            <a:r>
              <a:rPr lang="en-US" dirty="0" err="1"/>
              <a:t>glorifié</a:t>
            </a:r>
            <a:r>
              <a:rPr lang="en-US" dirty="0"/>
              <a:t>] 
7-  TRUE BELIEF AND TRUE REPENTANCE [</a:t>
            </a:r>
            <a:r>
              <a:rPr lang="en-US" dirty="0" err="1"/>
              <a:t>Foi</a:t>
            </a:r>
            <a:r>
              <a:rPr lang="en-US" dirty="0"/>
              <a:t> </a:t>
            </a:r>
            <a:r>
              <a:rPr lang="en-US" dirty="0" err="1"/>
              <a:t>véritable</a:t>
            </a:r>
            <a:r>
              <a:rPr lang="en-US" dirty="0"/>
              <a:t> et </a:t>
            </a:r>
            <a:r>
              <a:rPr lang="en-US" dirty="0" err="1"/>
              <a:t>sincère</a:t>
            </a:r>
            <a:r>
              <a:rPr lang="en-US" dirty="0"/>
              <a:t> repentance] 
8-  EVERY GRACE THAT BRINGS YOU NIGH [</a:t>
            </a:r>
            <a:r>
              <a:rPr lang="en-US" dirty="0" err="1"/>
              <a:t>Chaque</a:t>
            </a:r>
            <a:r>
              <a:rPr lang="en-US" dirty="0"/>
              <a:t> grâce qui </a:t>
            </a:r>
            <a:r>
              <a:rPr lang="en-US" dirty="0" err="1"/>
              <a:t>vous</a:t>
            </a:r>
            <a:r>
              <a:rPr lang="en-US" dirty="0"/>
              <a:t> </a:t>
            </a:r>
            <a:r>
              <a:rPr lang="en-US" dirty="0" err="1"/>
              <a:t>rapproche</a:t>
            </a:r>
            <a:r>
              <a:rPr lang="en-US" dirty="0"/>
              <a:t>] </a:t>
            </a:r>
          </a:p>
          <a:p>
            <a:r>
              <a:rPr lang="en-US" dirty="0"/>
              <a:t>
9-  I WILL ARISE AND GO TO JESUS [Je me </a:t>
            </a:r>
            <a:r>
              <a:rPr lang="en-US" dirty="0" err="1"/>
              <a:t>lèverai</a:t>
            </a:r>
            <a:r>
              <a:rPr lang="en-US" dirty="0"/>
              <a:t> et </a:t>
            </a:r>
            <a:r>
              <a:rPr lang="en-US" dirty="0" err="1"/>
              <a:t>j'irai</a:t>
            </a:r>
            <a:r>
              <a:rPr lang="en-US" dirty="0"/>
              <a:t> </a:t>
            </a:r>
            <a:r>
              <a:rPr lang="en-US" dirty="0" err="1"/>
              <a:t>vers</a:t>
            </a:r>
            <a:r>
              <a:rPr lang="en-US" dirty="0"/>
              <a:t> </a:t>
            </a:r>
            <a:r>
              <a:rPr lang="en-US" dirty="0" err="1"/>
              <a:t>jésus</a:t>
            </a:r>
            <a:r>
              <a:rPr lang="en-US" dirty="0"/>
              <a:t>] 
10-  HE WILL EMBRACE ME IN HIS ARMS [Il me </a:t>
            </a:r>
            <a:r>
              <a:rPr lang="en-US" dirty="0" err="1"/>
              <a:t>prendra</a:t>
            </a:r>
            <a:r>
              <a:rPr lang="en-US" dirty="0"/>
              <a:t> dans </a:t>
            </a:r>
            <a:r>
              <a:rPr lang="en-US" dirty="0" err="1"/>
              <a:t>ses</a:t>
            </a:r>
            <a:r>
              <a:rPr lang="en-US" dirty="0"/>
              <a:t> bras] 
11-  IN THE ARMS OF MY DEAR SAVIOR [Dans les bras de </a:t>
            </a:r>
            <a:r>
              <a:rPr lang="en-US" dirty="0" err="1"/>
              <a:t>mon</a:t>
            </a:r>
            <a:r>
              <a:rPr lang="en-US" dirty="0"/>
              <a:t> </a:t>
            </a:r>
            <a:r>
              <a:rPr lang="en-US" dirty="0" err="1"/>
              <a:t>cher</a:t>
            </a:r>
            <a:r>
              <a:rPr lang="en-US" dirty="0"/>
              <a:t> </a:t>
            </a:r>
            <a:r>
              <a:rPr lang="en-US" dirty="0" err="1"/>
              <a:t>sauveur</a:t>
            </a:r>
            <a:r>
              <a:rPr lang="en-US" dirty="0"/>
              <a:t>] 
12-  OH THERE ARE 10,000 CHARMS [Oh, il y a 10 000 </a:t>
            </a:r>
            <a:r>
              <a:rPr lang="en-US" dirty="0" err="1"/>
              <a:t>charmes</a:t>
            </a:r>
            <a:r>
              <a:rPr lang="en-US" dirty="0"/>
              <a:t>] </a:t>
            </a:r>
          </a:p>
          <a:p>
            <a:r>
              <a:rPr lang="en-US" dirty="0"/>
              <a:t>
13-  I WILL ARISE AND GO TO JESUS [Je me </a:t>
            </a:r>
            <a:r>
              <a:rPr lang="en-US" dirty="0" err="1"/>
              <a:t>lèverai</a:t>
            </a:r>
            <a:r>
              <a:rPr lang="en-US" dirty="0"/>
              <a:t> et </a:t>
            </a:r>
            <a:r>
              <a:rPr lang="en-US" dirty="0" err="1"/>
              <a:t>j'irai</a:t>
            </a:r>
            <a:r>
              <a:rPr lang="en-US" dirty="0"/>
              <a:t> </a:t>
            </a:r>
            <a:r>
              <a:rPr lang="en-US" dirty="0" err="1"/>
              <a:t>vers</a:t>
            </a:r>
            <a:r>
              <a:rPr lang="en-US" dirty="0"/>
              <a:t> </a:t>
            </a:r>
            <a:r>
              <a:rPr lang="en-US" dirty="0" err="1"/>
              <a:t>jésus</a:t>
            </a:r>
            <a:r>
              <a:rPr lang="en-US" dirty="0"/>
              <a:t>] 
14-  HE WILL EMBRACE ME IN HIS ARMS [Il me </a:t>
            </a:r>
            <a:r>
              <a:rPr lang="en-US" dirty="0" err="1"/>
              <a:t>prendra</a:t>
            </a:r>
            <a:r>
              <a:rPr lang="en-US" dirty="0"/>
              <a:t> dans </a:t>
            </a:r>
            <a:r>
              <a:rPr lang="en-US" dirty="0" err="1"/>
              <a:t>ses</a:t>
            </a:r>
            <a:r>
              <a:rPr lang="en-US" dirty="0"/>
              <a:t> bras] 
15-  IN THE ARMS OF MY DEAR SAVIOR [Dans les bras de </a:t>
            </a:r>
            <a:r>
              <a:rPr lang="en-US" dirty="0" err="1"/>
              <a:t>mon</a:t>
            </a:r>
            <a:r>
              <a:rPr lang="en-US" dirty="0"/>
              <a:t> </a:t>
            </a:r>
            <a:r>
              <a:rPr lang="en-US" dirty="0" err="1"/>
              <a:t>cher</a:t>
            </a:r>
            <a:r>
              <a:rPr lang="en-US" dirty="0"/>
              <a:t> </a:t>
            </a:r>
            <a:r>
              <a:rPr lang="en-US" dirty="0" err="1"/>
              <a:t>sauveur</a:t>
            </a:r>
            <a:r>
              <a:rPr lang="en-US" dirty="0"/>
              <a:t>] 
16-  OH THERE ARE 10,000 CHARMS [Oh, il y a 10 000 </a:t>
            </a:r>
            <a:r>
              <a:rPr lang="en-US" dirty="0" err="1"/>
              <a:t>charmes</a:t>
            </a:r>
            <a:r>
              <a:rPr lang="en-US" dirty="0"/>
              <a:t>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pPr>
              <a:defRPr/>
            </a:pPr>
            <a:r>
              <a:rPr lang="fr-FR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pPr>
              <a:defRPr/>
            </a:pPr>
            <a:r>
              <a:rPr lang="fr-FR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pPr>
              <a:defRPr/>
            </a:pPr>
            <a:r>
              <a:rPr lang="fr-FR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</p:spTree>
    <p:extLst>
      <p:ext uri="{BB962C8B-B14F-4D97-AF65-F5344CB8AC3E}">
        <p14:creationId xmlns:p14="http://schemas.microsoft.com/office/powerpoint/2010/main" val="1427765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r>
              <a:rPr lang="en-US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r>
              <a:rPr lang="en-US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r>
              <a:rPr lang="en-US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pPr>
              <a:defRPr/>
            </a:pPr>
            <a:r>
              <a:rPr lang="fr-FR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pPr>
              <a:defRPr/>
            </a:pPr>
            <a:r>
              <a:rPr lang="fr-FR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pPr>
              <a:defRPr/>
            </a:pPr>
            <a:r>
              <a:rPr lang="fr-FR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</p:spTree>
    <p:extLst>
      <p:ext uri="{BB962C8B-B14F-4D97-AF65-F5344CB8AC3E}">
        <p14:creationId xmlns:p14="http://schemas.microsoft.com/office/powerpoint/2010/main" val="421030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r>
              <a:rPr lang="en-US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r>
              <a:rPr lang="en-US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r>
              <a:rPr lang="en-US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pPr>
              <a:defRPr/>
            </a:pPr>
            <a:r>
              <a:rPr lang="fr-FR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pPr>
              <a:defRPr/>
            </a:pPr>
            <a:r>
              <a:rPr lang="fr-FR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pPr>
              <a:defRPr/>
            </a:pPr>
            <a:r>
              <a:rPr lang="fr-FR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</p:spTree>
    <p:extLst>
      <p:ext uri="{BB962C8B-B14F-4D97-AF65-F5344CB8AC3E}">
        <p14:creationId xmlns:p14="http://schemas.microsoft.com/office/powerpoint/2010/main" val="4116602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r>
              <a:rPr lang="en-US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r>
              <a:rPr lang="en-US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r>
              <a:rPr lang="en-US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pPr>
              <a:defRPr/>
            </a:pPr>
            <a:r>
              <a:rPr lang="fr-FR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pPr>
              <a:defRPr/>
            </a:pPr>
            <a:r>
              <a:rPr lang="fr-FR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pPr>
              <a:defRPr/>
            </a:pPr>
            <a:r>
              <a:rPr lang="fr-FR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</p:spTree>
    <p:extLst>
      <p:ext uri="{BB962C8B-B14F-4D97-AF65-F5344CB8AC3E}">
        <p14:creationId xmlns:p14="http://schemas.microsoft.com/office/powerpoint/2010/main" val="1945117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r>
              <a:rPr lang="en-US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r>
              <a:rPr lang="en-US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r>
              <a:rPr lang="en-US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pPr>
              <a:defRPr/>
            </a:pPr>
            <a:r>
              <a:rPr lang="fr-FR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pPr>
              <a:defRPr/>
            </a:pPr>
            <a:r>
              <a:rPr lang="fr-FR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pPr>
              <a:defRPr/>
            </a:pPr>
            <a:r>
              <a:rPr lang="fr-FR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</p:spTree>
    <p:extLst>
      <p:ext uri="{BB962C8B-B14F-4D97-AF65-F5344CB8AC3E}">
        <p14:creationId xmlns:p14="http://schemas.microsoft.com/office/powerpoint/2010/main" val="3864485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r>
              <a:rPr lang="en-US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r>
              <a:rPr lang="en-US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r>
              <a:rPr lang="en-US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pPr>
              <a:defRPr/>
            </a:pPr>
            <a:r>
              <a:rPr lang="fr-FR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pPr>
              <a:defRPr/>
            </a:pPr>
            <a:r>
              <a:rPr lang="fr-FR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pPr>
              <a:defRPr/>
            </a:pPr>
            <a:r>
              <a:rPr lang="fr-FR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</p:spTree>
    <p:extLst>
      <p:ext uri="{BB962C8B-B14F-4D97-AF65-F5344CB8AC3E}">
        <p14:creationId xmlns:p14="http://schemas.microsoft.com/office/powerpoint/2010/main" val="294327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r>
              <a:rPr lang="en-US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r>
              <a:rPr lang="en-US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r>
              <a:rPr lang="en-US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pPr>
              <a:defRPr/>
            </a:pPr>
            <a:r>
              <a:rPr lang="fr-FR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pPr>
              <a:defRPr/>
            </a:pPr>
            <a:r>
              <a:rPr lang="fr-FR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pPr>
              <a:defRPr/>
            </a:pPr>
            <a:r>
              <a:rPr lang="fr-FR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</p:spTree>
    <p:extLst>
      <p:ext uri="{BB962C8B-B14F-4D97-AF65-F5344CB8AC3E}">
        <p14:creationId xmlns:p14="http://schemas.microsoft.com/office/powerpoint/2010/main" val="798162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r>
              <a:rPr lang="en-US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r>
              <a:rPr lang="en-US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r>
              <a:rPr lang="en-US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pPr>
              <a:defRPr/>
            </a:pPr>
            <a:r>
              <a:rPr lang="fr-FR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pPr>
              <a:defRPr/>
            </a:pPr>
            <a:r>
              <a:rPr lang="fr-FR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pPr>
              <a:defRPr/>
            </a:pPr>
            <a:r>
              <a:rPr lang="fr-FR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</p:spTree>
    <p:extLst>
      <p:ext uri="{BB962C8B-B14F-4D97-AF65-F5344CB8AC3E}">
        <p14:creationId xmlns:p14="http://schemas.microsoft.com/office/powerpoint/2010/main" val="2461923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r>
              <a:rPr lang="en-US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r>
              <a:rPr lang="en-US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r>
              <a:rPr lang="en-US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pPr>
              <a:defRPr/>
            </a:pPr>
            <a:r>
              <a:rPr lang="fr-FR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pPr>
              <a:defRPr/>
            </a:pPr>
            <a:r>
              <a:rPr lang="fr-FR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pPr>
              <a:defRPr/>
            </a:pPr>
            <a:r>
              <a:rPr lang="fr-FR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</p:spTree>
    <p:extLst>
      <p:ext uri="{BB962C8B-B14F-4D97-AF65-F5344CB8AC3E}">
        <p14:creationId xmlns:p14="http://schemas.microsoft.com/office/powerpoint/2010/main" val="3063507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r>
              <a:rPr lang="en-US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r>
              <a:rPr lang="en-US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r>
              <a:rPr lang="en-US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pPr>
              <a:defRPr/>
            </a:pPr>
            <a:r>
              <a:rPr lang="fr-FR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pPr>
              <a:defRPr/>
            </a:pPr>
            <a:r>
              <a:rPr lang="fr-FR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pPr>
              <a:defRPr/>
            </a:pPr>
            <a:r>
              <a:rPr lang="fr-FR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</p:spTree>
    <p:extLst>
      <p:ext uri="{BB962C8B-B14F-4D97-AF65-F5344CB8AC3E}">
        <p14:creationId xmlns:p14="http://schemas.microsoft.com/office/powerpoint/2010/main" val="1240525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r>
              <a:rPr lang="en-US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r>
              <a:rPr lang="en-US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r>
              <a:rPr lang="en-US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pPr>
              <a:defRPr/>
            </a:pPr>
            <a:r>
              <a:rPr lang="fr-FR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pPr>
              <a:defRPr/>
            </a:pPr>
            <a:r>
              <a:rPr lang="fr-FR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pPr>
              <a:defRPr/>
            </a:pPr>
            <a:r>
              <a:rPr lang="fr-FR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</p:spTree>
    <p:extLst>
      <p:ext uri="{BB962C8B-B14F-4D97-AF65-F5344CB8AC3E}">
        <p14:creationId xmlns:p14="http://schemas.microsoft.com/office/powerpoint/2010/main" val="3344000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r>
              <a:rPr lang="en-US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r>
              <a:rPr lang="en-US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r>
              <a:rPr lang="en-US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pPr>
              <a:defRPr/>
            </a:pPr>
            <a:r>
              <a:rPr lang="fr-FR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pPr>
              <a:defRPr/>
            </a:pPr>
            <a:r>
              <a:rPr lang="fr-FR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pPr>
              <a:defRPr/>
            </a:pPr>
            <a:r>
              <a:rPr lang="fr-FR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</p:spTree>
    <p:extLst>
      <p:ext uri="{BB962C8B-B14F-4D97-AF65-F5344CB8AC3E}">
        <p14:creationId xmlns:p14="http://schemas.microsoft.com/office/powerpoint/2010/main" val="3778539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r>
              <a:rPr lang="en-US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r>
              <a:rPr lang="en-US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r>
              <a:rPr lang="en-US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pPr>
              <a:defRPr/>
            </a:pPr>
            <a:r>
              <a:rPr lang="fr-FR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pPr>
              <a:defRPr/>
            </a:pPr>
            <a:r>
              <a:rPr lang="fr-FR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pPr>
              <a:defRPr/>
            </a:pPr>
            <a:r>
              <a:rPr lang="fr-FR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</p:spTree>
    <p:extLst>
      <p:ext uri="{BB962C8B-B14F-4D97-AF65-F5344CB8AC3E}">
        <p14:creationId xmlns:p14="http://schemas.microsoft.com/office/powerpoint/2010/main" val="36479718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r>
              <a:rPr lang="en-US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r>
              <a:rPr lang="en-US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r>
              <a:rPr lang="en-US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pPr>
              <a:defRPr/>
            </a:pPr>
            <a:r>
              <a:rPr lang="fr-FR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pPr>
              <a:defRPr/>
            </a:pPr>
            <a:r>
              <a:rPr lang="fr-FR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pPr>
              <a:defRPr/>
            </a:pPr>
            <a:r>
              <a:rPr lang="fr-FR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</p:spTree>
    <p:extLst>
      <p:ext uri="{BB962C8B-B14F-4D97-AF65-F5344CB8AC3E}">
        <p14:creationId xmlns:p14="http://schemas.microsoft.com/office/powerpoint/2010/main" val="1632869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r>
              <a:rPr lang="en-US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r>
              <a:rPr lang="en-US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r>
              <a:rPr lang="en-US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pPr>
              <a:defRPr/>
            </a:pPr>
            <a:r>
              <a:rPr lang="fr-FR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pPr>
              <a:defRPr/>
            </a:pPr>
            <a:r>
              <a:rPr lang="fr-FR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pPr>
              <a:defRPr/>
            </a:pPr>
            <a:r>
              <a:rPr lang="fr-FR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</p:spTree>
    <p:extLst>
      <p:ext uri="{BB962C8B-B14F-4D97-AF65-F5344CB8AC3E}">
        <p14:creationId xmlns:p14="http://schemas.microsoft.com/office/powerpoint/2010/main" val="38127892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r>
              <a:rPr lang="en-US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r>
              <a:rPr lang="en-US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r>
              <a:rPr lang="en-US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COME YE SINNERS POOR AND NEEDY [Venez, vous pécheurs, pauvres et malheureux] 
2-  WEAK AND WOUNDED SICK AND SORE [Faibles et blessés, malades et meurtris] 
3-  JESUS READY STANDS TO SAVE YOU [Jésus veut vous sauver] 
4-  FULL OF PITY, LOVE, AND POWER [Plein de pitié, d’amour et de puissance] </a:t>
            </a:r>
          </a:p>
          <a:p>
            <a:pPr>
              <a:defRPr/>
            </a:pPr>
            <a:r>
              <a:rPr lang="fr-FR"/>
              <a:t>
5-  COME YE THIRSTY COME AND WELCOME [Venez, vous qui avez soif, soyez les bienvenus] 
6-  GODS FREE BOUNTY GLORIFIED [La bonté gratuite de dieu glorifié] 
7-  TRUE BELIEF AND TRUE REPENTANCE [Foi véritable et sincère repentance] 
8-  EVERY GRACE THAT BRINGS YOU NIGH [Chaque grâce qui vous rapproche] </a:t>
            </a:r>
          </a:p>
          <a:p>
            <a:pPr>
              <a:defRPr/>
            </a:pPr>
            <a:r>
              <a:rPr lang="fr-FR"/>
              <a:t>
9-  I WILL ARISE AND GO TO JESUS [Je me lèverai et j'irai vers jésus] 
10-  HE WILL EMBRACE ME IN HIS ARMS [Il me prendra dans ses bras] 
11-  IN THE ARMS OF MY DEAR SAVIOR [Dans les bras de mon cher sauveur] 
12-  OH THERE ARE 10,000 CHARMS [Oh, il y a 10 000 charmes] </a:t>
            </a:r>
          </a:p>
          <a:p>
            <a:pPr>
              <a:defRPr/>
            </a:pPr>
            <a:r>
              <a:rPr lang="fr-FR"/>
              <a:t>
13-  I WILL ARISE AND GO TO JESUS [Je me lèverai et j'irai vers jésus] 
14-  HE WILL EMBRACE ME IN HIS ARMS [Il me prendra dans ses bras] 
15-  IN THE ARMS OF MY DEAR SAVIOR [Dans les bras de mon cher sauveur] 
16-  OH THERE ARE 10,000 CHARMS [Oh, il y a 10 000 charmes] 
</a:t>
            </a:r>
          </a:p>
        </p:txBody>
      </p:sp>
    </p:spTree>
    <p:extLst>
      <p:ext uri="{BB962C8B-B14F-4D97-AF65-F5344CB8AC3E}">
        <p14:creationId xmlns:p14="http://schemas.microsoft.com/office/powerpoint/2010/main" val="527667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448" y="5461001"/>
            <a:ext cx="10225136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/>
              </a:rPr>
              <a:t>COME YE SINNERS POOR AND NEEDY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/>
              </a:rPr>
              <a:t>[Venez, vous pécheurs, pauvres et malheureux]</a:t>
            </a:r>
            <a:endParaRPr sz="3200" dirty="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/>
              </a:rPr>
              <a:t>WEAK AND WOUNDED SICK AND SORE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/>
              </a:rPr>
              <a:t>[Faibles et blessés, malades et meurtris]</a:t>
            </a:r>
            <a:endParaRPr sz="320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/>
              </a:rPr>
              <a:t>JESUS READY STANDS TO SAVE YOU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/>
              </a:rPr>
              <a:t>[Jésus veut vous sauver]</a:t>
            </a:r>
            <a:endParaRPr sz="320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/>
              </a:rPr>
              <a:t>FULL OF PITY, LOVE, AND POWER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/>
              </a:rPr>
              <a:t>[Plein de pitié, d’amour et de puissance]</a:t>
            </a:r>
            <a:endParaRPr sz="320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464" y="5461001"/>
            <a:ext cx="10009112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/>
              </a:rPr>
              <a:t>COME YE THIRSTY COME AND WELCOME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/>
              </a:rPr>
              <a:t>[Venez, vous qui avez soif, soyez les bienvenus]</a:t>
            </a:r>
            <a:endParaRPr sz="3200" dirty="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/>
              </a:rPr>
              <a:t>GODS FREE BOUNTY GLORIFIED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/>
              </a:rPr>
              <a:t>[La bonté gratuite de </a:t>
            </a:r>
            <a:r>
              <a:rPr lang="fr-FR" sz="3200" dirty="0" smtClean="0">
                <a:solidFill>
                  <a:srgbClr val="FFFFFF"/>
                </a:solidFill>
                <a:latin typeface="Metropolis Semi Bold"/>
              </a:rPr>
              <a:t>Dieu </a:t>
            </a:r>
            <a:r>
              <a:rPr lang="fr-FR" sz="3200" dirty="0">
                <a:solidFill>
                  <a:srgbClr val="FFFFFF"/>
                </a:solidFill>
                <a:latin typeface="Metropolis Semi Bold"/>
              </a:rPr>
              <a:t>glorifié]</a:t>
            </a:r>
            <a:endParaRPr sz="3200" dirty="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/>
              </a:rPr>
              <a:t>TRUE BELIEF AND TRUE REPENTANCE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/>
              </a:rPr>
              <a:t>[Foi véritable et sincère repentance]</a:t>
            </a:r>
            <a:endParaRPr sz="320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/>
              </a:rPr>
              <a:t>EVERY GRACE THAT BRINGS YOU NIGH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/>
              </a:rPr>
              <a:t>[Chaque grâce qui vous rapproche]</a:t>
            </a:r>
            <a:endParaRPr sz="320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/>
              </a:rPr>
              <a:t>I WILL ARISE AND GO TO JESUS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/>
              </a:rPr>
              <a:t>[Je me lèverai et j'irai vers </a:t>
            </a:r>
            <a:r>
              <a:rPr lang="fr-FR" sz="3200" dirty="0" smtClean="0">
                <a:solidFill>
                  <a:srgbClr val="FFFFFF"/>
                </a:solidFill>
                <a:latin typeface="Metropolis Semi Bold"/>
              </a:rPr>
              <a:t>Jésus</a:t>
            </a:r>
            <a:r>
              <a:rPr lang="fr-FR" sz="3200" dirty="0">
                <a:solidFill>
                  <a:srgbClr val="FFFFFF"/>
                </a:solidFill>
                <a:latin typeface="Metropolis Semi Bold"/>
              </a:rPr>
              <a:t>]</a:t>
            </a:r>
            <a:endParaRPr sz="3200" dirty="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HE WILL EMBRACE ME IN HIS ARMS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[Il me 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prendra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dans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S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/>
              </a:rPr>
              <a:t>es</a:t>
            </a:r>
            <a:r>
              <a:rPr lang="en-US" sz="3200" dirty="0" smtClean="0">
                <a:solidFill>
                  <a:srgbClr val="FFFFFF"/>
                </a:solidFill>
                <a:latin typeface="Metropolis Semi Bold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bras]</a:t>
            </a:r>
            <a:endParaRPr sz="3200" dirty="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IN THE ARMS OF MY DEAR SAVIOR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Dans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 les bras de </a:t>
            </a:r>
            <a:r>
              <a:rPr lang="en-US" sz="3200">
                <a:solidFill>
                  <a:srgbClr val="FFFFFF"/>
                </a:solidFill>
                <a:latin typeface="Metropolis Semi Bold"/>
              </a:rPr>
              <a:t>mon 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C</a:t>
            </a:r>
            <a:r>
              <a:rPr lang="en-US" sz="3200" smtClean="0">
                <a:solidFill>
                  <a:srgbClr val="FFFFFF"/>
                </a:solidFill>
                <a:latin typeface="Metropolis Semi Bold"/>
              </a:rPr>
              <a:t>her 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S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/>
              </a:rPr>
              <a:t>auveur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]</a:t>
            </a:r>
            <a:endParaRPr sz="3200" dirty="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/>
              </a:rPr>
              <a:t>OH THERE ARE 10,000 CHARMS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/>
              </a:rPr>
              <a:t>[Oh, il y a 10 000 charmes]</a:t>
            </a:r>
            <a:endParaRPr sz="320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/>
              </a:rPr>
              <a:t>I WILL ARISE AND GO TO JESUS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/>
              </a:rPr>
              <a:t>[Je me lèverai et j'irai vers </a:t>
            </a:r>
            <a:r>
              <a:rPr lang="fr-FR" sz="3200" dirty="0" smtClean="0">
                <a:solidFill>
                  <a:srgbClr val="FFFFFF"/>
                </a:solidFill>
                <a:latin typeface="Metropolis Semi Bold"/>
              </a:rPr>
              <a:t>Jésus</a:t>
            </a:r>
            <a:r>
              <a:rPr lang="fr-FR" sz="3200" dirty="0">
                <a:solidFill>
                  <a:srgbClr val="FFFFFF"/>
                </a:solidFill>
                <a:latin typeface="Metropolis Semi Bold"/>
              </a:rPr>
              <a:t>]</a:t>
            </a:r>
            <a:endParaRPr sz="3200" dirty="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HE WILL EMBRACE ME IN HIS ARMS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[Il me 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prendra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dans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S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/>
              </a:rPr>
              <a:t>es</a:t>
            </a:r>
            <a:r>
              <a:rPr lang="en-US" sz="3200" dirty="0" smtClean="0">
                <a:solidFill>
                  <a:srgbClr val="FFFFFF"/>
                </a:solidFill>
                <a:latin typeface="Metropolis Semi Bold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bras]</a:t>
            </a:r>
            <a:endParaRPr sz="3200" dirty="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IN THE ARMS OF MY DEAR SAVIOR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Dans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 les bras de mon C</a:t>
            </a:r>
            <a:r>
              <a:rPr lang="en-US" sz="3200" dirty="0" smtClean="0">
                <a:solidFill>
                  <a:srgbClr val="FFFFFF"/>
                </a:solidFill>
                <a:latin typeface="Metropolis Semi Bold"/>
              </a:rPr>
              <a:t>her 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S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/>
              </a:rPr>
              <a:t>auveur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]</a:t>
            </a:r>
            <a:endParaRPr sz="3200" dirty="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/>
              </a:rPr>
              <a:t>OH THERE ARE 10,000 CHARMS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/>
              </a:rPr>
              <a:t>[Oh, il y a 10 000 charmes]</a:t>
            </a:r>
            <a:endParaRPr sz="320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1292</TotalTime>
  <Words>784</Words>
  <Application>Microsoft Office PowerPoint</Application>
  <PresentationFormat>Grand écran</PresentationFormat>
  <Paragraphs>160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102</cp:revision>
  <dcterms:created xsi:type="dcterms:W3CDTF">2011-01-30T10:04:33Z</dcterms:created>
  <dcterms:modified xsi:type="dcterms:W3CDTF">2025-04-20T08:27:43Z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2025-04-19T08:11:02Z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9567f736-d23a-405d-9122-18844a32c29d</vt:lpwstr>
  </property>
  <property fmtid="{D5CDD505-2E9C-101B-9397-08002B2CF9AE}" pid="8" name="MSIP_Label_d0979fc8-5559-4f19-93ee-e28ca03d7638_ContentBits">
    <vt:lpwstr>0</vt:lpwstr>
  </property>
</Properties>
</file>