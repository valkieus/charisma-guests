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9" r:id="rId2"/>
    <p:sldId id="268" r:id="rId3"/>
    <p:sldId id="260" r:id="rId4"/>
    <p:sldId id="269" r:id="rId5"/>
    <p:sldId id="261" r:id="rId6"/>
    <p:sldId id="270" r:id="rId7"/>
    <p:sldId id="262" r:id="rId8"/>
    <p:sldId id="271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50317" autoAdjust="0"/>
  </p:normalViewPr>
  <p:slideViewPr>
    <p:cSldViewPr>
      <p:cViewPr varScale="1">
        <p:scale>
          <a:sx n="57" d="100"/>
          <a:sy n="57" d="100"/>
        </p:scale>
        <p:origin x="181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574283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182672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3467111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2415068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180529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54588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255243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1957315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2464050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2775415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1102071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3276970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r>
              <a:rPr lang="en-US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r>
              <a:rPr lang="en-US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endParaRPr lang="en-US"/>
          </a:p>
          <a:p>
            <a:r>
              <a:rPr lang="en-US"/>
              <a:t>	Aller a la 1</a:t>
            </a:r>
          </a:p>
          <a:p>
            <a:r>
              <a:rPr lang="en-US"/>
              <a:t>
13-  CHRIST THE LORD IS RISEN TODAY [Christ le Seigneur est ressuscité aujourd’hui] </a:t>
            </a:r>
          </a:p>
          <a:p>
            <a:endParaRPr lang="en-US"/>
          </a:p>
          <a:p>
            <a:r>
              <a:rPr lang="en-US"/>
              <a:t>	Aller a la 9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HEAR THE BELLS RINGING THEY'RE SINGING [Écoute les cloches sonner elles chantent] 
2-  THAT WE CAN BE BORN AGAIN [Que nous pouvons naître de nouveau] 
3-  HEAR THE BELLS RINGING THEY'RE SINGING [Écoute les cloches sonner elles chantent] 
4-  CHRIST IS RISEN FROM THE DEAD [Christ est ressuscité des morts] </a:t>
            </a:r>
          </a:p>
          <a:p>
            <a:pPr>
              <a:defRPr/>
            </a:pPr>
            <a:r>
              <a:rPr lang="fr-FR"/>
              <a:t>
5-  THE ANGEL UP ON THE TOMBSTONE SAID [Les anges sur la pierre roulée disaient] 
6-  HE IS RISEN JUST AS HE SAID [Il est ressuscité comme Il l’avait dit] 
7-  QUICKLY NOW, GO TELL HIS DISCIPLES [Vite maintenant, allez dire à Ses disciples] 
8-  THAT JESUS CHRIST IS NO LONGER DEAD [Que Jésus-Christ n’est plus mort] </a:t>
            </a:r>
          </a:p>
          <a:p>
            <a:pPr>
              <a:defRPr/>
            </a:pPr>
            <a:r>
              <a:rPr lang="fr-FR"/>
              <a:t>
9-  JOY TO THE WORLD! HE IS RISEN, ALLELUIA! [Joie dans le monde il est ressuscité ! alléluia !] 
10-  HE'S RISEN, ALLELUIA! [Il est ressuscité ! alléluia !] 
11-  HE'S RISEN! [Il est ressuscité !] 
12-  ALLELUIA! [Alléluia !]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1</a:t>
            </a:r>
          </a:p>
          <a:p>
            <a:pPr>
              <a:defRPr/>
            </a:pPr>
            <a:r>
              <a:rPr lang="fr-FR"/>
              <a:t>
13-  CHRIST THE LORD IS RISEN TODAY [Christ le Seigneur est ressuscité aujourd’hui]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Aller a la 9
</a:t>
            </a:r>
          </a:p>
        </p:txBody>
      </p:sp>
    </p:spTree>
    <p:extLst>
      <p:ext uri="{BB962C8B-B14F-4D97-AF65-F5344CB8AC3E}">
        <p14:creationId xmlns:p14="http://schemas.microsoft.com/office/powerpoint/2010/main" val="739226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HEAR THE BELLS RINGING THEY'RE SINGING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[Écoute les cloches sonner elles chantent]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609E-E071-04F4-C4C2-F8864C87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E39B8-EE2C-CC71-13DA-5BF799CE2C9D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THAT WE CAN BE BORN AGAIN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[Que nous pouvons naître de nouveau]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2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HEAR THE BELLS RINGING THEY'RE SINGING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[Écoute les cloches sonner elles chantent]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5559-3A70-639F-7A5E-0C3D8BA1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C5730-A0DE-1458-8D1B-209BDF12DC80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CHRIST IS RISEN FROM THE DEAD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[Christ est ressuscité des morts]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3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THE ANGEL UP ON THE TOMBSTONE SAID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[Les anges sur la pierre roulée disaient]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20E6-0288-E000-18C6-524BF221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3C1B37-2F89-4CF2-49C8-007518EEA608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 IS RISEN JUST AS HE SAID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est ressuscité comme Il l’avait dit]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47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QUICKLY NOW, GO TELL HIS DISCIPLES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[Vite maintenant, allez dire à Ses disciples]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FEED-5E6E-21B1-3896-D9E0478C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FD67CC-A7D6-6BB0-DFE6-E0F3FBD21F4B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THAT JESUS CHRIST IS NO LONGER DEAD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[Que Jésus-Christ n’est plus mort]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50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JOY TO THE WORLD! HE IS RISEN, ALLELUIA!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[Joie dans le monde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est ressuscité ! alléluia !]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HE'S RISEN, ALLELUIA!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est ressuscité ! alléluia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HE'S RISEN!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[Il est ressuscité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ALLELUIA!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[Alléluia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CHRIST THE LORD IS RISEN TODAY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[Christ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Le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Seigneur est ressuscité aujourd’hui]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5795</Words>
  <Application>Microsoft Office PowerPoint</Application>
  <PresentationFormat>Grand écran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100</cp:revision>
  <dcterms:created xsi:type="dcterms:W3CDTF">2011-01-30T10:04:33Z</dcterms:created>
  <dcterms:modified xsi:type="dcterms:W3CDTF">2025-04-20T08:26:41Z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