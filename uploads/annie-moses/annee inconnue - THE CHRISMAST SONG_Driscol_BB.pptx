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1656" autoAdjust="0"/>
  </p:normalViewPr>
  <p:slideViewPr>
    <p:cSldViewPr>
      <p:cViewPr varScale="1">
        <p:scale>
          <a:sx n="27" d="100"/>
          <a:sy n="27" d="100"/>
        </p:scale>
        <p:origin x="-160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CF77C0-ACAB-4C61-85AE-AA961BABA19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C5ECBF0-49FA-429C-ADC2-AF044EC02DC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Chestnuts</a:t>
            </a:r>
            <a:r>
              <a:rPr lang="fr-FR" dirty="0" smtClean="0"/>
              <a:t> </a:t>
            </a:r>
            <a:r>
              <a:rPr lang="fr-FR" dirty="0" err="1" smtClean="0"/>
              <a:t>roasting</a:t>
            </a:r>
            <a:r>
              <a:rPr lang="fr-FR" dirty="0" smtClean="0"/>
              <a:t> on an open </a:t>
            </a:r>
            <a:r>
              <a:rPr lang="fr-FR" dirty="0" err="1" smtClean="0"/>
              <a:t>fire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Jack Frost </a:t>
            </a:r>
            <a:r>
              <a:rPr lang="fr-FR" dirty="0" err="1" smtClean="0"/>
              <a:t>nipping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nose</a:t>
            </a:r>
            <a:r>
              <a:rPr lang="fr-FR" dirty="0" smtClean="0"/>
              <a:t>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Yuletide</a:t>
            </a:r>
            <a:r>
              <a:rPr lang="fr-FR" dirty="0" smtClean="0"/>
              <a:t> carols </a:t>
            </a:r>
            <a:r>
              <a:rPr lang="fr-FR" dirty="0" err="1" smtClean="0"/>
              <a:t>being</a:t>
            </a:r>
            <a:r>
              <a:rPr lang="fr-FR" dirty="0" smtClean="0"/>
              <a:t> </a:t>
            </a:r>
            <a:r>
              <a:rPr lang="fr-FR" dirty="0" err="1" smtClean="0"/>
              <a:t>sung</a:t>
            </a:r>
            <a:r>
              <a:rPr lang="fr-FR" dirty="0" smtClean="0"/>
              <a:t>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folks </a:t>
            </a:r>
            <a:r>
              <a:rPr lang="fr-FR" dirty="0" err="1" smtClean="0"/>
              <a:t>dressed</a:t>
            </a:r>
            <a:r>
              <a:rPr lang="fr-FR" dirty="0" smtClean="0"/>
              <a:t> up </a:t>
            </a:r>
            <a:r>
              <a:rPr lang="fr-FR" dirty="0" err="1" smtClean="0"/>
              <a:t>like</a:t>
            </a:r>
            <a:r>
              <a:rPr lang="fr-FR" dirty="0" smtClean="0"/>
              <a:t> Eskimos </a:t>
            </a:r>
            <a:r>
              <a:rPr lang="fr-FR" dirty="0" err="1" smtClean="0"/>
              <a:t>Everybody</a:t>
            </a:r>
            <a:r>
              <a:rPr lang="fr-FR" dirty="0" smtClean="0"/>
              <a:t> </a:t>
            </a:r>
            <a:r>
              <a:rPr lang="fr-FR" dirty="0" err="1" smtClean="0"/>
              <a:t>knows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 </a:t>
            </a:r>
            <a:r>
              <a:rPr lang="fr-FR" dirty="0" err="1" smtClean="0"/>
              <a:t>turkey</a:t>
            </a:r>
            <a:r>
              <a:rPr lang="fr-FR" dirty="0" smtClean="0"/>
              <a:t> and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Mistletoe</a:t>
            </a:r>
            <a:r>
              <a:rPr lang="fr-FR" dirty="0" smtClean="0"/>
              <a:t>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help to </a:t>
            </a:r>
            <a:r>
              <a:rPr lang="fr-FR" dirty="0" err="1" smtClean="0"/>
              <a:t>make</a:t>
            </a:r>
            <a:r>
              <a:rPr lang="fr-FR" dirty="0" smtClean="0"/>
              <a:t> the </a:t>
            </a:r>
            <a:r>
              <a:rPr lang="fr-FR" dirty="0" err="1" smtClean="0"/>
              <a:t>season</a:t>
            </a:r>
            <a:r>
              <a:rPr lang="fr-FR" dirty="0" smtClean="0"/>
              <a:t> </a:t>
            </a:r>
            <a:r>
              <a:rPr lang="fr-FR" dirty="0" err="1" smtClean="0"/>
              <a:t>bright</a:t>
            </a:r>
            <a:r>
              <a:rPr lang="fr-FR" dirty="0" smtClean="0"/>
              <a:t>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Tiny</a:t>
            </a:r>
            <a:r>
              <a:rPr lang="fr-FR" dirty="0" smtClean="0"/>
              <a:t> </a:t>
            </a:r>
            <a:r>
              <a:rPr lang="fr-FR" dirty="0" err="1" smtClean="0"/>
              <a:t>tots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all </a:t>
            </a:r>
            <a:r>
              <a:rPr lang="fr-FR" dirty="0" err="1" smtClean="0"/>
              <a:t>aglow</a:t>
            </a:r>
            <a:r>
              <a:rPr lang="fr-FR" dirty="0" smtClean="0"/>
              <a:t>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Will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hard to </a:t>
            </a:r>
            <a:r>
              <a:rPr lang="fr-FR" dirty="0" err="1" smtClean="0"/>
              <a:t>sleep</a:t>
            </a:r>
            <a:r>
              <a:rPr lang="fr-FR" dirty="0" smtClean="0"/>
              <a:t> </a:t>
            </a:r>
            <a:r>
              <a:rPr lang="fr-FR" dirty="0" err="1" smtClean="0"/>
              <a:t>tonight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CAR VOUS SAVEZ QU’ILS DISENT  QUE LE PÈRE NOËL EST EN CHEMIN 
</a:t>
            </a:r>
            <a:r>
              <a:rPr lang="fr-FR" dirty="0" err="1" smtClean="0"/>
              <a:t>They</a:t>
            </a:r>
            <a:r>
              <a:rPr lang="fr-FR" dirty="0" smtClean="0"/>
              <a:t>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Santa’s</a:t>
            </a:r>
            <a:r>
              <a:rPr lang="fr-FR" dirty="0" smtClean="0"/>
              <a:t> on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He's</a:t>
            </a:r>
            <a:r>
              <a:rPr lang="fr-FR" dirty="0" smtClean="0"/>
              <a:t> </a:t>
            </a:r>
            <a:r>
              <a:rPr lang="fr-FR" dirty="0" err="1" smtClean="0"/>
              <a:t>loaded</a:t>
            </a:r>
            <a:r>
              <a:rPr lang="fr-FR" dirty="0" smtClean="0"/>
              <a:t> lots of </a:t>
            </a:r>
            <a:r>
              <a:rPr lang="fr-FR" dirty="0" err="1" smtClean="0"/>
              <a:t>toys</a:t>
            </a:r>
            <a:r>
              <a:rPr lang="fr-FR" dirty="0" smtClean="0"/>
              <a:t> and goodies On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sleigh</a:t>
            </a:r>
            <a:r>
              <a:rPr lang="fr-FR" dirty="0" smtClean="0"/>
              <a:t>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mother‘s</a:t>
            </a:r>
            <a:r>
              <a:rPr lang="fr-FR" dirty="0" smtClean="0"/>
              <a:t> Child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spy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 
12-  SI UN RENNE SAIT VRAIMENT VOLER OOH </a:t>
            </a:r>
            <a:r>
              <a:rPr lang="fr-FR" dirty="0" err="1" smtClean="0"/>
              <a:t>OOH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Reindeer</a:t>
            </a:r>
            <a:r>
              <a:rPr lang="fr-FR" dirty="0" smtClean="0"/>
              <a:t> </a:t>
            </a:r>
            <a:r>
              <a:rPr lang="fr-FR" dirty="0" err="1" smtClean="0"/>
              <a:t>really</a:t>
            </a:r>
            <a:r>
              <a:rPr lang="fr-FR" dirty="0" smtClean="0"/>
              <a:t> know how to </a:t>
            </a:r>
            <a:r>
              <a:rPr lang="fr-FR" dirty="0" err="1" smtClean="0"/>
              <a:t>fly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so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offering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Simple phrase to kids </a:t>
            </a:r>
            <a:r>
              <a:rPr lang="fr-FR" dirty="0" err="1" smtClean="0"/>
              <a:t>from</a:t>
            </a:r>
            <a:r>
              <a:rPr lang="fr-FR" dirty="0" smtClean="0"/>
              <a:t> One to </a:t>
            </a:r>
            <a:r>
              <a:rPr lang="fr-FR" dirty="0" err="1" smtClean="0"/>
              <a:t>ninety</a:t>
            </a:r>
            <a:r>
              <a:rPr lang="fr-FR" dirty="0" smtClean="0"/>
              <a:t>-</a:t>
            </a:r>
            <a:r>
              <a:rPr lang="fr-FR" dirty="0" err="1" smtClean="0"/>
              <a:t>two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Altho</a:t>
            </a:r>
            <a:r>
              <a:rPr lang="fr-FR" dirty="0" smtClean="0"/>
              <a:t>' </a:t>
            </a:r>
            <a:r>
              <a:rPr lang="fr-FR" dirty="0" err="1" smtClean="0"/>
              <a:t>it's</a:t>
            </a:r>
            <a:r>
              <a:rPr lang="fr-FR" dirty="0" smtClean="0"/>
              <a:t> been </a:t>
            </a:r>
            <a:r>
              <a:rPr lang="fr-FR" dirty="0" err="1" smtClean="0"/>
              <a:t>said</a:t>
            </a:r>
            <a:r>
              <a:rPr lang="fr-FR" dirty="0" smtClean="0"/>
              <a:t>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many</a:t>
            </a:r>
            <a:r>
              <a:rPr lang="fr-FR" dirty="0" smtClean="0"/>
              <a:t> times </a:t>
            </a:r>
            <a:r>
              <a:rPr lang="fr-FR" dirty="0" err="1" smtClean="0"/>
              <a:t>Many</a:t>
            </a:r>
            <a:r>
              <a:rPr lang="fr-FR" dirty="0" smtClean="0"/>
              <a:t> </a:t>
            </a:r>
            <a:r>
              <a:rPr lang="fr-FR" dirty="0" err="1" smtClean="0"/>
              <a:t>ways</a:t>
            </a:r>
            <a:r>
              <a:rPr lang="fr-FR" dirty="0" smtClean="0"/>
              <a:t>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“</a:t>
            </a:r>
            <a:r>
              <a:rPr lang="fr-FR" dirty="0" err="1" smtClean="0"/>
              <a:t>Merry</a:t>
            </a:r>
            <a:r>
              <a:rPr lang="fr-FR" dirty="0" smtClean="0"/>
              <a:t> Christmas to </a:t>
            </a:r>
            <a:r>
              <a:rPr lang="fr-FR" dirty="0" err="1" smtClean="0"/>
              <a:t>you</a:t>
            </a:r>
            <a:r>
              <a:rPr lang="fr-FR" dirty="0" smtClean="0"/>
              <a:t>”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B9FA6-32EB-446A-A1B6-6DFEF4C401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2C25D1-745C-4568-8B52-CF7E5E4F43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FB904-7C9F-43E7-B949-278F31601B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A39ECD-7C83-48F3-A786-06C8E6B766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9D879-F266-4547-8C13-00EC18D3A0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8781E-5A0C-4118-BBC5-7AF79AB655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FEF49-0C57-4D49-8933-35755048C6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58116D-5494-452E-84D5-3B55D847B9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E3D36C-BEB7-4F90-B712-4813A44696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63577-2AE4-449E-A573-51A600CDCC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5D855-EB07-44E2-9F78-2612217B1C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1DFF1A1-62F9-4A60-A465-69C0F72C0B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MARRONS SUR LE GRILL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CHEMINÉE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FROID DE L’HIVER GLAÇANT LE NEZ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CHANTS DE NOËL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ENTONNÉS PAR LA CHORALE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LES PASSANTS EMMITOUFLÉS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SAIT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QU’UNE BELLE DINDE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FEUILLES DE GUI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CRÉENT UNE ATMOSPHÈRE DE FÉERIE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ENFANTS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YEUX PLEINS D’ÉTOILES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AURONT DU MAL À DORMIR CETTE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VOUS SAVEZ QU’ILS DISENT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PÈRE NOËL EST EN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SAC CHARGÉ DE JOUETS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CADEAUX PLEIN LE TRAÎNEAU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CHAQUE PETIT ENFANT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VIENDRA GUETTER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UN RENNE SAIT VRAIMENT VOLER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OOH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OOH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J’OFFRE CES SIMPLES MOTS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TOUS DE 7 À 77 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S’ILS ONT ÉTÉ RÉPÉTÉS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MULTIPLES FOIS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MULTIPLES FAÇONS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JOYEUX NOËL À VOUS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1047</Words>
  <Application>Microsoft Office PowerPoint</Application>
  <PresentationFormat>On-screen Show (4:3)</PresentationFormat>
  <Paragraphs>827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142</cp:revision>
  <dcterms:created xsi:type="dcterms:W3CDTF">2002-08-17T10:50:50Z</dcterms:created>
  <dcterms:modified xsi:type="dcterms:W3CDTF">2015-12-27T00:52:27Z</dcterms:modified>
</cp:coreProperties>
</file>