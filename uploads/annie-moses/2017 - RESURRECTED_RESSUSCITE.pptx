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6" r:id="rId2"/>
    <p:sldId id="289" r:id="rId3"/>
    <p:sldId id="288" r:id="rId4"/>
    <p:sldId id="287" r:id="rId5"/>
    <p:sldId id="286" r:id="rId6"/>
    <p:sldId id="285" r:id="rId7"/>
    <p:sldId id="284" r:id="rId8"/>
    <p:sldId id="293" r:id="rId9"/>
    <p:sldId id="283" r:id="rId10"/>
    <p:sldId id="282" r:id="rId11"/>
    <p:sldId id="281" r:id="rId12"/>
    <p:sldId id="280" r:id="rId13"/>
    <p:sldId id="279" r:id="rId14"/>
    <p:sldId id="278" r:id="rId15"/>
    <p:sldId id="294" r:id="rId16"/>
    <p:sldId id="295" r:id="rId17"/>
    <p:sldId id="296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2593" autoAdjust="0"/>
    <p:restoredTop sz="74725" autoAdjust="0"/>
  </p:normalViewPr>
  <p:slideViewPr>
    <p:cSldViewPr>
      <p:cViewPr varScale="1">
        <p:scale>
          <a:sx n="24" d="100"/>
          <a:sy n="24" d="100"/>
        </p:scale>
        <p:origin x="-413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5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85689E82-6DA0-483C-93E4-72EFF70508F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6E376022-EF66-4199-8ECD-0B6297A4195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MEURS BIEN QUE VIVANT JUSTE QU’UNE VAPEUR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dying</a:t>
            </a:r>
            <a:r>
              <a:rPr lang="fr-FR" dirty="0" smtClean="0"/>
              <a:t> </a:t>
            </a:r>
            <a:r>
              <a:rPr lang="fr-FR" dirty="0" err="1" smtClean="0"/>
              <a:t>even</a:t>
            </a:r>
            <a:r>
              <a:rPr lang="fr-FR" dirty="0" smtClean="0"/>
              <a:t> as I live </a:t>
            </a:r>
            <a:r>
              <a:rPr lang="fr-FR" dirty="0" err="1" smtClean="0"/>
              <a:t>Nothing</a:t>
            </a:r>
            <a:r>
              <a:rPr lang="fr-FR" dirty="0" smtClean="0"/>
              <a:t> but a </a:t>
            </a:r>
            <a:r>
              <a:rPr lang="fr-FR" dirty="0" err="1" smtClean="0"/>
              <a:t>vapor</a:t>
            </a:r>
            <a:r>
              <a:rPr lang="fr-FR" dirty="0" smtClean="0"/>
              <a:t> </a:t>
            </a:r>
            <a:r>
              <a:rPr lang="fr-FR" dirty="0" err="1" smtClean="0"/>
              <a:t>holds</a:t>
            </a:r>
            <a:r>
              <a:rPr lang="fr-FR" dirty="0" smtClean="0"/>
              <a:t> me </a:t>
            </a:r>
            <a:r>
              <a:rPr lang="fr-FR" dirty="0" err="1" smtClean="0"/>
              <a:t>here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MAIS JUSQU’À MON DERNIER SOUFFLE</a:t>
            </a:r>
          </a:p>
          <a:p>
            <a:pPr>
              <a:defRPr/>
            </a:pPr>
            <a:r>
              <a:rPr lang="fr-FR" dirty="0" smtClean="0"/>
              <a:t>But till I </a:t>
            </a:r>
            <a:r>
              <a:rPr lang="fr-FR" dirty="0" err="1" smtClean="0"/>
              <a:t>breathe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final </a:t>
            </a:r>
            <a:r>
              <a:rPr lang="fr-FR" dirty="0" err="1" smtClean="0"/>
              <a:t>breath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3-  JE L’HONORERAIS DANS LA VIE OU LA MORT </a:t>
            </a:r>
          </a:p>
          <a:p>
            <a:pPr>
              <a:defRPr/>
            </a:pP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honor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in life or </a:t>
            </a:r>
            <a:r>
              <a:rPr lang="fr-FR" dirty="0" err="1" smtClean="0"/>
              <a:t>death</a:t>
            </a:r>
            <a:r>
              <a:rPr lang="fr-FR" dirty="0" smtClean="0"/>
              <a:t>
4-  POUR MOI VIVRE C’EST CHRIST MOURIR EST UN GAIN </a:t>
            </a:r>
          </a:p>
          <a:p>
            <a:pPr>
              <a:defRPr/>
            </a:pPr>
            <a:r>
              <a:rPr lang="fr-FR" dirty="0" smtClean="0"/>
              <a:t>For me to live </a:t>
            </a:r>
            <a:r>
              <a:rPr lang="fr-FR" dirty="0" err="1" smtClean="0"/>
              <a:t>is</a:t>
            </a:r>
            <a:r>
              <a:rPr lang="fr-FR" dirty="0" smtClean="0"/>
              <a:t> Christ To die </a:t>
            </a:r>
            <a:r>
              <a:rPr lang="fr-FR" dirty="0" err="1" smtClean="0"/>
              <a:t>is</a:t>
            </a:r>
            <a:r>
              <a:rPr lang="fr-FR" dirty="0" smtClean="0"/>
              <a:t> gain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IL Y A UN PLAN POUR MOI JE SERAI </a:t>
            </a:r>
          </a:p>
          <a:p>
            <a:pPr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a plan for me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6-  RESSUSCITÉ! RESSUSCITÉ!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Resurrected</a:t>
            </a:r>
            <a:r>
              <a:rPr lang="fr-FR" dirty="0" smtClean="0"/>
              <a:t>! </a:t>
            </a:r>
            <a:r>
              <a:rPr lang="fr-FR" dirty="0" err="1" smtClean="0"/>
              <a:t>Resurrected</a:t>
            </a:r>
            <a:r>
              <a:rPr lang="fr-FR" dirty="0" smtClean="0"/>
              <a:t>! </a:t>
            </a:r>
          </a:p>
          <a:p>
            <a:pPr>
              <a:defRPr/>
            </a:pPr>
            <a:r>
              <a:rPr lang="fr-FR" dirty="0" smtClean="0"/>
              <a:t>	7-  APRÈS LA MORT, REVENUE À LA VIE RESSUSCITÉ AVEC CHRIST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After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returned</a:t>
            </a:r>
            <a:r>
              <a:rPr lang="fr-FR" dirty="0" smtClean="0"/>
              <a:t> to life </a:t>
            </a:r>
            <a:r>
              <a:rPr lang="fr-FR" dirty="0" err="1" smtClean="0"/>
              <a:t>Risen</a:t>
            </a:r>
            <a:r>
              <a:rPr lang="fr-FR" dirty="0" smtClean="0"/>
              <a:t> up </a:t>
            </a:r>
            <a:r>
              <a:rPr lang="fr-FR" dirty="0" err="1" smtClean="0"/>
              <a:t>with</a:t>
            </a:r>
            <a:r>
              <a:rPr lang="fr-FR" dirty="0" smtClean="0"/>
              <a:t> Christ</a:t>
            </a:r>
          </a:p>
          <a:p>
            <a:pPr>
              <a:defRPr/>
            </a:pPr>
            <a:r>
              <a:rPr lang="fr-FR" dirty="0" smtClean="0"/>
              <a:t>	8- RESSUSCITÉ!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Resurrected</a:t>
            </a:r>
            <a:r>
              <a:rPr lang="fr-FR" dirty="0" smtClean="0"/>
              <a:t>!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NOUS VIVRONS POUR TOUJOURS  QUAND IL REVIENDRA 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 </a:t>
            </a:r>
            <a:r>
              <a:rPr lang="fr-FR" dirty="0" err="1" smtClean="0"/>
              <a:t>forever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He </a:t>
            </a:r>
            <a:r>
              <a:rPr lang="fr-FR" smtClean="0"/>
              <a:t>comes
10-  NOUS BRILLERONS AU CIEL COMME LE SOLEIL 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shine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the </a:t>
            </a:r>
            <a:r>
              <a:rPr lang="fr-FR" dirty="0" err="1" smtClean="0"/>
              <a:t>sun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LES PLUS GRANDS SECRETS SERONT RÉVÉLÉS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deepest</a:t>
            </a:r>
            <a:r>
              <a:rPr lang="fr-FR" dirty="0" smtClean="0"/>
              <a:t> secrets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shown</a:t>
            </a:r>
            <a:r>
              <a:rPr lang="fr-FR" dirty="0" smtClean="0"/>
              <a:t>
12-  NOUS CONNAITRONS  COMME NOUS AVONS ÉTÉ CONNU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know as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known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13-  ET NOUS LE VERRONS ENFIN FACE À FACE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finally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face to face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IL Y A UN PLAN POUR MOI JE SERAI </a:t>
            </a:r>
          </a:p>
          <a:p>
            <a:pPr>
              <a:defRPr/>
            </a:pPr>
            <a:r>
              <a:rPr lang="fr-FR" dirty="0" err="1" smtClean="0"/>
              <a:t>That's</a:t>
            </a:r>
            <a:r>
              <a:rPr lang="fr-FR" dirty="0" smtClean="0"/>
              <a:t> the plan for me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15-  RESSUSCITÉ! RESSUSCITÉ!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Resurrected</a:t>
            </a:r>
            <a:r>
              <a:rPr lang="fr-FR" dirty="0" smtClean="0"/>
              <a:t>! </a:t>
            </a:r>
            <a:r>
              <a:rPr lang="fr-FR" dirty="0" err="1" smtClean="0"/>
              <a:t>Resurrected</a:t>
            </a:r>
            <a:r>
              <a:rPr lang="fr-FR" dirty="0" smtClean="0"/>
              <a:t>! </a:t>
            </a:r>
          </a:p>
          <a:p>
            <a:pPr>
              <a:defRPr/>
            </a:pPr>
            <a:r>
              <a:rPr lang="fr-FR" dirty="0" smtClean="0"/>
              <a:t>	16-  APRÈS LA MORT, REVENUE À LA VIE RESSUSCITÉ AVEC CHRIST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After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returned</a:t>
            </a:r>
            <a:r>
              <a:rPr lang="fr-FR" dirty="0" smtClean="0"/>
              <a:t> to life </a:t>
            </a:r>
            <a:r>
              <a:rPr lang="fr-FR" dirty="0" err="1" smtClean="0"/>
              <a:t>Risen</a:t>
            </a:r>
            <a:r>
              <a:rPr lang="fr-FR" dirty="0" smtClean="0"/>
              <a:t> up </a:t>
            </a:r>
            <a:r>
              <a:rPr lang="fr-FR" dirty="0" err="1" smtClean="0"/>
              <a:t>with</a:t>
            </a:r>
            <a:r>
              <a:rPr lang="fr-FR" dirty="0" smtClean="0"/>
              <a:t> Christ</a:t>
            </a:r>
          </a:p>
          <a:p>
            <a:pPr>
              <a:defRPr/>
            </a:pPr>
            <a:r>
              <a:rPr lang="fr-FR" dirty="0" smtClean="0"/>
              <a:t>	17- RESSUSCITÉ!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Resurrected</a:t>
            </a:r>
            <a:r>
              <a:rPr lang="fr-FR" dirty="0" smtClean="0"/>
              <a:t>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MEURS BIEN QUE VIVANT JUSTE QU’UNE VAPEUR </a:t>
            </a:r>
          </a:p>
          <a:p>
            <a:pPr>
              <a:defRPr/>
            </a:pPr>
            <a:r>
              <a:rPr lang="fr-FR" smtClean="0"/>
              <a:t>I am dying even as I live Nothing but a vapor holds me here</a:t>
            </a:r>
          </a:p>
          <a:p>
            <a:pPr>
              <a:defRPr/>
            </a:pPr>
            <a:r>
              <a:rPr lang="fr-FR" smtClean="0"/>
              <a:t>2-  MAIS JUSQU’À MON DERNIER SOUFFLE</a:t>
            </a:r>
          </a:p>
          <a:p>
            <a:pPr>
              <a:defRPr/>
            </a:pPr>
            <a:r>
              <a:rPr lang="fr-FR" smtClean="0"/>
              <a:t>But till I breathe my final breath</a:t>
            </a:r>
          </a:p>
          <a:p>
            <a:pPr>
              <a:defRPr/>
            </a:pPr>
            <a:r>
              <a:rPr lang="fr-FR" smtClean="0"/>
              <a:t>3-  JE L’HONORERAIS DANS LA VIE OU LA MORT </a:t>
            </a:r>
          </a:p>
          <a:p>
            <a:pPr>
              <a:defRPr/>
            </a:pPr>
            <a:r>
              <a:rPr lang="fr-FR" smtClean="0"/>
              <a:t>I'll honor Him in life or death
4-  POUR MOI VIVRE C’EST CHRIST MOURIR EST UN GAIN </a:t>
            </a:r>
          </a:p>
          <a:p>
            <a:pPr>
              <a:defRPr/>
            </a:pPr>
            <a:r>
              <a:rPr lang="fr-FR" smtClean="0"/>
              <a:t>For me to live is Christ To die is 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IL Y A UN PLAN POUR MOI JE SERAI </a:t>
            </a:r>
          </a:p>
          <a:p>
            <a:pPr>
              <a:defRPr/>
            </a:pPr>
            <a:r>
              <a:rPr lang="fr-FR" smtClean="0"/>
              <a:t>There's a plan for me I'm gonna be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7-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8-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NOUS VIVRONS POUR TOUJOURS  QUAND IL REVIENDRA </a:t>
            </a:r>
          </a:p>
          <a:p>
            <a:pPr>
              <a:defRPr/>
            </a:pPr>
            <a:r>
              <a:rPr lang="fr-FR" smtClean="0"/>
              <a:t>We will live forever when He comes
10-  NOUS BRILLERONS AU CIEL COMME LE SOLEIL </a:t>
            </a:r>
          </a:p>
          <a:p>
            <a:pPr>
              <a:defRPr/>
            </a:pPr>
            <a:r>
              <a:rPr lang="fr-FR" smtClean="0"/>
              <a:t>We will shine in Heaven like the sun</a:t>
            </a:r>
          </a:p>
          <a:p>
            <a:pPr>
              <a:defRPr/>
            </a:pPr>
            <a:r>
              <a:rPr lang="fr-FR" smtClean="0"/>
              <a:t>11-  LES PLUS GRANDS SECRETS SERONT RÉVÉLÉS </a:t>
            </a:r>
          </a:p>
          <a:p>
            <a:pPr>
              <a:defRPr/>
            </a:pPr>
            <a:r>
              <a:rPr lang="fr-FR" smtClean="0"/>
              <a:t>The deepest secrets will be shown
12-  NOUS CONNAITRONS  COMME NOUS AVONS ÉTÉ CONNU</a:t>
            </a:r>
          </a:p>
          <a:p>
            <a:pPr>
              <a:defRPr/>
            </a:pPr>
            <a:r>
              <a:rPr lang="fr-FR" smtClean="0"/>
              <a:t>When we know as we are known</a:t>
            </a:r>
          </a:p>
          <a:p>
            <a:pPr>
              <a:defRPr/>
            </a:pPr>
            <a:r>
              <a:rPr lang="fr-FR" smtClean="0"/>
              <a:t> 13-  ET NOUS LE VERRONS ENFIN FACE À FACE </a:t>
            </a:r>
          </a:p>
          <a:p>
            <a:pPr>
              <a:defRPr/>
            </a:pPr>
            <a:r>
              <a:rPr lang="fr-FR" smtClean="0"/>
              <a:t>And we can finally see Him face to face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IL Y A UN PLAN POUR MOI JE SERAI </a:t>
            </a:r>
          </a:p>
          <a:p>
            <a:pPr>
              <a:defRPr/>
            </a:pPr>
            <a:r>
              <a:rPr lang="fr-FR" smtClean="0"/>
              <a:t>That's the plan for me I'm gonna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RESSUSCITÉ! RESSUSCITÉ! </a:t>
            </a:r>
          </a:p>
          <a:p>
            <a:pPr>
              <a:defRPr/>
            </a:pPr>
            <a:r>
              <a:rPr lang="fr-FR" smtClean="0"/>
              <a:t>	Resurrected! Resurrected! </a:t>
            </a:r>
          </a:p>
          <a:p>
            <a:pPr>
              <a:defRPr/>
            </a:pPr>
            <a:r>
              <a:rPr lang="fr-FR" smtClean="0"/>
              <a:t>	16-  APRÈS LA MORT, REVENUE À LA VIE RESSUSCITÉ AVEC CHRIST</a:t>
            </a:r>
          </a:p>
          <a:p>
            <a:pPr>
              <a:defRPr/>
            </a:pPr>
            <a:r>
              <a:rPr lang="fr-FR" smtClean="0"/>
              <a:t>	After death returned to life Risen up with Christ</a:t>
            </a:r>
          </a:p>
          <a:p>
            <a:pPr>
              <a:defRPr/>
            </a:pPr>
            <a:r>
              <a:rPr lang="fr-FR" smtClean="0"/>
              <a:t>	17- RESSUSCITÉ! </a:t>
            </a:r>
          </a:p>
          <a:p>
            <a:pPr>
              <a:defRPr/>
            </a:pPr>
            <a:r>
              <a:rPr lang="fr-FR" smtClean="0"/>
              <a:t>	Resurrected!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MEURS BIEN QUE VIVANT JUSTE QU’UNE VAPEUR </a:t>
            </a:r>
          </a:p>
          <a:p>
            <a:r>
              <a:rPr lang="fr-FR" smtClean="0"/>
              <a:t>I am dying even as I live Nothing but a vapor holds me here</a:t>
            </a:r>
          </a:p>
          <a:p>
            <a:r>
              <a:rPr lang="fr-FR" smtClean="0"/>
              <a:t>2-  MAIS JUSQU’À MON DERNIER SOUFFLE</a:t>
            </a:r>
          </a:p>
          <a:p>
            <a:r>
              <a:rPr lang="fr-FR" smtClean="0"/>
              <a:t>But till I breathe my final breath</a:t>
            </a:r>
          </a:p>
          <a:p>
            <a:r>
              <a:rPr lang="fr-FR" smtClean="0"/>
              <a:t>3-  JE L’HONORERAIS DANS LA VIE OU LA MORT </a:t>
            </a:r>
          </a:p>
          <a:p>
            <a:r>
              <a:rPr lang="fr-FR" smtClean="0"/>
              <a:t>I'll honor Him in life or death
4-  POUR MOI VIVRE C’EST CHRIST MOURIR EST UN GAIN </a:t>
            </a:r>
          </a:p>
          <a:p>
            <a:r>
              <a:rPr lang="fr-FR" smtClean="0"/>
              <a:t>For me to live is Christ To die is gain</a:t>
            </a:r>
          </a:p>
          <a:p>
            <a:endParaRPr lang="fr-FR" smtClean="0"/>
          </a:p>
          <a:p>
            <a:r>
              <a:rPr lang="fr-FR" smtClean="0"/>
              <a:t>5-  IL Y A UN PLAN POUR MOI JE SERAI </a:t>
            </a:r>
          </a:p>
          <a:p>
            <a:r>
              <a:rPr lang="fr-FR" smtClean="0"/>
              <a:t>There's a plan for me I'm gonna be </a:t>
            </a:r>
          </a:p>
          <a:p>
            <a:endParaRPr lang="fr-FR" smtClean="0"/>
          </a:p>
          <a:p>
            <a:r>
              <a:rPr lang="fr-FR" smtClean="0"/>
              <a:t>	6-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7-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8-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NOUS VIVRONS POUR TOUJOURS  QUAND IL REVIENDRA </a:t>
            </a:r>
          </a:p>
          <a:p>
            <a:r>
              <a:rPr lang="fr-FR" smtClean="0"/>
              <a:t>We will live forever when He comes
10-  NOUS BRILLERONS AU CIEL COMME LE SOLEIL </a:t>
            </a:r>
          </a:p>
          <a:p>
            <a:r>
              <a:rPr lang="fr-FR" smtClean="0"/>
              <a:t>We will shine in Heaven like the sun</a:t>
            </a:r>
          </a:p>
          <a:p>
            <a:r>
              <a:rPr lang="fr-FR" smtClean="0"/>
              <a:t>11-  LES PLUS GRANDS SECRETS SERONT RÉVÉLÉS </a:t>
            </a:r>
          </a:p>
          <a:p>
            <a:r>
              <a:rPr lang="fr-FR" smtClean="0"/>
              <a:t>The deepest secrets will be shown
12-  NOUS CONNAITRONS  COMME NOUS AVONS ÉTÉ CONNU</a:t>
            </a:r>
          </a:p>
          <a:p>
            <a:r>
              <a:rPr lang="fr-FR" smtClean="0"/>
              <a:t>When we know as we are known</a:t>
            </a:r>
          </a:p>
          <a:p>
            <a:r>
              <a:rPr lang="fr-FR" smtClean="0"/>
              <a:t> 13-  ET NOUS LE VERRONS ENFIN FACE À FACE </a:t>
            </a:r>
          </a:p>
          <a:p>
            <a:r>
              <a:rPr lang="fr-FR" smtClean="0"/>
              <a:t>And we can finally see Him face to face</a:t>
            </a:r>
          </a:p>
          <a:p>
            <a:endParaRPr lang="fr-FR" smtClean="0"/>
          </a:p>
          <a:p>
            <a:r>
              <a:rPr lang="fr-FR" smtClean="0"/>
              <a:t>14-  IL Y A UN PLAN POUR MOI JE SERAI </a:t>
            </a:r>
          </a:p>
          <a:p>
            <a:r>
              <a:rPr lang="fr-FR" smtClean="0"/>
              <a:t>That's the plan for me I'm gonna be</a:t>
            </a:r>
          </a:p>
          <a:p>
            <a:endParaRPr lang="fr-FR" smtClean="0"/>
          </a:p>
          <a:p>
            <a:r>
              <a:rPr lang="fr-FR" smtClean="0"/>
              <a:t>	15-  RESSUSCITÉ! RESSUSCITÉ! </a:t>
            </a:r>
          </a:p>
          <a:p>
            <a:r>
              <a:rPr lang="fr-FR" smtClean="0"/>
              <a:t>	Resurrected! Resurrected! </a:t>
            </a:r>
          </a:p>
          <a:p>
            <a:r>
              <a:rPr lang="fr-FR" smtClean="0"/>
              <a:t>	16-  APRÈS LA MORT, REVENUE À LA VIE RESSUSCITÉ AVEC CHRIST</a:t>
            </a:r>
          </a:p>
          <a:p>
            <a:r>
              <a:rPr lang="fr-FR" smtClean="0"/>
              <a:t>	After death returned to life Risen up with Christ</a:t>
            </a:r>
          </a:p>
          <a:p>
            <a:r>
              <a:rPr lang="fr-FR" smtClean="0"/>
              <a:t>	17- RESSUSCITÉ! </a:t>
            </a:r>
          </a:p>
          <a:p>
            <a:r>
              <a:rPr lang="fr-FR" smtClean="0"/>
              <a:t>	Resurrected!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751C6-6D8F-48E6-9812-2335CDED32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1CFFB1-DC54-45E9-8762-8F82311767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A3CEDF-19D2-4B56-8FE8-232FE244A9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C71FA-253F-4E99-9610-765173914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89DCF-DCB6-4E01-8DE8-0BD086EED6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75B8C-7B08-447D-B9CA-74FE9BB8B3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B04B7-074E-415F-9D55-32274A1635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46570-CE72-4CA6-989F-6CDBA7D0F3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28C16-590A-4768-AD08-60CBC34D44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A73A8A-439E-4F85-96D3-6AA7417A50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C7326-4653-4EF0-89F9-8E16B20E29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407C5B88-8097-43CD-B213-7789341DCC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MEURS BIEN QUE VIVANT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JUSTE QU’UNE VAPEUR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JUSQU’À MON DERNIER SOUFFLE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L’HONORERAIS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VIE OU LA MORT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MOI VIVRE C’EST CHRIST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MOURIR EST UN GAIN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PLAN POUR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RESSUSCITÉ! RESSUSCITÉ!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APRÈS LA MORT, REVENUE À LA VIE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RESSUSCITÉ AVEC 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RESSUSCITÉ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VIVRONS POUR TOUJOURS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 REVIENDRA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BRILLERONS AU CIEL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LE SOLEIL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PLUS GRANDS SECRETS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SERONT RÉVÉLÉS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CONNAITRONS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NOUS AVONS ÉTÉ CONNU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LE VERRONS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ENFIN FACE À FACE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PLAN POUR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RESSUSCITÉ! RESSUSCITÉ!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APRÈS LA MORT, REVENUE À LA VIE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RESSUSCITÉ AVEC 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RESSUSCITÉ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1885</Words>
  <Application>Microsoft Office PowerPoint</Application>
  <PresentationFormat>On-screen Show (4:3)</PresentationFormat>
  <Paragraphs>1287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58</cp:revision>
  <dcterms:created xsi:type="dcterms:W3CDTF">2002-08-17T10:50:50Z</dcterms:created>
  <dcterms:modified xsi:type="dcterms:W3CDTF">2017-04-16T02:20:53Z</dcterms:modified>
</cp:coreProperties>
</file>