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2" r:id="rId2"/>
    <p:sldId id="297" r:id="rId3"/>
    <p:sldId id="296" r:id="rId4"/>
    <p:sldId id="295" r:id="rId5"/>
    <p:sldId id="294" r:id="rId6"/>
    <p:sldId id="293" r:id="rId7"/>
    <p:sldId id="292" r:id="rId8"/>
    <p:sldId id="291" r:id="rId9"/>
    <p:sldId id="290" r:id="rId10"/>
    <p:sldId id="289" r:id="rId11"/>
    <p:sldId id="288" r:id="rId12"/>
    <p:sldId id="287" r:id="rId13"/>
    <p:sldId id="286" r:id="rId14"/>
    <p:sldId id="285" r:id="rId15"/>
    <p:sldId id="284" r:id="rId16"/>
    <p:sldId id="283" r:id="rId17"/>
    <p:sldId id="282" r:id="rId18"/>
    <p:sldId id="281" r:id="rId19"/>
    <p:sldId id="280" r:id="rId20"/>
    <p:sldId id="279" r:id="rId21"/>
    <p:sldId id="278" r:id="rId22"/>
    <p:sldId id="277" r:id="rId23"/>
    <p:sldId id="276" r:id="rId24"/>
    <p:sldId id="275" r:id="rId25"/>
    <p:sldId id="274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2385" autoAdjust="0"/>
  </p:normalViewPr>
  <p:slideViewPr>
    <p:cSldViewPr>
      <p:cViewPr>
        <p:scale>
          <a:sx n="40" d="100"/>
          <a:sy n="40" d="100"/>
        </p:scale>
        <p:origin x="-246" y="-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F9B888-3B6A-4F23-91EB-403909BA691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C741D1-99EE-4A4F-A1BA-BF52F29EFED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2AB02F-DF9E-43C6-B302-16B0EFD3B0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4F0EE-FB60-4850-9C46-843A63FE65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6B7FF-C967-4B3A-B856-D97DD1F3D4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F2FC25-FC46-4101-A4C9-9A1B7CC720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E517A-A519-4761-A408-620EDF867F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EEAC7-4194-4D69-B27E-F9ACFCF026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C99D8-849B-4850-A945-40E75A9004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A34AD-0DE5-4C0C-B83A-CE5B9392CE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F346C6-1172-4DCF-8F95-609D15D750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E0FDE-F288-4B37-A4C5-A0008F5F49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5FF98-C502-4FCC-9C64-5750CF0312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7E31188-5948-46DD-930A-F91A187BDF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ARRIÈRE GRAND-MÈRE ANNIE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L’AVONS JAMAIS RENCONTRÉE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LE CHANT DE SON HÉRITAGE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VIE ÉTAIT DURE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TRAVAILLAIT DANS LES CHAMPS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COMBIEN DE COTON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 HECTARE POUVAIT PRODUIRE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MARI, QUELQUES ENFANTS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UNE VIEILLE CABANE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SOLEIL FRAPPAIT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SON DOS DOULOUREUX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SES MAINS ONT PERDU LEUR BEAUTÉ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POUSSIÈRE NOIRE DU TEXAS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DÉJÀ LE SEIGNEUR ÉTAIT À L'ŒUVRE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PLANTANT LES SEMENCES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L'HÉRITAGE DE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TRANSMETTANT SA FIDÉLITÉ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ÉCRIVANT LE CHANT DE MON DESTIN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ICI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CAUSE DE L'HÉRITAGE DE SON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UNE CHAUDE SOIRÉE D’AOÛT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BELLE PETITE FILLE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NÉE DE LA JEUNE ANNIE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 CHANT A REMPLI SON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LES ANGES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A FAIT CE VŒU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VIE DE SA FILLE SERAIT MEILLEURE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SA FILLE GRANDISSAIT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ANNIE S'EST RÉJOUIE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D’ENTENDRE LA VOIX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BELLE DE SA FILLE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TROUVA UN PIANO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UN PRIX ABORDABLE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A COMMENCÉ UNE SYMPHONIE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TRAVERSE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ARRIÈRE GRAND-MÈRE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MA GRAND-MÈRE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MAMAN À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TRAVERS QUATRE GÉNÉRATIONS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D’HÉRITAGE D’AMOUR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D’HÉRITAGE D’AMOUR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ARRIÈRE GRAND-MÈRE ANNIE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L’AVONS JAMAIS RENCONTRÉE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LE CHANT DE SON HÉRITAGE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2103</Words>
  <Application>Microsoft Office PowerPoint</Application>
  <PresentationFormat>On-screen Show (4:3)</PresentationFormat>
  <Paragraphs>2197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145</cp:revision>
  <dcterms:created xsi:type="dcterms:W3CDTF">2002-08-17T10:50:50Z</dcterms:created>
  <dcterms:modified xsi:type="dcterms:W3CDTF">2015-12-27T11:36:00Z</dcterms:modified>
</cp:coreProperties>
</file>