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3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70" r:id="rId2"/>
    <p:sldId id="274" r:id="rId3"/>
    <p:sldId id="275" r:id="rId4"/>
    <p:sldId id="276" r:id="rId5"/>
    <p:sldId id="277" r:id="rId6"/>
    <p:sldId id="278" r:id="rId7"/>
    <p:sldId id="279" r:id="rId8"/>
    <p:sldId id="280" r:id="rId9"/>
    <p:sldId id="281" r:id="rId10"/>
    <p:sldId id="282" r:id="rId11"/>
    <p:sldId id="283" r:id="rId12"/>
    <p:sldId id="284" r:id="rId13"/>
    <p:sldId id="285" r:id="rId14"/>
  </p:sldIdLst>
  <p:sldSz cx="9144000" cy="6858000" type="screen4x3"/>
  <p:notesSz cx="6858000" cy="9144000"/>
  <p:defaultTextStyle>
    <a:defPPr>
      <a:defRPr lang="en-GB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600" autoAdjust="0"/>
    <p:restoredTop sz="45700" autoAdjust="0"/>
  </p:normalViewPr>
  <p:slideViewPr>
    <p:cSldViewPr>
      <p:cViewPr varScale="1">
        <p:scale>
          <a:sx n="49" d="100"/>
          <a:sy n="49" d="100"/>
        </p:scale>
        <p:origin x="1848" y="5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-1434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/>
            </a:lvl1pPr>
          </a:lstStyle>
          <a:p>
            <a:pPr>
              <a:defRPr/>
            </a:pPr>
            <a:fld id="{8CC8BCCA-CFAA-40EB-B7A6-DE64094EAE40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045A2695-7635-410B-BBF3-40F775361B66}" type="slidenum">
              <a:rPr lang="fr-FR" altLang="fr-FR"/>
              <a:pPr/>
              <a:t>‹#›</a:t>
            </a:fld>
            <a:endParaRPr lang="fr-FR" alt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099" name="Espace réservé des commentaires 2"/>
          <p:cNvSpPr>
            <a:spLocks noGrp="1"/>
          </p:cNvSpPr>
          <p:nvPr>
            <p:ph type="body" idx="1"/>
          </p:nvPr>
        </p:nvSpPr>
        <p:spPr bwMode="auto"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  <a:normAutofit fontScale="47500" lnSpcReduction="20000"/>
          </a:bodyPr>
          <a:lstStyle/>
          <a:p>
            <a:pPr>
              <a:defRPr/>
            </a:pPr>
            <a:r>
              <a:rPr lang="fr-FR" altLang="fr-FR" smtClean="0"/>
              <a:t>	Refrain	</a:t>
            </a:r>
          </a:p>
          <a:p>
            <a:pPr>
              <a:defRPr/>
            </a:pPr>
            <a:r>
              <a:rPr lang="fr-FR" altLang="fr-FR" smtClean="0"/>
              <a:t>	1-  NOTRE PÈRE AUX CIEUX NOTRE PÈRE AUX CIEUX </a:t>
            </a:r>
          </a:p>
          <a:p>
            <a:pPr>
              <a:defRPr/>
            </a:pPr>
            <a:r>
              <a:rPr lang="fr-FR" altLang="fr-FR" smtClean="0"/>
              <a:t>	Our Father in Heaven,Our Father in Heaven
	2-  QUE TON NOM SOIT SANCTIFIÉ QUE TON ROYAUME VIENNE </a:t>
            </a:r>
          </a:p>
          <a:p>
            <a:pPr>
              <a:defRPr/>
            </a:pPr>
            <a:r>
              <a:rPr lang="fr-FR" altLang="fr-FR" smtClean="0"/>
              <a:t>	May Your Name be Holy ,May Your Kingdom come</a:t>
            </a:r>
          </a:p>
          <a:p>
            <a:pPr>
              <a:defRPr/>
            </a:pPr>
            <a:r>
              <a:rPr lang="fr-FR" altLang="fr-FR" smtClean="0"/>
              <a:t>	3-  QUE TA VOLONTÉ SOIT FAITE </a:t>
            </a:r>
          </a:p>
          <a:p>
            <a:pPr>
              <a:defRPr/>
            </a:pPr>
            <a:r>
              <a:rPr lang="fr-FR" altLang="fr-FR" smtClean="0"/>
              <a:t>	May Your Will be done</a:t>
            </a:r>
          </a:p>
          <a:p>
            <a:pPr>
              <a:defRPr/>
            </a:pPr>
            <a:r>
              <a:rPr lang="fr-FR" altLang="fr-FR" smtClean="0"/>
              <a:t>	4-  SUR TERRE COMME AU CIEL SUR TERRE COMME AU CIEL </a:t>
            </a:r>
          </a:p>
          <a:p>
            <a:pPr>
              <a:defRPr/>
            </a:pPr>
            <a:r>
              <a:rPr lang="fr-FR" altLang="fr-FR" smtClean="0"/>
              <a:t>	On Earth as it is in Heaven,On Earth as it is in Heaven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Couplet 1 </a:t>
            </a:r>
          </a:p>
          <a:p>
            <a:pPr>
              <a:defRPr/>
            </a:pPr>
            <a:r>
              <a:rPr lang="fr-FR" altLang="fr-FR" smtClean="0"/>
              <a:t>5-  DONNE-NOUS CE JOUR NOTRE PAIN QUOTIDIEN </a:t>
            </a:r>
          </a:p>
          <a:p>
            <a:pPr>
              <a:defRPr/>
            </a:pPr>
            <a:r>
              <a:rPr lang="fr-FR" altLang="fr-FR" smtClean="0"/>
              <a:t>Give us, give us this day our daily bread
6-  ET PARDONNE-NOUS, PARDONNE-NOUS NOS OFFENSES </a:t>
            </a:r>
          </a:p>
          <a:p>
            <a:pPr>
              <a:defRPr/>
            </a:pPr>
            <a:r>
              <a:rPr lang="fr-FR" altLang="fr-FR" smtClean="0"/>
              <a:t>And forgive us, forgive us our sins, 
7-  PARDONNE-NOUS NOS OFFENSES </a:t>
            </a:r>
          </a:p>
          <a:p>
            <a:pPr>
              <a:defRPr/>
            </a:pPr>
            <a:r>
              <a:rPr lang="fr-FR" altLang="fr-FR" smtClean="0"/>
              <a:t>forgive us our sins
8-  COMME NOUS PARDONNONS À CEUX QUI NOUS ONT OFFENSÉS </a:t>
            </a:r>
          </a:p>
          <a:p>
            <a:pPr>
              <a:defRPr/>
            </a:pPr>
            <a:r>
              <a:rPr lang="fr-FR" altLang="fr-FR" smtClean="0"/>
              <a:t>As we forgive those who have sinned against us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	Refrain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Couplet 2
9-  NE NOUS SOUMETS PAS, SEIGNEUR  À LA TENTATION</a:t>
            </a:r>
          </a:p>
          <a:p>
            <a:pPr>
              <a:defRPr/>
            </a:pPr>
            <a:r>
              <a:rPr lang="fr-FR" altLang="fr-FR" smtClean="0"/>
              <a:t>Lead us, Lord lead us not into Temptation
10-  MAIS DÉLIVRE-NOUS  DÉLIVRE-NOUS DU MAL</a:t>
            </a:r>
          </a:p>
          <a:p>
            <a:pPr>
              <a:defRPr/>
            </a:pPr>
            <a:r>
              <a:rPr lang="fr-FR" altLang="fr-FR" smtClean="0"/>
              <a:t>But deliver us, deliver us from the evil one
11-  DÉLIVRE-NOUS DU MAL </a:t>
            </a:r>
          </a:p>
          <a:p>
            <a:pPr>
              <a:defRPr/>
            </a:pPr>
            <a:r>
              <a:rPr lang="fr-FR" altLang="fr-FR" smtClean="0"/>
              <a:t>Deliver us from the evil one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	Refrain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Pont
12-  CAR LE ROYAUME EST À TOI ET LA PUISSANCE EST À TOI </a:t>
            </a:r>
          </a:p>
          <a:p>
            <a:pPr>
              <a:defRPr/>
            </a:pPr>
            <a:r>
              <a:rPr lang="fr-FR" altLang="fr-FR" smtClean="0"/>
              <a:t>For the Kingdom is Yours,And the Power is Yours
13-  ET LA GLOIRE EST À TOI À JAMAIS ! </a:t>
            </a:r>
          </a:p>
          <a:p>
            <a:pPr>
              <a:defRPr/>
            </a:pPr>
            <a:r>
              <a:rPr lang="fr-FR" altLang="fr-FR" smtClean="0"/>
              <a:t>And the Glory is Yours,Forever and ever!</a:t>
            </a:r>
          </a:p>
          <a:p>
            <a:pPr>
              <a:defRPr/>
            </a:pPr>
            <a:endParaRPr lang="fr-FR" altLang="fr-FR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	Refrain	</a:t>
            </a:r>
          </a:p>
          <a:p>
            <a:r>
              <a:rPr lang="fr-FR" altLang="fr-FR"/>
              <a:t>	1-  NOTRE PÈRE AUX CIEUX NOTRE PÈRE AUX CIEUX </a:t>
            </a:r>
          </a:p>
          <a:p>
            <a:r>
              <a:rPr lang="fr-FR" altLang="fr-FR"/>
              <a:t>	Our Father in Heaven,Our Father in Heaven
	2-  QUE TON NOM SOIT SANCTIFIÉ QUE TON ROYAUME VIENNE </a:t>
            </a:r>
          </a:p>
          <a:p>
            <a:r>
              <a:rPr lang="fr-FR" altLang="fr-FR"/>
              <a:t>	May Your Name be Holy ,May Your Kingdom come</a:t>
            </a:r>
          </a:p>
          <a:p>
            <a:r>
              <a:rPr lang="fr-FR" altLang="fr-FR"/>
              <a:t>	3-  QUE TA VOLONTÉ SOIT FAITE </a:t>
            </a:r>
          </a:p>
          <a:p>
            <a:r>
              <a:rPr lang="fr-FR" altLang="fr-FR"/>
              <a:t>	May Your Will be done</a:t>
            </a:r>
          </a:p>
          <a:p>
            <a:r>
              <a:rPr lang="fr-FR" altLang="fr-FR"/>
              <a:t>	4-  SUR TERRE COMME AU CIEL SUR TERRE COMME AU CIEL </a:t>
            </a:r>
          </a:p>
          <a:p>
            <a:r>
              <a:rPr lang="fr-FR" altLang="fr-FR"/>
              <a:t>	On Earth as it is in Heaven,On Earth as it is in Heaven</a:t>
            </a:r>
          </a:p>
          <a:p>
            <a:endParaRPr lang="fr-FR" altLang="fr-FR"/>
          </a:p>
          <a:p>
            <a:r>
              <a:rPr lang="fr-FR" altLang="fr-FR"/>
              <a:t>Couplet 1 </a:t>
            </a:r>
          </a:p>
          <a:p>
            <a:r>
              <a:rPr lang="fr-FR" altLang="fr-FR"/>
              <a:t>5-  DONNE-NOUS CE JOUR NOTRE PAIN QUOTIDIEN </a:t>
            </a:r>
          </a:p>
          <a:p>
            <a:r>
              <a:rPr lang="fr-FR" altLang="fr-FR"/>
              <a:t>Give us, give us this day our daily bread
6-  ET PARDONNE-NOUS, PARDONNE-NOUS NOS OFFENSES </a:t>
            </a:r>
          </a:p>
          <a:p>
            <a:r>
              <a:rPr lang="fr-FR" altLang="fr-FR"/>
              <a:t>And forgive us, forgive us our sins, 
7-  PARDONNE-NOUS NOS OFFENSES </a:t>
            </a:r>
          </a:p>
          <a:p>
            <a:r>
              <a:rPr lang="fr-FR" altLang="fr-FR"/>
              <a:t>forgive us our sins
8-  COMME NOUS PARDONNONS À CEUX QUI NOUS ONT OFFENSÉS </a:t>
            </a:r>
          </a:p>
          <a:p>
            <a:r>
              <a:rPr lang="fr-FR" altLang="fr-FR"/>
              <a:t>As we forgive those who have sinned against us</a:t>
            </a:r>
          </a:p>
          <a:p>
            <a:endParaRPr lang="fr-FR" altLang="fr-FR"/>
          </a:p>
          <a:p>
            <a:r>
              <a:rPr lang="fr-FR" altLang="fr-FR"/>
              <a:t>	Refrain</a:t>
            </a:r>
          </a:p>
          <a:p>
            <a:endParaRPr lang="fr-FR" altLang="fr-FR"/>
          </a:p>
          <a:p>
            <a:r>
              <a:rPr lang="fr-FR" altLang="fr-FR"/>
              <a:t>Couplet 2
9-  NE NOUS SOUMETS PAS, SEIGNEUR  À LA TENTATION</a:t>
            </a:r>
          </a:p>
          <a:p>
            <a:r>
              <a:rPr lang="fr-FR" altLang="fr-FR"/>
              <a:t>Lead us, Lord lead us not into Temptation
10-  MAIS DÉLIVRE-NOUS  DÉLIVRE-NOUS DU MAL</a:t>
            </a:r>
          </a:p>
          <a:p>
            <a:r>
              <a:rPr lang="fr-FR" altLang="fr-FR"/>
              <a:t>But deliver us, deliver us from the evil one
11-  DÉLIVRE-NOUS DU MAL </a:t>
            </a:r>
          </a:p>
          <a:p>
            <a:r>
              <a:rPr lang="fr-FR" altLang="fr-FR"/>
              <a:t>Deliver us from the evil one</a:t>
            </a:r>
          </a:p>
          <a:p>
            <a:endParaRPr lang="fr-FR" altLang="fr-FR"/>
          </a:p>
          <a:p>
            <a:r>
              <a:rPr lang="fr-FR" altLang="fr-FR"/>
              <a:t>	Refrain</a:t>
            </a:r>
          </a:p>
          <a:p>
            <a:endParaRPr lang="fr-FR" altLang="fr-FR"/>
          </a:p>
          <a:p>
            <a:r>
              <a:rPr lang="fr-FR" altLang="fr-FR"/>
              <a:t>Pont
12-  CAR LE ROYAUME EST À TOI ET LA PUISSANCE EST À TOI </a:t>
            </a:r>
          </a:p>
          <a:p>
            <a:r>
              <a:rPr lang="fr-FR" altLang="fr-FR"/>
              <a:t>For the Kingdom is Yours,And the Power is Yours
13-  ET LA GLOIRE EST À TOI À JAMAIS ! </a:t>
            </a:r>
          </a:p>
          <a:p>
            <a:r>
              <a:rPr lang="fr-FR" altLang="fr-FR"/>
              <a:t>And the Glory is Yours,Forever and ever!</a:t>
            </a:r>
          </a:p>
          <a:p>
            <a:endParaRPr lang="fr-FR" altLang="fr-F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147" name="Espace réservé des commentaires 2"/>
          <p:cNvSpPr>
            <a:spLocks noGrp="1"/>
          </p:cNvSpPr>
          <p:nvPr>
            <p:ph type="body" idx="1"/>
          </p:nvPr>
        </p:nvSpPr>
        <p:spPr bwMode="auto"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  <a:normAutofit fontScale="47500" lnSpcReduction="20000"/>
          </a:bodyPr>
          <a:lstStyle/>
          <a:p>
            <a:pPr>
              <a:defRPr/>
            </a:pPr>
            <a:r>
              <a:rPr lang="fr-FR" altLang="fr-FR" smtClean="0"/>
              <a:t>	Refrain	</a:t>
            </a:r>
          </a:p>
          <a:p>
            <a:pPr>
              <a:defRPr/>
            </a:pPr>
            <a:r>
              <a:rPr lang="fr-FR" altLang="fr-FR" smtClean="0"/>
              <a:t>	1-  NOTRE PÈRE AUX CIEUX NOTRE PÈRE AUX CIEUX </a:t>
            </a:r>
          </a:p>
          <a:p>
            <a:pPr>
              <a:defRPr/>
            </a:pPr>
            <a:r>
              <a:rPr lang="fr-FR" altLang="fr-FR" smtClean="0"/>
              <a:t>	Our Father in Heaven,Our Father in Heaven
	2-  QUE TON NOM SOIT SANCTIFIÉ QUE TON ROYAUME VIENNE </a:t>
            </a:r>
          </a:p>
          <a:p>
            <a:pPr>
              <a:defRPr/>
            </a:pPr>
            <a:r>
              <a:rPr lang="fr-FR" altLang="fr-FR" smtClean="0"/>
              <a:t>	May Your Name be Holy ,May Your Kingdom come</a:t>
            </a:r>
          </a:p>
          <a:p>
            <a:pPr>
              <a:defRPr/>
            </a:pPr>
            <a:r>
              <a:rPr lang="fr-FR" altLang="fr-FR" smtClean="0"/>
              <a:t>	3-  QUE TA VOLONTÉ SOIT FAITE </a:t>
            </a:r>
          </a:p>
          <a:p>
            <a:pPr>
              <a:defRPr/>
            </a:pPr>
            <a:r>
              <a:rPr lang="fr-FR" altLang="fr-FR" smtClean="0"/>
              <a:t>	May Your Will be done</a:t>
            </a:r>
          </a:p>
          <a:p>
            <a:pPr>
              <a:defRPr/>
            </a:pPr>
            <a:r>
              <a:rPr lang="fr-FR" altLang="fr-FR" smtClean="0"/>
              <a:t>	4-  SUR TERRE COMME AU CIEL SUR TERRE COMME AU CIEL </a:t>
            </a:r>
          </a:p>
          <a:p>
            <a:pPr>
              <a:defRPr/>
            </a:pPr>
            <a:r>
              <a:rPr lang="fr-FR" altLang="fr-FR" smtClean="0"/>
              <a:t>	On Earth as it is in Heaven,On Earth as it is in Heaven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Couplet 1 </a:t>
            </a:r>
          </a:p>
          <a:p>
            <a:pPr>
              <a:defRPr/>
            </a:pPr>
            <a:r>
              <a:rPr lang="fr-FR" altLang="fr-FR" smtClean="0"/>
              <a:t>5-  DONNE-NOUS CE JOUR NOTRE PAIN QUOTIDIEN </a:t>
            </a:r>
          </a:p>
          <a:p>
            <a:pPr>
              <a:defRPr/>
            </a:pPr>
            <a:r>
              <a:rPr lang="fr-FR" altLang="fr-FR" smtClean="0"/>
              <a:t>Give us, give us this day our daily bread
6-  ET PARDONNE-NOUS, PARDONNE-NOUS NOS OFFENSES </a:t>
            </a:r>
          </a:p>
          <a:p>
            <a:pPr>
              <a:defRPr/>
            </a:pPr>
            <a:r>
              <a:rPr lang="fr-FR" altLang="fr-FR" smtClean="0"/>
              <a:t>And forgive us, forgive us our sins, 
7-  PARDONNE-NOUS NOS OFFENSES </a:t>
            </a:r>
          </a:p>
          <a:p>
            <a:pPr>
              <a:defRPr/>
            </a:pPr>
            <a:r>
              <a:rPr lang="fr-FR" altLang="fr-FR" smtClean="0"/>
              <a:t>forgive us our sins
8-  COMME NOUS PARDONNONS À CEUX QUI NOUS ONT OFFENSÉS </a:t>
            </a:r>
          </a:p>
          <a:p>
            <a:pPr>
              <a:defRPr/>
            </a:pPr>
            <a:r>
              <a:rPr lang="fr-FR" altLang="fr-FR" smtClean="0"/>
              <a:t>As we forgive those who have sinned against us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	Refrain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Couplet 2
9-  NE NOUS SOUMETS PAS, SEIGNEUR  À LA TENTATION</a:t>
            </a:r>
          </a:p>
          <a:p>
            <a:pPr>
              <a:defRPr/>
            </a:pPr>
            <a:r>
              <a:rPr lang="fr-FR" altLang="fr-FR" smtClean="0"/>
              <a:t>Lead us, Lord lead us not into Temptation
10-  MAIS DÉLIVRE-NOUS  DÉLIVRE-NOUS DU MAL</a:t>
            </a:r>
          </a:p>
          <a:p>
            <a:pPr>
              <a:defRPr/>
            </a:pPr>
            <a:r>
              <a:rPr lang="fr-FR" altLang="fr-FR" smtClean="0"/>
              <a:t>But deliver us, deliver us from the evil one
11-  DÉLIVRE-NOUS DU MAL </a:t>
            </a:r>
          </a:p>
          <a:p>
            <a:pPr>
              <a:defRPr/>
            </a:pPr>
            <a:r>
              <a:rPr lang="fr-FR" altLang="fr-FR" smtClean="0"/>
              <a:t>Deliver us from the evil one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	Refrain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Pont
12-  CAR LE ROYAUME EST À TOI ET LA PUISSANCE EST À TOI </a:t>
            </a:r>
          </a:p>
          <a:p>
            <a:pPr>
              <a:defRPr/>
            </a:pPr>
            <a:r>
              <a:rPr lang="fr-FR" altLang="fr-FR" smtClean="0"/>
              <a:t>For the Kingdom is Yours,And the Power is Yours
13-  ET LA GLOIRE EST À TOI À JAMAIS ! </a:t>
            </a:r>
          </a:p>
          <a:p>
            <a:pPr>
              <a:defRPr/>
            </a:pPr>
            <a:r>
              <a:rPr lang="fr-FR" altLang="fr-FR" smtClean="0"/>
              <a:t>And the Glory is Yours,Forever and ever!</a:t>
            </a:r>
          </a:p>
          <a:p>
            <a:pPr>
              <a:defRPr/>
            </a:pPr>
            <a:endParaRPr lang="fr-FR" altLang="fr-FR" smtClean="0"/>
          </a:p>
        </p:txBody>
      </p:sp>
      <p:sp>
        <p:nvSpPr>
          <p:cNvPr id="61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	Refrain	</a:t>
            </a:r>
          </a:p>
          <a:p>
            <a:r>
              <a:rPr lang="fr-FR" altLang="fr-FR"/>
              <a:t>	1-  NOTRE PÈRE AUX CIEUX NOTRE PÈRE AUX CIEUX </a:t>
            </a:r>
          </a:p>
          <a:p>
            <a:r>
              <a:rPr lang="fr-FR" altLang="fr-FR"/>
              <a:t>	Our Father in Heaven,Our Father in Heaven
	2-  QUE TON NOM SOIT SANCTIFIÉ QUE TON ROYAUME VIENNE </a:t>
            </a:r>
          </a:p>
          <a:p>
            <a:r>
              <a:rPr lang="fr-FR" altLang="fr-FR"/>
              <a:t>	May Your Name be Holy ,May Your Kingdom come</a:t>
            </a:r>
          </a:p>
          <a:p>
            <a:r>
              <a:rPr lang="fr-FR" altLang="fr-FR"/>
              <a:t>	3-  QUE TA VOLONTÉ SOIT FAITE </a:t>
            </a:r>
          </a:p>
          <a:p>
            <a:r>
              <a:rPr lang="fr-FR" altLang="fr-FR"/>
              <a:t>	May Your Will be done</a:t>
            </a:r>
          </a:p>
          <a:p>
            <a:r>
              <a:rPr lang="fr-FR" altLang="fr-FR"/>
              <a:t>	4-  SUR TERRE COMME AU CIEL SUR TERRE COMME AU CIEL </a:t>
            </a:r>
          </a:p>
          <a:p>
            <a:r>
              <a:rPr lang="fr-FR" altLang="fr-FR"/>
              <a:t>	On Earth as it is in Heaven,On Earth as it is in Heaven</a:t>
            </a:r>
          </a:p>
          <a:p>
            <a:endParaRPr lang="fr-FR" altLang="fr-FR"/>
          </a:p>
          <a:p>
            <a:r>
              <a:rPr lang="fr-FR" altLang="fr-FR"/>
              <a:t>Couplet 1 </a:t>
            </a:r>
          </a:p>
          <a:p>
            <a:r>
              <a:rPr lang="fr-FR" altLang="fr-FR"/>
              <a:t>5-  DONNE-NOUS CE JOUR NOTRE PAIN QUOTIDIEN </a:t>
            </a:r>
          </a:p>
          <a:p>
            <a:r>
              <a:rPr lang="fr-FR" altLang="fr-FR"/>
              <a:t>Give us, give us this day our daily bread
6-  ET PARDONNE-NOUS, PARDONNE-NOUS NOS OFFENSES </a:t>
            </a:r>
          </a:p>
          <a:p>
            <a:r>
              <a:rPr lang="fr-FR" altLang="fr-FR"/>
              <a:t>And forgive us, forgive us our sins, 
7-  PARDONNE-NOUS NOS OFFENSES </a:t>
            </a:r>
          </a:p>
          <a:p>
            <a:r>
              <a:rPr lang="fr-FR" altLang="fr-FR"/>
              <a:t>forgive us our sins
8-  COMME NOUS PARDONNONS À CEUX QUI NOUS ONT OFFENSÉS </a:t>
            </a:r>
          </a:p>
          <a:p>
            <a:r>
              <a:rPr lang="fr-FR" altLang="fr-FR"/>
              <a:t>As we forgive those who have sinned against us</a:t>
            </a:r>
          </a:p>
          <a:p>
            <a:endParaRPr lang="fr-FR" altLang="fr-FR"/>
          </a:p>
          <a:p>
            <a:r>
              <a:rPr lang="fr-FR" altLang="fr-FR"/>
              <a:t>	Refrain</a:t>
            </a:r>
          </a:p>
          <a:p>
            <a:endParaRPr lang="fr-FR" altLang="fr-FR"/>
          </a:p>
          <a:p>
            <a:r>
              <a:rPr lang="fr-FR" altLang="fr-FR"/>
              <a:t>Couplet 2
9-  NE NOUS SOUMETS PAS, SEIGNEUR  À LA TENTATION</a:t>
            </a:r>
          </a:p>
          <a:p>
            <a:r>
              <a:rPr lang="fr-FR" altLang="fr-FR"/>
              <a:t>Lead us, Lord lead us not into Temptation
10-  MAIS DÉLIVRE-NOUS  DÉLIVRE-NOUS DU MAL</a:t>
            </a:r>
          </a:p>
          <a:p>
            <a:r>
              <a:rPr lang="fr-FR" altLang="fr-FR"/>
              <a:t>But deliver us, deliver us from the evil one
11-  DÉLIVRE-NOUS DU MAL </a:t>
            </a:r>
          </a:p>
          <a:p>
            <a:r>
              <a:rPr lang="fr-FR" altLang="fr-FR"/>
              <a:t>Deliver us from the evil one</a:t>
            </a:r>
          </a:p>
          <a:p>
            <a:endParaRPr lang="fr-FR" altLang="fr-FR"/>
          </a:p>
          <a:p>
            <a:r>
              <a:rPr lang="fr-FR" altLang="fr-FR"/>
              <a:t>	Refrain</a:t>
            </a:r>
          </a:p>
          <a:p>
            <a:endParaRPr lang="fr-FR" altLang="fr-FR"/>
          </a:p>
          <a:p>
            <a:r>
              <a:rPr lang="fr-FR" altLang="fr-FR"/>
              <a:t>Pont
12-  CAR LE ROYAUME EST À TOI ET LA PUISSANCE EST À TOI </a:t>
            </a:r>
          </a:p>
          <a:p>
            <a:r>
              <a:rPr lang="fr-FR" altLang="fr-FR"/>
              <a:t>For the Kingdom is Yours,And the Power is Yours
13-  ET LA GLOIRE EST À TOI À JAMAIS ! </a:t>
            </a:r>
          </a:p>
          <a:p>
            <a:r>
              <a:rPr lang="fr-FR" altLang="fr-FR"/>
              <a:t>And the Glory is Yours,Forever and ever!</a:t>
            </a:r>
          </a:p>
          <a:p>
            <a:endParaRPr lang="fr-FR" altLang="fr-FR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195" name="Espace réservé des commentaires 2"/>
          <p:cNvSpPr>
            <a:spLocks noGrp="1"/>
          </p:cNvSpPr>
          <p:nvPr>
            <p:ph type="body" idx="1"/>
          </p:nvPr>
        </p:nvSpPr>
        <p:spPr bwMode="auto"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  <a:normAutofit fontScale="47500" lnSpcReduction="20000"/>
          </a:bodyPr>
          <a:lstStyle/>
          <a:p>
            <a:pPr>
              <a:defRPr/>
            </a:pPr>
            <a:r>
              <a:rPr lang="fr-FR" altLang="fr-FR" smtClean="0"/>
              <a:t>	Refrain	</a:t>
            </a:r>
          </a:p>
          <a:p>
            <a:pPr>
              <a:defRPr/>
            </a:pPr>
            <a:r>
              <a:rPr lang="fr-FR" altLang="fr-FR" smtClean="0"/>
              <a:t>	1-  NOTRE PÈRE AUX CIEUX NOTRE PÈRE AUX CIEUX </a:t>
            </a:r>
          </a:p>
          <a:p>
            <a:pPr>
              <a:defRPr/>
            </a:pPr>
            <a:r>
              <a:rPr lang="fr-FR" altLang="fr-FR" smtClean="0"/>
              <a:t>	Our Father in Heaven,Our Father in Heaven
	2-  QUE TON NOM SOIT SANCTIFIÉ QUE TON ROYAUME VIENNE </a:t>
            </a:r>
          </a:p>
          <a:p>
            <a:pPr>
              <a:defRPr/>
            </a:pPr>
            <a:r>
              <a:rPr lang="fr-FR" altLang="fr-FR" smtClean="0"/>
              <a:t>	May Your Name be Holy ,May Your Kingdom come</a:t>
            </a:r>
          </a:p>
          <a:p>
            <a:pPr>
              <a:defRPr/>
            </a:pPr>
            <a:r>
              <a:rPr lang="fr-FR" altLang="fr-FR" smtClean="0"/>
              <a:t>	3-  QUE TA VOLONTÉ SOIT FAITE </a:t>
            </a:r>
          </a:p>
          <a:p>
            <a:pPr>
              <a:defRPr/>
            </a:pPr>
            <a:r>
              <a:rPr lang="fr-FR" altLang="fr-FR" smtClean="0"/>
              <a:t>	May Your Will be done</a:t>
            </a:r>
          </a:p>
          <a:p>
            <a:pPr>
              <a:defRPr/>
            </a:pPr>
            <a:r>
              <a:rPr lang="fr-FR" altLang="fr-FR" smtClean="0"/>
              <a:t>	4-  SUR TERRE COMME AU CIEL SUR TERRE COMME AU CIEL </a:t>
            </a:r>
          </a:p>
          <a:p>
            <a:pPr>
              <a:defRPr/>
            </a:pPr>
            <a:r>
              <a:rPr lang="fr-FR" altLang="fr-FR" smtClean="0"/>
              <a:t>	On Earth as it is in Heaven,On Earth as it is in Heaven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Couplet 1 </a:t>
            </a:r>
          </a:p>
          <a:p>
            <a:pPr>
              <a:defRPr/>
            </a:pPr>
            <a:r>
              <a:rPr lang="fr-FR" altLang="fr-FR" smtClean="0"/>
              <a:t>5-  DONNE-NOUS CE JOUR NOTRE PAIN QUOTIDIEN </a:t>
            </a:r>
          </a:p>
          <a:p>
            <a:pPr>
              <a:defRPr/>
            </a:pPr>
            <a:r>
              <a:rPr lang="fr-FR" altLang="fr-FR" smtClean="0"/>
              <a:t>Give us, give us this day our daily bread
6-  ET PARDONNE-NOUS, PARDONNE-NOUS NOS OFFENSES </a:t>
            </a:r>
          </a:p>
          <a:p>
            <a:pPr>
              <a:defRPr/>
            </a:pPr>
            <a:r>
              <a:rPr lang="fr-FR" altLang="fr-FR" smtClean="0"/>
              <a:t>And forgive us, forgive us our sins, 
7-  PARDONNE-NOUS NOS OFFENSES </a:t>
            </a:r>
          </a:p>
          <a:p>
            <a:pPr>
              <a:defRPr/>
            </a:pPr>
            <a:r>
              <a:rPr lang="fr-FR" altLang="fr-FR" smtClean="0"/>
              <a:t>forgive us our sins
8-  COMME NOUS PARDONNONS À CEUX QUI NOUS ONT OFFENSÉS </a:t>
            </a:r>
          </a:p>
          <a:p>
            <a:pPr>
              <a:defRPr/>
            </a:pPr>
            <a:r>
              <a:rPr lang="fr-FR" altLang="fr-FR" smtClean="0"/>
              <a:t>As we forgive those who have sinned against us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	Refrain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Couplet 2
9-  NE NOUS SOUMETS PAS, SEIGNEUR  À LA TENTATION</a:t>
            </a:r>
          </a:p>
          <a:p>
            <a:pPr>
              <a:defRPr/>
            </a:pPr>
            <a:r>
              <a:rPr lang="fr-FR" altLang="fr-FR" smtClean="0"/>
              <a:t>Lead us, Lord lead us not into Temptation
10-  MAIS DÉLIVRE-NOUS  DÉLIVRE-NOUS DU MAL</a:t>
            </a:r>
          </a:p>
          <a:p>
            <a:pPr>
              <a:defRPr/>
            </a:pPr>
            <a:r>
              <a:rPr lang="fr-FR" altLang="fr-FR" smtClean="0"/>
              <a:t>But deliver us, deliver us from the evil one
11-  DÉLIVRE-NOUS DU MAL </a:t>
            </a:r>
          </a:p>
          <a:p>
            <a:pPr>
              <a:defRPr/>
            </a:pPr>
            <a:r>
              <a:rPr lang="fr-FR" altLang="fr-FR" smtClean="0"/>
              <a:t>Deliver us from the evil one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	Refrain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Pont
12-  CAR LE ROYAUME EST À TOI ET LA PUISSANCE EST À TOI </a:t>
            </a:r>
          </a:p>
          <a:p>
            <a:pPr>
              <a:defRPr/>
            </a:pPr>
            <a:r>
              <a:rPr lang="fr-FR" altLang="fr-FR" smtClean="0"/>
              <a:t>For the Kingdom is Yours,And the Power is Yours
13-  ET LA GLOIRE EST À TOI À JAMAIS ! </a:t>
            </a:r>
          </a:p>
          <a:p>
            <a:pPr>
              <a:defRPr/>
            </a:pPr>
            <a:r>
              <a:rPr lang="fr-FR" altLang="fr-FR" smtClean="0"/>
              <a:t>And the Glory is Yours,Forever and ever!</a:t>
            </a:r>
          </a:p>
          <a:p>
            <a:pPr>
              <a:defRPr/>
            </a:pPr>
            <a:endParaRPr lang="fr-FR" altLang="fr-FR" smtClean="0"/>
          </a:p>
        </p:txBody>
      </p:sp>
      <p:sp>
        <p:nvSpPr>
          <p:cNvPr id="81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	Refrain	</a:t>
            </a:r>
          </a:p>
          <a:p>
            <a:r>
              <a:rPr lang="fr-FR" altLang="fr-FR"/>
              <a:t>	1-  NOTRE PÈRE AUX CIEUX NOTRE PÈRE AUX CIEUX </a:t>
            </a:r>
          </a:p>
          <a:p>
            <a:r>
              <a:rPr lang="fr-FR" altLang="fr-FR"/>
              <a:t>	Our Father in Heaven,Our Father in Heaven
	2-  QUE TON NOM SOIT SANCTIFIÉ QUE TON ROYAUME VIENNE </a:t>
            </a:r>
          </a:p>
          <a:p>
            <a:r>
              <a:rPr lang="fr-FR" altLang="fr-FR"/>
              <a:t>	May Your Name be Holy ,May Your Kingdom come</a:t>
            </a:r>
          </a:p>
          <a:p>
            <a:r>
              <a:rPr lang="fr-FR" altLang="fr-FR"/>
              <a:t>	3-  QUE TA VOLONTÉ SOIT FAITE </a:t>
            </a:r>
          </a:p>
          <a:p>
            <a:r>
              <a:rPr lang="fr-FR" altLang="fr-FR"/>
              <a:t>	May Your Will be done</a:t>
            </a:r>
          </a:p>
          <a:p>
            <a:r>
              <a:rPr lang="fr-FR" altLang="fr-FR"/>
              <a:t>	4-  SUR TERRE COMME AU CIEL SUR TERRE COMME AU CIEL </a:t>
            </a:r>
          </a:p>
          <a:p>
            <a:r>
              <a:rPr lang="fr-FR" altLang="fr-FR"/>
              <a:t>	On Earth as it is in Heaven,On Earth as it is in Heaven</a:t>
            </a:r>
          </a:p>
          <a:p>
            <a:endParaRPr lang="fr-FR" altLang="fr-FR"/>
          </a:p>
          <a:p>
            <a:r>
              <a:rPr lang="fr-FR" altLang="fr-FR"/>
              <a:t>Couplet 1 </a:t>
            </a:r>
          </a:p>
          <a:p>
            <a:r>
              <a:rPr lang="fr-FR" altLang="fr-FR"/>
              <a:t>5-  DONNE-NOUS CE JOUR NOTRE PAIN QUOTIDIEN </a:t>
            </a:r>
          </a:p>
          <a:p>
            <a:r>
              <a:rPr lang="fr-FR" altLang="fr-FR"/>
              <a:t>Give us, give us this day our daily bread
6-  ET PARDONNE-NOUS, PARDONNE-NOUS NOS OFFENSES </a:t>
            </a:r>
          </a:p>
          <a:p>
            <a:r>
              <a:rPr lang="fr-FR" altLang="fr-FR"/>
              <a:t>And forgive us, forgive us our sins, 
7-  PARDONNE-NOUS NOS OFFENSES </a:t>
            </a:r>
          </a:p>
          <a:p>
            <a:r>
              <a:rPr lang="fr-FR" altLang="fr-FR"/>
              <a:t>forgive us our sins
8-  COMME NOUS PARDONNONS À CEUX QUI NOUS ONT OFFENSÉS </a:t>
            </a:r>
          </a:p>
          <a:p>
            <a:r>
              <a:rPr lang="fr-FR" altLang="fr-FR"/>
              <a:t>As we forgive those who have sinned against us</a:t>
            </a:r>
          </a:p>
          <a:p>
            <a:endParaRPr lang="fr-FR" altLang="fr-FR"/>
          </a:p>
          <a:p>
            <a:r>
              <a:rPr lang="fr-FR" altLang="fr-FR"/>
              <a:t>	Refrain</a:t>
            </a:r>
          </a:p>
          <a:p>
            <a:endParaRPr lang="fr-FR" altLang="fr-FR"/>
          </a:p>
          <a:p>
            <a:r>
              <a:rPr lang="fr-FR" altLang="fr-FR"/>
              <a:t>Couplet 2
9-  NE NOUS SOUMETS PAS, SEIGNEUR  À LA TENTATION</a:t>
            </a:r>
          </a:p>
          <a:p>
            <a:r>
              <a:rPr lang="fr-FR" altLang="fr-FR"/>
              <a:t>Lead us, Lord lead us not into Temptation
10-  MAIS DÉLIVRE-NOUS  DÉLIVRE-NOUS DU MAL</a:t>
            </a:r>
          </a:p>
          <a:p>
            <a:r>
              <a:rPr lang="fr-FR" altLang="fr-FR"/>
              <a:t>But deliver us, deliver us from the evil one
11-  DÉLIVRE-NOUS DU MAL </a:t>
            </a:r>
          </a:p>
          <a:p>
            <a:r>
              <a:rPr lang="fr-FR" altLang="fr-FR"/>
              <a:t>Deliver us from the evil one</a:t>
            </a:r>
          </a:p>
          <a:p>
            <a:endParaRPr lang="fr-FR" altLang="fr-FR"/>
          </a:p>
          <a:p>
            <a:r>
              <a:rPr lang="fr-FR" altLang="fr-FR"/>
              <a:t>	Refrain</a:t>
            </a:r>
          </a:p>
          <a:p>
            <a:endParaRPr lang="fr-FR" altLang="fr-FR"/>
          </a:p>
          <a:p>
            <a:r>
              <a:rPr lang="fr-FR" altLang="fr-FR"/>
              <a:t>Pont
12-  CAR LE ROYAUME EST À TOI ET LA PUISSANCE EST À TOI </a:t>
            </a:r>
          </a:p>
          <a:p>
            <a:r>
              <a:rPr lang="fr-FR" altLang="fr-FR"/>
              <a:t>For the Kingdom is Yours,And the Power is Yours
13-  ET LA GLOIRE EST À TOI À JAMAIS ! </a:t>
            </a:r>
          </a:p>
          <a:p>
            <a:r>
              <a:rPr lang="fr-FR" altLang="fr-FR"/>
              <a:t>And the Glory is Yours,Forever and ever!</a:t>
            </a:r>
          </a:p>
          <a:p>
            <a:endParaRPr lang="fr-FR" altLang="fr-FR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243" name="Espace réservé des commentaires 2"/>
          <p:cNvSpPr>
            <a:spLocks noGrp="1"/>
          </p:cNvSpPr>
          <p:nvPr>
            <p:ph type="body" idx="1"/>
          </p:nvPr>
        </p:nvSpPr>
        <p:spPr bwMode="auto"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  <a:normAutofit fontScale="47500" lnSpcReduction="20000"/>
          </a:bodyPr>
          <a:lstStyle/>
          <a:p>
            <a:pPr>
              <a:defRPr/>
            </a:pPr>
            <a:r>
              <a:rPr lang="fr-FR" altLang="fr-FR" smtClean="0"/>
              <a:t>	Refrain	</a:t>
            </a:r>
          </a:p>
          <a:p>
            <a:pPr>
              <a:defRPr/>
            </a:pPr>
            <a:r>
              <a:rPr lang="fr-FR" altLang="fr-FR" smtClean="0"/>
              <a:t>	1-  NOTRE PÈRE AUX CIEUX NOTRE PÈRE AUX CIEUX </a:t>
            </a:r>
          </a:p>
          <a:p>
            <a:pPr>
              <a:defRPr/>
            </a:pPr>
            <a:r>
              <a:rPr lang="fr-FR" altLang="fr-FR" smtClean="0"/>
              <a:t>	Our Father in Heaven,Our Father in Heaven
	2-  QUE TON NOM SOIT SANCTIFIÉ QUE TON ROYAUME VIENNE </a:t>
            </a:r>
          </a:p>
          <a:p>
            <a:pPr>
              <a:defRPr/>
            </a:pPr>
            <a:r>
              <a:rPr lang="fr-FR" altLang="fr-FR" smtClean="0"/>
              <a:t>	May Your Name be Holy ,May Your Kingdom come</a:t>
            </a:r>
          </a:p>
          <a:p>
            <a:pPr>
              <a:defRPr/>
            </a:pPr>
            <a:r>
              <a:rPr lang="fr-FR" altLang="fr-FR" smtClean="0"/>
              <a:t>	3-  QUE TA VOLONTÉ SOIT FAITE </a:t>
            </a:r>
          </a:p>
          <a:p>
            <a:pPr>
              <a:defRPr/>
            </a:pPr>
            <a:r>
              <a:rPr lang="fr-FR" altLang="fr-FR" smtClean="0"/>
              <a:t>	May Your Will be done</a:t>
            </a:r>
          </a:p>
          <a:p>
            <a:pPr>
              <a:defRPr/>
            </a:pPr>
            <a:r>
              <a:rPr lang="fr-FR" altLang="fr-FR" smtClean="0"/>
              <a:t>	4-  SUR TERRE COMME AU CIEL SUR TERRE COMME AU CIEL </a:t>
            </a:r>
          </a:p>
          <a:p>
            <a:pPr>
              <a:defRPr/>
            </a:pPr>
            <a:r>
              <a:rPr lang="fr-FR" altLang="fr-FR" smtClean="0"/>
              <a:t>	On Earth as it is in Heaven,On Earth as it is in Heaven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Couplet 1 </a:t>
            </a:r>
          </a:p>
          <a:p>
            <a:pPr>
              <a:defRPr/>
            </a:pPr>
            <a:r>
              <a:rPr lang="fr-FR" altLang="fr-FR" smtClean="0"/>
              <a:t>5-  DONNE-NOUS CE JOUR NOTRE PAIN QUOTIDIEN </a:t>
            </a:r>
          </a:p>
          <a:p>
            <a:pPr>
              <a:defRPr/>
            </a:pPr>
            <a:r>
              <a:rPr lang="fr-FR" altLang="fr-FR" smtClean="0"/>
              <a:t>Give us, give us this day our daily bread
6-  ET PARDONNE-NOUS, PARDONNE-NOUS NOS OFFENSES </a:t>
            </a:r>
          </a:p>
          <a:p>
            <a:pPr>
              <a:defRPr/>
            </a:pPr>
            <a:r>
              <a:rPr lang="fr-FR" altLang="fr-FR" smtClean="0"/>
              <a:t>And forgive us, forgive us our sins, 
7-  PARDONNE-NOUS NOS OFFENSES </a:t>
            </a:r>
          </a:p>
          <a:p>
            <a:pPr>
              <a:defRPr/>
            </a:pPr>
            <a:r>
              <a:rPr lang="fr-FR" altLang="fr-FR" smtClean="0"/>
              <a:t>forgive us our sins
8-  COMME NOUS PARDONNONS À CEUX QUI NOUS ONT OFFENSÉS </a:t>
            </a:r>
          </a:p>
          <a:p>
            <a:pPr>
              <a:defRPr/>
            </a:pPr>
            <a:r>
              <a:rPr lang="fr-FR" altLang="fr-FR" smtClean="0"/>
              <a:t>As we forgive those who have sinned against us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	Refrain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Couplet 2
9-  NE NOUS SOUMETS PAS, SEIGNEUR  À LA TENTATION</a:t>
            </a:r>
          </a:p>
          <a:p>
            <a:pPr>
              <a:defRPr/>
            </a:pPr>
            <a:r>
              <a:rPr lang="fr-FR" altLang="fr-FR" smtClean="0"/>
              <a:t>Lead us, Lord lead us not into Temptation
10-  MAIS DÉLIVRE-NOUS  DÉLIVRE-NOUS DU MAL</a:t>
            </a:r>
          </a:p>
          <a:p>
            <a:pPr>
              <a:defRPr/>
            </a:pPr>
            <a:r>
              <a:rPr lang="fr-FR" altLang="fr-FR" smtClean="0"/>
              <a:t>But deliver us, deliver us from the evil one
11-  DÉLIVRE-NOUS DU MAL </a:t>
            </a:r>
          </a:p>
          <a:p>
            <a:pPr>
              <a:defRPr/>
            </a:pPr>
            <a:r>
              <a:rPr lang="fr-FR" altLang="fr-FR" smtClean="0"/>
              <a:t>Deliver us from the evil one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	Refrain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Pont
12-  CAR LE ROYAUME EST À TOI ET LA PUISSANCE EST À TOI </a:t>
            </a:r>
          </a:p>
          <a:p>
            <a:pPr>
              <a:defRPr/>
            </a:pPr>
            <a:r>
              <a:rPr lang="fr-FR" altLang="fr-FR" smtClean="0"/>
              <a:t>For the Kingdom is Yours,And the Power is Yours
13-  ET LA GLOIRE EST À TOI À JAMAIS ! </a:t>
            </a:r>
          </a:p>
          <a:p>
            <a:pPr>
              <a:defRPr/>
            </a:pPr>
            <a:r>
              <a:rPr lang="fr-FR" altLang="fr-FR" smtClean="0"/>
              <a:t>And the Glory is Yours,Forever and ever!</a:t>
            </a:r>
          </a:p>
          <a:p>
            <a:pPr>
              <a:defRPr/>
            </a:pPr>
            <a:endParaRPr lang="fr-FR" altLang="fr-FR" smtClean="0"/>
          </a:p>
        </p:txBody>
      </p:sp>
      <p:sp>
        <p:nvSpPr>
          <p:cNvPr id="102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	Refrain	</a:t>
            </a:r>
          </a:p>
          <a:p>
            <a:r>
              <a:rPr lang="fr-FR" altLang="fr-FR"/>
              <a:t>	1-  NOTRE PÈRE AUX CIEUX NOTRE PÈRE AUX CIEUX </a:t>
            </a:r>
          </a:p>
          <a:p>
            <a:r>
              <a:rPr lang="fr-FR" altLang="fr-FR"/>
              <a:t>	Our Father in Heaven,Our Father in Heaven
	2-  QUE TON NOM SOIT SANCTIFIÉ QUE TON ROYAUME VIENNE </a:t>
            </a:r>
          </a:p>
          <a:p>
            <a:r>
              <a:rPr lang="fr-FR" altLang="fr-FR"/>
              <a:t>	May Your Name be Holy ,May Your Kingdom come</a:t>
            </a:r>
          </a:p>
          <a:p>
            <a:r>
              <a:rPr lang="fr-FR" altLang="fr-FR"/>
              <a:t>	3-  QUE TA VOLONTÉ SOIT FAITE </a:t>
            </a:r>
          </a:p>
          <a:p>
            <a:r>
              <a:rPr lang="fr-FR" altLang="fr-FR"/>
              <a:t>	May Your Will be done</a:t>
            </a:r>
          </a:p>
          <a:p>
            <a:r>
              <a:rPr lang="fr-FR" altLang="fr-FR"/>
              <a:t>	4-  SUR TERRE COMME AU CIEL SUR TERRE COMME AU CIEL </a:t>
            </a:r>
          </a:p>
          <a:p>
            <a:r>
              <a:rPr lang="fr-FR" altLang="fr-FR"/>
              <a:t>	On Earth as it is in Heaven,On Earth as it is in Heaven</a:t>
            </a:r>
          </a:p>
          <a:p>
            <a:endParaRPr lang="fr-FR" altLang="fr-FR"/>
          </a:p>
          <a:p>
            <a:r>
              <a:rPr lang="fr-FR" altLang="fr-FR"/>
              <a:t>Couplet 1 </a:t>
            </a:r>
          </a:p>
          <a:p>
            <a:r>
              <a:rPr lang="fr-FR" altLang="fr-FR"/>
              <a:t>5-  DONNE-NOUS CE JOUR NOTRE PAIN QUOTIDIEN </a:t>
            </a:r>
          </a:p>
          <a:p>
            <a:r>
              <a:rPr lang="fr-FR" altLang="fr-FR"/>
              <a:t>Give us, give us this day our daily bread
6-  ET PARDONNE-NOUS, PARDONNE-NOUS NOS OFFENSES </a:t>
            </a:r>
          </a:p>
          <a:p>
            <a:r>
              <a:rPr lang="fr-FR" altLang="fr-FR"/>
              <a:t>And forgive us, forgive us our sins, 
7-  PARDONNE-NOUS NOS OFFENSES </a:t>
            </a:r>
          </a:p>
          <a:p>
            <a:r>
              <a:rPr lang="fr-FR" altLang="fr-FR"/>
              <a:t>forgive us our sins
8-  COMME NOUS PARDONNONS À CEUX QUI NOUS ONT OFFENSÉS </a:t>
            </a:r>
          </a:p>
          <a:p>
            <a:r>
              <a:rPr lang="fr-FR" altLang="fr-FR"/>
              <a:t>As we forgive those who have sinned against us</a:t>
            </a:r>
          </a:p>
          <a:p>
            <a:endParaRPr lang="fr-FR" altLang="fr-FR"/>
          </a:p>
          <a:p>
            <a:r>
              <a:rPr lang="fr-FR" altLang="fr-FR"/>
              <a:t>	Refrain</a:t>
            </a:r>
          </a:p>
          <a:p>
            <a:endParaRPr lang="fr-FR" altLang="fr-FR"/>
          </a:p>
          <a:p>
            <a:r>
              <a:rPr lang="fr-FR" altLang="fr-FR"/>
              <a:t>Couplet 2
9-  NE NOUS SOUMETS PAS, SEIGNEUR  À LA TENTATION</a:t>
            </a:r>
          </a:p>
          <a:p>
            <a:r>
              <a:rPr lang="fr-FR" altLang="fr-FR"/>
              <a:t>Lead us, Lord lead us not into Temptation
10-  MAIS DÉLIVRE-NOUS  DÉLIVRE-NOUS DU MAL</a:t>
            </a:r>
          </a:p>
          <a:p>
            <a:r>
              <a:rPr lang="fr-FR" altLang="fr-FR"/>
              <a:t>But deliver us, deliver us from the evil one
11-  DÉLIVRE-NOUS DU MAL </a:t>
            </a:r>
          </a:p>
          <a:p>
            <a:r>
              <a:rPr lang="fr-FR" altLang="fr-FR"/>
              <a:t>Deliver us from the evil one</a:t>
            </a:r>
          </a:p>
          <a:p>
            <a:endParaRPr lang="fr-FR" altLang="fr-FR"/>
          </a:p>
          <a:p>
            <a:r>
              <a:rPr lang="fr-FR" altLang="fr-FR"/>
              <a:t>	Refrain</a:t>
            </a:r>
          </a:p>
          <a:p>
            <a:endParaRPr lang="fr-FR" altLang="fr-FR"/>
          </a:p>
          <a:p>
            <a:r>
              <a:rPr lang="fr-FR" altLang="fr-FR"/>
              <a:t>Pont
12-  CAR LE ROYAUME EST À TOI ET LA PUISSANCE EST À TOI </a:t>
            </a:r>
          </a:p>
          <a:p>
            <a:r>
              <a:rPr lang="fr-FR" altLang="fr-FR"/>
              <a:t>For the Kingdom is Yours,And the Power is Yours
13-  ET LA GLOIRE EST À TOI À JAMAIS ! </a:t>
            </a:r>
          </a:p>
          <a:p>
            <a:r>
              <a:rPr lang="fr-FR" altLang="fr-FR"/>
              <a:t>And the Glory is Yours,Forever and ever!</a:t>
            </a:r>
          </a:p>
          <a:p>
            <a:endParaRPr lang="fr-FR" altLang="fr-FR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2291" name="Espace réservé des commentaires 2"/>
          <p:cNvSpPr>
            <a:spLocks noGrp="1"/>
          </p:cNvSpPr>
          <p:nvPr>
            <p:ph type="body" idx="1"/>
          </p:nvPr>
        </p:nvSpPr>
        <p:spPr bwMode="auto"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  <a:normAutofit fontScale="47500" lnSpcReduction="20000"/>
          </a:bodyPr>
          <a:lstStyle/>
          <a:p>
            <a:pPr>
              <a:defRPr/>
            </a:pPr>
            <a:r>
              <a:rPr lang="fr-FR" altLang="fr-FR" smtClean="0"/>
              <a:t>	Refrain	</a:t>
            </a:r>
          </a:p>
          <a:p>
            <a:pPr>
              <a:defRPr/>
            </a:pPr>
            <a:r>
              <a:rPr lang="fr-FR" altLang="fr-FR" smtClean="0"/>
              <a:t>	1-  NOTRE PÈRE AUX CIEUX NOTRE PÈRE AUX CIEUX </a:t>
            </a:r>
          </a:p>
          <a:p>
            <a:pPr>
              <a:defRPr/>
            </a:pPr>
            <a:r>
              <a:rPr lang="fr-FR" altLang="fr-FR" smtClean="0"/>
              <a:t>	Our Father in Heaven,Our Father in Heaven
	2-  QUE TON NOM SOIT SANCTIFIÉ QUE TON ROYAUME VIENNE </a:t>
            </a:r>
          </a:p>
          <a:p>
            <a:pPr>
              <a:defRPr/>
            </a:pPr>
            <a:r>
              <a:rPr lang="fr-FR" altLang="fr-FR" smtClean="0"/>
              <a:t>	May Your Name be Holy ,May Your Kingdom come</a:t>
            </a:r>
          </a:p>
          <a:p>
            <a:pPr>
              <a:defRPr/>
            </a:pPr>
            <a:r>
              <a:rPr lang="fr-FR" altLang="fr-FR" smtClean="0"/>
              <a:t>	3-  QUE TA VOLONTÉ SOIT FAITE </a:t>
            </a:r>
          </a:p>
          <a:p>
            <a:pPr>
              <a:defRPr/>
            </a:pPr>
            <a:r>
              <a:rPr lang="fr-FR" altLang="fr-FR" smtClean="0"/>
              <a:t>	May Your Will be done</a:t>
            </a:r>
          </a:p>
          <a:p>
            <a:pPr>
              <a:defRPr/>
            </a:pPr>
            <a:r>
              <a:rPr lang="fr-FR" altLang="fr-FR" smtClean="0"/>
              <a:t>	4-  SUR TERRE COMME AU CIEL SUR TERRE COMME AU CIEL </a:t>
            </a:r>
          </a:p>
          <a:p>
            <a:pPr>
              <a:defRPr/>
            </a:pPr>
            <a:r>
              <a:rPr lang="fr-FR" altLang="fr-FR" smtClean="0"/>
              <a:t>	On Earth as it is in Heaven,On Earth as it is in Heaven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Couplet 1 </a:t>
            </a:r>
          </a:p>
          <a:p>
            <a:pPr>
              <a:defRPr/>
            </a:pPr>
            <a:r>
              <a:rPr lang="fr-FR" altLang="fr-FR" smtClean="0"/>
              <a:t>5-  DONNE-NOUS CE JOUR NOTRE PAIN QUOTIDIEN </a:t>
            </a:r>
          </a:p>
          <a:p>
            <a:pPr>
              <a:defRPr/>
            </a:pPr>
            <a:r>
              <a:rPr lang="fr-FR" altLang="fr-FR" smtClean="0"/>
              <a:t>Give us, give us this day our daily bread
6-  ET PARDONNE-NOUS, PARDONNE-NOUS NOS OFFENSES </a:t>
            </a:r>
          </a:p>
          <a:p>
            <a:pPr>
              <a:defRPr/>
            </a:pPr>
            <a:r>
              <a:rPr lang="fr-FR" altLang="fr-FR" smtClean="0"/>
              <a:t>And forgive us, forgive us our sins, 
7-  PARDONNE-NOUS NOS OFFENSES </a:t>
            </a:r>
          </a:p>
          <a:p>
            <a:pPr>
              <a:defRPr/>
            </a:pPr>
            <a:r>
              <a:rPr lang="fr-FR" altLang="fr-FR" smtClean="0"/>
              <a:t>forgive us our sins
8-  COMME NOUS PARDONNONS À CEUX QUI NOUS ONT OFFENSÉS </a:t>
            </a:r>
          </a:p>
          <a:p>
            <a:pPr>
              <a:defRPr/>
            </a:pPr>
            <a:r>
              <a:rPr lang="fr-FR" altLang="fr-FR" smtClean="0"/>
              <a:t>As we forgive those who have sinned against us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	Refrain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Couplet 2
9-  NE NOUS SOUMETS PAS, SEIGNEUR  À LA TENTATION</a:t>
            </a:r>
          </a:p>
          <a:p>
            <a:pPr>
              <a:defRPr/>
            </a:pPr>
            <a:r>
              <a:rPr lang="fr-FR" altLang="fr-FR" smtClean="0"/>
              <a:t>Lead us, Lord lead us not into Temptation
10-  MAIS DÉLIVRE-NOUS  DÉLIVRE-NOUS DU MAL</a:t>
            </a:r>
          </a:p>
          <a:p>
            <a:pPr>
              <a:defRPr/>
            </a:pPr>
            <a:r>
              <a:rPr lang="fr-FR" altLang="fr-FR" smtClean="0"/>
              <a:t>But deliver us, deliver us from the evil one
11-  DÉLIVRE-NOUS DU MAL </a:t>
            </a:r>
          </a:p>
          <a:p>
            <a:pPr>
              <a:defRPr/>
            </a:pPr>
            <a:r>
              <a:rPr lang="fr-FR" altLang="fr-FR" smtClean="0"/>
              <a:t>Deliver us from the evil one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	Refrain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Pont
12-  CAR LE ROYAUME EST À TOI ET LA PUISSANCE EST À TOI </a:t>
            </a:r>
          </a:p>
          <a:p>
            <a:pPr>
              <a:defRPr/>
            </a:pPr>
            <a:r>
              <a:rPr lang="fr-FR" altLang="fr-FR" smtClean="0"/>
              <a:t>For the Kingdom is Yours,And the Power is Yours
13-  ET LA GLOIRE EST À TOI À JAMAIS ! </a:t>
            </a:r>
          </a:p>
          <a:p>
            <a:pPr>
              <a:defRPr/>
            </a:pPr>
            <a:r>
              <a:rPr lang="fr-FR" altLang="fr-FR" smtClean="0"/>
              <a:t>And the Glory is Yours,Forever and ever!</a:t>
            </a:r>
          </a:p>
          <a:p>
            <a:pPr>
              <a:defRPr/>
            </a:pPr>
            <a:endParaRPr lang="fr-FR" altLang="fr-FR" smtClean="0"/>
          </a:p>
        </p:txBody>
      </p:sp>
      <p:sp>
        <p:nvSpPr>
          <p:cNvPr id="122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	Refrain	</a:t>
            </a:r>
          </a:p>
          <a:p>
            <a:r>
              <a:rPr lang="fr-FR" altLang="fr-FR"/>
              <a:t>	1-  NOTRE PÈRE AUX CIEUX NOTRE PÈRE AUX CIEUX </a:t>
            </a:r>
          </a:p>
          <a:p>
            <a:r>
              <a:rPr lang="fr-FR" altLang="fr-FR"/>
              <a:t>	Our Father in Heaven,Our Father in Heaven
	2-  QUE TON NOM SOIT SANCTIFIÉ QUE TON ROYAUME VIENNE </a:t>
            </a:r>
          </a:p>
          <a:p>
            <a:r>
              <a:rPr lang="fr-FR" altLang="fr-FR"/>
              <a:t>	May Your Name be Holy ,May Your Kingdom come</a:t>
            </a:r>
          </a:p>
          <a:p>
            <a:r>
              <a:rPr lang="fr-FR" altLang="fr-FR"/>
              <a:t>	3-  QUE TA VOLONTÉ SOIT FAITE </a:t>
            </a:r>
          </a:p>
          <a:p>
            <a:r>
              <a:rPr lang="fr-FR" altLang="fr-FR"/>
              <a:t>	May Your Will be done</a:t>
            </a:r>
          </a:p>
          <a:p>
            <a:r>
              <a:rPr lang="fr-FR" altLang="fr-FR"/>
              <a:t>	4-  SUR TERRE COMME AU CIEL SUR TERRE COMME AU CIEL </a:t>
            </a:r>
          </a:p>
          <a:p>
            <a:r>
              <a:rPr lang="fr-FR" altLang="fr-FR"/>
              <a:t>	On Earth as it is in Heaven,On Earth as it is in Heaven</a:t>
            </a:r>
          </a:p>
          <a:p>
            <a:endParaRPr lang="fr-FR" altLang="fr-FR"/>
          </a:p>
          <a:p>
            <a:r>
              <a:rPr lang="fr-FR" altLang="fr-FR"/>
              <a:t>Couplet 1 </a:t>
            </a:r>
          </a:p>
          <a:p>
            <a:r>
              <a:rPr lang="fr-FR" altLang="fr-FR"/>
              <a:t>5-  DONNE-NOUS CE JOUR NOTRE PAIN QUOTIDIEN </a:t>
            </a:r>
          </a:p>
          <a:p>
            <a:r>
              <a:rPr lang="fr-FR" altLang="fr-FR"/>
              <a:t>Give us, give us this day our daily bread
6-  ET PARDONNE-NOUS, PARDONNE-NOUS NOS OFFENSES </a:t>
            </a:r>
          </a:p>
          <a:p>
            <a:r>
              <a:rPr lang="fr-FR" altLang="fr-FR"/>
              <a:t>And forgive us, forgive us our sins, 
7-  PARDONNE-NOUS NOS OFFENSES </a:t>
            </a:r>
          </a:p>
          <a:p>
            <a:r>
              <a:rPr lang="fr-FR" altLang="fr-FR"/>
              <a:t>forgive us our sins
8-  COMME NOUS PARDONNONS À CEUX QUI NOUS ONT OFFENSÉS </a:t>
            </a:r>
          </a:p>
          <a:p>
            <a:r>
              <a:rPr lang="fr-FR" altLang="fr-FR"/>
              <a:t>As we forgive those who have sinned against us</a:t>
            </a:r>
          </a:p>
          <a:p>
            <a:endParaRPr lang="fr-FR" altLang="fr-FR"/>
          </a:p>
          <a:p>
            <a:r>
              <a:rPr lang="fr-FR" altLang="fr-FR"/>
              <a:t>	Refrain</a:t>
            </a:r>
          </a:p>
          <a:p>
            <a:endParaRPr lang="fr-FR" altLang="fr-FR"/>
          </a:p>
          <a:p>
            <a:r>
              <a:rPr lang="fr-FR" altLang="fr-FR"/>
              <a:t>Couplet 2
9-  NE NOUS SOUMETS PAS, SEIGNEUR  À LA TENTATION</a:t>
            </a:r>
          </a:p>
          <a:p>
            <a:r>
              <a:rPr lang="fr-FR" altLang="fr-FR"/>
              <a:t>Lead us, Lord lead us not into Temptation
10-  MAIS DÉLIVRE-NOUS  DÉLIVRE-NOUS DU MAL</a:t>
            </a:r>
          </a:p>
          <a:p>
            <a:r>
              <a:rPr lang="fr-FR" altLang="fr-FR"/>
              <a:t>But deliver us, deliver us from the evil one
11-  DÉLIVRE-NOUS DU MAL </a:t>
            </a:r>
          </a:p>
          <a:p>
            <a:r>
              <a:rPr lang="fr-FR" altLang="fr-FR"/>
              <a:t>Deliver us from the evil one</a:t>
            </a:r>
          </a:p>
          <a:p>
            <a:endParaRPr lang="fr-FR" altLang="fr-FR"/>
          </a:p>
          <a:p>
            <a:r>
              <a:rPr lang="fr-FR" altLang="fr-FR"/>
              <a:t>	Refrain</a:t>
            </a:r>
          </a:p>
          <a:p>
            <a:endParaRPr lang="fr-FR" altLang="fr-FR"/>
          </a:p>
          <a:p>
            <a:r>
              <a:rPr lang="fr-FR" altLang="fr-FR"/>
              <a:t>Pont
12-  CAR LE ROYAUME EST À TOI ET LA PUISSANCE EST À TOI </a:t>
            </a:r>
          </a:p>
          <a:p>
            <a:r>
              <a:rPr lang="fr-FR" altLang="fr-FR"/>
              <a:t>For the Kingdom is Yours,And the Power is Yours
13-  ET LA GLOIRE EST À TOI À JAMAIS ! </a:t>
            </a:r>
          </a:p>
          <a:p>
            <a:r>
              <a:rPr lang="fr-FR" altLang="fr-FR"/>
              <a:t>And the Glory is Yours,Forever and ever!</a:t>
            </a:r>
          </a:p>
          <a:p>
            <a:endParaRPr lang="fr-FR" altLang="fr-FR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4339" name="Espace réservé des commentaires 2"/>
          <p:cNvSpPr>
            <a:spLocks noGrp="1"/>
          </p:cNvSpPr>
          <p:nvPr>
            <p:ph type="body" idx="1"/>
          </p:nvPr>
        </p:nvSpPr>
        <p:spPr bwMode="auto"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  <a:normAutofit fontScale="47500" lnSpcReduction="20000"/>
          </a:bodyPr>
          <a:lstStyle/>
          <a:p>
            <a:pPr>
              <a:defRPr/>
            </a:pPr>
            <a:r>
              <a:rPr lang="fr-FR" altLang="fr-FR" smtClean="0"/>
              <a:t>	Refrain	</a:t>
            </a:r>
          </a:p>
          <a:p>
            <a:pPr>
              <a:defRPr/>
            </a:pPr>
            <a:r>
              <a:rPr lang="fr-FR" altLang="fr-FR" smtClean="0"/>
              <a:t>	1-  NOTRE PÈRE AUX CIEUX NOTRE PÈRE AUX CIEUX </a:t>
            </a:r>
          </a:p>
          <a:p>
            <a:pPr>
              <a:defRPr/>
            </a:pPr>
            <a:r>
              <a:rPr lang="fr-FR" altLang="fr-FR" smtClean="0"/>
              <a:t>	Our Father in Heaven,Our Father in Heaven
	2-  QUE TON NOM SOIT SANCTIFIÉ QUE TON ROYAUME VIENNE </a:t>
            </a:r>
          </a:p>
          <a:p>
            <a:pPr>
              <a:defRPr/>
            </a:pPr>
            <a:r>
              <a:rPr lang="fr-FR" altLang="fr-FR" smtClean="0"/>
              <a:t>	May Your Name be Holy ,May Your Kingdom come</a:t>
            </a:r>
          </a:p>
          <a:p>
            <a:pPr>
              <a:defRPr/>
            </a:pPr>
            <a:r>
              <a:rPr lang="fr-FR" altLang="fr-FR" smtClean="0"/>
              <a:t>	3-  QUE TA VOLONTÉ SOIT FAITE </a:t>
            </a:r>
          </a:p>
          <a:p>
            <a:pPr>
              <a:defRPr/>
            </a:pPr>
            <a:r>
              <a:rPr lang="fr-FR" altLang="fr-FR" smtClean="0"/>
              <a:t>	May Your Will be done</a:t>
            </a:r>
          </a:p>
          <a:p>
            <a:pPr>
              <a:defRPr/>
            </a:pPr>
            <a:r>
              <a:rPr lang="fr-FR" altLang="fr-FR" smtClean="0"/>
              <a:t>	4-  SUR TERRE COMME AU CIEL SUR TERRE COMME AU CIEL </a:t>
            </a:r>
          </a:p>
          <a:p>
            <a:pPr>
              <a:defRPr/>
            </a:pPr>
            <a:r>
              <a:rPr lang="fr-FR" altLang="fr-FR" smtClean="0"/>
              <a:t>	On Earth as it is in Heaven,On Earth as it is in Heaven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Couplet 1 </a:t>
            </a:r>
          </a:p>
          <a:p>
            <a:pPr>
              <a:defRPr/>
            </a:pPr>
            <a:r>
              <a:rPr lang="fr-FR" altLang="fr-FR" smtClean="0"/>
              <a:t>5-  DONNE-NOUS CE JOUR NOTRE PAIN QUOTIDIEN </a:t>
            </a:r>
          </a:p>
          <a:p>
            <a:pPr>
              <a:defRPr/>
            </a:pPr>
            <a:r>
              <a:rPr lang="fr-FR" altLang="fr-FR" smtClean="0"/>
              <a:t>Give us, give us this day our daily bread
6-  ET PARDONNE-NOUS, PARDONNE-NOUS NOS OFFENSES </a:t>
            </a:r>
          </a:p>
          <a:p>
            <a:pPr>
              <a:defRPr/>
            </a:pPr>
            <a:r>
              <a:rPr lang="fr-FR" altLang="fr-FR" smtClean="0"/>
              <a:t>And forgive us, forgive us our sins, 
7-  PARDONNE-NOUS NOS OFFENSES </a:t>
            </a:r>
          </a:p>
          <a:p>
            <a:pPr>
              <a:defRPr/>
            </a:pPr>
            <a:r>
              <a:rPr lang="fr-FR" altLang="fr-FR" smtClean="0"/>
              <a:t>forgive us our sins
8-  COMME NOUS PARDONNONS À CEUX QUI NOUS ONT OFFENSÉS </a:t>
            </a:r>
          </a:p>
          <a:p>
            <a:pPr>
              <a:defRPr/>
            </a:pPr>
            <a:r>
              <a:rPr lang="fr-FR" altLang="fr-FR" smtClean="0"/>
              <a:t>As we forgive those who have sinned against us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	Refrain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Couplet 2
9-  NE NOUS SOUMETS PAS, SEIGNEUR  À LA TENTATION</a:t>
            </a:r>
          </a:p>
          <a:p>
            <a:pPr>
              <a:defRPr/>
            </a:pPr>
            <a:r>
              <a:rPr lang="fr-FR" altLang="fr-FR" smtClean="0"/>
              <a:t>Lead us, Lord lead us not into Temptation
10-  MAIS DÉLIVRE-NOUS  DÉLIVRE-NOUS DU MAL</a:t>
            </a:r>
          </a:p>
          <a:p>
            <a:pPr>
              <a:defRPr/>
            </a:pPr>
            <a:r>
              <a:rPr lang="fr-FR" altLang="fr-FR" smtClean="0"/>
              <a:t>But deliver us, deliver us from the evil one
11-  DÉLIVRE-NOUS DU MAL </a:t>
            </a:r>
          </a:p>
          <a:p>
            <a:pPr>
              <a:defRPr/>
            </a:pPr>
            <a:r>
              <a:rPr lang="fr-FR" altLang="fr-FR" smtClean="0"/>
              <a:t>Deliver us from the evil one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	Refrain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Pont
12-  CAR LE ROYAUME EST À TOI ET LA PUISSANCE EST À TOI </a:t>
            </a:r>
          </a:p>
          <a:p>
            <a:pPr>
              <a:defRPr/>
            </a:pPr>
            <a:r>
              <a:rPr lang="fr-FR" altLang="fr-FR" smtClean="0"/>
              <a:t>For the Kingdom is Yours,And the Power is Yours
13-  ET LA GLOIRE EST À TOI À JAMAIS ! </a:t>
            </a:r>
          </a:p>
          <a:p>
            <a:pPr>
              <a:defRPr/>
            </a:pPr>
            <a:r>
              <a:rPr lang="fr-FR" altLang="fr-FR" smtClean="0"/>
              <a:t>And the Glory is Yours,Forever and ever!</a:t>
            </a:r>
          </a:p>
          <a:p>
            <a:pPr>
              <a:defRPr/>
            </a:pPr>
            <a:endParaRPr lang="fr-FR" altLang="fr-FR" smtClean="0"/>
          </a:p>
        </p:txBody>
      </p:sp>
      <p:sp>
        <p:nvSpPr>
          <p:cNvPr id="143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	Refrain	</a:t>
            </a:r>
          </a:p>
          <a:p>
            <a:r>
              <a:rPr lang="fr-FR" altLang="fr-FR"/>
              <a:t>	1-  NOTRE PÈRE AUX CIEUX NOTRE PÈRE AUX CIEUX </a:t>
            </a:r>
          </a:p>
          <a:p>
            <a:r>
              <a:rPr lang="fr-FR" altLang="fr-FR"/>
              <a:t>	Our Father in Heaven,Our Father in Heaven
	2-  QUE TON NOM SOIT SANCTIFIÉ QUE TON ROYAUME VIENNE </a:t>
            </a:r>
          </a:p>
          <a:p>
            <a:r>
              <a:rPr lang="fr-FR" altLang="fr-FR"/>
              <a:t>	May Your Name be Holy ,May Your Kingdom come</a:t>
            </a:r>
          </a:p>
          <a:p>
            <a:r>
              <a:rPr lang="fr-FR" altLang="fr-FR"/>
              <a:t>	3-  QUE TA VOLONTÉ SOIT FAITE </a:t>
            </a:r>
          </a:p>
          <a:p>
            <a:r>
              <a:rPr lang="fr-FR" altLang="fr-FR"/>
              <a:t>	May Your Will be done</a:t>
            </a:r>
          </a:p>
          <a:p>
            <a:r>
              <a:rPr lang="fr-FR" altLang="fr-FR"/>
              <a:t>	4-  SUR TERRE COMME AU CIEL SUR TERRE COMME AU CIEL </a:t>
            </a:r>
          </a:p>
          <a:p>
            <a:r>
              <a:rPr lang="fr-FR" altLang="fr-FR"/>
              <a:t>	On Earth as it is in Heaven,On Earth as it is in Heaven</a:t>
            </a:r>
          </a:p>
          <a:p>
            <a:endParaRPr lang="fr-FR" altLang="fr-FR"/>
          </a:p>
          <a:p>
            <a:r>
              <a:rPr lang="fr-FR" altLang="fr-FR"/>
              <a:t>Couplet 1 </a:t>
            </a:r>
          </a:p>
          <a:p>
            <a:r>
              <a:rPr lang="fr-FR" altLang="fr-FR"/>
              <a:t>5-  DONNE-NOUS CE JOUR NOTRE PAIN QUOTIDIEN </a:t>
            </a:r>
          </a:p>
          <a:p>
            <a:r>
              <a:rPr lang="fr-FR" altLang="fr-FR"/>
              <a:t>Give us, give us this day our daily bread
6-  ET PARDONNE-NOUS, PARDONNE-NOUS NOS OFFENSES </a:t>
            </a:r>
          </a:p>
          <a:p>
            <a:r>
              <a:rPr lang="fr-FR" altLang="fr-FR"/>
              <a:t>And forgive us, forgive us our sins, 
7-  PARDONNE-NOUS NOS OFFENSES </a:t>
            </a:r>
          </a:p>
          <a:p>
            <a:r>
              <a:rPr lang="fr-FR" altLang="fr-FR"/>
              <a:t>forgive us our sins
8-  COMME NOUS PARDONNONS À CEUX QUI NOUS ONT OFFENSÉS </a:t>
            </a:r>
          </a:p>
          <a:p>
            <a:r>
              <a:rPr lang="fr-FR" altLang="fr-FR"/>
              <a:t>As we forgive those who have sinned against us</a:t>
            </a:r>
          </a:p>
          <a:p>
            <a:endParaRPr lang="fr-FR" altLang="fr-FR"/>
          </a:p>
          <a:p>
            <a:r>
              <a:rPr lang="fr-FR" altLang="fr-FR"/>
              <a:t>	Refrain</a:t>
            </a:r>
          </a:p>
          <a:p>
            <a:endParaRPr lang="fr-FR" altLang="fr-FR"/>
          </a:p>
          <a:p>
            <a:r>
              <a:rPr lang="fr-FR" altLang="fr-FR"/>
              <a:t>Couplet 2
9-  NE NOUS SOUMETS PAS, SEIGNEUR  À LA TENTATION</a:t>
            </a:r>
          </a:p>
          <a:p>
            <a:r>
              <a:rPr lang="fr-FR" altLang="fr-FR"/>
              <a:t>Lead us, Lord lead us not into Temptation
10-  MAIS DÉLIVRE-NOUS  DÉLIVRE-NOUS DU MAL</a:t>
            </a:r>
          </a:p>
          <a:p>
            <a:r>
              <a:rPr lang="fr-FR" altLang="fr-FR"/>
              <a:t>But deliver us, deliver us from the evil one
11-  DÉLIVRE-NOUS DU MAL </a:t>
            </a:r>
          </a:p>
          <a:p>
            <a:r>
              <a:rPr lang="fr-FR" altLang="fr-FR"/>
              <a:t>Deliver us from the evil one</a:t>
            </a:r>
          </a:p>
          <a:p>
            <a:endParaRPr lang="fr-FR" altLang="fr-FR"/>
          </a:p>
          <a:p>
            <a:r>
              <a:rPr lang="fr-FR" altLang="fr-FR"/>
              <a:t>	Refrain</a:t>
            </a:r>
          </a:p>
          <a:p>
            <a:endParaRPr lang="fr-FR" altLang="fr-FR"/>
          </a:p>
          <a:p>
            <a:r>
              <a:rPr lang="fr-FR" altLang="fr-FR"/>
              <a:t>Pont
12-  CAR LE ROYAUME EST À TOI ET LA PUISSANCE EST À TOI </a:t>
            </a:r>
          </a:p>
          <a:p>
            <a:r>
              <a:rPr lang="fr-FR" altLang="fr-FR"/>
              <a:t>For the Kingdom is Yours,And the Power is Yours
13-  ET LA GLOIRE EST À TOI À JAMAIS ! </a:t>
            </a:r>
          </a:p>
          <a:p>
            <a:r>
              <a:rPr lang="fr-FR" altLang="fr-FR"/>
              <a:t>And the Glory is Yours,Forever and ever!</a:t>
            </a:r>
          </a:p>
          <a:p>
            <a:endParaRPr lang="fr-FR" altLang="fr-FR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7" name="Espace réservé des commentaires 2"/>
          <p:cNvSpPr>
            <a:spLocks noGrp="1"/>
          </p:cNvSpPr>
          <p:nvPr>
            <p:ph type="body" idx="1"/>
          </p:nvPr>
        </p:nvSpPr>
        <p:spPr bwMode="auto"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  <a:normAutofit fontScale="47500" lnSpcReduction="20000"/>
          </a:bodyPr>
          <a:lstStyle/>
          <a:p>
            <a:pPr>
              <a:defRPr/>
            </a:pPr>
            <a:r>
              <a:rPr lang="fr-FR" altLang="fr-FR" smtClean="0"/>
              <a:t>	Refrain	</a:t>
            </a:r>
          </a:p>
          <a:p>
            <a:pPr>
              <a:defRPr/>
            </a:pPr>
            <a:r>
              <a:rPr lang="fr-FR" altLang="fr-FR" smtClean="0"/>
              <a:t>	1-  NOTRE PÈRE AUX CIEUX NOTRE PÈRE AUX CIEUX </a:t>
            </a:r>
          </a:p>
          <a:p>
            <a:pPr>
              <a:defRPr/>
            </a:pPr>
            <a:r>
              <a:rPr lang="fr-FR" altLang="fr-FR" smtClean="0"/>
              <a:t>	Our Father in Heaven,Our Father in Heaven
	2-  QUE TON NOM SOIT SANCTIFIÉ QUE TON ROYAUME VIENNE </a:t>
            </a:r>
          </a:p>
          <a:p>
            <a:pPr>
              <a:defRPr/>
            </a:pPr>
            <a:r>
              <a:rPr lang="fr-FR" altLang="fr-FR" smtClean="0"/>
              <a:t>	May Your Name be Holy ,May Your Kingdom come</a:t>
            </a:r>
          </a:p>
          <a:p>
            <a:pPr>
              <a:defRPr/>
            </a:pPr>
            <a:r>
              <a:rPr lang="fr-FR" altLang="fr-FR" smtClean="0"/>
              <a:t>	3-  QUE TA VOLONTÉ SOIT FAITE </a:t>
            </a:r>
          </a:p>
          <a:p>
            <a:pPr>
              <a:defRPr/>
            </a:pPr>
            <a:r>
              <a:rPr lang="fr-FR" altLang="fr-FR" smtClean="0"/>
              <a:t>	May Your Will be done</a:t>
            </a:r>
          </a:p>
          <a:p>
            <a:pPr>
              <a:defRPr/>
            </a:pPr>
            <a:r>
              <a:rPr lang="fr-FR" altLang="fr-FR" smtClean="0"/>
              <a:t>	4-  SUR TERRE COMME AU CIEL SUR TERRE COMME AU CIEL </a:t>
            </a:r>
          </a:p>
          <a:p>
            <a:pPr>
              <a:defRPr/>
            </a:pPr>
            <a:r>
              <a:rPr lang="fr-FR" altLang="fr-FR" smtClean="0"/>
              <a:t>	On Earth as it is in Heaven,On Earth as it is in Heaven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Couplet 1 </a:t>
            </a:r>
          </a:p>
          <a:p>
            <a:pPr>
              <a:defRPr/>
            </a:pPr>
            <a:r>
              <a:rPr lang="fr-FR" altLang="fr-FR" smtClean="0"/>
              <a:t>5-  DONNE-NOUS CE JOUR NOTRE PAIN QUOTIDIEN </a:t>
            </a:r>
          </a:p>
          <a:p>
            <a:pPr>
              <a:defRPr/>
            </a:pPr>
            <a:r>
              <a:rPr lang="fr-FR" altLang="fr-FR" smtClean="0"/>
              <a:t>Give us, give us this day our daily bread
6-  ET PARDONNE-NOUS, PARDONNE-NOUS NOS OFFENSES </a:t>
            </a:r>
          </a:p>
          <a:p>
            <a:pPr>
              <a:defRPr/>
            </a:pPr>
            <a:r>
              <a:rPr lang="fr-FR" altLang="fr-FR" smtClean="0"/>
              <a:t>And forgive us, forgive us our sins, 
7-  PARDONNE-NOUS NOS OFFENSES </a:t>
            </a:r>
          </a:p>
          <a:p>
            <a:pPr>
              <a:defRPr/>
            </a:pPr>
            <a:r>
              <a:rPr lang="fr-FR" altLang="fr-FR" smtClean="0"/>
              <a:t>forgive us our sins
8-  COMME NOUS PARDONNONS À CEUX QUI NOUS ONT OFFENSÉS </a:t>
            </a:r>
          </a:p>
          <a:p>
            <a:pPr>
              <a:defRPr/>
            </a:pPr>
            <a:r>
              <a:rPr lang="fr-FR" altLang="fr-FR" smtClean="0"/>
              <a:t>As we forgive those who have sinned against us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	Refrain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Couplet 2
9-  NE NOUS SOUMETS PAS, SEIGNEUR  À LA TENTATION</a:t>
            </a:r>
          </a:p>
          <a:p>
            <a:pPr>
              <a:defRPr/>
            </a:pPr>
            <a:r>
              <a:rPr lang="fr-FR" altLang="fr-FR" smtClean="0"/>
              <a:t>Lead us, Lord lead us not into Temptation
10-  MAIS DÉLIVRE-NOUS  DÉLIVRE-NOUS DU MAL</a:t>
            </a:r>
          </a:p>
          <a:p>
            <a:pPr>
              <a:defRPr/>
            </a:pPr>
            <a:r>
              <a:rPr lang="fr-FR" altLang="fr-FR" smtClean="0"/>
              <a:t>But deliver us, deliver us from the evil one
11-  DÉLIVRE-NOUS DU MAL </a:t>
            </a:r>
          </a:p>
          <a:p>
            <a:pPr>
              <a:defRPr/>
            </a:pPr>
            <a:r>
              <a:rPr lang="fr-FR" altLang="fr-FR" smtClean="0"/>
              <a:t>Deliver us from the evil one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	Refrain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Pont
12-  CAR LE ROYAUME EST À TOI ET LA PUISSANCE EST À TOI </a:t>
            </a:r>
          </a:p>
          <a:p>
            <a:pPr>
              <a:defRPr/>
            </a:pPr>
            <a:r>
              <a:rPr lang="fr-FR" altLang="fr-FR" smtClean="0"/>
              <a:t>For the Kingdom is Yours,And the Power is Yours
13-  ET LA GLOIRE EST À TOI À JAMAIS ! </a:t>
            </a:r>
          </a:p>
          <a:p>
            <a:pPr>
              <a:defRPr/>
            </a:pPr>
            <a:r>
              <a:rPr lang="fr-FR" altLang="fr-FR" smtClean="0"/>
              <a:t>And the Glory is Yours,Forever and ever!</a:t>
            </a:r>
          </a:p>
          <a:p>
            <a:pPr>
              <a:defRPr/>
            </a:pPr>
            <a:endParaRPr lang="fr-FR" altLang="fr-FR" smtClean="0"/>
          </a:p>
        </p:txBody>
      </p:sp>
      <p:sp>
        <p:nvSpPr>
          <p:cNvPr id="163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	Refrain	</a:t>
            </a:r>
          </a:p>
          <a:p>
            <a:r>
              <a:rPr lang="fr-FR" altLang="fr-FR"/>
              <a:t>	1-  NOTRE PÈRE AUX CIEUX NOTRE PÈRE AUX CIEUX </a:t>
            </a:r>
          </a:p>
          <a:p>
            <a:r>
              <a:rPr lang="fr-FR" altLang="fr-FR"/>
              <a:t>	Our Father in Heaven,Our Father in Heaven
	2-  QUE TON NOM SOIT SANCTIFIÉ QUE TON ROYAUME VIENNE </a:t>
            </a:r>
          </a:p>
          <a:p>
            <a:r>
              <a:rPr lang="fr-FR" altLang="fr-FR"/>
              <a:t>	May Your Name be Holy ,May Your Kingdom come</a:t>
            </a:r>
          </a:p>
          <a:p>
            <a:r>
              <a:rPr lang="fr-FR" altLang="fr-FR"/>
              <a:t>	3-  QUE TA VOLONTÉ SOIT FAITE </a:t>
            </a:r>
          </a:p>
          <a:p>
            <a:r>
              <a:rPr lang="fr-FR" altLang="fr-FR"/>
              <a:t>	May Your Will be done</a:t>
            </a:r>
          </a:p>
          <a:p>
            <a:r>
              <a:rPr lang="fr-FR" altLang="fr-FR"/>
              <a:t>	4-  SUR TERRE COMME AU CIEL SUR TERRE COMME AU CIEL </a:t>
            </a:r>
          </a:p>
          <a:p>
            <a:r>
              <a:rPr lang="fr-FR" altLang="fr-FR"/>
              <a:t>	On Earth as it is in Heaven,On Earth as it is in Heaven</a:t>
            </a:r>
          </a:p>
          <a:p>
            <a:endParaRPr lang="fr-FR" altLang="fr-FR"/>
          </a:p>
          <a:p>
            <a:r>
              <a:rPr lang="fr-FR" altLang="fr-FR"/>
              <a:t>Couplet 1 </a:t>
            </a:r>
          </a:p>
          <a:p>
            <a:r>
              <a:rPr lang="fr-FR" altLang="fr-FR"/>
              <a:t>5-  DONNE-NOUS CE JOUR NOTRE PAIN QUOTIDIEN </a:t>
            </a:r>
          </a:p>
          <a:p>
            <a:r>
              <a:rPr lang="fr-FR" altLang="fr-FR"/>
              <a:t>Give us, give us this day our daily bread
6-  ET PARDONNE-NOUS, PARDONNE-NOUS NOS OFFENSES </a:t>
            </a:r>
          </a:p>
          <a:p>
            <a:r>
              <a:rPr lang="fr-FR" altLang="fr-FR"/>
              <a:t>And forgive us, forgive us our sins, 
7-  PARDONNE-NOUS NOS OFFENSES </a:t>
            </a:r>
          </a:p>
          <a:p>
            <a:r>
              <a:rPr lang="fr-FR" altLang="fr-FR"/>
              <a:t>forgive us our sins
8-  COMME NOUS PARDONNONS À CEUX QUI NOUS ONT OFFENSÉS </a:t>
            </a:r>
          </a:p>
          <a:p>
            <a:r>
              <a:rPr lang="fr-FR" altLang="fr-FR"/>
              <a:t>As we forgive those who have sinned against us</a:t>
            </a:r>
          </a:p>
          <a:p>
            <a:endParaRPr lang="fr-FR" altLang="fr-FR"/>
          </a:p>
          <a:p>
            <a:r>
              <a:rPr lang="fr-FR" altLang="fr-FR"/>
              <a:t>	Refrain</a:t>
            </a:r>
          </a:p>
          <a:p>
            <a:endParaRPr lang="fr-FR" altLang="fr-FR"/>
          </a:p>
          <a:p>
            <a:r>
              <a:rPr lang="fr-FR" altLang="fr-FR"/>
              <a:t>Couplet 2
9-  NE NOUS SOUMETS PAS, SEIGNEUR  À LA TENTATION</a:t>
            </a:r>
          </a:p>
          <a:p>
            <a:r>
              <a:rPr lang="fr-FR" altLang="fr-FR"/>
              <a:t>Lead us, Lord lead us not into Temptation
10-  MAIS DÉLIVRE-NOUS  DÉLIVRE-NOUS DU MAL</a:t>
            </a:r>
          </a:p>
          <a:p>
            <a:r>
              <a:rPr lang="fr-FR" altLang="fr-FR"/>
              <a:t>But deliver us, deliver us from the evil one
11-  DÉLIVRE-NOUS DU MAL </a:t>
            </a:r>
          </a:p>
          <a:p>
            <a:r>
              <a:rPr lang="fr-FR" altLang="fr-FR"/>
              <a:t>Deliver us from the evil one</a:t>
            </a:r>
          </a:p>
          <a:p>
            <a:endParaRPr lang="fr-FR" altLang="fr-FR"/>
          </a:p>
          <a:p>
            <a:r>
              <a:rPr lang="fr-FR" altLang="fr-FR"/>
              <a:t>	Refrain</a:t>
            </a:r>
          </a:p>
          <a:p>
            <a:endParaRPr lang="fr-FR" altLang="fr-FR"/>
          </a:p>
          <a:p>
            <a:r>
              <a:rPr lang="fr-FR" altLang="fr-FR"/>
              <a:t>Pont
12-  CAR LE ROYAUME EST À TOI ET LA PUISSANCE EST À TOI </a:t>
            </a:r>
          </a:p>
          <a:p>
            <a:r>
              <a:rPr lang="fr-FR" altLang="fr-FR"/>
              <a:t>For the Kingdom is Yours,And the Power is Yours
13-  ET LA GLOIRE EST À TOI À JAMAIS ! </a:t>
            </a:r>
          </a:p>
          <a:p>
            <a:r>
              <a:rPr lang="fr-FR" altLang="fr-FR"/>
              <a:t>And the Glory is Yours,Forever and ever!</a:t>
            </a:r>
          </a:p>
          <a:p>
            <a:endParaRPr lang="fr-FR" altLang="fr-FR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5" name="Espace réservé des commentaires 2"/>
          <p:cNvSpPr>
            <a:spLocks noGrp="1"/>
          </p:cNvSpPr>
          <p:nvPr>
            <p:ph type="body" idx="1"/>
          </p:nvPr>
        </p:nvSpPr>
        <p:spPr bwMode="auto"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  <a:normAutofit fontScale="47500" lnSpcReduction="20000"/>
          </a:bodyPr>
          <a:lstStyle/>
          <a:p>
            <a:pPr>
              <a:defRPr/>
            </a:pPr>
            <a:r>
              <a:rPr lang="fr-FR" altLang="fr-FR" smtClean="0"/>
              <a:t>	Refrain	</a:t>
            </a:r>
          </a:p>
          <a:p>
            <a:pPr>
              <a:defRPr/>
            </a:pPr>
            <a:r>
              <a:rPr lang="fr-FR" altLang="fr-FR" smtClean="0"/>
              <a:t>	1-  NOTRE PÈRE AUX CIEUX NOTRE PÈRE AUX CIEUX </a:t>
            </a:r>
          </a:p>
          <a:p>
            <a:pPr>
              <a:defRPr/>
            </a:pPr>
            <a:r>
              <a:rPr lang="fr-FR" altLang="fr-FR" smtClean="0"/>
              <a:t>	Our Father in Heaven,Our Father in Heaven
	2-  QUE TON NOM SOIT SANCTIFIÉ QUE TON ROYAUME VIENNE </a:t>
            </a:r>
          </a:p>
          <a:p>
            <a:pPr>
              <a:defRPr/>
            </a:pPr>
            <a:r>
              <a:rPr lang="fr-FR" altLang="fr-FR" smtClean="0"/>
              <a:t>	May Your Name be Holy ,May Your Kingdom come</a:t>
            </a:r>
          </a:p>
          <a:p>
            <a:pPr>
              <a:defRPr/>
            </a:pPr>
            <a:r>
              <a:rPr lang="fr-FR" altLang="fr-FR" smtClean="0"/>
              <a:t>	3-  QUE TA VOLONTÉ SOIT FAITE </a:t>
            </a:r>
          </a:p>
          <a:p>
            <a:pPr>
              <a:defRPr/>
            </a:pPr>
            <a:r>
              <a:rPr lang="fr-FR" altLang="fr-FR" smtClean="0"/>
              <a:t>	May Your Will be done</a:t>
            </a:r>
          </a:p>
          <a:p>
            <a:pPr>
              <a:defRPr/>
            </a:pPr>
            <a:r>
              <a:rPr lang="fr-FR" altLang="fr-FR" smtClean="0"/>
              <a:t>	4-  SUR TERRE COMME AU CIEL SUR TERRE COMME AU CIEL </a:t>
            </a:r>
          </a:p>
          <a:p>
            <a:pPr>
              <a:defRPr/>
            </a:pPr>
            <a:r>
              <a:rPr lang="fr-FR" altLang="fr-FR" smtClean="0"/>
              <a:t>	On Earth as it is in Heaven,On Earth as it is in Heaven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Couplet 1 </a:t>
            </a:r>
          </a:p>
          <a:p>
            <a:pPr>
              <a:defRPr/>
            </a:pPr>
            <a:r>
              <a:rPr lang="fr-FR" altLang="fr-FR" smtClean="0"/>
              <a:t>5-  DONNE-NOUS CE JOUR NOTRE PAIN QUOTIDIEN </a:t>
            </a:r>
          </a:p>
          <a:p>
            <a:pPr>
              <a:defRPr/>
            </a:pPr>
            <a:r>
              <a:rPr lang="fr-FR" altLang="fr-FR" smtClean="0"/>
              <a:t>Give us, give us this day our daily bread
6-  ET PARDONNE-NOUS, PARDONNE-NOUS NOS OFFENSES </a:t>
            </a:r>
          </a:p>
          <a:p>
            <a:pPr>
              <a:defRPr/>
            </a:pPr>
            <a:r>
              <a:rPr lang="fr-FR" altLang="fr-FR" smtClean="0"/>
              <a:t>And forgive us, forgive us our sins, 
7-  PARDONNE-NOUS NOS OFFENSES </a:t>
            </a:r>
          </a:p>
          <a:p>
            <a:pPr>
              <a:defRPr/>
            </a:pPr>
            <a:r>
              <a:rPr lang="fr-FR" altLang="fr-FR" smtClean="0"/>
              <a:t>forgive us our sins
8-  COMME NOUS PARDONNONS À CEUX QUI NOUS ONT OFFENSÉS </a:t>
            </a:r>
          </a:p>
          <a:p>
            <a:pPr>
              <a:defRPr/>
            </a:pPr>
            <a:r>
              <a:rPr lang="fr-FR" altLang="fr-FR" smtClean="0"/>
              <a:t>As we forgive those who have sinned against us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	Refrain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Couplet 2
9-  NE NOUS SOUMETS PAS, SEIGNEUR  À LA TENTATION</a:t>
            </a:r>
          </a:p>
          <a:p>
            <a:pPr>
              <a:defRPr/>
            </a:pPr>
            <a:r>
              <a:rPr lang="fr-FR" altLang="fr-FR" smtClean="0"/>
              <a:t>Lead us, Lord lead us not into Temptation
10-  MAIS DÉLIVRE-NOUS  DÉLIVRE-NOUS DU MAL</a:t>
            </a:r>
          </a:p>
          <a:p>
            <a:pPr>
              <a:defRPr/>
            </a:pPr>
            <a:r>
              <a:rPr lang="fr-FR" altLang="fr-FR" smtClean="0"/>
              <a:t>But deliver us, deliver us from the evil one
11-  DÉLIVRE-NOUS DU MAL </a:t>
            </a:r>
          </a:p>
          <a:p>
            <a:pPr>
              <a:defRPr/>
            </a:pPr>
            <a:r>
              <a:rPr lang="fr-FR" altLang="fr-FR" smtClean="0"/>
              <a:t>Deliver us from the evil one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	Refrain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Pont
12-  CAR LE ROYAUME EST À TOI ET LA PUISSANCE EST À TOI </a:t>
            </a:r>
          </a:p>
          <a:p>
            <a:pPr>
              <a:defRPr/>
            </a:pPr>
            <a:r>
              <a:rPr lang="fr-FR" altLang="fr-FR" smtClean="0"/>
              <a:t>For the Kingdom is Yours,And the Power is Yours
13-  ET LA GLOIRE EST À TOI À JAMAIS ! </a:t>
            </a:r>
          </a:p>
          <a:p>
            <a:pPr>
              <a:defRPr/>
            </a:pPr>
            <a:r>
              <a:rPr lang="fr-FR" altLang="fr-FR" smtClean="0"/>
              <a:t>And the Glory is Yours,Forever and ever!</a:t>
            </a:r>
          </a:p>
          <a:p>
            <a:pPr>
              <a:defRPr/>
            </a:pPr>
            <a:endParaRPr lang="fr-FR" altLang="fr-FR" smtClean="0"/>
          </a:p>
        </p:txBody>
      </p:sp>
      <p:sp>
        <p:nvSpPr>
          <p:cNvPr id="184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	Refrain	</a:t>
            </a:r>
          </a:p>
          <a:p>
            <a:r>
              <a:rPr lang="fr-FR" altLang="fr-FR"/>
              <a:t>	1-  NOTRE PÈRE AUX CIEUX NOTRE PÈRE AUX CIEUX </a:t>
            </a:r>
          </a:p>
          <a:p>
            <a:r>
              <a:rPr lang="fr-FR" altLang="fr-FR"/>
              <a:t>	Our Father in Heaven,Our Father in Heaven
	2-  QUE TON NOM SOIT SANCTIFIÉ QUE TON ROYAUME VIENNE </a:t>
            </a:r>
          </a:p>
          <a:p>
            <a:r>
              <a:rPr lang="fr-FR" altLang="fr-FR"/>
              <a:t>	May Your Name be Holy ,May Your Kingdom come</a:t>
            </a:r>
          </a:p>
          <a:p>
            <a:r>
              <a:rPr lang="fr-FR" altLang="fr-FR"/>
              <a:t>	3-  QUE TA VOLONTÉ SOIT FAITE </a:t>
            </a:r>
          </a:p>
          <a:p>
            <a:r>
              <a:rPr lang="fr-FR" altLang="fr-FR"/>
              <a:t>	May Your Will be done</a:t>
            </a:r>
          </a:p>
          <a:p>
            <a:r>
              <a:rPr lang="fr-FR" altLang="fr-FR"/>
              <a:t>	4-  SUR TERRE COMME AU CIEL SUR TERRE COMME AU CIEL </a:t>
            </a:r>
          </a:p>
          <a:p>
            <a:r>
              <a:rPr lang="fr-FR" altLang="fr-FR"/>
              <a:t>	On Earth as it is in Heaven,On Earth as it is in Heaven</a:t>
            </a:r>
          </a:p>
          <a:p>
            <a:endParaRPr lang="fr-FR" altLang="fr-FR"/>
          </a:p>
          <a:p>
            <a:r>
              <a:rPr lang="fr-FR" altLang="fr-FR"/>
              <a:t>Couplet 1 </a:t>
            </a:r>
          </a:p>
          <a:p>
            <a:r>
              <a:rPr lang="fr-FR" altLang="fr-FR"/>
              <a:t>5-  DONNE-NOUS CE JOUR NOTRE PAIN QUOTIDIEN </a:t>
            </a:r>
          </a:p>
          <a:p>
            <a:r>
              <a:rPr lang="fr-FR" altLang="fr-FR"/>
              <a:t>Give us, give us this day our daily bread
6-  ET PARDONNE-NOUS, PARDONNE-NOUS NOS OFFENSES </a:t>
            </a:r>
          </a:p>
          <a:p>
            <a:r>
              <a:rPr lang="fr-FR" altLang="fr-FR"/>
              <a:t>And forgive us, forgive us our sins, 
7-  PARDONNE-NOUS NOS OFFENSES </a:t>
            </a:r>
          </a:p>
          <a:p>
            <a:r>
              <a:rPr lang="fr-FR" altLang="fr-FR"/>
              <a:t>forgive us our sins
8-  COMME NOUS PARDONNONS À CEUX QUI NOUS ONT OFFENSÉS </a:t>
            </a:r>
          </a:p>
          <a:p>
            <a:r>
              <a:rPr lang="fr-FR" altLang="fr-FR"/>
              <a:t>As we forgive those who have sinned against us</a:t>
            </a:r>
          </a:p>
          <a:p>
            <a:endParaRPr lang="fr-FR" altLang="fr-FR"/>
          </a:p>
          <a:p>
            <a:r>
              <a:rPr lang="fr-FR" altLang="fr-FR"/>
              <a:t>	Refrain</a:t>
            </a:r>
          </a:p>
          <a:p>
            <a:endParaRPr lang="fr-FR" altLang="fr-FR"/>
          </a:p>
          <a:p>
            <a:r>
              <a:rPr lang="fr-FR" altLang="fr-FR"/>
              <a:t>Couplet 2
9-  NE NOUS SOUMETS PAS, SEIGNEUR  À LA TENTATION</a:t>
            </a:r>
          </a:p>
          <a:p>
            <a:r>
              <a:rPr lang="fr-FR" altLang="fr-FR"/>
              <a:t>Lead us, Lord lead us not into Temptation
10-  MAIS DÉLIVRE-NOUS  DÉLIVRE-NOUS DU MAL</a:t>
            </a:r>
          </a:p>
          <a:p>
            <a:r>
              <a:rPr lang="fr-FR" altLang="fr-FR"/>
              <a:t>But deliver us, deliver us from the evil one
11-  DÉLIVRE-NOUS DU MAL </a:t>
            </a:r>
          </a:p>
          <a:p>
            <a:r>
              <a:rPr lang="fr-FR" altLang="fr-FR"/>
              <a:t>Deliver us from the evil one</a:t>
            </a:r>
          </a:p>
          <a:p>
            <a:endParaRPr lang="fr-FR" altLang="fr-FR"/>
          </a:p>
          <a:p>
            <a:r>
              <a:rPr lang="fr-FR" altLang="fr-FR"/>
              <a:t>	Refrain</a:t>
            </a:r>
          </a:p>
          <a:p>
            <a:endParaRPr lang="fr-FR" altLang="fr-FR"/>
          </a:p>
          <a:p>
            <a:r>
              <a:rPr lang="fr-FR" altLang="fr-FR"/>
              <a:t>Pont
12-  CAR LE ROYAUME EST À TOI ET LA PUISSANCE EST À TOI </a:t>
            </a:r>
          </a:p>
          <a:p>
            <a:r>
              <a:rPr lang="fr-FR" altLang="fr-FR"/>
              <a:t>For the Kingdom is Yours,And the Power is Yours
13-  ET LA GLOIRE EST À TOI À JAMAIS ! </a:t>
            </a:r>
          </a:p>
          <a:p>
            <a:r>
              <a:rPr lang="fr-FR" altLang="fr-FR"/>
              <a:t>And the Glory is Yours,Forever and ever!</a:t>
            </a:r>
          </a:p>
          <a:p>
            <a:endParaRPr lang="fr-FR" altLang="fr-FR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0483" name="Espace réservé des commentaires 2"/>
          <p:cNvSpPr>
            <a:spLocks noGrp="1"/>
          </p:cNvSpPr>
          <p:nvPr>
            <p:ph type="body" idx="1"/>
          </p:nvPr>
        </p:nvSpPr>
        <p:spPr bwMode="auto"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  <a:normAutofit fontScale="47500" lnSpcReduction="20000"/>
          </a:bodyPr>
          <a:lstStyle/>
          <a:p>
            <a:pPr>
              <a:defRPr/>
            </a:pPr>
            <a:r>
              <a:rPr lang="fr-FR" altLang="fr-FR" smtClean="0"/>
              <a:t>	Refrain	</a:t>
            </a:r>
          </a:p>
          <a:p>
            <a:pPr>
              <a:defRPr/>
            </a:pPr>
            <a:r>
              <a:rPr lang="fr-FR" altLang="fr-FR" smtClean="0"/>
              <a:t>	1-  NOTRE PÈRE AUX CIEUX NOTRE PÈRE AUX CIEUX </a:t>
            </a:r>
          </a:p>
          <a:p>
            <a:pPr>
              <a:defRPr/>
            </a:pPr>
            <a:r>
              <a:rPr lang="fr-FR" altLang="fr-FR" smtClean="0"/>
              <a:t>	Our Father in Heaven,Our Father in Heaven
	2-  QUE TON NOM SOIT SANCTIFIÉ QUE TON ROYAUME VIENNE </a:t>
            </a:r>
          </a:p>
          <a:p>
            <a:pPr>
              <a:defRPr/>
            </a:pPr>
            <a:r>
              <a:rPr lang="fr-FR" altLang="fr-FR" smtClean="0"/>
              <a:t>	May Your Name be Holy ,May Your Kingdom come</a:t>
            </a:r>
          </a:p>
          <a:p>
            <a:pPr>
              <a:defRPr/>
            </a:pPr>
            <a:r>
              <a:rPr lang="fr-FR" altLang="fr-FR" smtClean="0"/>
              <a:t>	3-  QUE TA VOLONTÉ SOIT FAITE </a:t>
            </a:r>
          </a:p>
          <a:p>
            <a:pPr>
              <a:defRPr/>
            </a:pPr>
            <a:r>
              <a:rPr lang="fr-FR" altLang="fr-FR" smtClean="0"/>
              <a:t>	May Your Will be done</a:t>
            </a:r>
          </a:p>
          <a:p>
            <a:pPr>
              <a:defRPr/>
            </a:pPr>
            <a:r>
              <a:rPr lang="fr-FR" altLang="fr-FR" smtClean="0"/>
              <a:t>	4-  SUR TERRE COMME AU CIEL SUR TERRE COMME AU CIEL </a:t>
            </a:r>
          </a:p>
          <a:p>
            <a:pPr>
              <a:defRPr/>
            </a:pPr>
            <a:r>
              <a:rPr lang="fr-FR" altLang="fr-FR" smtClean="0"/>
              <a:t>	On Earth as it is in Heaven,On Earth as it is in Heaven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Couplet 1 </a:t>
            </a:r>
          </a:p>
          <a:p>
            <a:pPr>
              <a:defRPr/>
            </a:pPr>
            <a:r>
              <a:rPr lang="fr-FR" altLang="fr-FR" smtClean="0"/>
              <a:t>5-  DONNE-NOUS CE JOUR NOTRE PAIN QUOTIDIEN </a:t>
            </a:r>
          </a:p>
          <a:p>
            <a:pPr>
              <a:defRPr/>
            </a:pPr>
            <a:r>
              <a:rPr lang="fr-FR" altLang="fr-FR" smtClean="0"/>
              <a:t>Give us, give us this day our daily bread
6-  ET PARDONNE-NOUS, PARDONNE-NOUS NOS OFFENSES </a:t>
            </a:r>
          </a:p>
          <a:p>
            <a:pPr>
              <a:defRPr/>
            </a:pPr>
            <a:r>
              <a:rPr lang="fr-FR" altLang="fr-FR" smtClean="0"/>
              <a:t>And forgive us, forgive us our sins, 
7-  PARDONNE-NOUS NOS OFFENSES </a:t>
            </a:r>
          </a:p>
          <a:p>
            <a:pPr>
              <a:defRPr/>
            </a:pPr>
            <a:r>
              <a:rPr lang="fr-FR" altLang="fr-FR" smtClean="0"/>
              <a:t>forgive us our sins
8-  COMME NOUS PARDONNONS À CEUX QUI NOUS ONT OFFENSÉS </a:t>
            </a:r>
          </a:p>
          <a:p>
            <a:pPr>
              <a:defRPr/>
            </a:pPr>
            <a:r>
              <a:rPr lang="fr-FR" altLang="fr-FR" smtClean="0"/>
              <a:t>As we forgive those who have sinned against us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	Refrain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Couplet 2
9-  NE NOUS SOUMETS PAS, SEIGNEUR  À LA TENTATION</a:t>
            </a:r>
          </a:p>
          <a:p>
            <a:pPr>
              <a:defRPr/>
            </a:pPr>
            <a:r>
              <a:rPr lang="fr-FR" altLang="fr-FR" smtClean="0"/>
              <a:t>Lead us, Lord lead us not into Temptation
10-  MAIS DÉLIVRE-NOUS  DÉLIVRE-NOUS DU MAL</a:t>
            </a:r>
          </a:p>
          <a:p>
            <a:pPr>
              <a:defRPr/>
            </a:pPr>
            <a:r>
              <a:rPr lang="fr-FR" altLang="fr-FR" smtClean="0"/>
              <a:t>But deliver us, deliver us from the evil one
11-  DÉLIVRE-NOUS DU MAL </a:t>
            </a:r>
          </a:p>
          <a:p>
            <a:pPr>
              <a:defRPr/>
            </a:pPr>
            <a:r>
              <a:rPr lang="fr-FR" altLang="fr-FR" smtClean="0"/>
              <a:t>Deliver us from the evil one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	Refrain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Pont
12-  CAR LE ROYAUME EST À TOI ET LA PUISSANCE EST À TOI </a:t>
            </a:r>
          </a:p>
          <a:p>
            <a:pPr>
              <a:defRPr/>
            </a:pPr>
            <a:r>
              <a:rPr lang="fr-FR" altLang="fr-FR" smtClean="0"/>
              <a:t>For the Kingdom is Yours,And the Power is Yours
13-  ET LA GLOIRE EST À TOI À JAMAIS ! </a:t>
            </a:r>
          </a:p>
          <a:p>
            <a:pPr>
              <a:defRPr/>
            </a:pPr>
            <a:r>
              <a:rPr lang="fr-FR" altLang="fr-FR" smtClean="0"/>
              <a:t>And the Glory is Yours,Forever and ever!</a:t>
            </a:r>
          </a:p>
          <a:p>
            <a:pPr>
              <a:defRPr/>
            </a:pPr>
            <a:endParaRPr lang="fr-FR" altLang="fr-FR" smtClean="0"/>
          </a:p>
        </p:txBody>
      </p:sp>
      <p:sp>
        <p:nvSpPr>
          <p:cNvPr id="204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	Refrain	</a:t>
            </a:r>
          </a:p>
          <a:p>
            <a:r>
              <a:rPr lang="fr-FR" altLang="fr-FR"/>
              <a:t>	1-  NOTRE PÈRE AUX CIEUX NOTRE PÈRE AUX CIEUX </a:t>
            </a:r>
          </a:p>
          <a:p>
            <a:r>
              <a:rPr lang="fr-FR" altLang="fr-FR"/>
              <a:t>	Our Father in Heaven,Our Father in Heaven
	2-  QUE TON NOM SOIT SANCTIFIÉ QUE TON ROYAUME VIENNE </a:t>
            </a:r>
          </a:p>
          <a:p>
            <a:r>
              <a:rPr lang="fr-FR" altLang="fr-FR"/>
              <a:t>	May Your Name be Holy ,May Your Kingdom come</a:t>
            </a:r>
          </a:p>
          <a:p>
            <a:r>
              <a:rPr lang="fr-FR" altLang="fr-FR"/>
              <a:t>	3-  QUE TA VOLONTÉ SOIT FAITE </a:t>
            </a:r>
          </a:p>
          <a:p>
            <a:r>
              <a:rPr lang="fr-FR" altLang="fr-FR"/>
              <a:t>	May Your Will be done</a:t>
            </a:r>
          </a:p>
          <a:p>
            <a:r>
              <a:rPr lang="fr-FR" altLang="fr-FR"/>
              <a:t>	4-  SUR TERRE COMME AU CIEL SUR TERRE COMME AU CIEL </a:t>
            </a:r>
          </a:p>
          <a:p>
            <a:r>
              <a:rPr lang="fr-FR" altLang="fr-FR"/>
              <a:t>	On Earth as it is in Heaven,On Earth as it is in Heaven</a:t>
            </a:r>
          </a:p>
          <a:p>
            <a:endParaRPr lang="fr-FR" altLang="fr-FR"/>
          </a:p>
          <a:p>
            <a:r>
              <a:rPr lang="fr-FR" altLang="fr-FR"/>
              <a:t>Couplet 1 </a:t>
            </a:r>
          </a:p>
          <a:p>
            <a:r>
              <a:rPr lang="fr-FR" altLang="fr-FR"/>
              <a:t>5-  DONNE-NOUS CE JOUR NOTRE PAIN QUOTIDIEN </a:t>
            </a:r>
          </a:p>
          <a:p>
            <a:r>
              <a:rPr lang="fr-FR" altLang="fr-FR"/>
              <a:t>Give us, give us this day our daily bread
6-  ET PARDONNE-NOUS, PARDONNE-NOUS NOS OFFENSES </a:t>
            </a:r>
          </a:p>
          <a:p>
            <a:r>
              <a:rPr lang="fr-FR" altLang="fr-FR"/>
              <a:t>And forgive us, forgive us our sins, 
7-  PARDONNE-NOUS NOS OFFENSES </a:t>
            </a:r>
          </a:p>
          <a:p>
            <a:r>
              <a:rPr lang="fr-FR" altLang="fr-FR"/>
              <a:t>forgive us our sins
8-  COMME NOUS PARDONNONS À CEUX QUI NOUS ONT OFFENSÉS </a:t>
            </a:r>
          </a:p>
          <a:p>
            <a:r>
              <a:rPr lang="fr-FR" altLang="fr-FR"/>
              <a:t>As we forgive those who have sinned against us</a:t>
            </a:r>
          </a:p>
          <a:p>
            <a:endParaRPr lang="fr-FR" altLang="fr-FR"/>
          </a:p>
          <a:p>
            <a:r>
              <a:rPr lang="fr-FR" altLang="fr-FR"/>
              <a:t>	Refrain</a:t>
            </a:r>
          </a:p>
          <a:p>
            <a:endParaRPr lang="fr-FR" altLang="fr-FR"/>
          </a:p>
          <a:p>
            <a:r>
              <a:rPr lang="fr-FR" altLang="fr-FR"/>
              <a:t>Couplet 2
9-  NE NOUS SOUMETS PAS, SEIGNEUR  À LA TENTATION</a:t>
            </a:r>
          </a:p>
          <a:p>
            <a:r>
              <a:rPr lang="fr-FR" altLang="fr-FR"/>
              <a:t>Lead us, Lord lead us not into Temptation
10-  MAIS DÉLIVRE-NOUS  DÉLIVRE-NOUS DU MAL</a:t>
            </a:r>
          </a:p>
          <a:p>
            <a:r>
              <a:rPr lang="fr-FR" altLang="fr-FR"/>
              <a:t>But deliver us, deliver us from the evil one
11-  DÉLIVRE-NOUS DU MAL </a:t>
            </a:r>
          </a:p>
          <a:p>
            <a:r>
              <a:rPr lang="fr-FR" altLang="fr-FR"/>
              <a:t>Deliver us from the evil one</a:t>
            </a:r>
          </a:p>
          <a:p>
            <a:endParaRPr lang="fr-FR" altLang="fr-FR"/>
          </a:p>
          <a:p>
            <a:r>
              <a:rPr lang="fr-FR" altLang="fr-FR"/>
              <a:t>	Refrain</a:t>
            </a:r>
          </a:p>
          <a:p>
            <a:endParaRPr lang="fr-FR" altLang="fr-FR"/>
          </a:p>
          <a:p>
            <a:r>
              <a:rPr lang="fr-FR" altLang="fr-FR"/>
              <a:t>Pont
12-  CAR LE ROYAUME EST À TOI ET LA PUISSANCE EST À TOI </a:t>
            </a:r>
          </a:p>
          <a:p>
            <a:r>
              <a:rPr lang="fr-FR" altLang="fr-FR"/>
              <a:t>For the Kingdom is Yours,And the Power is Yours
13-  ET LA GLOIRE EST À TOI À JAMAIS ! </a:t>
            </a:r>
          </a:p>
          <a:p>
            <a:r>
              <a:rPr lang="fr-FR" altLang="fr-FR"/>
              <a:t>And the Glory is Yours,Forever and ever!</a:t>
            </a:r>
          </a:p>
          <a:p>
            <a:endParaRPr lang="fr-FR" altLang="fr-FR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2531" name="Espace réservé des commentaires 2"/>
          <p:cNvSpPr>
            <a:spLocks noGrp="1"/>
          </p:cNvSpPr>
          <p:nvPr>
            <p:ph type="body" idx="1"/>
          </p:nvPr>
        </p:nvSpPr>
        <p:spPr bwMode="auto"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  <a:normAutofit fontScale="47500" lnSpcReduction="20000"/>
          </a:bodyPr>
          <a:lstStyle/>
          <a:p>
            <a:pPr>
              <a:defRPr/>
            </a:pPr>
            <a:r>
              <a:rPr lang="fr-FR" altLang="fr-FR" smtClean="0"/>
              <a:t>	Refrain	</a:t>
            </a:r>
          </a:p>
          <a:p>
            <a:pPr>
              <a:defRPr/>
            </a:pPr>
            <a:r>
              <a:rPr lang="fr-FR" altLang="fr-FR" smtClean="0"/>
              <a:t>	1-  NOTRE PÈRE AUX CIEUX NOTRE PÈRE AUX CIEUX </a:t>
            </a:r>
          </a:p>
          <a:p>
            <a:pPr>
              <a:defRPr/>
            </a:pPr>
            <a:r>
              <a:rPr lang="fr-FR" altLang="fr-FR" smtClean="0"/>
              <a:t>	Our Father in Heaven,Our Father in Heaven
	2-  QUE TON NOM SOIT SANCTIFIÉ QUE TON ROYAUME VIENNE </a:t>
            </a:r>
          </a:p>
          <a:p>
            <a:pPr>
              <a:defRPr/>
            </a:pPr>
            <a:r>
              <a:rPr lang="fr-FR" altLang="fr-FR" smtClean="0"/>
              <a:t>	May Your Name be Holy ,May Your Kingdom come</a:t>
            </a:r>
          </a:p>
          <a:p>
            <a:pPr>
              <a:defRPr/>
            </a:pPr>
            <a:r>
              <a:rPr lang="fr-FR" altLang="fr-FR" smtClean="0"/>
              <a:t>	3-  QUE TA VOLONTÉ SOIT FAITE </a:t>
            </a:r>
          </a:p>
          <a:p>
            <a:pPr>
              <a:defRPr/>
            </a:pPr>
            <a:r>
              <a:rPr lang="fr-FR" altLang="fr-FR" smtClean="0"/>
              <a:t>	May Your Will be done</a:t>
            </a:r>
          </a:p>
          <a:p>
            <a:pPr>
              <a:defRPr/>
            </a:pPr>
            <a:r>
              <a:rPr lang="fr-FR" altLang="fr-FR" smtClean="0"/>
              <a:t>	4-  SUR TERRE COMME AU CIEL SUR TERRE COMME AU CIEL </a:t>
            </a:r>
          </a:p>
          <a:p>
            <a:pPr>
              <a:defRPr/>
            </a:pPr>
            <a:r>
              <a:rPr lang="fr-FR" altLang="fr-FR" smtClean="0"/>
              <a:t>	On Earth as it is in Heaven,On Earth as it is in Heaven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Couplet 1 </a:t>
            </a:r>
          </a:p>
          <a:p>
            <a:pPr>
              <a:defRPr/>
            </a:pPr>
            <a:r>
              <a:rPr lang="fr-FR" altLang="fr-FR" smtClean="0"/>
              <a:t>5-  DONNE-NOUS CE JOUR NOTRE PAIN QUOTIDIEN </a:t>
            </a:r>
          </a:p>
          <a:p>
            <a:pPr>
              <a:defRPr/>
            </a:pPr>
            <a:r>
              <a:rPr lang="fr-FR" altLang="fr-FR" smtClean="0"/>
              <a:t>Give us, give us this day our daily bread
6-  ET PARDONNE-NOUS, PARDONNE-NOUS NOS OFFENSES </a:t>
            </a:r>
          </a:p>
          <a:p>
            <a:pPr>
              <a:defRPr/>
            </a:pPr>
            <a:r>
              <a:rPr lang="fr-FR" altLang="fr-FR" smtClean="0"/>
              <a:t>And forgive us, forgive us our sins, 
7-  PARDONNE-NOUS NOS OFFENSES </a:t>
            </a:r>
          </a:p>
          <a:p>
            <a:pPr>
              <a:defRPr/>
            </a:pPr>
            <a:r>
              <a:rPr lang="fr-FR" altLang="fr-FR" smtClean="0"/>
              <a:t>forgive us our sins
8-  COMME NOUS PARDONNONS À CEUX QUI NOUS ONT OFFENSÉS </a:t>
            </a:r>
          </a:p>
          <a:p>
            <a:pPr>
              <a:defRPr/>
            </a:pPr>
            <a:r>
              <a:rPr lang="fr-FR" altLang="fr-FR" smtClean="0"/>
              <a:t>As we forgive those who have sinned against us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	Refrain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Couplet 2
9-  NE NOUS SOUMETS PAS, SEIGNEUR  À LA TENTATION</a:t>
            </a:r>
          </a:p>
          <a:p>
            <a:pPr>
              <a:defRPr/>
            </a:pPr>
            <a:r>
              <a:rPr lang="fr-FR" altLang="fr-FR" smtClean="0"/>
              <a:t>Lead us, Lord lead us not into Temptation
10-  MAIS DÉLIVRE-NOUS  DÉLIVRE-NOUS DU MAL</a:t>
            </a:r>
          </a:p>
          <a:p>
            <a:pPr>
              <a:defRPr/>
            </a:pPr>
            <a:r>
              <a:rPr lang="fr-FR" altLang="fr-FR" smtClean="0"/>
              <a:t>But deliver us, deliver us from the evil one
11-  DÉLIVRE-NOUS DU MAL </a:t>
            </a:r>
          </a:p>
          <a:p>
            <a:pPr>
              <a:defRPr/>
            </a:pPr>
            <a:r>
              <a:rPr lang="fr-FR" altLang="fr-FR" smtClean="0"/>
              <a:t>Deliver us from the evil one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	Refrain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Pont
12-  CAR LE ROYAUME EST À TOI ET LA PUISSANCE EST À TOI </a:t>
            </a:r>
          </a:p>
          <a:p>
            <a:pPr>
              <a:defRPr/>
            </a:pPr>
            <a:r>
              <a:rPr lang="fr-FR" altLang="fr-FR" smtClean="0"/>
              <a:t>For the Kingdom is Yours,And the Power is Yours
13-  ET LA GLOIRE EST À TOI À JAMAIS ! </a:t>
            </a:r>
          </a:p>
          <a:p>
            <a:pPr>
              <a:defRPr/>
            </a:pPr>
            <a:r>
              <a:rPr lang="fr-FR" altLang="fr-FR" smtClean="0"/>
              <a:t>And the Glory is Yours,Forever and ever!</a:t>
            </a:r>
          </a:p>
          <a:p>
            <a:pPr>
              <a:defRPr/>
            </a:pPr>
            <a:endParaRPr lang="fr-FR" altLang="fr-FR" smtClean="0"/>
          </a:p>
        </p:txBody>
      </p:sp>
      <p:sp>
        <p:nvSpPr>
          <p:cNvPr id="225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	Refrain	</a:t>
            </a:r>
          </a:p>
          <a:p>
            <a:r>
              <a:rPr lang="fr-FR" altLang="fr-FR"/>
              <a:t>	1-  NOTRE PÈRE AUX CIEUX NOTRE PÈRE AUX CIEUX </a:t>
            </a:r>
          </a:p>
          <a:p>
            <a:r>
              <a:rPr lang="fr-FR" altLang="fr-FR"/>
              <a:t>	Our Father in Heaven,Our Father in Heaven
	2-  QUE TON NOM SOIT SANCTIFIÉ QUE TON ROYAUME VIENNE </a:t>
            </a:r>
          </a:p>
          <a:p>
            <a:r>
              <a:rPr lang="fr-FR" altLang="fr-FR"/>
              <a:t>	May Your Name be Holy ,May Your Kingdom come</a:t>
            </a:r>
          </a:p>
          <a:p>
            <a:r>
              <a:rPr lang="fr-FR" altLang="fr-FR"/>
              <a:t>	3-  QUE TA VOLONTÉ SOIT FAITE </a:t>
            </a:r>
          </a:p>
          <a:p>
            <a:r>
              <a:rPr lang="fr-FR" altLang="fr-FR"/>
              <a:t>	May Your Will be done</a:t>
            </a:r>
          </a:p>
          <a:p>
            <a:r>
              <a:rPr lang="fr-FR" altLang="fr-FR"/>
              <a:t>	4-  SUR TERRE COMME AU CIEL SUR TERRE COMME AU CIEL </a:t>
            </a:r>
          </a:p>
          <a:p>
            <a:r>
              <a:rPr lang="fr-FR" altLang="fr-FR"/>
              <a:t>	On Earth as it is in Heaven,On Earth as it is in Heaven</a:t>
            </a:r>
          </a:p>
          <a:p>
            <a:endParaRPr lang="fr-FR" altLang="fr-FR"/>
          </a:p>
          <a:p>
            <a:r>
              <a:rPr lang="fr-FR" altLang="fr-FR"/>
              <a:t>Couplet 1 </a:t>
            </a:r>
          </a:p>
          <a:p>
            <a:r>
              <a:rPr lang="fr-FR" altLang="fr-FR"/>
              <a:t>5-  DONNE-NOUS CE JOUR NOTRE PAIN QUOTIDIEN </a:t>
            </a:r>
          </a:p>
          <a:p>
            <a:r>
              <a:rPr lang="fr-FR" altLang="fr-FR"/>
              <a:t>Give us, give us this day our daily bread
6-  ET PARDONNE-NOUS, PARDONNE-NOUS NOS OFFENSES </a:t>
            </a:r>
          </a:p>
          <a:p>
            <a:r>
              <a:rPr lang="fr-FR" altLang="fr-FR"/>
              <a:t>And forgive us, forgive us our sins, 
7-  PARDONNE-NOUS NOS OFFENSES </a:t>
            </a:r>
          </a:p>
          <a:p>
            <a:r>
              <a:rPr lang="fr-FR" altLang="fr-FR"/>
              <a:t>forgive us our sins
8-  COMME NOUS PARDONNONS À CEUX QUI NOUS ONT OFFENSÉS </a:t>
            </a:r>
          </a:p>
          <a:p>
            <a:r>
              <a:rPr lang="fr-FR" altLang="fr-FR"/>
              <a:t>As we forgive those who have sinned against us</a:t>
            </a:r>
          </a:p>
          <a:p>
            <a:endParaRPr lang="fr-FR" altLang="fr-FR"/>
          </a:p>
          <a:p>
            <a:r>
              <a:rPr lang="fr-FR" altLang="fr-FR"/>
              <a:t>	Refrain</a:t>
            </a:r>
          </a:p>
          <a:p>
            <a:endParaRPr lang="fr-FR" altLang="fr-FR"/>
          </a:p>
          <a:p>
            <a:r>
              <a:rPr lang="fr-FR" altLang="fr-FR"/>
              <a:t>Couplet 2
9-  NE NOUS SOUMETS PAS, SEIGNEUR  À LA TENTATION</a:t>
            </a:r>
          </a:p>
          <a:p>
            <a:r>
              <a:rPr lang="fr-FR" altLang="fr-FR"/>
              <a:t>Lead us, Lord lead us not into Temptation
10-  MAIS DÉLIVRE-NOUS  DÉLIVRE-NOUS DU MAL</a:t>
            </a:r>
          </a:p>
          <a:p>
            <a:r>
              <a:rPr lang="fr-FR" altLang="fr-FR"/>
              <a:t>But deliver us, deliver us from the evil one
11-  DÉLIVRE-NOUS DU MAL </a:t>
            </a:r>
          </a:p>
          <a:p>
            <a:r>
              <a:rPr lang="fr-FR" altLang="fr-FR"/>
              <a:t>Deliver us from the evil one</a:t>
            </a:r>
          </a:p>
          <a:p>
            <a:endParaRPr lang="fr-FR" altLang="fr-FR"/>
          </a:p>
          <a:p>
            <a:r>
              <a:rPr lang="fr-FR" altLang="fr-FR"/>
              <a:t>	Refrain</a:t>
            </a:r>
          </a:p>
          <a:p>
            <a:endParaRPr lang="fr-FR" altLang="fr-FR"/>
          </a:p>
          <a:p>
            <a:r>
              <a:rPr lang="fr-FR" altLang="fr-FR"/>
              <a:t>Pont
12-  CAR LE ROYAUME EST À TOI ET LA PUISSANCE EST À TOI </a:t>
            </a:r>
          </a:p>
          <a:p>
            <a:r>
              <a:rPr lang="fr-FR" altLang="fr-FR"/>
              <a:t>For the Kingdom is Yours,And the Power is Yours
13-  ET LA GLOIRE EST À TOI À JAMAIS ! </a:t>
            </a:r>
          </a:p>
          <a:p>
            <a:r>
              <a:rPr lang="fr-FR" altLang="fr-FR"/>
              <a:t>And the Glory is Yours,Forever and ever!</a:t>
            </a:r>
          </a:p>
          <a:p>
            <a:endParaRPr lang="fr-FR" altLang="fr-FR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4579" name="Espace réservé des commentaires 2"/>
          <p:cNvSpPr>
            <a:spLocks noGrp="1"/>
          </p:cNvSpPr>
          <p:nvPr>
            <p:ph type="body" idx="1"/>
          </p:nvPr>
        </p:nvSpPr>
        <p:spPr bwMode="auto"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  <a:normAutofit fontScale="47500" lnSpcReduction="20000"/>
          </a:bodyPr>
          <a:lstStyle/>
          <a:p>
            <a:pPr>
              <a:defRPr/>
            </a:pPr>
            <a:r>
              <a:rPr lang="fr-FR" altLang="fr-FR" smtClean="0"/>
              <a:t>	Refrain	</a:t>
            </a:r>
          </a:p>
          <a:p>
            <a:pPr>
              <a:defRPr/>
            </a:pPr>
            <a:r>
              <a:rPr lang="fr-FR" altLang="fr-FR" smtClean="0"/>
              <a:t>	1-  NOTRE PÈRE AUX CIEUX NOTRE PÈRE AUX CIEUX </a:t>
            </a:r>
          </a:p>
          <a:p>
            <a:pPr>
              <a:defRPr/>
            </a:pPr>
            <a:r>
              <a:rPr lang="fr-FR" altLang="fr-FR" smtClean="0"/>
              <a:t>	Our Father in Heaven,Our Father in Heaven
	2-  QUE TON NOM SOIT SANCTIFIÉ QUE TON ROYAUME VIENNE </a:t>
            </a:r>
          </a:p>
          <a:p>
            <a:pPr>
              <a:defRPr/>
            </a:pPr>
            <a:r>
              <a:rPr lang="fr-FR" altLang="fr-FR" smtClean="0"/>
              <a:t>	May Your Name be Holy ,May Your Kingdom come</a:t>
            </a:r>
          </a:p>
          <a:p>
            <a:pPr>
              <a:defRPr/>
            </a:pPr>
            <a:r>
              <a:rPr lang="fr-FR" altLang="fr-FR" smtClean="0"/>
              <a:t>	3-  QUE TA VOLONTÉ SOIT FAITE </a:t>
            </a:r>
          </a:p>
          <a:p>
            <a:pPr>
              <a:defRPr/>
            </a:pPr>
            <a:r>
              <a:rPr lang="fr-FR" altLang="fr-FR" smtClean="0"/>
              <a:t>	May Your Will be done</a:t>
            </a:r>
          </a:p>
          <a:p>
            <a:pPr>
              <a:defRPr/>
            </a:pPr>
            <a:r>
              <a:rPr lang="fr-FR" altLang="fr-FR" smtClean="0"/>
              <a:t>	4-  SUR TERRE COMME AU CIEL SUR TERRE COMME AU CIEL </a:t>
            </a:r>
          </a:p>
          <a:p>
            <a:pPr>
              <a:defRPr/>
            </a:pPr>
            <a:r>
              <a:rPr lang="fr-FR" altLang="fr-FR" smtClean="0"/>
              <a:t>	On Earth as it is in Heaven,On Earth as it is in Heaven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Couplet 1 </a:t>
            </a:r>
          </a:p>
          <a:p>
            <a:pPr>
              <a:defRPr/>
            </a:pPr>
            <a:r>
              <a:rPr lang="fr-FR" altLang="fr-FR" smtClean="0"/>
              <a:t>5-  DONNE-NOUS CE JOUR NOTRE PAIN QUOTIDIEN </a:t>
            </a:r>
          </a:p>
          <a:p>
            <a:pPr>
              <a:defRPr/>
            </a:pPr>
            <a:r>
              <a:rPr lang="fr-FR" altLang="fr-FR" smtClean="0"/>
              <a:t>Give us, give us this day our daily bread
6-  ET PARDONNE-NOUS, PARDONNE-NOUS NOS OFFENSES </a:t>
            </a:r>
          </a:p>
          <a:p>
            <a:pPr>
              <a:defRPr/>
            </a:pPr>
            <a:r>
              <a:rPr lang="fr-FR" altLang="fr-FR" smtClean="0"/>
              <a:t>And forgive us, forgive us our sins, 
7-  PARDONNE-NOUS NOS OFFENSES </a:t>
            </a:r>
          </a:p>
          <a:p>
            <a:pPr>
              <a:defRPr/>
            </a:pPr>
            <a:r>
              <a:rPr lang="fr-FR" altLang="fr-FR" smtClean="0"/>
              <a:t>forgive us our sins
8-  COMME NOUS PARDONNONS À CEUX QUI NOUS ONT OFFENSÉS </a:t>
            </a:r>
          </a:p>
          <a:p>
            <a:pPr>
              <a:defRPr/>
            </a:pPr>
            <a:r>
              <a:rPr lang="fr-FR" altLang="fr-FR" smtClean="0"/>
              <a:t>As we forgive those who have sinned against us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	Refrain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Couplet 2
9-  NE NOUS SOUMETS PAS, SEIGNEUR  À LA TENTATION</a:t>
            </a:r>
          </a:p>
          <a:p>
            <a:pPr>
              <a:defRPr/>
            </a:pPr>
            <a:r>
              <a:rPr lang="fr-FR" altLang="fr-FR" smtClean="0"/>
              <a:t>Lead us, Lord lead us not into Temptation
10-  MAIS DÉLIVRE-NOUS  DÉLIVRE-NOUS DU MAL</a:t>
            </a:r>
          </a:p>
          <a:p>
            <a:pPr>
              <a:defRPr/>
            </a:pPr>
            <a:r>
              <a:rPr lang="fr-FR" altLang="fr-FR" smtClean="0"/>
              <a:t>But deliver us, deliver us from the evil one
11-  DÉLIVRE-NOUS DU MAL </a:t>
            </a:r>
          </a:p>
          <a:p>
            <a:pPr>
              <a:defRPr/>
            </a:pPr>
            <a:r>
              <a:rPr lang="fr-FR" altLang="fr-FR" smtClean="0"/>
              <a:t>Deliver us from the evil one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	Refrain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Pont
12-  CAR LE ROYAUME EST À TOI ET LA PUISSANCE EST À TOI </a:t>
            </a:r>
          </a:p>
          <a:p>
            <a:pPr>
              <a:defRPr/>
            </a:pPr>
            <a:r>
              <a:rPr lang="fr-FR" altLang="fr-FR" smtClean="0"/>
              <a:t>For the Kingdom is Yours,And the Power is Yours
13-  ET LA GLOIRE EST À TOI À JAMAIS ! </a:t>
            </a:r>
          </a:p>
          <a:p>
            <a:pPr>
              <a:defRPr/>
            </a:pPr>
            <a:r>
              <a:rPr lang="fr-FR" altLang="fr-FR" smtClean="0"/>
              <a:t>And the Glory is Yours,Forever and ever!</a:t>
            </a:r>
          </a:p>
          <a:p>
            <a:pPr>
              <a:defRPr/>
            </a:pPr>
            <a:endParaRPr lang="fr-FR" altLang="fr-FR" smtClean="0"/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	Refrain	</a:t>
            </a:r>
          </a:p>
          <a:p>
            <a:r>
              <a:rPr lang="fr-FR" altLang="fr-FR"/>
              <a:t>	1-  NOTRE PÈRE AUX CIEUX NOTRE PÈRE AUX CIEUX </a:t>
            </a:r>
          </a:p>
          <a:p>
            <a:r>
              <a:rPr lang="fr-FR" altLang="fr-FR"/>
              <a:t>	Our Father in Heaven,Our Father in Heaven
	2-  QUE TON NOM SOIT SANCTIFIÉ QUE TON ROYAUME VIENNE </a:t>
            </a:r>
          </a:p>
          <a:p>
            <a:r>
              <a:rPr lang="fr-FR" altLang="fr-FR"/>
              <a:t>	May Your Name be Holy ,May Your Kingdom come</a:t>
            </a:r>
          </a:p>
          <a:p>
            <a:r>
              <a:rPr lang="fr-FR" altLang="fr-FR"/>
              <a:t>	3-  QUE TA VOLONTÉ SOIT FAITE </a:t>
            </a:r>
          </a:p>
          <a:p>
            <a:r>
              <a:rPr lang="fr-FR" altLang="fr-FR"/>
              <a:t>	May Your Will be done</a:t>
            </a:r>
          </a:p>
          <a:p>
            <a:r>
              <a:rPr lang="fr-FR" altLang="fr-FR"/>
              <a:t>	4-  SUR TERRE COMME AU CIEL SUR TERRE COMME AU CIEL </a:t>
            </a:r>
          </a:p>
          <a:p>
            <a:r>
              <a:rPr lang="fr-FR" altLang="fr-FR"/>
              <a:t>	On Earth as it is in Heaven,On Earth as it is in Heaven</a:t>
            </a:r>
          </a:p>
          <a:p>
            <a:endParaRPr lang="fr-FR" altLang="fr-FR"/>
          </a:p>
          <a:p>
            <a:r>
              <a:rPr lang="fr-FR" altLang="fr-FR"/>
              <a:t>Couplet 1 </a:t>
            </a:r>
          </a:p>
          <a:p>
            <a:r>
              <a:rPr lang="fr-FR" altLang="fr-FR"/>
              <a:t>5-  DONNE-NOUS CE JOUR NOTRE PAIN QUOTIDIEN </a:t>
            </a:r>
          </a:p>
          <a:p>
            <a:r>
              <a:rPr lang="fr-FR" altLang="fr-FR"/>
              <a:t>Give us, give us this day our daily bread
6-  ET PARDONNE-NOUS, PARDONNE-NOUS NOS OFFENSES </a:t>
            </a:r>
          </a:p>
          <a:p>
            <a:r>
              <a:rPr lang="fr-FR" altLang="fr-FR"/>
              <a:t>And forgive us, forgive us our sins, 
7-  PARDONNE-NOUS NOS OFFENSES </a:t>
            </a:r>
          </a:p>
          <a:p>
            <a:r>
              <a:rPr lang="fr-FR" altLang="fr-FR"/>
              <a:t>forgive us our sins
8-  COMME NOUS PARDONNONS À CEUX QUI NOUS ONT OFFENSÉS </a:t>
            </a:r>
          </a:p>
          <a:p>
            <a:r>
              <a:rPr lang="fr-FR" altLang="fr-FR"/>
              <a:t>As we forgive those who have sinned against us</a:t>
            </a:r>
          </a:p>
          <a:p>
            <a:endParaRPr lang="fr-FR" altLang="fr-FR"/>
          </a:p>
          <a:p>
            <a:r>
              <a:rPr lang="fr-FR" altLang="fr-FR"/>
              <a:t>	Refrain</a:t>
            </a:r>
          </a:p>
          <a:p>
            <a:endParaRPr lang="fr-FR" altLang="fr-FR"/>
          </a:p>
          <a:p>
            <a:r>
              <a:rPr lang="fr-FR" altLang="fr-FR"/>
              <a:t>Couplet 2
9-  NE NOUS SOUMETS PAS, SEIGNEUR  À LA TENTATION</a:t>
            </a:r>
          </a:p>
          <a:p>
            <a:r>
              <a:rPr lang="fr-FR" altLang="fr-FR"/>
              <a:t>Lead us, Lord lead us not into Temptation
10-  MAIS DÉLIVRE-NOUS  DÉLIVRE-NOUS DU MAL</a:t>
            </a:r>
          </a:p>
          <a:p>
            <a:r>
              <a:rPr lang="fr-FR" altLang="fr-FR"/>
              <a:t>But deliver us, deliver us from the evil one
11-  DÉLIVRE-NOUS DU MAL </a:t>
            </a:r>
          </a:p>
          <a:p>
            <a:r>
              <a:rPr lang="fr-FR" altLang="fr-FR"/>
              <a:t>Deliver us from the evil one</a:t>
            </a:r>
          </a:p>
          <a:p>
            <a:endParaRPr lang="fr-FR" altLang="fr-FR"/>
          </a:p>
          <a:p>
            <a:r>
              <a:rPr lang="fr-FR" altLang="fr-FR"/>
              <a:t>	Refrain</a:t>
            </a:r>
          </a:p>
          <a:p>
            <a:endParaRPr lang="fr-FR" altLang="fr-FR"/>
          </a:p>
          <a:p>
            <a:r>
              <a:rPr lang="fr-FR" altLang="fr-FR"/>
              <a:t>Pont
12-  CAR LE ROYAUME EST À TOI ET LA PUISSANCE EST À TOI </a:t>
            </a:r>
          </a:p>
          <a:p>
            <a:r>
              <a:rPr lang="fr-FR" altLang="fr-FR"/>
              <a:t>For the Kingdom is Yours,And the Power is Yours
13-  ET LA GLOIRE EST À TOI À JAMAIS ! </a:t>
            </a:r>
          </a:p>
          <a:p>
            <a:r>
              <a:rPr lang="fr-FR" altLang="fr-FR"/>
              <a:t>And the Glory is Yours,Forever and ever!</a:t>
            </a:r>
          </a:p>
          <a:p>
            <a:endParaRPr lang="fr-FR" altLang="fr-FR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6627" name="Espace réservé des commentaires 2"/>
          <p:cNvSpPr>
            <a:spLocks noGrp="1"/>
          </p:cNvSpPr>
          <p:nvPr>
            <p:ph type="body" idx="1"/>
          </p:nvPr>
        </p:nvSpPr>
        <p:spPr bwMode="auto"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  <a:normAutofit fontScale="47500" lnSpcReduction="20000"/>
          </a:bodyPr>
          <a:lstStyle/>
          <a:p>
            <a:pPr>
              <a:defRPr/>
            </a:pPr>
            <a:r>
              <a:rPr lang="fr-FR" altLang="fr-FR" smtClean="0"/>
              <a:t>	Refrain	</a:t>
            </a:r>
          </a:p>
          <a:p>
            <a:pPr>
              <a:defRPr/>
            </a:pPr>
            <a:r>
              <a:rPr lang="fr-FR" altLang="fr-FR" dirty="0" smtClean="0"/>
              <a:t>	1-  NOTRE PÈRE AUX CIEUX NOTRE PÈRE AUX CIEUX </a:t>
            </a:r>
          </a:p>
          <a:p>
            <a:pPr>
              <a:defRPr/>
            </a:pPr>
            <a:r>
              <a:rPr lang="fr-FR" altLang="fr-FR" dirty="0" smtClean="0"/>
              <a:t>	Our </a:t>
            </a:r>
            <a:r>
              <a:rPr lang="fr-FR" altLang="fr-FR" dirty="0" err="1" smtClean="0"/>
              <a:t>Father</a:t>
            </a:r>
            <a:r>
              <a:rPr lang="fr-FR" altLang="fr-FR" dirty="0" smtClean="0"/>
              <a:t> in </a:t>
            </a:r>
            <a:r>
              <a:rPr lang="fr-FR" altLang="fr-FR" dirty="0" err="1" smtClean="0"/>
              <a:t>Heaven,Our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Father</a:t>
            </a:r>
            <a:r>
              <a:rPr lang="fr-FR" altLang="fr-FR" dirty="0" smtClean="0"/>
              <a:t> in Heaven
	2-  QUE TON NOM SOIT SANCTIFIÉ QUE TON ROYAUME VIENNE </a:t>
            </a:r>
          </a:p>
          <a:p>
            <a:pPr>
              <a:defRPr/>
            </a:pPr>
            <a:r>
              <a:rPr lang="fr-FR" altLang="fr-FR" dirty="0" smtClean="0"/>
              <a:t>	May </a:t>
            </a:r>
            <a:r>
              <a:rPr lang="fr-FR" altLang="fr-FR" dirty="0" err="1" smtClean="0"/>
              <a:t>Your</a:t>
            </a:r>
            <a:r>
              <a:rPr lang="fr-FR" altLang="fr-FR" dirty="0" smtClean="0"/>
              <a:t> Name </a:t>
            </a:r>
            <a:r>
              <a:rPr lang="fr-FR" altLang="fr-FR" dirty="0" err="1" smtClean="0"/>
              <a:t>be</a:t>
            </a:r>
            <a:r>
              <a:rPr lang="fr-FR" altLang="fr-FR" dirty="0" smtClean="0"/>
              <a:t> Holy ,May </a:t>
            </a:r>
            <a:r>
              <a:rPr lang="fr-FR" altLang="fr-FR" dirty="0" err="1" smtClean="0"/>
              <a:t>Your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Kingdom</a:t>
            </a:r>
            <a:r>
              <a:rPr lang="fr-FR" altLang="fr-FR" dirty="0" smtClean="0"/>
              <a:t> come</a:t>
            </a:r>
          </a:p>
          <a:p>
            <a:pPr>
              <a:defRPr/>
            </a:pPr>
            <a:r>
              <a:rPr lang="fr-FR" altLang="fr-FR" dirty="0" smtClean="0"/>
              <a:t>	3-  QUE TA VOLONTÉ SOIT FAITE </a:t>
            </a:r>
          </a:p>
          <a:p>
            <a:pPr>
              <a:defRPr/>
            </a:pPr>
            <a:r>
              <a:rPr lang="fr-FR" altLang="fr-FR" dirty="0" smtClean="0"/>
              <a:t>	May </a:t>
            </a:r>
            <a:r>
              <a:rPr lang="fr-FR" altLang="fr-FR" dirty="0" err="1" smtClean="0"/>
              <a:t>Your</a:t>
            </a:r>
            <a:r>
              <a:rPr lang="fr-FR" altLang="fr-FR" dirty="0" smtClean="0"/>
              <a:t> Will </a:t>
            </a:r>
            <a:r>
              <a:rPr lang="fr-FR" altLang="fr-FR" dirty="0" err="1" smtClean="0"/>
              <a:t>be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done</a:t>
            </a:r>
            <a:endParaRPr lang="fr-FR" altLang="fr-FR" dirty="0" smtClean="0"/>
          </a:p>
          <a:p>
            <a:pPr>
              <a:defRPr/>
            </a:pPr>
            <a:r>
              <a:rPr lang="fr-FR" altLang="fr-FR" dirty="0" smtClean="0"/>
              <a:t>	4-  SUR TERRE COMME AU CIEL SUR TERRE COMME AU CIEL </a:t>
            </a:r>
          </a:p>
          <a:p>
            <a:pPr>
              <a:defRPr/>
            </a:pPr>
            <a:r>
              <a:rPr lang="fr-FR" altLang="fr-FR" dirty="0" smtClean="0"/>
              <a:t>	On </a:t>
            </a:r>
            <a:r>
              <a:rPr lang="fr-FR" altLang="fr-FR" dirty="0" err="1" smtClean="0"/>
              <a:t>Earth</a:t>
            </a:r>
            <a:r>
              <a:rPr lang="fr-FR" altLang="fr-FR" dirty="0" smtClean="0"/>
              <a:t> as </a:t>
            </a:r>
            <a:r>
              <a:rPr lang="fr-FR" altLang="fr-FR" dirty="0" err="1" smtClean="0"/>
              <a:t>it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is</a:t>
            </a:r>
            <a:r>
              <a:rPr lang="fr-FR" altLang="fr-FR" dirty="0" smtClean="0"/>
              <a:t> in </a:t>
            </a:r>
            <a:r>
              <a:rPr lang="fr-FR" altLang="fr-FR" dirty="0" err="1" smtClean="0"/>
              <a:t>Heaven,On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Earth</a:t>
            </a:r>
            <a:r>
              <a:rPr lang="fr-FR" altLang="fr-FR" dirty="0" smtClean="0"/>
              <a:t> as </a:t>
            </a:r>
            <a:r>
              <a:rPr lang="fr-FR" altLang="fr-FR" dirty="0" err="1" smtClean="0"/>
              <a:t>it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is</a:t>
            </a:r>
            <a:r>
              <a:rPr lang="fr-FR" altLang="fr-FR" dirty="0" smtClean="0"/>
              <a:t> in Heaven</a:t>
            </a:r>
          </a:p>
          <a:p>
            <a:pPr>
              <a:defRPr/>
            </a:pPr>
            <a:endParaRPr lang="fr-FR" altLang="fr-FR" dirty="0" smtClean="0"/>
          </a:p>
          <a:p>
            <a:pPr>
              <a:defRPr/>
            </a:pPr>
            <a:r>
              <a:rPr lang="fr-FR" altLang="fr-FR" dirty="0" smtClean="0"/>
              <a:t>Couplet 1 </a:t>
            </a:r>
          </a:p>
          <a:p>
            <a:pPr>
              <a:defRPr/>
            </a:pPr>
            <a:r>
              <a:rPr lang="fr-FR" altLang="fr-FR" dirty="0" smtClean="0"/>
              <a:t>5-  DONNE-NOUS CE JOUR NOTRE PAIN QUOTIDIEN </a:t>
            </a:r>
          </a:p>
          <a:p>
            <a:pPr>
              <a:defRPr/>
            </a:pPr>
            <a:r>
              <a:rPr lang="fr-FR" altLang="fr-FR" dirty="0" err="1" smtClean="0"/>
              <a:t>Give</a:t>
            </a:r>
            <a:r>
              <a:rPr lang="fr-FR" altLang="fr-FR" dirty="0" smtClean="0"/>
              <a:t> us, </a:t>
            </a:r>
            <a:r>
              <a:rPr lang="fr-FR" altLang="fr-FR" dirty="0" err="1" smtClean="0"/>
              <a:t>give</a:t>
            </a:r>
            <a:r>
              <a:rPr lang="fr-FR" altLang="fr-FR" dirty="0" smtClean="0"/>
              <a:t> us </a:t>
            </a:r>
            <a:r>
              <a:rPr lang="fr-FR" altLang="fr-FR" dirty="0" err="1" smtClean="0"/>
              <a:t>this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day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our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daily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bread</a:t>
            </a:r>
            <a:r>
              <a:rPr lang="fr-FR" altLang="fr-FR" dirty="0" smtClean="0"/>
              <a:t>
6-  ET PARDONNE-NOUS, PARDONNE-NOUS NOS OFFENSES </a:t>
            </a:r>
          </a:p>
          <a:p>
            <a:pPr>
              <a:defRPr/>
            </a:pPr>
            <a:r>
              <a:rPr lang="fr-FR" altLang="fr-FR" dirty="0" smtClean="0"/>
              <a:t>And </a:t>
            </a:r>
            <a:r>
              <a:rPr lang="fr-FR" altLang="fr-FR" dirty="0" err="1" smtClean="0"/>
              <a:t>forgive</a:t>
            </a:r>
            <a:r>
              <a:rPr lang="fr-FR" altLang="fr-FR" dirty="0" smtClean="0"/>
              <a:t> us, </a:t>
            </a:r>
            <a:r>
              <a:rPr lang="fr-FR" altLang="fr-FR" dirty="0" err="1" smtClean="0"/>
              <a:t>forgive</a:t>
            </a:r>
            <a:r>
              <a:rPr lang="fr-FR" altLang="fr-FR" dirty="0" smtClean="0"/>
              <a:t> us </a:t>
            </a:r>
            <a:r>
              <a:rPr lang="fr-FR" altLang="fr-FR" dirty="0" err="1" smtClean="0"/>
              <a:t>our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sins</a:t>
            </a:r>
            <a:r>
              <a:rPr lang="fr-FR" altLang="fr-FR" dirty="0" smtClean="0"/>
              <a:t>, 
7-  PARDONNE-NOUS NOS OFFENSES </a:t>
            </a:r>
          </a:p>
          <a:p>
            <a:pPr>
              <a:defRPr/>
            </a:pPr>
            <a:r>
              <a:rPr lang="fr-FR" altLang="fr-FR" dirty="0" err="1" smtClean="0"/>
              <a:t>forgive</a:t>
            </a:r>
            <a:r>
              <a:rPr lang="fr-FR" altLang="fr-FR" dirty="0" smtClean="0"/>
              <a:t> us </a:t>
            </a:r>
            <a:r>
              <a:rPr lang="fr-FR" altLang="fr-FR" dirty="0" err="1" smtClean="0"/>
              <a:t>our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sins</a:t>
            </a:r>
            <a:r>
              <a:rPr lang="fr-FR" altLang="fr-FR" dirty="0" smtClean="0"/>
              <a:t>
8-  COMME NOUS PARDONNONS À CEUX QUI NOUS ONT OFFENSÉS </a:t>
            </a:r>
          </a:p>
          <a:p>
            <a:pPr>
              <a:defRPr/>
            </a:pPr>
            <a:r>
              <a:rPr lang="fr-FR" altLang="fr-FR" dirty="0" smtClean="0"/>
              <a:t>As </a:t>
            </a:r>
            <a:r>
              <a:rPr lang="fr-FR" altLang="fr-FR" dirty="0" err="1" smtClean="0"/>
              <a:t>we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forgive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those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who</a:t>
            </a:r>
            <a:r>
              <a:rPr lang="fr-FR" altLang="fr-FR" dirty="0" smtClean="0"/>
              <a:t> have </a:t>
            </a:r>
            <a:r>
              <a:rPr lang="fr-FR" altLang="fr-FR" dirty="0" err="1" smtClean="0"/>
              <a:t>sinned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against</a:t>
            </a:r>
            <a:r>
              <a:rPr lang="fr-FR" altLang="fr-FR" dirty="0" smtClean="0"/>
              <a:t> us</a:t>
            </a:r>
          </a:p>
          <a:p>
            <a:pPr>
              <a:defRPr/>
            </a:pPr>
            <a:endParaRPr lang="fr-FR" altLang="fr-FR" dirty="0" smtClean="0"/>
          </a:p>
          <a:p>
            <a:pPr>
              <a:defRPr/>
            </a:pPr>
            <a:r>
              <a:rPr lang="fr-FR" altLang="fr-FR" dirty="0" smtClean="0"/>
              <a:t>	Refrain</a:t>
            </a:r>
          </a:p>
          <a:p>
            <a:pPr>
              <a:defRPr/>
            </a:pPr>
            <a:endParaRPr lang="fr-FR" altLang="fr-FR" dirty="0" smtClean="0"/>
          </a:p>
          <a:p>
            <a:pPr>
              <a:defRPr/>
            </a:pPr>
            <a:r>
              <a:rPr lang="fr-FR" altLang="fr-FR" dirty="0" smtClean="0"/>
              <a:t>Couplet 2
9-  NE NOUS SOUMETS PAS, SEIGNEUR  À LA TENTATION</a:t>
            </a:r>
          </a:p>
          <a:p>
            <a:pPr>
              <a:defRPr/>
            </a:pPr>
            <a:r>
              <a:rPr lang="fr-FR" altLang="fr-FR" dirty="0" smtClean="0"/>
              <a:t>Lead us, Lord lead us not </a:t>
            </a:r>
            <a:r>
              <a:rPr lang="fr-FR" altLang="fr-FR" dirty="0" err="1" smtClean="0"/>
              <a:t>into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Temptation</a:t>
            </a:r>
            <a:r>
              <a:rPr lang="fr-FR" altLang="fr-FR" dirty="0" smtClean="0"/>
              <a:t>
10-  MAIS DÉLIVRE-NOUS  </a:t>
            </a:r>
            <a:r>
              <a:rPr lang="fr-FR" altLang="fr-FR" dirty="0" err="1" smtClean="0"/>
              <a:t>DÉLIVRE-NOUS</a:t>
            </a:r>
            <a:r>
              <a:rPr lang="fr-FR" altLang="fr-FR" dirty="0" smtClean="0"/>
              <a:t> DU MAL</a:t>
            </a:r>
          </a:p>
          <a:p>
            <a:pPr>
              <a:defRPr/>
            </a:pPr>
            <a:r>
              <a:rPr lang="fr-FR" altLang="fr-FR" dirty="0" smtClean="0"/>
              <a:t>But </a:t>
            </a:r>
            <a:r>
              <a:rPr lang="fr-FR" altLang="fr-FR" dirty="0" err="1" smtClean="0"/>
              <a:t>deliver</a:t>
            </a:r>
            <a:r>
              <a:rPr lang="fr-FR" altLang="fr-FR" dirty="0" smtClean="0"/>
              <a:t> us, </a:t>
            </a:r>
            <a:r>
              <a:rPr lang="fr-FR" altLang="fr-FR" dirty="0" err="1" smtClean="0"/>
              <a:t>deliver</a:t>
            </a:r>
            <a:r>
              <a:rPr lang="fr-FR" altLang="fr-FR" dirty="0" smtClean="0"/>
              <a:t> us </a:t>
            </a:r>
            <a:r>
              <a:rPr lang="fr-FR" altLang="fr-FR" dirty="0" err="1" smtClean="0"/>
              <a:t>from</a:t>
            </a:r>
            <a:r>
              <a:rPr lang="fr-FR" altLang="fr-FR" dirty="0" smtClean="0"/>
              <a:t> the </a:t>
            </a:r>
            <a:r>
              <a:rPr lang="fr-FR" altLang="fr-FR" dirty="0" err="1" smtClean="0"/>
              <a:t>evil</a:t>
            </a:r>
            <a:r>
              <a:rPr lang="fr-FR" altLang="fr-FR" dirty="0" smtClean="0"/>
              <a:t> one
11-  DÉLIVRE-NOUS DU MAL </a:t>
            </a:r>
          </a:p>
          <a:p>
            <a:pPr>
              <a:defRPr/>
            </a:pPr>
            <a:r>
              <a:rPr lang="fr-FR" altLang="fr-FR" dirty="0" err="1" smtClean="0"/>
              <a:t>Deliver</a:t>
            </a:r>
            <a:r>
              <a:rPr lang="fr-FR" altLang="fr-FR" dirty="0" smtClean="0"/>
              <a:t> us </a:t>
            </a:r>
            <a:r>
              <a:rPr lang="fr-FR" altLang="fr-FR" dirty="0" err="1" smtClean="0"/>
              <a:t>from</a:t>
            </a:r>
            <a:r>
              <a:rPr lang="fr-FR" altLang="fr-FR" dirty="0" smtClean="0"/>
              <a:t> the </a:t>
            </a:r>
            <a:r>
              <a:rPr lang="fr-FR" altLang="fr-FR" dirty="0" err="1" smtClean="0"/>
              <a:t>evil</a:t>
            </a:r>
            <a:r>
              <a:rPr lang="fr-FR" altLang="fr-FR" dirty="0" smtClean="0"/>
              <a:t> one</a:t>
            </a:r>
          </a:p>
          <a:p>
            <a:pPr>
              <a:defRPr/>
            </a:pPr>
            <a:endParaRPr lang="fr-FR" altLang="fr-FR" dirty="0" smtClean="0"/>
          </a:p>
          <a:p>
            <a:pPr>
              <a:defRPr/>
            </a:pPr>
            <a:r>
              <a:rPr lang="fr-FR" altLang="fr-FR" dirty="0" smtClean="0"/>
              <a:t>	Refrain</a:t>
            </a:r>
          </a:p>
          <a:p>
            <a:pPr>
              <a:defRPr/>
            </a:pPr>
            <a:endParaRPr lang="fr-FR" altLang="fr-FR" dirty="0" smtClean="0"/>
          </a:p>
          <a:p>
            <a:pPr>
              <a:defRPr/>
            </a:pPr>
            <a:r>
              <a:rPr lang="fr-FR" altLang="fr-FR" dirty="0" smtClean="0"/>
              <a:t>Pont
12-  CAR LE ROYAUME EST À TOI ET LA PUISSANCE EST À TOI </a:t>
            </a:r>
          </a:p>
          <a:p>
            <a:pPr>
              <a:defRPr/>
            </a:pPr>
            <a:r>
              <a:rPr lang="fr-FR" altLang="fr-FR" dirty="0" smtClean="0"/>
              <a:t>For the </a:t>
            </a:r>
            <a:r>
              <a:rPr lang="fr-FR" altLang="fr-FR" dirty="0" err="1" smtClean="0"/>
              <a:t>Kingdom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is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Yours,And</a:t>
            </a:r>
            <a:r>
              <a:rPr lang="fr-FR" altLang="fr-FR" dirty="0" smtClean="0"/>
              <a:t> the Power </a:t>
            </a:r>
            <a:r>
              <a:rPr lang="fr-FR" altLang="fr-FR" dirty="0" err="1" smtClean="0"/>
              <a:t>is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Yours</a:t>
            </a:r>
            <a:r>
              <a:rPr lang="fr-FR" altLang="fr-FR" dirty="0" smtClean="0"/>
              <a:t>
13-  ET LA GLOIRE EST À TOI À JAMAIS ! </a:t>
            </a:r>
          </a:p>
          <a:p>
            <a:pPr>
              <a:defRPr/>
            </a:pPr>
            <a:r>
              <a:rPr lang="fr-FR" altLang="fr-FR" dirty="0" smtClean="0"/>
              <a:t>And the Glory </a:t>
            </a:r>
            <a:r>
              <a:rPr lang="fr-FR" altLang="fr-FR" dirty="0" err="1" smtClean="0"/>
              <a:t>is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Yours,Forever</a:t>
            </a:r>
            <a:r>
              <a:rPr lang="fr-FR" altLang="fr-FR" dirty="0" smtClean="0"/>
              <a:t> and </a:t>
            </a:r>
            <a:r>
              <a:rPr lang="fr-FR" altLang="fr-FR" dirty="0" err="1" smtClean="0"/>
              <a:t>ever</a:t>
            </a:r>
            <a:r>
              <a:rPr lang="fr-FR" altLang="fr-FR" dirty="0" smtClean="0"/>
              <a:t>!</a:t>
            </a:r>
          </a:p>
          <a:p>
            <a:pPr>
              <a:defRPr/>
            </a:pPr>
            <a:endParaRPr lang="fr-FR" altLang="fr-FR" dirty="0" smtClean="0"/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	Refrain	</a:t>
            </a:r>
          </a:p>
          <a:p>
            <a:r>
              <a:rPr lang="fr-FR" altLang="fr-FR"/>
              <a:t>	1-  NOTRE PÈRE AUX CIEUX NOTRE PÈRE AUX CIEUX </a:t>
            </a:r>
          </a:p>
          <a:p>
            <a:r>
              <a:rPr lang="fr-FR" altLang="fr-FR"/>
              <a:t>	Our Father in Heaven,Our Father in Heaven
	2-  QUE TON NOM SOIT SANCTIFIÉ QUE TON ROYAUME VIENNE </a:t>
            </a:r>
          </a:p>
          <a:p>
            <a:r>
              <a:rPr lang="fr-FR" altLang="fr-FR"/>
              <a:t>	May Your Name be Holy ,May Your Kingdom come</a:t>
            </a:r>
          </a:p>
          <a:p>
            <a:r>
              <a:rPr lang="fr-FR" altLang="fr-FR"/>
              <a:t>	3-  QUE TA VOLONTÉ SOIT FAITE </a:t>
            </a:r>
          </a:p>
          <a:p>
            <a:r>
              <a:rPr lang="fr-FR" altLang="fr-FR"/>
              <a:t>	May Your Will be done</a:t>
            </a:r>
          </a:p>
          <a:p>
            <a:r>
              <a:rPr lang="fr-FR" altLang="fr-FR"/>
              <a:t>	4-  SUR TERRE COMME AU CIEL SUR TERRE COMME AU CIEL </a:t>
            </a:r>
          </a:p>
          <a:p>
            <a:r>
              <a:rPr lang="fr-FR" altLang="fr-FR"/>
              <a:t>	On Earth as it is in Heaven,On Earth as it is in Heaven</a:t>
            </a:r>
          </a:p>
          <a:p>
            <a:endParaRPr lang="fr-FR" altLang="fr-FR"/>
          </a:p>
          <a:p>
            <a:r>
              <a:rPr lang="fr-FR" altLang="fr-FR"/>
              <a:t>Couplet 1 </a:t>
            </a:r>
          </a:p>
          <a:p>
            <a:r>
              <a:rPr lang="fr-FR" altLang="fr-FR"/>
              <a:t>5-  DONNE-NOUS CE JOUR NOTRE PAIN QUOTIDIEN </a:t>
            </a:r>
          </a:p>
          <a:p>
            <a:r>
              <a:rPr lang="fr-FR" altLang="fr-FR"/>
              <a:t>Give us, give us this day our daily bread
6-  ET PARDONNE-NOUS, PARDONNE-NOUS NOS OFFENSES </a:t>
            </a:r>
          </a:p>
          <a:p>
            <a:r>
              <a:rPr lang="fr-FR" altLang="fr-FR"/>
              <a:t>And forgive us, forgive us our sins, 
7-  PARDONNE-NOUS NOS OFFENSES </a:t>
            </a:r>
          </a:p>
          <a:p>
            <a:r>
              <a:rPr lang="fr-FR" altLang="fr-FR"/>
              <a:t>forgive us our sins
8-  COMME NOUS PARDONNONS À CEUX QUI NOUS ONT OFFENSÉS </a:t>
            </a:r>
          </a:p>
          <a:p>
            <a:r>
              <a:rPr lang="fr-FR" altLang="fr-FR"/>
              <a:t>As we forgive those who have sinned against us</a:t>
            </a:r>
          </a:p>
          <a:p>
            <a:endParaRPr lang="fr-FR" altLang="fr-FR"/>
          </a:p>
          <a:p>
            <a:r>
              <a:rPr lang="fr-FR" altLang="fr-FR"/>
              <a:t>	Refrain</a:t>
            </a:r>
          </a:p>
          <a:p>
            <a:endParaRPr lang="fr-FR" altLang="fr-FR"/>
          </a:p>
          <a:p>
            <a:r>
              <a:rPr lang="fr-FR" altLang="fr-FR"/>
              <a:t>Couplet 2
9-  NE NOUS SOUMETS PAS, SEIGNEUR  À LA TENTATION</a:t>
            </a:r>
          </a:p>
          <a:p>
            <a:r>
              <a:rPr lang="fr-FR" altLang="fr-FR"/>
              <a:t>Lead us, Lord lead us not into Temptation
10-  MAIS DÉLIVRE-NOUS  DÉLIVRE-NOUS DU MAL</a:t>
            </a:r>
          </a:p>
          <a:p>
            <a:r>
              <a:rPr lang="fr-FR" altLang="fr-FR"/>
              <a:t>But deliver us, deliver us from the evil one
11-  DÉLIVRE-NOUS DU MAL </a:t>
            </a:r>
          </a:p>
          <a:p>
            <a:r>
              <a:rPr lang="fr-FR" altLang="fr-FR"/>
              <a:t>Deliver us from the evil one</a:t>
            </a:r>
          </a:p>
          <a:p>
            <a:endParaRPr lang="fr-FR" altLang="fr-FR"/>
          </a:p>
          <a:p>
            <a:r>
              <a:rPr lang="fr-FR" altLang="fr-FR"/>
              <a:t>	Refrain</a:t>
            </a:r>
          </a:p>
          <a:p>
            <a:endParaRPr lang="fr-FR" altLang="fr-FR"/>
          </a:p>
          <a:p>
            <a:r>
              <a:rPr lang="fr-FR" altLang="fr-FR"/>
              <a:t>Pont
12-  CAR LE ROYAUME EST À TOI ET LA PUISSANCE EST À TOI </a:t>
            </a:r>
          </a:p>
          <a:p>
            <a:r>
              <a:rPr lang="fr-FR" altLang="fr-FR"/>
              <a:t>For the Kingdom is Yours,And the Power is Yours
13-  ET LA GLOIRE EST À TOI À JAMAIS ! </a:t>
            </a:r>
          </a:p>
          <a:p>
            <a:r>
              <a:rPr lang="fr-FR" altLang="fr-FR"/>
              <a:t>And the Glory is Yours,Forever and ever!</a:t>
            </a:r>
          </a:p>
          <a:p>
            <a:endParaRPr lang="fr-FR" altLang="fr-FR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4339" name="Espace réservé des commentaires 2"/>
          <p:cNvSpPr>
            <a:spLocks noGrp="1"/>
          </p:cNvSpPr>
          <p:nvPr>
            <p:ph type="body" idx="1"/>
          </p:nvPr>
        </p:nvSpPr>
        <p:spPr bwMode="auto"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  <a:normAutofit fontScale="47500" lnSpcReduction="20000"/>
          </a:bodyPr>
          <a:lstStyle/>
          <a:p>
            <a:pPr>
              <a:defRPr/>
            </a:pPr>
            <a:r>
              <a:rPr lang="fr-FR" altLang="fr-FR" dirty="0" smtClean="0"/>
              <a:t>	Refrain	</a:t>
            </a:r>
          </a:p>
          <a:p>
            <a:pPr>
              <a:defRPr/>
            </a:pPr>
            <a:r>
              <a:rPr lang="fr-FR" altLang="fr-FR" dirty="0" smtClean="0"/>
              <a:t>	1-  NOTRE PÈRE AUX CIEUX NOTRE PÈRE AUX CIEUX </a:t>
            </a:r>
          </a:p>
          <a:p>
            <a:pPr>
              <a:defRPr/>
            </a:pPr>
            <a:r>
              <a:rPr lang="fr-FR" altLang="fr-FR" dirty="0" smtClean="0"/>
              <a:t>	Our </a:t>
            </a:r>
            <a:r>
              <a:rPr lang="fr-FR" altLang="fr-FR" dirty="0" err="1" smtClean="0"/>
              <a:t>Father</a:t>
            </a:r>
            <a:r>
              <a:rPr lang="fr-FR" altLang="fr-FR" dirty="0" smtClean="0"/>
              <a:t> in </a:t>
            </a:r>
            <a:r>
              <a:rPr lang="fr-FR" altLang="fr-FR" dirty="0" err="1" smtClean="0"/>
              <a:t>Heaven,Our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Father</a:t>
            </a:r>
            <a:r>
              <a:rPr lang="fr-FR" altLang="fr-FR" dirty="0" smtClean="0"/>
              <a:t> in Heaven
	2-  QUE TON NOM SOIT SANCTIFIÉ QUE TON ROYAUME VIENNE </a:t>
            </a:r>
          </a:p>
          <a:p>
            <a:pPr>
              <a:defRPr/>
            </a:pPr>
            <a:r>
              <a:rPr lang="fr-FR" altLang="fr-FR" dirty="0" smtClean="0"/>
              <a:t>	May </a:t>
            </a:r>
            <a:r>
              <a:rPr lang="fr-FR" altLang="fr-FR" dirty="0" err="1" smtClean="0"/>
              <a:t>Your</a:t>
            </a:r>
            <a:r>
              <a:rPr lang="fr-FR" altLang="fr-FR" dirty="0" smtClean="0"/>
              <a:t> Name </a:t>
            </a:r>
            <a:r>
              <a:rPr lang="fr-FR" altLang="fr-FR" dirty="0" err="1" smtClean="0"/>
              <a:t>be</a:t>
            </a:r>
            <a:r>
              <a:rPr lang="fr-FR" altLang="fr-FR" dirty="0" smtClean="0"/>
              <a:t> Holy ,May </a:t>
            </a:r>
            <a:r>
              <a:rPr lang="fr-FR" altLang="fr-FR" dirty="0" err="1" smtClean="0"/>
              <a:t>Your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Kingdom</a:t>
            </a:r>
            <a:r>
              <a:rPr lang="fr-FR" altLang="fr-FR" dirty="0" smtClean="0"/>
              <a:t> come</a:t>
            </a:r>
          </a:p>
          <a:p>
            <a:pPr>
              <a:defRPr/>
            </a:pPr>
            <a:r>
              <a:rPr lang="fr-FR" altLang="fr-FR" dirty="0" smtClean="0"/>
              <a:t>	3-  QUE TA VOLONTÉ SOIT FAITE </a:t>
            </a:r>
          </a:p>
          <a:p>
            <a:pPr>
              <a:defRPr/>
            </a:pPr>
            <a:r>
              <a:rPr lang="fr-FR" altLang="fr-FR" dirty="0" smtClean="0"/>
              <a:t>	May </a:t>
            </a:r>
            <a:r>
              <a:rPr lang="fr-FR" altLang="fr-FR" dirty="0" err="1" smtClean="0"/>
              <a:t>Your</a:t>
            </a:r>
            <a:r>
              <a:rPr lang="fr-FR" altLang="fr-FR" dirty="0" smtClean="0"/>
              <a:t> Will </a:t>
            </a:r>
            <a:r>
              <a:rPr lang="fr-FR" altLang="fr-FR" dirty="0" err="1" smtClean="0"/>
              <a:t>be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done</a:t>
            </a:r>
            <a:endParaRPr lang="fr-FR" altLang="fr-FR" dirty="0" smtClean="0"/>
          </a:p>
          <a:p>
            <a:pPr>
              <a:defRPr/>
            </a:pPr>
            <a:r>
              <a:rPr lang="fr-FR" altLang="fr-FR" dirty="0" smtClean="0"/>
              <a:t>	4-  SUR TERRE COMME AU CIEL SUR TERRE COMME AU CIEL </a:t>
            </a:r>
          </a:p>
          <a:p>
            <a:pPr>
              <a:defRPr/>
            </a:pPr>
            <a:r>
              <a:rPr lang="fr-FR" altLang="fr-FR" dirty="0" smtClean="0"/>
              <a:t>	On </a:t>
            </a:r>
            <a:r>
              <a:rPr lang="fr-FR" altLang="fr-FR" dirty="0" err="1" smtClean="0"/>
              <a:t>Earth</a:t>
            </a:r>
            <a:r>
              <a:rPr lang="fr-FR" altLang="fr-FR" dirty="0" smtClean="0"/>
              <a:t> as </a:t>
            </a:r>
            <a:r>
              <a:rPr lang="fr-FR" altLang="fr-FR" dirty="0" err="1" smtClean="0"/>
              <a:t>it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is</a:t>
            </a:r>
            <a:r>
              <a:rPr lang="fr-FR" altLang="fr-FR" dirty="0" smtClean="0"/>
              <a:t> in </a:t>
            </a:r>
            <a:r>
              <a:rPr lang="fr-FR" altLang="fr-FR" dirty="0" err="1" smtClean="0"/>
              <a:t>Heaven,On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Earth</a:t>
            </a:r>
            <a:r>
              <a:rPr lang="fr-FR" altLang="fr-FR" dirty="0" smtClean="0"/>
              <a:t> as </a:t>
            </a:r>
            <a:r>
              <a:rPr lang="fr-FR" altLang="fr-FR" dirty="0" err="1" smtClean="0"/>
              <a:t>it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is</a:t>
            </a:r>
            <a:r>
              <a:rPr lang="fr-FR" altLang="fr-FR" dirty="0" smtClean="0"/>
              <a:t> in Heaven</a:t>
            </a:r>
          </a:p>
          <a:p>
            <a:pPr>
              <a:defRPr/>
            </a:pPr>
            <a:endParaRPr lang="fr-FR" altLang="fr-FR" dirty="0" smtClean="0"/>
          </a:p>
          <a:p>
            <a:pPr>
              <a:defRPr/>
            </a:pPr>
            <a:r>
              <a:rPr lang="fr-FR" altLang="fr-FR" dirty="0" smtClean="0"/>
              <a:t>Couplet 1 </a:t>
            </a:r>
          </a:p>
          <a:p>
            <a:pPr>
              <a:defRPr/>
            </a:pPr>
            <a:r>
              <a:rPr lang="fr-FR" altLang="fr-FR" dirty="0" smtClean="0"/>
              <a:t>5-  DONNE-NOUS CE JOUR NOTRE PAIN QUOTIDIEN </a:t>
            </a:r>
          </a:p>
          <a:p>
            <a:pPr>
              <a:defRPr/>
            </a:pPr>
            <a:r>
              <a:rPr lang="fr-FR" altLang="fr-FR" dirty="0" err="1" smtClean="0"/>
              <a:t>Give</a:t>
            </a:r>
            <a:r>
              <a:rPr lang="fr-FR" altLang="fr-FR" dirty="0" smtClean="0"/>
              <a:t> us, </a:t>
            </a:r>
            <a:r>
              <a:rPr lang="fr-FR" altLang="fr-FR" dirty="0" err="1" smtClean="0"/>
              <a:t>give</a:t>
            </a:r>
            <a:r>
              <a:rPr lang="fr-FR" altLang="fr-FR" dirty="0" smtClean="0"/>
              <a:t> us </a:t>
            </a:r>
            <a:r>
              <a:rPr lang="fr-FR" altLang="fr-FR" dirty="0" err="1" smtClean="0"/>
              <a:t>this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day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our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daily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bread</a:t>
            </a:r>
            <a:r>
              <a:rPr lang="fr-FR" altLang="fr-FR" dirty="0" smtClean="0"/>
              <a:t>
6-  ET PARDONNE-NOUS, PARDONNE-NOUS NOS OFFENSES </a:t>
            </a:r>
          </a:p>
          <a:p>
            <a:pPr>
              <a:defRPr/>
            </a:pPr>
            <a:r>
              <a:rPr lang="fr-FR" altLang="fr-FR" dirty="0" smtClean="0"/>
              <a:t>And </a:t>
            </a:r>
            <a:r>
              <a:rPr lang="fr-FR" altLang="fr-FR" dirty="0" err="1" smtClean="0"/>
              <a:t>forgive</a:t>
            </a:r>
            <a:r>
              <a:rPr lang="fr-FR" altLang="fr-FR" dirty="0" smtClean="0"/>
              <a:t> us, </a:t>
            </a:r>
            <a:r>
              <a:rPr lang="fr-FR" altLang="fr-FR" dirty="0" err="1" smtClean="0"/>
              <a:t>forgive</a:t>
            </a:r>
            <a:r>
              <a:rPr lang="fr-FR" altLang="fr-FR" dirty="0" smtClean="0"/>
              <a:t> us </a:t>
            </a:r>
            <a:r>
              <a:rPr lang="fr-FR" altLang="fr-FR" dirty="0" err="1" smtClean="0"/>
              <a:t>our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sins</a:t>
            </a:r>
            <a:r>
              <a:rPr lang="fr-FR" altLang="fr-FR" dirty="0" smtClean="0"/>
              <a:t>, 
7-  PARDONNE-NOUS NOS OFFENSES </a:t>
            </a:r>
          </a:p>
          <a:p>
            <a:pPr>
              <a:defRPr/>
            </a:pPr>
            <a:r>
              <a:rPr lang="fr-FR" altLang="fr-FR" dirty="0" err="1" smtClean="0"/>
              <a:t>forgive</a:t>
            </a:r>
            <a:r>
              <a:rPr lang="fr-FR" altLang="fr-FR" dirty="0" smtClean="0"/>
              <a:t> us </a:t>
            </a:r>
            <a:r>
              <a:rPr lang="fr-FR" altLang="fr-FR" dirty="0" err="1" smtClean="0"/>
              <a:t>our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sins</a:t>
            </a:r>
            <a:r>
              <a:rPr lang="fr-FR" altLang="fr-FR" dirty="0" smtClean="0"/>
              <a:t>
8-  COMME NOUS PARDONNONS À CEUX QUI NOUS ONT OFFENSÉS </a:t>
            </a:r>
          </a:p>
          <a:p>
            <a:pPr>
              <a:defRPr/>
            </a:pPr>
            <a:r>
              <a:rPr lang="fr-FR" altLang="fr-FR" dirty="0" smtClean="0"/>
              <a:t>As </a:t>
            </a:r>
            <a:r>
              <a:rPr lang="fr-FR" altLang="fr-FR" dirty="0" err="1" smtClean="0"/>
              <a:t>we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forgive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those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who</a:t>
            </a:r>
            <a:r>
              <a:rPr lang="fr-FR" altLang="fr-FR" dirty="0" smtClean="0"/>
              <a:t> have </a:t>
            </a:r>
            <a:r>
              <a:rPr lang="fr-FR" altLang="fr-FR" dirty="0" err="1" smtClean="0"/>
              <a:t>sinned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against</a:t>
            </a:r>
            <a:r>
              <a:rPr lang="fr-FR" altLang="fr-FR" dirty="0" smtClean="0"/>
              <a:t> us</a:t>
            </a:r>
          </a:p>
          <a:p>
            <a:pPr>
              <a:defRPr/>
            </a:pPr>
            <a:endParaRPr lang="fr-FR" altLang="fr-FR" dirty="0" smtClean="0"/>
          </a:p>
          <a:p>
            <a:pPr>
              <a:defRPr/>
            </a:pPr>
            <a:r>
              <a:rPr lang="fr-FR" altLang="fr-FR" dirty="0" smtClean="0"/>
              <a:t>	Refrain</a:t>
            </a:r>
          </a:p>
          <a:p>
            <a:pPr>
              <a:defRPr/>
            </a:pPr>
            <a:endParaRPr lang="fr-FR" altLang="fr-FR" dirty="0" smtClean="0"/>
          </a:p>
          <a:p>
            <a:pPr>
              <a:defRPr/>
            </a:pPr>
            <a:r>
              <a:rPr lang="fr-FR" altLang="fr-FR" dirty="0" smtClean="0"/>
              <a:t>Couplet 2
9-  NE NOUS SOUMETS PAS, SEIGNEUR  À LA TENTATION</a:t>
            </a:r>
          </a:p>
          <a:p>
            <a:pPr>
              <a:defRPr/>
            </a:pPr>
            <a:r>
              <a:rPr lang="fr-FR" altLang="fr-FR" dirty="0" smtClean="0"/>
              <a:t>Lead us, Lord lead us not </a:t>
            </a:r>
            <a:r>
              <a:rPr lang="fr-FR" altLang="fr-FR" dirty="0" err="1" smtClean="0"/>
              <a:t>into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Temptation</a:t>
            </a:r>
            <a:r>
              <a:rPr lang="fr-FR" altLang="fr-FR" dirty="0" smtClean="0"/>
              <a:t>
10-  MAIS DÉLIVRE-NOUS  </a:t>
            </a:r>
            <a:r>
              <a:rPr lang="fr-FR" altLang="fr-FR" dirty="0" err="1" smtClean="0"/>
              <a:t>DÉLIVRE-NOUS</a:t>
            </a:r>
            <a:r>
              <a:rPr lang="fr-FR" altLang="fr-FR" dirty="0" smtClean="0"/>
              <a:t> DU MAL</a:t>
            </a:r>
          </a:p>
          <a:p>
            <a:pPr>
              <a:defRPr/>
            </a:pPr>
            <a:r>
              <a:rPr lang="fr-FR" altLang="fr-FR" dirty="0" smtClean="0"/>
              <a:t>But </a:t>
            </a:r>
            <a:r>
              <a:rPr lang="fr-FR" altLang="fr-FR" dirty="0" err="1" smtClean="0"/>
              <a:t>deliver</a:t>
            </a:r>
            <a:r>
              <a:rPr lang="fr-FR" altLang="fr-FR" dirty="0" smtClean="0"/>
              <a:t> us, </a:t>
            </a:r>
            <a:r>
              <a:rPr lang="fr-FR" altLang="fr-FR" dirty="0" err="1" smtClean="0"/>
              <a:t>deliver</a:t>
            </a:r>
            <a:r>
              <a:rPr lang="fr-FR" altLang="fr-FR" dirty="0" smtClean="0"/>
              <a:t> us </a:t>
            </a:r>
            <a:r>
              <a:rPr lang="fr-FR" altLang="fr-FR" dirty="0" err="1" smtClean="0"/>
              <a:t>from</a:t>
            </a:r>
            <a:r>
              <a:rPr lang="fr-FR" altLang="fr-FR" dirty="0" smtClean="0"/>
              <a:t> the </a:t>
            </a:r>
            <a:r>
              <a:rPr lang="fr-FR" altLang="fr-FR" dirty="0" err="1" smtClean="0"/>
              <a:t>evil</a:t>
            </a:r>
            <a:r>
              <a:rPr lang="fr-FR" altLang="fr-FR" dirty="0" smtClean="0"/>
              <a:t> one
11-  DÉLIVRE-NOUS DU MAL </a:t>
            </a:r>
          </a:p>
          <a:p>
            <a:pPr>
              <a:defRPr/>
            </a:pPr>
            <a:r>
              <a:rPr lang="fr-FR" altLang="fr-FR" dirty="0" err="1" smtClean="0"/>
              <a:t>Deliver</a:t>
            </a:r>
            <a:r>
              <a:rPr lang="fr-FR" altLang="fr-FR" dirty="0" smtClean="0"/>
              <a:t> us </a:t>
            </a:r>
            <a:r>
              <a:rPr lang="fr-FR" altLang="fr-FR" dirty="0" err="1" smtClean="0"/>
              <a:t>from</a:t>
            </a:r>
            <a:r>
              <a:rPr lang="fr-FR" altLang="fr-FR" dirty="0" smtClean="0"/>
              <a:t> the </a:t>
            </a:r>
            <a:r>
              <a:rPr lang="fr-FR" altLang="fr-FR" dirty="0" err="1" smtClean="0"/>
              <a:t>evil</a:t>
            </a:r>
            <a:r>
              <a:rPr lang="fr-FR" altLang="fr-FR" dirty="0" smtClean="0"/>
              <a:t> one</a:t>
            </a:r>
          </a:p>
          <a:p>
            <a:pPr>
              <a:defRPr/>
            </a:pPr>
            <a:endParaRPr lang="fr-FR" altLang="fr-FR" dirty="0" smtClean="0"/>
          </a:p>
          <a:p>
            <a:pPr>
              <a:defRPr/>
            </a:pPr>
            <a:r>
              <a:rPr lang="fr-FR" altLang="fr-FR" dirty="0" smtClean="0"/>
              <a:t>	Refrain</a:t>
            </a:r>
          </a:p>
          <a:p>
            <a:pPr>
              <a:defRPr/>
            </a:pPr>
            <a:endParaRPr lang="fr-FR" altLang="fr-FR" dirty="0" smtClean="0"/>
          </a:p>
          <a:p>
            <a:pPr>
              <a:defRPr/>
            </a:pPr>
            <a:r>
              <a:rPr lang="fr-FR" altLang="fr-FR" dirty="0" smtClean="0"/>
              <a:t>Pont
12-  CAR LE ROYAUME EST À TOI ET LA PUISSANCE EST À TOI </a:t>
            </a:r>
          </a:p>
          <a:p>
            <a:pPr>
              <a:defRPr/>
            </a:pPr>
            <a:r>
              <a:rPr lang="fr-FR" altLang="fr-FR" dirty="0" smtClean="0"/>
              <a:t>For the </a:t>
            </a:r>
            <a:r>
              <a:rPr lang="fr-FR" altLang="fr-FR" dirty="0" err="1" smtClean="0"/>
              <a:t>Kingdom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is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Yours,And</a:t>
            </a:r>
            <a:r>
              <a:rPr lang="fr-FR" altLang="fr-FR" dirty="0" smtClean="0"/>
              <a:t> the Power </a:t>
            </a:r>
            <a:r>
              <a:rPr lang="fr-FR" altLang="fr-FR" dirty="0" err="1" smtClean="0"/>
              <a:t>is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Yours</a:t>
            </a:r>
            <a:r>
              <a:rPr lang="fr-FR" altLang="fr-FR" dirty="0" smtClean="0"/>
              <a:t>
13-  ET LA GLOIRE EST À TOI À JAMAIS ! </a:t>
            </a:r>
          </a:p>
          <a:p>
            <a:pPr>
              <a:defRPr/>
            </a:pPr>
            <a:r>
              <a:rPr lang="fr-FR" altLang="fr-FR" dirty="0" smtClean="0"/>
              <a:t>And the Glory </a:t>
            </a:r>
            <a:r>
              <a:rPr lang="fr-FR" altLang="fr-FR" dirty="0" err="1" smtClean="0"/>
              <a:t>is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Yours,Forever</a:t>
            </a:r>
            <a:r>
              <a:rPr lang="fr-FR" altLang="fr-FR" dirty="0" smtClean="0"/>
              <a:t> and </a:t>
            </a:r>
            <a:r>
              <a:rPr lang="fr-FR" altLang="fr-FR" dirty="0" err="1" smtClean="0"/>
              <a:t>ever</a:t>
            </a:r>
            <a:r>
              <a:rPr lang="fr-FR" altLang="fr-FR" dirty="0" smtClean="0"/>
              <a:t>!</a:t>
            </a:r>
          </a:p>
          <a:p>
            <a:pPr>
              <a:defRPr/>
            </a:pPr>
            <a:endParaRPr lang="fr-FR" altLang="fr-FR" dirty="0" smtClean="0"/>
          </a:p>
        </p:txBody>
      </p:sp>
      <p:sp>
        <p:nvSpPr>
          <p:cNvPr id="286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	Refrain	</a:t>
            </a:r>
          </a:p>
          <a:p>
            <a:r>
              <a:rPr lang="fr-FR" altLang="fr-FR"/>
              <a:t>	1-  NOTRE PÈRE AUX CIEUX NOTRE PÈRE AUX CIEUX </a:t>
            </a:r>
          </a:p>
          <a:p>
            <a:r>
              <a:rPr lang="fr-FR" altLang="fr-FR"/>
              <a:t>	Our Father in Heaven,Our Father in Heaven
	2-  QUE TON NOM SOIT SANCTIFIÉ QUE TON ROYAUME VIENNE </a:t>
            </a:r>
          </a:p>
          <a:p>
            <a:r>
              <a:rPr lang="fr-FR" altLang="fr-FR"/>
              <a:t>	May Your Name be Holy ,May Your Kingdom come</a:t>
            </a:r>
          </a:p>
          <a:p>
            <a:r>
              <a:rPr lang="fr-FR" altLang="fr-FR"/>
              <a:t>	3-  QUE TA VOLONTÉ SOIT FAITE </a:t>
            </a:r>
          </a:p>
          <a:p>
            <a:r>
              <a:rPr lang="fr-FR" altLang="fr-FR"/>
              <a:t>	May Your Will be done</a:t>
            </a:r>
          </a:p>
          <a:p>
            <a:r>
              <a:rPr lang="fr-FR" altLang="fr-FR"/>
              <a:t>	4-  SUR TERRE COMME AU CIEL SUR TERRE COMME AU CIEL </a:t>
            </a:r>
          </a:p>
          <a:p>
            <a:r>
              <a:rPr lang="fr-FR" altLang="fr-FR"/>
              <a:t>	On Earth as it is in Heaven,On Earth as it is in Heaven</a:t>
            </a:r>
          </a:p>
          <a:p>
            <a:endParaRPr lang="fr-FR" altLang="fr-FR"/>
          </a:p>
          <a:p>
            <a:r>
              <a:rPr lang="fr-FR" altLang="fr-FR"/>
              <a:t>Couplet 1 </a:t>
            </a:r>
          </a:p>
          <a:p>
            <a:r>
              <a:rPr lang="fr-FR" altLang="fr-FR"/>
              <a:t>5-  DONNE-NOUS CE JOUR NOTRE PAIN QUOTIDIEN </a:t>
            </a:r>
          </a:p>
          <a:p>
            <a:r>
              <a:rPr lang="fr-FR" altLang="fr-FR"/>
              <a:t>Give us, give us this day our daily bread
6-  ET PARDONNE-NOUS, PARDONNE-NOUS NOS OFFENSES </a:t>
            </a:r>
          </a:p>
          <a:p>
            <a:r>
              <a:rPr lang="fr-FR" altLang="fr-FR"/>
              <a:t>And forgive us, forgive us our sins, 
7-  PARDONNE-NOUS NOS OFFENSES </a:t>
            </a:r>
          </a:p>
          <a:p>
            <a:r>
              <a:rPr lang="fr-FR" altLang="fr-FR"/>
              <a:t>forgive us our sins
8-  COMME NOUS PARDONNONS À CEUX QUI NOUS ONT OFFENSÉS </a:t>
            </a:r>
          </a:p>
          <a:p>
            <a:r>
              <a:rPr lang="fr-FR" altLang="fr-FR"/>
              <a:t>As we forgive those who have sinned against us</a:t>
            </a:r>
          </a:p>
          <a:p>
            <a:endParaRPr lang="fr-FR" altLang="fr-FR"/>
          </a:p>
          <a:p>
            <a:r>
              <a:rPr lang="fr-FR" altLang="fr-FR"/>
              <a:t>	Refrain</a:t>
            </a:r>
          </a:p>
          <a:p>
            <a:endParaRPr lang="fr-FR" altLang="fr-FR"/>
          </a:p>
          <a:p>
            <a:r>
              <a:rPr lang="fr-FR" altLang="fr-FR"/>
              <a:t>Couplet 2
9-  NE NOUS SOUMETS PAS, SEIGNEUR  À LA TENTATION</a:t>
            </a:r>
          </a:p>
          <a:p>
            <a:r>
              <a:rPr lang="fr-FR" altLang="fr-FR"/>
              <a:t>Lead us, Lord lead us not into Temptation
10-  MAIS DÉLIVRE-NOUS  DÉLIVRE-NOUS DU MAL</a:t>
            </a:r>
          </a:p>
          <a:p>
            <a:r>
              <a:rPr lang="fr-FR" altLang="fr-FR"/>
              <a:t>But deliver us, deliver us from the evil one
11-  DÉLIVRE-NOUS DU MAL </a:t>
            </a:r>
          </a:p>
          <a:p>
            <a:r>
              <a:rPr lang="fr-FR" altLang="fr-FR"/>
              <a:t>Deliver us from the evil one</a:t>
            </a:r>
          </a:p>
          <a:p>
            <a:endParaRPr lang="fr-FR" altLang="fr-FR"/>
          </a:p>
          <a:p>
            <a:r>
              <a:rPr lang="fr-FR" altLang="fr-FR"/>
              <a:t>	Refrain</a:t>
            </a:r>
          </a:p>
          <a:p>
            <a:endParaRPr lang="fr-FR" altLang="fr-FR"/>
          </a:p>
          <a:p>
            <a:r>
              <a:rPr lang="fr-FR" altLang="fr-FR"/>
              <a:t>Pont
12-  CAR LE ROYAUME EST À TOI ET LA PUISSANCE EST À TOI </a:t>
            </a:r>
          </a:p>
          <a:p>
            <a:r>
              <a:rPr lang="fr-FR" altLang="fr-FR"/>
              <a:t>For the Kingdom is Yours,And the Power is Yours
13-  ET LA GLOIRE EST À TOI À JAMAIS ! </a:t>
            </a:r>
          </a:p>
          <a:p>
            <a:r>
              <a:rPr lang="fr-FR" altLang="fr-FR"/>
              <a:t>And the Glory is Yours,Forever and ever!</a:t>
            </a:r>
          </a:p>
          <a:p>
            <a:endParaRPr lang="fr-FR" altLang="fr-F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E918ABB-6775-4B47-AE73-C59E4803BA1B}" type="slidenum">
              <a:rPr lang="en-GB" altLang="fr-FR"/>
              <a:pPr/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71571A8-C1D3-4F8C-9BD3-B036E5061140}" type="slidenum">
              <a:rPr lang="en-GB" altLang="fr-FR"/>
              <a:pPr/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CEC062D-B8EF-4455-99AB-43C9DFADC104}" type="slidenum">
              <a:rPr lang="en-GB" altLang="fr-FR"/>
              <a:pPr/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1316DB8-643E-46A2-8F5F-5F08ECC1449F}" type="slidenum">
              <a:rPr lang="en-GB" altLang="fr-FR"/>
              <a:pPr/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0EB9CAC-14FB-4C49-812D-9D7901B571C7}" type="slidenum">
              <a:rPr lang="en-GB" altLang="fr-FR"/>
              <a:pPr/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EEAC7C8-DF45-4279-BE26-B1792D803DD3}" type="slidenum">
              <a:rPr lang="en-GB" altLang="fr-FR"/>
              <a:pPr/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95E7EEB-76E2-4CD7-B8CA-76773A934F5B}" type="slidenum">
              <a:rPr lang="en-GB" altLang="fr-FR"/>
              <a:pPr/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F072E79-93ED-42A7-A35E-7922F61A8D32}" type="slidenum">
              <a:rPr lang="en-GB" altLang="fr-FR"/>
              <a:pPr/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A85C3E4-0859-4B54-8A76-FA91E70F592F}" type="slidenum">
              <a:rPr lang="en-GB" altLang="fr-FR"/>
              <a:pPr/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2AE8A8A-8EE3-4DA9-AD37-EFCB56A4ABD5}" type="slidenum">
              <a:rPr lang="en-GB" altLang="fr-FR"/>
              <a:pPr/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57F07C7-6670-4902-A71E-641449D52877}" type="slidenum">
              <a:rPr lang="en-GB" altLang="fr-FR"/>
              <a:pPr/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fr-FR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fr-FR" smtClean="0"/>
              <a:t>Click to edit Master text styles</a:t>
            </a:r>
          </a:p>
          <a:p>
            <a:pPr lvl="1"/>
            <a:r>
              <a:rPr lang="en-GB" altLang="fr-FR" smtClean="0"/>
              <a:t>Second level</a:t>
            </a:r>
          </a:p>
          <a:p>
            <a:pPr lvl="2"/>
            <a:r>
              <a:rPr lang="en-GB" altLang="fr-FR" smtClean="0"/>
              <a:t>Third level</a:t>
            </a:r>
          </a:p>
          <a:p>
            <a:pPr lvl="3"/>
            <a:r>
              <a:rPr lang="en-GB" altLang="fr-FR" smtClean="0"/>
              <a:t>Fourth level</a:t>
            </a:r>
          </a:p>
          <a:p>
            <a:pPr lvl="4"/>
            <a:r>
              <a:rPr lang="en-GB" altLang="fr-FR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fld id="{2ACFA94A-A8EB-422D-9FBE-57385C2655F0}" type="slidenum">
              <a:rPr lang="en-GB" altLang="fr-FR"/>
              <a:pPr/>
              <a:t>‹#›</a:t>
            </a:fld>
            <a:endParaRPr lang="en-GB" alt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NOTRE PÈRE AUX CIEUX</a:t>
            </a:r>
          </a:p>
          <a:p>
            <a:pPr algn="ctr" eaLnBrk="1" hangingPunct="1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NOTRE PÈRE AUX CIEUX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QUE TON NOM SOIT SANCTIFIÉ</a:t>
            </a:r>
          </a:p>
          <a:p>
            <a:pPr algn="ctr" eaLnBrk="1" hangingPunct="1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QUE TON ROYAUME VIENNE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707886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QUE TA VOLONTÉ SOIT FAITE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SUR TERRE COMME AU CIEL</a:t>
            </a:r>
          </a:p>
          <a:p>
            <a:pPr algn="ctr" eaLnBrk="1" hangingPunct="1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SUR TERRE COMME AU CIEL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DONNE-NOUS CE JOUR NOTRE PAIN QUOTIDIEN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PARDONNE-NOUS</a:t>
            </a:r>
          </a:p>
          <a:p>
            <a:pPr algn="ctr" eaLnBrk="1" hangingPunct="1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 PARDONNE-NOUS NOS OFFENSES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707886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PARDONNE-NOUS NOS OFFENSES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COMME NOUS PARDONNONS À CEUX QUI NOUS ONT OFFENSÉS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NE NOUS SOUMETS PAS SEIGNEUR</a:t>
            </a:r>
          </a:p>
          <a:p>
            <a:pPr algn="ctr" eaLnBrk="1" hangingPunct="1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 À LA TENTATION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MAIS DÉLIVRE-NOUS</a:t>
            </a:r>
          </a:p>
          <a:p>
            <a:pPr algn="ctr" eaLnBrk="1" hangingPunct="1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 DÉLIVRE-NOUS DU MAL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707886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DÉLIVRE-NOUS DU MAL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CAR LE ROYAUME EST À TOI</a:t>
            </a:r>
          </a:p>
          <a:p>
            <a:pPr algn="ctr" eaLnBrk="1" hangingPunct="1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LA PUISSANCE EST À TOI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LA GLOIRE EST À TOI</a:t>
            </a:r>
          </a:p>
          <a:p>
            <a:pPr algn="ctr" eaLnBrk="1" hangingPunct="1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À JAMAIS !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1411</TotalTime>
  <Words>95</Words>
  <Application>Microsoft Office PowerPoint</Application>
  <PresentationFormat>On-screen Show (4:3)</PresentationFormat>
  <Paragraphs>749</Paragraphs>
  <Slides>13</Slides>
  <Notes>13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13</vt:i4>
      </vt:variant>
    </vt:vector>
  </HeadingPairs>
  <TitlesOfParts>
    <vt:vector size="17" baseType="lpstr">
      <vt:lpstr>Franklin Gothic Medium</vt:lpstr>
      <vt:lpstr>Arial</vt:lpstr>
      <vt:lpstr>Calibri</vt:lpstr>
      <vt:lpstr>Default Design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User</cp:lastModifiedBy>
  <cp:revision>132</cp:revision>
  <dcterms:created xsi:type="dcterms:W3CDTF">2002-08-17T10:50:50Z</dcterms:created>
  <dcterms:modified xsi:type="dcterms:W3CDTF">2017-04-16T07:48:40Z</dcterms:modified>
</cp:coreProperties>
</file>