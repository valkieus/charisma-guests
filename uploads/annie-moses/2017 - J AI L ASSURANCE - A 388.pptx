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61" r:id="rId2"/>
    <p:sldId id="363" r:id="rId3"/>
    <p:sldId id="365" r:id="rId4"/>
    <p:sldId id="394" r:id="rId5"/>
    <p:sldId id="385" r:id="rId6"/>
    <p:sldId id="395" r:id="rId7"/>
    <p:sldId id="396" r:id="rId8"/>
    <p:sldId id="397" r:id="rId9"/>
    <p:sldId id="398" r:id="rId10"/>
    <p:sldId id="399" r:id="rId11"/>
    <p:sldId id="400" r:id="rId12"/>
    <p:sldId id="401" r:id="rId13"/>
    <p:sldId id="402" r:id="rId14"/>
    <p:sldId id="403" r:id="rId15"/>
    <p:sldId id="404" r:id="rId16"/>
    <p:sldId id="405" r:id="rId17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89" autoAdjust="0"/>
    <p:restoredTop sz="50809" autoAdjust="0"/>
  </p:normalViewPr>
  <p:slideViewPr>
    <p:cSldViewPr>
      <p:cViewPr varScale="1">
        <p:scale>
          <a:sx n="55" d="100"/>
          <a:sy n="55" d="100"/>
        </p:scale>
        <p:origin x="112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41E018C-076F-4925-91B9-86A6414DF868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/>
              <a:t>1-  J’AI L’ASSURANCE D’ÊTRE EN JÉSUS </a:t>
            </a:r>
          </a:p>
          <a:p>
            <a:r>
              <a:rPr lang="fr-FR" altLang="fr-FR"/>
              <a:t>Blessed assurance, Jesus is mine!</a:t>
            </a:r>
          </a:p>
          <a:p>
            <a:r>
              <a:rPr lang="fr-FR" altLang="fr-FR"/>
              <a:t>2-  QUELLE ESPÉRANCE DE SA GLOIRE VENUE</a:t>
            </a:r>
          </a:p>
          <a:p>
            <a:r>
              <a:rPr lang="fr-FR" altLang="fr-FR"/>
              <a:t>Oh, what a foretaste of glory divine!</a:t>
            </a:r>
          </a:p>
          <a:p>
            <a:r>
              <a:rPr lang="fr-FR" altLang="fr-FR"/>
              <a:t>3-  ENFANT DU SALUT, DIEU M’A RACHETÉ</a:t>
            </a:r>
          </a:p>
          <a:p>
            <a:r>
              <a:rPr lang="fr-FR" altLang="fr-FR"/>
              <a:t>Heir of salvation, purchase of God,</a:t>
            </a:r>
          </a:p>
          <a:p>
            <a:r>
              <a:rPr lang="fr-FR" altLang="fr-FR"/>
              <a:t>4-  NÉ DE SON ESPRIT SON SANG M’A LAVÉ</a:t>
            </a:r>
          </a:p>
          <a:p>
            <a:r>
              <a:rPr lang="fr-FR" altLang="fr-FR"/>
              <a:t>Born of His Spirit, washed in His blood.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	5-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6-  LOUER MON SAUVEUR LE JOUR DURANT</a:t>
            </a:r>
          </a:p>
          <a:p>
            <a:r>
              <a:rPr lang="fr-FR" altLang="fr-FR"/>
              <a:t>	Praising my Savior all the day long;</a:t>
            </a:r>
          </a:p>
          <a:p>
            <a:r>
              <a:rPr lang="fr-FR" altLang="fr-FR"/>
              <a:t>	7-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8-  LOUER MON SAUVEUR À CHAQUE INSTANT</a:t>
            </a:r>
          </a:p>
          <a:p>
            <a:r>
              <a:rPr lang="fr-FR" altLang="fr-FR"/>
              <a:t>	Praising my Savior all the day long.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9-  PARFAITE SOUMISSION PARFAIT BONHEUR</a:t>
            </a:r>
          </a:p>
          <a:p>
            <a:r>
              <a:rPr lang="fr-FR" altLang="fr-FR"/>
              <a:t>Perfect submission, perfect delight,</a:t>
            </a:r>
          </a:p>
          <a:p>
            <a:r>
              <a:rPr lang="fr-FR" altLang="fr-FR"/>
              <a:t>10-  L’HEURE DE SON RETOUR BRILLE DANS MON CŒUR</a:t>
            </a:r>
          </a:p>
          <a:p>
            <a:r>
              <a:rPr lang="fr-FR" altLang="fr-FR"/>
              <a:t>Visions of rapture now burst on my sight;</a:t>
            </a:r>
          </a:p>
          <a:p>
            <a:r>
              <a:rPr lang="fr-FR" altLang="fr-FR"/>
              <a:t>11-  L’ÉCHO DES ANGES QUI CLAMENT FORT</a:t>
            </a:r>
          </a:p>
          <a:p>
            <a:r>
              <a:rPr lang="fr-FR" altLang="fr-FR"/>
              <a:t>Angels, descending, bring from above</a:t>
            </a:r>
          </a:p>
          <a:p>
            <a:r>
              <a:rPr lang="fr-FR" altLang="fr-FR"/>
              <a:t>12-  SON GRAND AMOUR ET SA MISÉRICORDE</a:t>
            </a:r>
          </a:p>
          <a:p>
            <a:r>
              <a:rPr lang="fr-FR" altLang="fr-FR"/>
              <a:t>Echoes of mercy, whispers of love.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13-  PARFAITE SOUMISSION J’AI TOUT EN LUI</a:t>
            </a:r>
          </a:p>
          <a:p>
            <a:r>
              <a:rPr lang="fr-FR" altLang="fr-FR"/>
              <a:t>Perfect submission, all is at rest,</a:t>
            </a:r>
          </a:p>
          <a:p>
            <a:r>
              <a:rPr lang="fr-FR" altLang="fr-FR"/>
              <a:t>14-  AVEC MON SAUVEUR, JE SUIS BÉNI</a:t>
            </a:r>
          </a:p>
          <a:p>
            <a:r>
              <a:rPr lang="fr-FR" altLang="fr-FR"/>
              <a:t>I in my Savior am happy and blest,</a:t>
            </a:r>
          </a:p>
          <a:p>
            <a:r>
              <a:rPr lang="fr-FR" altLang="fr-FR"/>
              <a:t>15-  JE SUIS DANS L’ATTENTE PLEIN DE CONFIANCE</a:t>
            </a:r>
          </a:p>
          <a:p>
            <a:r>
              <a:rPr lang="fr-FR" altLang="fr-FR"/>
              <a:t>Watching and waiting, looking above,</a:t>
            </a:r>
          </a:p>
          <a:p>
            <a:r>
              <a:rPr lang="fr-FR" altLang="fr-FR"/>
              <a:t>16-  REMPLI DE BONTÉ DE SA TOUTE PUISSANCE</a:t>
            </a:r>
          </a:p>
          <a:p>
            <a:r>
              <a:rPr lang="fr-FR" altLang="fr-FR"/>
              <a:t>Filled with His goodness, lost in His love</a:t>
            </a:r>
          </a:p>
          <a:p>
            <a:endParaRPr lang="fr-FR" altLang="fr-FR"/>
          </a:p>
          <a:p>
            <a:endParaRPr lang="fr-FR" altLang="fr-FR"/>
          </a:p>
        </p:txBody>
      </p:sp>
      <p:sp>
        <p:nvSpPr>
          <p:cNvPr id="40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1-  J’AI L’ASSURANCE D’ÊTRE EN JÉSUS </a:t>
            </a:r>
          </a:p>
          <a:p>
            <a:pPr eaLnBrk="1" hangingPunct="1"/>
            <a:r>
              <a:rPr lang="fr-FR" altLang="fr-FR" smtClean="0"/>
              <a:t>Blessed assurance, Jesus is mine!</a:t>
            </a:r>
          </a:p>
          <a:p>
            <a:pPr eaLnBrk="1" hangingPunct="1"/>
            <a:r>
              <a:rPr lang="fr-FR" altLang="fr-FR" smtClean="0"/>
              <a:t>2-  QUELLE ESPÉRANCE DE SA GLOIRE VENUE</a:t>
            </a:r>
          </a:p>
          <a:p>
            <a:pPr eaLnBrk="1" hangingPunct="1"/>
            <a:r>
              <a:rPr lang="fr-FR" altLang="fr-FR" smtClean="0"/>
              <a:t>Oh, what a foretaste of glory divine!</a:t>
            </a:r>
          </a:p>
          <a:p>
            <a:pPr eaLnBrk="1" hangingPunct="1"/>
            <a:r>
              <a:rPr lang="fr-FR" altLang="fr-FR" smtClean="0"/>
              <a:t>3-  ENFANT DU SALUT, DIEU M’A RACHETÉ</a:t>
            </a:r>
          </a:p>
          <a:p>
            <a:pPr eaLnBrk="1" hangingPunct="1"/>
            <a:r>
              <a:rPr lang="fr-FR" altLang="fr-FR" smtClean="0"/>
              <a:t>Heir of salvation, purchase of God,</a:t>
            </a:r>
          </a:p>
          <a:p>
            <a:pPr eaLnBrk="1" hangingPunct="1"/>
            <a:r>
              <a:rPr lang="fr-FR" altLang="fr-FR" smtClean="0"/>
              <a:t>4-  NÉ DE SON ESPRIT SON SANG M’A LAVÉ</a:t>
            </a:r>
          </a:p>
          <a:p>
            <a:pPr eaLnBrk="1" hangingPunct="1"/>
            <a:r>
              <a:rPr lang="fr-FR" altLang="fr-FR" smtClean="0"/>
              <a:t>Born of His Spirit, washed in His blood.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5-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6-  LOUER MON SAUVEUR LE JOUR DURANT</a:t>
            </a:r>
          </a:p>
          <a:p>
            <a:pPr eaLnBrk="1" hangingPunct="1"/>
            <a:r>
              <a:rPr lang="fr-FR" altLang="fr-FR" smtClean="0"/>
              <a:t>	Praising my Savior all the day long;</a:t>
            </a:r>
          </a:p>
          <a:p>
            <a:pPr eaLnBrk="1" hangingPunct="1"/>
            <a:r>
              <a:rPr lang="fr-FR" altLang="fr-FR" smtClean="0"/>
              <a:t>	7-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8-  LOUER MON SAUVEUR À CHAQUE INSTANT</a:t>
            </a:r>
          </a:p>
          <a:p>
            <a:pPr eaLnBrk="1" hangingPunct="1"/>
            <a:r>
              <a:rPr lang="fr-FR" altLang="fr-FR" smtClean="0"/>
              <a:t>	Praising my Savior all the day long.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9-  PARFAITE SOUMISSION PARFAIT BONHEUR</a:t>
            </a:r>
          </a:p>
          <a:p>
            <a:pPr eaLnBrk="1" hangingPunct="1"/>
            <a:r>
              <a:rPr lang="fr-FR" altLang="fr-FR" smtClean="0"/>
              <a:t>Perfect submission, perfect delight,</a:t>
            </a:r>
          </a:p>
          <a:p>
            <a:pPr eaLnBrk="1" hangingPunct="1"/>
            <a:r>
              <a:rPr lang="fr-FR" altLang="fr-FR" smtClean="0"/>
              <a:t>10-  L’HEURE DE SON RETOUR BRILLE DANS MON CŒUR</a:t>
            </a:r>
          </a:p>
          <a:p>
            <a:pPr eaLnBrk="1" hangingPunct="1"/>
            <a:r>
              <a:rPr lang="fr-FR" altLang="fr-FR" smtClean="0"/>
              <a:t>Visions of rapture now burst on my sight;</a:t>
            </a:r>
          </a:p>
          <a:p>
            <a:pPr eaLnBrk="1" hangingPunct="1"/>
            <a:r>
              <a:rPr lang="fr-FR" altLang="fr-FR" smtClean="0"/>
              <a:t>11-  L’ÉCHO DES ANGES QUI CLAMENT FORT</a:t>
            </a:r>
          </a:p>
          <a:p>
            <a:pPr eaLnBrk="1" hangingPunct="1"/>
            <a:r>
              <a:rPr lang="fr-FR" altLang="fr-FR" smtClean="0"/>
              <a:t>Angels, descending, bring from above</a:t>
            </a:r>
          </a:p>
          <a:p>
            <a:pPr eaLnBrk="1" hangingPunct="1"/>
            <a:r>
              <a:rPr lang="fr-FR" altLang="fr-FR" smtClean="0"/>
              <a:t>12-  SON GRAND AMOUR ET SA MISÉRICORDE</a:t>
            </a:r>
          </a:p>
          <a:p>
            <a:pPr eaLnBrk="1" hangingPunct="1"/>
            <a:r>
              <a:rPr lang="fr-FR" altLang="fr-FR" smtClean="0"/>
              <a:t>Echoes of mercy, whispers of love.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13-  PARFAITE SOUMISSION J’AI TOUT EN LUI</a:t>
            </a:r>
          </a:p>
          <a:p>
            <a:pPr eaLnBrk="1" hangingPunct="1"/>
            <a:r>
              <a:rPr lang="fr-FR" altLang="fr-FR" smtClean="0"/>
              <a:t>Perfect submission, all is at rest,</a:t>
            </a:r>
          </a:p>
          <a:p>
            <a:pPr eaLnBrk="1" hangingPunct="1"/>
            <a:r>
              <a:rPr lang="fr-FR" altLang="fr-FR" smtClean="0"/>
              <a:t>14-  AVEC MON SAUVEUR, JE SUIS BÉNI</a:t>
            </a:r>
          </a:p>
          <a:p>
            <a:pPr eaLnBrk="1" hangingPunct="1"/>
            <a:r>
              <a:rPr lang="fr-FR" altLang="fr-FR" smtClean="0"/>
              <a:t>I in my Savior am happy and blest,</a:t>
            </a:r>
          </a:p>
          <a:p>
            <a:pPr eaLnBrk="1" hangingPunct="1"/>
            <a:r>
              <a:rPr lang="fr-FR" altLang="fr-FR" smtClean="0"/>
              <a:t>15-  JE SUIS DANS L’ATTENTE PLEIN DE CONFIANCE</a:t>
            </a:r>
          </a:p>
          <a:p>
            <a:pPr eaLnBrk="1" hangingPunct="1"/>
            <a:r>
              <a:rPr lang="fr-FR" altLang="fr-FR" smtClean="0"/>
              <a:t>Watching and waiting, looking above,</a:t>
            </a:r>
          </a:p>
          <a:p>
            <a:pPr eaLnBrk="1" hangingPunct="1"/>
            <a:r>
              <a:rPr lang="fr-FR" altLang="fr-FR" smtClean="0"/>
              <a:t>16-  REMPLI DE BONTÉ DE SA TOUTE PUISSANCE</a:t>
            </a:r>
          </a:p>
          <a:p>
            <a:pPr eaLnBrk="1" hangingPunct="1"/>
            <a:r>
              <a:rPr lang="fr-FR" altLang="fr-FR" smtClean="0"/>
              <a:t>Filled with His goodness, lost in His love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/>
              <a:t>1-  J’AI L’ASSURANCE D’ÊTRE EN JÉSUS </a:t>
            </a:r>
          </a:p>
          <a:p>
            <a:r>
              <a:rPr lang="fr-FR" altLang="fr-FR"/>
              <a:t>Blessed assurance, Jesus is mine!</a:t>
            </a:r>
          </a:p>
          <a:p>
            <a:r>
              <a:rPr lang="fr-FR" altLang="fr-FR"/>
              <a:t>2-  QUELLE ESPÉRANCE DE SA GLOIRE VENUE</a:t>
            </a:r>
          </a:p>
          <a:p>
            <a:r>
              <a:rPr lang="fr-FR" altLang="fr-FR"/>
              <a:t>Oh, what a foretaste of glory divine!</a:t>
            </a:r>
          </a:p>
          <a:p>
            <a:r>
              <a:rPr lang="fr-FR" altLang="fr-FR"/>
              <a:t>3-  ENFANT DU SALUT, DIEU M’A RACHETÉ</a:t>
            </a:r>
          </a:p>
          <a:p>
            <a:r>
              <a:rPr lang="fr-FR" altLang="fr-FR"/>
              <a:t>Heir of salvation, purchase of God,</a:t>
            </a:r>
          </a:p>
          <a:p>
            <a:r>
              <a:rPr lang="fr-FR" altLang="fr-FR"/>
              <a:t>4-  NÉ DE SON ESPRIT SON SANG M’A LAVÉ</a:t>
            </a:r>
          </a:p>
          <a:p>
            <a:r>
              <a:rPr lang="fr-FR" altLang="fr-FR"/>
              <a:t>Born of His Spirit, washed in His blood.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	5-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6-  LOUER MON SAUVEUR LE JOUR DURANT</a:t>
            </a:r>
          </a:p>
          <a:p>
            <a:r>
              <a:rPr lang="fr-FR" altLang="fr-FR"/>
              <a:t>	Praising my Savior all the day long;</a:t>
            </a:r>
          </a:p>
          <a:p>
            <a:r>
              <a:rPr lang="fr-FR" altLang="fr-FR"/>
              <a:t>	7-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8-  LOUER MON SAUVEUR À CHAQUE INSTANT</a:t>
            </a:r>
          </a:p>
          <a:p>
            <a:r>
              <a:rPr lang="fr-FR" altLang="fr-FR"/>
              <a:t>	Praising my Savior all the day long.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9-  PARFAITE SOUMISSION PARFAIT BONHEUR</a:t>
            </a:r>
          </a:p>
          <a:p>
            <a:r>
              <a:rPr lang="fr-FR" altLang="fr-FR"/>
              <a:t>Perfect submission, perfect delight,</a:t>
            </a:r>
          </a:p>
          <a:p>
            <a:r>
              <a:rPr lang="fr-FR" altLang="fr-FR"/>
              <a:t>10-  L’HEURE DE SON RETOUR BRILLE DANS MON CŒUR</a:t>
            </a:r>
          </a:p>
          <a:p>
            <a:r>
              <a:rPr lang="fr-FR" altLang="fr-FR"/>
              <a:t>Visions of rapture now burst on my sight;</a:t>
            </a:r>
          </a:p>
          <a:p>
            <a:r>
              <a:rPr lang="fr-FR" altLang="fr-FR"/>
              <a:t>11-  L’ÉCHO DES ANGES QUI CLAMENT FORT</a:t>
            </a:r>
          </a:p>
          <a:p>
            <a:r>
              <a:rPr lang="fr-FR" altLang="fr-FR"/>
              <a:t>Angels, descending, bring from above</a:t>
            </a:r>
          </a:p>
          <a:p>
            <a:r>
              <a:rPr lang="fr-FR" altLang="fr-FR"/>
              <a:t>12-  SON GRAND AMOUR ET SA MISÉRICORDE</a:t>
            </a:r>
          </a:p>
          <a:p>
            <a:r>
              <a:rPr lang="fr-FR" altLang="fr-FR"/>
              <a:t>Echoes of mercy, whispers of love.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13-  PARFAITE SOUMISSION J’AI TOUT EN LUI</a:t>
            </a:r>
          </a:p>
          <a:p>
            <a:r>
              <a:rPr lang="fr-FR" altLang="fr-FR"/>
              <a:t>Perfect submission, all is at rest,</a:t>
            </a:r>
          </a:p>
          <a:p>
            <a:r>
              <a:rPr lang="fr-FR" altLang="fr-FR"/>
              <a:t>14-  AVEC MON SAUVEUR, JE SUIS BÉNI</a:t>
            </a:r>
          </a:p>
          <a:p>
            <a:r>
              <a:rPr lang="fr-FR" altLang="fr-FR"/>
              <a:t>I in my Savior am happy and blest,</a:t>
            </a:r>
          </a:p>
          <a:p>
            <a:r>
              <a:rPr lang="fr-FR" altLang="fr-FR"/>
              <a:t>15-  JE SUIS DANS L’ATTENTE PLEIN DE CONFIANCE</a:t>
            </a:r>
          </a:p>
          <a:p>
            <a:r>
              <a:rPr lang="fr-FR" altLang="fr-FR"/>
              <a:t>Watching and waiting, looking above,</a:t>
            </a:r>
          </a:p>
          <a:p>
            <a:r>
              <a:rPr lang="fr-FR" altLang="fr-FR"/>
              <a:t>16-  REMPLI DE BONTÉ DE SA TOUTE PUISSANCE</a:t>
            </a:r>
          </a:p>
          <a:p>
            <a:r>
              <a:rPr lang="fr-FR" altLang="fr-FR"/>
              <a:t>Filled with His goodness, lost in His love</a:t>
            </a:r>
          </a:p>
          <a:p>
            <a:endParaRPr lang="fr-FR" altLang="fr-FR"/>
          </a:p>
          <a:p>
            <a:endParaRPr lang="fr-FR" altLang="fr-FR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1-  J’AI L’ASSURANCE D’ÊTRE EN JÉSUS </a:t>
            </a:r>
          </a:p>
          <a:p>
            <a:pPr eaLnBrk="1" hangingPunct="1"/>
            <a:r>
              <a:rPr lang="fr-FR" altLang="fr-FR" smtClean="0"/>
              <a:t>Blessed assurance, Jesus is mine!</a:t>
            </a:r>
          </a:p>
          <a:p>
            <a:pPr eaLnBrk="1" hangingPunct="1"/>
            <a:r>
              <a:rPr lang="fr-FR" altLang="fr-FR" smtClean="0"/>
              <a:t>2-  QUELLE ESPÉRANCE DE SA GLOIRE VENUE</a:t>
            </a:r>
          </a:p>
          <a:p>
            <a:pPr eaLnBrk="1" hangingPunct="1"/>
            <a:r>
              <a:rPr lang="fr-FR" altLang="fr-FR" smtClean="0"/>
              <a:t>Oh, what a foretaste of glory divine!</a:t>
            </a:r>
          </a:p>
          <a:p>
            <a:pPr eaLnBrk="1" hangingPunct="1"/>
            <a:r>
              <a:rPr lang="fr-FR" altLang="fr-FR" smtClean="0"/>
              <a:t>3-  ENFANT DU SALUT, DIEU M’A RACHETÉ</a:t>
            </a:r>
          </a:p>
          <a:p>
            <a:pPr eaLnBrk="1" hangingPunct="1"/>
            <a:r>
              <a:rPr lang="fr-FR" altLang="fr-FR" smtClean="0"/>
              <a:t>Heir of salvation, purchase of God,</a:t>
            </a:r>
          </a:p>
          <a:p>
            <a:pPr eaLnBrk="1" hangingPunct="1"/>
            <a:r>
              <a:rPr lang="fr-FR" altLang="fr-FR" smtClean="0"/>
              <a:t>4-  NÉ DE SON ESPRIT SON SANG M’A LAVÉ</a:t>
            </a:r>
          </a:p>
          <a:p>
            <a:pPr eaLnBrk="1" hangingPunct="1"/>
            <a:r>
              <a:rPr lang="fr-FR" altLang="fr-FR" smtClean="0"/>
              <a:t>Born of His Spirit, washed in His blood.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5-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6-  LOUER MON SAUVEUR LE JOUR DURANT</a:t>
            </a:r>
          </a:p>
          <a:p>
            <a:pPr eaLnBrk="1" hangingPunct="1"/>
            <a:r>
              <a:rPr lang="fr-FR" altLang="fr-FR" smtClean="0"/>
              <a:t>	Praising my Savior all the day long;</a:t>
            </a:r>
          </a:p>
          <a:p>
            <a:pPr eaLnBrk="1" hangingPunct="1"/>
            <a:r>
              <a:rPr lang="fr-FR" altLang="fr-FR" smtClean="0"/>
              <a:t>	7-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8-  LOUER MON SAUVEUR À CHAQUE INSTANT</a:t>
            </a:r>
          </a:p>
          <a:p>
            <a:pPr eaLnBrk="1" hangingPunct="1"/>
            <a:r>
              <a:rPr lang="fr-FR" altLang="fr-FR" smtClean="0"/>
              <a:t>	Praising my Savior all the day long.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9-  PARFAITE SOUMISSION PARFAIT BONHEUR</a:t>
            </a:r>
          </a:p>
          <a:p>
            <a:pPr eaLnBrk="1" hangingPunct="1"/>
            <a:r>
              <a:rPr lang="fr-FR" altLang="fr-FR" smtClean="0"/>
              <a:t>Perfect submission, perfect delight,</a:t>
            </a:r>
          </a:p>
          <a:p>
            <a:pPr eaLnBrk="1" hangingPunct="1"/>
            <a:r>
              <a:rPr lang="fr-FR" altLang="fr-FR" smtClean="0"/>
              <a:t>10-  L’HEURE DE SON RETOUR BRILLE DANS MON CŒUR</a:t>
            </a:r>
          </a:p>
          <a:p>
            <a:pPr eaLnBrk="1" hangingPunct="1"/>
            <a:r>
              <a:rPr lang="fr-FR" altLang="fr-FR" smtClean="0"/>
              <a:t>Visions of rapture now burst on my sight;</a:t>
            </a:r>
          </a:p>
          <a:p>
            <a:pPr eaLnBrk="1" hangingPunct="1"/>
            <a:r>
              <a:rPr lang="fr-FR" altLang="fr-FR" smtClean="0"/>
              <a:t>11-  L’ÉCHO DES ANGES QUI CLAMENT FORT</a:t>
            </a:r>
          </a:p>
          <a:p>
            <a:pPr eaLnBrk="1" hangingPunct="1"/>
            <a:r>
              <a:rPr lang="fr-FR" altLang="fr-FR" smtClean="0"/>
              <a:t>Angels, descending, bring from above</a:t>
            </a:r>
          </a:p>
          <a:p>
            <a:pPr eaLnBrk="1" hangingPunct="1"/>
            <a:r>
              <a:rPr lang="fr-FR" altLang="fr-FR" smtClean="0"/>
              <a:t>12-  SON GRAND AMOUR ET SA MISÉRICORDE</a:t>
            </a:r>
          </a:p>
          <a:p>
            <a:pPr eaLnBrk="1" hangingPunct="1"/>
            <a:r>
              <a:rPr lang="fr-FR" altLang="fr-FR" smtClean="0"/>
              <a:t>Echoes of mercy, whispers of love.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13-  PARFAITE SOUMISSION J’AI TOUT EN LUI</a:t>
            </a:r>
          </a:p>
          <a:p>
            <a:pPr eaLnBrk="1" hangingPunct="1"/>
            <a:r>
              <a:rPr lang="fr-FR" altLang="fr-FR" smtClean="0"/>
              <a:t>Perfect submission, all is at rest,</a:t>
            </a:r>
          </a:p>
          <a:p>
            <a:pPr eaLnBrk="1" hangingPunct="1"/>
            <a:r>
              <a:rPr lang="fr-FR" altLang="fr-FR" smtClean="0"/>
              <a:t>14-  AVEC MON SAUVEUR, JE SUIS BÉNI</a:t>
            </a:r>
          </a:p>
          <a:p>
            <a:pPr eaLnBrk="1" hangingPunct="1"/>
            <a:r>
              <a:rPr lang="fr-FR" altLang="fr-FR" smtClean="0"/>
              <a:t>I in my Savior am happy and blest,</a:t>
            </a:r>
          </a:p>
          <a:p>
            <a:pPr eaLnBrk="1" hangingPunct="1"/>
            <a:r>
              <a:rPr lang="fr-FR" altLang="fr-FR" smtClean="0"/>
              <a:t>15-  JE SUIS DANS L’ATTENTE PLEIN DE CONFIANCE</a:t>
            </a:r>
          </a:p>
          <a:p>
            <a:pPr eaLnBrk="1" hangingPunct="1"/>
            <a:r>
              <a:rPr lang="fr-FR" altLang="fr-FR" smtClean="0"/>
              <a:t>Watching and waiting, looking above,</a:t>
            </a:r>
          </a:p>
          <a:p>
            <a:pPr eaLnBrk="1" hangingPunct="1"/>
            <a:r>
              <a:rPr lang="fr-FR" altLang="fr-FR" smtClean="0"/>
              <a:t>16-  REMPLI DE BONTÉ DE SA TOUTE PUISSANCE</a:t>
            </a:r>
          </a:p>
          <a:p>
            <a:pPr eaLnBrk="1" hangingPunct="1"/>
            <a:r>
              <a:rPr lang="fr-FR" altLang="fr-FR" smtClean="0"/>
              <a:t>Filled with His goodness, lost in His love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/>
              <a:t>1-  J’AI L’ASSURANCE D’ÊTRE EN JÉSUS </a:t>
            </a:r>
          </a:p>
          <a:p>
            <a:r>
              <a:rPr lang="fr-FR" altLang="fr-FR"/>
              <a:t>Blessed assurance, Jesus is mine!</a:t>
            </a:r>
          </a:p>
          <a:p>
            <a:r>
              <a:rPr lang="fr-FR" altLang="fr-FR"/>
              <a:t>2-  QUELLE ESPÉRANCE DE SA GLOIRE VENUE</a:t>
            </a:r>
          </a:p>
          <a:p>
            <a:r>
              <a:rPr lang="fr-FR" altLang="fr-FR"/>
              <a:t>Oh, what a foretaste of glory divine!</a:t>
            </a:r>
          </a:p>
          <a:p>
            <a:r>
              <a:rPr lang="fr-FR" altLang="fr-FR"/>
              <a:t>3-  ENFANT DU SALUT, DIEU M’A RACHETÉ</a:t>
            </a:r>
          </a:p>
          <a:p>
            <a:r>
              <a:rPr lang="fr-FR" altLang="fr-FR"/>
              <a:t>Heir of salvation, purchase of God,</a:t>
            </a:r>
          </a:p>
          <a:p>
            <a:r>
              <a:rPr lang="fr-FR" altLang="fr-FR"/>
              <a:t>4-  NÉ DE SON ESPRIT SON SANG M’A LAVÉ</a:t>
            </a:r>
          </a:p>
          <a:p>
            <a:r>
              <a:rPr lang="fr-FR" altLang="fr-FR"/>
              <a:t>Born of His Spirit, washed in His blood.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	5-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6-  LOUER MON SAUVEUR LE JOUR DURANT</a:t>
            </a:r>
          </a:p>
          <a:p>
            <a:r>
              <a:rPr lang="fr-FR" altLang="fr-FR"/>
              <a:t>	Praising my Savior all the day long;</a:t>
            </a:r>
          </a:p>
          <a:p>
            <a:r>
              <a:rPr lang="fr-FR" altLang="fr-FR"/>
              <a:t>	7-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8-  LOUER MON SAUVEUR À CHAQUE INSTANT</a:t>
            </a:r>
          </a:p>
          <a:p>
            <a:r>
              <a:rPr lang="fr-FR" altLang="fr-FR"/>
              <a:t>	Praising my Savior all the day long.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9-  PARFAITE SOUMISSION PARFAIT BONHEUR</a:t>
            </a:r>
          </a:p>
          <a:p>
            <a:r>
              <a:rPr lang="fr-FR" altLang="fr-FR"/>
              <a:t>Perfect submission, perfect delight,</a:t>
            </a:r>
          </a:p>
          <a:p>
            <a:r>
              <a:rPr lang="fr-FR" altLang="fr-FR"/>
              <a:t>10-  L’HEURE DE SON RETOUR BRILLE DANS MON CŒUR</a:t>
            </a:r>
          </a:p>
          <a:p>
            <a:r>
              <a:rPr lang="fr-FR" altLang="fr-FR"/>
              <a:t>Visions of rapture now burst on my sight;</a:t>
            </a:r>
          </a:p>
          <a:p>
            <a:r>
              <a:rPr lang="fr-FR" altLang="fr-FR"/>
              <a:t>11-  L’ÉCHO DES ANGES QUI CLAMENT FORT</a:t>
            </a:r>
          </a:p>
          <a:p>
            <a:r>
              <a:rPr lang="fr-FR" altLang="fr-FR"/>
              <a:t>Angels, descending, bring from above</a:t>
            </a:r>
          </a:p>
          <a:p>
            <a:r>
              <a:rPr lang="fr-FR" altLang="fr-FR"/>
              <a:t>12-  SON GRAND AMOUR ET SA MISÉRICORDE</a:t>
            </a:r>
          </a:p>
          <a:p>
            <a:r>
              <a:rPr lang="fr-FR" altLang="fr-FR"/>
              <a:t>Echoes of mercy, whispers of love.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13-  PARFAITE SOUMISSION J’AI TOUT EN LUI</a:t>
            </a:r>
          </a:p>
          <a:p>
            <a:r>
              <a:rPr lang="fr-FR" altLang="fr-FR"/>
              <a:t>Perfect submission, all is at rest,</a:t>
            </a:r>
          </a:p>
          <a:p>
            <a:r>
              <a:rPr lang="fr-FR" altLang="fr-FR"/>
              <a:t>14-  AVEC MON SAUVEUR, JE SUIS BÉNI</a:t>
            </a:r>
          </a:p>
          <a:p>
            <a:r>
              <a:rPr lang="fr-FR" altLang="fr-FR"/>
              <a:t>I in my Savior am happy and blest,</a:t>
            </a:r>
          </a:p>
          <a:p>
            <a:r>
              <a:rPr lang="fr-FR" altLang="fr-FR"/>
              <a:t>15-  JE SUIS DANS L’ATTENTE PLEIN DE CONFIANCE</a:t>
            </a:r>
          </a:p>
          <a:p>
            <a:r>
              <a:rPr lang="fr-FR" altLang="fr-FR"/>
              <a:t>Watching and waiting, looking above,</a:t>
            </a:r>
          </a:p>
          <a:p>
            <a:r>
              <a:rPr lang="fr-FR" altLang="fr-FR"/>
              <a:t>16-  REMPLI DE BONTÉ DE SA TOUTE PUISSANCE</a:t>
            </a:r>
          </a:p>
          <a:p>
            <a:r>
              <a:rPr lang="fr-FR" altLang="fr-FR"/>
              <a:t>Filled with His goodness, lost in His love</a:t>
            </a:r>
          </a:p>
          <a:p>
            <a:endParaRPr lang="fr-FR" altLang="fr-FR"/>
          </a:p>
          <a:p>
            <a:endParaRPr lang="fr-FR" altLang="fr-FR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1-  J’AI L’ASSURANCE D’ÊTRE EN JÉSUS </a:t>
            </a:r>
          </a:p>
          <a:p>
            <a:pPr eaLnBrk="1" hangingPunct="1"/>
            <a:r>
              <a:rPr lang="fr-FR" altLang="fr-FR" smtClean="0"/>
              <a:t>Blessed assurance, Jesus is mine!</a:t>
            </a:r>
          </a:p>
          <a:p>
            <a:pPr eaLnBrk="1" hangingPunct="1"/>
            <a:r>
              <a:rPr lang="fr-FR" altLang="fr-FR" smtClean="0"/>
              <a:t>2-  QUELLE ESPÉRANCE DE SA GLOIRE VENUE</a:t>
            </a:r>
          </a:p>
          <a:p>
            <a:pPr eaLnBrk="1" hangingPunct="1"/>
            <a:r>
              <a:rPr lang="fr-FR" altLang="fr-FR" smtClean="0"/>
              <a:t>Oh, what a foretaste of glory divine!</a:t>
            </a:r>
          </a:p>
          <a:p>
            <a:pPr eaLnBrk="1" hangingPunct="1"/>
            <a:r>
              <a:rPr lang="fr-FR" altLang="fr-FR" smtClean="0"/>
              <a:t>3-  ENFANT DU SALUT, DIEU M’A RACHETÉ</a:t>
            </a:r>
          </a:p>
          <a:p>
            <a:pPr eaLnBrk="1" hangingPunct="1"/>
            <a:r>
              <a:rPr lang="fr-FR" altLang="fr-FR" smtClean="0"/>
              <a:t>Heir of salvation, purchase of God,</a:t>
            </a:r>
          </a:p>
          <a:p>
            <a:pPr eaLnBrk="1" hangingPunct="1"/>
            <a:r>
              <a:rPr lang="fr-FR" altLang="fr-FR" smtClean="0"/>
              <a:t>4-  NÉ DE SON ESPRIT SON SANG M’A LAVÉ</a:t>
            </a:r>
          </a:p>
          <a:p>
            <a:pPr eaLnBrk="1" hangingPunct="1"/>
            <a:r>
              <a:rPr lang="fr-FR" altLang="fr-FR" smtClean="0"/>
              <a:t>Born of His Spirit, washed in His blood.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5-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6-  LOUER MON SAUVEUR LE JOUR DURANT</a:t>
            </a:r>
          </a:p>
          <a:p>
            <a:pPr eaLnBrk="1" hangingPunct="1"/>
            <a:r>
              <a:rPr lang="fr-FR" altLang="fr-FR" smtClean="0"/>
              <a:t>	Praising my Savior all the day long;</a:t>
            </a:r>
          </a:p>
          <a:p>
            <a:pPr eaLnBrk="1" hangingPunct="1"/>
            <a:r>
              <a:rPr lang="fr-FR" altLang="fr-FR" smtClean="0"/>
              <a:t>	7-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8-  LOUER MON SAUVEUR À CHAQUE INSTANT</a:t>
            </a:r>
          </a:p>
          <a:p>
            <a:pPr eaLnBrk="1" hangingPunct="1"/>
            <a:r>
              <a:rPr lang="fr-FR" altLang="fr-FR" smtClean="0"/>
              <a:t>	Praising my Savior all the day long.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9-  PARFAITE SOUMISSION PARFAIT BONHEUR</a:t>
            </a:r>
          </a:p>
          <a:p>
            <a:pPr eaLnBrk="1" hangingPunct="1"/>
            <a:r>
              <a:rPr lang="fr-FR" altLang="fr-FR" smtClean="0"/>
              <a:t>Perfect submission, perfect delight,</a:t>
            </a:r>
          </a:p>
          <a:p>
            <a:pPr eaLnBrk="1" hangingPunct="1"/>
            <a:r>
              <a:rPr lang="fr-FR" altLang="fr-FR" smtClean="0"/>
              <a:t>10-  L’HEURE DE SON RETOUR BRILLE DANS MON CŒUR</a:t>
            </a:r>
          </a:p>
          <a:p>
            <a:pPr eaLnBrk="1" hangingPunct="1"/>
            <a:r>
              <a:rPr lang="fr-FR" altLang="fr-FR" smtClean="0"/>
              <a:t>Visions of rapture now burst on my sight;</a:t>
            </a:r>
          </a:p>
          <a:p>
            <a:pPr eaLnBrk="1" hangingPunct="1"/>
            <a:r>
              <a:rPr lang="fr-FR" altLang="fr-FR" smtClean="0"/>
              <a:t>11-  L’ÉCHO DES ANGES QUI CLAMENT FORT</a:t>
            </a:r>
          </a:p>
          <a:p>
            <a:pPr eaLnBrk="1" hangingPunct="1"/>
            <a:r>
              <a:rPr lang="fr-FR" altLang="fr-FR" smtClean="0"/>
              <a:t>Angels, descending, bring from above</a:t>
            </a:r>
          </a:p>
          <a:p>
            <a:pPr eaLnBrk="1" hangingPunct="1"/>
            <a:r>
              <a:rPr lang="fr-FR" altLang="fr-FR" smtClean="0"/>
              <a:t>12-  SON GRAND AMOUR ET SA MISÉRICORDE</a:t>
            </a:r>
          </a:p>
          <a:p>
            <a:pPr eaLnBrk="1" hangingPunct="1"/>
            <a:r>
              <a:rPr lang="fr-FR" altLang="fr-FR" smtClean="0"/>
              <a:t>Echoes of mercy, whispers of love.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13-  PARFAITE SOUMISSION J’AI TOUT EN LUI</a:t>
            </a:r>
          </a:p>
          <a:p>
            <a:pPr eaLnBrk="1" hangingPunct="1"/>
            <a:r>
              <a:rPr lang="fr-FR" altLang="fr-FR" smtClean="0"/>
              <a:t>Perfect submission, all is at rest,</a:t>
            </a:r>
          </a:p>
          <a:p>
            <a:pPr eaLnBrk="1" hangingPunct="1"/>
            <a:r>
              <a:rPr lang="fr-FR" altLang="fr-FR" smtClean="0"/>
              <a:t>14-  AVEC MON SAUVEUR, JE SUIS BÉNI</a:t>
            </a:r>
          </a:p>
          <a:p>
            <a:pPr eaLnBrk="1" hangingPunct="1"/>
            <a:r>
              <a:rPr lang="fr-FR" altLang="fr-FR" smtClean="0"/>
              <a:t>I in my Savior am happy and blest,</a:t>
            </a:r>
          </a:p>
          <a:p>
            <a:pPr eaLnBrk="1" hangingPunct="1"/>
            <a:r>
              <a:rPr lang="fr-FR" altLang="fr-FR" smtClean="0"/>
              <a:t>15-  JE SUIS DANS L’ATTENTE PLEIN DE CONFIANCE</a:t>
            </a:r>
          </a:p>
          <a:p>
            <a:pPr eaLnBrk="1" hangingPunct="1"/>
            <a:r>
              <a:rPr lang="fr-FR" altLang="fr-FR" smtClean="0"/>
              <a:t>Watching and waiting, looking above,</a:t>
            </a:r>
          </a:p>
          <a:p>
            <a:pPr eaLnBrk="1" hangingPunct="1"/>
            <a:r>
              <a:rPr lang="fr-FR" altLang="fr-FR" smtClean="0"/>
              <a:t>16-  REMPLI DE BONTÉ DE SA TOUTE PUISSANCE</a:t>
            </a:r>
          </a:p>
          <a:p>
            <a:pPr eaLnBrk="1" hangingPunct="1"/>
            <a:r>
              <a:rPr lang="fr-FR" altLang="fr-FR" smtClean="0"/>
              <a:t>Filled with His goodness, lost in His love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/>
              <a:t>1-  J’AI L’ASSURANCE D’ÊTRE EN JÉSUS </a:t>
            </a:r>
          </a:p>
          <a:p>
            <a:r>
              <a:rPr lang="fr-FR" altLang="fr-FR"/>
              <a:t>Blessed assurance, Jesus is mine!</a:t>
            </a:r>
          </a:p>
          <a:p>
            <a:r>
              <a:rPr lang="fr-FR" altLang="fr-FR"/>
              <a:t>2-  QUELLE ESPÉRANCE DE SA GLOIRE VENUE</a:t>
            </a:r>
          </a:p>
          <a:p>
            <a:r>
              <a:rPr lang="fr-FR" altLang="fr-FR"/>
              <a:t>Oh, what a foretaste of glory divine!</a:t>
            </a:r>
          </a:p>
          <a:p>
            <a:r>
              <a:rPr lang="fr-FR" altLang="fr-FR"/>
              <a:t>3-  ENFANT DU SALUT, DIEU M’A RACHETÉ</a:t>
            </a:r>
          </a:p>
          <a:p>
            <a:r>
              <a:rPr lang="fr-FR" altLang="fr-FR"/>
              <a:t>Heir of salvation, purchase of God,</a:t>
            </a:r>
          </a:p>
          <a:p>
            <a:r>
              <a:rPr lang="fr-FR" altLang="fr-FR"/>
              <a:t>4-  NÉ DE SON ESPRIT SON SANG M’A LAVÉ</a:t>
            </a:r>
          </a:p>
          <a:p>
            <a:r>
              <a:rPr lang="fr-FR" altLang="fr-FR"/>
              <a:t>Born of His Spirit, washed in His blood.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	5-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6-  LOUER MON SAUVEUR LE JOUR DURANT</a:t>
            </a:r>
          </a:p>
          <a:p>
            <a:r>
              <a:rPr lang="fr-FR" altLang="fr-FR"/>
              <a:t>	Praising my Savior all the day long;</a:t>
            </a:r>
          </a:p>
          <a:p>
            <a:r>
              <a:rPr lang="fr-FR" altLang="fr-FR"/>
              <a:t>	7-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8-  LOUER MON SAUVEUR À CHAQUE INSTANT</a:t>
            </a:r>
          </a:p>
          <a:p>
            <a:r>
              <a:rPr lang="fr-FR" altLang="fr-FR"/>
              <a:t>	Praising my Savior all the day long.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9-  PARFAITE SOUMISSION PARFAIT BONHEUR</a:t>
            </a:r>
          </a:p>
          <a:p>
            <a:r>
              <a:rPr lang="fr-FR" altLang="fr-FR"/>
              <a:t>Perfect submission, perfect delight,</a:t>
            </a:r>
          </a:p>
          <a:p>
            <a:r>
              <a:rPr lang="fr-FR" altLang="fr-FR"/>
              <a:t>10-  L’HEURE DE SON RETOUR BRILLE DANS MON CŒUR</a:t>
            </a:r>
          </a:p>
          <a:p>
            <a:r>
              <a:rPr lang="fr-FR" altLang="fr-FR"/>
              <a:t>Visions of rapture now burst on my sight;</a:t>
            </a:r>
          </a:p>
          <a:p>
            <a:r>
              <a:rPr lang="fr-FR" altLang="fr-FR"/>
              <a:t>11-  L’ÉCHO DES ANGES QUI CLAMENT FORT</a:t>
            </a:r>
          </a:p>
          <a:p>
            <a:r>
              <a:rPr lang="fr-FR" altLang="fr-FR"/>
              <a:t>Angels, descending, bring from above</a:t>
            </a:r>
          </a:p>
          <a:p>
            <a:r>
              <a:rPr lang="fr-FR" altLang="fr-FR"/>
              <a:t>12-  SON GRAND AMOUR ET SA MISÉRICORDE</a:t>
            </a:r>
          </a:p>
          <a:p>
            <a:r>
              <a:rPr lang="fr-FR" altLang="fr-FR"/>
              <a:t>Echoes of mercy, whispers of love.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13-  PARFAITE SOUMISSION J’AI TOUT EN LUI</a:t>
            </a:r>
          </a:p>
          <a:p>
            <a:r>
              <a:rPr lang="fr-FR" altLang="fr-FR"/>
              <a:t>Perfect submission, all is at rest,</a:t>
            </a:r>
          </a:p>
          <a:p>
            <a:r>
              <a:rPr lang="fr-FR" altLang="fr-FR"/>
              <a:t>14-  AVEC MON SAUVEUR, JE SUIS BÉNI</a:t>
            </a:r>
          </a:p>
          <a:p>
            <a:r>
              <a:rPr lang="fr-FR" altLang="fr-FR"/>
              <a:t>I in my Savior am happy and blest,</a:t>
            </a:r>
          </a:p>
          <a:p>
            <a:r>
              <a:rPr lang="fr-FR" altLang="fr-FR"/>
              <a:t>15-  JE SUIS DANS L’ATTENTE PLEIN DE CONFIANCE</a:t>
            </a:r>
          </a:p>
          <a:p>
            <a:r>
              <a:rPr lang="fr-FR" altLang="fr-FR"/>
              <a:t>Watching and waiting, looking above,</a:t>
            </a:r>
          </a:p>
          <a:p>
            <a:r>
              <a:rPr lang="fr-FR" altLang="fr-FR"/>
              <a:t>16-  REMPLI DE BONTÉ DE SA TOUTE PUISSANCE</a:t>
            </a:r>
          </a:p>
          <a:p>
            <a:r>
              <a:rPr lang="fr-FR" altLang="fr-FR"/>
              <a:t>Filled with His goodness, lost in His love</a:t>
            </a:r>
          </a:p>
          <a:p>
            <a:endParaRPr lang="fr-FR" altLang="fr-FR"/>
          </a:p>
          <a:p>
            <a:endParaRPr lang="fr-FR" altLang="fr-FR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1-  J’AI L’ASSURANCE D’ÊTRE EN JÉSUS </a:t>
            </a:r>
          </a:p>
          <a:p>
            <a:pPr eaLnBrk="1" hangingPunct="1"/>
            <a:r>
              <a:rPr lang="fr-FR" altLang="fr-FR" smtClean="0"/>
              <a:t>Blessed assurance, Jesus is mine!</a:t>
            </a:r>
          </a:p>
          <a:p>
            <a:pPr eaLnBrk="1" hangingPunct="1"/>
            <a:r>
              <a:rPr lang="fr-FR" altLang="fr-FR" smtClean="0"/>
              <a:t>2-  QUELLE ESPÉRANCE DE SA GLOIRE VENUE</a:t>
            </a:r>
          </a:p>
          <a:p>
            <a:pPr eaLnBrk="1" hangingPunct="1"/>
            <a:r>
              <a:rPr lang="fr-FR" altLang="fr-FR" smtClean="0"/>
              <a:t>Oh, what a foretaste of glory divine!</a:t>
            </a:r>
          </a:p>
          <a:p>
            <a:pPr eaLnBrk="1" hangingPunct="1"/>
            <a:r>
              <a:rPr lang="fr-FR" altLang="fr-FR" smtClean="0"/>
              <a:t>3-  ENFANT DU SALUT, DIEU M’A RACHETÉ</a:t>
            </a:r>
          </a:p>
          <a:p>
            <a:pPr eaLnBrk="1" hangingPunct="1"/>
            <a:r>
              <a:rPr lang="fr-FR" altLang="fr-FR" smtClean="0"/>
              <a:t>Heir of salvation, purchase of God,</a:t>
            </a:r>
          </a:p>
          <a:p>
            <a:pPr eaLnBrk="1" hangingPunct="1"/>
            <a:r>
              <a:rPr lang="fr-FR" altLang="fr-FR" smtClean="0"/>
              <a:t>4-  NÉ DE SON ESPRIT SON SANG M’A LAVÉ</a:t>
            </a:r>
          </a:p>
          <a:p>
            <a:pPr eaLnBrk="1" hangingPunct="1"/>
            <a:r>
              <a:rPr lang="fr-FR" altLang="fr-FR" smtClean="0"/>
              <a:t>Born of His Spirit, washed in His blood.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5-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6-  LOUER MON SAUVEUR LE JOUR DURANT</a:t>
            </a:r>
          </a:p>
          <a:p>
            <a:pPr eaLnBrk="1" hangingPunct="1"/>
            <a:r>
              <a:rPr lang="fr-FR" altLang="fr-FR" smtClean="0"/>
              <a:t>	Praising my Savior all the day long;</a:t>
            </a:r>
          </a:p>
          <a:p>
            <a:pPr eaLnBrk="1" hangingPunct="1"/>
            <a:r>
              <a:rPr lang="fr-FR" altLang="fr-FR" smtClean="0"/>
              <a:t>	7-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8-  LOUER MON SAUVEUR À CHAQUE INSTANT</a:t>
            </a:r>
          </a:p>
          <a:p>
            <a:pPr eaLnBrk="1" hangingPunct="1"/>
            <a:r>
              <a:rPr lang="fr-FR" altLang="fr-FR" smtClean="0"/>
              <a:t>	Praising my Savior all the day long.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9-  PARFAITE SOUMISSION PARFAIT BONHEUR</a:t>
            </a:r>
          </a:p>
          <a:p>
            <a:pPr eaLnBrk="1" hangingPunct="1"/>
            <a:r>
              <a:rPr lang="fr-FR" altLang="fr-FR" smtClean="0"/>
              <a:t>Perfect submission, perfect delight,</a:t>
            </a:r>
          </a:p>
          <a:p>
            <a:pPr eaLnBrk="1" hangingPunct="1"/>
            <a:r>
              <a:rPr lang="fr-FR" altLang="fr-FR" smtClean="0"/>
              <a:t>10-  L’HEURE DE SON RETOUR BRILLE DANS MON CŒUR</a:t>
            </a:r>
          </a:p>
          <a:p>
            <a:pPr eaLnBrk="1" hangingPunct="1"/>
            <a:r>
              <a:rPr lang="fr-FR" altLang="fr-FR" smtClean="0"/>
              <a:t>Visions of rapture now burst on my sight;</a:t>
            </a:r>
          </a:p>
          <a:p>
            <a:pPr eaLnBrk="1" hangingPunct="1"/>
            <a:r>
              <a:rPr lang="fr-FR" altLang="fr-FR" smtClean="0"/>
              <a:t>11-  L’ÉCHO DES ANGES QUI CLAMENT FORT</a:t>
            </a:r>
          </a:p>
          <a:p>
            <a:pPr eaLnBrk="1" hangingPunct="1"/>
            <a:r>
              <a:rPr lang="fr-FR" altLang="fr-FR" smtClean="0"/>
              <a:t>Angels, descending, bring from above</a:t>
            </a:r>
          </a:p>
          <a:p>
            <a:pPr eaLnBrk="1" hangingPunct="1"/>
            <a:r>
              <a:rPr lang="fr-FR" altLang="fr-FR" smtClean="0"/>
              <a:t>12-  SON GRAND AMOUR ET SA MISÉRICORDE</a:t>
            </a:r>
          </a:p>
          <a:p>
            <a:pPr eaLnBrk="1" hangingPunct="1"/>
            <a:r>
              <a:rPr lang="fr-FR" altLang="fr-FR" smtClean="0"/>
              <a:t>Echoes of mercy, whispers of love.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13-  PARFAITE SOUMISSION J’AI TOUT EN LUI</a:t>
            </a:r>
          </a:p>
          <a:p>
            <a:pPr eaLnBrk="1" hangingPunct="1"/>
            <a:r>
              <a:rPr lang="fr-FR" altLang="fr-FR" smtClean="0"/>
              <a:t>Perfect submission, all is at rest,</a:t>
            </a:r>
          </a:p>
          <a:p>
            <a:pPr eaLnBrk="1" hangingPunct="1"/>
            <a:r>
              <a:rPr lang="fr-FR" altLang="fr-FR" smtClean="0"/>
              <a:t>14-  AVEC MON SAUVEUR, JE SUIS BÉNI</a:t>
            </a:r>
          </a:p>
          <a:p>
            <a:pPr eaLnBrk="1" hangingPunct="1"/>
            <a:r>
              <a:rPr lang="fr-FR" altLang="fr-FR" smtClean="0"/>
              <a:t>I in my Savior am happy and blest,</a:t>
            </a:r>
          </a:p>
          <a:p>
            <a:pPr eaLnBrk="1" hangingPunct="1"/>
            <a:r>
              <a:rPr lang="fr-FR" altLang="fr-FR" smtClean="0"/>
              <a:t>15-  JE SUIS DANS L’ATTENTE PLEIN DE CONFIANCE</a:t>
            </a:r>
          </a:p>
          <a:p>
            <a:pPr eaLnBrk="1" hangingPunct="1"/>
            <a:r>
              <a:rPr lang="fr-FR" altLang="fr-FR" smtClean="0"/>
              <a:t>Watching and waiting, looking above,</a:t>
            </a:r>
          </a:p>
          <a:p>
            <a:pPr eaLnBrk="1" hangingPunct="1"/>
            <a:r>
              <a:rPr lang="fr-FR" altLang="fr-FR" smtClean="0"/>
              <a:t>16-  REMPLI DE BONTÉ DE SA TOUTE PUISSANCE</a:t>
            </a:r>
          </a:p>
          <a:p>
            <a:pPr eaLnBrk="1" hangingPunct="1"/>
            <a:r>
              <a:rPr lang="fr-FR" altLang="fr-FR" smtClean="0"/>
              <a:t>Filled with His goodness, lost in His love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/>
              <a:t>1-  J’AI L’ASSURANCE D’ÊTRE EN JÉSUS </a:t>
            </a:r>
          </a:p>
          <a:p>
            <a:r>
              <a:rPr lang="fr-FR" altLang="fr-FR"/>
              <a:t>Blessed assurance, Jesus is mine!</a:t>
            </a:r>
          </a:p>
          <a:p>
            <a:r>
              <a:rPr lang="fr-FR" altLang="fr-FR"/>
              <a:t>2-  QUELLE ESPÉRANCE DE SA GLOIRE VENUE</a:t>
            </a:r>
          </a:p>
          <a:p>
            <a:r>
              <a:rPr lang="fr-FR" altLang="fr-FR"/>
              <a:t>Oh, what a foretaste of glory divine!</a:t>
            </a:r>
          </a:p>
          <a:p>
            <a:r>
              <a:rPr lang="fr-FR" altLang="fr-FR"/>
              <a:t>3-  ENFANT DU SALUT, DIEU M’A RACHETÉ</a:t>
            </a:r>
          </a:p>
          <a:p>
            <a:r>
              <a:rPr lang="fr-FR" altLang="fr-FR"/>
              <a:t>Heir of salvation, purchase of God,</a:t>
            </a:r>
          </a:p>
          <a:p>
            <a:r>
              <a:rPr lang="fr-FR" altLang="fr-FR"/>
              <a:t>4-  NÉ DE SON ESPRIT SON SANG M’A LAVÉ</a:t>
            </a:r>
          </a:p>
          <a:p>
            <a:r>
              <a:rPr lang="fr-FR" altLang="fr-FR"/>
              <a:t>Born of His Spirit, washed in His blood.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	5-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6-  LOUER MON SAUVEUR LE JOUR DURANT</a:t>
            </a:r>
          </a:p>
          <a:p>
            <a:r>
              <a:rPr lang="fr-FR" altLang="fr-FR"/>
              <a:t>	Praising my Savior all the day long;</a:t>
            </a:r>
          </a:p>
          <a:p>
            <a:r>
              <a:rPr lang="fr-FR" altLang="fr-FR"/>
              <a:t>	7-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8-  LOUER MON SAUVEUR À CHAQUE INSTANT</a:t>
            </a:r>
          </a:p>
          <a:p>
            <a:r>
              <a:rPr lang="fr-FR" altLang="fr-FR"/>
              <a:t>	Praising my Savior all the day long.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9-  PARFAITE SOUMISSION PARFAIT BONHEUR</a:t>
            </a:r>
          </a:p>
          <a:p>
            <a:r>
              <a:rPr lang="fr-FR" altLang="fr-FR"/>
              <a:t>Perfect submission, perfect delight,</a:t>
            </a:r>
          </a:p>
          <a:p>
            <a:r>
              <a:rPr lang="fr-FR" altLang="fr-FR"/>
              <a:t>10-  L’HEURE DE SON RETOUR BRILLE DANS MON CŒUR</a:t>
            </a:r>
          </a:p>
          <a:p>
            <a:r>
              <a:rPr lang="fr-FR" altLang="fr-FR"/>
              <a:t>Visions of rapture now burst on my sight;</a:t>
            </a:r>
          </a:p>
          <a:p>
            <a:r>
              <a:rPr lang="fr-FR" altLang="fr-FR"/>
              <a:t>11-  L’ÉCHO DES ANGES QUI CLAMENT FORT</a:t>
            </a:r>
          </a:p>
          <a:p>
            <a:r>
              <a:rPr lang="fr-FR" altLang="fr-FR"/>
              <a:t>Angels, descending, bring from above</a:t>
            </a:r>
          </a:p>
          <a:p>
            <a:r>
              <a:rPr lang="fr-FR" altLang="fr-FR"/>
              <a:t>12-  SON GRAND AMOUR ET SA MISÉRICORDE</a:t>
            </a:r>
          </a:p>
          <a:p>
            <a:r>
              <a:rPr lang="fr-FR" altLang="fr-FR"/>
              <a:t>Echoes of mercy, whispers of love.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13-  PARFAITE SOUMISSION J’AI TOUT EN LUI</a:t>
            </a:r>
          </a:p>
          <a:p>
            <a:r>
              <a:rPr lang="fr-FR" altLang="fr-FR"/>
              <a:t>Perfect submission, all is at rest,</a:t>
            </a:r>
          </a:p>
          <a:p>
            <a:r>
              <a:rPr lang="fr-FR" altLang="fr-FR"/>
              <a:t>14-  AVEC MON SAUVEUR, JE SUIS BÉNI</a:t>
            </a:r>
          </a:p>
          <a:p>
            <a:r>
              <a:rPr lang="fr-FR" altLang="fr-FR"/>
              <a:t>I in my Savior am happy and blest,</a:t>
            </a:r>
          </a:p>
          <a:p>
            <a:r>
              <a:rPr lang="fr-FR" altLang="fr-FR"/>
              <a:t>15-  JE SUIS DANS L’ATTENTE PLEIN DE CONFIANCE</a:t>
            </a:r>
          </a:p>
          <a:p>
            <a:r>
              <a:rPr lang="fr-FR" altLang="fr-FR"/>
              <a:t>Watching and waiting, looking above,</a:t>
            </a:r>
          </a:p>
          <a:p>
            <a:r>
              <a:rPr lang="fr-FR" altLang="fr-FR"/>
              <a:t>16-  REMPLI DE BONTÉ DE SA TOUTE PUISSANCE</a:t>
            </a:r>
          </a:p>
          <a:p>
            <a:r>
              <a:rPr lang="fr-FR" altLang="fr-FR"/>
              <a:t>Filled with His goodness, lost in His love</a:t>
            </a:r>
          </a:p>
          <a:p>
            <a:endParaRPr lang="fr-FR" altLang="fr-FR"/>
          </a:p>
          <a:p>
            <a:endParaRPr lang="fr-FR" altLang="fr-FR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1-  J’AI L’ASSURANCE D’ÊTRE EN JÉSUS </a:t>
            </a:r>
          </a:p>
          <a:p>
            <a:pPr eaLnBrk="1" hangingPunct="1"/>
            <a:r>
              <a:rPr lang="fr-FR" altLang="fr-FR" smtClean="0"/>
              <a:t>Blessed assurance, Jesus is mine!</a:t>
            </a:r>
          </a:p>
          <a:p>
            <a:pPr eaLnBrk="1" hangingPunct="1"/>
            <a:r>
              <a:rPr lang="fr-FR" altLang="fr-FR" smtClean="0"/>
              <a:t>2-  QUELLE ESPÉRANCE DE SA GLOIRE VENUE</a:t>
            </a:r>
          </a:p>
          <a:p>
            <a:pPr eaLnBrk="1" hangingPunct="1"/>
            <a:r>
              <a:rPr lang="fr-FR" altLang="fr-FR" smtClean="0"/>
              <a:t>Oh, what a foretaste of glory divine!</a:t>
            </a:r>
          </a:p>
          <a:p>
            <a:pPr eaLnBrk="1" hangingPunct="1"/>
            <a:r>
              <a:rPr lang="fr-FR" altLang="fr-FR" smtClean="0"/>
              <a:t>3-  ENFANT DU SALUT, DIEU M’A RACHETÉ</a:t>
            </a:r>
          </a:p>
          <a:p>
            <a:pPr eaLnBrk="1" hangingPunct="1"/>
            <a:r>
              <a:rPr lang="fr-FR" altLang="fr-FR" smtClean="0"/>
              <a:t>Heir of salvation, purchase of God,</a:t>
            </a:r>
          </a:p>
          <a:p>
            <a:pPr eaLnBrk="1" hangingPunct="1"/>
            <a:r>
              <a:rPr lang="fr-FR" altLang="fr-FR" smtClean="0"/>
              <a:t>4-  NÉ DE SON ESPRIT SON SANG M’A LAVÉ</a:t>
            </a:r>
          </a:p>
          <a:p>
            <a:pPr eaLnBrk="1" hangingPunct="1"/>
            <a:r>
              <a:rPr lang="fr-FR" altLang="fr-FR" smtClean="0"/>
              <a:t>Born of His Spirit, washed in His blood.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5-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6-  LOUER MON SAUVEUR LE JOUR DURANT</a:t>
            </a:r>
          </a:p>
          <a:p>
            <a:pPr eaLnBrk="1" hangingPunct="1"/>
            <a:r>
              <a:rPr lang="fr-FR" altLang="fr-FR" smtClean="0"/>
              <a:t>	Praising my Savior all the day long;</a:t>
            </a:r>
          </a:p>
          <a:p>
            <a:pPr eaLnBrk="1" hangingPunct="1"/>
            <a:r>
              <a:rPr lang="fr-FR" altLang="fr-FR" smtClean="0"/>
              <a:t>	7-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8-  LOUER MON SAUVEUR À CHAQUE INSTANT</a:t>
            </a:r>
          </a:p>
          <a:p>
            <a:pPr eaLnBrk="1" hangingPunct="1"/>
            <a:r>
              <a:rPr lang="fr-FR" altLang="fr-FR" smtClean="0"/>
              <a:t>	Praising my Savior all the day long.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9-  PARFAITE SOUMISSION PARFAIT BONHEUR</a:t>
            </a:r>
          </a:p>
          <a:p>
            <a:pPr eaLnBrk="1" hangingPunct="1"/>
            <a:r>
              <a:rPr lang="fr-FR" altLang="fr-FR" smtClean="0"/>
              <a:t>Perfect submission, perfect delight,</a:t>
            </a:r>
          </a:p>
          <a:p>
            <a:pPr eaLnBrk="1" hangingPunct="1"/>
            <a:r>
              <a:rPr lang="fr-FR" altLang="fr-FR" smtClean="0"/>
              <a:t>10-  L’HEURE DE SON RETOUR BRILLE DANS MON CŒUR</a:t>
            </a:r>
          </a:p>
          <a:p>
            <a:pPr eaLnBrk="1" hangingPunct="1"/>
            <a:r>
              <a:rPr lang="fr-FR" altLang="fr-FR" smtClean="0"/>
              <a:t>Visions of rapture now burst on my sight;</a:t>
            </a:r>
          </a:p>
          <a:p>
            <a:pPr eaLnBrk="1" hangingPunct="1"/>
            <a:r>
              <a:rPr lang="fr-FR" altLang="fr-FR" smtClean="0"/>
              <a:t>11-  L’ÉCHO DES ANGES QUI CLAMENT FORT</a:t>
            </a:r>
          </a:p>
          <a:p>
            <a:pPr eaLnBrk="1" hangingPunct="1"/>
            <a:r>
              <a:rPr lang="fr-FR" altLang="fr-FR" smtClean="0"/>
              <a:t>Angels, descending, bring from above</a:t>
            </a:r>
          </a:p>
          <a:p>
            <a:pPr eaLnBrk="1" hangingPunct="1"/>
            <a:r>
              <a:rPr lang="fr-FR" altLang="fr-FR" smtClean="0"/>
              <a:t>12-  SON GRAND AMOUR ET SA MISÉRICORDE</a:t>
            </a:r>
          </a:p>
          <a:p>
            <a:pPr eaLnBrk="1" hangingPunct="1"/>
            <a:r>
              <a:rPr lang="fr-FR" altLang="fr-FR" smtClean="0"/>
              <a:t>Echoes of mercy, whispers of love.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13-  PARFAITE SOUMISSION J’AI TOUT EN LUI</a:t>
            </a:r>
          </a:p>
          <a:p>
            <a:pPr eaLnBrk="1" hangingPunct="1"/>
            <a:r>
              <a:rPr lang="fr-FR" altLang="fr-FR" smtClean="0"/>
              <a:t>Perfect submission, all is at rest,</a:t>
            </a:r>
          </a:p>
          <a:p>
            <a:pPr eaLnBrk="1" hangingPunct="1"/>
            <a:r>
              <a:rPr lang="fr-FR" altLang="fr-FR" smtClean="0"/>
              <a:t>14-  AVEC MON SAUVEUR, JE SUIS BÉNI</a:t>
            </a:r>
          </a:p>
          <a:p>
            <a:pPr eaLnBrk="1" hangingPunct="1"/>
            <a:r>
              <a:rPr lang="fr-FR" altLang="fr-FR" smtClean="0"/>
              <a:t>I in my Savior am happy and blest,</a:t>
            </a:r>
          </a:p>
          <a:p>
            <a:pPr eaLnBrk="1" hangingPunct="1"/>
            <a:r>
              <a:rPr lang="fr-FR" altLang="fr-FR" smtClean="0"/>
              <a:t>15-  JE SUIS DANS L’ATTENTE PLEIN DE CONFIANCE</a:t>
            </a:r>
          </a:p>
          <a:p>
            <a:pPr eaLnBrk="1" hangingPunct="1"/>
            <a:r>
              <a:rPr lang="fr-FR" altLang="fr-FR" smtClean="0"/>
              <a:t>Watching and waiting, looking above,</a:t>
            </a:r>
          </a:p>
          <a:p>
            <a:pPr eaLnBrk="1" hangingPunct="1"/>
            <a:r>
              <a:rPr lang="fr-FR" altLang="fr-FR" smtClean="0"/>
              <a:t>16-  REMPLI DE BONTÉ DE SA TOUTE PUISSANCE</a:t>
            </a:r>
          </a:p>
          <a:p>
            <a:pPr eaLnBrk="1" hangingPunct="1"/>
            <a:r>
              <a:rPr lang="fr-FR" altLang="fr-FR" smtClean="0"/>
              <a:t>Filled with His goodness, lost in His love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/>
              <a:t>1-  J’AI L’ASSURANCE D’ÊTRE EN JÉSUS </a:t>
            </a:r>
          </a:p>
          <a:p>
            <a:r>
              <a:rPr lang="fr-FR" altLang="fr-FR"/>
              <a:t>Blessed assurance, Jesus is mine!</a:t>
            </a:r>
          </a:p>
          <a:p>
            <a:r>
              <a:rPr lang="fr-FR" altLang="fr-FR"/>
              <a:t>2-  QUELLE ESPÉRANCE DE SA GLOIRE VENUE</a:t>
            </a:r>
          </a:p>
          <a:p>
            <a:r>
              <a:rPr lang="fr-FR" altLang="fr-FR"/>
              <a:t>Oh, what a foretaste of glory divine!</a:t>
            </a:r>
          </a:p>
          <a:p>
            <a:r>
              <a:rPr lang="fr-FR" altLang="fr-FR"/>
              <a:t>3-  ENFANT DU SALUT, DIEU M’A RACHETÉ</a:t>
            </a:r>
          </a:p>
          <a:p>
            <a:r>
              <a:rPr lang="fr-FR" altLang="fr-FR"/>
              <a:t>Heir of salvation, purchase of God,</a:t>
            </a:r>
          </a:p>
          <a:p>
            <a:r>
              <a:rPr lang="fr-FR" altLang="fr-FR"/>
              <a:t>4-  NÉ DE SON ESPRIT SON SANG M’A LAVÉ</a:t>
            </a:r>
          </a:p>
          <a:p>
            <a:r>
              <a:rPr lang="fr-FR" altLang="fr-FR"/>
              <a:t>Born of His Spirit, washed in His blood.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	5-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6-  LOUER MON SAUVEUR LE JOUR DURANT</a:t>
            </a:r>
          </a:p>
          <a:p>
            <a:r>
              <a:rPr lang="fr-FR" altLang="fr-FR"/>
              <a:t>	Praising my Savior all the day long;</a:t>
            </a:r>
          </a:p>
          <a:p>
            <a:r>
              <a:rPr lang="fr-FR" altLang="fr-FR"/>
              <a:t>	7-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8-  LOUER MON SAUVEUR À CHAQUE INSTANT</a:t>
            </a:r>
          </a:p>
          <a:p>
            <a:r>
              <a:rPr lang="fr-FR" altLang="fr-FR"/>
              <a:t>	Praising my Savior all the day long.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9-  PARFAITE SOUMISSION PARFAIT BONHEUR</a:t>
            </a:r>
          </a:p>
          <a:p>
            <a:r>
              <a:rPr lang="fr-FR" altLang="fr-FR"/>
              <a:t>Perfect submission, perfect delight,</a:t>
            </a:r>
          </a:p>
          <a:p>
            <a:r>
              <a:rPr lang="fr-FR" altLang="fr-FR"/>
              <a:t>10-  L’HEURE DE SON RETOUR BRILLE DANS MON CŒUR</a:t>
            </a:r>
          </a:p>
          <a:p>
            <a:r>
              <a:rPr lang="fr-FR" altLang="fr-FR"/>
              <a:t>Visions of rapture now burst on my sight;</a:t>
            </a:r>
          </a:p>
          <a:p>
            <a:r>
              <a:rPr lang="fr-FR" altLang="fr-FR"/>
              <a:t>11-  L’ÉCHO DES ANGES QUI CLAMENT FORT</a:t>
            </a:r>
          </a:p>
          <a:p>
            <a:r>
              <a:rPr lang="fr-FR" altLang="fr-FR"/>
              <a:t>Angels, descending, bring from above</a:t>
            </a:r>
          </a:p>
          <a:p>
            <a:r>
              <a:rPr lang="fr-FR" altLang="fr-FR"/>
              <a:t>12-  SON GRAND AMOUR ET SA MISÉRICORDE</a:t>
            </a:r>
          </a:p>
          <a:p>
            <a:r>
              <a:rPr lang="fr-FR" altLang="fr-FR"/>
              <a:t>Echoes of mercy, whispers of love.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13-  PARFAITE SOUMISSION J’AI TOUT EN LUI</a:t>
            </a:r>
          </a:p>
          <a:p>
            <a:r>
              <a:rPr lang="fr-FR" altLang="fr-FR"/>
              <a:t>Perfect submission, all is at rest,</a:t>
            </a:r>
          </a:p>
          <a:p>
            <a:r>
              <a:rPr lang="fr-FR" altLang="fr-FR"/>
              <a:t>14-  AVEC MON SAUVEUR, JE SUIS BÉNI</a:t>
            </a:r>
          </a:p>
          <a:p>
            <a:r>
              <a:rPr lang="fr-FR" altLang="fr-FR"/>
              <a:t>I in my Savior am happy and blest,</a:t>
            </a:r>
          </a:p>
          <a:p>
            <a:r>
              <a:rPr lang="fr-FR" altLang="fr-FR"/>
              <a:t>15-  JE SUIS DANS L’ATTENTE PLEIN DE CONFIANCE</a:t>
            </a:r>
          </a:p>
          <a:p>
            <a:r>
              <a:rPr lang="fr-FR" altLang="fr-FR"/>
              <a:t>Watching and waiting, looking above,</a:t>
            </a:r>
          </a:p>
          <a:p>
            <a:r>
              <a:rPr lang="fr-FR" altLang="fr-FR"/>
              <a:t>16-  REMPLI DE BONTÉ DE SA TOUTE PUISSANCE</a:t>
            </a:r>
          </a:p>
          <a:p>
            <a:r>
              <a:rPr lang="fr-FR" altLang="fr-FR"/>
              <a:t>Filled with His goodness, lost in His love</a:t>
            </a:r>
          </a:p>
          <a:p>
            <a:endParaRPr lang="fr-FR" altLang="fr-FR"/>
          </a:p>
          <a:p>
            <a:endParaRPr lang="fr-FR" altLang="fr-FR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1-  J’AI L’ASSURANCE D’ÊTRE EN JÉSUS </a:t>
            </a:r>
          </a:p>
          <a:p>
            <a:pPr eaLnBrk="1" hangingPunct="1"/>
            <a:r>
              <a:rPr lang="fr-FR" altLang="fr-FR" smtClean="0"/>
              <a:t>Blessed assurance, Jesus is mine!</a:t>
            </a:r>
          </a:p>
          <a:p>
            <a:pPr eaLnBrk="1" hangingPunct="1"/>
            <a:r>
              <a:rPr lang="fr-FR" altLang="fr-FR" smtClean="0"/>
              <a:t>2-  QUELLE ESPÉRANCE DE SA GLOIRE VENUE</a:t>
            </a:r>
          </a:p>
          <a:p>
            <a:pPr eaLnBrk="1" hangingPunct="1"/>
            <a:r>
              <a:rPr lang="fr-FR" altLang="fr-FR" smtClean="0"/>
              <a:t>Oh, what a foretaste of glory divine!</a:t>
            </a:r>
          </a:p>
          <a:p>
            <a:pPr eaLnBrk="1" hangingPunct="1"/>
            <a:r>
              <a:rPr lang="fr-FR" altLang="fr-FR" smtClean="0"/>
              <a:t>3-  ENFANT DU SALUT, DIEU M’A RACHETÉ</a:t>
            </a:r>
          </a:p>
          <a:p>
            <a:pPr eaLnBrk="1" hangingPunct="1"/>
            <a:r>
              <a:rPr lang="fr-FR" altLang="fr-FR" smtClean="0"/>
              <a:t>Heir of salvation, purchase of God,</a:t>
            </a:r>
          </a:p>
          <a:p>
            <a:pPr eaLnBrk="1" hangingPunct="1"/>
            <a:r>
              <a:rPr lang="fr-FR" altLang="fr-FR" smtClean="0"/>
              <a:t>4-  NÉ DE SON ESPRIT SON SANG M’A LAVÉ</a:t>
            </a:r>
          </a:p>
          <a:p>
            <a:pPr eaLnBrk="1" hangingPunct="1"/>
            <a:r>
              <a:rPr lang="fr-FR" altLang="fr-FR" smtClean="0"/>
              <a:t>Born of His Spirit, washed in His blood.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5-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6-  LOUER MON SAUVEUR LE JOUR DURANT</a:t>
            </a:r>
          </a:p>
          <a:p>
            <a:pPr eaLnBrk="1" hangingPunct="1"/>
            <a:r>
              <a:rPr lang="fr-FR" altLang="fr-FR" smtClean="0"/>
              <a:t>	Praising my Savior all the day long;</a:t>
            </a:r>
          </a:p>
          <a:p>
            <a:pPr eaLnBrk="1" hangingPunct="1"/>
            <a:r>
              <a:rPr lang="fr-FR" altLang="fr-FR" smtClean="0"/>
              <a:t>	7-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8-  LOUER MON SAUVEUR À CHAQUE INSTANT</a:t>
            </a:r>
          </a:p>
          <a:p>
            <a:pPr eaLnBrk="1" hangingPunct="1"/>
            <a:r>
              <a:rPr lang="fr-FR" altLang="fr-FR" smtClean="0"/>
              <a:t>	Praising my Savior all the day long.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9-  PARFAITE SOUMISSION PARFAIT BONHEUR</a:t>
            </a:r>
          </a:p>
          <a:p>
            <a:pPr eaLnBrk="1" hangingPunct="1"/>
            <a:r>
              <a:rPr lang="fr-FR" altLang="fr-FR" smtClean="0"/>
              <a:t>Perfect submission, perfect delight,</a:t>
            </a:r>
          </a:p>
          <a:p>
            <a:pPr eaLnBrk="1" hangingPunct="1"/>
            <a:r>
              <a:rPr lang="fr-FR" altLang="fr-FR" smtClean="0"/>
              <a:t>10-  L’HEURE DE SON RETOUR BRILLE DANS MON CŒUR</a:t>
            </a:r>
          </a:p>
          <a:p>
            <a:pPr eaLnBrk="1" hangingPunct="1"/>
            <a:r>
              <a:rPr lang="fr-FR" altLang="fr-FR" smtClean="0"/>
              <a:t>Visions of rapture now burst on my sight;</a:t>
            </a:r>
          </a:p>
          <a:p>
            <a:pPr eaLnBrk="1" hangingPunct="1"/>
            <a:r>
              <a:rPr lang="fr-FR" altLang="fr-FR" smtClean="0"/>
              <a:t>11-  L’ÉCHO DES ANGES QUI CLAMENT FORT</a:t>
            </a:r>
          </a:p>
          <a:p>
            <a:pPr eaLnBrk="1" hangingPunct="1"/>
            <a:r>
              <a:rPr lang="fr-FR" altLang="fr-FR" smtClean="0"/>
              <a:t>Angels, descending, bring from above</a:t>
            </a:r>
          </a:p>
          <a:p>
            <a:pPr eaLnBrk="1" hangingPunct="1"/>
            <a:r>
              <a:rPr lang="fr-FR" altLang="fr-FR" smtClean="0"/>
              <a:t>12-  SON GRAND AMOUR ET SA MISÉRICORDE</a:t>
            </a:r>
          </a:p>
          <a:p>
            <a:pPr eaLnBrk="1" hangingPunct="1"/>
            <a:r>
              <a:rPr lang="fr-FR" altLang="fr-FR" smtClean="0"/>
              <a:t>Echoes of mercy, whispers of love.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13-  PARFAITE SOUMISSION J’AI TOUT EN LUI</a:t>
            </a:r>
          </a:p>
          <a:p>
            <a:pPr eaLnBrk="1" hangingPunct="1"/>
            <a:r>
              <a:rPr lang="fr-FR" altLang="fr-FR" smtClean="0"/>
              <a:t>Perfect submission, all is at rest,</a:t>
            </a:r>
          </a:p>
          <a:p>
            <a:pPr eaLnBrk="1" hangingPunct="1"/>
            <a:r>
              <a:rPr lang="fr-FR" altLang="fr-FR" smtClean="0"/>
              <a:t>14-  AVEC MON SAUVEUR, JE SUIS BÉNI</a:t>
            </a:r>
          </a:p>
          <a:p>
            <a:pPr eaLnBrk="1" hangingPunct="1"/>
            <a:r>
              <a:rPr lang="fr-FR" altLang="fr-FR" smtClean="0"/>
              <a:t>I in my Savior am happy and blest,</a:t>
            </a:r>
          </a:p>
          <a:p>
            <a:pPr eaLnBrk="1" hangingPunct="1"/>
            <a:r>
              <a:rPr lang="fr-FR" altLang="fr-FR" smtClean="0"/>
              <a:t>15-  JE SUIS DANS L’ATTENTE PLEIN DE CONFIANCE</a:t>
            </a:r>
          </a:p>
          <a:p>
            <a:pPr eaLnBrk="1" hangingPunct="1"/>
            <a:r>
              <a:rPr lang="fr-FR" altLang="fr-FR" smtClean="0"/>
              <a:t>Watching and waiting, looking above,</a:t>
            </a:r>
          </a:p>
          <a:p>
            <a:pPr eaLnBrk="1" hangingPunct="1"/>
            <a:r>
              <a:rPr lang="fr-FR" altLang="fr-FR" smtClean="0"/>
              <a:t>16-  REMPLI DE BONTÉ DE SA TOUTE PUISSANCE</a:t>
            </a:r>
          </a:p>
          <a:p>
            <a:pPr eaLnBrk="1" hangingPunct="1"/>
            <a:r>
              <a:rPr lang="fr-FR" altLang="fr-FR" smtClean="0"/>
              <a:t>Filled with His goodness, lost in His love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/>
              <a:t>1-  J’AI L’ASSURANCE D’ÊTRE EN JÉSUS </a:t>
            </a:r>
          </a:p>
          <a:p>
            <a:r>
              <a:rPr lang="fr-FR" altLang="fr-FR"/>
              <a:t>Blessed assurance, Jesus is mine!</a:t>
            </a:r>
          </a:p>
          <a:p>
            <a:r>
              <a:rPr lang="fr-FR" altLang="fr-FR"/>
              <a:t>2-  QUELLE ESPÉRANCE DE SA GLOIRE VENUE</a:t>
            </a:r>
          </a:p>
          <a:p>
            <a:r>
              <a:rPr lang="fr-FR" altLang="fr-FR"/>
              <a:t>Oh, what a foretaste of glory divine!</a:t>
            </a:r>
          </a:p>
          <a:p>
            <a:r>
              <a:rPr lang="fr-FR" altLang="fr-FR"/>
              <a:t>3-  ENFANT DU SALUT, DIEU M’A RACHETÉ</a:t>
            </a:r>
          </a:p>
          <a:p>
            <a:r>
              <a:rPr lang="fr-FR" altLang="fr-FR"/>
              <a:t>Heir of salvation, purchase of God,</a:t>
            </a:r>
          </a:p>
          <a:p>
            <a:r>
              <a:rPr lang="fr-FR" altLang="fr-FR"/>
              <a:t>4-  NÉ DE SON ESPRIT SON SANG M’A LAVÉ</a:t>
            </a:r>
          </a:p>
          <a:p>
            <a:r>
              <a:rPr lang="fr-FR" altLang="fr-FR"/>
              <a:t>Born of His Spirit, washed in His blood.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	5-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6-  LOUER MON SAUVEUR LE JOUR DURANT</a:t>
            </a:r>
          </a:p>
          <a:p>
            <a:r>
              <a:rPr lang="fr-FR" altLang="fr-FR"/>
              <a:t>	Praising my Savior all the day long;</a:t>
            </a:r>
          </a:p>
          <a:p>
            <a:r>
              <a:rPr lang="fr-FR" altLang="fr-FR"/>
              <a:t>	7-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8-  LOUER MON SAUVEUR À CHAQUE INSTANT</a:t>
            </a:r>
          </a:p>
          <a:p>
            <a:r>
              <a:rPr lang="fr-FR" altLang="fr-FR"/>
              <a:t>	Praising my Savior all the day long.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9-  PARFAITE SOUMISSION PARFAIT BONHEUR</a:t>
            </a:r>
          </a:p>
          <a:p>
            <a:r>
              <a:rPr lang="fr-FR" altLang="fr-FR"/>
              <a:t>Perfect submission, perfect delight,</a:t>
            </a:r>
          </a:p>
          <a:p>
            <a:r>
              <a:rPr lang="fr-FR" altLang="fr-FR"/>
              <a:t>10-  L’HEURE DE SON RETOUR BRILLE DANS MON CŒUR</a:t>
            </a:r>
          </a:p>
          <a:p>
            <a:r>
              <a:rPr lang="fr-FR" altLang="fr-FR"/>
              <a:t>Visions of rapture now burst on my sight;</a:t>
            </a:r>
          </a:p>
          <a:p>
            <a:r>
              <a:rPr lang="fr-FR" altLang="fr-FR"/>
              <a:t>11-  L’ÉCHO DES ANGES QUI CLAMENT FORT</a:t>
            </a:r>
          </a:p>
          <a:p>
            <a:r>
              <a:rPr lang="fr-FR" altLang="fr-FR"/>
              <a:t>Angels, descending, bring from above</a:t>
            </a:r>
          </a:p>
          <a:p>
            <a:r>
              <a:rPr lang="fr-FR" altLang="fr-FR"/>
              <a:t>12-  SON GRAND AMOUR ET SA MISÉRICORDE</a:t>
            </a:r>
          </a:p>
          <a:p>
            <a:r>
              <a:rPr lang="fr-FR" altLang="fr-FR"/>
              <a:t>Echoes of mercy, whispers of love.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13-  PARFAITE SOUMISSION J’AI TOUT EN LUI</a:t>
            </a:r>
          </a:p>
          <a:p>
            <a:r>
              <a:rPr lang="fr-FR" altLang="fr-FR"/>
              <a:t>Perfect submission, all is at rest,</a:t>
            </a:r>
          </a:p>
          <a:p>
            <a:r>
              <a:rPr lang="fr-FR" altLang="fr-FR"/>
              <a:t>14-  AVEC MON SAUVEUR, JE SUIS BÉNI</a:t>
            </a:r>
          </a:p>
          <a:p>
            <a:r>
              <a:rPr lang="fr-FR" altLang="fr-FR"/>
              <a:t>I in my Savior am happy and blest,</a:t>
            </a:r>
          </a:p>
          <a:p>
            <a:r>
              <a:rPr lang="fr-FR" altLang="fr-FR"/>
              <a:t>15-  JE SUIS DANS L’ATTENTE PLEIN DE CONFIANCE</a:t>
            </a:r>
          </a:p>
          <a:p>
            <a:r>
              <a:rPr lang="fr-FR" altLang="fr-FR"/>
              <a:t>Watching and waiting, looking above,</a:t>
            </a:r>
          </a:p>
          <a:p>
            <a:r>
              <a:rPr lang="fr-FR" altLang="fr-FR"/>
              <a:t>16-  REMPLI DE BONTÉ DE SA TOUTE PUISSANCE</a:t>
            </a:r>
          </a:p>
          <a:p>
            <a:r>
              <a:rPr lang="fr-FR" altLang="fr-FR"/>
              <a:t>Filled with His goodness, lost in His love</a:t>
            </a:r>
          </a:p>
          <a:p>
            <a:endParaRPr lang="fr-FR" altLang="fr-FR"/>
          </a:p>
          <a:p>
            <a:endParaRPr lang="fr-FR" altLang="fr-FR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1-  J’AI L’ASSURANCE D’ÊTRE EN JÉSUS </a:t>
            </a:r>
          </a:p>
          <a:p>
            <a:pPr eaLnBrk="1" hangingPunct="1"/>
            <a:r>
              <a:rPr lang="fr-FR" altLang="fr-FR" smtClean="0"/>
              <a:t>Blessed assurance, Jesus is mine!</a:t>
            </a:r>
          </a:p>
          <a:p>
            <a:pPr eaLnBrk="1" hangingPunct="1"/>
            <a:r>
              <a:rPr lang="fr-FR" altLang="fr-FR" smtClean="0"/>
              <a:t>2-  QUELLE ESPÉRANCE DE SA GLOIRE VENUE</a:t>
            </a:r>
          </a:p>
          <a:p>
            <a:pPr eaLnBrk="1" hangingPunct="1"/>
            <a:r>
              <a:rPr lang="fr-FR" altLang="fr-FR" smtClean="0"/>
              <a:t>Oh, what a foretaste of glory divine!</a:t>
            </a:r>
          </a:p>
          <a:p>
            <a:pPr eaLnBrk="1" hangingPunct="1"/>
            <a:r>
              <a:rPr lang="fr-FR" altLang="fr-FR" smtClean="0"/>
              <a:t>3-  ENFANT DU SALUT, DIEU M’A RACHETÉ</a:t>
            </a:r>
          </a:p>
          <a:p>
            <a:pPr eaLnBrk="1" hangingPunct="1"/>
            <a:r>
              <a:rPr lang="fr-FR" altLang="fr-FR" smtClean="0"/>
              <a:t>Heir of salvation, purchase of God,</a:t>
            </a:r>
          </a:p>
          <a:p>
            <a:pPr eaLnBrk="1" hangingPunct="1"/>
            <a:r>
              <a:rPr lang="fr-FR" altLang="fr-FR" smtClean="0"/>
              <a:t>4-  NÉ DE SON ESPRIT SON SANG M’A LAVÉ</a:t>
            </a:r>
          </a:p>
          <a:p>
            <a:pPr eaLnBrk="1" hangingPunct="1"/>
            <a:r>
              <a:rPr lang="fr-FR" altLang="fr-FR" smtClean="0"/>
              <a:t>Born of His Spirit, washed in His blood.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5-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6-  LOUER MON SAUVEUR LE JOUR DURANT</a:t>
            </a:r>
          </a:p>
          <a:p>
            <a:pPr eaLnBrk="1" hangingPunct="1"/>
            <a:r>
              <a:rPr lang="fr-FR" altLang="fr-FR" smtClean="0"/>
              <a:t>	Praising my Savior all the day long;</a:t>
            </a:r>
          </a:p>
          <a:p>
            <a:pPr eaLnBrk="1" hangingPunct="1"/>
            <a:r>
              <a:rPr lang="fr-FR" altLang="fr-FR" smtClean="0"/>
              <a:t>	7-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8-  LOUER MON SAUVEUR À CHAQUE INSTANT</a:t>
            </a:r>
          </a:p>
          <a:p>
            <a:pPr eaLnBrk="1" hangingPunct="1"/>
            <a:r>
              <a:rPr lang="fr-FR" altLang="fr-FR" smtClean="0"/>
              <a:t>	Praising my Savior all the day long.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9-  PARFAITE SOUMISSION PARFAIT BONHEUR</a:t>
            </a:r>
          </a:p>
          <a:p>
            <a:pPr eaLnBrk="1" hangingPunct="1"/>
            <a:r>
              <a:rPr lang="fr-FR" altLang="fr-FR" smtClean="0"/>
              <a:t>Perfect submission, perfect delight,</a:t>
            </a:r>
          </a:p>
          <a:p>
            <a:pPr eaLnBrk="1" hangingPunct="1"/>
            <a:r>
              <a:rPr lang="fr-FR" altLang="fr-FR" smtClean="0"/>
              <a:t>10-  L’HEURE DE SON RETOUR BRILLE DANS MON CŒUR</a:t>
            </a:r>
          </a:p>
          <a:p>
            <a:pPr eaLnBrk="1" hangingPunct="1"/>
            <a:r>
              <a:rPr lang="fr-FR" altLang="fr-FR" smtClean="0"/>
              <a:t>Visions of rapture now burst on my sight;</a:t>
            </a:r>
          </a:p>
          <a:p>
            <a:pPr eaLnBrk="1" hangingPunct="1"/>
            <a:r>
              <a:rPr lang="fr-FR" altLang="fr-FR" smtClean="0"/>
              <a:t>11-  L’ÉCHO DES ANGES QUI CLAMENT FORT</a:t>
            </a:r>
          </a:p>
          <a:p>
            <a:pPr eaLnBrk="1" hangingPunct="1"/>
            <a:r>
              <a:rPr lang="fr-FR" altLang="fr-FR" smtClean="0"/>
              <a:t>Angels, descending, bring from above</a:t>
            </a:r>
          </a:p>
          <a:p>
            <a:pPr eaLnBrk="1" hangingPunct="1"/>
            <a:r>
              <a:rPr lang="fr-FR" altLang="fr-FR" smtClean="0"/>
              <a:t>12-  SON GRAND AMOUR ET SA MISÉRICORDE</a:t>
            </a:r>
          </a:p>
          <a:p>
            <a:pPr eaLnBrk="1" hangingPunct="1"/>
            <a:r>
              <a:rPr lang="fr-FR" altLang="fr-FR" smtClean="0"/>
              <a:t>Echoes of mercy, whispers of love.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13-  PARFAITE SOUMISSION J’AI TOUT EN LUI</a:t>
            </a:r>
          </a:p>
          <a:p>
            <a:pPr eaLnBrk="1" hangingPunct="1"/>
            <a:r>
              <a:rPr lang="fr-FR" altLang="fr-FR" smtClean="0"/>
              <a:t>Perfect submission, all is at rest,</a:t>
            </a:r>
          </a:p>
          <a:p>
            <a:pPr eaLnBrk="1" hangingPunct="1"/>
            <a:r>
              <a:rPr lang="fr-FR" altLang="fr-FR" smtClean="0"/>
              <a:t>14-  AVEC MON SAUVEUR, JE SUIS BÉNI</a:t>
            </a:r>
          </a:p>
          <a:p>
            <a:pPr eaLnBrk="1" hangingPunct="1"/>
            <a:r>
              <a:rPr lang="fr-FR" altLang="fr-FR" smtClean="0"/>
              <a:t>I in my Savior am happy and blest,</a:t>
            </a:r>
          </a:p>
          <a:p>
            <a:pPr eaLnBrk="1" hangingPunct="1"/>
            <a:r>
              <a:rPr lang="fr-FR" altLang="fr-FR" smtClean="0"/>
              <a:t>15-  JE SUIS DANS L’ATTENTE PLEIN DE CONFIANCE</a:t>
            </a:r>
          </a:p>
          <a:p>
            <a:pPr eaLnBrk="1" hangingPunct="1"/>
            <a:r>
              <a:rPr lang="fr-FR" altLang="fr-FR" smtClean="0"/>
              <a:t>Watching and waiting, looking above,</a:t>
            </a:r>
          </a:p>
          <a:p>
            <a:pPr eaLnBrk="1" hangingPunct="1"/>
            <a:r>
              <a:rPr lang="fr-FR" altLang="fr-FR" smtClean="0"/>
              <a:t>16-  REMPLI DE BONTÉ DE SA TOUTE PUISSANCE</a:t>
            </a:r>
          </a:p>
          <a:p>
            <a:pPr eaLnBrk="1" hangingPunct="1"/>
            <a:r>
              <a:rPr lang="fr-FR" altLang="fr-FR" smtClean="0"/>
              <a:t>Filled with His goodness, lost in His love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/>
              <a:t>1-  J’AI L’ASSURANCE D’ÊTRE EN JÉSUS </a:t>
            </a:r>
          </a:p>
          <a:p>
            <a:r>
              <a:rPr lang="fr-FR" altLang="fr-FR"/>
              <a:t>Blessed assurance, Jesus is mine!</a:t>
            </a:r>
          </a:p>
          <a:p>
            <a:r>
              <a:rPr lang="fr-FR" altLang="fr-FR"/>
              <a:t>2-  QUELLE ESPÉRANCE DE SA GLOIRE VENUE</a:t>
            </a:r>
          </a:p>
          <a:p>
            <a:r>
              <a:rPr lang="fr-FR" altLang="fr-FR"/>
              <a:t>Oh, what a foretaste of glory divine!</a:t>
            </a:r>
          </a:p>
          <a:p>
            <a:r>
              <a:rPr lang="fr-FR" altLang="fr-FR"/>
              <a:t>3-  ENFANT DU SALUT, DIEU M’A RACHETÉ</a:t>
            </a:r>
          </a:p>
          <a:p>
            <a:r>
              <a:rPr lang="fr-FR" altLang="fr-FR"/>
              <a:t>Heir of salvation, purchase of God,</a:t>
            </a:r>
          </a:p>
          <a:p>
            <a:r>
              <a:rPr lang="fr-FR" altLang="fr-FR"/>
              <a:t>4-  NÉ DE SON ESPRIT SON SANG M’A LAVÉ</a:t>
            </a:r>
          </a:p>
          <a:p>
            <a:r>
              <a:rPr lang="fr-FR" altLang="fr-FR"/>
              <a:t>Born of His Spirit, washed in His blood.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	5-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6-  LOUER MON SAUVEUR LE JOUR DURANT</a:t>
            </a:r>
          </a:p>
          <a:p>
            <a:r>
              <a:rPr lang="fr-FR" altLang="fr-FR"/>
              <a:t>	Praising my Savior all the day long;</a:t>
            </a:r>
          </a:p>
          <a:p>
            <a:r>
              <a:rPr lang="fr-FR" altLang="fr-FR"/>
              <a:t>	7-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8-  LOUER MON SAUVEUR À CHAQUE INSTANT</a:t>
            </a:r>
          </a:p>
          <a:p>
            <a:r>
              <a:rPr lang="fr-FR" altLang="fr-FR"/>
              <a:t>	Praising my Savior all the day long.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9-  PARFAITE SOUMISSION PARFAIT BONHEUR</a:t>
            </a:r>
          </a:p>
          <a:p>
            <a:r>
              <a:rPr lang="fr-FR" altLang="fr-FR"/>
              <a:t>Perfect submission, perfect delight,</a:t>
            </a:r>
          </a:p>
          <a:p>
            <a:r>
              <a:rPr lang="fr-FR" altLang="fr-FR"/>
              <a:t>10-  L’HEURE DE SON RETOUR BRILLE DANS MON CŒUR</a:t>
            </a:r>
          </a:p>
          <a:p>
            <a:r>
              <a:rPr lang="fr-FR" altLang="fr-FR"/>
              <a:t>Visions of rapture now burst on my sight;</a:t>
            </a:r>
          </a:p>
          <a:p>
            <a:r>
              <a:rPr lang="fr-FR" altLang="fr-FR"/>
              <a:t>11-  L’ÉCHO DES ANGES QUI CLAMENT FORT</a:t>
            </a:r>
          </a:p>
          <a:p>
            <a:r>
              <a:rPr lang="fr-FR" altLang="fr-FR"/>
              <a:t>Angels, descending, bring from above</a:t>
            </a:r>
          </a:p>
          <a:p>
            <a:r>
              <a:rPr lang="fr-FR" altLang="fr-FR"/>
              <a:t>12-  SON GRAND AMOUR ET SA MISÉRICORDE</a:t>
            </a:r>
          </a:p>
          <a:p>
            <a:r>
              <a:rPr lang="fr-FR" altLang="fr-FR"/>
              <a:t>Echoes of mercy, whispers of love.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13-  PARFAITE SOUMISSION J’AI TOUT EN LUI</a:t>
            </a:r>
          </a:p>
          <a:p>
            <a:r>
              <a:rPr lang="fr-FR" altLang="fr-FR"/>
              <a:t>Perfect submission, all is at rest,</a:t>
            </a:r>
          </a:p>
          <a:p>
            <a:r>
              <a:rPr lang="fr-FR" altLang="fr-FR"/>
              <a:t>14-  AVEC MON SAUVEUR, JE SUIS BÉNI</a:t>
            </a:r>
          </a:p>
          <a:p>
            <a:r>
              <a:rPr lang="fr-FR" altLang="fr-FR"/>
              <a:t>I in my Savior am happy and blest,</a:t>
            </a:r>
          </a:p>
          <a:p>
            <a:r>
              <a:rPr lang="fr-FR" altLang="fr-FR"/>
              <a:t>15-  JE SUIS DANS L’ATTENTE PLEIN DE CONFIANCE</a:t>
            </a:r>
          </a:p>
          <a:p>
            <a:r>
              <a:rPr lang="fr-FR" altLang="fr-FR"/>
              <a:t>Watching and waiting, looking above,</a:t>
            </a:r>
          </a:p>
          <a:p>
            <a:r>
              <a:rPr lang="fr-FR" altLang="fr-FR"/>
              <a:t>16-  REMPLI DE BONTÉ DE SA TOUTE PUISSANCE</a:t>
            </a:r>
          </a:p>
          <a:p>
            <a:r>
              <a:rPr lang="fr-FR" altLang="fr-FR"/>
              <a:t>Filled with His goodness, lost in His love</a:t>
            </a:r>
          </a:p>
          <a:p>
            <a:endParaRPr lang="fr-FR" altLang="fr-FR"/>
          </a:p>
          <a:p>
            <a:endParaRPr lang="fr-FR" altLang="fr-FR"/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1-  J’AI L’ASSURANCE D’ÊTRE EN JÉSUS </a:t>
            </a:r>
          </a:p>
          <a:p>
            <a:pPr eaLnBrk="1" hangingPunct="1"/>
            <a:r>
              <a:rPr lang="fr-FR" altLang="fr-FR" smtClean="0"/>
              <a:t>Blessed assurance, Jesus is mine!</a:t>
            </a:r>
          </a:p>
          <a:p>
            <a:pPr eaLnBrk="1" hangingPunct="1"/>
            <a:r>
              <a:rPr lang="fr-FR" altLang="fr-FR" smtClean="0"/>
              <a:t>2-  QUELLE ESPÉRANCE DE SA GLOIRE VENUE</a:t>
            </a:r>
          </a:p>
          <a:p>
            <a:pPr eaLnBrk="1" hangingPunct="1"/>
            <a:r>
              <a:rPr lang="fr-FR" altLang="fr-FR" smtClean="0"/>
              <a:t>Oh, what a foretaste of glory divine!</a:t>
            </a:r>
          </a:p>
          <a:p>
            <a:pPr eaLnBrk="1" hangingPunct="1"/>
            <a:r>
              <a:rPr lang="fr-FR" altLang="fr-FR" smtClean="0"/>
              <a:t>3-  ENFANT DU SALUT, DIEU M’A RACHETÉ</a:t>
            </a:r>
          </a:p>
          <a:p>
            <a:pPr eaLnBrk="1" hangingPunct="1"/>
            <a:r>
              <a:rPr lang="fr-FR" altLang="fr-FR" smtClean="0"/>
              <a:t>Heir of salvation, purchase of God,</a:t>
            </a:r>
          </a:p>
          <a:p>
            <a:pPr eaLnBrk="1" hangingPunct="1"/>
            <a:r>
              <a:rPr lang="fr-FR" altLang="fr-FR" smtClean="0"/>
              <a:t>4-  NÉ DE SON ESPRIT SON SANG M’A LAVÉ</a:t>
            </a:r>
          </a:p>
          <a:p>
            <a:pPr eaLnBrk="1" hangingPunct="1"/>
            <a:r>
              <a:rPr lang="fr-FR" altLang="fr-FR" smtClean="0"/>
              <a:t>Born of His Spirit, washed in His blood.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5-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6-  LOUER MON SAUVEUR LE JOUR DURANT</a:t>
            </a:r>
          </a:p>
          <a:p>
            <a:pPr eaLnBrk="1" hangingPunct="1"/>
            <a:r>
              <a:rPr lang="fr-FR" altLang="fr-FR" smtClean="0"/>
              <a:t>	Praising my Savior all the day long;</a:t>
            </a:r>
          </a:p>
          <a:p>
            <a:pPr eaLnBrk="1" hangingPunct="1"/>
            <a:r>
              <a:rPr lang="fr-FR" altLang="fr-FR" smtClean="0"/>
              <a:t>	7-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8-  LOUER MON SAUVEUR À CHAQUE INSTANT</a:t>
            </a:r>
          </a:p>
          <a:p>
            <a:pPr eaLnBrk="1" hangingPunct="1"/>
            <a:r>
              <a:rPr lang="fr-FR" altLang="fr-FR" smtClean="0"/>
              <a:t>	Praising my Savior all the day long.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9-  PARFAITE SOUMISSION PARFAIT BONHEUR</a:t>
            </a:r>
          </a:p>
          <a:p>
            <a:pPr eaLnBrk="1" hangingPunct="1"/>
            <a:r>
              <a:rPr lang="fr-FR" altLang="fr-FR" smtClean="0"/>
              <a:t>Perfect submission, perfect delight,</a:t>
            </a:r>
          </a:p>
          <a:p>
            <a:pPr eaLnBrk="1" hangingPunct="1"/>
            <a:r>
              <a:rPr lang="fr-FR" altLang="fr-FR" smtClean="0"/>
              <a:t>10-  L’HEURE DE SON RETOUR BRILLE DANS MON CŒUR</a:t>
            </a:r>
          </a:p>
          <a:p>
            <a:pPr eaLnBrk="1" hangingPunct="1"/>
            <a:r>
              <a:rPr lang="fr-FR" altLang="fr-FR" smtClean="0"/>
              <a:t>Visions of rapture now burst on my sight;</a:t>
            </a:r>
          </a:p>
          <a:p>
            <a:pPr eaLnBrk="1" hangingPunct="1"/>
            <a:r>
              <a:rPr lang="fr-FR" altLang="fr-FR" smtClean="0"/>
              <a:t>11-  L’ÉCHO DES ANGES QUI CLAMENT FORT</a:t>
            </a:r>
          </a:p>
          <a:p>
            <a:pPr eaLnBrk="1" hangingPunct="1"/>
            <a:r>
              <a:rPr lang="fr-FR" altLang="fr-FR" smtClean="0"/>
              <a:t>Angels, descending, bring from above</a:t>
            </a:r>
          </a:p>
          <a:p>
            <a:pPr eaLnBrk="1" hangingPunct="1"/>
            <a:r>
              <a:rPr lang="fr-FR" altLang="fr-FR" smtClean="0"/>
              <a:t>12-  SON GRAND AMOUR ET SA MISÉRICORDE</a:t>
            </a:r>
          </a:p>
          <a:p>
            <a:pPr eaLnBrk="1" hangingPunct="1"/>
            <a:r>
              <a:rPr lang="fr-FR" altLang="fr-FR" smtClean="0"/>
              <a:t>Echoes of mercy, whispers of love.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13-  PARFAITE SOUMISSION J’AI TOUT EN LUI</a:t>
            </a:r>
          </a:p>
          <a:p>
            <a:pPr eaLnBrk="1" hangingPunct="1"/>
            <a:r>
              <a:rPr lang="fr-FR" altLang="fr-FR" smtClean="0"/>
              <a:t>Perfect submission, all is at rest,</a:t>
            </a:r>
          </a:p>
          <a:p>
            <a:pPr eaLnBrk="1" hangingPunct="1"/>
            <a:r>
              <a:rPr lang="fr-FR" altLang="fr-FR" smtClean="0"/>
              <a:t>14-  AVEC MON SAUVEUR, JE SUIS BÉNI</a:t>
            </a:r>
          </a:p>
          <a:p>
            <a:pPr eaLnBrk="1" hangingPunct="1"/>
            <a:r>
              <a:rPr lang="fr-FR" altLang="fr-FR" smtClean="0"/>
              <a:t>I in my Savior am happy and blest,</a:t>
            </a:r>
          </a:p>
          <a:p>
            <a:pPr eaLnBrk="1" hangingPunct="1"/>
            <a:r>
              <a:rPr lang="fr-FR" altLang="fr-FR" smtClean="0"/>
              <a:t>15-  JE SUIS DANS L’ATTENTE PLEIN DE CONFIANCE</a:t>
            </a:r>
          </a:p>
          <a:p>
            <a:pPr eaLnBrk="1" hangingPunct="1"/>
            <a:r>
              <a:rPr lang="fr-FR" altLang="fr-FR" smtClean="0"/>
              <a:t>Watching and waiting, looking above,</a:t>
            </a:r>
          </a:p>
          <a:p>
            <a:pPr eaLnBrk="1" hangingPunct="1"/>
            <a:r>
              <a:rPr lang="fr-FR" altLang="fr-FR" smtClean="0"/>
              <a:t>16-  REMPLI DE BONTÉ DE SA TOUTE PUISSANCE</a:t>
            </a:r>
          </a:p>
          <a:p>
            <a:pPr eaLnBrk="1" hangingPunct="1"/>
            <a:r>
              <a:rPr lang="fr-FR" altLang="fr-FR" smtClean="0"/>
              <a:t>Filled with His goodness, lost in His love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/>
              <a:t>1-  J’AI L’ASSURANCE D’ÊTRE EN JÉSUS </a:t>
            </a:r>
          </a:p>
          <a:p>
            <a:r>
              <a:rPr lang="fr-FR" altLang="fr-FR"/>
              <a:t>Blessed assurance, Jesus is mine!</a:t>
            </a:r>
          </a:p>
          <a:p>
            <a:r>
              <a:rPr lang="fr-FR" altLang="fr-FR"/>
              <a:t>2-  QUELLE ESPÉRANCE DE SA GLOIRE VENUE</a:t>
            </a:r>
          </a:p>
          <a:p>
            <a:r>
              <a:rPr lang="fr-FR" altLang="fr-FR"/>
              <a:t>Oh, what a foretaste of glory divine!</a:t>
            </a:r>
          </a:p>
          <a:p>
            <a:r>
              <a:rPr lang="fr-FR" altLang="fr-FR"/>
              <a:t>3-  ENFANT DU SALUT, DIEU M’A RACHETÉ</a:t>
            </a:r>
          </a:p>
          <a:p>
            <a:r>
              <a:rPr lang="fr-FR" altLang="fr-FR"/>
              <a:t>Heir of salvation, purchase of God,</a:t>
            </a:r>
          </a:p>
          <a:p>
            <a:r>
              <a:rPr lang="fr-FR" altLang="fr-FR"/>
              <a:t>4-  NÉ DE SON ESPRIT SON SANG M’A LAVÉ</a:t>
            </a:r>
          </a:p>
          <a:p>
            <a:r>
              <a:rPr lang="fr-FR" altLang="fr-FR"/>
              <a:t>Born of His Spirit, washed in His blood.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	5-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6-  LOUER MON SAUVEUR LE JOUR DURANT</a:t>
            </a:r>
          </a:p>
          <a:p>
            <a:r>
              <a:rPr lang="fr-FR" altLang="fr-FR"/>
              <a:t>	Praising my Savior all the day long;</a:t>
            </a:r>
          </a:p>
          <a:p>
            <a:r>
              <a:rPr lang="fr-FR" altLang="fr-FR"/>
              <a:t>	7-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8-  LOUER MON SAUVEUR À CHAQUE INSTANT</a:t>
            </a:r>
          </a:p>
          <a:p>
            <a:r>
              <a:rPr lang="fr-FR" altLang="fr-FR"/>
              <a:t>	Praising my Savior all the day long.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9-  PARFAITE SOUMISSION PARFAIT BONHEUR</a:t>
            </a:r>
          </a:p>
          <a:p>
            <a:r>
              <a:rPr lang="fr-FR" altLang="fr-FR"/>
              <a:t>Perfect submission, perfect delight,</a:t>
            </a:r>
          </a:p>
          <a:p>
            <a:r>
              <a:rPr lang="fr-FR" altLang="fr-FR"/>
              <a:t>10-  L’HEURE DE SON RETOUR BRILLE DANS MON CŒUR</a:t>
            </a:r>
          </a:p>
          <a:p>
            <a:r>
              <a:rPr lang="fr-FR" altLang="fr-FR"/>
              <a:t>Visions of rapture now burst on my sight;</a:t>
            </a:r>
          </a:p>
          <a:p>
            <a:r>
              <a:rPr lang="fr-FR" altLang="fr-FR"/>
              <a:t>11-  L’ÉCHO DES ANGES QUI CLAMENT FORT</a:t>
            </a:r>
          </a:p>
          <a:p>
            <a:r>
              <a:rPr lang="fr-FR" altLang="fr-FR"/>
              <a:t>Angels, descending, bring from above</a:t>
            </a:r>
          </a:p>
          <a:p>
            <a:r>
              <a:rPr lang="fr-FR" altLang="fr-FR"/>
              <a:t>12-  SON GRAND AMOUR ET SA MISÉRICORDE</a:t>
            </a:r>
          </a:p>
          <a:p>
            <a:r>
              <a:rPr lang="fr-FR" altLang="fr-FR"/>
              <a:t>Echoes of mercy, whispers of love.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13-  PARFAITE SOUMISSION J’AI TOUT EN LUI</a:t>
            </a:r>
          </a:p>
          <a:p>
            <a:r>
              <a:rPr lang="fr-FR" altLang="fr-FR"/>
              <a:t>Perfect submission, all is at rest,</a:t>
            </a:r>
          </a:p>
          <a:p>
            <a:r>
              <a:rPr lang="fr-FR" altLang="fr-FR"/>
              <a:t>14-  AVEC MON SAUVEUR, JE SUIS BÉNI</a:t>
            </a:r>
          </a:p>
          <a:p>
            <a:r>
              <a:rPr lang="fr-FR" altLang="fr-FR"/>
              <a:t>I in my Savior am happy and blest,</a:t>
            </a:r>
          </a:p>
          <a:p>
            <a:r>
              <a:rPr lang="fr-FR" altLang="fr-FR"/>
              <a:t>15-  JE SUIS DANS L’ATTENTE PLEIN DE CONFIANCE</a:t>
            </a:r>
          </a:p>
          <a:p>
            <a:r>
              <a:rPr lang="fr-FR" altLang="fr-FR"/>
              <a:t>Watching and waiting, looking above,</a:t>
            </a:r>
          </a:p>
          <a:p>
            <a:r>
              <a:rPr lang="fr-FR" altLang="fr-FR"/>
              <a:t>16-  REMPLI DE BONTÉ DE SA TOUTE PUISSANCE</a:t>
            </a:r>
          </a:p>
          <a:p>
            <a:r>
              <a:rPr lang="fr-FR" altLang="fr-FR"/>
              <a:t>Filled with His goodness, lost in His love</a:t>
            </a:r>
          </a:p>
          <a:p>
            <a:endParaRPr lang="fr-FR" altLang="fr-FR"/>
          </a:p>
          <a:p>
            <a:endParaRPr lang="fr-FR" altLang="fr-FR"/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1-  J’AI L’ASSURANCE D’ÊTRE EN JÉSUS </a:t>
            </a:r>
          </a:p>
          <a:p>
            <a:pPr eaLnBrk="1" hangingPunct="1"/>
            <a:r>
              <a:rPr lang="fr-FR" altLang="fr-FR" smtClean="0"/>
              <a:t>Blessed assurance, Jesus is mine!</a:t>
            </a:r>
          </a:p>
          <a:p>
            <a:pPr eaLnBrk="1" hangingPunct="1"/>
            <a:r>
              <a:rPr lang="fr-FR" altLang="fr-FR" smtClean="0"/>
              <a:t>2-  QUELLE ESPÉRANCE DE SA GLOIRE VENUE</a:t>
            </a:r>
          </a:p>
          <a:p>
            <a:pPr eaLnBrk="1" hangingPunct="1"/>
            <a:r>
              <a:rPr lang="fr-FR" altLang="fr-FR" smtClean="0"/>
              <a:t>Oh, what a foretaste of glory divine!</a:t>
            </a:r>
          </a:p>
          <a:p>
            <a:pPr eaLnBrk="1" hangingPunct="1"/>
            <a:r>
              <a:rPr lang="fr-FR" altLang="fr-FR" smtClean="0"/>
              <a:t>3-  ENFANT DU SALUT, DIEU M’A RACHETÉ</a:t>
            </a:r>
          </a:p>
          <a:p>
            <a:pPr eaLnBrk="1" hangingPunct="1"/>
            <a:r>
              <a:rPr lang="fr-FR" altLang="fr-FR" smtClean="0"/>
              <a:t>Heir of salvation, purchase of God,</a:t>
            </a:r>
          </a:p>
          <a:p>
            <a:pPr eaLnBrk="1" hangingPunct="1"/>
            <a:r>
              <a:rPr lang="fr-FR" altLang="fr-FR" smtClean="0"/>
              <a:t>4-  NÉ DE SON ESPRIT SON SANG M’A LAVÉ</a:t>
            </a:r>
          </a:p>
          <a:p>
            <a:pPr eaLnBrk="1" hangingPunct="1"/>
            <a:r>
              <a:rPr lang="fr-FR" altLang="fr-FR" smtClean="0"/>
              <a:t>Born of His Spirit, washed in His blood.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5-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6-  LOUER MON SAUVEUR LE JOUR DURANT</a:t>
            </a:r>
          </a:p>
          <a:p>
            <a:pPr eaLnBrk="1" hangingPunct="1"/>
            <a:r>
              <a:rPr lang="fr-FR" altLang="fr-FR" smtClean="0"/>
              <a:t>	Praising my Savior all the day long;</a:t>
            </a:r>
          </a:p>
          <a:p>
            <a:pPr eaLnBrk="1" hangingPunct="1"/>
            <a:r>
              <a:rPr lang="fr-FR" altLang="fr-FR" smtClean="0"/>
              <a:t>	7-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8-  LOUER MON SAUVEUR À CHAQUE INSTANT</a:t>
            </a:r>
          </a:p>
          <a:p>
            <a:pPr eaLnBrk="1" hangingPunct="1"/>
            <a:r>
              <a:rPr lang="fr-FR" altLang="fr-FR" smtClean="0"/>
              <a:t>	Praising my Savior all the day long.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9-  PARFAITE SOUMISSION PARFAIT BONHEUR</a:t>
            </a:r>
          </a:p>
          <a:p>
            <a:pPr eaLnBrk="1" hangingPunct="1"/>
            <a:r>
              <a:rPr lang="fr-FR" altLang="fr-FR" smtClean="0"/>
              <a:t>Perfect submission, perfect delight,</a:t>
            </a:r>
          </a:p>
          <a:p>
            <a:pPr eaLnBrk="1" hangingPunct="1"/>
            <a:r>
              <a:rPr lang="fr-FR" altLang="fr-FR" smtClean="0"/>
              <a:t>10-  L’HEURE DE SON RETOUR BRILLE DANS MON CŒUR</a:t>
            </a:r>
          </a:p>
          <a:p>
            <a:pPr eaLnBrk="1" hangingPunct="1"/>
            <a:r>
              <a:rPr lang="fr-FR" altLang="fr-FR" smtClean="0"/>
              <a:t>Visions of rapture now burst on my sight;</a:t>
            </a:r>
          </a:p>
          <a:p>
            <a:pPr eaLnBrk="1" hangingPunct="1"/>
            <a:r>
              <a:rPr lang="fr-FR" altLang="fr-FR" smtClean="0"/>
              <a:t>11-  L’ÉCHO DES ANGES QUI CLAMENT FORT</a:t>
            </a:r>
          </a:p>
          <a:p>
            <a:pPr eaLnBrk="1" hangingPunct="1"/>
            <a:r>
              <a:rPr lang="fr-FR" altLang="fr-FR" smtClean="0"/>
              <a:t>Angels, descending, bring from above</a:t>
            </a:r>
          </a:p>
          <a:p>
            <a:pPr eaLnBrk="1" hangingPunct="1"/>
            <a:r>
              <a:rPr lang="fr-FR" altLang="fr-FR" smtClean="0"/>
              <a:t>12-  SON GRAND AMOUR ET SA MISÉRICORDE</a:t>
            </a:r>
          </a:p>
          <a:p>
            <a:pPr eaLnBrk="1" hangingPunct="1"/>
            <a:r>
              <a:rPr lang="fr-FR" altLang="fr-FR" smtClean="0"/>
              <a:t>Echoes of mercy, whispers of love.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13-  PARFAITE SOUMISSION J’AI TOUT EN LUI</a:t>
            </a:r>
          </a:p>
          <a:p>
            <a:pPr eaLnBrk="1" hangingPunct="1"/>
            <a:r>
              <a:rPr lang="fr-FR" altLang="fr-FR" smtClean="0"/>
              <a:t>Perfect submission, all is at rest,</a:t>
            </a:r>
          </a:p>
          <a:p>
            <a:pPr eaLnBrk="1" hangingPunct="1"/>
            <a:r>
              <a:rPr lang="fr-FR" altLang="fr-FR" smtClean="0"/>
              <a:t>14-  AVEC MON SAUVEUR, JE SUIS BÉNI</a:t>
            </a:r>
          </a:p>
          <a:p>
            <a:pPr eaLnBrk="1" hangingPunct="1"/>
            <a:r>
              <a:rPr lang="fr-FR" altLang="fr-FR" smtClean="0"/>
              <a:t>I in my Savior am happy and blest,</a:t>
            </a:r>
          </a:p>
          <a:p>
            <a:pPr eaLnBrk="1" hangingPunct="1"/>
            <a:r>
              <a:rPr lang="fr-FR" altLang="fr-FR" smtClean="0"/>
              <a:t>15-  JE SUIS DANS L’ATTENTE PLEIN DE CONFIANCE</a:t>
            </a:r>
          </a:p>
          <a:p>
            <a:pPr eaLnBrk="1" hangingPunct="1"/>
            <a:r>
              <a:rPr lang="fr-FR" altLang="fr-FR" smtClean="0"/>
              <a:t>Watching and waiting, looking above,</a:t>
            </a:r>
          </a:p>
          <a:p>
            <a:pPr eaLnBrk="1" hangingPunct="1"/>
            <a:r>
              <a:rPr lang="fr-FR" altLang="fr-FR" smtClean="0"/>
              <a:t>16-  REMPLI DE BONTÉ DE SA TOUTE PUISSANCE</a:t>
            </a:r>
          </a:p>
          <a:p>
            <a:pPr eaLnBrk="1" hangingPunct="1"/>
            <a:r>
              <a:rPr lang="fr-FR" altLang="fr-FR" smtClean="0"/>
              <a:t>Filled with His goodness, lost in His love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/>
              <a:t>1-  J’AI L’ASSURANCE D’ÊTRE EN JÉSUS </a:t>
            </a:r>
          </a:p>
          <a:p>
            <a:r>
              <a:rPr lang="fr-FR" altLang="fr-FR"/>
              <a:t>Blessed assurance, Jesus is mine!</a:t>
            </a:r>
          </a:p>
          <a:p>
            <a:r>
              <a:rPr lang="fr-FR" altLang="fr-FR"/>
              <a:t>2-  QUELLE ESPÉRANCE DE SA GLOIRE VENUE</a:t>
            </a:r>
          </a:p>
          <a:p>
            <a:r>
              <a:rPr lang="fr-FR" altLang="fr-FR"/>
              <a:t>Oh, what a foretaste of glory divine!</a:t>
            </a:r>
          </a:p>
          <a:p>
            <a:r>
              <a:rPr lang="fr-FR" altLang="fr-FR"/>
              <a:t>3-  ENFANT DU SALUT, DIEU M’A RACHETÉ</a:t>
            </a:r>
          </a:p>
          <a:p>
            <a:r>
              <a:rPr lang="fr-FR" altLang="fr-FR"/>
              <a:t>Heir of salvation, purchase of God,</a:t>
            </a:r>
          </a:p>
          <a:p>
            <a:r>
              <a:rPr lang="fr-FR" altLang="fr-FR"/>
              <a:t>4-  NÉ DE SON ESPRIT SON SANG M’A LAVÉ</a:t>
            </a:r>
          </a:p>
          <a:p>
            <a:r>
              <a:rPr lang="fr-FR" altLang="fr-FR"/>
              <a:t>Born of His Spirit, washed in His blood.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	5-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6-  LOUER MON SAUVEUR LE JOUR DURANT</a:t>
            </a:r>
          </a:p>
          <a:p>
            <a:r>
              <a:rPr lang="fr-FR" altLang="fr-FR"/>
              <a:t>	Praising my Savior all the day long;</a:t>
            </a:r>
          </a:p>
          <a:p>
            <a:r>
              <a:rPr lang="fr-FR" altLang="fr-FR"/>
              <a:t>	7-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8-  LOUER MON SAUVEUR À CHAQUE INSTANT</a:t>
            </a:r>
          </a:p>
          <a:p>
            <a:r>
              <a:rPr lang="fr-FR" altLang="fr-FR"/>
              <a:t>	Praising my Savior all the day long.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9-  PARFAITE SOUMISSION PARFAIT BONHEUR</a:t>
            </a:r>
          </a:p>
          <a:p>
            <a:r>
              <a:rPr lang="fr-FR" altLang="fr-FR"/>
              <a:t>Perfect submission, perfect delight,</a:t>
            </a:r>
          </a:p>
          <a:p>
            <a:r>
              <a:rPr lang="fr-FR" altLang="fr-FR"/>
              <a:t>10-  L’HEURE DE SON RETOUR BRILLE DANS MON CŒUR</a:t>
            </a:r>
          </a:p>
          <a:p>
            <a:r>
              <a:rPr lang="fr-FR" altLang="fr-FR"/>
              <a:t>Visions of rapture now burst on my sight;</a:t>
            </a:r>
          </a:p>
          <a:p>
            <a:r>
              <a:rPr lang="fr-FR" altLang="fr-FR"/>
              <a:t>11-  L’ÉCHO DES ANGES QUI CLAMENT FORT</a:t>
            </a:r>
          </a:p>
          <a:p>
            <a:r>
              <a:rPr lang="fr-FR" altLang="fr-FR"/>
              <a:t>Angels, descending, bring from above</a:t>
            </a:r>
          </a:p>
          <a:p>
            <a:r>
              <a:rPr lang="fr-FR" altLang="fr-FR"/>
              <a:t>12-  SON GRAND AMOUR ET SA MISÉRICORDE</a:t>
            </a:r>
          </a:p>
          <a:p>
            <a:r>
              <a:rPr lang="fr-FR" altLang="fr-FR"/>
              <a:t>Echoes of mercy, whispers of love.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13-  PARFAITE SOUMISSION J’AI TOUT EN LUI</a:t>
            </a:r>
          </a:p>
          <a:p>
            <a:r>
              <a:rPr lang="fr-FR" altLang="fr-FR"/>
              <a:t>Perfect submission, all is at rest,</a:t>
            </a:r>
          </a:p>
          <a:p>
            <a:r>
              <a:rPr lang="fr-FR" altLang="fr-FR"/>
              <a:t>14-  AVEC MON SAUVEUR, JE SUIS BÉNI</a:t>
            </a:r>
          </a:p>
          <a:p>
            <a:r>
              <a:rPr lang="fr-FR" altLang="fr-FR"/>
              <a:t>I in my Savior am happy and blest,</a:t>
            </a:r>
          </a:p>
          <a:p>
            <a:r>
              <a:rPr lang="fr-FR" altLang="fr-FR"/>
              <a:t>15-  JE SUIS DANS L’ATTENTE PLEIN DE CONFIANCE</a:t>
            </a:r>
          </a:p>
          <a:p>
            <a:r>
              <a:rPr lang="fr-FR" altLang="fr-FR"/>
              <a:t>Watching and waiting, looking above,</a:t>
            </a:r>
          </a:p>
          <a:p>
            <a:r>
              <a:rPr lang="fr-FR" altLang="fr-FR"/>
              <a:t>16-  REMPLI DE BONTÉ DE SA TOUTE PUISSANCE</a:t>
            </a:r>
          </a:p>
          <a:p>
            <a:r>
              <a:rPr lang="fr-FR" altLang="fr-FR"/>
              <a:t>Filled with His goodness, lost in His love</a:t>
            </a:r>
          </a:p>
          <a:p>
            <a:endParaRPr lang="fr-FR" altLang="fr-FR"/>
          </a:p>
          <a:p>
            <a:endParaRPr lang="fr-FR" altLang="fr-FR"/>
          </a:p>
        </p:txBody>
      </p:sp>
      <p:sp>
        <p:nvSpPr>
          <p:cNvPr id="225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1-  J’AI L’ASSURANCE D’ÊTRE EN JÉSUS </a:t>
            </a:r>
          </a:p>
          <a:p>
            <a:pPr eaLnBrk="1" hangingPunct="1"/>
            <a:r>
              <a:rPr lang="fr-FR" altLang="fr-FR" smtClean="0"/>
              <a:t>Blessed assurance, Jesus is mine!</a:t>
            </a:r>
          </a:p>
          <a:p>
            <a:pPr eaLnBrk="1" hangingPunct="1"/>
            <a:r>
              <a:rPr lang="fr-FR" altLang="fr-FR" smtClean="0"/>
              <a:t>2-  QUELLE ESPÉRANCE DE SA GLOIRE VENUE</a:t>
            </a:r>
          </a:p>
          <a:p>
            <a:pPr eaLnBrk="1" hangingPunct="1"/>
            <a:r>
              <a:rPr lang="fr-FR" altLang="fr-FR" smtClean="0"/>
              <a:t>Oh, what a foretaste of glory divine!</a:t>
            </a:r>
          </a:p>
          <a:p>
            <a:pPr eaLnBrk="1" hangingPunct="1"/>
            <a:r>
              <a:rPr lang="fr-FR" altLang="fr-FR" smtClean="0"/>
              <a:t>3-  ENFANT DU SALUT, DIEU M’A RACHETÉ</a:t>
            </a:r>
          </a:p>
          <a:p>
            <a:pPr eaLnBrk="1" hangingPunct="1"/>
            <a:r>
              <a:rPr lang="fr-FR" altLang="fr-FR" smtClean="0"/>
              <a:t>Heir of salvation, purchase of God,</a:t>
            </a:r>
          </a:p>
          <a:p>
            <a:pPr eaLnBrk="1" hangingPunct="1"/>
            <a:r>
              <a:rPr lang="fr-FR" altLang="fr-FR" smtClean="0"/>
              <a:t>4-  NÉ DE SON ESPRIT SON SANG M’A LAVÉ</a:t>
            </a:r>
          </a:p>
          <a:p>
            <a:pPr eaLnBrk="1" hangingPunct="1"/>
            <a:r>
              <a:rPr lang="fr-FR" altLang="fr-FR" smtClean="0"/>
              <a:t>Born of His Spirit, washed in His blood.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5-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6-  LOUER MON SAUVEUR LE JOUR DURANT</a:t>
            </a:r>
          </a:p>
          <a:p>
            <a:pPr eaLnBrk="1" hangingPunct="1"/>
            <a:r>
              <a:rPr lang="fr-FR" altLang="fr-FR" smtClean="0"/>
              <a:t>	Praising my Savior all the day long;</a:t>
            </a:r>
          </a:p>
          <a:p>
            <a:pPr eaLnBrk="1" hangingPunct="1"/>
            <a:r>
              <a:rPr lang="fr-FR" altLang="fr-FR" smtClean="0"/>
              <a:t>	7-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8-  LOUER MON SAUVEUR À CHAQUE INSTANT</a:t>
            </a:r>
          </a:p>
          <a:p>
            <a:pPr eaLnBrk="1" hangingPunct="1"/>
            <a:r>
              <a:rPr lang="fr-FR" altLang="fr-FR" smtClean="0"/>
              <a:t>	Praising my Savior all the day long.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9-  PARFAITE SOUMISSION PARFAIT BONHEUR</a:t>
            </a:r>
          </a:p>
          <a:p>
            <a:pPr eaLnBrk="1" hangingPunct="1"/>
            <a:r>
              <a:rPr lang="fr-FR" altLang="fr-FR" smtClean="0"/>
              <a:t>Perfect submission, perfect delight,</a:t>
            </a:r>
          </a:p>
          <a:p>
            <a:pPr eaLnBrk="1" hangingPunct="1"/>
            <a:r>
              <a:rPr lang="fr-FR" altLang="fr-FR" smtClean="0"/>
              <a:t>10-  L’HEURE DE SON RETOUR BRILLE DANS MON CŒUR</a:t>
            </a:r>
          </a:p>
          <a:p>
            <a:pPr eaLnBrk="1" hangingPunct="1"/>
            <a:r>
              <a:rPr lang="fr-FR" altLang="fr-FR" smtClean="0"/>
              <a:t>Visions of rapture now burst on my sight;</a:t>
            </a:r>
          </a:p>
          <a:p>
            <a:pPr eaLnBrk="1" hangingPunct="1"/>
            <a:r>
              <a:rPr lang="fr-FR" altLang="fr-FR" smtClean="0"/>
              <a:t>11-  L’ÉCHO DES ANGES QUI CLAMENT FORT</a:t>
            </a:r>
          </a:p>
          <a:p>
            <a:pPr eaLnBrk="1" hangingPunct="1"/>
            <a:r>
              <a:rPr lang="fr-FR" altLang="fr-FR" smtClean="0"/>
              <a:t>Angels, descending, bring from above</a:t>
            </a:r>
          </a:p>
          <a:p>
            <a:pPr eaLnBrk="1" hangingPunct="1"/>
            <a:r>
              <a:rPr lang="fr-FR" altLang="fr-FR" smtClean="0"/>
              <a:t>12-  SON GRAND AMOUR ET SA MISÉRICORDE</a:t>
            </a:r>
          </a:p>
          <a:p>
            <a:pPr eaLnBrk="1" hangingPunct="1"/>
            <a:r>
              <a:rPr lang="fr-FR" altLang="fr-FR" smtClean="0"/>
              <a:t>Echoes of mercy, whispers of love.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13-  PARFAITE SOUMISSION J’AI TOUT EN LUI</a:t>
            </a:r>
          </a:p>
          <a:p>
            <a:pPr eaLnBrk="1" hangingPunct="1"/>
            <a:r>
              <a:rPr lang="fr-FR" altLang="fr-FR" smtClean="0"/>
              <a:t>Perfect submission, all is at rest,</a:t>
            </a:r>
          </a:p>
          <a:p>
            <a:pPr eaLnBrk="1" hangingPunct="1"/>
            <a:r>
              <a:rPr lang="fr-FR" altLang="fr-FR" smtClean="0"/>
              <a:t>14-  AVEC MON SAUVEUR, JE SUIS BÉNI</a:t>
            </a:r>
          </a:p>
          <a:p>
            <a:pPr eaLnBrk="1" hangingPunct="1"/>
            <a:r>
              <a:rPr lang="fr-FR" altLang="fr-FR" smtClean="0"/>
              <a:t>I in my Savior am happy and blest,</a:t>
            </a:r>
          </a:p>
          <a:p>
            <a:pPr eaLnBrk="1" hangingPunct="1"/>
            <a:r>
              <a:rPr lang="fr-FR" altLang="fr-FR" smtClean="0"/>
              <a:t>15-  JE SUIS DANS L’ATTENTE PLEIN DE CONFIANCE</a:t>
            </a:r>
          </a:p>
          <a:p>
            <a:pPr eaLnBrk="1" hangingPunct="1"/>
            <a:r>
              <a:rPr lang="fr-FR" altLang="fr-FR" smtClean="0"/>
              <a:t>Watching and waiting, looking above,</a:t>
            </a:r>
          </a:p>
          <a:p>
            <a:pPr eaLnBrk="1" hangingPunct="1"/>
            <a:r>
              <a:rPr lang="fr-FR" altLang="fr-FR" smtClean="0"/>
              <a:t>16-  REMPLI DE BONTÉ DE SA TOUTE PUISSANCE</a:t>
            </a:r>
          </a:p>
          <a:p>
            <a:pPr eaLnBrk="1" hangingPunct="1"/>
            <a:r>
              <a:rPr lang="fr-FR" altLang="fr-FR" smtClean="0"/>
              <a:t>Filled with His goodness, lost in His love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/>
              <a:t>1-  J’AI L’ASSURANCE D’ÊTRE EN JÉSUS </a:t>
            </a:r>
          </a:p>
          <a:p>
            <a:r>
              <a:rPr lang="fr-FR" altLang="fr-FR"/>
              <a:t>Blessed assurance, Jesus is mine!</a:t>
            </a:r>
          </a:p>
          <a:p>
            <a:r>
              <a:rPr lang="fr-FR" altLang="fr-FR"/>
              <a:t>2-  QUELLE ESPÉRANCE DE SA GLOIRE VENUE</a:t>
            </a:r>
          </a:p>
          <a:p>
            <a:r>
              <a:rPr lang="fr-FR" altLang="fr-FR"/>
              <a:t>Oh, what a foretaste of glory divine!</a:t>
            </a:r>
          </a:p>
          <a:p>
            <a:r>
              <a:rPr lang="fr-FR" altLang="fr-FR"/>
              <a:t>3-  ENFANT DU SALUT, DIEU M’A RACHETÉ</a:t>
            </a:r>
          </a:p>
          <a:p>
            <a:r>
              <a:rPr lang="fr-FR" altLang="fr-FR"/>
              <a:t>Heir of salvation, purchase of God,</a:t>
            </a:r>
          </a:p>
          <a:p>
            <a:r>
              <a:rPr lang="fr-FR" altLang="fr-FR"/>
              <a:t>4-  NÉ DE SON ESPRIT SON SANG M’A LAVÉ</a:t>
            </a:r>
          </a:p>
          <a:p>
            <a:r>
              <a:rPr lang="fr-FR" altLang="fr-FR"/>
              <a:t>Born of His Spirit, washed in His blood.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	5-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6-  LOUER MON SAUVEUR LE JOUR DURANT</a:t>
            </a:r>
          </a:p>
          <a:p>
            <a:r>
              <a:rPr lang="fr-FR" altLang="fr-FR"/>
              <a:t>	Praising my Savior all the day long;</a:t>
            </a:r>
          </a:p>
          <a:p>
            <a:r>
              <a:rPr lang="fr-FR" altLang="fr-FR"/>
              <a:t>	7-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8-  LOUER MON SAUVEUR À CHAQUE INSTANT</a:t>
            </a:r>
          </a:p>
          <a:p>
            <a:r>
              <a:rPr lang="fr-FR" altLang="fr-FR"/>
              <a:t>	Praising my Savior all the day long.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9-  PARFAITE SOUMISSION PARFAIT BONHEUR</a:t>
            </a:r>
          </a:p>
          <a:p>
            <a:r>
              <a:rPr lang="fr-FR" altLang="fr-FR"/>
              <a:t>Perfect submission, perfect delight,</a:t>
            </a:r>
          </a:p>
          <a:p>
            <a:r>
              <a:rPr lang="fr-FR" altLang="fr-FR"/>
              <a:t>10-  L’HEURE DE SON RETOUR BRILLE DANS MON CŒUR</a:t>
            </a:r>
          </a:p>
          <a:p>
            <a:r>
              <a:rPr lang="fr-FR" altLang="fr-FR"/>
              <a:t>Visions of rapture now burst on my sight;</a:t>
            </a:r>
          </a:p>
          <a:p>
            <a:r>
              <a:rPr lang="fr-FR" altLang="fr-FR"/>
              <a:t>11-  L’ÉCHO DES ANGES QUI CLAMENT FORT</a:t>
            </a:r>
          </a:p>
          <a:p>
            <a:r>
              <a:rPr lang="fr-FR" altLang="fr-FR"/>
              <a:t>Angels, descending, bring from above</a:t>
            </a:r>
          </a:p>
          <a:p>
            <a:r>
              <a:rPr lang="fr-FR" altLang="fr-FR"/>
              <a:t>12-  SON GRAND AMOUR ET SA MISÉRICORDE</a:t>
            </a:r>
          </a:p>
          <a:p>
            <a:r>
              <a:rPr lang="fr-FR" altLang="fr-FR"/>
              <a:t>Echoes of mercy, whispers of love.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13-  PARFAITE SOUMISSION J’AI TOUT EN LUI</a:t>
            </a:r>
          </a:p>
          <a:p>
            <a:r>
              <a:rPr lang="fr-FR" altLang="fr-FR"/>
              <a:t>Perfect submission, all is at rest,</a:t>
            </a:r>
          </a:p>
          <a:p>
            <a:r>
              <a:rPr lang="fr-FR" altLang="fr-FR"/>
              <a:t>14-  AVEC MON SAUVEUR, JE SUIS BÉNI</a:t>
            </a:r>
          </a:p>
          <a:p>
            <a:r>
              <a:rPr lang="fr-FR" altLang="fr-FR"/>
              <a:t>I in my Savior am happy and blest,</a:t>
            </a:r>
          </a:p>
          <a:p>
            <a:r>
              <a:rPr lang="fr-FR" altLang="fr-FR"/>
              <a:t>15-  JE SUIS DANS L’ATTENTE PLEIN DE CONFIANCE</a:t>
            </a:r>
          </a:p>
          <a:p>
            <a:r>
              <a:rPr lang="fr-FR" altLang="fr-FR"/>
              <a:t>Watching and waiting, looking above,</a:t>
            </a:r>
          </a:p>
          <a:p>
            <a:r>
              <a:rPr lang="fr-FR" altLang="fr-FR"/>
              <a:t>16-  REMPLI DE BONTÉ DE SA TOUTE PUISSANCE</a:t>
            </a:r>
          </a:p>
          <a:p>
            <a:r>
              <a:rPr lang="fr-FR" altLang="fr-FR"/>
              <a:t>Filled with His goodness, lost in His love</a:t>
            </a:r>
          </a:p>
          <a:p>
            <a:endParaRPr lang="fr-FR" altLang="fr-FR"/>
          </a:p>
          <a:p>
            <a:endParaRPr lang="fr-FR" altLang="fr-FR"/>
          </a:p>
        </p:txBody>
      </p:sp>
      <p:sp>
        <p:nvSpPr>
          <p:cNvPr id="245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1-  J’AI L’ASSURANCE D’ÊTRE EN JÉSUS </a:t>
            </a:r>
          </a:p>
          <a:p>
            <a:pPr eaLnBrk="1" hangingPunct="1"/>
            <a:r>
              <a:rPr lang="fr-FR" altLang="fr-FR" smtClean="0"/>
              <a:t>Blessed assurance, Jesus is mine!</a:t>
            </a:r>
          </a:p>
          <a:p>
            <a:pPr eaLnBrk="1" hangingPunct="1"/>
            <a:r>
              <a:rPr lang="fr-FR" altLang="fr-FR" smtClean="0"/>
              <a:t>2-  QUELLE ESPÉRANCE DE SA GLOIRE VENUE</a:t>
            </a:r>
          </a:p>
          <a:p>
            <a:pPr eaLnBrk="1" hangingPunct="1"/>
            <a:r>
              <a:rPr lang="fr-FR" altLang="fr-FR" smtClean="0"/>
              <a:t>Oh, what a foretaste of glory divine!</a:t>
            </a:r>
          </a:p>
          <a:p>
            <a:pPr eaLnBrk="1" hangingPunct="1"/>
            <a:r>
              <a:rPr lang="fr-FR" altLang="fr-FR" smtClean="0"/>
              <a:t>3-  ENFANT DU SALUT, DIEU M’A RACHETÉ</a:t>
            </a:r>
          </a:p>
          <a:p>
            <a:pPr eaLnBrk="1" hangingPunct="1"/>
            <a:r>
              <a:rPr lang="fr-FR" altLang="fr-FR" smtClean="0"/>
              <a:t>Heir of salvation, purchase of God,</a:t>
            </a:r>
          </a:p>
          <a:p>
            <a:pPr eaLnBrk="1" hangingPunct="1"/>
            <a:r>
              <a:rPr lang="fr-FR" altLang="fr-FR" smtClean="0"/>
              <a:t>4-  NÉ DE SON ESPRIT SON SANG M’A LAVÉ</a:t>
            </a:r>
          </a:p>
          <a:p>
            <a:pPr eaLnBrk="1" hangingPunct="1"/>
            <a:r>
              <a:rPr lang="fr-FR" altLang="fr-FR" smtClean="0"/>
              <a:t>Born of His Spirit, washed in His blood.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5-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6-  LOUER MON SAUVEUR LE JOUR DURANT</a:t>
            </a:r>
          </a:p>
          <a:p>
            <a:pPr eaLnBrk="1" hangingPunct="1"/>
            <a:r>
              <a:rPr lang="fr-FR" altLang="fr-FR" smtClean="0"/>
              <a:t>	Praising my Savior all the day long;</a:t>
            </a:r>
          </a:p>
          <a:p>
            <a:pPr eaLnBrk="1" hangingPunct="1"/>
            <a:r>
              <a:rPr lang="fr-FR" altLang="fr-FR" smtClean="0"/>
              <a:t>	7-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8-  LOUER MON SAUVEUR À CHAQUE INSTANT</a:t>
            </a:r>
          </a:p>
          <a:p>
            <a:pPr eaLnBrk="1" hangingPunct="1"/>
            <a:r>
              <a:rPr lang="fr-FR" altLang="fr-FR" smtClean="0"/>
              <a:t>	Praising my Savior all the day long.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9-  PARFAITE SOUMISSION PARFAIT BONHEUR</a:t>
            </a:r>
          </a:p>
          <a:p>
            <a:pPr eaLnBrk="1" hangingPunct="1"/>
            <a:r>
              <a:rPr lang="fr-FR" altLang="fr-FR" smtClean="0"/>
              <a:t>Perfect submission, perfect delight,</a:t>
            </a:r>
          </a:p>
          <a:p>
            <a:pPr eaLnBrk="1" hangingPunct="1"/>
            <a:r>
              <a:rPr lang="fr-FR" altLang="fr-FR" smtClean="0"/>
              <a:t>10-  L’HEURE DE SON RETOUR BRILLE DANS MON CŒUR</a:t>
            </a:r>
          </a:p>
          <a:p>
            <a:pPr eaLnBrk="1" hangingPunct="1"/>
            <a:r>
              <a:rPr lang="fr-FR" altLang="fr-FR" smtClean="0"/>
              <a:t>Visions of rapture now burst on my sight;</a:t>
            </a:r>
          </a:p>
          <a:p>
            <a:pPr eaLnBrk="1" hangingPunct="1"/>
            <a:r>
              <a:rPr lang="fr-FR" altLang="fr-FR" smtClean="0"/>
              <a:t>11-  L’ÉCHO DES ANGES QUI CLAMENT FORT</a:t>
            </a:r>
          </a:p>
          <a:p>
            <a:pPr eaLnBrk="1" hangingPunct="1"/>
            <a:r>
              <a:rPr lang="fr-FR" altLang="fr-FR" smtClean="0"/>
              <a:t>Angels, descending, bring from above</a:t>
            </a:r>
          </a:p>
          <a:p>
            <a:pPr eaLnBrk="1" hangingPunct="1"/>
            <a:r>
              <a:rPr lang="fr-FR" altLang="fr-FR" smtClean="0"/>
              <a:t>12-  SON GRAND AMOUR ET SA MISÉRICORDE</a:t>
            </a:r>
          </a:p>
          <a:p>
            <a:pPr eaLnBrk="1" hangingPunct="1"/>
            <a:r>
              <a:rPr lang="fr-FR" altLang="fr-FR" smtClean="0"/>
              <a:t>Echoes of mercy, whispers of love.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13-  PARFAITE SOUMISSION J’AI TOUT EN LUI</a:t>
            </a:r>
          </a:p>
          <a:p>
            <a:pPr eaLnBrk="1" hangingPunct="1"/>
            <a:r>
              <a:rPr lang="fr-FR" altLang="fr-FR" smtClean="0"/>
              <a:t>Perfect submission, all is at rest,</a:t>
            </a:r>
          </a:p>
          <a:p>
            <a:pPr eaLnBrk="1" hangingPunct="1"/>
            <a:r>
              <a:rPr lang="fr-FR" altLang="fr-FR" smtClean="0"/>
              <a:t>14-  AVEC MON SAUVEUR, JE SUIS BÉNI</a:t>
            </a:r>
          </a:p>
          <a:p>
            <a:pPr eaLnBrk="1" hangingPunct="1"/>
            <a:r>
              <a:rPr lang="fr-FR" altLang="fr-FR" smtClean="0"/>
              <a:t>I in my Savior am happy and blest,</a:t>
            </a:r>
          </a:p>
          <a:p>
            <a:pPr eaLnBrk="1" hangingPunct="1"/>
            <a:r>
              <a:rPr lang="fr-FR" altLang="fr-FR" smtClean="0"/>
              <a:t>15-  JE SUIS DANS L’ATTENTE PLEIN DE CONFIANCE</a:t>
            </a:r>
          </a:p>
          <a:p>
            <a:pPr eaLnBrk="1" hangingPunct="1"/>
            <a:r>
              <a:rPr lang="fr-FR" altLang="fr-FR" smtClean="0"/>
              <a:t>Watching and waiting, looking above,</a:t>
            </a:r>
          </a:p>
          <a:p>
            <a:pPr eaLnBrk="1" hangingPunct="1"/>
            <a:r>
              <a:rPr lang="fr-FR" altLang="fr-FR" smtClean="0"/>
              <a:t>16-  REMPLI DE BONTÉ DE SA TOUTE PUISSANCE</a:t>
            </a:r>
          </a:p>
          <a:p>
            <a:pPr eaLnBrk="1" hangingPunct="1"/>
            <a:r>
              <a:rPr lang="fr-FR" altLang="fr-FR" smtClean="0"/>
              <a:t>Filled with His goodness, lost in His love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/>
              <a:t>1-  J’AI L’ASSURANCE D’ÊTRE EN JÉSUS </a:t>
            </a:r>
          </a:p>
          <a:p>
            <a:r>
              <a:rPr lang="fr-FR" altLang="fr-FR"/>
              <a:t>Blessed assurance, Jesus is mine!</a:t>
            </a:r>
          </a:p>
          <a:p>
            <a:r>
              <a:rPr lang="fr-FR" altLang="fr-FR"/>
              <a:t>2-  QUELLE ESPÉRANCE DE SA GLOIRE VENUE</a:t>
            </a:r>
          </a:p>
          <a:p>
            <a:r>
              <a:rPr lang="fr-FR" altLang="fr-FR"/>
              <a:t>Oh, what a foretaste of glory divine!</a:t>
            </a:r>
          </a:p>
          <a:p>
            <a:r>
              <a:rPr lang="fr-FR" altLang="fr-FR"/>
              <a:t>3-  ENFANT DU SALUT, DIEU M’A RACHETÉ</a:t>
            </a:r>
          </a:p>
          <a:p>
            <a:r>
              <a:rPr lang="fr-FR" altLang="fr-FR"/>
              <a:t>Heir of salvation, purchase of God,</a:t>
            </a:r>
          </a:p>
          <a:p>
            <a:r>
              <a:rPr lang="fr-FR" altLang="fr-FR"/>
              <a:t>4-  NÉ DE SON ESPRIT SON SANG M’A LAVÉ</a:t>
            </a:r>
          </a:p>
          <a:p>
            <a:r>
              <a:rPr lang="fr-FR" altLang="fr-FR"/>
              <a:t>Born of His Spirit, washed in His blood.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	5-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6-  LOUER MON SAUVEUR LE JOUR DURANT</a:t>
            </a:r>
          </a:p>
          <a:p>
            <a:r>
              <a:rPr lang="fr-FR" altLang="fr-FR"/>
              <a:t>	Praising my Savior all the day long;</a:t>
            </a:r>
          </a:p>
          <a:p>
            <a:r>
              <a:rPr lang="fr-FR" altLang="fr-FR"/>
              <a:t>	7-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8-  LOUER MON SAUVEUR À CHAQUE INSTANT</a:t>
            </a:r>
          </a:p>
          <a:p>
            <a:r>
              <a:rPr lang="fr-FR" altLang="fr-FR"/>
              <a:t>	Praising my Savior all the day long.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9-  PARFAITE SOUMISSION PARFAIT BONHEUR</a:t>
            </a:r>
          </a:p>
          <a:p>
            <a:r>
              <a:rPr lang="fr-FR" altLang="fr-FR"/>
              <a:t>Perfect submission, perfect delight,</a:t>
            </a:r>
          </a:p>
          <a:p>
            <a:r>
              <a:rPr lang="fr-FR" altLang="fr-FR"/>
              <a:t>10-  L’HEURE DE SON RETOUR BRILLE DANS MON CŒUR</a:t>
            </a:r>
          </a:p>
          <a:p>
            <a:r>
              <a:rPr lang="fr-FR" altLang="fr-FR"/>
              <a:t>Visions of rapture now burst on my sight;</a:t>
            </a:r>
          </a:p>
          <a:p>
            <a:r>
              <a:rPr lang="fr-FR" altLang="fr-FR"/>
              <a:t>11-  L’ÉCHO DES ANGES QUI CLAMENT FORT</a:t>
            </a:r>
          </a:p>
          <a:p>
            <a:r>
              <a:rPr lang="fr-FR" altLang="fr-FR"/>
              <a:t>Angels, descending, bring from above</a:t>
            </a:r>
          </a:p>
          <a:p>
            <a:r>
              <a:rPr lang="fr-FR" altLang="fr-FR"/>
              <a:t>12-  SON GRAND AMOUR ET SA MISÉRICORDE</a:t>
            </a:r>
          </a:p>
          <a:p>
            <a:r>
              <a:rPr lang="fr-FR" altLang="fr-FR"/>
              <a:t>Echoes of mercy, whispers of love.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13-  PARFAITE SOUMISSION J’AI TOUT EN LUI</a:t>
            </a:r>
          </a:p>
          <a:p>
            <a:r>
              <a:rPr lang="fr-FR" altLang="fr-FR"/>
              <a:t>Perfect submission, all is at rest,</a:t>
            </a:r>
          </a:p>
          <a:p>
            <a:r>
              <a:rPr lang="fr-FR" altLang="fr-FR"/>
              <a:t>14-  AVEC MON SAUVEUR, JE SUIS BÉNI</a:t>
            </a:r>
          </a:p>
          <a:p>
            <a:r>
              <a:rPr lang="fr-FR" altLang="fr-FR"/>
              <a:t>I in my Savior am happy and blest,</a:t>
            </a:r>
          </a:p>
          <a:p>
            <a:r>
              <a:rPr lang="fr-FR" altLang="fr-FR"/>
              <a:t>15-  JE SUIS DANS L’ATTENTE PLEIN DE CONFIANCE</a:t>
            </a:r>
          </a:p>
          <a:p>
            <a:r>
              <a:rPr lang="fr-FR" altLang="fr-FR"/>
              <a:t>Watching and waiting, looking above,</a:t>
            </a:r>
          </a:p>
          <a:p>
            <a:r>
              <a:rPr lang="fr-FR" altLang="fr-FR"/>
              <a:t>16-  REMPLI DE BONTÉ DE SA TOUTE PUISSANCE</a:t>
            </a:r>
          </a:p>
          <a:p>
            <a:r>
              <a:rPr lang="fr-FR" altLang="fr-FR"/>
              <a:t>Filled with His goodness, lost in His love</a:t>
            </a:r>
          </a:p>
          <a:p>
            <a:endParaRPr lang="fr-FR" altLang="fr-FR"/>
          </a:p>
          <a:p>
            <a:endParaRPr lang="fr-FR" altLang="fr-FR"/>
          </a:p>
        </p:txBody>
      </p:sp>
      <p:sp>
        <p:nvSpPr>
          <p:cNvPr id="266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1-  J’AI L’ASSURANCE D’ÊTRE EN JÉSUS </a:t>
            </a:r>
          </a:p>
          <a:p>
            <a:pPr eaLnBrk="1" hangingPunct="1"/>
            <a:r>
              <a:rPr lang="fr-FR" altLang="fr-FR" smtClean="0"/>
              <a:t>Blessed assurance, Jesus is mine!</a:t>
            </a:r>
          </a:p>
          <a:p>
            <a:pPr eaLnBrk="1" hangingPunct="1"/>
            <a:r>
              <a:rPr lang="fr-FR" altLang="fr-FR" smtClean="0"/>
              <a:t>2-  QUELLE ESPÉRANCE DE SA GLOIRE VENUE</a:t>
            </a:r>
          </a:p>
          <a:p>
            <a:pPr eaLnBrk="1" hangingPunct="1"/>
            <a:r>
              <a:rPr lang="fr-FR" altLang="fr-FR" smtClean="0"/>
              <a:t>Oh, what a foretaste of glory divine!</a:t>
            </a:r>
          </a:p>
          <a:p>
            <a:pPr eaLnBrk="1" hangingPunct="1"/>
            <a:r>
              <a:rPr lang="fr-FR" altLang="fr-FR" smtClean="0"/>
              <a:t>3-  ENFANT DU SALUT, DIEU M’A RACHETÉ</a:t>
            </a:r>
          </a:p>
          <a:p>
            <a:pPr eaLnBrk="1" hangingPunct="1"/>
            <a:r>
              <a:rPr lang="fr-FR" altLang="fr-FR" smtClean="0"/>
              <a:t>Heir of salvation, purchase of God,</a:t>
            </a:r>
          </a:p>
          <a:p>
            <a:pPr eaLnBrk="1" hangingPunct="1"/>
            <a:r>
              <a:rPr lang="fr-FR" altLang="fr-FR" smtClean="0"/>
              <a:t>4-  NÉ DE SON ESPRIT SON SANG M’A LAVÉ</a:t>
            </a:r>
          </a:p>
          <a:p>
            <a:pPr eaLnBrk="1" hangingPunct="1"/>
            <a:r>
              <a:rPr lang="fr-FR" altLang="fr-FR" smtClean="0"/>
              <a:t>Born of His Spirit, washed in His blood.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5-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6-  LOUER MON SAUVEUR LE JOUR DURANT</a:t>
            </a:r>
          </a:p>
          <a:p>
            <a:pPr eaLnBrk="1" hangingPunct="1"/>
            <a:r>
              <a:rPr lang="fr-FR" altLang="fr-FR" smtClean="0"/>
              <a:t>	Praising my Savior all the day long;</a:t>
            </a:r>
          </a:p>
          <a:p>
            <a:pPr eaLnBrk="1" hangingPunct="1"/>
            <a:r>
              <a:rPr lang="fr-FR" altLang="fr-FR" smtClean="0"/>
              <a:t>	7-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8-  LOUER MON SAUVEUR À CHAQUE INSTANT</a:t>
            </a:r>
          </a:p>
          <a:p>
            <a:pPr eaLnBrk="1" hangingPunct="1"/>
            <a:r>
              <a:rPr lang="fr-FR" altLang="fr-FR" smtClean="0"/>
              <a:t>	Praising my Savior all the day long.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9-  PARFAITE SOUMISSION PARFAIT BONHEUR</a:t>
            </a:r>
          </a:p>
          <a:p>
            <a:pPr eaLnBrk="1" hangingPunct="1"/>
            <a:r>
              <a:rPr lang="fr-FR" altLang="fr-FR" smtClean="0"/>
              <a:t>Perfect submission, perfect delight,</a:t>
            </a:r>
          </a:p>
          <a:p>
            <a:pPr eaLnBrk="1" hangingPunct="1"/>
            <a:r>
              <a:rPr lang="fr-FR" altLang="fr-FR" smtClean="0"/>
              <a:t>10-  L’HEURE DE SON RETOUR BRILLE DANS MON CŒUR</a:t>
            </a:r>
          </a:p>
          <a:p>
            <a:pPr eaLnBrk="1" hangingPunct="1"/>
            <a:r>
              <a:rPr lang="fr-FR" altLang="fr-FR" smtClean="0"/>
              <a:t>Visions of rapture now burst on my sight;</a:t>
            </a:r>
          </a:p>
          <a:p>
            <a:pPr eaLnBrk="1" hangingPunct="1"/>
            <a:r>
              <a:rPr lang="fr-FR" altLang="fr-FR" smtClean="0"/>
              <a:t>11-  L’ÉCHO DES ANGES QUI CLAMENT FORT</a:t>
            </a:r>
          </a:p>
          <a:p>
            <a:pPr eaLnBrk="1" hangingPunct="1"/>
            <a:r>
              <a:rPr lang="fr-FR" altLang="fr-FR" smtClean="0"/>
              <a:t>Angels, descending, bring from above</a:t>
            </a:r>
          </a:p>
          <a:p>
            <a:pPr eaLnBrk="1" hangingPunct="1"/>
            <a:r>
              <a:rPr lang="fr-FR" altLang="fr-FR" smtClean="0"/>
              <a:t>12-  SON GRAND AMOUR ET SA MISÉRICORDE</a:t>
            </a:r>
          </a:p>
          <a:p>
            <a:pPr eaLnBrk="1" hangingPunct="1"/>
            <a:r>
              <a:rPr lang="fr-FR" altLang="fr-FR" smtClean="0"/>
              <a:t>Echoes of mercy, whispers of love.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13-  PARFAITE SOUMISSION J’AI TOUT EN LUI</a:t>
            </a:r>
          </a:p>
          <a:p>
            <a:pPr eaLnBrk="1" hangingPunct="1"/>
            <a:r>
              <a:rPr lang="fr-FR" altLang="fr-FR" smtClean="0"/>
              <a:t>Perfect submission, all is at rest,</a:t>
            </a:r>
          </a:p>
          <a:p>
            <a:pPr eaLnBrk="1" hangingPunct="1"/>
            <a:r>
              <a:rPr lang="fr-FR" altLang="fr-FR" smtClean="0"/>
              <a:t>14-  AVEC MON SAUVEUR, JE SUIS BÉNI</a:t>
            </a:r>
          </a:p>
          <a:p>
            <a:pPr eaLnBrk="1" hangingPunct="1"/>
            <a:r>
              <a:rPr lang="fr-FR" altLang="fr-FR" smtClean="0"/>
              <a:t>I in my Savior am happy and blest,</a:t>
            </a:r>
          </a:p>
          <a:p>
            <a:pPr eaLnBrk="1" hangingPunct="1"/>
            <a:r>
              <a:rPr lang="fr-FR" altLang="fr-FR" smtClean="0"/>
              <a:t>15-  JE SUIS DANS L’ATTENTE PLEIN DE CONFIANCE</a:t>
            </a:r>
          </a:p>
          <a:p>
            <a:pPr eaLnBrk="1" hangingPunct="1"/>
            <a:r>
              <a:rPr lang="fr-FR" altLang="fr-FR" smtClean="0"/>
              <a:t>Watching and waiting, looking above,</a:t>
            </a:r>
          </a:p>
          <a:p>
            <a:pPr eaLnBrk="1" hangingPunct="1"/>
            <a:r>
              <a:rPr lang="fr-FR" altLang="fr-FR" smtClean="0"/>
              <a:t>16-  REMPLI DE BONTÉ DE SA TOUTE PUISSANCE</a:t>
            </a:r>
          </a:p>
          <a:p>
            <a:pPr eaLnBrk="1" hangingPunct="1"/>
            <a:r>
              <a:rPr lang="fr-FR" altLang="fr-FR" smtClean="0"/>
              <a:t>Filled with His goodness, lost in His love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/>
              <a:t>1-  J’AI L’ASSURANCE D’ÊTRE EN JÉSUS </a:t>
            </a:r>
          </a:p>
          <a:p>
            <a:r>
              <a:rPr lang="fr-FR" altLang="fr-FR"/>
              <a:t>Blessed assurance, Jesus is mine!</a:t>
            </a:r>
          </a:p>
          <a:p>
            <a:r>
              <a:rPr lang="fr-FR" altLang="fr-FR"/>
              <a:t>2-  QUELLE ESPÉRANCE DE SA GLOIRE VENUE</a:t>
            </a:r>
          </a:p>
          <a:p>
            <a:r>
              <a:rPr lang="fr-FR" altLang="fr-FR"/>
              <a:t>Oh, what a foretaste of glory divine!</a:t>
            </a:r>
          </a:p>
          <a:p>
            <a:r>
              <a:rPr lang="fr-FR" altLang="fr-FR"/>
              <a:t>3-  ENFANT DU SALUT, DIEU M’A RACHETÉ</a:t>
            </a:r>
          </a:p>
          <a:p>
            <a:r>
              <a:rPr lang="fr-FR" altLang="fr-FR"/>
              <a:t>Heir of salvation, purchase of God,</a:t>
            </a:r>
          </a:p>
          <a:p>
            <a:r>
              <a:rPr lang="fr-FR" altLang="fr-FR"/>
              <a:t>4-  NÉ DE SON ESPRIT SON SANG M’A LAVÉ</a:t>
            </a:r>
          </a:p>
          <a:p>
            <a:r>
              <a:rPr lang="fr-FR" altLang="fr-FR"/>
              <a:t>Born of His Spirit, washed in His blood.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	5-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6-  LOUER MON SAUVEUR LE JOUR DURANT</a:t>
            </a:r>
          </a:p>
          <a:p>
            <a:r>
              <a:rPr lang="fr-FR" altLang="fr-FR"/>
              <a:t>	Praising my Savior all the day long;</a:t>
            </a:r>
          </a:p>
          <a:p>
            <a:r>
              <a:rPr lang="fr-FR" altLang="fr-FR"/>
              <a:t>	7-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8-  LOUER MON SAUVEUR À CHAQUE INSTANT</a:t>
            </a:r>
          </a:p>
          <a:p>
            <a:r>
              <a:rPr lang="fr-FR" altLang="fr-FR"/>
              <a:t>	Praising my Savior all the day long.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9-  PARFAITE SOUMISSION PARFAIT BONHEUR</a:t>
            </a:r>
          </a:p>
          <a:p>
            <a:r>
              <a:rPr lang="fr-FR" altLang="fr-FR"/>
              <a:t>Perfect submission, perfect delight,</a:t>
            </a:r>
          </a:p>
          <a:p>
            <a:r>
              <a:rPr lang="fr-FR" altLang="fr-FR"/>
              <a:t>10-  L’HEURE DE SON RETOUR BRILLE DANS MON CŒUR</a:t>
            </a:r>
          </a:p>
          <a:p>
            <a:r>
              <a:rPr lang="fr-FR" altLang="fr-FR"/>
              <a:t>Visions of rapture now burst on my sight;</a:t>
            </a:r>
          </a:p>
          <a:p>
            <a:r>
              <a:rPr lang="fr-FR" altLang="fr-FR"/>
              <a:t>11-  L’ÉCHO DES ANGES QUI CLAMENT FORT</a:t>
            </a:r>
          </a:p>
          <a:p>
            <a:r>
              <a:rPr lang="fr-FR" altLang="fr-FR"/>
              <a:t>Angels, descending, bring from above</a:t>
            </a:r>
          </a:p>
          <a:p>
            <a:r>
              <a:rPr lang="fr-FR" altLang="fr-FR"/>
              <a:t>12-  SON GRAND AMOUR ET SA MISÉRICORDE</a:t>
            </a:r>
          </a:p>
          <a:p>
            <a:r>
              <a:rPr lang="fr-FR" altLang="fr-FR"/>
              <a:t>Echoes of mercy, whispers of love.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13-  PARFAITE SOUMISSION J’AI TOUT EN LUI</a:t>
            </a:r>
          </a:p>
          <a:p>
            <a:r>
              <a:rPr lang="fr-FR" altLang="fr-FR"/>
              <a:t>Perfect submission, all is at rest,</a:t>
            </a:r>
          </a:p>
          <a:p>
            <a:r>
              <a:rPr lang="fr-FR" altLang="fr-FR"/>
              <a:t>14-  AVEC MON SAUVEUR, JE SUIS BÉNI</a:t>
            </a:r>
          </a:p>
          <a:p>
            <a:r>
              <a:rPr lang="fr-FR" altLang="fr-FR"/>
              <a:t>I in my Savior am happy and blest,</a:t>
            </a:r>
          </a:p>
          <a:p>
            <a:r>
              <a:rPr lang="fr-FR" altLang="fr-FR"/>
              <a:t>15-  JE SUIS DANS L’ATTENTE PLEIN DE CONFIANCE</a:t>
            </a:r>
          </a:p>
          <a:p>
            <a:r>
              <a:rPr lang="fr-FR" altLang="fr-FR"/>
              <a:t>Watching and waiting, looking above,</a:t>
            </a:r>
          </a:p>
          <a:p>
            <a:r>
              <a:rPr lang="fr-FR" altLang="fr-FR"/>
              <a:t>16-  REMPLI DE BONTÉ DE SA TOUTE PUISSANCE</a:t>
            </a:r>
          </a:p>
          <a:p>
            <a:r>
              <a:rPr lang="fr-FR" altLang="fr-FR"/>
              <a:t>Filled with His goodness, lost in His love</a:t>
            </a:r>
          </a:p>
          <a:p>
            <a:endParaRPr lang="fr-FR" altLang="fr-FR"/>
          </a:p>
          <a:p>
            <a:endParaRPr lang="fr-FR" altLang="fr-FR"/>
          </a:p>
        </p:txBody>
      </p:sp>
      <p:sp>
        <p:nvSpPr>
          <p:cNvPr id="286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1-  J’AI L’ASSURANCE D’ÊTRE EN JÉSUS </a:t>
            </a:r>
          </a:p>
          <a:p>
            <a:pPr eaLnBrk="1" hangingPunct="1"/>
            <a:r>
              <a:rPr lang="fr-FR" altLang="fr-FR" smtClean="0"/>
              <a:t>Blessed assurance, Jesus is mine!</a:t>
            </a:r>
          </a:p>
          <a:p>
            <a:pPr eaLnBrk="1" hangingPunct="1"/>
            <a:r>
              <a:rPr lang="fr-FR" altLang="fr-FR" smtClean="0"/>
              <a:t>2-  QUELLE ESPÉRANCE DE SA GLOIRE VENUE</a:t>
            </a:r>
          </a:p>
          <a:p>
            <a:pPr eaLnBrk="1" hangingPunct="1"/>
            <a:r>
              <a:rPr lang="fr-FR" altLang="fr-FR" smtClean="0"/>
              <a:t>Oh, what a foretaste of glory divine!</a:t>
            </a:r>
          </a:p>
          <a:p>
            <a:pPr eaLnBrk="1" hangingPunct="1"/>
            <a:r>
              <a:rPr lang="fr-FR" altLang="fr-FR" smtClean="0"/>
              <a:t>3-  ENFANT DU SALUT, DIEU M’A RACHETÉ</a:t>
            </a:r>
          </a:p>
          <a:p>
            <a:pPr eaLnBrk="1" hangingPunct="1"/>
            <a:r>
              <a:rPr lang="fr-FR" altLang="fr-FR" smtClean="0"/>
              <a:t>Heir of salvation, purchase of God,</a:t>
            </a:r>
          </a:p>
          <a:p>
            <a:pPr eaLnBrk="1" hangingPunct="1"/>
            <a:r>
              <a:rPr lang="fr-FR" altLang="fr-FR" smtClean="0"/>
              <a:t>4-  NÉ DE SON ESPRIT SON SANG M’A LAVÉ</a:t>
            </a:r>
          </a:p>
          <a:p>
            <a:pPr eaLnBrk="1" hangingPunct="1"/>
            <a:r>
              <a:rPr lang="fr-FR" altLang="fr-FR" smtClean="0"/>
              <a:t>Born of His Spirit, washed in His blood.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5-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6-  LOUER MON SAUVEUR LE JOUR DURANT</a:t>
            </a:r>
          </a:p>
          <a:p>
            <a:pPr eaLnBrk="1" hangingPunct="1"/>
            <a:r>
              <a:rPr lang="fr-FR" altLang="fr-FR" smtClean="0"/>
              <a:t>	Praising my Savior all the day long;</a:t>
            </a:r>
          </a:p>
          <a:p>
            <a:pPr eaLnBrk="1" hangingPunct="1"/>
            <a:r>
              <a:rPr lang="fr-FR" altLang="fr-FR" smtClean="0"/>
              <a:t>	7-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8-  LOUER MON SAUVEUR À CHAQUE INSTANT</a:t>
            </a:r>
          </a:p>
          <a:p>
            <a:pPr eaLnBrk="1" hangingPunct="1"/>
            <a:r>
              <a:rPr lang="fr-FR" altLang="fr-FR" smtClean="0"/>
              <a:t>	Praising my Savior all the day long.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9-  PARFAITE SOUMISSION PARFAIT BONHEUR</a:t>
            </a:r>
          </a:p>
          <a:p>
            <a:pPr eaLnBrk="1" hangingPunct="1"/>
            <a:r>
              <a:rPr lang="fr-FR" altLang="fr-FR" smtClean="0"/>
              <a:t>Perfect submission, perfect delight,</a:t>
            </a:r>
          </a:p>
          <a:p>
            <a:pPr eaLnBrk="1" hangingPunct="1"/>
            <a:r>
              <a:rPr lang="fr-FR" altLang="fr-FR" smtClean="0"/>
              <a:t>10-  L’HEURE DE SON RETOUR BRILLE DANS MON CŒUR</a:t>
            </a:r>
          </a:p>
          <a:p>
            <a:pPr eaLnBrk="1" hangingPunct="1"/>
            <a:r>
              <a:rPr lang="fr-FR" altLang="fr-FR" smtClean="0"/>
              <a:t>Visions of rapture now burst on my sight;</a:t>
            </a:r>
          </a:p>
          <a:p>
            <a:pPr eaLnBrk="1" hangingPunct="1"/>
            <a:r>
              <a:rPr lang="fr-FR" altLang="fr-FR" smtClean="0"/>
              <a:t>11-  L’ÉCHO DES ANGES QUI CLAMENT FORT</a:t>
            </a:r>
          </a:p>
          <a:p>
            <a:pPr eaLnBrk="1" hangingPunct="1"/>
            <a:r>
              <a:rPr lang="fr-FR" altLang="fr-FR" smtClean="0"/>
              <a:t>Angels, descending, bring from above</a:t>
            </a:r>
          </a:p>
          <a:p>
            <a:pPr eaLnBrk="1" hangingPunct="1"/>
            <a:r>
              <a:rPr lang="fr-FR" altLang="fr-FR" smtClean="0"/>
              <a:t>12-  SON GRAND AMOUR ET SA MISÉRICORDE</a:t>
            </a:r>
          </a:p>
          <a:p>
            <a:pPr eaLnBrk="1" hangingPunct="1"/>
            <a:r>
              <a:rPr lang="fr-FR" altLang="fr-FR" smtClean="0"/>
              <a:t>Echoes of mercy, whispers of love.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13-  PARFAITE SOUMISSION J’AI TOUT EN LUI</a:t>
            </a:r>
          </a:p>
          <a:p>
            <a:pPr eaLnBrk="1" hangingPunct="1"/>
            <a:r>
              <a:rPr lang="fr-FR" altLang="fr-FR" smtClean="0"/>
              <a:t>Perfect submission, all is at rest,</a:t>
            </a:r>
          </a:p>
          <a:p>
            <a:pPr eaLnBrk="1" hangingPunct="1"/>
            <a:r>
              <a:rPr lang="fr-FR" altLang="fr-FR" smtClean="0"/>
              <a:t>14-  AVEC MON SAUVEUR, JE SUIS BÉNI</a:t>
            </a:r>
          </a:p>
          <a:p>
            <a:pPr eaLnBrk="1" hangingPunct="1"/>
            <a:r>
              <a:rPr lang="fr-FR" altLang="fr-FR" smtClean="0"/>
              <a:t>I in my Savior am happy and blest,</a:t>
            </a:r>
          </a:p>
          <a:p>
            <a:pPr eaLnBrk="1" hangingPunct="1"/>
            <a:r>
              <a:rPr lang="fr-FR" altLang="fr-FR" smtClean="0"/>
              <a:t>15-  JE SUIS DANS L’ATTENTE PLEIN DE CONFIANCE</a:t>
            </a:r>
          </a:p>
          <a:p>
            <a:pPr eaLnBrk="1" hangingPunct="1"/>
            <a:r>
              <a:rPr lang="fr-FR" altLang="fr-FR" smtClean="0"/>
              <a:t>Watching and waiting, looking above,</a:t>
            </a:r>
          </a:p>
          <a:p>
            <a:pPr eaLnBrk="1" hangingPunct="1"/>
            <a:r>
              <a:rPr lang="fr-FR" altLang="fr-FR" smtClean="0"/>
              <a:t>16-  REMPLI DE BONTÉ DE SA TOUTE PUISSANCE</a:t>
            </a:r>
          </a:p>
          <a:p>
            <a:pPr eaLnBrk="1" hangingPunct="1"/>
            <a:r>
              <a:rPr lang="fr-FR" altLang="fr-FR" smtClean="0"/>
              <a:t>Filled with His goodness, lost in His love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/>
              <a:t>1-  J’AI L’ASSURANCE D’ÊTRE EN JÉSUS </a:t>
            </a:r>
          </a:p>
          <a:p>
            <a:r>
              <a:rPr lang="fr-FR" altLang="fr-FR"/>
              <a:t>Blessed assurance, Jesus is mine!</a:t>
            </a:r>
          </a:p>
          <a:p>
            <a:r>
              <a:rPr lang="fr-FR" altLang="fr-FR"/>
              <a:t>2-  QUELLE ESPÉRANCE DE SA GLOIRE VENUE</a:t>
            </a:r>
          </a:p>
          <a:p>
            <a:r>
              <a:rPr lang="fr-FR" altLang="fr-FR"/>
              <a:t>Oh, what a foretaste of glory divine!</a:t>
            </a:r>
          </a:p>
          <a:p>
            <a:r>
              <a:rPr lang="fr-FR" altLang="fr-FR"/>
              <a:t>3-  ENFANT DU SALUT, DIEU M’A RACHETÉ</a:t>
            </a:r>
          </a:p>
          <a:p>
            <a:r>
              <a:rPr lang="fr-FR" altLang="fr-FR"/>
              <a:t>Heir of salvation, purchase of God,</a:t>
            </a:r>
          </a:p>
          <a:p>
            <a:r>
              <a:rPr lang="fr-FR" altLang="fr-FR"/>
              <a:t>4-  NÉ DE SON ESPRIT SON SANG M’A LAVÉ</a:t>
            </a:r>
          </a:p>
          <a:p>
            <a:r>
              <a:rPr lang="fr-FR" altLang="fr-FR"/>
              <a:t>Born of His Spirit, washed in His blood.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	5-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6-  LOUER MON SAUVEUR LE JOUR DURANT</a:t>
            </a:r>
          </a:p>
          <a:p>
            <a:r>
              <a:rPr lang="fr-FR" altLang="fr-FR"/>
              <a:t>	Praising my Savior all the day long;</a:t>
            </a:r>
          </a:p>
          <a:p>
            <a:r>
              <a:rPr lang="fr-FR" altLang="fr-FR"/>
              <a:t>	7-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8-  LOUER MON SAUVEUR À CHAQUE INSTANT</a:t>
            </a:r>
          </a:p>
          <a:p>
            <a:r>
              <a:rPr lang="fr-FR" altLang="fr-FR"/>
              <a:t>	Praising my Savior all the day long.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9-  PARFAITE SOUMISSION PARFAIT BONHEUR</a:t>
            </a:r>
          </a:p>
          <a:p>
            <a:r>
              <a:rPr lang="fr-FR" altLang="fr-FR"/>
              <a:t>Perfect submission, perfect delight,</a:t>
            </a:r>
          </a:p>
          <a:p>
            <a:r>
              <a:rPr lang="fr-FR" altLang="fr-FR"/>
              <a:t>10-  L’HEURE DE SON RETOUR BRILLE DANS MON CŒUR</a:t>
            </a:r>
          </a:p>
          <a:p>
            <a:r>
              <a:rPr lang="fr-FR" altLang="fr-FR"/>
              <a:t>Visions of rapture now burst on my sight;</a:t>
            </a:r>
          </a:p>
          <a:p>
            <a:r>
              <a:rPr lang="fr-FR" altLang="fr-FR"/>
              <a:t>11-  L’ÉCHO DES ANGES QUI CLAMENT FORT</a:t>
            </a:r>
          </a:p>
          <a:p>
            <a:r>
              <a:rPr lang="fr-FR" altLang="fr-FR"/>
              <a:t>Angels, descending, bring from above</a:t>
            </a:r>
          </a:p>
          <a:p>
            <a:r>
              <a:rPr lang="fr-FR" altLang="fr-FR"/>
              <a:t>12-  SON GRAND AMOUR ET SA MISÉRICORDE</a:t>
            </a:r>
          </a:p>
          <a:p>
            <a:r>
              <a:rPr lang="fr-FR" altLang="fr-FR"/>
              <a:t>Echoes of mercy, whispers of love.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13-  PARFAITE SOUMISSION J’AI TOUT EN LUI</a:t>
            </a:r>
          </a:p>
          <a:p>
            <a:r>
              <a:rPr lang="fr-FR" altLang="fr-FR"/>
              <a:t>Perfect submission, all is at rest,</a:t>
            </a:r>
          </a:p>
          <a:p>
            <a:r>
              <a:rPr lang="fr-FR" altLang="fr-FR"/>
              <a:t>14-  AVEC MON SAUVEUR, JE SUIS BÉNI</a:t>
            </a:r>
          </a:p>
          <a:p>
            <a:r>
              <a:rPr lang="fr-FR" altLang="fr-FR"/>
              <a:t>I in my Savior am happy and blest,</a:t>
            </a:r>
          </a:p>
          <a:p>
            <a:r>
              <a:rPr lang="fr-FR" altLang="fr-FR"/>
              <a:t>15-  JE SUIS DANS L’ATTENTE PLEIN DE CONFIANCE</a:t>
            </a:r>
          </a:p>
          <a:p>
            <a:r>
              <a:rPr lang="fr-FR" altLang="fr-FR"/>
              <a:t>Watching and waiting, looking above,</a:t>
            </a:r>
          </a:p>
          <a:p>
            <a:r>
              <a:rPr lang="fr-FR" altLang="fr-FR"/>
              <a:t>16-  REMPLI DE BONTÉ DE SA TOUTE PUISSANCE</a:t>
            </a:r>
          </a:p>
          <a:p>
            <a:r>
              <a:rPr lang="fr-FR" altLang="fr-FR"/>
              <a:t>Filled with His goodness, lost in His love</a:t>
            </a:r>
          </a:p>
          <a:p>
            <a:endParaRPr lang="fr-FR" altLang="fr-FR"/>
          </a:p>
          <a:p>
            <a:endParaRPr lang="fr-FR" altLang="fr-FR"/>
          </a:p>
        </p:txBody>
      </p:sp>
      <p:sp>
        <p:nvSpPr>
          <p:cNvPr id="307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1-  J’AI L’ASSURANCE D’ÊTRE EN JÉSUS </a:t>
            </a:r>
          </a:p>
          <a:p>
            <a:pPr eaLnBrk="1" hangingPunct="1"/>
            <a:r>
              <a:rPr lang="fr-FR" altLang="fr-FR" smtClean="0"/>
              <a:t>Blessed assurance, Jesus is mine!</a:t>
            </a:r>
          </a:p>
          <a:p>
            <a:pPr eaLnBrk="1" hangingPunct="1"/>
            <a:r>
              <a:rPr lang="fr-FR" altLang="fr-FR" smtClean="0"/>
              <a:t>2-  QUELLE ESPÉRANCE DE SA GLOIRE VENUE</a:t>
            </a:r>
          </a:p>
          <a:p>
            <a:pPr eaLnBrk="1" hangingPunct="1"/>
            <a:r>
              <a:rPr lang="fr-FR" altLang="fr-FR" smtClean="0"/>
              <a:t>Oh, what a foretaste of glory divine!</a:t>
            </a:r>
          </a:p>
          <a:p>
            <a:pPr eaLnBrk="1" hangingPunct="1"/>
            <a:r>
              <a:rPr lang="fr-FR" altLang="fr-FR" smtClean="0"/>
              <a:t>3-  ENFANT DU SALUT, DIEU M’A RACHETÉ</a:t>
            </a:r>
          </a:p>
          <a:p>
            <a:pPr eaLnBrk="1" hangingPunct="1"/>
            <a:r>
              <a:rPr lang="fr-FR" altLang="fr-FR" smtClean="0"/>
              <a:t>Heir of salvation, purchase of God,</a:t>
            </a:r>
          </a:p>
          <a:p>
            <a:pPr eaLnBrk="1" hangingPunct="1"/>
            <a:r>
              <a:rPr lang="fr-FR" altLang="fr-FR" smtClean="0"/>
              <a:t>4-  NÉ DE SON ESPRIT SON SANG M’A LAVÉ</a:t>
            </a:r>
          </a:p>
          <a:p>
            <a:pPr eaLnBrk="1" hangingPunct="1"/>
            <a:r>
              <a:rPr lang="fr-FR" altLang="fr-FR" smtClean="0"/>
              <a:t>Born of His Spirit, washed in His blood.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5-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6-  LOUER MON SAUVEUR LE JOUR DURANT</a:t>
            </a:r>
          </a:p>
          <a:p>
            <a:pPr eaLnBrk="1" hangingPunct="1"/>
            <a:r>
              <a:rPr lang="fr-FR" altLang="fr-FR" smtClean="0"/>
              <a:t>	Praising my Savior all the day long;</a:t>
            </a:r>
          </a:p>
          <a:p>
            <a:pPr eaLnBrk="1" hangingPunct="1"/>
            <a:r>
              <a:rPr lang="fr-FR" altLang="fr-FR" smtClean="0"/>
              <a:t>	7-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8-  LOUER MON SAUVEUR À CHAQUE INSTANT</a:t>
            </a:r>
          </a:p>
          <a:p>
            <a:pPr eaLnBrk="1" hangingPunct="1"/>
            <a:r>
              <a:rPr lang="fr-FR" altLang="fr-FR" smtClean="0"/>
              <a:t>	Praising my Savior all the day long.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9-  PARFAITE SOUMISSION PARFAIT BONHEUR</a:t>
            </a:r>
          </a:p>
          <a:p>
            <a:pPr eaLnBrk="1" hangingPunct="1"/>
            <a:r>
              <a:rPr lang="fr-FR" altLang="fr-FR" smtClean="0"/>
              <a:t>Perfect submission, perfect delight,</a:t>
            </a:r>
          </a:p>
          <a:p>
            <a:pPr eaLnBrk="1" hangingPunct="1"/>
            <a:r>
              <a:rPr lang="fr-FR" altLang="fr-FR" smtClean="0"/>
              <a:t>10-  L’HEURE DE SON RETOUR BRILLE DANS MON CŒUR</a:t>
            </a:r>
          </a:p>
          <a:p>
            <a:pPr eaLnBrk="1" hangingPunct="1"/>
            <a:r>
              <a:rPr lang="fr-FR" altLang="fr-FR" smtClean="0"/>
              <a:t>Visions of rapture now burst on my sight;</a:t>
            </a:r>
          </a:p>
          <a:p>
            <a:pPr eaLnBrk="1" hangingPunct="1"/>
            <a:r>
              <a:rPr lang="fr-FR" altLang="fr-FR" smtClean="0"/>
              <a:t>11-  L’ÉCHO DES ANGES QUI CLAMENT FORT</a:t>
            </a:r>
          </a:p>
          <a:p>
            <a:pPr eaLnBrk="1" hangingPunct="1"/>
            <a:r>
              <a:rPr lang="fr-FR" altLang="fr-FR" smtClean="0"/>
              <a:t>Angels, descending, bring from above</a:t>
            </a:r>
          </a:p>
          <a:p>
            <a:pPr eaLnBrk="1" hangingPunct="1"/>
            <a:r>
              <a:rPr lang="fr-FR" altLang="fr-FR" smtClean="0"/>
              <a:t>12-  SON GRAND AMOUR ET SA MISÉRICORDE</a:t>
            </a:r>
          </a:p>
          <a:p>
            <a:pPr eaLnBrk="1" hangingPunct="1"/>
            <a:r>
              <a:rPr lang="fr-FR" altLang="fr-FR" smtClean="0"/>
              <a:t>Echoes of mercy, whispers of love.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13-  PARFAITE SOUMISSION J’AI TOUT EN LUI</a:t>
            </a:r>
          </a:p>
          <a:p>
            <a:pPr eaLnBrk="1" hangingPunct="1"/>
            <a:r>
              <a:rPr lang="fr-FR" altLang="fr-FR" smtClean="0"/>
              <a:t>Perfect submission, all is at rest,</a:t>
            </a:r>
          </a:p>
          <a:p>
            <a:pPr eaLnBrk="1" hangingPunct="1"/>
            <a:r>
              <a:rPr lang="fr-FR" altLang="fr-FR" smtClean="0"/>
              <a:t>14-  AVEC MON SAUVEUR, JE SUIS BÉNI</a:t>
            </a:r>
          </a:p>
          <a:p>
            <a:pPr eaLnBrk="1" hangingPunct="1"/>
            <a:r>
              <a:rPr lang="fr-FR" altLang="fr-FR" smtClean="0"/>
              <a:t>I in my Savior am happy and blest,</a:t>
            </a:r>
          </a:p>
          <a:p>
            <a:pPr eaLnBrk="1" hangingPunct="1"/>
            <a:r>
              <a:rPr lang="fr-FR" altLang="fr-FR" smtClean="0"/>
              <a:t>15-  JE SUIS DANS L’ATTENTE PLEIN DE CONFIANCE</a:t>
            </a:r>
          </a:p>
          <a:p>
            <a:pPr eaLnBrk="1" hangingPunct="1"/>
            <a:r>
              <a:rPr lang="fr-FR" altLang="fr-FR" smtClean="0"/>
              <a:t>Watching and waiting, looking above,</a:t>
            </a:r>
          </a:p>
          <a:p>
            <a:pPr eaLnBrk="1" hangingPunct="1"/>
            <a:r>
              <a:rPr lang="fr-FR" altLang="fr-FR" smtClean="0"/>
              <a:t>16-  REMPLI DE BONTÉ DE SA TOUTE PUISSANCE</a:t>
            </a:r>
          </a:p>
          <a:p>
            <a:pPr eaLnBrk="1" hangingPunct="1"/>
            <a:r>
              <a:rPr lang="fr-FR" altLang="fr-FR" smtClean="0"/>
              <a:t>Filled with His goodness, lost in His love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/>
              <a:t>1-  J’AI L’ASSURANCE D’ÊTRE EN JÉSUS </a:t>
            </a:r>
          </a:p>
          <a:p>
            <a:r>
              <a:rPr lang="fr-FR" altLang="fr-FR"/>
              <a:t>Blessed assurance, Jesus is mine!</a:t>
            </a:r>
          </a:p>
          <a:p>
            <a:r>
              <a:rPr lang="fr-FR" altLang="fr-FR"/>
              <a:t>2-  QUELLE ESPÉRANCE DE SA GLOIRE VENUE</a:t>
            </a:r>
          </a:p>
          <a:p>
            <a:r>
              <a:rPr lang="fr-FR" altLang="fr-FR"/>
              <a:t>Oh, what a foretaste of glory divine!</a:t>
            </a:r>
          </a:p>
          <a:p>
            <a:r>
              <a:rPr lang="fr-FR" altLang="fr-FR"/>
              <a:t>3-  ENFANT DU SALUT, DIEU M’A RACHETÉ</a:t>
            </a:r>
          </a:p>
          <a:p>
            <a:r>
              <a:rPr lang="fr-FR" altLang="fr-FR"/>
              <a:t>Heir of salvation, purchase of God,</a:t>
            </a:r>
          </a:p>
          <a:p>
            <a:r>
              <a:rPr lang="fr-FR" altLang="fr-FR"/>
              <a:t>4-  NÉ DE SON ESPRIT SON SANG M’A LAVÉ</a:t>
            </a:r>
          </a:p>
          <a:p>
            <a:r>
              <a:rPr lang="fr-FR" altLang="fr-FR"/>
              <a:t>Born of His Spirit, washed in His blood.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	5-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6-  LOUER MON SAUVEUR LE JOUR DURANT</a:t>
            </a:r>
          </a:p>
          <a:p>
            <a:r>
              <a:rPr lang="fr-FR" altLang="fr-FR"/>
              <a:t>	Praising my Savior all the day long;</a:t>
            </a:r>
          </a:p>
          <a:p>
            <a:r>
              <a:rPr lang="fr-FR" altLang="fr-FR"/>
              <a:t>	7-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8-  LOUER MON SAUVEUR À CHAQUE INSTANT</a:t>
            </a:r>
          </a:p>
          <a:p>
            <a:r>
              <a:rPr lang="fr-FR" altLang="fr-FR"/>
              <a:t>	Praising my Savior all the day long.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9-  PARFAITE SOUMISSION PARFAIT BONHEUR</a:t>
            </a:r>
          </a:p>
          <a:p>
            <a:r>
              <a:rPr lang="fr-FR" altLang="fr-FR"/>
              <a:t>Perfect submission, perfect delight,</a:t>
            </a:r>
          </a:p>
          <a:p>
            <a:r>
              <a:rPr lang="fr-FR" altLang="fr-FR"/>
              <a:t>10-  L’HEURE DE SON RETOUR BRILLE DANS MON CŒUR</a:t>
            </a:r>
          </a:p>
          <a:p>
            <a:r>
              <a:rPr lang="fr-FR" altLang="fr-FR"/>
              <a:t>Visions of rapture now burst on my sight;</a:t>
            </a:r>
          </a:p>
          <a:p>
            <a:r>
              <a:rPr lang="fr-FR" altLang="fr-FR"/>
              <a:t>11-  L’ÉCHO DES ANGES QUI CLAMENT FORT</a:t>
            </a:r>
          </a:p>
          <a:p>
            <a:r>
              <a:rPr lang="fr-FR" altLang="fr-FR"/>
              <a:t>Angels, descending, bring from above</a:t>
            </a:r>
          </a:p>
          <a:p>
            <a:r>
              <a:rPr lang="fr-FR" altLang="fr-FR"/>
              <a:t>12-  SON GRAND AMOUR ET SA MISÉRICORDE</a:t>
            </a:r>
          </a:p>
          <a:p>
            <a:r>
              <a:rPr lang="fr-FR" altLang="fr-FR"/>
              <a:t>Echoes of mercy, whispers of love.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13-  PARFAITE SOUMISSION J’AI TOUT EN LUI</a:t>
            </a:r>
          </a:p>
          <a:p>
            <a:r>
              <a:rPr lang="fr-FR" altLang="fr-FR"/>
              <a:t>Perfect submission, all is at rest,</a:t>
            </a:r>
          </a:p>
          <a:p>
            <a:r>
              <a:rPr lang="fr-FR" altLang="fr-FR"/>
              <a:t>14-  AVEC MON SAUVEUR, JE SUIS BÉNI</a:t>
            </a:r>
          </a:p>
          <a:p>
            <a:r>
              <a:rPr lang="fr-FR" altLang="fr-FR"/>
              <a:t>I in my Savior am happy and blest,</a:t>
            </a:r>
          </a:p>
          <a:p>
            <a:r>
              <a:rPr lang="fr-FR" altLang="fr-FR"/>
              <a:t>15-  JE SUIS DANS L’ATTENTE PLEIN DE CONFIANCE</a:t>
            </a:r>
          </a:p>
          <a:p>
            <a:r>
              <a:rPr lang="fr-FR" altLang="fr-FR"/>
              <a:t>Watching and waiting, looking above,</a:t>
            </a:r>
          </a:p>
          <a:p>
            <a:r>
              <a:rPr lang="fr-FR" altLang="fr-FR"/>
              <a:t>16-  REMPLI DE BONTÉ DE SA TOUTE PUISSANCE</a:t>
            </a:r>
          </a:p>
          <a:p>
            <a:r>
              <a:rPr lang="fr-FR" altLang="fr-FR"/>
              <a:t>Filled with His goodness, lost in His love</a:t>
            </a:r>
          </a:p>
          <a:p>
            <a:endParaRPr lang="fr-FR" altLang="fr-FR"/>
          </a:p>
          <a:p>
            <a:endParaRPr lang="fr-FR" altLang="fr-FR"/>
          </a:p>
        </p:txBody>
      </p:sp>
      <p:sp>
        <p:nvSpPr>
          <p:cNvPr id="327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1-  J’AI L’ASSURANCE D’ÊTRE EN JÉSUS </a:t>
            </a:r>
          </a:p>
          <a:p>
            <a:pPr eaLnBrk="1" hangingPunct="1"/>
            <a:r>
              <a:rPr lang="fr-FR" altLang="fr-FR" smtClean="0"/>
              <a:t>Blessed assurance, Jesus is mine!</a:t>
            </a:r>
          </a:p>
          <a:p>
            <a:pPr eaLnBrk="1" hangingPunct="1"/>
            <a:r>
              <a:rPr lang="fr-FR" altLang="fr-FR" smtClean="0"/>
              <a:t>2-  QUELLE ESPÉRANCE DE SA GLOIRE VENUE</a:t>
            </a:r>
          </a:p>
          <a:p>
            <a:pPr eaLnBrk="1" hangingPunct="1"/>
            <a:r>
              <a:rPr lang="fr-FR" altLang="fr-FR" smtClean="0"/>
              <a:t>Oh, what a foretaste of glory divine!</a:t>
            </a:r>
          </a:p>
          <a:p>
            <a:pPr eaLnBrk="1" hangingPunct="1"/>
            <a:r>
              <a:rPr lang="fr-FR" altLang="fr-FR" smtClean="0"/>
              <a:t>3-  ENFANT DU SALUT, DIEU M’A RACHETÉ</a:t>
            </a:r>
          </a:p>
          <a:p>
            <a:pPr eaLnBrk="1" hangingPunct="1"/>
            <a:r>
              <a:rPr lang="fr-FR" altLang="fr-FR" smtClean="0"/>
              <a:t>Heir of salvation, purchase of God,</a:t>
            </a:r>
          </a:p>
          <a:p>
            <a:pPr eaLnBrk="1" hangingPunct="1"/>
            <a:r>
              <a:rPr lang="fr-FR" altLang="fr-FR" smtClean="0"/>
              <a:t>4-  NÉ DE SON ESPRIT SON SANG M’A LAVÉ</a:t>
            </a:r>
          </a:p>
          <a:p>
            <a:pPr eaLnBrk="1" hangingPunct="1"/>
            <a:r>
              <a:rPr lang="fr-FR" altLang="fr-FR" smtClean="0"/>
              <a:t>Born of His Spirit, washed in His blood.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5-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6-  LOUER MON SAUVEUR LE JOUR DURANT</a:t>
            </a:r>
          </a:p>
          <a:p>
            <a:pPr eaLnBrk="1" hangingPunct="1"/>
            <a:r>
              <a:rPr lang="fr-FR" altLang="fr-FR" smtClean="0"/>
              <a:t>	Praising my Savior all the day long;</a:t>
            </a:r>
          </a:p>
          <a:p>
            <a:pPr eaLnBrk="1" hangingPunct="1"/>
            <a:r>
              <a:rPr lang="fr-FR" altLang="fr-FR" smtClean="0"/>
              <a:t>	7-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8-  LOUER MON SAUVEUR À CHAQUE INSTANT</a:t>
            </a:r>
          </a:p>
          <a:p>
            <a:pPr eaLnBrk="1" hangingPunct="1"/>
            <a:r>
              <a:rPr lang="fr-FR" altLang="fr-FR" smtClean="0"/>
              <a:t>	Praising my Savior all the day long.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9-  PARFAITE SOUMISSION PARFAIT BONHEUR</a:t>
            </a:r>
          </a:p>
          <a:p>
            <a:pPr eaLnBrk="1" hangingPunct="1"/>
            <a:r>
              <a:rPr lang="fr-FR" altLang="fr-FR" smtClean="0"/>
              <a:t>Perfect submission, perfect delight,</a:t>
            </a:r>
          </a:p>
          <a:p>
            <a:pPr eaLnBrk="1" hangingPunct="1"/>
            <a:r>
              <a:rPr lang="fr-FR" altLang="fr-FR" smtClean="0"/>
              <a:t>10-  L’HEURE DE SON RETOUR BRILLE DANS MON CŒUR</a:t>
            </a:r>
          </a:p>
          <a:p>
            <a:pPr eaLnBrk="1" hangingPunct="1"/>
            <a:r>
              <a:rPr lang="fr-FR" altLang="fr-FR" smtClean="0"/>
              <a:t>Visions of rapture now burst on my sight;</a:t>
            </a:r>
          </a:p>
          <a:p>
            <a:pPr eaLnBrk="1" hangingPunct="1"/>
            <a:r>
              <a:rPr lang="fr-FR" altLang="fr-FR" smtClean="0"/>
              <a:t>11-  L’ÉCHO DES ANGES QUI CLAMENT FORT</a:t>
            </a:r>
          </a:p>
          <a:p>
            <a:pPr eaLnBrk="1" hangingPunct="1"/>
            <a:r>
              <a:rPr lang="fr-FR" altLang="fr-FR" smtClean="0"/>
              <a:t>Angels, descending, bring from above</a:t>
            </a:r>
          </a:p>
          <a:p>
            <a:pPr eaLnBrk="1" hangingPunct="1"/>
            <a:r>
              <a:rPr lang="fr-FR" altLang="fr-FR" smtClean="0"/>
              <a:t>12-  SON GRAND AMOUR ET SA MISÉRICORDE</a:t>
            </a:r>
          </a:p>
          <a:p>
            <a:pPr eaLnBrk="1" hangingPunct="1"/>
            <a:r>
              <a:rPr lang="fr-FR" altLang="fr-FR" smtClean="0"/>
              <a:t>Echoes of mercy, whispers of love.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13-  PARFAITE SOUMISSION J’AI TOUT EN LUI</a:t>
            </a:r>
          </a:p>
          <a:p>
            <a:pPr eaLnBrk="1" hangingPunct="1"/>
            <a:r>
              <a:rPr lang="fr-FR" altLang="fr-FR" smtClean="0"/>
              <a:t>Perfect submission, all is at rest,</a:t>
            </a:r>
          </a:p>
          <a:p>
            <a:pPr eaLnBrk="1" hangingPunct="1"/>
            <a:r>
              <a:rPr lang="fr-FR" altLang="fr-FR" smtClean="0"/>
              <a:t>14-  AVEC MON SAUVEUR, JE SUIS BÉNI</a:t>
            </a:r>
          </a:p>
          <a:p>
            <a:pPr eaLnBrk="1" hangingPunct="1"/>
            <a:r>
              <a:rPr lang="fr-FR" altLang="fr-FR" smtClean="0"/>
              <a:t>I in my Savior am happy and blest,</a:t>
            </a:r>
          </a:p>
          <a:p>
            <a:pPr eaLnBrk="1" hangingPunct="1"/>
            <a:r>
              <a:rPr lang="fr-FR" altLang="fr-FR" smtClean="0"/>
              <a:t>15-  JE SUIS DANS L’ATTENTE PLEIN DE CONFIANCE</a:t>
            </a:r>
          </a:p>
          <a:p>
            <a:pPr eaLnBrk="1" hangingPunct="1"/>
            <a:r>
              <a:rPr lang="fr-FR" altLang="fr-FR" smtClean="0"/>
              <a:t>Watching and waiting, looking above,</a:t>
            </a:r>
          </a:p>
          <a:p>
            <a:pPr eaLnBrk="1" hangingPunct="1"/>
            <a:r>
              <a:rPr lang="fr-FR" altLang="fr-FR" smtClean="0"/>
              <a:t>16-  REMPLI DE BONTÉ DE SA TOUTE PUISSANCE</a:t>
            </a:r>
          </a:p>
          <a:p>
            <a:pPr eaLnBrk="1" hangingPunct="1"/>
            <a:r>
              <a:rPr lang="fr-FR" altLang="fr-FR" smtClean="0"/>
              <a:t>Filled with His goodness, lost in His love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/>
              <a:t>1-  J’AI L’ASSURANCE D’ÊTRE EN JÉSUS </a:t>
            </a:r>
          </a:p>
          <a:p>
            <a:r>
              <a:rPr lang="fr-FR" altLang="fr-FR"/>
              <a:t>Blessed assurance, Jesus is mine!</a:t>
            </a:r>
          </a:p>
          <a:p>
            <a:r>
              <a:rPr lang="fr-FR" altLang="fr-FR"/>
              <a:t>2-  QUELLE ESPÉRANCE DE SA GLOIRE VENUE</a:t>
            </a:r>
          </a:p>
          <a:p>
            <a:r>
              <a:rPr lang="fr-FR" altLang="fr-FR"/>
              <a:t>Oh, what a foretaste of glory divine!</a:t>
            </a:r>
          </a:p>
          <a:p>
            <a:r>
              <a:rPr lang="fr-FR" altLang="fr-FR"/>
              <a:t>3-  ENFANT DU SALUT, DIEU M’A RACHETÉ</a:t>
            </a:r>
          </a:p>
          <a:p>
            <a:r>
              <a:rPr lang="fr-FR" altLang="fr-FR"/>
              <a:t>Heir of salvation, purchase of God,</a:t>
            </a:r>
          </a:p>
          <a:p>
            <a:r>
              <a:rPr lang="fr-FR" altLang="fr-FR"/>
              <a:t>4-  NÉ DE SON ESPRIT SON SANG M’A LAVÉ</a:t>
            </a:r>
          </a:p>
          <a:p>
            <a:r>
              <a:rPr lang="fr-FR" altLang="fr-FR"/>
              <a:t>Born of His Spirit, washed in His blood.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	5-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6-  LOUER MON SAUVEUR LE JOUR DURANT</a:t>
            </a:r>
          </a:p>
          <a:p>
            <a:r>
              <a:rPr lang="fr-FR" altLang="fr-FR"/>
              <a:t>	Praising my Savior all the day long;</a:t>
            </a:r>
          </a:p>
          <a:p>
            <a:r>
              <a:rPr lang="fr-FR" altLang="fr-FR"/>
              <a:t>	7-  C’EST MON HISTOIRE C’EST MON CHANT</a:t>
            </a:r>
          </a:p>
          <a:p>
            <a:r>
              <a:rPr lang="fr-FR" altLang="fr-FR"/>
              <a:t>	This is my story, this is my song,</a:t>
            </a:r>
          </a:p>
          <a:p>
            <a:r>
              <a:rPr lang="fr-FR" altLang="fr-FR"/>
              <a:t>	8-  LOUER MON SAUVEUR À CHAQUE INSTANT</a:t>
            </a:r>
          </a:p>
          <a:p>
            <a:r>
              <a:rPr lang="fr-FR" altLang="fr-FR"/>
              <a:t>	Praising my Savior all the day long.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9-  PARFAITE SOUMISSION PARFAIT BONHEUR</a:t>
            </a:r>
          </a:p>
          <a:p>
            <a:r>
              <a:rPr lang="fr-FR" altLang="fr-FR"/>
              <a:t>Perfect submission, perfect delight,</a:t>
            </a:r>
          </a:p>
          <a:p>
            <a:r>
              <a:rPr lang="fr-FR" altLang="fr-FR"/>
              <a:t>10-  L’HEURE DE SON RETOUR BRILLE DANS MON CŒUR</a:t>
            </a:r>
          </a:p>
          <a:p>
            <a:r>
              <a:rPr lang="fr-FR" altLang="fr-FR"/>
              <a:t>Visions of rapture now burst on my sight;</a:t>
            </a:r>
          </a:p>
          <a:p>
            <a:r>
              <a:rPr lang="fr-FR" altLang="fr-FR"/>
              <a:t>11-  L’ÉCHO DES ANGES QUI CLAMENT FORT</a:t>
            </a:r>
          </a:p>
          <a:p>
            <a:r>
              <a:rPr lang="fr-FR" altLang="fr-FR"/>
              <a:t>Angels, descending, bring from above</a:t>
            </a:r>
          </a:p>
          <a:p>
            <a:r>
              <a:rPr lang="fr-FR" altLang="fr-FR"/>
              <a:t>12-  SON GRAND AMOUR ET SA MISÉRICORDE</a:t>
            </a:r>
          </a:p>
          <a:p>
            <a:r>
              <a:rPr lang="fr-FR" altLang="fr-FR"/>
              <a:t>Echoes of mercy, whispers of love.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13-  PARFAITE SOUMISSION J’AI TOUT EN LUI</a:t>
            </a:r>
          </a:p>
          <a:p>
            <a:r>
              <a:rPr lang="fr-FR" altLang="fr-FR"/>
              <a:t>Perfect submission, all is at rest,</a:t>
            </a:r>
          </a:p>
          <a:p>
            <a:r>
              <a:rPr lang="fr-FR" altLang="fr-FR"/>
              <a:t>14-  AVEC MON SAUVEUR, JE SUIS BÉNI</a:t>
            </a:r>
          </a:p>
          <a:p>
            <a:r>
              <a:rPr lang="fr-FR" altLang="fr-FR"/>
              <a:t>I in my Savior am happy and blest,</a:t>
            </a:r>
          </a:p>
          <a:p>
            <a:r>
              <a:rPr lang="fr-FR" altLang="fr-FR"/>
              <a:t>15-  JE SUIS DANS L’ATTENTE PLEIN DE CONFIANCE</a:t>
            </a:r>
          </a:p>
          <a:p>
            <a:r>
              <a:rPr lang="fr-FR" altLang="fr-FR"/>
              <a:t>Watching and waiting, looking above,</a:t>
            </a:r>
          </a:p>
          <a:p>
            <a:r>
              <a:rPr lang="fr-FR" altLang="fr-FR"/>
              <a:t>16-  REMPLI DE BONTÉ DE SA TOUTE PUISSANCE</a:t>
            </a:r>
          </a:p>
          <a:p>
            <a:r>
              <a:rPr lang="fr-FR" altLang="fr-FR"/>
              <a:t>Filled with His goodness, lost in His love</a:t>
            </a:r>
          </a:p>
          <a:p>
            <a:endParaRPr lang="fr-FR" altLang="fr-FR"/>
          </a:p>
          <a:p>
            <a:endParaRPr lang="fr-FR" altLang="fr-FR"/>
          </a:p>
        </p:txBody>
      </p:sp>
      <p:sp>
        <p:nvSpPr>
          <p:cNvPr id="348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1-  J’AI L’ASSURANCE D’ÊTRE EN JÉSUS </a:t>
            </a:r>
          </a:p>
          <a:p>
            <a:pPr eaLnBrk="1" hangingPunct="1"/>
            <a:r>
              <a:rPr lang="fr-FR" altLang="fr-FR" smtClean="0"/>
              <a:t>Blessed assurance, Jesus is mine!</a:t>
            </a:r>
          </a:p>
          <a:p>
            <a:pPr eaLnBrk="1" hangingPunct="1"/>
            <a:r>
              <a:rPr lang="fr-FR" altLang="fr-FR" smtClean="0"/>
              <a:t>2-  QUELLE ESPÉRANCE DE SA GLOIRE VENUE</a:t>
            </a:r>
          </a:p>
          <a:p>
            <a:pPr eaLnBrk="1" hangingPunct="1"/>
            <a:r>
              <a:rPr lang="fr-FR" altLang="fr-FR" smtClean="0"/>
              <a:t>Oh, what a foretaste of glory divine!</a:t>
            </a:r>
          </a:p>
          <a:p>
            <a:pPr eaLnBrk="1" hangingPunct="1"/>
            <a:r>
              <a:rPr lang="fr-FR" altLang="fr-FR" smtClean="0"/>
              <a:t>3-  ENFANT DU SALUT, DIEU M’A RACHETÉ</a:t>
            </a:r>
          </a:p>
          <a:p>
            <a:pPr eaLnBrk="1" hangingPunct="1"/>
            <a:r>
              <a:rPr lang="fr-FR" altLang="fr-FR" smtClean="0"/>
              <a:t>Heir of salvation, purchase of God,</a:t>
            </a:r>
          </a:p>
          <a:p>
            <a:pPr eaLnBrk="1" hangingPunct="1"/>
            <a:r>
              <a:rPr lang="fr-FR" altLang="fr-FR" smtClean="0"/>
              <a:t>4-  NÉ DE SON ESPRIT SON SANG M’A LAVÉ</a:t>
            </a:r>
          </a:p>
          <a:p>
            <a:pPr eaLnBrk="1" hangingPunct="1"/>
            <a:r>
              <a:rPr lang="fr-FR" altLang="fr-FR" smtClean="0"/>
              <a:t>Born of His Spirit, washed in His blood.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5-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6-  LOUER MON SAUVEUR LE JOUR DURANT</a:t>
            </a:r>
          </a:p>
          <a:p>
            <a:pPr eaLnBrk="1" hangingPunct="1"/>
            <a:r>
              <a:rPr lang="fr-FR" altLang="fr-FR" smtClean="0"/>
              <a:t>	Praising my Savior all the day long;</a:t>
            </a:r>
          </a:p>
          <a:p>
            <a:pPr eaLnBrk="1" hangingPunct="1"/>
            <a:r>
              <a:rPr lang="fr-FR" altLang="fr-FR" smtClean="0"/>
              <a:t>	7-  C’EST MON HISTOIRE C’EST MON CHANT</a:t>
            </a:r>
          </a:p>
          <a:p>
            <a:pPr eaLnBrk="1" hangingPunct="1"/>
            <a:r>
              <a:rPr lang="fr-FR" altLang="fr-FR" smtClean="0"/>
              <a:t>	This is my story, this is my song,</a:t>
            </a:r>
          </a:p>
          <a:p>
            <a:pPr eaLnBrk="1" hangingPunct="1"/>
            <a:r>
              <a:rPr lang="fr-FR" altLang="fr-FR" smtClean="0"/>
              <a:t>	8-  LOUER MON SAUVEUR À CHAQUE INSTANT</a:t>
            </a:r>
          </a:p>
          <a:p>
            <a:pPr eaLnBrk="1" hangingPunct="1"/>
            <a:r>
              <a:rPr lang="fr-FR" altLang="fr-FR" smtClean="0"/>
              <a:t>	Praising my Savior all the day long.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9-  PARFAITE SOUMISSION PARFAIT BONHEUR</a:t>
            </a:r>
          </a:p>
          <a:p>
            <a:pPr eaLnBrk="1" hangingPunct="1"/>
            <a:r>
              <a:rPr lang="fr-FR" altLang="fr-FR" smtClean="0"/>
              <a:t>Perfect submission, perfect delight,</a:t>
            </a:r>
          </a:p>
          <a:p>
            <a:pPr eaLnBrk="1" hangingPunct="1"/>
            <a:r>
              <a:rPr lang="fr-FR" altLang="fr-FR" smtClean="0"/>
              <a:t>10-  L’HEURE DE SON RETOUR BRILLE DANS MON CŒUR</a:t>
            </a:r>
          </a:p>
          <a:p>
            <a:pPr eaLnBrk="1" hangingPunct="1"/>
            <a:r>
              <a:rPr lang="fr-FR" altLang="fr-FR" smtClean="0"/>
              <a:t>Visions of rapture now burst on my sight;</a:t>
            </a:r>
          </a:p>
          <a:p>
            <a:pPr eaLnBrk="1" hangingPunct="1"/>
            <a:r>
              <a:rPr lang="fr-FR" altLang="fr-FR" smtClean="0"/>
              <a:t>11-  L’ÉCHO DES ANGES QUI CLAMENT FORT</a:t>
            </a:r>
          </a:p>
          <a:p>
            <a:pPr eaLnBrk="1" hangingPunct="1"/>
            <a:r>
              <a:rPr lang="fr-FR" altLang="fr-FR" smtClean="0"/>
              <a:t>Angels, descending, bring from above</a:t>
            </a:r>
          </a:p>
          <a:p>
            <a:pPr eaLnBrk="1" hangingPunct="1"/>
            <a:r>
              <a:rPr lang="fr-FR" altLang="fr-FR" smtClean="0"/>
              <a:t>12-  SON GRAND AMOUR ET SA MISÉRICORDE</a:t>
            </a:r>
          </a:p>
          <a:p>
            <a:pPr eaLnBrk="1" hangingPunct="1"/>
            <a:r>
              <a:rPr lang="fr-FR" altLang="fr-FR" smtClean="0"/>
              <a:t>Echoes of mercy, whispers of love.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13-  PARFAITE SOUMISSION J’AI TOUT EN LUI</a:t>
            </a:r>
          </a:p>
          <a:p>
            <a:pPr eaLnBrk="1" hangingPunct="1"/>
            <a:r>
              <a:rPr lang="fr-FR" altLang="fr-FR" smtClean="0"/>
              <a:t>Perfect submission, all is at rest,</a:t>
            </a:r>
          </a:p>
          <a:p>
            <a:pPr eaLnBrk="1" hangingPunct="1"/>
            <a:r>
              <a:rPr lang="fr-FR" altLang="fr-FR" smtClean="0"/>
              <a:t>14-  AVEC MON SAUVEUR, JE SUIS BÉNI</a:t>
            </a:r>
          </a:p>
          <a:p>
            <a:pPr eaLnBrk="1" hangingPunct="1"/>
            <a:r>
              <a:rPr lang="fr-FR" altLang="fr-FR" smtClean="0"/>
              <a:t>I in my Savior am happy and blest,</a:t>
            </a:r>
          </a:p>
          <a:p>
            <a:pPr eaLnBrk="1" hangingPunct="1"/>
            <a:r>
              <a:rPr lang="fr-FR" altLang="fr-FR" smtClean="0"/>
              <a:t>15-  JE SUIS DANS L’ATTENTE PLEIN DE CONFIANCE</a:t>
            </a:r>
          </a:p>
          <a:p>
            <a:pPr eaLnBrk="1" hangingPunct="1"/>
            <a:r>
              <a:rPr lang="fr-FR" altLang="fr-FR" smtClean="0"/>
              <a:t>Watching and waiting, looking above,</a:t>
            </a:r>
          </a:p>
          <a:p>
            <a:pPr eaLnBrk="1" hangingPunct="1"/>
            <a:r>
              <a:rPr lang="fr-FR" altLang="fr-FR" smtClean="0"/>
              <a:t>16-  REMPLI DE BONTÉ DE SA TOUTE PUISSANCE</a:t>
            </a:r>
          </a:p>
          <a:p>
            <a:pPr eaLnBrk="1" hangingPunct="1"/>
            <a:r>
              <a:rPr lang="fr-FR" altLang="fr-FR" smtClean="0"/>
              <a:t>Filled with His goodness, lost in His love</a:t>
            </a:r>
          </a:p>
          <a:p>
            <a:pPr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BCD679-9820-4D62-83FA-0D74C5F801CE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4F5402-E2CD-423F-87E5-ECF82D27D61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A3DE59-4C75-430E-AF69-B1C03CFC35D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002F79-830A-4EE4-A826-CE7481740B5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8979C5-3093-4E75-8A32-20F7FBE50EC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DC588A-6B55-4DEF-8E99-62EA6ACBF39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187845-0A2B-47D4-9B2E-7158562EF21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B68A96-3A6F-46D8-B3E5-734DBAAAAC3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F4A674-9F51-4D80-810C-DE00A3AE9037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154C16-76C1-4076-82D2-88CD78E53E93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7A8323-ECA6-49A0-9074-811C6040BE0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09332743-9103-43BB-A38D-32AAE1033A0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L’ASSURANCE D’ÊTRE EN JÉSUS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QUELLE ESPÉRANCE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SA GLOIRE VENUE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ENFANT DU SALUT, DIEU M’A RACHETÉ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NÉ DE SON ESPRIT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SON SANG M’A LAVÉ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C’EST MON HISTOIRE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C’EST MON 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LOUER MON SAUVEUR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JOUR DURANT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C’EST MON HISTOIRE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C’EST MON 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LOUER MON SAUVEUR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CHAQUE INSTANT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PARFAITE SOUMISSION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PARFAIT BONHEUR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L’HEURE DE SON RETOUR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BRILLE DANS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L’ÉCHO DES ANGES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QUI CLAMENT FORT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SON GRAND AMOUR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SA MISÉRICORDE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PARFAITE SOUMISSION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TOUT EN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AVEC MON SAUVEUR, JE SUIS BÉNI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DANS L’ATTENTE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PLEIN DE CONFIANCE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REMPLI DE BONTÉ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SA TOUTE PUISSANCE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2149</Words>
  <Application>Microsoft PowerPoint</Application>
  <PresentationFormat>On-screen Show (4:3)</PresentationFormat>
  <Paragraphs>1245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Times New Roman</vt:lpstr>
      <vt:lpstr>Arial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User</cp:lastModifiedBy>
  <cp:revision>84</cp:revision>
  <dcterms:created xsi:type="dcterms:W3CDTF">2002-08-17T13:23:56Z</dcterms:created>
  <dcterms:modified xsi:type="dcterms:W3CDTF">2017-04-16T08:08:58Z</dcterms:modified>
</cp:coreProperties>
</file>