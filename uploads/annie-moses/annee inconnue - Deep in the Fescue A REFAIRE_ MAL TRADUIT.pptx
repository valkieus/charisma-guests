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5" r:id="rId2"/>
    <p:sldId id="311" r:id="rId3"/>
    <p:sldId id="310" r:id="rId4"/>
    <p:sldId id="309" r:id="rId5"/>
    <p:sldId id="308" r:id="rId6"/>
    <p:sldId id="307" r:id="rId7"/>
    <p:sldId id="306" r:id="rId8"/>
    <p:sldId id="305" r:id="rId9"/>
    <p:sldId id="304" r:id="rId10"/>
    <p:sldId id="303" r:id="rId11"/>
    <p:sldId id="302" r:id="rId12"/>
    <p:sldId id="301" r:id="rId13"/>
    <p:sldId id="300" r:id="rId14"/>
    <p:sldId id="299" r:id="rId15"/>
    <p:sldId id="298" r:id="rId16"/>
    <p:sldId id="297" r:id="rId17"/>
    <p:sldId id="296" r:id="rId18"/>
    <p:sldId id="312" r:id="rId19"/>
    <p:sldId id="313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4" d="100"/>
          <a:sy n="64" d="100"/>
        </p:scale>
        <p:origin x="-133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C8A5568-3D0B-45BC-A5CB-4AEEFDE9DBF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0AE1CCF-5F5C-4B26-8BFA-F5C0A40398D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dirty="0" smtClean="0">
                <a:solidFill>
                  <a:srgbClr val="FF0000"/>
                </a:solidFill>
              </a:rPr>
              <a:t>PROFONDÉMENT EN PRÉ DE BAGUETTE OÙ L'ÉCORCHURE DE BÉTAIL HEREFORD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 </a:t>
            </a:r>
            <a:r>
              <a:rPr lang="fr-FR" dirty="0" err="1" smtClean="0"/>
              <a:t>where</a:t>
            </a:r>
            <a:r>
              <a:rPr lang="fr-FR" dirty="0" smtClean="0"/>
              <a:t> the hereford </a:t>
            </a:r>
            <a:r>
              <a:rPr lang="fr-FR" dirty="0" err="1" smtClean="0"/>
              <a:t>cattle</a:t>
            </a:r>
            <a:r>
              <a:rPr lang="fr-FR" dirty="0" smtClean="0"/>
              <a:t> </a:t>
            </a:r>
            <a:r>
              <a:rPr lang="fr-FR" dirty="0" err="1" smtClean="0"/>
              <a:t>graze</a:t>
            </a:r>
            <a:r>
              <a:rPr lang="fr-FR" dirty="0" smtClean="0"/>
              <a:t> 
2-  ET LES VENTS FLUVIAUX AUTOUR DE NOUS </a:t>
            </a:r>
          </a:p>
          <a:p>
            <a:pPr>
              <a:defRPr/>
            </a:pPr>
            <a:r>
              <a:rPr lang="fr-FR" dirty="0" smtClean="0"/>
              <a:t>and the river </a:t>
            </a:r>
            <a:r>
              <a:rPr lang="fr-FR" dirty="0" err="1" smtClean="0"/>
              <a:t>winds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us 
3-  ET LES SOMMETS DE COLLINE DONNENT DU REPOS </a:t>
            </a:r>
          </a:p>
          <a:p>
            <a:pPr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hill</a:t>
            </a:r>
            <a:r>
              <a:rPr lang="fr-FR" dirty="0" smtClean="0"/>
              <a:t> tops </a:t>
            </a:r>
            <a:r>
              <a:rPr lang="fr-FR" dirty="0" err="1" smtClean="0"/>
              <a:t>rest</a:t>
            </a:r>
            <a:r>
              <a:rPr lang="fr-FR" dirty="0" smtClean="0"/>
              <a:t> 
4-  À VOTRE REGARD FIXE OÙ LE FAUCON VOLE DANS LA DISTANCE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gaze </a:t>
            </a:r>
            <a:r>
              <a:rPr lang="fr-FR" dirty="0" err="1" smtClean="0"/>
              <a:t>Where</a:t>
            </a:r>
            <a:r>
              <a:rPr lang="fr-FR" dirty="0" smtClean="0"/>
              <a:t> the </a:t>
            </a:r>
            <a:r>
              <a:rPr lang="fr-FR" dirty="0" err="1" smtClean="0"/>
              <a:t>hawk</a:t>
            </a:r>
            <a:r>
              <a:rPr lang="fr-FR" dirty="0" smtClean="0"/>
              <a:t> </a:t>
            </a:r>
            <a:r>
              <a:rPr lang="fr-FR" dirty="0" err="1" smtClean="0"/>
              <a:t>flies</a:t>
            </a:r>
            <a:r>
              <a:rPr lang="fr-FR" dirty="0" smtClean="0"/>
              <a:t> in the distance 
5-  ET LES CACHETTES DE CAILLE DANS LE FOIN </a:t>
            </a:r>
          </a:p>
          <a:p>
            <a:pPr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quail</a:t>
            </a:r>
            <a:r>
              <a:rPr lang="fr-FR" dirty="0" smtClean="0"/>
              <a:t> </a:t>
            </a:r>
            <a:r>
              <a:rPr lang="fr-FR" dirty="0" err="1" smtClean="0"/>
              <a:t>hides</a:t>
            </a:r>
            <a:r>
              <a:rPr lang="fr-FR" dirty="0" smtClean="0"/>
              <a:t> in the </a:t>
            </a:r>
            <a:r>
              <a:rPr lang="fr-FR" dirty="0" err="1" smtClean="0"/>
              <a:t>hay</a:t>
            </a:r>
            <a:r>
              <a:rPr lang="fr-FR" dirty="0" smtClean="0"/>
              <a:t>
6-  MON AMOUR ET MOI RESTERONS LÀ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love and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
7-  TANDIS QUE LES MOUVEMENTS MONDIAUX AVANÇANT </a:t>
            </a:r>
          </a:p>
          <a:p>
            <a:pPr>
              <a:defRPr/>
            </a:pPr>
            <a:r>
              <a:rPr lang="fr-FR" dirty="0" err="1" smtClean="0"/>
              <a:t>while</a:t>
            </a:r>
            <a:r>
              <a:rPr lang="fr-FR" dirty="0" smtClean="0"/>
              <a:t> the world moves on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PROFONDÉMENT EN PRÉ DE BAGUETTE NOUS OBSERVERONS 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watch</a:t>
            </a:r>
            <a:r>
              <a:rPr lang="fr-FR" dirty="0" smtClean="0"/>
              <a:t> 
9-  NOTRE JEU D'ENFANTS JUMPIN ' AVEC LES CRICKETS </a:t>
            </a:r>
          </a:p>
          <a:p>
            <a:pPr>
              <a:defRPr/>
            </a:pP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</a:t>
            </a:r>
            <a:r>
              <a:rPr lang="fr-FR" dirty="0" err="1" smtClean="0"/>
              <a:t>play</a:t>
            </a:r>
            <a:r>
              <a:rPr lang="fr-FR" dirty="0" smtClean="0"/>
              <a:t> </a:t>
            </a:r>
            <a:r>
              <a:rPr lang="fr-FR" dirty="0" err="1" smtClean="0"/>
              <a:t>Jumpin</a:t>
            </a:r>
            <a:r>
              <a:rPr lang="fr-FR" dirty="0" smtClean="0"/>
              <a:t>' </a:t>
            </a:r>
            <a:r>
              <a:rPr lang="fr-FR" dirty="0" err="1" smtClean="0"/>
              <a:t>with</a:t>
            </a:r>
            <a:r>
              <a:rPr lang="fr-FR" dirty="0" smtClean="0"/>
              <a:t> the crickets 
10-  DANS L'HERBE AUSSI GRAND QU'EUX NOUS TORTURERONS LE FOIN EN ÉTÉ </a:t>
            </a:r>
          </a:p>
          <a:p>
            <a:pPr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grass</a:t>
            </a:r>
            <a:r>
              <a:rPr lang="fr-FR" dirty="0" smtClean="0"/>
              <a:t> as </a:t>
            </a:r>
            <a:r>
              <a:rPr lang="fr-FR" dirty="0" err="1" smtClean="0"/>
              <a:t>tall</a:t>
            </a:r>
            <a:r>
              <a:rPr lang="fr-FR" dirty="0" smtClean="0"/>
              <a:t> as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rack the </a:t>
            </a:r>
            <a:r>
              <a:rPr lang="fr-FR" dirty="0" err="1" smtClean="0"/>
              <a:t>hay</a:t>
            </a:r>
            <a:r>
              <a:rPr lang="fr-FR" dirty="0" smtClean="0"/>
              <a:t> in </a:t>
            </a:r>
            <a:r>
              <a:rPr lang="fr-FR" dirty="0" err="1" smtClean="0"/>
              <a:t>summer</a:t>
            </a:r>
            <a:r>
              <a:rPr lang="fr-FR" dirty="0" smtClean="0"/>
              <a:t>
11-  ET NOUS LIERONS LES MARCHANDISES AVEC LA FICELLE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the bales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twine</a:t>
            </a:r>
            <a:r>
              <a:rPr lang="fr-FR" dirty="0" smtClean="0"/>
              <a:t>
12-  LA MENUE PAILLE SOUFFLERA COMME SCINTILLENT DANS LE RAYON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chaff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blow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glitter</a:t>
            </a:r>
            <a:r>
              <a:rPr lang="fr-FR" dirty="0" smtClean="0"/>
              <a:t> in the </a:t>
            </a:r>
            <a:r>
              <a:rPr lang="fr-FR" dirty="0" err="1" smtClean="0"/>
              <a:t>sunny</a:t>
            </a:r>
            <a:r>
              <a:rPr lang="fr-FR" dirty="0" smtClean="0"/>
              <a:t> </a:t>
            </a:r>
            <a:r>
              <a:rPr lang="fr-FR" dirty="0" err="1" smtClean="0"/>
              <a:t>beam</a:t>
            </a:r>
            <a:r>
              <a:rPr lang="fr-FR" dirty="0" smtClean="0"/>
              <a:t> 
13-  ENSOLEILLÉ DE TEMPS </a:t>
            </a:r>
          </a:p>
          <a:p>
            <a:pPr>
              <a:defRPr/>
            </a:pPr>
            <a:r>
              <a:rPr lang="fr-FR" dirty="0" smtClean="0"/>
              <a:t>of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the </a:t>
            </a:r>
            <a:r>
              <a:rPr lang="fr-FR" dirty="0" err="1" smtClean="0"/>
              <a:t>restless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moan</a:t>
            </a:r>
            <a:r>
              <a:rPr lang="fr-FR" dirty="0" smtClean="0"/>
              <a:t>
15-  ET DANS LE FRAIS DE SOIRÉE WHIPPORWILL </a:t>
            </a:r>
          </a:p>
          <a:p>
            <a:pPr>
              <a:defRPr/>
            </a:pPr>
            <a:r>
              <a:rPr lang="fr-FR" dirty="0" smtClean="0"/>
              <a:t>And in the cool of </a:t>
            </a:r>
            <a:r>
              <a:rPr lang="fr-FR" dirty="0" err="1" smtClean="0"/>
              <a:t>evening</a:t>
            </a:r>
            <a:r>
              <a:rPr lang="fr-FR" dirty="0" smtClean="0"/>
              <a:t> </a:t>
            </a:r>
            <a:r>
              <a:rPr lang="fr-FR" dirty="0" err="1" smtClean="0"/>
              <a:t>whipporwill</a:t>
            </a:r>
            <a:r>
              <a:rPr lang="fr-FR" dirty="0" smtClean="0"/>
              <a:t> 
16-  AJOUTERA SES TONS NOUS SERONS COUCHÉS AU-DESSOUS </a:t>
            </a:r>
          </a:p>
          <a:p>
            <a:pPr>
              <a:defRPr/>
            </a:pP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tones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lie </a:t>
            </a:r>
            <a:r>
              <a:rPr lang="fr-FR" dirty="0" err="1" smtClean="0"/>
              <a:t>beneath</a:t>
            </a:r>
            <a:r>
              <a:rPr lang="fr-FR" dirty="0" smtClean="0"/>
              <a:t>
17-  DE LA LUMIÈRE DES ÉTOILES ET NOUS DRESSERONS LA CARTE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starlight</a:t>
            </a:r>
            <a:r>
              <a:rPr lang="fr-FR" dirty="0" smtClean="0"/>
              <a:t> and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map</a:t>
            </a:r>
            <a:r>
              <a:rPr lang="fr-FR" dirty="0" smtClean="0"/>
              <a:t> 
18-  D'UN CHEMIN À MARS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path</a:t>
            </a:r>
            <a:r>
              <a:rPr lang="fr-FR" dirty="0" smtClean="0"/>
              <a:t> to mars</a:t>
            </a:r>
          </a:p>
          <a:p>
            <a:pPr>
              <a:defRPr/>
            </a:pPr>
            <a:r>
              <a:rPr lang="fr-FR" dirty="0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dirty="0" smtClean="0"/>
              <a:t> But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stray</a:t>
            </a:r>
            <a:r>
              <a:rPr lang="fr-FR" dirty="0" smtClean="0"/>
              <a:t> a </a:t>
            </a:r>
            <a:r>
              <a:rPr lang="fr-FR" dirty="0" err="1" smtClean="0"/>
              <a:t>footstep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home of ours.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5B41C-DB03-4A2F-AECD-3EFAD29EC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89F6A-EE70-47E2-A852-7227980AF7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0319D-AA30-497B-85AE-9D848808B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ACC9F-D62F-4F5E-836C-F52884A8D4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DE2C3-0E78-47B6-A2D9-2B6DE8D427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D4F5F-5C68-4C10-A998-9696CEEF44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F2FA9B-F7C9-42E2-ABD9-DD2A189C0A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F41CA-33A4-4CA9-92B6-D9054A6808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BD471-E7E9-4FB7-BD91-78493F0BA5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954A5-20EC-49A2-8179-545C4EE357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C5B7C-1599-4646-8192-467389C8B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451AA94-7DBD-4ACD-AE2C-5C030D9560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L'ÉCORCHURE DE BÉTAIL HEREFORD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COURANTS FLUVIAUX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AUTOUR DE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SOMMETS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COLLINES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DONNENT DU REPOS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VOTRE REGARD FIXE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LE FAUCON VOLE DANS LA DISTANCE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CACHETTES DE CAILLE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 ET MOI RESTERONS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LES MOUVEMENTS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MONDIAUX AVANÇANT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OBSERVERONS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JEU D'ENFANTS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JUMPIN ' AVEC LES CRICKETS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L'HERBE AUSSI GRAND QU'EUX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TORTURERONS LE FOIN EN ÉTÉ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LIERONS LES MARCHANDISES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FICELLE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MENUE PAILLE SOUFFLERA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SCINTILLENT DANS LE RAYON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ENSOLEILLÉ DE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VENT AGITÉ SE PLAINDRA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DANS LE FRAIS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SOIRÉE WHIPPORWILL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AJOUTERA SES TONS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SERONS COUCHÉS AU-DESSOUS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LUMIÈRE DES ÉTOILES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DRESSERONS LA CARTE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 CHEMIN À MARS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NOUS NE DÉVIERONS JAMAIS UN PAS DE CE PRÉ À LA MAISON À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763</Words>
  <Application>Microsoft Office PowerPoint</Application>
  <PresentationFormat>On-screen Show (4:3)</PresentationFormat>
  <Paragraphs>984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143</cp:revision>
  <dcterms:created xsi:type="dcterms:W3CDTF">2002-08-17T10:50:50Z</dcterms:created>
  <dcterms:modified xsi:type="dcterms:W3CDTF">2015-12-27T07:58:02Z</dcterms:modified>
</cp:coreProperties>
</file>