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9" r:id="rId2"/>
    <p:sldId id="260" r:id="rId3"/>
    <p:sldId id="261" r:id="rId4"/>
    <p:sldId id="262" r:id="rId5"/>
    <p:sldId id="264" r:id="rId6"/>
    <p:sldId id="266" r:id="rId7"/>
    <p:sldId id="267" r:id="rId8"/>
    <p:sldId id="268" r:id="rId9"/>
    <p:sldId id="285" r:id="rId10"/>
    <p:sldId id="269" r:id="rId11"/>
    <p:sldId id="270" r:id="rId12"/>
    <p:sldId id="271" r:id="rId13"/>
    <p:sldId id="273" r:id="rId14"/>
    <p:sldId id="274" r:id="rId15"/>
    <p:sldId id="275" r:id="rId16"/>
    <p:sldId id="276" r:id="rId17"/>
    <p:sldId id="278" r:id="rId18"/>
    <p:sldId id="279" r:id="rId19"/>
    <p:sldId id="280" r:id="rId20"/>
    <p:sldId id="281" r:id="rId21"/>
    <p:sldId id="282" r:id="rId22"/>
    <p:sldId id="284" r:id="rId23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43493" autoAdjust="0"/>
  </p:normalViewPr>
  <p:slideViewPr>
    <p:cSldViewPr>
      <p:cViewPr varScale="1">
        <p:scale>
          <a:sx n="39" d="100"/>
          <a:sy n="39" d="100"/>
        </p:scale>
        <p:origin x="25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1-  THE LORD IS MY SHEPHERD I SHALL NOT WANT [</a:t>
            </a:r>
            <a:r>
              <a:rPr lang="en-US" dirty="0" err="1" smtClean="0"/>
              <a:t>L’éternel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mon </a:t>
            </a:r>
            <a:r>
              <a:rPr lang="en-US" dirty="0" err="1" smtClean="0"/>
              <a:t>berger</a:t>
            </a:r>
            <a:r>
              <a:rPr lang="en-US" dirty="0" smtClean="0"/>
              <a:t>, je ne </a:t>
            </a:r>
            <a:r>
              <a:rPr lang="en-US" dirty="0" err="1" smtClean="0"/>
              <a:t>manquerai</a:t>
            </a:r>
            <a:r>
              <a:rPr lang="en-US" dirty="0" smtClean="0"/>
              <a:t> de </a:t>
            </a:r>
            <a:r>
              <a:rPr lang="en-US" dirty="0" err="1" smtClean="0"/>
              <a:t>rien</a:t>
            </a:r>
            <a:r>
              <a:rPr lang="en-US" dirty="0" smtClean="0"/>
              <a:t>] 
2-  HE MAKES ME TO LIE DOWN IN GREEN PASTURES [Il me fait </a:t>
            </a:r>
            <a:r>
              <a:rPr lang="en-US" dirty="0" err="1" smtClean="0"/>
              <a:t>reposer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de </a:t>
            </a:r>
            <a:r>
              <a:rPr lang="en-US" dirty="0" err="1" smtClean="0"/>
              <a:t>verts</a:t>
            </a:r>
            <a:r>
              <a:rPr lang="en-US" dirty="0" smtClean="0"/>
              <a:t> </a:t>
            </a:r>
            <a:r>
              <a:rPr lang="en-US" dirty="0" err="1" smtClean="0"/>
              <a:t>pâturages</a:t>
            </a:r>
            <a:r>
              <a:rPr lang="en-US" dirty="0" smtClean="0"/>
              <a:t>] 
3-  HE LEADS ME BESIDE THE QUIET STREAM [Il me conduit </a:t>
            </a:r>
            <a:r>
              <a:rPr lang="en-US" dirty="0" err="1" smtClean="0"/>
              <a:t>près</a:t>
            </a:r>
            <a:r>
              <a:rPr lang="en-US" dirty="0" smtClean="0"/>
              <a:t> des courants </a:t>
            </a:r>
            <a:r>
              <a:rPr lang="en-US" dirty="0" err="1" smtClean="0"/>
              <a:t>d’eau</a:t>
            </a:r>
            <a:r>
              <a:rPr lang="en-US" dirty="0" smtClean="0"/>
              <a:t>] 
4-  HE RESTORES MY SOUL [Il </a:t>
            </a:r>
            <a:r>
              <a:rPr lang="en-US" dirty="0" err="1" smtClean="0"/>
              <a:t>restaure</a:t>
            </a:r>
            <a:r>
              <a:rPr lang="en-US" dirty="0" smtClean="0"/>
              <a:t> mon </a:t>
            </a:r>
            <a:r>
              <a:rPr lang="en-US" dirty="0" err="1" smtClean="0"/>
              <a:t>âme</a:t>
            </a:r>
            <a:r>
              <a:rPr lang="en-US" dirty="0" smtClean="0"/>
              <a:t>] x2			x2</a:t>
            </a:r>
          </a:p>
          <a:p>
            <a:r>
              <a:rPr lang="en-US" dirty="0" smtClean="0"/>
              <a:t>
5-  HE LEADETH ME [Il me conduit] x2
6-  IN THE PATHS OF RIGHTEOUSNESS [</a:t>
            </a:r>
            <a:r>
              <a:rPr lang="en-US" dirty="0" err="1" smtClean="0"/>
              <a:t>Dans</a:t>
            </a:r>
            <a:r>
              <a:rPr lang="en-US" dirty="0" smtClean="0"/>
              <a:t> les </a:t>
            </a:r>
            <a:r>
              <a:rPr lang="en-US" dirty="0" err="1" smtClean="0"/>
              <a:t>sentiers</a:t>
            </a:r>
            <a:r>
              <a:rPr lang="en-US" dirty="0" smtClean="0"/>
              <a:t> de la justice] 
7-  FOR HIS NAME'S SAKE HE LEADETH ME [À cause de son nom, </a:t>
            </a:r>
            <a:r>
              <a:rPr lang="en-US" dirty="0" err="1" smtClean="0"/>
              <a:t>il</a:t>
            </a:r>
            <a:r>
              <a:rPr lang="en-US" dirty="0" smtClean="0"/>
              <a:t> me conduit] 
8-  THOUGH I WALK THROUGH THE VALLEY  [</a:t>
            </a:r>
            <a:r>
              <a:rPr lang="en-US" dirty="0" err="1" smtClean="0"/>
              <a:t>Même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je </a:t>
            </a:r>
            <a:r>
              <a:rPr lang="en-US" dirty="0" err="1" smtClean="0"/>
              <a:t>marche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la </a:t>
            </a:r>
            <a:r>
              <a:rPr lang="en-US" dirty="0" err="1" smtClean="0"/>
              <a:t>vallée</a:t>
            </a:r>
            <a:r>
              <a:rPr lang="en-US" dirty="0" smtClean="0"/>
              <a:t>] 
9-  OF THE SHADOW OF DEATH [De </a:t>
            </a:r>
            <a:r>
              <a:rPr lang="en-US" dirty="0" err="1" smtClean="0"/>
              <a:t>l'ombre</a:t>
            </a:r>
            <a:r>
              <a:rPr lang="en-US" dirty="0" smtClean="0"/>
              <a:t> de la mort] 
10-  I WILL FEAR NOT, I WILL FEAR NO EVIL [Je ne </a:t>
            </a:r>
            <a:r>
              <a:rPr lang="en-US" dirty="0" err="1" smtClean="0"/>
              <a:t>craindrai</a:t>
            </a:r>
            <a:r>
              <a:rPr lang="en-US" dirty="0" smtClean="0"/>
              <a:t>, je ne </a:t>
            </a:r>
            <a:r>
              <a:rPr lang="en-US" dirty="0" err="1" smtClean="0"/>
              <a:t>craindrai</a:t>
            </a:r>
            <a:r>
              <a:rPr lang="en-US" dirty="0" smtClean="0"/>
              <a:t> </a:t>
            </a:r>
            <a:r>
              <a:rPr lang="en-US" dirty="0" err="1" smtClean="0"/>
              <a:t>aucun</a:t>
            </a:r>
            <a:r>
              <a:rPr lang="en-US" dirty="0" smtClean="0"/>
              <a:t> mal] 
11-  FOR THOU, OH LORD, ARTS WITH ME [Car </a:t>
            </a:r>
            <a:r>
              <a:rPr lang="en-US" dirty="0" err="1" smtClean="0"/>
              <a:t>toi</a:t>
            </a:r>
            <a:r>
              <a:rPr lang="en-US" dirty="0" smtClean="0"/>
              <a:t>, ô </a:t>
            </a:r>
            <a:r>
              <a:rPr lang="en-US" dirty="0" err="1" smtClean="0"/>
              <a:t>éternel</a:t>
            </a:r>
            <a:r>
              <a:rPr lang="en-US" dirty="0" smtClean="0"/>
              <a:t>, </a:t>
            </a:r>
            <a:r>
              <a:rPr lang="en-US" dirty="0" err="1" smtClean="0"/>
              <a:t>tu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avec </a:t>
            </a:r>
            <a:r>
              <a:rPr lang="en-US" dirty="0" err="1" smtClean="0"/>
              <a:t>moi</a:t>
            </a:r>
            <a:r>
              <a:rPr lang="en-US" dirty="0" smtClean="0"/>
              <a:t>] 
12-  THY ROD AND STAFF COMFORT ME [Ta </a:t>
            </a:r>
            <a:r>
              <a:rPr lang="en-US" dirty="0" err="1" smtClean="0"/>
              <a:t>houlette</a:t>
            </a:r>
            <a:r>
              <a:rPr lang="en-US" dirty="0" smtClean="0"/>
              <a:t> et ton </a:t>
            </a:r>
            <a:r>
              <a:rPr lang="en-US" dirty="0" err="1" smtClean="0"/>
              <a:t>bâton</a:t>
            </a:r>
            <a:r>
              <a:rPr lang="en-US" dirty="0" smtClean="0"/>
              <a:t> me </a:t>
            </a:r>
            <a:r>
              <a:rPr lang="en-US" dirty="0" err="1" smtClean="0"/>
              <a:t>rassurent</a:t>
            </a:r>
            <a:r>
              <a:rPr lang="en-US" dirty="0" smtClean="0"/>
              <a:t>] x2</a:t>
            </a:r>
          </a:p>
          <a:p>
            <a:r>
              <a:rPr lang="en-US" dirty="0" smtClean="0"/>
              <a:t>
13-  THOU PREPAREST A TABLE BEFORE ME [</a:t>
            </a:r>
            <a:r>
              <a:rPr lang="en-US" dirty="0" err="1" smtClean="0"/>
              <a:t>Tu</a:t>
            </a:r>
            <a:r>
              <a:rPr lang="en-US" dirty="0" smtClean="0"/>
              <a:t> dresses </a:t>
            </a:r>
            <a:r>
              <a:rPr lang="en-US" dirty="0" err="1" smtClean="0"/>
              <a:t>une</a:t>
            </a:r>
            <a:r>
              <a:rPr lang="en-US" dirty="0" smtClean="0"/>
              <a:t> table </a:t>
            </a:r>
            <a:r>
              <a:rPr lang="en-US" dirty="0" err="1" smtClean="0"/>
              <a:t>devant</a:t>
            </a:r>
            <a:r>
              <a:rPr lang="en-US" dirty="0" smtClean="0"/>
              <a:t> </a:t>
            </a:r>
            <a:r>
              <a:rPr lang="en-US" dirty="0" err="1" smtClean="0"/>
              <a:t>moi</a:t>
            </a:r>
            <a:r>
              <a:rPr lang="en-US" dirty="0" smtClean="0"/>
              <a:t>] 
14-  IN THE PRESENCE IN THE PRESENCE OF MY ENEMIES [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présence</a:t>
            </a:r>
            <a:r>
              <a:rPr lang="en-US" dirty="0" smtClean="0"/>
              <a:t>,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présence</a:t>
            </a:r>
            <a:r>
              <a:rPr lang="en-US" dirty="0" smtClean="0"/>
              <a:t> de </a:t>
            </a:r>
            <a:r>
              <a:rPr lang="en-US" dirty="0" err="1" smtClean="0"/>
              <a:t>mes</a:t>
            </a:r>
            <a:r>
              <a:rPr lang="en-US" dirty="0" smtClean="0"/>
              <a:t> </a:t>
            </a:r>
            <a:r>
              <a:rPr lang="en-US" dirty="0" err="1" smtClean="0"/>
              <a:t>ennemis</a:t>
            </a:r>
            <a:r>
              <a:rPr lang="en-US" dirty="0" smtClean="0"/>
              <a:t>] 
15-  THOU ANOINTEST MY HEAD WITH OIL [</a:t>
            </a:r>
            <a:r>
              <a:rPr lang="en-US" dirty="0" err="1" smtClean="0"/>
              <a:t>Tu</a:t>
            </a:r>
            <a:r>
              <a:rPr lang="en-US" dirty="0" smtClean="0"/>
              <a:t> as </a:t>
            </a:r>
            <a:r>
              <a:rPr lang="en-US" dirty="0" err="1" smtClean="0"/>
              <a:t>oint</a:t>
            </a:r>
            <a:r>
              <a:rPr lang="en-US" dirty="0" smtClean="0"/>
              <a:t> </a:t>
            </a:r>
            <a:r>
              <a:rPr lang="en-US" dirty="0" err="1" smtClean="0"/>
              <a:t>d'huile</a:t>
            </a:r>
            <a:r>
              <a:rPr lang="en-US" dirty="0" smtClean="0"/>
              <a:t> ma tête] 
16-  MY CUP OVERFLOWS [Ma coupe </a:t>
            </a:r>
            <a:r>
              <a:rPr lang="en-US" dirty="0" err="1" smtClean="0"/>
              <a:t>déborde</a:t>
            </a:r>
            <a:r>
              <a:rPr lang="en-US" dirty="0" smtClean="0"/>
              <a:t>.] x2</a:t>
            </a:r>
          </a:p>
          <a:p>
            <a:r>
              <a:rPr lang="en-US" dirty="0" smtClean="0"/>
              <a:t>
17-  SURELY GOODNESS AND MERCY SHALL FOLLOW ME [</a:t>
            </a:r>
            <a:r>
              <a:rPr lang="en-US" dirty="0" err="1" smtClean="0"/>
              <a:t>Oui</a:t>
            </a:r>
            <a:r>
              <a:rPr lang="en-US" dirty="0" smtClean="0"/>
              <a:t>, le </a:t>
            </a:r>
            <a:r>
              <a:rPr lang="en-US" dirty="0" err="1" smtClean="0"/>
              <a:t>bonheur</a:t>
            </a:r>
            <a:r>
              <a:rPr lang="en-US" dirty="0" smtClean="0"/>
              <a:t> et la grâce </a:t>
            </a:r>
            <a:r>
              <a:rPr lang="en-US" dirty="0" err="1" smtClean="0"/>
              <a:t>m’accompagneront</a:t>
            </a:r>
            <a:r>
              <a:rPr lang="en-US" dirty="0" smtClean="0"/>
              <a:t>] 
18-  ALL THE DAYS, ALL THE DAYS OF MY LIFE [</a:t>
            </a:r>
            <a:r>
              <a:rPr lang="en-US" dirty="0" err="1" smtClean="0"/>
              <a:t>Tous</a:t>
            </a:r>
            <a:r>
              <a:rPr lang="en-US" dirty="0" smtClean="0"/>
              <a:t> les </a:t>
            </a:r>
            <a:r>
              <a:rPr lang="en-US" dirty="0" err="1" smtClean="0"/>
              <a:t>jours</a:t>
            </a:r>
            <a:r>
              <a:rPr lang="en-US" dirty="0" smtClean="0"/>
              <a:t>, </a:t>
            </a:r>
            <a:r>
              <a:rPr lang="en-US" dirty="0" err="1" smtClean="0"/>
              <a:t>tous</a:t>
            </a:r>
            <a:r>
              <a:rPr lang="en-US" dirty="0" smtClean="0"/>
              <a:t> les </a:t>
            </a:r>
            <a:r>
              <a:rPr lang="en-US" dirty="0" err="1" smtClean="0"/>
              <a:t>jours</a:t>
            </a:r>
            <a:r>
              <a:rPr lang="en-US" dirty="0" smtClean="0"/>
              <a:t> de ma vie] 
19-  AND I SHALL DWELL IN THE HOUSE OF THE LORD [Et </a:t>
            </a:r>
            <a:r>
              <a:rPr lang="en-US" dirty="0" err="1" smtClean="0"/>
              <a:t>j’habiterai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la </a:t>
            </a:r>
            <a:r>
              <a:rPr lang="en-US" dirty="0" err="1" smtClean="0"/>
              <a:t>maison</a:t>
            </a:r>
            <a:r>
              <a:rPr lang="en-US" dirty="0" smtClean="0"/>
              <a:t> de </a:t>
            </a:r>
            <a:r>
              <a:rPr lang="en-US" dirty="0" err="1" smtClean="0"/>
              <a:t>l’éternel</a:t>
            </a:r>
            <a:r>
              <a:rPr lang="en-US" dirty="0" smtClean="0"/>
              <a:t>] 
20-  FOREVER AND EVER AMEN! [Pour </a:t>
            </a:r>
            <a:r>
              <a:rPr lang="en-US" dirty="0" err="1" smtClean="0"/>
              <a:t>toujours</a:t>
            </a:r>
            <a:r>
              <a:rPr lang="en-US" dirty="0" smtClean="0"/>
              <a:t> et à </a:t>
            </a:r>
            <a:r>
              <a:rPr lang="en-US" dirty="0" err="1" smtClean="0"/>
              <a:t>jamais</a:t>
            </a:r>
            <a:r>
              <a:rPr lang="en-US" dirty="0" smtClean="0"/>
              <a:t>, amen !] 
21-  FOREVER AND EVER [Pour </a:t>
            </a:r>
            <a:r>
              <a:rPr lang="en-US" dirty="0" err="1" smtClean="0"/>
              <a:t>toujours</a:t>
            </a:r>
            <a:r>
              <a:rPr lang="en-US" dirty="0" smtClean="0"/>
              <a:t> et à </a:t>
            </a:r>
            <a:r>
              <a:rPr lang="en-US" dirty="0" err="1" smtClean="0"/>
              <a:t>jamais</a:t>
            </a:r>
            <a:r>
              <a:rPr lang="en-US" dirty="0" smtClean="0"/>
              <a:t>] x2
22-  FOREVER AND EVER, AMEN [Pour </a:t>
            </a:r>
            <a:r>
              <a:rPr lang="en-US" dirty="0" err="1" smtClean="0"/>
              <a:t>toujours</a:t>
            </a:r>
            <a:r>
              <a:rPr lang="en-US" dirty="0" smtClean="0"/>
              <a:t> et à </a:t>
            </a:r>
            <a:r>
              <a:rPr lang="en-US" dirty="0" err="1" smtClean="0"/>
              <a:t>jamais</a:t>
            </a:r>
            <a:r>
              <a:rPr lang="en-US" dirty="0" smtClean="0"/>
              <a:t>, amen !] </a:t>
            </a:r>
          </a:p>
          <a:p>
            <a:endParaRPr lang="en-US" dirty="0" smtClean="0"/>
          </a:p>
          <a:p>
            <a:r>
              <a:rPr lang="en-US" dirty="0" smtClean="0"/>
              <a:t>A la 1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814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6629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5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34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199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4659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911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616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261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861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0703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6715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263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973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780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981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006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845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525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1-  THE LORD IS MY SHEPHERD I SHALL NOT WANT [</a:t>
            </a:r>
            <a:r>
              <a:rPr lang="en-US" dirty="0" err="1" smtClean="0"/>
              <a:t>L’éternel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mon </a:t>
            </a:r>
            <a:r>
              <a:rPr lang="en-US" dirty="0" err="1" smtClean="0"/>
              <a:t>berger</a:t>
            </a:r>
            <a:r>
              <a:rPr lang="en-US" dirty="0" smtClean="0"/>
              <a:t>, je ne </a:t>
            </a:r>
            <a:r>
              <a:rPr lang="en-US" dirty="0" err="1" smtClean="0"/>
              <a:t>manquerai</a:t>
            </a:r>
            <a:r>
              <a:rPr lang="en-US" dirty="0" smtClean="0"/>
              <a:t> de </a:t>
            </a:r>
            <a:r>
              <a:rPr lang="en-US" dirty="0" err="1" smtClean="0"/>
              <a:t>rien</a:t>
            </a:r>
            <a:r>
              <a:rPr lang="en-US" dirty="0" smtClean="0"/>
              <a:t>] 
2-  HE MAKES ME TO LIE DOWN IN GREEN PASTURES [Il me fait </a:t>
            </a:r>
            <a:r>
              <a:rPr lang="en-US" dirty="0" err="1" smtClean="0"/>
              <a:t>reposer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de </a:t>
            </a:r>
            <a:r>
              <a:rPr lang="en-US" dirty="0" err="1" smtClean="0"/>
              <a:t>verts</a:t>
            </a:r>
            <a:r>
              <a:rPr lang="en-US" dirty="0" smtClean="0"/>
              <a:t> </a:t>
            </a:r>
            <a:r>
              <a:rPr lang="en-US" dirty="0" err="1" smtClean="0"/>
              <a:t>pâturages</a:t>
            </a:r>
            <a:r>
              <a:rPr lang="en-US" dirty="0" smtClean="0"/>
              <a:t>] 
3-  HE LEADS ME BESIDE THE QUIET STREAM [Il me conduit </a:t>
            </a:r>
            <a:r>
              <a:rPr lang="en-US" dirty="0" err="1" smtClean="0"/>
              <a:t>près</a:t>
            </a:r>
            <a:r>
              <a:rPr lang="en-US" dirty="0" smtClean="0"/>
              <a:t> des courants </a:t>
            </a:r>
            <a:r>
              <a:rPr lang="en-US" dirty="0" err="1" smtClean="0"/>
              <a:t>d’eau</a:t>
            </a:r>
            <a:r>
              <a:rPr lang="en-US" dirty="0" smtClean="0"/>
              <a:t>] 
4-  HE RESTORES MY SOUL [Il </a:t>
            </a:r>
            <a:r>
              <a:rPr lang="en-US" dirty="0" err="1" smtClean="0"/>
              <a:t>restaure</a:t>
            </a:r>
            <a:r>
              <a:rPr lang="en-US" dirty="0" smtClean="0"/>
              <a:t> mon </a:t>
            </a:r>
            <a:r>
              <a:rPr lang="en-US" dirty="0" err="1" smtClean="0"/>
              <a:t>âme</a:t>
            </a:r>
            <a:r>
              <a:rPr lang="en-US" dirty="0" smtClean="0"/>
              <a:t>] x2			x2</a:t>
            </a:r>
          </a:p>
          <a:p>
            <a:r>
              <a:rPr lang="en-US" dirty="0" smtClean="0"/>
              <a:t>
5-  HE LEADETH ME [Il me conduit] x2
6-  IN THE PATHS OF RIGHTEOUSNESS [</a:t>
            </a:r>
            <a:r>
              <a:rPr lang="en-US" dirty="0" err="1" smtClean="0"/>
              <a:t>Dans</a:t>
            </a:r>
            <a:r>
              <a:rPr lang="en-US" dirty="0" smtClean="0"/>
              <a:t> les </a:t>
            </a:r>
            <a:r>
              <a:rPr lang="en-US" dirty="0" err="1" smtClean="0"/>
              <a:t>sentiers</a:t>
            </a:r>
            <a:r>
              <a:rPr lang="en-US" dirty="0" smtClean="0"/>
              <a:t> de la justice] 
7-  FOR HIS NAME'S SAKE HE LEADETH ME [À cause de son nom, </a:t>
            </a:r>
            <a:r>
              <a:rPr lang="en-US" dirty="0" err="1" smtClean="0"/>
              <a:t>il</a:t>
            </a:r>
            <a:r>
              <a:rPr lang="en-US" dirty="0" smtClean="0"/>
              <a:t> me conduit] 
8-  THOUGH I WALK THROUGH THE VALLEY  [</a:t>
            </a:r>
            <a:r>
              <a:rPr lang="en-US" dirty="0" err="1" smtClean="0"/>
              <a:t>Même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je </a:t>
            </a:r>
            <a:r>
              <a:rPr lang="en-US" dirty="0" err="1" smtClean="0"/>
              <a:t>marche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la </a:t>
            </a:r>
            <a:r>
              <a:rPr lang="en-US" dirty="0" err="1" smtClean="0"/>
              <a:t>vallée</a:t>
            </a:r>
            <a:r>
              <a:rPr lang="en-US" dirty="0" smtClean="0"/>
              <a:t>] 
9-  OF THE SHADOW OF DEATH [De </a:t>
            </a:r>
            <a:r>
              <a:rPr lang="en-US" dirty="0" err="1" smtClean="0"/>
              <a:t>l'ombre</a:t>
            </a:r>
            <a:r>
              <a:rPr lang="en-US" dirty="0" smtClean="0"/>
              <a:t> de la mort] 
10-  I WILL FEAR NOT, I WILL FEAR NO EVIL [Je ne </a:t>
            </a:r>
            <a:r>
              <a:rPr lang="en-US" dirty="0" err="1" smtClean="0"/>
              <a:t>craindrai</a:t>
            </a:r>
            <a:r>
              <a:rPr lang="en-US" dirty="0" smtClean="0"/>
              <a:t>, je ne </a:t>
            </a:r>
            <a:r>
              <a:rPr lang="en-US" dirty="0" err="1" smtClean="0"/>
              <a:t>craindrai</a:t>
            </a:r>
            <a:r>
              <a:rPr lang="en-US" dirty="0" smtClean="0"/>
              <a:t> </a:t>
            </a:r>
            <a:r>
              <a:rPr lang="en-US" dirty="0" err="1" smtClean="0"/>
              <a:t>aucun</a:t>
            </a:r>
            <a:r>
              <a:rPr lang="en-US" dirty="0" smtClean="0"/>
              <a:t> mal] 
11-  FOR THOU, OH LORD, ARTS WITH ME [Car </a:t>
            </a:r>
            <a:r>
              <a:rPr lang="en-US" dirty="0" err="1" smtClean="0"/>
              <a:t>toi</a:t>
            </a:r>
            <a:r>
              <a:rPr lang="en-US" dirty="0" smtClean="0"/>
              <a:t>, ô </a:t>
            </a:r>
            <a:r>
              <a:rPr lang="en-US" dirty="0" err="1" smtClean="0"/>
              <a:t>éternel</a:t>
            </a:r>
            <a:r>
              <a:rPr lang="en-US" dirty="0" smtClean="0"/>
              <a:t>, </a:t>
            </a:r>
            <a:r>
              <a:rPr lang="en-US" dirty="0" err="1" smtClean="0"/>
              <a:t>tu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avec </a:t>
            </a:r>
            <a:r>
              <a:rPr lang="en-US" dirty="0" err="1" smtClean="0"/>
              <a:t>moi</a:t>
            </a:r>
            <a:r>
              <a:rPr lang="en-US" dirty="0" smtClean="0"/>
              <a:t>] 
12-  THY ROD AND STAFF COMFORT ME [Ta </a:t>
            </a:r>
            <a:r>
              <a:rPr lang="en-US" dirty="0" err="1" smtClean="0"/>
              <a:t>houlette</a:t>
            </a:r>
            <a:r>
              <a:rPr lang="en-US" dirty="0" smtClean="0"/>
              <a:t> et ton </a:t>
            </a:r>
            <a:r>
              <a:rPr lang="en-US" dirty="0" err="1" smtClean="0"/>
              <a:t>bâton</a:t>
            </a:r>
            <a:r>
              <a:rPr lang="en-US" dirty="0" smtClean="0"/>
              <a:t> me </a:t>
            </a:r>
            <a:r>
              <a:rPr lang="en-US" dirty="0" err="1" smtClean="0"/>
              <a:t>rassurent</a:t>
            </a:r>
            <a:r>
              <a:rPr lang="en-US" dirty="0" smtClean="0"/>
              <a:t>] x2</a:t>
            </a:r>
          </a:p>
          <a:p>
            <a:r>
              <a:rPr lang="en-US" dirty="0" smtClean="0"/>
              <a:t>
13-  THOU PREPAREST A TABLE BEFORE ME [</a:t>
            </a:r>
            <a:r>
              <a:rPr lang="en-US" dirty="0" err="1" smtClean="0"/>
              <a:t>Tu</a:t>
            </a:r>
            <a:r>
              <a:rPr lang="en-US" dirty="0" smtClean="0"/>
              <a:t> dresses </a:t>
            </a:r>
            <a:r>
              <a:rPr lang="en-US" dirty="0" err="1" smtClean="0"/>
              <a:t>une</a:t>
            </a:r>
            <a:r>
              <a:rPr lang="en-US" dirty="0" smtClean="0"/>
              <a:t> table </a:t>
            </a:r>
            <a:r>
              <a:rPr lang="en-US" dirty="0" err="1" smtClean="0"/>
              <a:t>devant</a:t>
            </a:r>
            <a:r>
              <a:rPr lang="en-US" dirty="0" smtClean="0"/>
              <a:t> </a:t>
            </a:r>
            <a:r>
              <a:rPr lang="en-US" dirty="0" err="1" smtClean="0"/>
              <a:t>moi</a:t>
            </a:r>
            <a:r>
              <a:rPr lang="en-US" dirty="0" smtClean="0"/>
              <a:t>] 
14-  IN THE PRESENCE IN THE PRESENCE OF MY ENEMIES [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présence</a:t>
            </a:r>
            <a:r>
              <a:rPr lang="en-US" dirty="0" smtClean="0"/>
              <a:t>,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présence</a:t>
            </a:r>
            <a:r>
              <a:rPr lang="en-US" dirty="0" smtClean="0"/>
              <a:t> de </a:t>
            </a:r>
            <a:r>
              <a:rPr lang="en-US" dirty="0" err="1" smtClean="0"/>
              <a:t>mes</a:t>
            </a:r>
            <a:r>
              <a:rPr lang="en-US" dirty="0" smtClean="0"/>
              <a:t> </a:t>
            </a:r>
            <a:r>
              <a:rPr lang="en-US" dirty="0" err="1" smtClean="0"/>
              <a:t>ennemis</a:t>
            </a:r>
            <a:r>
              <a:rPr lang="en-US" dirty="0" smtClean="0"/>
              <a:t>] 
15-  THOU ANOINTEST MY HEAD WITH OIL [</a:t>
            </a:r>
            <a:r>
              <a:rPr lang="en-US" dirty="0" err="1" smtClean="0"/>
              <a:t>Tu</a:t>
            </a:r>
            <a:r>
              <a:rPr lang="en-US" dirty="0" smtClean="0"/>
              <a:t> as </a:t>
            </a:r>
            <a:r>
              <a:rPr lang="en-US" dirty="0" err="1" smtClean="0"/>
              <a:t>oint</a:t>
            </a:r>
            <a:r>
              <a:rPr lang="en-US" dirty="0" smtClean="0"/>
              <a:t> </a:t>
            </a:r>
            <a:r>
              <a:rPr lang="en-US" dirty="0" err="1" smtClean="0"/>
              <a:t>d'huile</a:t>
            </a:r>
            <a:r>
              <a:rPr lang="en-US" dirty="0" smtClean="0"/>
              <a:t> ma tête] 
16-  MY CUP OVERFLOWS [Ma coupe </a:t>
            </a:r>
            <a:r>
              <a:rPr lang="en-US" dirty="0" err="1" smtClean="0"/>
              <a:t>déborde</a:t>
            </a:r>
            <a:r>
              <a:rPr lang="en-US" dirty="0" smtClean="0"/>
              <a:t>.] x2</a:t>
            </a:r>
          </a:p>
          <a:p>
            <a:r>
              <a:rPr lang="en-US" dirty="0" smtClean="0"/>
              <a:t>
17-  SURELY GOODNESS AND MERCY SHALL FOLLOW ME [</a:t>
            </a:r>
            <a:r>
              <a:rPr lang="en-US" dirty="0" err="1" smtClean="0"/>
              <a:t>Oui</a:t>
            </a:r>
            <a:r>
              <a:rPr lang="en-US" dirty="0" smtClean="0"/>
              <a:t>, le </a:t>
            </a:r>
            <a:r>
              <a:rPr lang="en-US" dirty="0" err="1" smtClean="0"/>
              <a:t>bonheur</a:t>
            </a:r>
            <a:r>
              <a:rPr lang="en-US" dirty="0" smtClean="0"/>
              <a:t> et la grâce </a:t>
            </a:r>
            <a:r>
              <a:rPr lang="en-US" dirty="0" err="1" smtClean="0"/>
              <a:t>m’accompagneront</a:t>
            </a:r>
            <a:r>
              <a:rPr lang="en-US" dirty="0" smtClean="0"/>
              <a:t>] 
18-  ALL THE DAYS, ALL THE DAYS OF MY LIFE [</a:t>
            </a:r>
            <a:r>
              <a:rPr lang="en-US" dirty="0" err="1" smtClean="0"/>
              <a:t>Tous</a:t>
            </a:r>
            <a:r>
              <a:rPr lang="en-US" dirty="0" smtClean="0"/>
              <a:t> les </a:t>
            </a:r>
            <a:r>
              <a:rPr lang="en-US" dirty="0" err="1" smtClean="0"/>
              <a:t>jours</a:t>
            </a:r>
            <a:r>
              <a:rPr lang="en-US" dirty="0" smtClean="0"/>
              <a:t>, </a:t>
            </a:r>
            <a:r>
              <a:rPr lang="en-US" dirty="0" err="1" smtClean="0"/>
              <a:t>tous</a:t>
            </a:r>
            <a:r>
              <a:rPr lang="en-US" dirty="0" smtClean="0"/>
              <a:t> les </a:t>
            </a:r>
            <a:r>
              <a:rPr lang="en-US" dirty="0" err="1" smtClean="0"/>
              <a:t>jours</a:t>
            </a:r>
            <a:r>
              <a:rPr lang="en-US" dirty="0" smtClean="0"/>
              <a:t> de ma vie] 
19-  AND I SHALL DWELL IN THE HOUSE OF THE LORD [Et </a:t>
            </a:r>
            <a:r>
              <a:rPr lang="en-US" dirty="0" err="1" smtClean="0"/>
              <a:t>j’habiterai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la </a:t>
            </a:r>
            <a:r>
              <a:rPr lang="en-US" dirty="0" err="1" smtClean="0"/>
              <a:t>maison</a:t>
            </a:r>
            <a:r>
              <a:rPr lang="en-US" dirty="0" smtClean="0"/>
              <a:t> de </a:t>
            </a:r>
            <a:r>
              <a:rPr lang="en-US" dirty="0" err="1" smtClean="0"/>
              <a:t>l’éternel</a:t>
            </a:r>
            <a:r>
              <a:rPr lang="en-US" dirty="0" smtClean="0"/>
              <a:t>] 
20-  FOREVER AND EVER AMEN! [Pour </a:t>
            </a:r>
            <a:r>
              <a:rPr lang="en-US" dirty="0" err="1" smtClean="0"/>
              <a:t>toujours</a:t>
            </a:r>
            <a:r>
              <a:rPr lang="en-US" dirty="0" smtClean="0"/>
              <a:t> et à </a:t>
            </a:r>
            <a:r>
              <a:rPr lang="en-US" dirty="0" err="1" smtClean="0"/>
              <a:t>jamais</a:t>
            </a:r>
            <a:r>
              <a:rPr lang="en-US" dirty="0" smtClean="0"/>
              <a:t>, amen !] 
21-  FOREVER AND EVER [Pour </a:t>
            </a:r>
            <a:r>
              <a:rPr lang="en-US" dirty="0" err="1" smtClean="0"/>
              <a:t>toujours</a:t>
            </a:r>
            <a:r>
              <a:rPr lang="en-US" dirty="0" smtClean="0"/>
              <a:t> et à </a:t>
            </a:r>
            <a:r>
              <a:rPr lang="en-US" dirty="0" err="1" smtClean="0"/>
              <a:t>jamais</a:t>
            </a:r>
            <a:r>
              <a:rPr lang="en-US" dirty="0" smtClean="0"/>
              <a:t>] x2
22-  FOREVER AND EVER, AMEN [Pour </a:t>
            </a:r>
            <a:r>
              <a:rPr lang="en-US" dirty="0" err="1" smtClean="0"/>
              <a:t>toujours</a:t>
            </a:r>
            <a:r>
              <a:rPr lang="en-US" dirty="0" smtClean="0"/>
              <a:t> et à </a:t>
            </a:r>
            <a:r>
              <a:rPr lang="en-US" dirty="0" err="1" smtClean="0"/>
              <a:t>jamais</a:t>
            </a:r>
            <a:r>
              <a:rPr lang="en-US" dirty="0" smtClean="0"/>
              <a:t>, amen !] </a:t>
            </a:r>
          </a:p>
          <a:p>
            <a:endParaRPr lang="en-US" dirty="0" smtClean="0"/>
          </a:p>
          <a:p>
            <a:r>
              <a:rPr lang="en-US" dirty="0" smtClean="0"/>
              <a:t>A la 1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854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2811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r>
              <a:rPr lang="en-US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r>
              <a:rPr lang="en-US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r>
              <a:rPr lang="en-US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endParaRPr lang="en-US" smtClean="0"/>
          </a:p>
          <a:p>
            <a:r>
              <a:rPr lang="en-US" smtClean="0"/>
              <a:t>A la 1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THE LORD IS MY SHEPHERD I SHALL NOT WANT [L’éternel est mon berger, je ne manquerai de rien] 
2-  HE MAKES ME TO LIE DOWN IN GREEN PASTURES [Il me fait reposer dans de verts pâturages] 
3-  HE LEADS ME BESIDE THE QUIET STREAM [Il me conduit près des courants d’eau] 
4-  HE RESTORES MY SOUL [Il restaure mon âme] x2			x2</a:t>
            </a:r>
          </a:p>
          <a:p>
            <a:pPr>
              <a:defRPr/>
            </a:pPr>
            <a:r>
              <a:rPr lang="fr-FR" smtClean="0"/>
              <a:t>
5-  HE LEADETH ME [Il me conduit] x2
6-  IN THE PATHS OF RIGHTEOUSNESS [Dans les sentiers de la justice] 
7-  FOR HIS NAME'S SAKE HE LEADETH ME [À cause de son nom, il me conduit] 
8-  THOUGH I WALK THROUGH THE VALLEY  [Même si je marche dans la vallée] 
9-  OF THE SHADOW OF DEATH [De l'ombre de la mort] 
10-  I WILL FEAR NOT, I WILL FEAR NO EVIL [Je ne craindrai, je ne craindrai aucun mal] 
11-  FOR THOU, OH LORD, ARTS WITH ME [Car toi, ô éternel, tu es avec moi] 
12-  THY ROD AND STAFF COMFORT ME [Ta houlette et ton bâton me rassurent] x2</a:t>
            </a:r>
          </a:p>
          <a:p>
            <a:pPr>
              <a:defRPr/>
            </a:pPr>
            <a:r>
              <a:rPr lang="fr-FR" smtClean="0"/>
              <a:t>
13-  THOU PREPAREST A TABLE BEFORE ME [Tu dresses une table devant moi] 
14-  IN THE PRESENCE IN THE PRESENCE OF MY ENEMIES [En présence, en présence de mes ennemis] 
15-  THOU ANOINTEST MY HEAD WITH OIL [Tu as oint d'huile ma tête] 
16-  MY CUP OVERFLOWS [Ma coupe déborde.] x2</a:t>
            </a:r>
          </a:p>
          <a:p>
            <a:pPr>
              <a:defRPr/>
            </a:pPr>
            <a:r>
              <a:rPr lang="fr-FR" smtClean="0"/>
              <a:t>
17-  SURELY GOODNESS AND MERCY SHALL FOLLOW ME [Oui, le bonheur et la grâce m’accompagneront] 
18-  ALL THE DAYS, ALL THE DAYS OF MY LIFE [Tous les jours, tous les jours de ma vie] 
19-  AND I SHALL DWELL IN THE HOUSE OF THE LORD [Et j’habiterai dans la maison de l’éternel] 
20-  FOREVER AND EVER AMEN! [Pour toujours et à jamais, amen !] 
21-  FOREVER AND EVER [Pour toujours et à jamais] x2
22-  FOREVER AND EVER, AMEN [Pour toujours et à jamais, amen !]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 la 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38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464" y="5461000"/>
            <a:ext cx="1008112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THE LORD IS MY SHEPHERD I SHALL NOT WANT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[L’éternel est mon berger, je ne manquerai de rien]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464" y="5461000"/>
            <a:ext cx="993710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HE MAKES ME TO LIE DOWN IN GREEN PASTURES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[Il me fait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reposer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dans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verts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pâturages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HE LEADS ME BESIDE THE QUIET STREAM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me conduit près des courants d’eau]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HE RESTORES MY SOUL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restaure mon âme]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HE LEADETH ME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me conduit]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IN THE PATHS OF RIGHTEOUSNESS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[Dans les sentiers de la justice]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FOR HIS NAME'S SAKE HE LEADETH ME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[À cause de son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Il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me conduit]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5461000"/>
            <a:ext cx="1116124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THOUGH I WALK THROUGH THE VALLEY </a:t>
            </a:r>
            <a:endParaRPr lang="en-US" sz="3000" dirty="0" smtClean="0">
              <a:solidFill>
                <a:srgbClr val="FFFFFF"/>
              </a:solidFill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</a:pP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Même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marche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dans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la 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vallée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5461000"/>
            <a:ext cx="1116124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OF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SHADOW OF DEATH</a:t>
            </a:r>
          </a:p>
          <a:p>
            <a:pPr algn="ctr">
              <a:lnSpc>
                <a:spcPct val="90000"/>
              </a:lnSpc>
            </a:pP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l'ombre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la mort]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98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WILL FEAR NOT, I WILL FEAR NO EVIL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ne craindrai, je ne craindrai aucun mal]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FOR THOU, OH LORD, ARTS WITH ME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[Car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Toi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ô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Éternel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Tu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es avec moi]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THY ROD AND STAFF COMFORT ME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[Ta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houlette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et T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on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bâton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rassurent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THOU PREPAREST A TABLE BEFORE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[Tu dresses une table devant moi]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5461000"/>
            <a:ext cx="11233248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PRESENCE IN THE PRESENCE OF MY ENEMIES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présence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présence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ennemis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THOU ANOINTEST MY HEAD WITH OIL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[Tu as oint d'huile ma tête]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MY CUP OVERFLOWS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[Ma coupe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déborde]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9416" y="5461000"/>
            <a:ext cx="10945216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SURELY GOODNESS AND MERCY SHALL FOLLOW ME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Oui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le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bonheur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et la grâce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m’accompagneront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ALL THE DAYS, ALL THE DAYS OF MY LIFE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[Tous les jours, tous les jours de ma vie]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424" y="5461000"/>
            <a:ext cx="10225136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I SHALL DWELL IN THE HOUSE OF THE LORD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[Et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j’habiterai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dans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maison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l’Éternel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FOREVER AND EVER AMEN!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[Pour toujours et à jamais,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!]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FOREVER AND EVER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[Pour toujours et à jamais]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FOREVER AND EVER, AMEN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[Pour toujours et à jamais, amen !]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17764</Words>
  <Application>Microsoft Office PowerPoint</Application>
  <PresentationFormat>Grand écran</PresentationFormat>
  <Paragraphs>308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104</cp:revision>
  <dcterms:created xsi:type="dcterms:W3CDTF">2011-01-30T10:04:33Z</dcterms:created>
  <dcterms:modified xsi:type="dcterms:W3CDTF">2025-04-20T11:16:15Z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