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47386" autoAdjust="0"/>
  </p:normalViewPr>
  <p:slideViewPr>
    <p:cSldViewPr>
      <p:cViewPr varScale="1">
        <p:scale>
          <a:sx n="53" d="100"/>
          <a:sy n="53" d="100"/>
        </p:scale>
        <p:origin x="233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2222567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1769538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1745372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1141094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1893753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3991168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2835302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991276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4148122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2458667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3506315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962407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3307908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2337592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1176942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1659136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3687819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359828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1465366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</a:t>
            </a:r>
            <a:r>
              <a:rPr lang="en-US" dirty="0" err="1"/>
              <a:t>moi</a:t>
            </a:r>
            <a:r>
              <a:rPr lang="en-US" dirty="0"/>
              <a:t>] 
2-  CHRIST WITHIN ME [Christ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moi</a:t>
            </a:r>
            <a:r>
              <a:rPr lang="en-US" dirty="0"/>
              <a:t>] 
3-  CHRIST BEHIND ME [Christ derrière </a:t>
            </a:r>
            <a:r>
              <a:rPr lang="en-US" dirty="0" err="1"/>
              <a:t>moi</a:t>
            </a:r>
            <a:r>
              <a:rPr lang="en-US" dirty="0"/>
              <a:t>] 
4-  CHRIST BEFORE ME [Christ </a:t>
            </a:r>
            <a:r>
              <a:rPr lang="en-US" dirty="0" err="1"/>
              <a:t>devant</a:t>
            </a:r>
            <a:r>
              <a:rPr lang="en-US" dirty="0"/>
              <a:t> </a:t>
            </a:r>
            <a:r>
              <a:rPr lang="en-US" dirty="0" err="1"/>
              <a:t>moi</a:t>
            </a:r>
            <a:r>
              <a:rPr lang="en-US" dirty="0"/>
              <a:t>] 
5-  CHRIST BESIDE ME [Christ </a:t>
            </a:r>
            <a:r>
              <a:rPr lang="en-US" dirty="0" err="1"/>
              <a:t>près</a:t>
            </a:r>
            <a:r>
              <a:rPr lang="en-US" dirty="0"/>
              <a:t> de </a:t>
            </a:r>
            <a:r>
              <a:rPr lang="en-US" dirty="0" err="1"/>
              <a:t>moi</a:t>
            </a:r>
            <a:r>
              <a:rPr lang="en-US" dirty="0"/>
              <a:t>] 
6-  CHRIST TO WIN ME [Christ me </a:t>
            </a:r>
            <a:r>
              <a:rPr lang="en-US" dirty="0" err="1"/>
              <a:t>sauve</a:t>
            </a:r>
            <a:r>
              <a:rPr lang="en-US" dirty="0"/>
              <a:t>] 
7-  CHRIST TO COMFORT AND RESTORE ME [Christ console et me </a:t>
            </a:r>
            <a:r>
              <a:rPr lang="en-US" dirty="0" err="1"/>
              <a:t>restaure</a:t>
            </a:r>
            <a:r>
              <a:rPr lang="en-US" dirty="0"/>
              <a:t>] 
8-  CHRIST BENEATH ME [Christ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dessous</a:t>
            </a:r>
            <a:r>
              <a:rPr lang="en-US" dirty="0"/>
              <a:t>] 
9-  CHRIST ABOVE ME [Christ au-</a:t>
            </a:r>
            <a:r>
              <a:rPr lang="en-US" dirty="0" err="1"/>
              <a:t>dessus</a:t>
            </a:r>
            <a:r>
              <a:rPr lang="en-US" dirty="0"/>
              <a:t>] 
10-  CHRIST IN QUIET [Christ </a:t>
            </a:r>
            <a:r>
              <a:rPr lang="en-US" dirty="0" err="1"/>
              <a:t>dans</a:t>
            </a:r>
            <a:r>
              <a:rPr lang="en-US" dirty="0"/>
              <a:t> le </a:t>
            </a:r>
            <a:r>
              <a:rPr lang="en-US" dirty="0" err="1"/>
              <a:t>calme</a:t>
            </a:r>
            <a:r>
              <a:rPr lang="en-US" dirty="0"/>
              <a:t>] 
11-  CHRIST IN DANGER [Christ </a:t>
            </a:r>
            <a:r>
              <a:rPr lang="en-US" dirty="0" err="1"/>
              <a:t>dans</a:t>
            </a:r>
            <a:r>
              <a:rPr lang="en-US" dirty="0"/>
              <a:t> le danger] 
12-  CHRIST IN HEARTS OF ALL THAT LOVE ME [Christ </a:t>
            </a:r>
            <a:r>
              <a:rPr lang="en-US" dirty="0" err="1"/>
              <a:t>dans</a:t>
            </a:r>
            <a:r>
              <a:rPr lang="en-US" dirty="0"/>
              <a:t> le </a:t>
            </a:r>
            <a:r>
              <a:rPr lang="en-US" dirty="0" err="1"/>
              <a:t>cœur</a:t>
            </a:r>
            <a:r>
              <a:rPr lang="en-US" dirty="0"/>
              <a:t> de </a:t>
            </a:r>
            <a:r>
              <a:rPr lang="en-US" dirty="0" err="1"/>
              <a:t>ceux</a:t>
            </a:r>
            <a:r>
              <a:rPr lang="en-US" dirty="0"/>
              <a:t> qui </a:t>
            </a:r>
            <a:r>
              <a:rPr lang="en-US" dirty="0" err="1"/>
              <a:t>l'aiment</a:t>
            </a:r>
            <a:r>
              <a:rPr lang="en-US" dirty="0"/>
              <a:t>] 
13-  CHRIST IN MOUTH OF FRIEND AND STRANGER [</a:t>
            </a:r>
            <a:r>
              <a:rPr lang="en-US" dirty="0" err="1"/>
              <a:t>Proclamé</a:t>
            </a:r>
            <a:r>
              <a:rPr lang="en-US" dirty="0"/>
              <a:t> par </a:t>
            </a:r>
            <a:r>
              <a:rPr lang="en-US" dirty="0" err="1"/>
              <a:t>l'ami</a:t>
            </a:r>
            <a:r>
              <a:rPr lang="en-US" dirty="0"/>
              <a:t> et </a:t>
            </a:r>
            <a:r>
              <a:rPr lang="en-US" dirty="0" err="1"/>
              <a:t>l'étranger</a:t>
            </a:r>
            <a:r>
              <a:rPr lang="en-US" dirty="0"/>
              <a:t>] 
14-  CHRIST IN HEARTS OF ALL THAT LOVE ME [Christ </a:t>
            </a:r>
            <a:r>
              <a:rPr lang="en-US" dirty="0" err="1"/>
              <a:t>dans</a:t>
            </a:r>
            <a:r>
              <a:rPr lang="en-US" dirty="0"/>
              <a:t> le </a:t>
            </a:r>
            <a:r>
              <a:rPr lang="en-US" dirty="0" err="1"/>
              <a:t>cœur</a:t>
            </a:r>
            <a:r>
              <a:rPr lang="en-US" dirty="0"/>
              <a:t> de </a:t>
            </a:r>
            <a:r>
              <a:rPr lang="en-US" dirty="0" err="1"/>
              <a:t>ceux</a:t>
            </a:r>
            <a:r>
              <a:rPr lang="en-US" dirty="0"/>
              <a:t> qui </a:t>
            </a:r>
            <a:r>
              <a:rPr lang="en-US" dirty="0" err="1"/>
              <a:t>l'aiment</a:t>
            </a:r>
            <a:r>
              <a:rPr lang="en-US" dirty="0"/>
              <a:t>] 
15-  CHRIST IN MOUTH OF FRIEND AND STRANGER [</a:t>
            </a:r>
            <a:r>
              <a:rPr lang="en-US" dirty="0" err="1"/>
              <a:t>Proclamé</a:t>
            </a:r>
            <a:r>
              <a:rPr lang="en-US" dirty="0"/>
              <a:t> par </a:t>
            </a:r>
            <a:r>
              <a:rPr lang="en-US" dirty="0" err="1"/>
              <a:t>l'ami</a:t>
            </a:r>
            <a:r>
              <a:rPr lang="en-US" dirty="0"/>
              <a:t> et </a:t>
            </a:r>
            <a:r>
              <a:rPr lang="en-US" dirty="0" err="1"/>
              <a:t>l'étranger</a:t>
            </a:r>
            <a:r>
              <a:rPr lang="en-US" dirty="0"/>
              <a:t>] </a:t>
            </a:r>
          </a:p>
          <a:p>
            <a:r>
              <a:rPr lang="en-US" dirty="0"/>
              <a:t>
16-  CHRIST IS RISEN FROM THE DEAD [Christ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ressuscité</a:t>
            </a:r>
            <a:r>
              <a:rPr lang="en-US" dirty="0"/>
              <a:t> des </a:t>
            </a:r>
            <a:r>
              <a:rPr lang="en-US" dirty="0" err="1"/>
              <a:t>morts</a:t>
            </a:r>
            <a:r>
              <a:rPr lang="en-US" dirty="0"/>
              <a:t>] 
17-  TRAMPLING DOWN DEATH BY DEATH [</a:t>
            </a:r>
            <a:r>
              <a:rPr lang="en-US" dirty="0" err="1"/>
              <a:t>Terrassant</a:t>
            </a:r>
            <a:r>
              <a:rPr lang="en-US" dirty="0"/>
              <a:t> la mort par la mort] 
18-  AND UPON THOSE IN THE TOMB BESTOWING LIFE [À </a:t>
            </a:r>
            <a:r>
              <a:rPr lang="en-US" dirty="0" err="1"/>
              <a:t>ceux</a:t>
            </a:r>
            <a:r>
              <a:rPr lang="en-US" dirty="0"/>
              <a:t> qui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dans</a:t>
            </a:r>
            <a:r>
              <a:rPr lang="en-US" dirty="0"/>
              <a:t> la </a:t>
            </a:r>
            <a:r>
              <a:rPr lang="en-US" dirty="0" err="1"/>
              <a:t>tombe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donne</a:t>
            </a:r>
            <a:r>
              <a:rPr lang="en-US" dirty="0"/>
              <a:t> la vie] 
19-  CHRIST IS RISEN FROM THE DEAD [Christ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ressuscité</a:t>
            </a:r>
            <a:r>
              <a:rPr lang="en-US" dirty="0"/>
              <a:t> des </a:t>
            </a:r>
            <a:r>
              <a:rPr lang="en-US" dirty="0" err="1"/>
              <a:t>morts</a:t>
            </a:r>
            <a:r>
              <a:rPr lang="en-US" dirty="0"/>
              <a:t>] 
20-  TRAMPLING DOWN DEATH BY DEATH [</a:t>
            </a:r>
            <a:r>
              <a:rPr lang="en-US" dirty="0" err="1"/>
              <a:t>Terrassant</a:t>
            </a:r>
            <a:r>
              <a:rPr lang="en-US" dirty="0"/>
              <a:t> la mort par la mort] 
21-  AND UPON THOSE IN THE TOMB BESTOWING LIFE [À </a:t>
            </a:r>
            <a:r>
              <a:rPr lang="en-US" dirty="0" err="1"/>
              <a:t>ceux</a:t>
            </a:r>
            <a:r>
              <a:rPr lang="en-US" dirty="0"/>
              <a:t> qui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dans</a:t>
            </a:r>
            <a:r>
              <a:rPr lang="en-US" dirty="0"/>
              <a:t> la </a:t>
            </a:r>
            <a:r>
              <a:rPr lang="en-US" dirty="0" err="1"/>
              <a:t>tombe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donne</a:t>
            </a:r>
            <a:r>
              <a:rPr lang="en-US" dirty="0"/>
              <a:t> la vie] 
22-  LET GOD ARISE [Que </a:t>
            </a:r>
            <a:r>
              <a:rPr lang="en-US" dirty="0" err="1"/>
              <a:t>dieu</a:t>
            </a:r>
            <a:r>
              <a:rPr lang="en-US" dirty="0"/>
              <a:t> se </a:t>
            </a:r>
            <a:r>
              <a:rPr lang="en-US" dirty="0" err="1"/>
              <a:t>lève</a:t>
            </a:r>
            <a:r>
              <a:rPr lang="en-US" dirty="0"/>
              <a:t>] 
23-  LET HIS ENEMIES BE SCATTERED [Que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ennemis</a:t>
            </a:r>
            <a:r>
              <a:rPr lang="en-US" dirty="0"/>
              <a:t> </a:t>
            </a:r>
            <a:r>
              <a:rPr lang="en-US" dirty="0" err="1"/>
              <a:t>soient</a:t>
            </a:r>
            <a:r>
              <a:rPr lang="en-US" dirty="0"/>
              <a:t> </a:t>
            </a:r>
            <a:r>
              <a:rPr lang="en-US" dirty="0" err="1"/>
              <a:t>dispersés</a:t>
            </a:r>
            <a:r>
              <a:rPr lang="en-US" dirty="0"/>
              <a:t>] 
24-  LET THOSE WHO HATE HIM FLEE FROM BEFORE HIS FACE [Que </a:t>
            </a:r>
            <a:r>
              <a:rPr lang="en-US" dirty="0" err="1"/>
              <a:t>ceux</a:t>
            </a:r>
            <a:r>
              <a:rPr lang="en-US" dirty="0"/>
              <a:t> qui le </a:t>
            </a:r>
            <a:r>
              <a:rPr lang="en-US" dirty="0" err="1"/>
              <a:t>haïssent</a:t>
            </a:r>
            <a:r>
              <a:rPr lang="en-US" dirty="0"/>
              <a:t> </a:t>
            </a:r>
            <a:r>
              <a:rPr lang="en-US" dirty="0" err="1"/>
              <a:t>fuient</a:t>
            </a:r>
            <a:r>
              <a:rPr lang="en-US" dirty="0"/>
              <a:t> </a:t>
            </a:r>
            <a:r>
              <a:rPr lang="en-US" dirty="0" err="1"/>
              <a:t>devant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face] 
25-  THIS IS THE DAY THAT THE LORD HAS MADE! [</a:t>
            </a:r>
            <a:r>
              <a:rPr lang="en-US" dirty="0" err="1"/>
              <a:t>C'est</a:t>
            </a:r>
            <a:r>
              <a:rPr lang="en-US" dirty="0"/>
              <a:t> la </a:t>
            </a:r>
            <a:r>
              <a:rPr lang="en-US" dirty="0" err="1"/>
              <a:t>journée</a:t>
            </a:r>
            <a:r>
              <a:rPr lang="en-US" dirty="0"/>
              <a:t> que </a:t>
            </a:r>
            <a:r>
              <a:rPr lang="en-US" dirty="0" err="1"/>
              <a:t>dieu</a:t>
            </a:r>
            <a:r>
              <a:rPr lang="en-US" dirty="0"/>
              <a:t> a </a:t>
            </a:r>
            <a:r>
              <a:rPr lang="en-US" dirty="0" err="1"/>
              <a:t>faite</a:t>
            </a:r>
            <a:r>
              <a:rPr lang="en-US" dirty="0"/>
              <a:t> !] 
26-  LET US REJOICE AND BE GLAD! [</a:t>
            </a:r>
            <a:r>
              <a:rPr lang="en-US" dirty="0" err="1"/>
              <a:t>Réjouissons</a:t>
            </a:r>
            <a:r>
              <a:rPr lang="en-US" dirty="0"/>
              <a:t>-nous, </a:t>
            </a:r>
            <a:r>
              <a:rPr lang="en-US" dirty="0" err="1"/>
              <a:t>soyons</a:t>
            </a:r>
            <a:r>
              <a:rPr lang="en-US" dirty="0"/>
              <a:t> </a:t>
            </a:r>
            <a:r>
              <a:rPr lang="en-US" dirty="0" err="1"/>
              <a:t>heureux</a:t>
            </a:r>
            <a:r>
              <a:rPr lang="en-US" dirty="0"/>
              <a:t> !] 
27-  LET US REJOICE AND BE GLAD! [</a:t>
            </a:r>
            <a:r>
              <a:rPr lang="en-US" dirty="0" err="1"/>
              <a:t>Réjouissons</a:t>
            </a:r>
            <a:r>
              <a:rPr lang="en-US" dirty="0"/>
              <a:t>-nous, </a:t>
            </a:r>
            <a:r>
              <a:rPr lang="en-US" dirty="0" err="1"/>
              <a:t>soyons</a:t>
            </a:r>
            <a:r>
              <a:rPr lang="en-US" dirty="0"/>
              <a:t> </a:t>
            </a:r>
            <a:r>
              <a:rPr lang="en-US" dirty="0" err="1"/>
              <a:t>heureux</a:t>
            </a:r>
            <a:r>
              <a:rPr lang="en-US" dirty="0"/>
              <a:t> !] 
28-  CHRIST IS RISEN FROM THE DEAD [Christ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ressuscité</a:t>
            </a:r>
            <a:r>
              <a:rPr lang="en-US" dirty="0"/>
              <a:t> des </a:t>
            </a:r>
            <a:r>
              <a:rPr lang="en-US" dirty="0" err="1"/>
              <a:t>morts</a:t>
            </a:r>
            <a:r>
              <a:rPr lang="en-US" dirty="0"/>
              <a:t>] 
29-  TRAMPLING DOWN DEATH BY DEATH [</a:t>
            </a:r>
            <a:r>
              <a:rPr lang="en-US" dirty="0" err="1"/>
              <a:t>Terrassant</a:t>
            </a:r>
            <a:r>
              <a:rPr lang="en-US" dirty="0"/>
              <a:t> la mort par la mort] 
30-  AND UPON THOSE IN THE TOMB BESTOWING LIFE [À </a:t>
            </a:r>
            <a:r>
              <a:rPr lang="en-US" dirty="0" err="1"/>
              <a:t>ceux</a:t>
            </a:r>
            <a:r>
              <a:rPr lang="en-US" dirty="0"/>
              <a:t> qui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dans</a:t>
            </a:r>
            <a:r>
              <a:rPr lang="en-US" dirty="0"/>
              <a:t> la </a:t>
            </a:r>
            <a:r>
              <a:rPr lang="en-US" dirty="0" err="1"/>
              <a:t>tombe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donne</a:t>
            </a:r>
            <a:r>
              <a:rPr lang="en-US" dirty="0"/>
              <a:t>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3751882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884653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23722204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282312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22667860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3376327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6915987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41855929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15406573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33356062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r>
              <a:rPr lang="en-US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CHRIST BE WITH ME [Christ avec moi] 
2-  CHRIST WITHIN ME [Christ en moi] 
3-  CHRIST BEHIND ME [Christ derrière moi] 
4-  CHRIST BEFORE ME [Christ devant moi] 
5-  CHRIST BESIDE ME [Christ près de moi] 
6-  CHRIST TO WIN ME [Christ me sauve] 
7-  CHRIST TO COMFORT AND RESTORE ME [Christ console et me restaure] 
8-  CHRIST BENEATH ME [Christ en dessous] 
9-  CHRIST ABOVE ME [Christ au-dessus] 
10-  CHRIST IN QUIET [Christ dans le calme] 
11-  CHRIST IN DANGER [Christ dans le danger] 
12-  CHRIST IN HEARTS OF ALL THAT LOVE ME [Christ dans le cœur de ceux qui l'aiment] 
13-  CHRIST IN MOUTH OF FRIEND AND STRANGER [Proclamé par l'ami et l'étranger] 
14-  CHRIST IN HEARTS OF ALL THAT LOVE ME [Christ dans le cœur de ceux qui l'aiment] 
15-  CHRIST IN MOUTH OF FRIEND AND STRANGER [Proclamé par l'ami et l'étranger] </a:t>
            </a:r>
          </a:p>
          <a:p>
            <a:pPr>
              <a:defRPr/>
            </a:pPr>
            <a:r>
              <a:rPr lang="fr-FR"/>
              <a:t>
16-  CHRIST IS RISEN FROM THE DEAD [Christ est ressuscité des morts] 
17-  TRAMPLING DOWN DEATH BY DEATH [Terrassant la mort par la mort] 
18-  AND UPON THOSE IN THE TOMB BESTOWING LIFE [À ceux qui sont dans la tombe, il donne la vie] 
19-  CHRIST IS RISEN FROM THE DEAD [Christ est ressuscité des morts] 
20-  TRAMPLING DOWN DEATH BY DEATH [Terrassant la mort par la mort] 
21-  AND UPON THOSE IN THE TOMB BESTOWING LIFE [À ceux qui sont dans la tombe, il donne la vie] 
22-  LET GOD ARISE [Que dieu se lève] 
23-  LET HIS ENEMIES BE SCATTERED [Que ses ennemis soient dispersés] 
24-  LET THOSE WHO HATE HIM FLEE FROM BEFORE HIS FACE [Que ceux qui le haïssent fuient devant sa face] 
25-  THIS IS THE DAY THAT THE LORD HAS MADE! [C'est la journée que dieu a faite !] 
26-  LET US REJOICE AND BE GLAD! [Réjouissons-nous, soyons heureux !] 
27-  LET US REJOICE AND BE GLAD! [Réjouissons-nous, soyons heureux !] 
28-  CHRIST IS RISEN FROM THE DEAD [Christ est ressuscité des morts] 
29-  TRAMPLING DOWN DEATH BY DEATH [Terrassant la mort par la mort] 
30-  AND UPON THOSE IN THE TOMB BESTOWING LIFE [À ceux qui sont dans la tombe, il donne la vie] 
</a:t>
            </a:r>
          </a:p>
        </p:txBody>
      </p:sp>
    </p:spTree>
    <p:extLst>
      <p:ext uri="{BB962C8B-B14F-4D97-AF65-F5344CB8AC3E}">
        <p14:creationId xmlns:p14="http://schemas.microsoft.com/office/powerpoint/2010/main" val="261887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BE WITH ME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avec moi]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WITHIN ME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en moi]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BEHIND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derrière moi]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BEFORE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devant moi]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BESIDE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près de moi]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TO WIN ME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me sauve]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TO COMFORT AND RESTORE ME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console et me restaure]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BENEATH ME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en dessous]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ABOVE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au-dessus]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IN QUIET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dans le calme]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IN DANGER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dans le danger]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IN HEARTS OF ALL THAT LOVE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dans le cœur de ceux qui l'aiment]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IN MOUTH OF FRIEND AND STRANGER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[Proclamé par l'ami et l'étranger]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IN HEARTS OF ALL THAT LOVE ME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dans le cœur de ceux qui l'aiment]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IN MOUTH OF FRIEND AND STRANGER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[Proclamé par l'ami et l'étranger]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IS RISEN FROM THE DEAD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est ressuscité des morts]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TRAMPLING DOWN DEATH BY DEATH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[Terrassant la mort par la mort]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440" y="5461000"/>
            <a:ext cx="1008112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UPON THOSE IN THE TOMB BESTOWING LIFE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[À ceux qui sont dans la tombe,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donne la vie]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IS RISEN FROM THE DEAD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est ressuscité des morts]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TRAMPLING DOWN DEATH BY DEATH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[Terrassant la mort par la mort]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424" y="5461000"/>
            <a:ext cx="1029714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UPON THOSE IN THE TOMB BESTOWING LIFE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[À ceux qui sont dans la tombe,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donne la vie]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LET GOD ARISE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[Que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Dieu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se lève]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LET HIS ENEMIES BE SCATTERED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[Que ses ennemis soient dispersés]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360" y="5517232"/>
            <a:ext cx="11593288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9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LET THOSE WHO HATE HIM FLEE FROM BEFORE HIS FACE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[Que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ceux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qui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haïssent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fuient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devant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Sa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face]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THIS IS THE DAY THAT THE LORD HAS MADE!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C'est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journée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que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Dieu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faite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!]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LET US REJOICE AND BE GLAD!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[Réjouissons-nous, soyons heureux !]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LET US REJOICE AND BE GLAD!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[Réjouissons-nous, soyons heureux !]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IS RISEN FROM THE DEAD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est ressuscité des morts]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TRAMPLING DOWN DEATH BY DEATH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[Terrassant la mort par la mort]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424" y="5461000"/>
            <a:ext cx="10369152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UPON THOSE IN THE TOMB BESTOWING LIFE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[À ceux qui sont dans la tombe,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donne la vie]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27512</Words>
  <Application>Microsoft Office PowerPoint</Application>
  <PresentationFormat>Grand écran</PresentationFormat>
  <Paragraphs>180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99</cp:revision>
  <dcterms:created xsi:type="dcterms:W3CDTF">2011-01-30T10:04:33Z</dcterms:created>
  <dcterms:modified xsi:type="dcterms:W3CDTF">2025-04-20T08:48:59Z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