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1720" autoAdjust="0"/>
  </p:normalViewPr>
  <p:slideViewPr>
    <p:cSldViewPr>
      <p:cViewPr varScale="1">
        <p:scale>
          <a:sx n="28" d="100"/>
          <a:sy n="28" d="100"/>
        </p:scale>
        <p:origin x="-96" y="-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9D5572A-0FE6-4850-8D95-6541520302C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F4E101-A073-4C0F-A497-4D3EEA848C7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0082F-9F2A-4FBA-83F1-BB17CB4C74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B02CE-AE0F-41BD-B970-08001A857E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1EC74-15E3-4BA3-A30A-D2F2AD821C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59DB4-95A0-4EA8-944F-3863D19C98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2756F-261E-44D6-A0A4-18EB662233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B390C-2CF1-44FC-8B69-6DCE90FADC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70DBB-22B6-4C00-BA85-D38050DCE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17F3E-C2B2-441D-AC0F-E084935443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A8413-78B8-499C-A7A9-C045C9C09B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D76A8-A9AE-44E2-BDCF-6A9F5F1D1D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F4F43-1270-4B80-9795-CA58A70CEB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BD2090F-7175-4CE5-BEDD-D36F7C1A24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SAPINS SE SONT COURBÉS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BRANCHES SONT PROSTERNÉES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SOUS LA NEIGE SCINTILLANTE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SANS UN MOT LE BOIS ÉCOUTE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ÉCOUTE, IL ÉCOUTE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S'EN IRA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ANIMAUX SONT TREMBLANTS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FROID ET DANS LE VENT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PENDANT QUE LA TEMPÊTE GRONDE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SE DEMANDENT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DEMANDENT, SE DEMANDENT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C'EST CETTE NUIT LÀ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S'EN IRA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VENT VIENT DANS UN GRAND BRUIT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LUMIÈRE D'UNE BOUGIE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CHACUN PEUT AVOIR LA FOI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ENFANT EST NÉ À BETHLEEM BETHLEHEM, BETHLEHEM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ESPOIR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NAÎTRA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365</Words>
  <Application>Microsoft Office PowerPoint</Application>
  <PresentationFormat>On-screen Show (4:3)</PresentationFormat>
  <Paragraphs>716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143</cp:revision>
  <dcterms:created xsi:type="dcterms:W3CDTF">2002-08-17T10:50:50Z</dcterms:created>
  <dcterms:modified xsi:type="dcterms:W3CDTF">2015-12-25T18:37:41Z</dcterms:modified>
</cp:coreProperties>
</file>