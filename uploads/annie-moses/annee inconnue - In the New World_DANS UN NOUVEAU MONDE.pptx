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94" r:id="rId2"/>
    <p:sldId id="305" r:id="rId3"/>
    <p:sldId id="304" r:id="rId4"/>
    <p:sldId id="303" r:id="rId5"/>
    <p:sldId id="302" r:id="rId6"/>
    <p:sldId id="301" r:id="rId7"/>
    <p:sldId id="300" r:id="rId8"/>
    <p:sldId id="299" r:id="rId9"/>
    <p:sldId id="298" r:id="rId10"/>
    <p:sldId id="297" r:id="rId11"/>
    <p:sldId id="296" r:id="rId12"/>
    <p:sldId id="295" r:id="rId13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00" autoAdjust="0"/>
    <p:restoredTop sz="45700" autoAdjust="0"/>
  </p:normalViewPr>
  <p:slideViewPr>
    <p:cSldViewPr>
      <p:cViewPr>
        <p:scale>
          <a:sx n="69" d="100"/>
          <a:sy n="69" d="100"/>
        </p:scale>
        <p:origin x="-1188" y="-1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0B0DC296-1CC1-4855-A74E-D50635B7CFD7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69E05FD-BE31-4ADA-87F7-A97A8B92B08C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QUAND ON ROULE LES OMBRES EN ARRIÈRE </a:t>
            </a:r>
          </a:p>
          <a:p>
            <a:pPr>
              <a:defRPr/>
            </a:pPr>
            <a:r>
              <a:rPr lang="fr-FR" smtClean="0"/>
              <a:t>When the shadows are rolled back</a:t>
            </a:r>
          </a:p>
          <a:p>
            <a:pPr>
              <a:defRPr/>
            </a:pPr>
            <a:r>
              <a:rPr lang="fr-FR" smtClean="0"/>
              <a:t>2-  ET LA LUMIÈRE DU SOLEIL RENCONTRE L'EAU </a:t>
            </a:r>
          </a:p>
          <a:p>
            <a:pPr>
              <a:defRPr/>
            </a:pPr>
            <a:r>
              <a:rPr lang="fr-FR" smtClean="0"/>
              <a:t>And the sunlight finds the water
3-  L'ESPRIT DE NOS PÈRES NOUS DONNERA DE LA FORCE </a:t>
            </a:r>
          </a:p>
          <a:p>
            <a:pPr>
              <a:defRPr/>
            </a:pPr>
            <a:r>
              <a:rPr lang="fr-FR" smtClean="0"/>
              <a:t>The spirit of our fathers Will gather strength inside 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ENSEMBLE NOUS NOUS LÈVERONS AVEC LA MER DE L’OCCIDENT </a:t>
            </a:r>
          </a:p>
          <a:p>
            <a:pPr>
              <a:defRPr/>
            </a:pPr>
            <a:r>
              <a:rPr lang="fr-FR" smtClean="0"/>
              <a:t>Together we will rise surging with the western tide</a:t>
            </a:r>
          </a:p>
          <a:p>
            <a:pPr>
              <a:defRPr/>
            </a:pPr>
            <a:r>
              <a:rPr lang="fr-FR" smtClean="0"/>
              <a:t>5-  NOUS FERONS DE CETTE TERRE NOUS FERONS DE CETTE TERRE </a:t>
            </a:r>
          </a:p>
          <a:p>
            <a:pPr>
              <a:defRPr/>
            </a:pPr>
            <a:r>
              <a:rPr lang="fr-FR" smtClean="0"/>
              <a:t>We will make this land We will make this land
6-  NOTRE MAISON </a:t>
            </a:r>
          </a:p>
          <a:p>
            <a:pPr>
              <a:defRPr/>
            </a:pPr>
            <a:r>
              <a:rPr lang="fr-FR" smtClean="0"/>
              <a:t>our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7-  DANS LE NOUVEAU MONDE   X3</a:t>
            </a:r>
          </a:p>
          <a:p>
            <a:pPr>
              <a:defRPr/>
            </a:pPr>
            <a:r>
              <a:rPr lang="fr-FR" smtClean="0"/>
              <a:t>	In the new world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DANS LE NOUVEAU MONDE LA LOI D'AMOUR NOUS CONDUIRA </a:t>
            </a:r>
          </a:p>
          <a:p>
            <a:pPr>
              <a:defRPr/>
            </a:pPr>
            <a:r>
              <a:rPr lang="fr-FR" smtClean="0"/>
              <a:t>In the new world The law of love will lead us
9-  NOS RÊVES TROUVERONT LEUR LIBERTÉ LES YEUX DE DIEU POSÉS SUR NOUS</a:t>
            </a:r>
          </a:p>
          <a:p>
            <a:pPr>
              <a:defRPr/>
            </a:pPr>
            <a:r>
              <a:rPr lang="fr-FR" smtClean="0"/>
              <a:t>Our dreams will find their freedom The eyes of God above us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NOS ENFANTS SERONT COURAGEUX ET CONSTRUIRONT SUR LA VIE </a:t>
            </a:r>
          </a:p>
          <a:p>
            <a:pPr>
              <a:defRPr/>
            </a:pPr>
            <a:r>
              <a:rPr lang="fr-FR" smtClean="0"/>
              <a:t>Our children will be brave And build upon the life 
11-  QUE NOUS AVONS DONNÉ ILS FERONT CETTE TERRE </a:t>
            </a:r>
          </a:p>
          <a:p>
            <a:pPr>
              <a:defRPr/>
            </a:pPr>
            <a:r>
              <a:rPr lang="fr-FR" smtClean="0"/>
              <a:t>we gave We will make this land</a:t>
            </a:r>
          </a:p>
          <a:p>
            <a:pPr>
              <a:defRPr/>
            </a:pPr>
            <a:r>
              <a:rPr lang="fr-FR" smtClean="0"/>
              <a:t>12-  ILS FERONT CETTE TERRE LEUR MAISON </a:t>
            </a:r>
          </a:p>
          <a:p>
            <a:pPr>
              <a:defRPr/>
            </a:pPr>
            <a:r>
              <a:rPr lang="fr-FR" smtClean="0"/>
              <a:t>We will make this land their home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153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QUAND ON ROULE LES OMBRES EN ARRIÈRE </a:t>
            </a:r>
          </a:p>
          <a:p>
            <a:r>
              <a:rPr lang="fr-FR" altLang="fr-FR" smtClean="0"/>
              <a:t>When the shadows are rolled back</a:t>
            </a:r>
          </a:p>
          <a:p>
            <a:r>
              <a:rPr lang="fr-FR" altLang="fr-FR" smtClean="0"/>
              <a:t>2-  ET LA LUMIÈRE DU SOLEIL RENCONTRE L'EAU </a:t>
            </a:r>
          </a:p>
          <a:p>
            <a:r>
              <a:rPr lang="fr-FR" altLang="fr-FR" smtClean="0"/>
              <a:t>And the sunlight finds the water
3-  L'ESPRIT DE NOS PÈRES NOUS DONNERA DE LA FORCE </a:t>
            </a:r>
          </a:p>
          <a:p>
            <a:r>
              <a:rPr lang="fr-FR" altLang="fr-FR" smtClean="0"/>
              <a:t>The spirit of our fathers Will gather strength inside us</a:t>
            </a:r>
          </a:p>
          <a:p>
            <a:endParaRPr lang="fr-FR" altLang="fr-FR" smtClean="0"/>
          </a:p>
          <a:p>
            <a:r>
              <a:rPr lang="fr-FR" altLang="fr-FR" smtClean="0"/>
              <a:t>4-  ENSEMBLE NOUS NOUS LÈVERONS AVEC LA MER DE L’OCCIDENT </a:t>
            </a:r>
          </a:p>
          <a:p>
            <a:r>
              <a:rPr lang="fr-FR" altLang="fr-FR" smtClean="0"/>
              <a:t>Together we will rise surging with the western tide</a:t>
            </a:r>
          </a:p>
          <a:p>
            <a:r>
              <a:rPr lang="fr-FR" altLang="fr-FR" smtClean="0"/>
              <a:t>5-  NOUS FERONS DE CETTE TERRE NOUS FERONS DE CETTE TERRE </a:t>
            </a:r>
          </a:p>
          <a:p>
            <a:r>
              <a:rPr lang="fr-FR" altLang="fr-FR" smtClean="0"/>
              <a:t>We will make this land We will make this land
6-  NOTRE MAISON </a:t>
            </a:r>
          </a:p>
          <a:p>
            <a:r>
              <a:rPr lang="fr-FR" altLang="fr-FR" smtClean="0"/>
              <a:t>our home</a:t>
            </a:r>
          </a:p>
          <a:p>
            <a:endParaRPr lang="fr-FR" altLang="fr-FR" smtClean="0"/>
          </a:p>
          <a:p>
            <a:r>
              <a:rPr lang="fr-FR" altLang="fr-FR" smtClean="0"/>
              <a:t>	7-  DANS LE NOUVEAU MONDE   X3</a:t>
            </a:r>
          </a:p>
          <a:p>
            <a:r>
              <a:rPr lang="fr-FR" altLang="fr-FR" smtClean="0"/>
              <a:t>	In the new world</a:t>
            </a:r>
          </a:p>
          <a:p>
            <a:endParaRPr lang="fr-FR" altLang="fr-FR" smtClean="0"/>
          </a:p>
          <a:p>
            <a:r>
              <a:rPr lang="fr-FR" altLang="fr-FR" smtClean="0"/>
              <a:t>8-  DANS LE NOUVEAU MONDE LA LOI D'AMOUR NOUS CONDUIRA </a:t>
            </a:r>
          </a:p>
          <a:p>
            <a:r>
              <a:rPr lang="fr-FR" altLang="fr-FR" smtClean="0"/>
              <a:t>In the new world The law of love will lead us
9-  NOS RÊVES TROUVERONT LEUR LIBERTÉ LES YEUX DE DIEU POSÉS SUR NOUS</a:t>
            </a:r>
          </a:p>
          <a:p>
            <a:r>
              <a:rPr lang="fr-FR" altLang="fr-FR" smtClean="0"/>
              <a:t>Our dreams will find their freedom The eyes of God above us </a:t>
            </a:r>
          </a:p>
          <a:p>
            <a:endParaRPr lang="fr-FR" altLang="fr-FR" smtClean="0"/>
          </a:p>
          <a:p>
            <a:r>
              <a:rPr lang="fr-FR" altLang="fr-FR" smtClean="0"/>
              <a:t>10-  NOS ENFANTS SERONT COURAGEUX ET CONSTRUIRONT SUR LA VIE </a:t>
            </a:r>
          </a:p>
          <a:p>
            <a:r>
              <a:rPr lang="fr-FR" altLang="fr-FR" smtClean="0"/>
              <a:t>Our children will be brave And build upon the life 
11-  QUE NOUS AVONS DONNÉ ILS FERONT CETTE TERRE </a:t>
            </a:r>
          </a:p>
          <a:p>
            <a:r>
              <a:rPr lang="fr-FR" altLang="fr-FR" smtClean="0"/>
              <a:t>we gave We will make this land</a:t>
            </a:r>
          </a:p>
          <a:p>
            <a:r>
              <a:rPr lang="fr-FR" altLang="fr-FR" smtClean="0"/>
              <a:t>12-  ILS FERONT CETTE TERRE LEUR MAISON </a:t>
            </a:r>
          </a:p>
          <a:p>
            <a:r>
              <a:rPr lang="fr-FR" altLang="fr-FR" smtClean="0"/>
              <a:t>We will make this land their home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QUAND ON ROULE LES OMBRES EN ARRIÈRE </a:t>
            </a:r>
          </a:p>
          <a:p>
            <a:pPr>
              <a:defRPr/>
            </a:pPr>
            <a:r>
              <a:rPr lang="fr-FR" smtClean="0"/>
              <a:t>When the shadows are rolled back</a:t>
            </a:r>
          </a:p>
          <a:p>
            <a:pPr>
              <a:defRPr/>
            </a:pPr>
            <a:r>
              <a:rPr lang="fr-FR" smtClean="0"/>
              <a:t>2-  ET LA LUMIÈRE DU SOLEIL RENCONTRE L'EAU </a:t>
            </a:r>
          </a:p>
          <a:p>
            <a:pPr>
              <a:defRPr/>
            </a:pPr>
            <a:r>
              <a:rPr lang="fr-FR" smtClean="0"/>
              <a:t>And the sunlight finds the water
3-  L'ESPRIT DE NOS PÈRES NOUS DONNERA DE LA FORCE </a:t>
            </a:r>
          </a:p>
          <a:p>
            <a:pPr>
              <a:defRPr/>
            </a:pPr>
            <a:r>
              <a:rPr lang="fr-FR" smtClean="0"/>
              <a:t>The spirit of our fathers Will gather strength inside 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ENSEMBLE NOUS NOUS LÈVERONS AVEC LA MER DE L’OCCIDENT </a:t>
            </a:r>
          </a:p>
          <a:p>
            <a:pPr>
              <a:defRPr/>
            </a:pPr>
            <a:r>
              <a:rPr lang="fr-FR" smtClean="0"/>
              <a:t>Together we will rise surging with the western tide</a:t>
            </a:r>
          </a:p>
          <a:p>
            <a:pPr>
              <a:defRPr/>
            </a:pPr>
            <a:r>
              <a:rPr lang="fr-FR" smtClean="0"/>
              <a:t>5-  NOUS FERONS DE CETTE TERRE NOUS FERONS DE CETTE TERRE </a:t>
            </a:r>
          </a:p>
          <a:p>
            <a:pPr>
              <a:defRPr/>
            </a:pPr>
            <a:r>
              <a:rPr lang="fr-FR" smtClean="0"/>
              <a:t>We will make this land We will make this land
6-  NOTRE MAISON </a:t>
            </a:r>
          </a:p>
          <a:p>
            <a:pPr>
              <a:defRPr/>
            </a:pPr>
            <a:r>
              <a:rPr lang="fr-FR" smtClean="0"/>
              <a:t>our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7-  DANS LE NOUVEAU MONDE   X3</a:t>
            </a:r>
          </a:p>
          <a:p>
            <a:pPr>
              <a:defRPr/>
            </a:pPr>
            <a:r>
              <a:rPr lang="fr-FR" smtClean="0"/>
              <a:t>	In the new world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DANS LE NOUVEAU MONDE LA LOI D'AMOUR NOUS CONDUIRA </a:t>
            </a:r>
          </a:p>
          <a:p>
            <a:pPr>
              <a:defRPr/>
            </a:pPr>
            <a:r>
              <a:rPr lang="fr-FR" smtClean="0"/>
              <a:t>In the new world The law of love will lead us
9-  NOS RÊVES TROUVERONT LEUR LIBERTÉ LES YEUX DE DIEU POSÉS SUR NOUS</a:t>
            </a:r>
          </a:p>
          <a:p>
            <a:pPr>
              <a:defRPr/>
            </a:pPr>
            <a:r>
              <a:rPr lang="fr-FR" smtClean="0"/>
              <a:t>Our dreams will find their freedom The eyes of God above us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NOS ENFANTS SERONT COURAGEUX ET CONSTRUIRONT SUR LA VIE </a:t>
            </a:r>
          </a:p>
          <a:p>
            <a:pPr>
              <a:defRPr/>
            </a:pPr>
            <a:r>
              <a:rPr lang="fr-FR" smtClean="0"/>
              <a:t>Our children will be brave And build upon the life 
11-  QUE NOUS AVONS DONNÉ ILS FERONT CETTE TERRE </a:t>
            </a:r>
          </a:p>
          <a:p>
            <a:pPr>
              <a:defRPr/>
            </a:pPr>
            <a:r>
              <a:rPr lang="fr-FR" smtClean="0"/>
              <a:t>we gave We will make this land</a:t>
            </a:r>
          </a:p>
          <a:p>
            <a:pPr>
              <a:defRPr/>
            </a:pPr>
            <a:r>
              <a:rPr lang="fr-FR" smtClean="0"/>
              <a:t>12-  ILS FERONT CETTE TERRE LEUR MAISON </a:t>
            </a:r>
          </a:p>
          <a:p>
            <a:pPr>
              <a:defRPr/>
            </a:pPr>
            <a:r>
              <a:rPr lang="fr-FR" smtClean="0"/>
              <a:t>We will make this land their home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QUAND ON ROULE LES OMBRES EN ARRIÈRE </a:t>
            </a:r>
          </a:p>
          <a:p>
            <a:r>
              <a:rPr lang="fr-FR" altLang="fr-FR" smtClean="0"/>
              <a:t>When the shadows are rolled back</a:t>
            </a:r>
          </a:p>
          <a:p>
            <a:r>
              <a:rPr lang="fr-FR" altLang="fr-FR" smtClean="0"/>
              <a:t>2-  ET LA LUMIÈRE DU SOLEIL RENCONTRE L'EAU </a:t>
            </a:r>
          </a:p>
          <a:p>
            <a:r>
              <a:rPr lang="fr-FR" altLang="fr-FR" smtClean="0"/>
              <a:t>And the sunlight finds the water
3-  L'ESPRIT DE NOS PÈRES NOUS DONNERA DE LA FORCE </a:t>
            </a:r>
          </a:p>
          <a:p>
            <a:r>
              <a:rPr lang="fr-FR" altLang="fr-FR" smtClean="0"/>
              <a:t>The spirit of our fathers Will gather strength inside us</a:t>
            </a:r>
          </a:p>
          <a:p>
            <a:endParaRPr lang="fr-FR" altLang="fr-FR" smtClean="0"/>
          </a:p>
          <a:p>
            <a:r>
              <a:rPr lang="fr-FR" altLang="fr-FR" smtClean="0"/>
              <a:t>4-  ENSEMBLE NOUS NOUS LÈVERONS AVEC LA MER DE L’OCCIDENT </a:t>
            </a:r>
          </a:p>
          <a:p>
            <a:r>
              <a:rPr lang="fr-FR" altLang="fr-FR" smtClean="0"/>
              <a:t>Together we will rise surging with the western tide</a:t>
            </a:r>
          </a:p>
          <a:p>
            <a:r>
              <a:rPr lang="fr-FR" altLang="fr-FR" smtClean="0"/>
              <a:t>5-  NOUS FERONS DE CETTE TERRE NOUS FERONS DE CETTE TERRE </a:t>
            </a:r>
          </a:p>
          <a:p>
            <a:r>
              <a:rPr lang="fr-FR" altLang="fr-FR" smtClean="0"/>
              <a:t>We will make this land We will make this land
6-  NOTRE MAISON </a:t>
            </a:r>
          </a:p>
          <a:p>
            <a:r>
              <a:rPr lang="fr-FR" altLang="fr-FR" smtClean="0"/>
              <a:t>our home</a:t>
            </a:r>
          </a:p>
          <a:p>
            <a:endParaRPr lang="fr-FR" altLang="fr-FR" smtClean="0"/>
          </a:p>
          <a:p>
            <a:r>
              <a:rPr lang="fr-FR" altLang="fr-FR" smtClean="0"/>
              <a:t>	7-  DANS LE NOUVEAU MONDE   X3</a:t>
            </a:r>
          </a:p>
          <a:p>
            <a:r>
              <a:rPr lang="fr-FR" altLang="fr-FR" smtClean="0"/>
              <a:t>	In the new world</a:t>
            </a:r>
          </a:p>
          <a:p>
            <a:endParaRPr lang="fr-FR" altLang="fr-FR" smtClean="0"/>
          </a:p>
          <a:p>
            <a:r>
              <a:rPr lang="fr-FR" altLang="fr-FR" smtClean="0"/>
              <a:t>8-  DANS LE NOUVEAU MONDE LA LOI D'AMOUR NOUS CONDUIRA </a:t>
            </a:r>
          </a:p>
          <a:p>
            <a:r>
              <a:rPr lang="fr-FR" altLang="fr-FR" smtClean="0"/>
              <a:t>In the new world The law of love will lead us
9-  NOS RÊVES TROUVERONT LEUR LIBERTÉ LES YEUX DE DIEU POSÉS SUR NOUS</a:t>
            </a:r>
          </a:p>
          <a:p>
            <a:r>
              <a:rPr lang="fr-FR" altLang="fr-FR" smtClean="0"/>
              <a:t>Our dreams will find their freedom The eyes of God above us </a:t>
            </a:r>
          </a:p>
          <a:p>
            <a:endParaRPr lang="fr-FR" altLang="fr-FR" smtClean="0"/>
          </a:p>
          <a:p>
            <a:r>
              <a:rPr lang="fr-FR" altLang="fr-FR" smtClean="0"/>
              <a:t>10-  NOS ENFANTS SERONT COURAGEUX ET CONSTRUIRONT SUR LA VIE </a:t>
            </a:r>
          </a:p>
          <a:p>
            <a:r>
              <a:rPr lang="fr-FR" altLang="fr-FR" smtClean="0"/>
              <a:t>Our children will be brave And build upon the life 
11-  QUE NOUS AVONS DONNÉ ILS FERONT CETTE TERRE </a:t>
            </a:r>
          </a:p>
          <a:p>
            <a:r>
              <a:rPr lang="fr-FR" altLang="fr-FR" smtClean="0"/>
              <a:t>we gave We will make this land</a:t>
            </a:r>
          </a:p>
          <a:p>
            <a:r>
              <a:rPr lang="fr-FR" altLang="fr-FR" smtClean="0"/>
              <a:t>12-  ILS FERONT CETTE TERRE LEUR MAISON </a:t>
            </a:r>
          </a:p>
          <a:p>
            <a:r>
              <a:rPr lang="fr-FR" altLang="fr-FR" smtClean="0"/>
              <a:t>We will make this land their home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QUAND ON ROULE LES OMBRES EN ARRIÈRE </a:t>
            </a:r>
          </a:p>
          <a:p>
            <a:pPr>
              <a:defRPr/>
            </a:pPr>
            <a:r>
              <a:rPr lang="fr-FR" smtClean="0"/>
              <a:t>When the shadows are rolled back</a:t>
            </a:r>
          </a:p>
          <a:p>
            <a:pPr>
              <a:defRPr/>
            </a:pPr>
            <a:r>
              <a:rPr lang="fr-FR" smtClean="0"/>
              <a:t>2-  ET LA LUMIÈRE DU SOLEIL RENCONTRE L'EAU </a:t>
            </a:r>
          </a:p>
          <a:p>
            <a:pPr>
              <a:defRPr/>
            </a:pPr>
            <a:r>
              <a:rPr lang="fr-FR" smtClean="0"/>
              <a:t>And the sunlight finds the water
3-  L'ESPRIT DE NOS PÈRES NOUS DONNERA DE LA FORCE </a:t>
            </a:r>
          </a:p>
          <a:p>
            <a:pPr>
              <a:defRPr/>
            </a:pPr>
            <a:r>
              <a:rPr lang="fr-FR" smtClean="0"/>
              <a:t>The spirit of our fathers Will gather strength inside 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ENSEMBLE NOUS NOUS LÈVERONS AVEC LA MER DE L’OCCIDENT </a:t>
            </a:r>
          </a:p>
          <a:p>
            <a:pPr>
              <a:defRPr/>
            </a:pPr>
            <a:r>
              <a:rPr lang="fr-FR" smtClean="0"/>
              <a:t>Together we will rise surging with the western tide</a:t>
            </a:r>
          </a:p>
          <a:p>
            <a:pPr>
              <a:defRPr/>
            </a:pPr>
            <a:r>
              <a:rPr lang="fr-FR" smtClean="0"/>
              <a:t>5-  NOUS FERONS DE CETTE TERRE NOUS FERONS DE CETTE TERRE </a:t>
            </a:r>
          </a:p>
          <a:p>
            <a:pPr>
              <a:defRPr/>
            </a:pPr>
            <a:r>
              <a:rPr lang="fr-FR" smtClean="0"/>
              <a:t>We will make this land We will make this land
6-  NOTRE MAISON </a:t>
            </a:r>
          </a:p>
          <a:p>
            <a:pPr>
              <a:defRPr/>
            </a:pPr>
            <a:r>
              <a:rPr lang="fr-FR" smtClean="0"/>
              <a:t>our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7-  DANS LE NOUVEAU MONDE   X3</a:t>
            </a:r>
          </a:p>
          <a:p>
            <a:pPr>
              <a:defRPr/>
            </a:pPr>
            <a:r>
              <a:rPr lang="fr-FR" smtClean="0"/>
              <a:t>	In the new world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DANS LE NOUVEAU MONDE LA LOI D'AMOUR NOUS CONDUIRA </a:t>
            </a:r>
          </a:p>
          <a:p>
            <a:pPr>
              <a:defRPr/>
            </a:pPr>
            <a:r>
              <a:rPr lang="fr-FR" smtClean="0"/>
              <a:t>In the new world The law of love will lead us
9-  NOS RÊVES TROUVERONT LEUR LIBERTÉ LES YEUX DE DIEU POSÉS SUR NOUS</a:t>
            </a:r>
          </a:p>
          <a:p>
            <a:pPr>
              <a:defRPr/>
            </a:pPr>
            <a:r>
              <a:rPr lang="fr-FR" smtClean="0"/>
              <a:t>Our dreams will find their freedom The eyes of God above us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NOS ENFANTS SERONT COURAGEUX ET CONSTRUIRONT SUR LA VIE </a:t>
            </a:r>
          </a:p>
          <a:p>
            <a:pPr>
              <a:defRPr/>
            </a:pPr>
            <a:r>
              <a:rPr lang="fr-FR" smtClean="0"/>
              <a:t>Our children will be brave And build upon the life 
11-  QUE NOUS AVONS DONNÉ ILS FERONT CETTE TERRE </a:t>
            </a:r>
          </a:p>
          <a:p>
            <a:pPr>
              <a:defRPr/>
            </a:pPr>
            <a:r>
              <a:rPr lang="fr-FR" smtClean="0"/>
              <a:t>we gave We will make this land</a:t>
            </a:r>
          </a:p>
          <a:p>
            <a:pPr>
              <a:defRPr/>
            </a:pPr>
            <a:r>
              <a:rPr lang="fr-FR" smtClean="0"/>
              <a:t>12-  ILS FERONT CETTE TERRE LEUR MAISON </a:t>
            </a:r>
          </a:p>
          <a:p>
            <a:pPr>
              <a:defRPr/>
            </a:pPr>
            <a:r>
              <a:rPr lang="fr-FR" smtClean="0"/>
              <a:t>We will make this land their home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QUAND ON ROULE LES OMBRES EN ARRIÈRE </a:t>
            </a:r>
          </a:p>
          <a:p>
            <a:r>
              <a:rPr lang="fr-FR" altLang="fr-FR" smtClean="0"/>
              <a:t>When the shadows are rolled back</a:t>
            </a:r>
          </a:p>
          <a:p>
            <a:r>
              <a:rPr lang="fr-FR" altLang="fr-FR" smtClean="0"/>
              <a:t>2-  ET LA LUMIÈRE DU SOLEIL RENCONTRE L'EAU </a:t>
            </a:r>
          </a:p>
          <a:p>
            <a:r>
              <a:rPr lang="fr-FR" altLang="fr-FR" smtClean="0"/>
              <a:t>And the sunlight finds the water
3-  L'ESPRIT DE NOS PÈRES NOUS DONNERA DE LA FORCE </a:t>
            </a:r>
          </a:p>
          <a:p>
            <a:r>
              <a:rPr lang="fr-FR" altLang="fr-FR" smtClean="0"/>
              <a:t>The spirit of our fathers Will gather strength inside us</a:t>
            </a:r>
          </a:p>
          <a:p>
            <a:endParaRPr lang="fr-FR" altLang="fr-FR" smtClean="0"/>
          </a:p>
          <a:p>
            <a:r>
              <a:rPr lang="fr-FR" altLang="fr-FR" smtClean="0"/>
              <a:t>4-  ENSEMBLE NOUS NOUS LÈVERONS AVEC LA MER DE L’OCCIDENT </a:t>
            </a:r>
          </a:p>
          <a:p>
            <a:r>
              <a:rPr lang="fr-FR" altLang="fr-FR" smtClean="0"/>
              <a:t>Together we will rise surging with the western tide</a:t>
            </a:r>
          </a:p>
          <a:p>
            <a:r>
              <a:rPr lang="fr-FR" altLang="fr-FR" smtClean="0"/>
              <a:t>5-  NOUS FERONS DE CETTE TERRE NOUS FERONS DE CETTE TERRE </a:t>
            </a:r>
          </a:p>
          <a:p>
            <a:r>
              <a:rPr lang="fr-FR" altLang="fr-FR" smtClean="0"/>
              <a:t>We will make this land We will make this land
6-  NOTRE MAISON </a:t>
            </a:r>
          </a:p>
          <a:p>
            <a:r>
              <a:rPr lang="fr-FR" altLang="fr-FR" smtClean="0"/>
              <a:t>our home</a:t>
            </a:r>
          </a:p>
          <a:p>
            <a:endParaRPr lang="fr-FR" altLang="fr-FR" smtClean="0"/>
          </a:p>
          <a:p>
            <a:r>
              <a:rPr lang="fr-FR" altLang="fr-FR" smtClean="0"/>
              <a:t>	7-  DANS LE NOUVEAU MONDE   X3</a:t>
            </a:r>
          </a:p>
          <a:p>
            <a:r>
              <a:rPr lang="fr-FR" altLang="fr-FR" smtClean="0"/>
              <a:t>	In the new world</a:t>
            </a:r>
          </a:p>
          <a:p>
            <a:endParaRPr lang="fr-FR" altLang="fr-FR" smtClean="0"/>
          </a:p>
          <a:p>
            <a:r>
              <a:rPr lang="fr-FR" altLang="fr-FR" smtClean="0"/>
              <a:t>8-  DANS LE NOUVEAU MONDE LA LOI D'AMOUR NOUS CONDUIRA </a:t>
            </a:r>
          </a:p>
          <a:p>
            <a:r>
              <a:rPr lang="fr-FR" altLang="fr-FR" smtClean="0"/>
              <a:t>In the new world The law of love will lead us
9-  NOS RÊVES TROUVERONT LEUR LIBERTÉ LES YEUX DE DIEU POSÉS SUR NOUS</a:t>
            </a:r>
          </a:p>
          <a:p>
            <a:r>
              <a:rPr lang="fr-FR" altLang="fr-FR" smtClean="0"/>
              <a:t>Our dreams will find their freedom The eyes of God above us </a:t>
            </a:r>
          </a:p>
          <a:p>
            <a:endParaRPr lang="fr-FR" altLang="fr-FR" smtClean="0"/>
          </a:p>
          <a:p>
            <a:r>
              <a:rPr lang="fr-FR" altLang="fr-FR" smtClean="0"/>
              <a:t>10-  NOS ENFANTS SERONT COURAGEUX ET CONSTRUIRONT SUR LA VIE </a:t>
            </a:r>
          </a:p>
          <a:p>
            <a:r>
              <a:rPr lang="fr-FR" altLang="fr-FR" smtClean="0"/>
              <a:t>Our children will be brave And build upon the life 
11-  QUE NOUS AVONS DONNÉ ILS FERONT CETTE TERRE </a:t>
            </a:r>
          </a:p>
          <a:p>
            <a:r>
              <a:rPr lang="fr-FR" altLang="fr-FR" smtClean="0"/>
              <a:t>we gave We will make this land</a:t>
            </a:r>
          </a:p>
          <a:p>
            <a:r>
              <a:rPr lang="fr-FR" altLang="fr-FR" smtClean="0"/>
              <a:t>12-  ILS FERONT CETTE TERRE LEUR MAISON </a:t>
            </a:r>
          </a:p>
          <a:p>
            <a:r>
              <a:rPr lang="fr-FR" altLang="fr-FR" smtClean="0"/>
              <a:t>We will make this land their home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QUAND ON ROULE LES OMBRES EN ARRIÈRE </a:t>
            </a:r>
          </a:p>
          <a:p>
            <a:pPr>
              <a:defRPr/>
            </a:pPr>
            <a:r>
              <a:rPr lang="fr-FR" smtClean="0"/>
              <a:t>When the shadows are rolled back</a:t>
            </a:r>
          </a:p>
          <a:p>
            <a:pPr>
              <a:defRPr/>
            </a:pPr>
            <a:r>
              <a:rPr lang="fr-FR" smtClean="0"/>
              <a:t>2-  ET LA LUMIÈRE DU SOLEIL RENCONTRE L'EAU </a:t>
            </a:r>
          </a:p>
          <a:p>
            <a:pPr>
              <a:defRPr/>
            </a:pPr>
            <a:r>
              <a:rPr lang="fr-FR" smtClean="0"/>
              <a:t>And the sunlight finds the water
3-  L'ESPRIT DE NOS PÈRES NOUS DONNERA DE LA FORCE </a:t>
            </a:r>
          </a:p>
          <a:p>
            <a:pPr>
              <a:defRPr/>
            </a:pPr>
            <a:r>
              <a:rPr lang="fr-FR" smtClean="0"/>
              <a:t>The spirit of our fathers Will gather strength inside 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ENSEMBLE NOUS NOUS LÈVERONS AVEC LA MER DE L’OCCIDENT </a:t>
            </a:r>
          </a:p>
          <a:p>
            <a:pPr>
              <a:defRPr/>
            </a:pPr>
            <a:r>
              <a:rPr lang="fr-FR" smtClean="0"/>
              <a:t>Together we will rise surging with the western tide</a:t>
            </a:r>
          </a:p>
          <a:p>
            <a:pPr>
              <a:defRPr/>
            </a:pPr>
            <a:r>
              <a:rPr lang="fr-FR" smtClean="0"/>
              <a:t>5-  NOUS FERONS DE CETTE TERRE NOUS FERONS DE CETTE TERRE </a:t>
            </a:r>
          </a:p>
          <a:p>
            <a:pPr>
              <a:defRPr/>
            </a:pPr>
            <a:r>
              <a:rPr lang="fr-FR" smtClean="0"/>
              <a:t>We will make this land We will make this land
6-  NOTRE MAISON </a:t>
            </a:r>
          </a:p>
          <a:p>
            <a:pPr>
              <a:defRPr/>
            </a:pPr>
            <a:r>
              <a:rPr lang="fr-FR" smtClean="0"/>
              <a:t>our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7-  DANS LE NOUVEAU MONDE   X3</a:t>
            </a:r>
          </a:p>
          <a:p>
            <a:pPr>
              <a:defRPr/>
            </a:pPr>
            <a:r>
              <a:rPr lang="fr-FR" smtClean="0"/>
              <a:t>	In the new world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DANS LE NOUVEAU MONDE LA LOI D'AMOUR NOUS CONDUIRA </a:t>
            </a:r>
          </a:p>
          <a:p>
            <a:pPr>
              <a:defRPr/>
            </a:pPr>
            <a:r>
              <a:rPr lang="fr-FR" smtClean="0"/>
              <a:t>In the new world The law of love will lead us
9-  NOS RÊVES TROUVERONT LEUR LIBERTÉ LES YEUX DE DIEU POSÉS SUR NOUS</a:t>
            </a:r>
          </a:p>
          <a:p>
            <a:pPr>
              <a:defRPr/>
            </a:pPr>
            <a:r>
              <a:rPr lang="fr-FR" smtClean="0"/>
              <a:t>Our dreams will find their freedom The eyes of God above us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NOS ENFANTS SERONT COURAGEUX ET CONSTRUIRONT SUR LA VIE </a:t>
            </a:r>
          </a:p>
          <a:p>
            <a:pPr>
              <a:defRPr/>
            </a:pPr>
            <a:r>
              <a:rPr lang="fr-FR" smtClean="0"/>
              <a:t>Our children will be brave And build upon the life 
11-  QUE NOUS AVONS DONNÉ ILS FERONT CETTE TERRE </a:t>
            </a:r>
          </a:p>
          <a:p>
            <a:pPr>
              <a:defRPr/>
            </a:pPr>
            <a:r>
              <a:rPr lang="fr-FR" smtClean="0"/>
              <a:t>we gave We will make this land</a:t>
            </a:r>
          </a:p>
          <a:p>
            <a:pPr>
              <a:defRPr/>
            </a:pPr>
            <a:r>
              <a:rPr lang="fr-FR" smtClean="0"/>
              <a:t>12-  ILS FERONT CETTE TERRE LEUR MAISON </a:t>
            </a:r>
          </a:p>
          <a:p>
            <a:pPr>
              <a:defRPr/>
            </a:pPr>
            <a:r>
              <a:rPr lang="fr-FR" smtClean="0"/>
              <a:t>We will make this land their home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QUAND ON ROULE LES OMBRES EN ARRIÈRE </a:t>
            </a:r>
          </a:p>
          <a:p>
            <a:r>
              <a:rPr lang="fr-FR" altLang="fr-FR" smtClean="0"/>
              <a:t>When the shadows are rolled back</a:t>
            </a:r>
          </a:p>
          <a:p>
            <a:r>
              <a:rPr lang="fr-FR" altLang="fr-FR" smtClean="0"/>
              <a:t>2-  ET LA LUMIÈRE DU SOLEIL RENCONTRE L'EAU </a:t>
            </a:r>
          </a:p>
          <a:p>
            <a:r>
              <a:rPr lang="fr-FR" altLang="fr-FR" smtClean="0"/>
              <a:t>And the sunlight finds the water
3-  L'ESPRIT DE NOS PÈRES NOUS DONNERA DE LA FORCE </a:t>
            </a:r>
          </a:p>
          <a:p>
            <a:r>
              <a:rPr lang="fr-FR" altLang="fr-FR" smtClean="0"/>
              <a:t>The spirit of our fathers Will gather strength inside us</a:t>
            </a:r>
          </a:p>
          <a:p>
            <a:endParaRPr lang="fr-FR" altLang="fr-FR" smtClean="0"/>
          </a:p>
          <a:p>
            <a:r>
              <a:rPr lang="fr-FR" altLang="fr-FR" smtClean="0"/>
              <a:t>4-  ENSEMBLE NOUS NOUS LÈVERONS AVEC LA MER DE L’OCCIDENT </a:t>
            </a:r>
          </a:p>
          <a:p>
            <a:r>
              <a:rPr lang="fr-FR" altLang="fr-FR" smtClean="0"/>
              <a:t>Together we will rise surging with the western tide</a:t>
            </a:r>
          </a:p>
          <a:p>
            <a:r>
              <a:rPr lang="fr-FR" altLang="fr-FR" smtClean="0"/>
              <a:t>5-  NOUS FERONS DE CETTE TERRE NOUS FERONS DE CETTE TERRE </a:t>
            </a:r>
          </a:p>
          <a:p>
            <a:r>
              <a:rPr lang="fr-FR" altLang="fr-FR" smtClean="0"/>
              <a:t>We will make this land We will make this land
6-  NOTRE MAISON </a:t>
            </a:r>
          </a:p>
          <a:p>
            <a:r>
              <a:rPr lang="fr-FR" altLang="fr-FR" smtClean="0"/>
              <a:t>our home</a:t>
            </a:r>
          </a:p>
          <a:p>
            <a:endParaRPr lang="fr-FR" altLang="fr-FR" smtClean="0"/>
          </a:p>
          <a:p>
            <a:r>
              <a:rPr lang="fr-FR" altLang="fr-FR" smtClean="0"/>
              <a:t>	7-  DANS LE NOUVEAU MONDE   X3</a:t>
            </a:r>
          </a:p>
          <a:p>
            <a:r>
              <a:rPr lang="fr-FR" altLang="fr-FR" smtClean="0"/>
              <a:t>	In the new world</a:t>
            </a:r>
          </a:p>
          <a:p>
            <a:endParaRPr lang="fr-FR" altLang="fr-FR" smtClean="0"/>
          </a:p>
          <a:p>
            <a:r>
              <a:rPr lang="fr-FR" altLang="fr-FR" smtClean="0"/>
              <a:t>8-  DANS LE NOUVEAU MONDE LA LOI D'AMOUR NOUS CONDUIRA </a:t>
            </a:r>
          </a:p>
          <a:p>
            <a:r>
              <a:rPr lang="fr-FR" altLang="fr-FR" smtClean="0"/>
              <a:t>In the new world The law of love will lead us
9-  NOS RÊVES TROUVERONT LEUR LIBERTÉ LES YEUX DE DIEU POSÉS SUR NOUS</a:t>
            </a:r>
          </a:p>
          <a:p>
            <a:r>
              <a:rPr lang="fr-FR" altLang="fr-FR" smtClean="0"/>
              <a:t>Our dreams will find their freedom The eyes of God above us </a:t>
            </a:r>
          </a:p>
          <a:p>
            <a:endParaRPr lang="fr-FR" altLang="fr-FR" smtClean="0"/>
          </a:p>
          <a:p>
            <a:r>
              <a:rPr lang="fr-FR" altLang="fr-FR" smtClean="0"/>
              <a:t>10-  NOS ENFANTS SERONT COURAGEUX ET CONSTRUIRONT SUR LA VIE </a:t>
            </a:r>
          </a:p>
          <a:p>
            <a:r>
              <a:rPr lang="fr-FR" altLang="fr-FR" smtClean="0"/>
              <a:t>Our children will be brave And build upon the life 
11-  QUE NOUS AVONS DONNÉ ILS FERONT CETTE TERRE </a:t>
            </a:r>
          </a:p>
          <a:p>
            <a:r>
              <a:rPr lang="fr-FR" altLang="fr-FR" smtClean="0"/>
              <a:t>we gave We will make this land</a:t>
            </a:r>
          </a:p>
          <a:p>
            <a:r>
              <a:rPr lang="fr-FR" altLang="fr-FR" smtClean="0"/>
              <a:t>12-  ILS FERONT CETTE TERRE LEUR MAISON </a:t>
            </a:r>
          </a:p>
          <a:p>
            <a:r>
              <a:rPr lang="fr-FR" altLang="fr-FR" smtClean="0"/>
              <a:t>We will make this land their home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QUAND ON ROULE LES OMBRES EN ARRIÈRE </a:t>
            </a:r>
          </a:p>
          <a:p>
            <a:pPr>
              <a:defRPr/>
            </a:pPr>
            <a:r>
              <a:rPr lang="fr-FR" smtClean="0"/>
              <a:t>When the shadows are rolled back</a:t>
            </a:r>
          </a:p>
          <a:p>
            <a:pPr>
              <a:defRPr/>
            </a:pPr>
            <a:r>
              <a:rPr lang="fr-FR" smtClean="0"/>
              <a:t>2-  ET LA LUMIÈRE DU SOLEIL RENCONTRE L'EAU </a:t>
            </a:r>
          </a:p>
          <a:p>
            <a:pPr>
              <a:defRPr/>
            </a:pPr>
            <a:r>
              <a:rPr lang="fr-FR" smtClean="0"/>
              <a:t>And the sunlight finds the water
3-  L'ESPRIT DE NOS PÈRES NOUS DONNERA DE LA FORCE </a:t>
            </a:r>
          </a:p>
          <a:p>
            <a:pPr>
              <a:defRPr/>
            </a:pPr>
            <a:r>
              <a:rPr lang="fr-FR" smtClean="0"/>
              <a:t>The spirit of our fathers Will gather strength inside 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ENSEMBLE NOUS NOUS LÈVERONS AVEC LA MER DE L’OCCIDENT </a:t>
            </a:r>
          </a:p>
          <a:p>
            <a:pPr>
              <a:defRPr/>
            </a:pPr>
            <a:r>
              <a:rPr lang="fr-FR" smtClean="0"/>
              <a:t>Together we will rise surging with the western tide</a:t>
            </a:r>
          </a:p>
          <a:p>
            <a:pPr>
              <a:defRPr/>
            </a:pPr>
            <a:r>
              <a:rPr lang="fr-FR" smtClean="0"/>
              <a:t>5-  NOUS FERONS DE CETTE TERRE NOUS FERONS DE CETTE TERRE </a:t>
            </a:r>
          </a:p>
          <a:p>
            <a:pPr>
              <a:defRPr/>
            </a:pPr>
            <a:r>
              <a:rPr lang="fr-FR" smtClean="0"/>
              <a:t>We will make this land We will make this land
6-  NOTRE MAISON </a:t>
            </a:r>
          </a:p>
          <a:p>
            <a:pPr>
              <a:defRPr/>
            </a:pPr>
            <a:r>
              <a:rPr lang="fr-FR" smtClean="0"/>
              <a:t>our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7-  DANS LE NOUVEAU MONDE   X3</a:t>
            </a:r>
          </a:p>
          <a:p>
            <a:pPr>
              <a:defRPr/>
            </a:pPr>
            <a:r>
              <a:rPr lang="fr-FR" smtClean="0"/>
              <a:t>	In the new world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DANS LE NOUVEAU MONDE LA LOI D'AMOUR NOUS CONDUIRA </a:t>
            </a:r>
          </a:p>
          <a:p>
            <a:pPr>
              <a:defRPr/>
            </a:pPr>
            <a:r>
              <a:rPr lang="fr-FR" smtClean="0"/>
              <a:t>In the new world The law of love will lead us
9-  NOS RÊVES TROUVERONT LEUR LIBERTÉ LES YEUX DE DIEU POSÉS SUR NOUS</a:t>
            </a:r>
          </a:p>
          <a:p>
            <a:pPr>
              <a:defRPr/>
            </a:pPr>
            <a:r>
              <a:rPr lang="fr-FR" smtClean="0"/>
              <a:t>Our dreams will find their freedom The eyes of God above us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NOS ENFANTS SERONT COURAGEUX ET CONSTRUIRONT SUR LA VIE </a:t>
            </a:r>
          </a:p>
          <a:p>
            <a:pPr>
              <a:defRPr/>
            </a:pPr>
            <a:r>
              <a:rPr lang="fr-FR" smtClean="0"/>
              <a:t>Our children will be brave And build upon the life 
11-  QUE NOUS AVONS DONNÉ ILS FERONT CETTE TERRE </a:t>
            </a:r>
          </a:p>
          <a:p>
            <a:pPr>
              <a:defRPr/>
            </a:pPr>
            <a:r>
              <a:rPr lang="fr-FR" smtClean="0"/>
              <a:t>we gave We will make this land</a:t>
            </a:r>
          </a:p>
          <a:p>
            <a:pPr>
              <a:defRPr/>
            </a:pPr>
            <a:r>
              <a:rPr lang="fr-FR" smtClean="0"/>
              <a:t>12-  ILS FERONT CETTE TERRE LEUR MAISON </a:t>
            </a:r>
          </a:p>
          <a:p>
            <a:pPr>
              <a:defRPr/>
            </a:pPr>
            <a:r>
              <a:rPr lang="fr-FR" smtClean="0"/>
              <a:t>We will make this land their home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QUAND ON ROULE LES OMBRES EN ARRIÈRE </a:t>
            </a:r>
          </a:p>
          <a:p>
            <a:r>
              <a:rPr lang="fr-FR" altLang="fr-FR" smtClean="0"/>
              <a:t>When the shadows are rolled back</a:t>
            </a:r>
          </a:p>
          <a:p>
            <a:r>
              <a:rPr lang="fr-FR" altLang="fr-FR" smtClean="0"/>
              <a:t>2-  ET LA LUMIÈRE DU SOLEIL RENCONTRE L'EAU </a:t>
            </a:r>
          </a:p>
          <a:p>
            <a:r>
              <a:rPr lang="fr-FR" altLang="fr-FR" smtClean="0"/>
              <a:t>And the sunlight finds the water
3-  L'ESPRIT DE NOS PÈRES NOUS DONNERA DE LA FORCE </a:t>
            </a:r>
          </a:p>
          <a:p>
            <a:r>
              <a:rPr lang="fr-FR" altLang="fr-FR" smtClean="0"/>
              <a:t>The spirit of our fathers Will gather strength inside us</a:t>
            </a:r>
          </a:p>
          <a:p>
            <a:endParaRPr lang="fr-FR" altLang="fr-FR" smtClean="0"/>
          </a:p>
          <a:p>
            <a:r>
              <a:rPr lang="fr-FR" altLang="fr-FR" smtClean="0"/>
              <a:t>4-  ENSEMBLE NOUS NOUS LÈVERONS AVEC LA MER DE L’OCCIDENT </a:t>
            </a:r>
          </a:p>
          <a:p>
            <a:r>
              <a:rPr lang="fr-FR" altLang="fr-FR" smtClean="0"/>
              <a:t>Together we will rise surging with the western tide</a:t>
            </a:r>
          </a:p>
          <a:p>
            <a:r>
              <a:rPr lang="fr-FR" altLang="fr-FR" smtClean="0"/>
              <a:t>5-  NOUS FERONS DE CETTE TERRE NOUS FERONS DE CETTE TERRE </a:t>
            </a:r>
          </a:p>
          <a:p>
            <a:r>
              <a:rPr lang="fr-FR" altLang="fr-FR" smtClean="0"/>
              <a:t>We will make this land We will make this land
6-  NOTRE MAISON </a:t>
            </a:r>
          </a:p>
          <a:p>
            <a:r>
              <a:rPr lang="fr-FR" altLang="fr-FR" smtClean="0"/>
              <a:t>our home</a:t>
            </a:r>
          </a:p>
          <a:p>
            <a:endParaRPr lang="fr-FR" altLang="fr-FR" smtClean="0"/>
          </a:p>
          <a:p>
            <a:r>
              <a:rPr lang="fr-FR" altLang="fr-FR" smtClean="0"/>
              <a:t>	7-  DANS LE NOUVEAU MONDE   X3</a:t>
            </a:r>
          </a:p>
          <a:p>
            <a:r>
              <a:rPr lang="fr-FR" altLang="fr-FR" smtClean="0"/>
              <a:t>	In the new world</a:t>
            </a:r>
          </a:p>
          <a:p>
            <a:endParaRPr lang="fr-FR" altLang="fr-FR" smtClean="0"/>
          </a:p>
          <a:p>
            <a:r>
              <a:rPr lang="fr-FR" altLang="fr-FR" smtClean="0"/>
              <a:t>8-  DANS LE NOUVEAU MONDE LA LOI D'AMOUR NOUS CONDUIRA </a:t>
            </a:r>
          </a:p>
          <a:p>
            <a:r>
              <a:rPr lang="fr-FR" altLang="fr-FR" smtClean="0"/>
              <a:t>In the new world The law of love will lead us
9-  NOS RÊVES TROUVERONT LEUR LIBERTÉ LES YEUX DE DIEU POSÉS SUR NOUS</a:t>
            </a:r>
          </a:p>
          <a:p>
            <a:r>
              <a:rPr lang="fr-FR" altLang="fr-FR" smtClean="0"/>
              <a:t>Our dreams will find their freedom The eyes of God above us </a:t>
            </a:r>
          </a:p>
          <a:p>
            <a:endParaRPr lang="fr-FR" altLang="fr-FR" smtClean="0"/>
          </a:p>
          <a:p>
            <a:r>
              <a:rPr lang="fr-FR" altLang="fr-FR" smtClean="0"/>
              <a:t>10-  NOS ENFANTS SERONT COURAGEUX ET CONSTRUIRONT SUR LA VIE </a:t>
            </a:r>
          </a:p>
          <a:p>
            <a:r>
              <a:rPr lang="fr-FR" altLang="fr-FR" smtClean="0"/>
              <a:t>Our children will be brave And build upon the life 
11-  QUE NOUS AVONS DONNÉ ILS FERONT CETTE TERRE </a:t>
            </a:r>
          </a:p>
          <a:p>
            <a:r>
              <a:rPr lang="fr-FR" altLang="fr-FR" smtClean="0"/>
              <a:t>we gave We will make this land</a:t>
            </a:r>
          </a:p>
          <a:p>
            <a:r>
              <a:rPr lang="fr-FR" altLang="fr-FR" smtClean="0"/>
              <a:t>12-  ILS FERONT CETTE TERRE LEUR MAISON </a:t>
            </a:r>
          </a:p>
          <a:p>
            <a:r>
              <a:rPr lang="fr-FR" altLang="fr-FR" smtClean="0"/>
              <a:t>We will make this land their home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QUAND ON ROULE LES OMBRES EN ARRIÈRE </a:t>
            </a:r>
          </a:p>
          <a:p>
            <a:pPr>
              <a:defRPr/>
            </a:pPr>
            <a:r>
              <a:rPr lang="fr-FR" smtClean="0"/>
              <a:t>When the shadows are rolled back</a:t>
            </a:r>
          </a:p>
          <a:p>
            <a:pPr>
              <a:defRPr/>
            </a:pPr>
            <a:r>
              <a:rPr lang="fr-FR" smtClean="0"/>
              <a:t>2-  ET LA LUMIÈRE DU SOLEIL RENCONTRE L'EAU </a:t>
            </a:r>
          </a:p>
          <a:p>
            <a:pPr>
              <a:defRPr/>
            </a:pPr>
            <a:r>
              <a:rPr lang="fr-FR" smtClean="0"/>
              <a:t>And the sunlight finds the water
3-  L'ESPRIT DE NOS PÈRES NOUS DONNERA DE LA FORCE </a:t>
            </a:r>
          </a:p>
          <a:p>
            <a:pPr>
              <a:defRPr/>
            </a:pPr>
            <a:r>
              <a:rPr lang="fr-FR" smtClean="0"/>
              <a:t>The spirit of our fathers Will gather strength inside 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ENSEMBLE NOUS NOUS LÈVERONS AVEC LA MER DE L’OCCIDENT </a:t>
            </a:r>
          </a:p>
          <a:p>
            <a:pPr>
              <a:defRPr/>
            </a:pPr>
            <a:r>
              <a:rPr lang="fr-FR" smtClean="0"/>
              <a:t>Together we will rise surging with the western tide</a:t>
            </a:r>
          </a:p>
          <a:p>
            <a:pPr>
              <a:defRPr/>
            </a:pPr>
            <a:r>
              <a:rPr lang="fr-FR" smtClean="0"/>
              <a:t>5-  NOUS FERONS DE CETTE TERRE NOUS FERONS DE CETTE TERRE </a:t>
            </a:r>
          </a:p>
          <a:p>
            <a:pPr>
              <a:defRPr/>
            </a:pPr>
            <a:r>
              <a:rPr lang="fr-FR" smtClean="0"/>
              <a:t>We will make this land We will make this land
6-  NOTRE MAISON </a:t>
            </a:r>
          </a:p>
          <a:p>
            <a:pPr>
              <a:defRPr/>
            </a:pPr>
            <a:r>
              <a:rPr lang="fr-FR" smtClean="0"/>
              <a:t>our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7-  DANS LE NOUVEAU MONDE   X3</a:t>
            </a:r>
          </a:p>
          <a:p>
            <a:pPr>
              <a:defRPr/>
            </a:pPr>
            <a:r>
              <a:rPr lang="fr-FR" smtClean="0"/>
              <a:t>	In the new world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DANS LE NOUVEAU MONDE LA LOI D'AMOUR NOUS CONDUIRA </a:t>
            </a:r>
          </a:p>
          <a:p>
            <a:pPr>
              <a:defRPr/>
            </a:pPr>
            <a:r>
              <a:rPr lang="fr-FR" smtClean="0"/>
              <a:t>In the new world The law of love will lead us
9-  NOS RÊVES TROUVERONT LEUR LIBERTÉ LES YEUX DE DIEU POSÉS SUR NOUS</a:t>
            </a:r>
          </a:p>
          <a:p>
            <a:pPr>
              <a:defRPr/>
            </a:pPr>
            <a:r>
              <a:rPr lang="fr-FR" smtClean="0"/>
              <a:t>Our dreams will find their freedom The eyes of God above us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NOS ENFANTS SERONT COURAGEUX ET CONSTRUIRONT SUR LA VIE </a:t>
            </a:r>
          </a:p>
          <a:p>
            <a:pPr>
              <a:defRPr/>
            </a:pPr>
            <a:r>
              <a:rPr lang="fr-FR" smtClean="0"/>
              <a:t>Our children will be brave And build upon the life 
11-  QUE NOUS AVONS DONNÉ ILS FERONT CETTE TERRE </a:t>
            </a:r>
          </a:p>
          <a:p>
            <a:pPr>
              <a:defRPr/>
            </a:pPr>
            <a:r>
              <a:rPr lang="fr-FR" smtClean="0"/>
              <a:t>we gave We will make this land</a:t>
            </a:r>
          </a:p>
          <a:p>
            <a:pPr>
              <a:defRPr/>
            </a:pPr>
            <a:r>
              <a:rPr lang="fr-FR" smtClean="0"/>
              <a:t>12-  ILS FERONT CETTE TERRE LEUR MAISON </a:t>
            </a:r>
          </a:p>
          <a:p>
            <a:pPr>
              <a:defRPr/>
            </a:pPr>
            <a:r>
              <a:rPr lang="fr-FR" smtClean="0"/>
              <a:t>We will make this land their home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QUAND ON ROULE LES OMBRES EN ARRIÈRE </a:t>
            </a:r>
          </a:p>
          <a:p>
            <a:r>
              <a:rPr lang="fr-FR" altLang="fr-FR" smtClean="0"/>
              <a:t>When the shadows are rolled back</a:t>
            </a:r>
          </a:p>
          <a:p>
            <a:r>
              <a:rPr lang="fr-FR" altLang="fr-FR" smtClean="0"/>
              <a:t>2-  ET LA LUMIÈRE DU SOLEIL RENCONTRE L'EAU </a:t>
            </a:r>
          </a:p>
          <a:p>
            <a:r>
              <a:rPr lang="fr-FR" altLang="fr-FR" smtClean="0"/>
              <a:t>And the sunlight finds the water
3-  L'ESPRIT DE NOS PÈRES NOUS DONNERA DE LA FORCE </a:t>
            </a:r>
          </a:p>
          <a:p>
            <a:r>
              <a:rPr lang="fr-FR" altLang="fr-FR" smtClean="0"/>
              <a:t>The spirit of our fathers Will gather strength inside us</a:t>
            </a:r>
          </a:p>
          <a:p>
            <a:endParaRPr lang="fr-FR" altLang="fr-FR" smtClean="0"/>
          </a:p>
          <a:p>
            <a:r>
              <a:rPr lang="fr-FR" altLang="fr-FR" smtClean="0"/>
              <a:t>4-  ENSEMBLE NOUS NOUS LÈVERONS AVEC LA MER DE L’OCCIDENT </a:t>
            </a:r>
          </a:p>
          <a:p>
            <a:r>
              <a:rPr lang="fr-FR" altLang="fr-FR" smtClean="0"/>
              <a:t>Together we will rise surging with the western tide</a:t>
            </a:r>
          </a:p>
          <a:p>
            <a:r>
              <a:rPr lang="fr-FR" altLang="fr-FR" smtClean="0"/>
              <a:t>5-  NOUS FERONS DE CETTE TERRE NOUS FERONS DE CETTE TERRE </a:t>
            </a:r>
          </a:p>
          <a:p>
            <a:r>
              <a:rPr lang="fr-FR" altLang="fr-FR" smtClean="0"/>
              <a:t>We will make this land We will make this land
6-  NOTRE MAISON </a:t>
            </a:r>
          </a:p>
          <a:p>
            <a:r>
              <a:rPr lang="fr-FR" altLang="fr-FR" smtClean="0"/>
              <a:t>our home</a:t>
            </a:r>
          </a:p>
          <a:p>
            <a:endParaRPr lang="fr-FR" altLang="fr-FR" smtClean="0"/>
          </a:p>
          <a:p>
            <a:r>
              <a:rPr lang="fr-FR" altLang="fr-FR" smtClean="0"/>
              <a:t>	7-  DANS LE NOUVEAU MONDE   X3</a:t>
            </a:r>
          </a:p>
          <a:p>
            <a:r>
              <a:rPr lang="fr-FR" altLang="fr-FR" smtClean="0"/>
              <a:t>	In the new world</a:t>
            </a:r>
          </a:p>
          <a:p>
            <a:endParaRPr lang="fr-FR" altLang="fr-FR" smtClean="0"/>
          </a:p>
          <a:p>
            <a:r>
              <a:rPr lang="fr-FR" altLang="fr-FR" smtClean="0"/>
              <a:t>8-  DANS LE NOUVEAU MONDE LA LOI D'AMOUR NOUS CONDUIRA </a:t>
            </a:r>
          </a:p>
          <a:p>
            <a:r>
              <a:rPr lang="fr-FR" altLang="fr-FR" smtClean="0"/>
              <a:t>In the new world The law of love will lead us
9-  NOS RÊVES TROUVERONT LEUR LIBERTÉ LES YEUX DE DIEU POSÉS SUR NOUS</a:t>
            </a:r>
          </a:p>
          <a:p>
            <a:r>
              <a:rPr lang="fr-FR" altLang="fr-FR" smtClean="0"/>
              <a:t>Our dreams will find their freedom The eyes of God above us </a:t>
            </a:r>
          </a:p>
          <a:p>
            <a:endParaRPr lang="fr-FR" altLang="fr-FR" smtClean="0"/>
          </a:p>
          <a:p>
            <a:r>
              <a:rPr lang="fr-FR" altLang="fr-FR" smtClean="0"/>
              <a:t>10-  NOS ENFANTS SERONT COURAGEUX ET CONSTRUIRONT SUR LA VIE </a:t>
            </a:r>
          </a:p>
          <a:p>
            <a:r>
              <a:rPr lang="fr-FR" altLang="fr-FR" smtClean="0"/>
              <a:t>Our children will be brave And build upon the life 
11-  QUE NOUS AVONS DONNÉ ILS FERONT CETTE TERRE </a:t>
            </a:r>
          </a:p>
          <a:p>
            <a:r>
              <a:rPr lang="fr-FR" altLang="fr-FR" smtClean="0"/>
              <a:t>we gave We will make this land</a:t>
            </a:r>
          </a:p>
          <a:p>
            <a:r>
              <a:rPr lang="fr-FR" altLang="fr-FR" smtClean="0"/>
              <a:t>12-  ILS FERONT CETTE TERRE LEUR MAISON </a:t>
            </a:r>
          </a:p>
          <a:p>
            <a:r>
              <a:rPr lang="fr-FR" altLang="fr-FR" smtClean="0"/>
              <a:t>We will make this land their home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QUAND ON ROULE LES OMBRES EN ARRIÈRE </a:t>
            </a:r>
          </a:p>
          <a:p>
            <a:pPr>
              <a:defRPr/>
            </a:pPr>
            <a:r>
              <a:rPr lang="fr-FR" smtClean="0"/>
              <a:t>When the shadows are rolled back</a:t>
            </a:r>
          </a:p>
          <a:p>
            <a:pPr>
              <a:defRPr/>
            </a:pPr>
            <a:r>
              <a:rPr lang="fr-FR" smtClean="0"/>
              <a:t>2-  ET LA LUMIÈRE DU SOLEIL RENCONTRE L'EAU </a:t>
            </a:r>
          </a:p>
          <a:p>
            <a:pPr>
              <a:defRPr/>
            </a:pPr>
            <a:r>
              <a:rPr lang="fr-FR" smtClean="0"/>
              <a:t>And the sunlight finds the water
3-  L'ESPRIT DE NOS PÈRES NOUS DONNERA DE LA FORCE </a:t>
            </a:r>
          </a:p>
          <a:p>
            <a:pPr>
              <a:defRPr/>
            </a:pPr>
            <a:r>
              <a:rPr lang="fr-FR" smtClean="0"/>
              <a:t>The spirit of our fathers Will gather strength inside 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ENSEMBLE NOUS NOUS LÈVERONS AVEC LA MER DE L’OCCIDENT </a:t>
            </a:r>
          </a:p>
          <a:p>
            <a:pPr>
              <a:defRPr/>
            </a:pPr>
            <a:r>
              <a:rPr lang="fr-FR" smtClean="0"/>
              <a:t>Together we will rise surging with the western tide</a:t>
            </a:r>
          </a:p>
          <a:p>
            <a:pPr>
              <a:defRPr/>
            </a:pPr>
            <a:r>
              <a:rPr lang="fr-FR" smtClean="0"/>
              <a:t>5-  NOUS FERONS DE CETTE TERRE NOUS FERONS DE CETTE TERRE </a:t>
            </a:r>
          </a:p>
          <a:p>
            <a:pPr>
              <a:defRPr/>
            </a:pPr>
            <a:r>
              <a:rPr lang="fr-FR" smtClean="0"/>
              <a:t>We will make this land We will make this land
6-  NOTRE MAISON </a:t>
            </a:r>
          </a:p>
          <a:p>
            <a:pPr>
              <a:defRPr/>
            </a:pPr>
            <a:r>
              <a:rPr lang="fr-FR" smtClean="0"/>
              <a:t>our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7-  DANS LE NOUVEAU MONDE   X3</a:t>
            </a:r>
          </a:p>
          <a:p>
            <a:pPr>
              <a:defRPr/>
            </a:pPr>
            <a:r>
              <a:rPr lang="fr-FR" smtClean="0"/>
              <a:t>	In the new world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DANS LE NOUVEAU MONDE LA LOI D'AMOUR NOUS CONDUIRA </a:t>
            </a:r>
          </a:p>
          <a:p>
            <a:pPr>
              <a:defRPr/>
            </a:pPr>
            <a:r>
              <a:rPr lang="fr-FR" smtClean="0"/>
              <a:t>In the new world The law of love will lead us
9-  NOS RÊVES TROUVERONT LEUR LIBERTÉ LES YEUX DE DIEU POSÉS SUR NOUS</a:t>
            </a:r>
          </a:p>
          <a:p>
            <a:pPr>
              <a:defRPr/>
            </a:pPr>
            <a:r>
              <a:rPr lang="fr-FR" smtClean="0"/>
              <a:t>Our dreams will find their freedom The eyes of God above us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NOS ENFANTS SERONT COURAGEUX ET CONSTRUIRONT SUR LA VIE </a:t>
            </a:r>
          </a:p>
          <a:p>
            <a:pPr>
              <a:defRPr/>
            </a:pPr>
            <a:r>
              <a:rPr lang="fr-FR" smtClean="0"/>
              <a:t>Our children will be brave And build upon the life 
11-  QUE NOUS AVONS DONNÉ ILS FERONT CETTE TERRE </a:t>
            </a:r>
          </a:p>
          <a:p>
            <a:pPr>
              <a:defRPr/>
            </a:pPr>
            <a:r>
              <a:rPr lang="fr-FR" smtClean="0"/>
              <a:t>we gave We will make this land</a:t>
            </a:r>
          </a:p>
          <a:p>
            <a:pPr>
              <a:defRPr/>
            </a:pPr>
            <a:r>
              <a:rPr lang="fr-FR" smtClean="0"/>
              <a:t>12-  ILS FERONT CETTE TERRE LEUR MAISON </a:t>
            </a:r>
          </a:p>
          <a:p>
            <a:pPr>
              <a:defRPr/>
            </a:pPr>
            <a:r>
              <a:rPr lang="fr-FR" smtClean="0"/>
              <a:t>We will make this land their home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QUAND ON ROULE LES OMBRES EN ARRIÈRE </a:t>
            </a:r>
          </a:p>
          <a:p>
            <a:r>
              <a:rPr lang="fr-FR" altLang="fr-FR" smtClean="0"/>
              <a:t>When the shadows are rolled back</a:t>
            </a:r>
          </a:p>
          <a:p>
            <a:r>
              <a:rPr lang="fr-FR" altLang="fr-FR" smtClean="0"/>
              <a:t>2-  ET LA LUMIÈRE DU SOLEIL RENCONTRE L'EAU </a:t>
            </a:r>
          </a:p>
          <a:p>
            <a:r>
              <a:rPr lang="fr-FR" altLang="fr-FR" smtClean="0"/>
              <a:t>And the sunlight finds the water
3-  L'ESPRIT DE NOS PÈRES NOUS DONNERA DE LA FORCE </a:t>
            </a:r>
          </a:p>
          <a:p>
            <a:r>
              <a:rPr lang="fr-FR" altLang="fr-FR" smtClean="0"/>
              <a:t>The spirit of our fathers Will gather strength inside us</a:t>
            </a:r>
          </a:p>
          <a:p>
            <a:endParaRPr lang="fr-FR" altLang="fr-FR" smtClean="0"/>
          </a:p>
          <a:p>
            <a:r>
              <a:rPr lang="fr-FR" altLang="fr-FR" smtClean="0"/>
              <a:t>4-  ENSEMBLE NOUS NOUS LÈVERONS AVEC LA MER DE L’OCCIDENT </a:t>
            </a:r>
          </a:p>
          <a:p>
            <a:r>
              <a:rPr lang="fr-FR" altLang="fr-FR" smtClean="0"/>
              <a:t>Together we will rise surging with the western tide</a:t>
            </a:r>
          </a:p>
          <a:p>
            <a:r>
              <a:rPr lang="fr-FR" altLang="fr-FR" smtClean="0"/>
              <a:t>5-  NOUS FERONS DE CETTE TERRE NOUS FERONS DE CETTE TERRE </a:t>
            </a:r>
          </a:p>
          <a:p>
            <a:r>
              <a:rPr lang="fr-FR" altLang="fr-FR" smtClean="0"/>
              <a:t>We will make this land We will make this land
6-  NOTRE MAISON </a:t>
            </a:r>
          </a:p>
          <a:p>
            <a:r>
              <a:rPr lang="fr-FR" altLang="fr-FR" smtClean="0"/>
              <a:t>our home</a:t>
            </a:r>
          </a:p>
          <a:p>
            <a:endParaRPr lang="fr-FR" altLang="fr-FR" smtClean="0"/>
          </a:p>
          <a:p>
            <a:r>
              <a:rPr lang="fr-FR" altLang="fr-FR" smtClean="0"/>
              <a:t>	7-  DANS LE NOUVEAU MONDE   X3</a:t>
            </a:r>
          </a:p>
          <a:p>
            <a:r>
              <a:rPr lang="fr-FR" altLang="fr-FR" smtClean="0"/>
              <a:t>	In the new world</a:t>
            </a:r>
          </a:p>
          <a:p>
            <a:endParaRPr lang="fr-FR" altLang="fr-FR" smtClean="0"/>
          </a:p>
          <a:p>
            <a:r>
              <a:rPr lang="fr-FR" altLang="fr-FR" smtClean="0"/>
              <a:t>8-  DANS LE NOUVEAU MONDE LA LOI D'AMOUR NOUS CONDUIRA </a:t>
            </a:r>
          </a:p>
          <a:p>
            <a:r>
              <a:rPr lang="fr-FR" altLang="fr-FR" smtClean="0"/>
              <a:t>In the new world The law of love will lead us
9-  NOS RÊVES TROUVERONT LEUR LIBERTÉ LES YEUX DE DIEU POSÉS SUR NOUS</a:t>
            </a:r>
          </a:p>
          <a:p>
            <a:r>
              <a:rPr lang="fr-FR" altLang="fr-FR" smtClean="0"/>
              <a:t>Our dreams will find their freedom The eyes of God above us </a:t>
            </a:r>
          </a:p>
          <a:p>
            <a:endParaRPr lang="fr-FR" altLang="fr-FR" smtClean="0"/>
          </a:p>
          <a:p>
            <a:r>
              <a:rPr lang="fr-FR" altLang="fr-FR" smtClean="0"/>
              <a:t>10-  NOS ENFANTS SERONT COURAGEUX ET CONSTRUIRONT SUR LA VIE </a:t>
            </a:r>
          </a:p>
          <a:p>
            <a:r>
              <a:rPr lang="fr-FR" altLang="fr-FR" smtClean="0"/>
              <a:t>Our children will be brave And build upon the life 
11-  QUE NOUS AVONS DONNÉ ILS FERONT CETTE TERRE </a:t>
            </a:r>
          </a:p>
          <a:p>
            <a:r>
              <a:rPr lang="fr-FR" altLang="fr-FR" smtClean="0"/>
              <a:t>we gave We will make this land</a:t>
            </a:r>
          </a:p>
          <a:p>
            <a:r>
              <a:rPr lang="fr-FR" altLang="fr-FR" smtClean="0"/>
              <a:t>12-  ILS FERONT CETTE TERRE LEUR MAISON </a:t>
            </a:r>
          </a:p>
          <a:p>
            <a:r>
              <a:rPr lang="fr-FR" altLang="fr-FR" smtClean="0"/>
              <a:t>We will make this land their home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QUAND ON ROULE LES OMBRES EN ARRIÈRE </a:t>
            </a:r>
          </a:p>
          <a:p>
            <a:pPr>
              <a:defRPr/>
            </a:pPr>
            <a:r>
              <a:rPr lang="fr-FR" smtClean="0"/>
              <a:t>When the shadows are rolled back</a:t>
            </a:r>
          </a:p>
          <a:p>
            <a:pPr>
              <a:defRPr/>
            </a:pPr>
            <a:r>
              <a:rPr lang="fr-FR" smtClean="0"/>
              <a:t>2-  ET LA LUMIÈRE DU SOLEIL RENCONTRE L'EAU </a:t>
            </a:r>
          </a:p>
          <a:p>
            <a:pPr>
              <a:defRPr/>
            </a:pPr>
            <a:r>
              <a:rPr lang="fr-FR" smtClean="0"/>
              <a:t>And the sunlight finds the water
3-  L'ESPRIT DE NOS PÈRES NOUS DONNERA DE LA FORCE </a:t>
            </a:r>
          </a:p>
          <a:p>
            <a:pPr>
              <a:defRPr/>
            </a:pPr>
            <a:r>
              <a:rPr lang="fr-FR" smtClean="0"/>
              <a:t>The spirit of our fathers Will gather strength inside 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ENSEMBLE NOUS NOUS LÈVERONS AVEC LA MER DE L’OCCIDENT </a:t>
            </a:r>
          </a:p>
          <a:p>
            <a:pPr>
              <a:defRPr/>
            </a:pPr>
            <a:r>
              <a:rPr lang="fr-FR" smtClean="0"/>
              <a:t>Together we will rise surging with the western tide</a:t>
            </a:r>
          </a:p>
          <a:p>
            <a:pPr>
              <a:defRPr/>
            </a:pPr>
            <a:r>
              <a:rPr lang="fr-FR" smtClean="0"/>
              <a:t>5-  NOUS FERONS DE CETTE TERRE NOUS FERONS DE CETTE TERRE </a:t>
            </a:r>
          </a:p>
          <a:p>
            <a:pPr>
              <a:defRPr/>
            </a:pPr>
            <a:r>
              <a:rPr lang="fr-FR" smtClean="0"/>
              <a:t>We will make this land We will make this land
6-  NOTRE MAISON </a:t>
            </a:r>
          </a:p>
          <a:p>
            <a:pPr>
              <a:defRPr/>
            </a:pPr>
            <a:r>
              <a:rPr lang="fr-FR" smtClean="0"/>
              <a:t>our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7-  DANS LE NOUVEAU MONDE   X3</a:t>
            </a:r>
          </a:p>
          <a:p>
            <a:pPr>
              <a:defRPr/>
            </a:pPr>
            <a:r>
              <a:rPr lang="fr-FR" smtClean="0"/>
              <a:t>	In the new world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DANS LE NOUVEAU MONDE LA LOI D'AMOUR NOUS CONDUIRA </a:t>
            </a:r>
          </a:p>
          <a:p>
            <a:pPr>
              <a:defRPr/>
            </a:pPr>
            <a:r>
              <a:rPr lang="fr-FR" smtClean="0"/>
              <a:t>In the new world The law of love will lead us
9-  NOS RÊVES TROUVERONT LEUR LIBERTÉ LES YEUX DE DIEU POSÉS SUR NOUS</a:t>
            </a:r>
          </a:p>
          <a:p>
            <a:pPr>
              <a:defRPr/>
            </a:pPr>
            <a:r>
              <a:rPr lang="fr-FR" smtClean="0"/>
              <a:t>Our dreams will find their freedom The eyes of God above us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NOS ENFANTS SERONT COURAGEUX ET CONSTRUIRONT SUR LA VIE </a:t>
            </a:r>
          </a:p>
          <a:p>
            <a:pPr>
              <a:defRPr/>
            </a:pPr>
            <a:r>
              <a:rPr lang="fr-FR" smtClean="0"/>
              <a:t>Our children will be brave And build upon the life 
11-  QUE NOUS AVONS DONNÉ ILS FERONT CETTE TERRE </a:t>
            </a:r>
          </a:p>
          <a:p>
            <a:pPr>
              <a:defRPr/>
            </a:pPr>
            <a:r>
              <a:rPr lang="fr-FR" smtClean="0"/>
              <a:t>we gave We will make this land</a:t>
            </a:r>
          </a:p>
          <a:p>
            <a:pPr>
              <a:defRPr/>
            </a:pPr>
            <a:r>
              <a:rPr lang="fr-FR" smtClean="0"/>
              <a:t>12-  ILS FERONT CETTE TERRE LEUR MAISON </a:t>
            </a:r>
          </a:p>
          <a:p>
            <a:pPr>
              <a:defRPr/>
            </a:pPr>
            <a:r>
              <a:rPr lang="fr-FR" smtClean="0"/>
              <a:t>We will make this land their home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QUAND ON ROULE LES OMBRES EN ARRIÈRE </a:t>
            </a:r>
          </a:p>
          <a:p>
            <a:r>
              <a:rPr lang="fr-FR" altLang="fr-FR" smtClean="0"/>
              <a:t>When the shadows are rolled back</a:t>
            </a:r>
          </a:p>
          <a:p>
            <a:r>
              <a:rPr lang="fr-FR" altLang="fr-FR" smtClean="0"/>
              <a:t>2-  ET LA LUMIÈRE DU SOLEIL RENCONTRE L'EAU </a:t>
            </a:r>
          </a:p>
          <a:p>
            <a:r>
              <a:rPr lang="fr-FR" altLang="fr-FR" smtClean="0"/>
              <a:t>And the sunlight finds the water
3-  L'ESPRIT DE NOS PÈRES NOUS DONNERA DE LA FORCE </a:t>
            </a:r>
          </a:p>
          <a:p>
            <a:r>
              <a:rPr lang="fr-FR" altLang="fr-FR" smtClean="0"/>
              <a:t>The spirit of our fathers Will gather strength inside us</a:t>
            </a:r>
          </a:p>
          <a:p>
            <a:endParaRPr lang="fr-FR" altLang="fr-FR" smtClean="0"/>
          </a:p>
          <a:p>
            <a:r>
              <a:rPr lang="fr-FR" altLang="fr-FR" smtClean="0"/>
              <a:t>4-  ENSEMBLE NOUS NOUS LÈVERONS AVEC LA MER DE L’OCCIDENT </a:t>
            </a:r>
          </a:p>
          <a:p>
            <a:r>
              <a:rPr lang="fr-FR" altLang="fr-FR" smtClean="0"/>
              <a:t>Together we will rise surging with the western tide</a:t>
            </a:r>
          </a:p>
          <a:p>
            <a:r>
              <a:rPr lang="fr-FR" altLang="fr-FR" smtClean="0"/>
              <a:t>5-  NOUS FERONS DE CETTE TERRE NOUS FERONS DE CETTE TERRE </a:t>
            </a:r>
          </a:p>
          <a:p>
            <a:r>
              <a:rPr lang="fr-FR" altLang="fr-FR" smtClean="0"/>
              <a:t>We will make this land We will make this land
6-  NOTRE MAISON </a:t>
            </a:r>
          </a:p>
          <a:p>
            <a:r>
              <a:rPr lang="fr-FR" altLang="fr-FR" smtClean="0"/>
              <a:t>our home</a:t>
            </a:r>
          </a:p>
          <a:p>
            <a:endParaRPr lang="fr-FR" altLang="fr-FR" smtClean="0"/>
          </a:p>
          <a:p>
            <a:r>
              <a:rPr lang="fr-FR" altLang="fr-FR" smtClean="0"/>
              <a:t>	7-  DANS LE NOUVEAU MONDE   X3</a:t>
            </a:r>
          </a:p>
          <a:p>
            <a:r>
              <a:rPr lang="fr-FR" altLang="fr-FR" smtClean="0"/>
              <a:t>	In the new world</a:t>
            </a:r>
          </a:p>
          <a:p>
            <a:endParaRPr lang="fr-FR" altLang="fr-FR" smtClean="0"/>
          </a:p>
          <a:p>
            <a:r>
              <a:rPr lang="fr-FR" altLang="fr-FR" smtClean="0"/>
              <a:t>8-  DANS LE NOUVEAU MONDE LA LOI D'AMOUR NOUS CONDUIRA </a:t>
            </a:r>
          </a:p>
          <a:p>
            <a:r>
              <a:rPr lang="fr-FR" altLang="fr-FR" smtClean="0"/>
              <a:t>In the new world The law of love will lead us
9-  NOS RÊVES TROUVERONT LEUR LIBERTÉ LES YEUX DE DIEU POSÉS SUR NOUS</a:t>
            </a:r>
          </a:p>
          <a:p>
            <a:r>
              <a:rPr lang="fr-FR" altLang="fr-FR" smtClean="0"/>
              <a:t>Our dreams will find their freedom The eyes of God above us </a:t>
            </a:r>
          </a:p>
          <a:p>
            <a:endParaRPr lang="fr-FR" altLang="fr-FR" smtClean="0"/>
          </a:p>
          <a:p>
            <a:r>
              <a:rPr lang="fr-FR" altLang="fr-FR" smtClean="0"/>
              <a:t>10-  NOS ENFANTS SERONT COURAGEUX ET CONSTRUIRONT SUR LA VIE </a:t>
            </a:r>
          </a:p>
          <a:p>
            <a:r>
              <a:rPr lang="fr-FR" altLang="fr-FR" smtClean="0"/>
              <a:t>Our children will be brave And build upon the life 
11-  QUE NOUS AVONS DONNÉ ILS FERONT CETTE TERRE </a:t>
            </a:r>
          </a:p>
          <a:p>
            <a:r>
              <a:rPr lang="fr-FR" altLang="fr-FR" smtClean="0"/>
              <a:t>we gave We will make this land</a:t>
            </a:r>
          </a:p>
          <a:p>
            <a:r>
              <a:rPr lang="fr-FR" altLang="fr-FR" smtClean="0"/>
              <a:t>12-  ILS FERONT CETTE TERRE LEUR MAISON </a:t>
            </a:r>
          </a:p>
          <a:p>
            <a:r>
              <a:rPr lang="fr-FR" altLang="fr-FR" smtClean="0"/>
              <a:t>We will make this land their home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QUAND ON ROULE LES OMBRES EN ARRIÈRE </a:t>
            </a:r>
          </a:p>
          <a:p>
            <a:pPr>
              <a:defRPr/>
            </a:pPr>
            <a:r>
              <a:rPr lang="fr-FR" smtClean="0"/>
              <a:t>When the shadows are rolled back</a:t>
            </a:r>
          </a:p>
          <a:p>
            <a:pPr>
              <a:defRPr/>
            </a:pPr>
            <a:r>
              <a:rPr lang="fr-FR" smtClean="0"/>
              <a:t>2-  ET LA LUMIÈRE DU SOLEIL RENCONTRE L'EAU </a:t>
            </a:r>
          </a:p>
          <a:p>
            <a:pPr>
              <a:defRPr/>
            </a:pPr>
            <a:r>
              <a:rPr lang="fr-FR" smtClean="0"/>
              <a:t>And the sunlight finds the water
3-  L'ESPRIT DE NOS PÈRES NOUS DONNERA DE LA FORCE </a:t>
            </a:r>
          </a:p>
          <a:p>
            <a:pPr>
              <a:defRPr/>
            </a:pPr>
            <a:r>
              <a:rPr lang="fr-FR" smtClean="0"/>
              <a:t>The spirit of our fathers Will gather strength inside 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ENSEMBLE NOUS NOUS LÈVERONS AVEC LA MER DE L’OCCIDENT </a:t>
            </a:r>
          </a:p>
          <a:p>
            <a:pPr>
              <a:defRPr/>
            </a:pPr>
            <a:r>
              <a:rPr lang="fr-FR" smtClean="0"/>
              <a:t>Together we will rise surging with the western tide</a:t>
            </a:r>
          </a:p>
          <a:p>
            <a:pPr>
              <a:defRPr/>
            </a:pPr>
            <a:r>
              <a:rPr lang="fr-FR" smtClean="0"/>
              <a:t>5-  NOUS FERONS DE CETTE TERRE NOUS FERONS DE CETTE TERRE </a:t>
            </a:r>
          </a:p>
          <a:p>
            <a:pPr>
              <a:defRPr/>
            </a:pPr>
            <a:r>
              <a:rPr lang="fr-FR" smtClean="0"/>
              <a:t>We will make this land We will make this land
6-  NOTRE MAISON </a:t>
            </a:r>
          </a:p>
          <a:p>
            <a:pPr>
              <a:defRPr/>
            </a:pPr>
            <a:r>
              <a:rPr lang="fr-FR" smtClean="0"/>
              <a:t>our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7-  DANS LE NOUVEAU MONDE   X3</a:t>
            </a:r>
          </a:p>
          <a:p>
            <a:pPr>
              <a:defRPr/>
            </a:pPr>
            <a:r>
              <a:rPr lang="fr-FR" smtClean="0"/>
              <a:t>	In the new world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DANS LE NOUVEAU MONDE LA LOI D'AMOUR NOUS CONDUIRA </a:t>
            </a:r>
          </a:p>
          <a:p>
            <a:pPr>
              <a:defRPr/>
            </a:pPr>
            <a:r>
              <a:rPr lang="fr-FR" smtClean="0"/>
              <a:t>In the new world The law of love will lead us
9-  NOS RÊVES TROUVERONT LEUR LIBERTÉ LES YEUX DE DIEU POSÉS SUR NOUS</a:t>
            </a:r>
          </a:p>
          <a:p>
            <a:pPr>
              <a:defRPr/>
            </a:pPr>
            <a:r>
              <a:rPr lang="fr-FR" smtClean="0"/>
              <a:t>Our dreams will find their freedom The eyes of God above us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NOS ENFANTS SERONT COURAGEUX ET CONSTRUIRONT SUR LA VIE </a:t>
            </a:r>
          </a:p>
          <a:p>
            <a:pPr>
              <a:defRPr/>
            </a:pPr>
            <a:r>
              <a:rPr lang="fr-FR" smtClean="0"/>
              <a:t>Our children will be brave And build upon the life 
11-  QUE NOUS AVONS DONNÉ ILS FERONT CETTE TERRE </a:t>
            </a:r>
          </a:p>
          <a:p>
            <a:pPr>
              <a:defRPr/>
            </a:pPr>
            <a:r>
              <a:rPr lang="fr-FR" smtClean="0"/>
              <a:t>we gave We will make this land</a:t>
            </a:r>
          </a:p>
          <a:p>
            <a:pPr>
              <a:defRPr/>
            </a:pPr>
            <a:r>
              <a:rPr lang="fr-FR" smtClean="0"/>
              <a:t>12-  ILS FERONT CETTE TERRE LEUR MAISON </a:t>
            </a:r>
          </a:p>
          <a:p>
            <a:pPr>
              <a:defRPr/>
            </a:pPr>
            <a:r>
              <a:rPr lang="fr-FR" smtClean="0"/>
              <a:t>We will make this land their home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QUAND ON ROULE LES OMBRES EN ARRIÈRE </a:t>
            </a:r>
          </a:p>
          <a:p>
            <a:r>
              <a:rPr lang="fr-FR" altLang="fr-FR" smtClean="0"/>
              <a:t>When the shadows are rolled back</a:t>
            </a:r>
          </a:p>
          <a:p>
            <a:r>
              <a:rPr lang="fr-FR" altLang="fr-FR" smtClean="0"/>
              <a:t>2-  ET LA LUMIÈRE DU SOLEIL RENCONTRE L'EAU </a:t>
            </a:r>
          </a:p>
          <a:p>
            <a:r>
              <a:rPr lang="fr-FR" altLang="fr-FR" smtClean="0"/>
              <a:t>And the sunlight finds the water
3-  L'ESPRIT DE NOS PÈRES NOUS DONNERA DE LA FORCE </a:t>
            </a:r>
          </a:p>
          <a:p>
            <a:r>
              <a:rPr lang="fr-FR" altLang="fr-FR" smtClean="0"/>
              <a:t>The spirit of our fathers Will gather strength inside us</a:t>
            </a:r>
          </a:p>
          <a:p>
            <a:endParaRPr lang="fr-FR" altLang="fr-FR" smtClean="0"/>
          </a:p>
          <a:p>
            <a:r>
              <a:rPr lang="fr-FR" altLang="fr-FR" smtClean="0"/>
              <a:t>4-  ENSEMBLE NOUS NOUS LÈVERONS AVEC LA MER DE L’OCCIDENT </a:t>
            </a:r>
          </a:p>
          <a:p>
            <a:r>
              <a:rPr lang="fr-FR" altLang="fr-FR" smtClean="0"/>
              <a:t>Together we will rise surging with the western tide</a:t>
            </a:r>
          </a:p>
          <a:p>
            <a:r>
              <a:rPr lang="fr-FR" altLang="fr-FR" smtClean="0"/>
              <a:t>5-  NOUS FERONS DE CETTE TERRE NOUS FERONS DE CETTE TERRE </a:t>
            </a:r>
          </a:p>
          <a:p>
            <a:r>
              <a:rPr lang="fr-FR" altLang="fr-FR" smtClean="0"/>
              <a:t>We will make this land We will make this land
6-  NOTRE MAISON </a:t>
            </a:r>
          </a:p>
          <a:p>
            <a:r>
              <a:rPr lang="fr-FR" altLang="fr-FR" smtClean="0"/>
              <a:t>our home</a:t>
            </a:r>
          </a:p>
          <a:p>
            <a:endParaRPr lang="fr-FR" altLang="fr-FR" smtClean="0"/>
          </a:p>
          <a:p>
            <a:r>
              <a:rPr lang="fr-FR" altLang="fr-FR" smtClean="0"/>
              <a:t>	7-  DANS LE NOUVEAU MONDE   X3</a:t>
            </a:r>
          </a:p>
          <a:p>
            <a:r>
              <a:rPr lang="fr-FR" altLang="fr-FR" smtClean="0"/>
              <a:t>	In the new world</a:t>
            </a:r>
          </a:p>
          <a:p>
            <a:endParaRPr lang="fr-FR" altLang="fr-FR" smtClean="0"/>
          </a:p>
          <a:p>
            <a:r>
              <a:rPr lang="fr-FR" altLang="fr-FR" smtClean="0"/>
              <a:t>8-  DANS LE NOUVEAU MONDE LA LOI D'AMOUR NOUS CONDUIRA </a:t>
            </a:r>
          </a:p>
          <a:p>
            <a:r>
              <a:rPr lang="fr-FR" altLang="fr-FR" smtClean="0"/>
              <a:t>In the new world The law of love will lead us
9-  NOS RÊVES TROUVERONT LEUR LIBERTÉ LES YEUX DE DIEU POSÉS SUR NOUS</a:t>
            </a:r>
          </a:p>
          <a:p>
            <a:r>
              <a:rPr lang="fr-FR" altLang="fr-FR" smtClean="0"/>
              <a:t>Our dreams will find their freedom The eyes of God above us </a:t>
            </a:r>
          </a:p>
          <a:p>
            <a:endParaRPr lang="fr-FR" altLang="fr-FR" smtClean="0"/>
          </a:p>
          <a:p>
            <a:r>
              <a:rPr lang="fr-FR" altLang="fr-FR" smtClean="0"/>
              <a:t>10-  NOS ENFANTS SERONT COURAGEUX ET CONSTRUIRONT SUR LA VIE </a:t>
            </a:r>
          </a:p>
          <a:p>
            <a:r>
              <a:rPr lang="fr-FR" altLang="fr-FR" smtClean="0"/>
              <a:t>Our children will be brave And build upon the life 
11-  QUE NOUS AVONS DONNÉ ILS FERONT CETTE TERRE </a:t>
            </a:r>
          </a:p>
          <a:p>
            <a:r>
              <a:rPr lang="fr-FR" altLang="fr-FR" smtClean="0"/>
              <a:t>we gave We will make this land</a:t>
            </a:r>
          </a:p>
          <a:p>
            <a:r>
              <a:rPr lang="fr-FR" altLang="fr-FR" smtClean="0"/>
              <a:t>12-  ILS FERONT CETTE TERRE LEUR MAISON </a:t>
            </a:r>
          </a:p>
          <a:p>
            <a:r>
              <a:rPr lang="fr-FR" altLang="fr-FR" smtClean="0"/>
              <a:t>We will make this land their home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QUAND ON ROULE LES OMBRES EN ARRIÈRE </a:t>
            </a:r>
          </a:p>
          <a:p>
            <a:pPr>
              <a:defRPr/>
            </a:pPr>
            <a:r>
              <a:rPr lang="fr-FR" smtClean="0"/>
              <a:t>When the shadows are rolled back</a:t>
            </a:r>
          </a:p>
          <a:p>
            <a:pPr>
              <a:defRPr/>
            </a:pPr>
            <a:r>
              <a:rPr lang="fr-FR" smtClean="0"/>
              <a:t>2-  ET LA LUMIÈRE DU SOLEIL RENCONTRE L'EAU </a:t>
            </a:r>
          </a:p>
          <a:p>
            <a:pPr>
              <a:defRPr/>
            </a:pPr>
            <a:r>
              <a:rPr lang="fr-FR" smtClean="0"/>
              <a:t>And the sunlight finds the water
3-  L'ESPRIT DE NOS PÈRES NOUS DONNERA DE LA FORCE </a:t>
            </a:r>
          </a:p>
          <a:p>
            <a:pPr>
              <a:defRPr/>
            </a:pPr>
            <a:r>
              <a:rPr lang="fr-FR" smtClean="0"/>
              <a:t>The spirit of our fathers Will gather strength inside 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ENSEMBLE NOUS NOUS LÈVERONS AVEC LA MER DE L’OCCIDENT </a:t>
            </a:r>
          </a:p>
          <a:p>
            <a:pPr>
              <a:defRPr/>
            </a:pPr>
            <a:r>
              <a:rPr lang="fr-FR" smtClean="0"/>
              <a:t>Together we will rise surging with the western tide</a:t>
            </a:r>
          </a:p>
          <a:p>
            <a:pPr>
              <a:defRPr/>
            </a:pPr>
            <a:r>
              <a:rPr lang="fr-FR" smtClean="0"/>
              <a:t>5-  NOUS FERONS DE CETTE TERRE NOUS FERONS DE CETTE TERRE </a:t>
            </a:r>
          </a:p>
          <a:p>
            <a:pPr>
              <a:defRPr/>
            </a:pPr>
            <a:r>
              <a:rPr lang="fr-FR" smtClean="0"/>
              <a:t>We will make this land We will make this land
6-  NOTRE MAISON </a:t>
            </a:r>
          </a:p>
          <a:p>
            <a:pPr>
              <a:defRPr/>
            </a:pPr>
            <a:r>
              <a:rPr lang="fr-FR" smtClean="0"/>
              <a:t>our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7-  DANS LE NOUVEAU MONDE   X3</a:t>
            </a:r>
          </a:p>
          <a:p>
            <a:pPr>
              <a:defRPr/>
            </a:pPr>
            <a:r>
              <a:rPr lang="fr-FR" smtClean="0"/>
              <a:t>	In the new world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DANS LE NOUVEAU MONDE LA LOI D'AMOUR NOUS CONDUIRA </a:t>
            </a:r>
          </a:p>
          <a:p>
            <a:pPr>
              <a:defRPr/>
            </a:pPr>
            <a:r>
              <a:rPr lang="fr-FR" smtClean="0"/>
              <a:t>In the new world The law of love will lead us
9-  NOS RÊVES TROUVERONT LEUR LIBERTÉ LES YEUX DE DIEU POSÉS SUR NOUS</a:t>
            </a:r>
          </a:p>
          <a:p>
            <a:pPr>
              <a:defRPr/>
            </a:pPr>
            <a:r>
              <a:rPr lang="fr-FR" smtClean="0"/>
              <a:t>Our dreams will find their freedom The eyes of God above us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NOS ENFANTS SERONT COURAGEUX ET CONSTRUIRONT SUR LA VIE </a:t>
            </a:r>
          </a:p>
          <a:p>
            <a:pPr>
              <a:defRPr/>
            </a:pPr>
            <a:r>
              <a:rPr lang="fr-FR" smtClean="0"/>
              <a:t>Our children will be brave And build upon the life 
11-  QUE NOUS AVONS DONNÉ ILS FERONT CETTE TERRE </a:t>
            </a:r>
          </a:p>
          <a:p>
            <a:pPr>
              <a:defRPr/>
            </a:pPr>
            <a:r>
              <a:rPr lang="fr-FR" smtClean="0"/>
              <a:t>we gave We will make this land</a:t>
            </a:r>
          </a:p>
          <a:p>
            <a:pPr>
              <a:defRPr/>
            </a:pPr>
            <a:r>
              <a:rPr lang="fr-FR" smtClean="0"/>
              <a:t>12-  ILS FERONT CETTE TERRE LEUR MAISON </a:t>
            </a:r>
          </a:p>
          <a:p>
            <a:pPr>
              <a:defRPr/>
            </a:pPr>
            <a:r>
              <a:rPr lang="fr-FR" smtClean="0"/>
              <a:t>We will make this land their home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QUAND ON ROULE LES OMBRES EN ARRIÈRE </a:t>
            </a:r>
          </a:p>
          <a:p>
            <a:r>
              <a:rPr lang="fr-FR" altLang="fr-FR" smtClean="0"/>
              <a:t>When the shadows are rolled back</a:t>
            </a:r>
          </a:p>
          <a:p>
            <a:r>
              <a:rPr lang="fr-FR" altLang="fr-FR" smtClean="0"/>
              <a:t>2-  ET LA LUMIÈRE DU SOLEIL RENCONTRE L'EAU </a:t>
            </a:r>
          </a:p>
          <a:p>
            <a:r>
              <a:rPr lang="fr-FR" altLang="fr-FR" smtClean="0"/>
              <a:t>And the sunlight finds the water
3-  L'ESPRIT DE NOS PÈRES NOUS DONNERA DE LA FORCE </a:t>
            </a:r>
          </a:p>
          <a:p>
            <a:r>
              <a:rPr lang="fr-FR" altLang="fr-FR" smtClean="0"/>
              <a:t>The spirit of our fathers Will gather strength inside us</a:t>
            </a:r>
          </a:p>
          <a:p>
            <a:endParaRPr lang="fr-FR" altLang="fr-FR" smtClean="0"/>
          </a:p>
          <a:p>
            <a:r>
              <a:rPr lang="fr-FR" altLang="fr-FR" smtClean="0"/>
              <a:t>4-  ENSEMBLE NOUS NOUS LÈVERONS AVEC LA MER DE L’OCCIDENT </a:t>
            </a:r>
          </a:p>
          <a:p>
            <a:r>
              <a:rPr lang="fr-FR" altLang="fr-FR" smtClean="0"/>
              <a:t>Together we will rise surging with the western tide</a:t>
            </a:r>
          </a:p>
          <a:p>
            <a:r>
              <a:rPr lang="fr-FR" altLang="fr-FR" smtClean="0"/>
              <a:t>5-  NOUS FERONS DE CETTE TERRE NOUS FERONS DE CETTE TERRE </a:t>
            </a:r>
          </a:p>
          <a:p>
            <a:r>
              <a:rPr lang="fr-FR" altLang="fr-FR" smtClean="0"/>
              <a:t>We will make this land We will make this land
6-  NOTRE MAISON </a:t>
            </a:r>
          </a:p>
          <a:p>
            <a:r>
              <a:rPr lang="fr-FR" altLang="fr-FR" smtClean="0"/>
              <a:t>our home</a:t>
            </a:r>
          </a:p>
          <a:p>
            <a:endParaRPr lang="fr-FR" altLang="fr-FR" smtClean="0"/>
          </a:p>
          <a:p>
            <a:r>
              <a:rPr lang="fr-FR" altLang="fr-FR" smtClean="0"/>
              <a:t>	7-  DANS LE NOUVEAU MONDE   X3</a:t>
            </a:r>
          </a:p>
          <a:p>
            <a:r>
              <a:rPr lang="fr-FR" altLang="fr-FR" smtClean="0"/>
              <a:t>	In the new world</a:t>
            </a:r>
          </a:p>
          <a:p>
            <a:endParaRPr lang="fr-FR" altLang="fr-FR" smtClean="0"/>
          </a:p>
          <a:p>
            <a:r>
              <a:rPr lang="fr-FR" altLang="fr-FR" smtClean="0"/>
              <a:t>8-  DANS LE NOUVEAU MONDE LA LOI D'AMOUR NOUS CONDUIRA </a:t>
            </a:r>
          </a:p>
          <a:p>
            <a:r>
              <a:rPr lang="fr-FR" altLang="fr-FR" smtClean="0"/>
              <a:t>In the new world The law of love will lead us
9-  NOS RÊVES TROUVERONT LEUR LIBERTÉ LES YEUX DE DIEU POSÉS SUR NOUS</a:t>
            </a:r>
          </a:p>
          <a:p>
            <a:r>
              <a:rPr lang="fr-FR" altLang="fr-FR" smtClean="0"/>
              <a:t>Our dreams will find their freedom The eyes of God above us </a:t>
            </a:r>
          </a:p>
          <a:p>
            <a:endParaRPr lang="fr-FR" altLang="fr-FR" smtClean="0"/>
          </a:p>
          <a:p>
            <a:r>
              <a:rPr lang="fr-FR" altLang="fr-FR" smtClean="0"/>
              <a:t>10-  NOS ENFANTS SERONT COURAGEUX ET CONSTRUIRONT SUR LA VIE </a:t>
            </a:r>
          </a:p>
          <a:p>
            <a:r>
              <a:rPr lang="fr-FR" altLang="fr-FR" smtClean="0"/>
              <a:t>Our children will be brave And build upon the life 
11-  QUE NOUS AVONS DONNÉ ILS FERONT CETTE TERRE </a:t>
            </a:r>
          </a:p>
          <a:p>
            <a:r>
              <a:rPr lang="fr-FR" altLang="fr-FR" smtClean="0"/>
              <a:t>we gave We will make this land</a:t>
            </a:r>
          </a:p>
          <a:p>
            <a:r>
              <a:rPr lang="fr-FR" altLang="fr-FR" smtClean="0"/>
              <a:t>12-  ILS FERONT CETTE TERRE LEUR MAISON </a:t>
            </a:r>
          </a:p>
          <a:p>
            <a:r>
              <a:rPr lang="fr-FR" altLang="fr-FR" smtClean="0"/>
              <a:t>We will make this land their home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QUAND ON ROULE LES OMBRES EN ARRIÈRE </a:t>
            </a:r>
          </a:p>
          <a:p>
            <a:pPr>
              <a:defRPr/>
            </a:pPr>
            <a:r>
              <a:rPr lang="fr-FR" smtClean="0"/>
              <a:t>When the shadows are rolled back</a:t>
            </a:r>
          </a:p>
          <a:p>
            <a:pPr>
              <a:defRPr/>
            </a:pPr>
            <a:r>
              <a:rPr lang="fr-FR" smtClean="0"/>
              <a:t>2-  ET LA LUMIÈRE DU SOLEIL RENCONTRE L'EAU </a:t>
            </a:r>
          </a:p>
          <a:p>
            <a:pPr>
              <a:defRPr/>
            </a:pPr>
            <a:r>
              <a:rPr lang="fr-FR" smtClean="0"/>
              <a:t>And the sunlight finds the water
3-  L'ESPRIT DE NOS PÈRES NOUS DONNERA DE LA FORCE </a:t>
            </a:r>
          </a:p>
          <a:p>
            <a:pPr>
              <a:defRPr/>
            </a:pPr>
            <a:r>
              <a:rPr lang="fr-FR" smtClean="0"/>
              <a:t>The spirit of our fathers Will gather strength inside 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ENSEMBLE NOUS NOUS LÈVERONS AVEC LA MER DE L’OCCIDENT </a:t>
            </a:r>
          </a:p>
          <a:p>
            <a:pPr>
              <a:defRPr/>
            </a:pPr>
            <a:r>
              <a:rPr lang="fr-FR" smtClean="0"/>
              <a:t>Together we will rise surging with the western tide</a:t>
            </a:r>
          </a:p>
          <a:p>
            <a:pPr>
              <a:defRPr/>
            </a:pPr>
            <a:r>
              <a:rPr lang="fr-FR" smtClean="0"/>
              <a:t>5-  NOUS FERONS DE CETTE TERRE NOUS FERONS DE CETTE TERRE </a:t>
            </a:r>
          </a:p>
          <a:p>
            <a:pPr>
              <a:defRPr/>
            </a:pPr>
            <a:r>
              <a:rPr lang="fr-FR" smtClean="0"/>
              <a:t>We will make this land We will make this land
6-  NOTRE MAISON </a:t>
            </a:r>
          </a:p>
          <a:p>
            <a:pPr>
              <a:defRPr/>
            </a:pPr>
            <a:r>
              <a:rPr lang="fr-FR" smtClean="0"/>
              <a:t>our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7-  DANS LE NOUVEAU MONDE   X3</a:t>
            </a:r>
          </a:p>
          <a:p>
            <a:pPr>
              <a:defRPr/>
            </a:pPr>
            <a:r>
              <a:rPr lang="fr-FR" smtClean="0"/>
              <a:t>	In the new world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DANS LE NOUVEAU MONDE LA LOI D'AMOUR NOUS CONDUIRA </a:t>
            </a:r>
          </a:p>
          <a:p>
            <a:pPr>
              <a:defRPr/>
            </a:pPr>
            <a:r>
              <a:rPr lang="fr-FR" smtClean="0"/>
              <a:t>In the new world The law of love will lead us
9-  NOS RÊVES TROUVERONT LEUR LIBERTÉ LES YEUX DE DIEU POSÉS SUR NOUS</a:t>
            </a:r>
          </a:p>
          <a:p>
            <a:pPr>
              <a:defRPr/>
            </a:pPr>
            <a:r>
              <a:rPr lang="fr-FR" smtClean="0"/>
              <a:t>Our dreams will find their freedom The eyes of God above us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NOS ENFANTS SERONT COURAGEUX ET CONSTRUIRONT SUR LA VIE </a:t>
            </a:r>
          </a:p>
          <a:p>
            <a:pPr>
              <a:defRPr/>
            </a:pPr>
            <a:r>
              <a:rPr lang="fr-FR" smtClean="0"/>
              <a:t>Our children will be brave And build upon the life 
11-  QUE NOUS AVONS DONNÉ ILS FERONT CETTE TERRE </a:t>
            </a:r>
          </a:p>
          <a:p>
            <a:pPr>
              <a:defRPr/>
            </a:pPr>
            <a:r>
              <a:rPr lang="fr-FR" smtClean="0"/>
              <a:t>we gave We will make this land</a:t>
            </a:r>
          </a:p>
          <a:p>
            <a:pPr>
              <a:defRPr/>
            </a:pPr>
            <a:r>
              <a:rPr lang="fr-FR" smtClean="0"/>
              <a:t>12-  ILS FERONT CETTE TERRE LEUR MAISON </a:t>
            </a:r>
          </a:p>
          <a:p>
            <a:pPr>
              <a:defRPr/>
            </a:pPr>
            <a:r>
              <a:rPr lang="fr-FR" smtClean="0"/>
              <a:t>We will make this land their home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QUAND ON ROULE LES OMBRES EN ARRIÈRE </a:t>
            </a:r>
          </a:p>
          <a:p>
            <a:r>
              <a:rPr lang="fr-FR" altLang="fr-FR" smtClean="0"/>
              <a:t>When the shadows are rolled back</a:t>
            </a:r>
          </a:p>
          <a:p>
            <a:r>
              <a:rPr lang="fr-FR" altLang="fr-FR" smtClean="0"/>
              <a:t>2-  ET LA LUMIÈRE DU SOLEIL RENCONTRE L'EAU </a:t>
            </a:r>
          </a:p>
          <a:p>
            <a:r>
              <a:rPr lang="fr-FR" altLang="fr-FR" smtClean="0"/>
              <a:t>And the sunlight finds the water
3-  L'ESPRIT DE NOS PÈRES NOUS DONNERA DE LA FORCE </a:t>
            </a:r>
          </a:p>
          <a:p>
            <a:r>
              <a:rPr lang="fr-FR" altLang="fr-FR" smtClean="0"/>
              <a:t>The spirit of our fathers Will gather strength inside us</a:t>
            </a:r>
          </a:p>
          <a:p>
            <a:endParaRPr lang="fr-FR" altLang="fr-FR" smtClean="0"/>
          </a:p>
          <a:p>
            <a:r>
              <a:rPr lang="fr-FR" altLang="fr-FR" smtClean="0"/>
              <a:t>4-  ENSEMBLE NOUS NOUS LÈVERONS AVEC LA MER DE L’OCCIDENT </a:t>
            </a:r>
          </a:p>
          <a:p>
            <a:r>
              <a:rPr lang="fr-FR" altLang="fr-FR" smtClean="0"/>
              <a:t>Together we will rise surging with the western tide</a:t>
            </a:r>
          </a:p>
          <a:p>
            <a:r>
              <a:rPr lang="fr-FR" altLang="fr-FR" smtClean="0"/>
              <a:t>5-  NOUS FERONS DE CETTE TERRE NOUS FERONS DE CETTE TERRE </a:t>
            </a:r>
          </a:p>
          <a:p>
            <a:r>
              <a:rPr lang="fr-FR" altLang="fr-FR" smtClean="0"/>
              <a:t>We will make this land We will make this land
6-  NOTRE MAISON </a:t>
            </a:r>
          </a:p>
          <a:p>
            <a:r>
              <a:rPr lang="fr-FR" altLang="fr-FR" smtClean="0"/>
              <a:t>our home</a:t>
            </a:r>
          </a:p>
          <a:p>
            <a:endParaRPr lang="fr-FR" altLang="fr-FR" smtClean="0"/>
          </a:p>
          <a:p>
            <a:r>
              <a:rPr lang="fr-FR" altLang="fr-FR" smtClean="0"/>
              <a:t>	7-  DANS LE NOUVEAU MONDE   X3</a:t>
            </a:r>
          </a:p>
          <a:p>
            <a:r>
              <a:rPr lang="fr-FR" altLang="fr-FR" smtClean="0"/>
              <a:t>	In the new world</a:t>
            </a:r>
          </a:p>
          <a:p>
            <a:endParaRPr lang="fr-FR" altLang="fr-FR" smtClean="0"/>
          </a:p>
          <a:p>
            <a:r>
              <a:rPr lang="fr-FR" altLang="fr-FR" smtClean="0"/>
              <a:t>8-  DANS LE NOUVEAU MONDE LA LOI D'AMOUR NOUS CONDUIRA </a:t>
            </a:r>
          </a:p>
          <a:p>
            <a:r>
              <a:rPr lang="fr-FR" altLang="fr-FR" smtClean="0"/>
              <a:t>In the new world The law of love will lead us
9-  NOS RÊVES TROUVERONT LEUR LIBERTÉ LES YEUX DE DIEU POSÉS SUR NOUS</a:t>
            </a:r>
          </a:p>
          <a:p>
            <a:r>
              <a:rPr lang="fr-FR" altLang="fr-FR" smtClean="0"/>
              <a:t>Our dreams will find their freedom The eyes of God above us </a:t>
            </a:r>
          </a:p>
          <a:p>
            <a:endParaRPr lang="fr-FR" altLang="fr-FR" smtClean="0"/>
          </a:p>
          <a:p>
            <a:r>
              <a:rPr lang="fr-FR" altLang="fr-FR" smtClean="0"/>
              <a:t>10-  NOS ENFANTS SERONT COURAGEUX ET CONSTRUIRONT SUR LA VIE </a:t>
            </a:r>
          </a:p>
          <a:p>
            <a:r>
              <a:rPr lang="fr-FR" altLang="fr-FR" smtClean="0"/>
              <a:t>Our children will be brave And build upon the life 
11-  QUE NOUS AVONS DONNÉ ILS FERONT CETTE TERRE </a:t>
            </a:r>
          </a:p>
          <a:p>
            <a:r>
              <a:rPr lang="fr-FR" altLang="fr-FR" smtClean="0"/>
              <a:t>we gave We will make this land</a:t>
            </a:r>
          </a:p>
          <a:p>
            <a:r>
              <a:rPr lang="fr-FR" altLang="fr-FR" smtClean="0"/>
              <a:t>12-  ILS FERONT CETTE TERRE LEUR MAISON </a:t>
            </a:r>
          </a:p>
          <a:p>
            <a:r>
              <a:rPr lang="fr-FR" altLang="fr-FR" smtClean="0"/>
              <a:t>We will make this land their home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QUAND ON ROULE LES OMBRES EN ARRIÈRE </a:t>
            </a:r>
          </a:p>
          <a:p>
            <a:pPr>
              <a:defRPr/>
            </a:pPr>
            <a:r>
              <a:rPr lang="fr-FR" smtClean="0"/>
              <a:t>When the shadows are rolled back</a:t>
            </a:r>
          </a:p>
          <a:p>
            <a:pPr>
              <a:defRPr/>
            </a:pPr>
            <a:r>
              <a:rPr lang="fr-FR" smtClean="0"/>
              <a:t>2-  ET LA LUMIÈRE DU SOLEIL RENCONTRE L'EAU </a:t>
            </a:r>
          </a:p>
          <a:p>
            <a:pPr>
              <a:defRPr/>
            </a:pPr>
            <a:r>
              <a:rPr lang="fr-FR" smtClean="0"/>
              <a:t>And the sunlight finds the water
3-  L'ESPRIT DE NOS PÈRES NOUS DONNERA DE LA FORCE </a:t>
            </a:r>
          </a:p>
          <a:p>
            <a:pPr>
              <a:defRPr/>
            </a:pPr>
            <a:r>
              <a:rPr lang="fr-FR" smtClean="0"/>
              <a:t>The spirit of our fathers Will gather strength inside 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ENSEMBLE NOUS NOUS LÈVERONS AVEC LA MER DE L’OCCIDENT </a:t>
            </a:r>
          </a:p>
          <a:p>
            <a:pPr>
              <a:defRPr/>
            </a:pPr>
            <a:r>
              <a:rPr lang="fr-FR" smtClean="0"/>
              <a:t>Together we will rise surging with the western tide</a:t>
            </a:r>
          </a:p>
          <a:p>
            <a:pPr>
              <a:defRPr/>
            </a:pPr>
            <a:r>
              <a:rPr lang="fr-FR" smtClean="0"/>
              <a:t>5-  NOUS FERONS DE CETTE TERRE NOUS FERONS DE CETTE TERRE </a:t>
            </a:r>
          </a:p>
          <a:p>
            <a:pPr>
              <a:defRPr/>
            </a:pPr>
            <a:r>
              <a:rPr lang="fr-FR" smtClean="0"/>
              <a:t>We will make this land We will make this land
6-  NOTRE MAISON </a:t>
            </a:r>
          </a:p>
          <a:p>
            <a:pPr>
              <a:defRPr/>
            </a:pPr>
            <a:r>
              <a:rPr lang="fr-FR" smtClean="0"/>
              <a:t>our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7-  DANS LE NOUVEAU MONDE   X3</a:t>
            </a:r>
          </a:p>
          <a:p>
            <a:pPr>
              <a:defRPr/>
            </a:pPr>
            <a:r>
              <a:rPr lang="fr-FR" smtClean="0"/>
              <a:t>	In the new world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DANS LE NOUVEAU MONDE LA LOI D'AMOUR NOUS CONDUIRA </a:t>
            </a:r>
          </a:p>
          <a:p>
            <a:pPr>
              <a:defRPr/>
            </a:pPr>
            <a:r>
              <a:rPr lang="fr-FR" smtClean="0"/>
              <a:t>In the new world The law of love will lead us
9-  NOS RÊVES TROUVERONT LEUR LIBERTÉ LES YEUX DE DIEU POSÉS SUR NOUS</a:t>
            </a:r>
          </a:p>
          <a:p>
            <a:pPr>
              <a:defRPr/>
            </a:pPr>
            <a:r>
              <a:rPr lang="fr-FR" smtClean="0"/>
              <a:t>Our dreams will find their freedom The eyes of God above us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10-  NOS ENFANTS SERONT COURAGEUX ET CONSTRUIRONT SUR LA VIE </a:t>
            </a:r>
          </a:p>
          <a:p>
            <a:pPr>
              <a:defRPr/>
            </a:pPr>
            <a:r>
              <a:rPr lang="fr-FR" smtClean="0"/>
              <a:t>Our children will be brave And build upon the life 
11-  QUE NOUS AVONS DONNÉ ILS FERONT CETTE TERRE </a:t>
            </a:r>
          </a:p>
          <a:p>
            <a:pPr>
              <a:defRPr/>
            </a:pPr>
            <a:r>
              <a:rPr lang="fr-FR" smtClean="0"/>
              <a:t>we gave We will make this land</a:t>
            </a:r>
          </a:p>
          <a:p>
            <a:pPr>
              <a:defRPr/>
            </a:pPr>
            <a:r>
              <a:rPr lang="fr-FR" smtClean="0"/>
              <a:t>12-  ILS FERONT CETTE TERRE LEUR MAISON </a:t>
            </a:r>
          </a:p>
          <a:p>
            <a:pPr>
              <a:defRPr/>
            </a:pPr>
            <a:r>
              <a:rPr lang="fr-FR" smtClean="0"/>
              <a:t>We will make this land their home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QUAND ON ROULE LES OMBRES EN ARRIÈRE </a:t>
            </a:r>
          </a:p>
          <a:p>
            <a:r>
              <a:rPr lang="fr-FR" altLang="fr-FR" smtClean="0"/>
              <a:t>When the shadows are rolled back</a:t>
            </a:r>
          </a:p>
          <a:p>
            <a:r>
              <a:rPr lang="fr-FR" altLang="fr-FR" smtClean="0"/>
              <a:t>2-  ET LA LUMIÈRE DU SOLEIL RENCONTRE L'EAU </a:t>
            </a:r>
          </a:p>
          <a:p>
            <a:r>
              <a:rPr lang="fr-FR" altLang="fr-FR" smtClean="0"/>
              <a:t>And the sunlight finds the water
3-  L'ESPRIT DE NOS PÈRES NOUS DONNERA DE LA FORCE </a:t>
            </a:r>
          </a:p>
          <a:p>
            <a:r>
              <a:rPr lang="fr-FR" altLang="fr-FR" smtClean="0"/>
              <a:t>The spirit of our fathers Will gather strength inside us</a:t>
            </a:r>
          </a:p>
          <a:p>
            <a:endParaRPr lang="fr-FR" altLang="fr-FR" smtClean="0"/>
          </a:p>
          <a:p>
            <a:r>
              <a:rPr lang="fr-FR" altLang="fr-FR" smtClean="0"/>
              <a:t>4-  ENSEMBLE NOUS NOUS LÈVERONS AVEC LA MER DE L’OCCIDENT </a:t>
            </a:r>
          </a:p>
          <a:p>
            <a:r>
              <a:rPr lang="fr-FR" altLang="fr-FR" smtClean="0"/>
              <a:t>Together we will rise surging with the western tide</a:t>
            </a:r>
          </a:p>
          <a:p>
            <a:r>
              <a:rPr lang="fr-FR" altLang="fr-FR" smtClean="0"/>
              <a:t>5-  NOUS FERONS DE CETTE TERRE NOUS FERONS DE CETTE TERRE </a:t>
            </a:r>
          </a:p>
          <a:p>
            <a:r>
              <a:rPr lang="fr-FR" altLang="fr-FR" smtClean="0"/>
              <a:t>We will make this land We will make this land
6-  NOTRE MAISON </a:t>
            </a:r>
          </a:p>
          <a:p>
            <a:r>
              <a:rPr lang="fr-FR" altLang="fr-FR" smtClean="0"/>
              <a:t>our home</a:t>
            </a:r>
          </a:p>
          <a:p>
            <a:endParaRPr lang="fr-FR" altLang="fr-FR" smtClean="0"/>
          </a:p>
          <a:p>
            <a:r>
              <a:rPr lang="fr-FR" altLang="fr-FR" smtClean="0"/>
              <a:t>	7-  DANS LE NOUVEAU MONDE   X3</a:t>
            </a:r>
          </a:p>
          <a:p>
            <a:r>
              <a:rPr lang="fr-FR" altLang="fr-FR" smtClean="0"/>
              <a:t>	In the new world</a:t>
            </a:r>
          </a:p>
          <a:p>
            <a:endParaRPr lang="fr-FR" altLang="fr-FR" smtClean="0"/>
          </a:p>
          <a:p>
            <a:r>
              <a:rPr lang="fr-FR" altLang="fr-FR" smtClean="0"/>
              <a:t>8-  DANS LE NOUVEAU MONDE LA LOI D'AMOUR NOUS CONDUIRA </a:t>
            </a:r>
          </a:p>
          <a:p>
            <a:r>
              <a:rPr lang="fr-FR" altLang="fr-FR" smtClean="0"/>
              <a:t>In the new world The law of love will lead us
9-  NOS RÊVES TROUVERONT LEUR LIBERTÉ LES YEUX DE DIEU POSÉS SUR NOUS</a:t>
            </a:r>
          </a:p>
          <a:p>
            <a:r>
              <a:rPr lang="fr-FR" altLang="fr-FR" smtClean="0"/>
              <a:t>Our dreams will find their freedom The eyes of God above us </a:t>
            </a:r>
          </a:p>
          <a:p>
            <a:endParaRPr lang="fr-FR" altLang="fr-FR" smtClean="0"/>
          </a:p>
          <a:p>
            <a:r>
              <a:rPr lang="fr-FR" altLang="fr-FR" smtClean="0"/>
              <a:t>10-  NOS ENFANTS SERONT COURAGEUX ET CONSTRUIRONT SUR LA VIE </a:t>
            </a:r>
          </a:p>
          <a:p>
            <a:r>
              <a:rPr lang="fr-FR" altLang="fr-FR" smtClean="0"/>
              <a:t>Our children will be brave And build upon the life 
11-  QUE NOUS AVONS DONNÉ ILS FERONT CETTE TERRE </a:t>
            </a:r>
          </a:p>
          <a:p>
            <a:r>
              <a:rPr lang="fr-FR" altLang="fr-FR" smtClean="0"/>
              <a:t>we gave We will make this land</a:t>
            </a:r>
          </a:p>
          <a:p>
            <a:r>
              <a:rPr lang="fr-FR" altLang="fr-FR" smtClean="0"/>
              <a:t>12-  ILS FERONT CETTE TERRE LEUR MAISON </a:t>
            </a:r>
          </a:p>
          <a:p>
            <a:r>
              <a:rPr lang="fr-FR" altLang="fr-FR" smtClean="0"/>
              <a:t>We will make this land their home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467F6F-34CB-48C1-A012-8972BED897B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F7D4CC-E178-4CC4-BCB1-C66C8DB3913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3DE328-6F4D-4A9C-A396-504F2C7FA7F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AF822E-0501-49AE-B6AE-2504703A6AE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616FE7-6477-4E55-8C79-DEF2E35CF19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5C763F-FD0B-4951-8E7D-066346E9FC0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09E553-43B7-4C44-A2A5-D885E0CF9AE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2155CC-446C-4B36-B172-E6F96A42806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17ADFA-21F0-4517-979B-3D964BE8BDA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28DADA-33EA-4EDE-8EC6-1D5639723DB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AD5110-83A0-4B87-BBDA-1C2E29E638E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text styles</a:t>
            </a:r>
          </a:p>
          <a:p>
            <a:pPr lvl="1"/>
            <a:r>
              <a:rPr lang="en-GB" altLang="fr-FR" smtClean="0"/>
              <a:t>Second level</a:t>
            </a:r>
          </a:p>
          <a:p>
            <a:pPr lvl="2"/>
            <a:r>
              <a:rPr lang="en-GB" altLang="fr-FR" smtClean="0"/>
              <a:t>Third level</a:t>
            </a:r>
          </a:p>
          <a:p>
            <a:pPr lvl="3"/>
            <a:r>
              <a:rPr lang="en-GB" altLang="fr-FR" smtClean="0"/>
              <a:t>Fourth level</a:t>
            </a:r>
          </a:p>
          <a:p>
            <a:pPr lvl="4"/>
            <a:r>
              <a:rPr lang="en-GB" altLang="fr-FR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3AFBD7C1-D321-403D-8417-4DCDA746D71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QUAND ON ROULE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LES OMBRES EN ARRIÈRE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LA LUMIÈRE DU SOLEIL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RENCONTRE L'EAU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L'ESPRIT DE NOS PÈRES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DONNERA DE LA FORCE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ENSEMBLE,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NOUS LÈVERONS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AVEC LA MER DE L’OCCIDENT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FERONS DE CETTE TERRE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FERONS DE CETTE TERRE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NOTRE MAISON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LE NOUVEAU MONDE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LE NOUVEAU MONDE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LOI D'AMOUR NOUS CONDUIRA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NOS RÊVES TROUVERONT LEUR LIBERTÉ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LES YEUX DE DIEU POSÉS SUR NOUS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NOS ENFANTS SERONT COURAGEUX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CONSTRUIRONT SUR LA VIE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NOUS AVONS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DONNÉE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ILS FERONT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CETTE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TERRE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ILS FERONT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CETTE TERRE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LEUR MAISON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1521</TotalTime>
  <Words>768</Words>
  <Application>Microsoft Office PowerPoint</Application>
  <PresentationFormat>On-screen Show (4:3)</PresentationFormat>
  <Paragraphs>598</Paragraphs>
  <Slides>12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6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140</cp:revision>
  <dcterms:created xsi:type="dcterms:W3CDTF">2002-08-17T10:50:50Z</dcterms:created>
  <dcterms:modified xsi:type="dcterms:W3CDTF">2015-12-27T08:23:53Z</dcterms:modified>
</cp:coreProperties>
</file>