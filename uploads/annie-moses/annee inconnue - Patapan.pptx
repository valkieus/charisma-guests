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 varScale="1">
        <p:scale>
          <a:sx n="42" d="100"/>
          <a:sy n="42" d="100"/>
        </p:scale>
        <p:origin x="-18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F0F3BA0-0152-4280-84A2-E916CDAEF9A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7C5A184-A2E5-40C3-89DB-853E58A419AA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Willie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little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drum</a:t>
            </a:r>
            <a:r>
              <a:rPr lang="fr-FR" altLang="fr-FR" dirty="0" smtClean="0"/>
              <a:t> Robin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flute and 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And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merry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TU-RA-LU-RA-LU PAT-A-PAT-PAN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Tu-ra-lu-ra-lu Pat-a-pat-pan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Come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merry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Sing</a:t>
            </a:r>
            <a:r>
              <a:rPr lang="fr-FR" altLang="fr-FR" dirty="0" smtClean="0"/>
              <a:t> and dance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Christmas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To the King of Kings gave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When</a:t>
            </a:r>
            <a:r>
              <a:rPr lang="fr-FR" altLang="fr-FR" dirty="0" smtClean="0"/>
              <a:t> the men of </a:t>
            </a:r>
            <a:r>
              <a:rPr lang="fr-FR" altLang="fr-FR" dirty="0" err="1" smtClean="0"/>
              <a:t>olden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On the </a:t>
            </a:r>
            <a:r>
              <a:rPr lang="fr-FR" altLang="fr-FR" dirty="0" err="1" smtClean="0"/>
              <a:t>fife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drum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did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TU-RA-LU-RA-LU PAT-A-PAT-PAN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Tu-ra-lu-ra-lu Pat-a-pat-pan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Come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merry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and dance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Christmas </a:t>
            </a:r>
            <a:r>
              <a:rPr lang="fr-FR" altLang="fr-FR" dirty="0" err="1" smtClean="0"/>
              <a:t>day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88FA4-BAAE-43DD-93F7-86A15200F8B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9CB33-1CD1-4D6E-A9CF-DB96D248AA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23FD1-922E-4640-ADF5-BDC86B31649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87A64-1ACA-463F-BC07-2C48D112629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A0AA7-8391-4343-9B64-0C87475E0C0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EDD12-C4D4-4D16-AEAD-B8621749004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A16BB-5730-4B38-A2B2-F55F4986567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46CB7-A440-416D-8D6E-0437D9D879D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37B97-7461-4452-837E-632106EC76A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C34B8-942B-4C85-A18D-231A416C429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90107-49DD-4D42-A40D-48DE92E4974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CA5935AD-E500-431C-BFDB-97E20009E2F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WILLIE EMMÈNE TON PETIT TAMBOUR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ROBIN APPORTE TA FLÛTE ET VIENS</a:t>
            </a:r>
          </a:p>
          <a:p>
            <a:pPr algn="ctr" eaLnBrk="1" hangingPunct="1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SOIS JOYEUX PENDANT QUE TU JOUES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TU-RA-LU-RA-LU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PAT-A-PAT-PAN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SOIS JOYEUX PENDANT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JOUES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ET DANSE EN CE JOUR DE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LES ANCIENS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LOUAIENT LE ROI DES ROIS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JOUAIENT DE LA FLÛTE ET DU TAMBOUR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TU-RA-LU-RA-LU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PAT-A-PAT-PAN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SOIS JOYEUX PENDANT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TU JOUES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ET DANSE EN CE JOUR DE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1688</Words>
  <Application>Microsoft Office PowerPoint</Application>
  <PresentationFormat>On-screen Show (4:3)</PresentationFormat>
  <Paragraphs>416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139</cp:revision>
  <dcterms:created xsi:type="dcterms:W3CDTF">2002-08-17T10:50:50Z</dcterms:created>
  <dcterms:modified xsi:type="dcterms:W3CDTF">2015-12-25T21:50:28Z</dcterms:modified>
</cp:coreProperties>
</file>