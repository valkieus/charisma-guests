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0" r:id="rId2"/>
    <p:sldId id="271" r:id="rId3"/>
    <p:sldId id="272" r:id="rId4"/>
    <p:sldId id="273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36488" autoAdjust="0"/>
  </p:normalViewPr>
  <p:slideViewPr>
    <p:cSldViewPr>
      <p:cViewPr varScale="1">
        <p:scale>
          <a:sx n="31" d="100"/>
          <a:sy n="31" d="100"/>
        </p:scale>
        <p:origin x="-798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059C99B-86D8-4D25-B831-EF417113BB65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72E2B79-23B9-441F-9BEF-BF1A6613E84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MAINTENANT NOËL 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Noel sing we here
2-  RECONNAISSANTS CHANTONS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our grateful praises  To the maid so dear.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CHANTONS NOËL !  LE ROI EST NÉ, NOËL !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Noel!  The King is born, Noel! 
4-  CHANTONS MAINTENANT NOËL 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Sing we here, Noel!
</a:t>
            </a:r>
            <a:endParaRPr lang="fr-FR" dirty="0" smtClean="0"/>
          </a:p>
        </p:txBody>
      </p:sp>
      <p:sp>
        <p:nvSpPr>
          <p:cNvPr id="71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MAINTENANT NOËL CHANTONS NOËL ICI </a:t>
            </a:r>
          </a:p>
          <a:p>
            <a:r>
              <a:rPr lang="fr-FR" smtClean="0"/>
              <a:t>Sing we now of Christmas  Noel sing we here
2-  RECONNAISSANTS CHANTONS NOËL</a:t>
            </a:r>
          </a:p>
          <a:p>
            <a:r>
              <a:rPr lang="fr-FR" smtClean="0"/>
              <a:t>Sing our grateful praises  To the maid so dear.  </a:t>
            </a:r>
          </a:p>
          <a:p>
            <a:endParaRPr lang="fr-FR" smtClean="0"/>
          </a:p>
          <a:p>
            <a:r>
              <a:rPr lang="fr-FR" smtClean="0"/>
              <a:t>3-  CHANTONS NOËL !  LE ROI EST NÉ, NOËL !  </a:t>
            </a:r>
          </a:p>
          <a:p>
            <a:r>
              <a:rPr lang="fr-FR" smtClean="0"/>
              <a:t>Sing we Noel!  The King is born, Noel! 
4-  CHANTONS MAINTENANT NOËL CHANTONS NOËL ICI </a:t>
            </a:r>
          </a:p>
          <a:p>
            <a:r>
              <a:rPr lang="fr-FR" smtClean="0"/>
              <a:t>Sing we now of Christmas  Sing we here, Noel!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MAINTENANT NOËL 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Noel sing we here
2-  RECONNAISSANTS CHANTONS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our grateful praises  To the maid so dear.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CHANTONS NOËL !  LE ROI EST NÉ, NOËL !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Noel!  The King is born, Noel! 
4-  CHANTONS MAINTENANT NOËL 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Sing we here, Noel!
</a:t>
            </a:r>
            <a:endParaRPr 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MAINTENANT NOËL CHANTONS NOËL ICI </a:t>
            </a:r>
          </a:p>
          <a:p>
            <a:r>
              <a:rPr lang="fr-FR" smtClean="0"/>
              <a:t>Sing we now of Christmas  Noel sing we here
2-  RECONNAISSANTS CHANTONS NOËL</a:t>
            </a:r>
          </a:p>
          <a:p>
            <a:r>
              <a:rPr lang="fr-FR" smtClean="0"/>
              <a:t>Sing our grateful praises  To the maid so dear.  </a:t>
            </a:r>
          </a:p>
          <a:p>
            <a:endParaRPr lang="fr-FR" smtClean="0"/>
          </a:p>
          <a:p>
            <a:r>
              <a:rPr lang="fr-FR" smtClean="0"/>
              <a:t>3-  CHANTONS NOËL !  LE ROI EST NÉ, NOËL !  </a:t>
            </a:r>
          </a:p>
          <a:p>
            <a:r>
              <a:rPr lang="fr-FR" smtClean="0"/>
              <a:t>Sing we Noel!  The King is born, Noel! 
4-  CHANTONS MAINTENANT NOËL CHANTONS NOËL ICI </a:t>
            </a:r>
          </a:p>
          <a:p>
            <a:r>
              <a:rPr lang="fr-FR" smtClean="0"/>
              <a:t>Sing we now of Christmas  Sing we here, Noel!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MAINTENANT NOËL 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Noel sing we here
2-  RECONNAISSANTS CHANTONS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our grateful praises  To the maid so dear.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CHANTONS NOËL !  LE ROI EST NÉ, NOËL !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Noel!  The King is born, Noel! 
4-  CHANTONS MAINTENANT NOËL 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Sing we here, Noel!
</a:t>
            </a:r>
            <a:endParaRPr lang="fr-FR" dirty="0" smtClean="0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MAINTENANT NOËL CHANTONS NOËL ICI </a:t>
            </a:r>
          </a:p>
          <a:p>
            <a:r>
              <a:rPr lang="fr-FR" smtClean="0"/>
              <a:t>Sing we now of Christmas  Noel sing we here
2-  RECONNAISSANTS CHANTONS NOËL</a:t>
            </a:r>
          </a:p>
          <a:p>
            <a:r>
              <a:rPr lang="fr-FR" smtClean="0"/>
              <a:t>Sing our grateful praises  To the maid so dear.  </a:t>
            </a:r>
          </a:p>
          <a:p>
            <a:endParaRPr lang="fr-FR" smtClean="0"/>
          </a:p>
          <a:p>
            <a:r>
              <a:rPr lang="fr-FR" smtClean="0"/>
              <a:t>3-  CHANTONS NOËL !  LE ROI EST NÉ, NOËL !  </a:t>
            </a:r>
          </a:p>
          <a:p>
            <a:r>
              <a:rPr lang="fr-FR" smtClean="0"/>
              <a:t>Sing we Noel!  The King is born, Noel! 
4-  CHANTONS MAINTENANT NOËL CHANTONS NOËL ICI </a:t>
            </a:r>
          </a:p>
          <a:p>
            <a:r>
              <a:rPr lang="fr-FR" smtClean="0"/>
              <a:t>Sing we now of Christmas  Sing we here, Noel!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CHANTONS MAINTENANT NOËL 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Noel sing we here
2-  RECONNAISSANTS CHANTONS NOËL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our grateful praises  To the maid so dear. 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CHANTONS NOËL !  LE ROI EST NÉ, NOËL !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Noel!  The King is born, Noel! 
4-  CHANTONS MAINTENANT NOËL CHANTONS NOËL ICI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Sing we now of Christmas  Sing we here, Noel!
</a:t>
            </a:r>
            <a:endParaRPr lang="fr-FR" dirty="0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CHANTONS MAINTENANT NOËL CHANTONS NOËL ICI </a:t>
            </a:r>
          </a:p>
          <a:p>
            <a:r>
              <a:rPr lang="fr-FR" smtClean="0"/>
              <a:t>Sing we now of Christmas  Noel sing we here
2-  RECONNAISSANTS CHANTONS NOËL</a:t>
            </a:r>
          </a:p>
          <a:p>
            <a:r>
              <a:rPr lang="fr-FR" smtClean="0"/>
              <a:t>Sing our grateful praises  To the maid so dear.  </a:t>
            </a:r>
          </a:p>
          <a:p>
            <a:endParaRPr lang="fr-FR" smtClean="0"/>
          </a:p>
          <a:p>
            <a:r>
              <a:rPr lang="fr-FR" smtClean="0"/>
              <a:t>3-  CHANTONS NOËL !  LE ROI EST NÉ, NOËL !  </a:t>
            </a:r>
          </a:p>
          <a:p>
            <a:r>
              <a:rPr lang="fr-FR" smtClean="0"/>
              <a:t>Sing we Noel!  The King is born, Noel! 
4-  CHANTONS MAINTENANT NOËL CHANTONS NOËL ICI </a:t>
            </a:r>
          </a:p>
          <a:p>
            <a:r>
              <a:rPr lang="fr-FR" smtClean="0"/>
              <a:t>Sing we now of Christmas  Sing we here, Noel!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DC3FB-4854-49BA-8171-CE9AE4C970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3BD227-4885-4F61-9A5D-7596DA907D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6EE12E-02C5-4C03-94A0-6D4FEE60A4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45170-ACE8-4CDA-B76D-466283AAD9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29B09B-9F42-42AF-92E1-57E863D790D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EB1462-220B-45B5-8BBE-F847CDB2AC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32FEB5-9330-4AC1-9978-5F5C4F745D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A888E-C6C3-4AE5-BEF5-40E730B010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C05F5-E5AE-434B-9384-A06C6FECC6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D8C14-ED6E-450E-A57B-2EDE7F54D4C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85A0D-D3E2-4282-91A2-92B03A9BA2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7D4E85E-7779-4ED5-8954-8AE6944BE6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MAINTENANT NOËL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NOËL ICI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RECONNAISSANTS CHANTONS NOËL 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NOËL ! 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ROI EST NÉ, NOËL ! 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MAINTENANT NOËL </a:t>
            </a:r>
            <a:b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NOËL ICI</a:t>
            </a: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1459</TotalTime>
  <Words>108</Words>
  <Application>Microsoft Office PowerPoint</Application>
  <PresentationFormat>On-screen Show (4:3)</PresentationFormat>
  <Paragraphs>60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140</cp:revision>
  <dcterms:created xsi:type="dcterms:W3CDTF">2002-08-17T10:50:50Z</dcterms:created>
  <dcterms:modified xsi:type="dcterms:W3CDTF">2015-12-25T15:46:28Z</dcterms:modified>
</cp:coreProperties>
</file>