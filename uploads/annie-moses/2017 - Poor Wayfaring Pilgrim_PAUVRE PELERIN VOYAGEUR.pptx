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2" r:id="rId2"/>
    <p:sldId id="292" r:id="rId3"/>
    <p:sldId id="291" r:id="rId4"/>
    <p:sldId id="290" r:id="rId5"/>
    <p:sldId id="289" r:id="rId6"/>
    <p:sldId id="288" r:id="rId7"/>
    <p:sldId id="287" r:id="rId8"/>
    <p:sldId id="286" r:id="rId9"/>
    <p:sldId id="285" r:id="rId10"/>
    <p:sldId id="284" r:id="rId11"/>
    <p:sldId id="283" r:id="rId12"/>
    <p:sldId id="282" r:id="rId13"/>
    <p:sldId id="281" r:id="rId14"/>
    <p:sldId id="280" r:id="rId15"/>
    <p:sldId id="279" r:id="rId16"/>
    <p:sldId id="278" r:id="rId17"/>
    <p:sldId id="277" r:id="rId18"/>
    <p:sldId id="276" r:id="rId19"/>
    <p:sldId id="275" r:id="rId20"/>
    <p:sldId id="274" r:id="rId21"/>
    <p:sldId id="293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5700" autoAdjust="0"/>
  </p:normalViewPr>
  <p:slideViewPr>
    <p:cSldViewPr>
      <p:cViewPr>
        <p:scale>
          <a:sx n="87" d="100"/>
          <a:sy n="87" d="100"/>
        </p:scale>
        <p:origin x="15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7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4BA0582-21C4-4D24-BB70-4DADF9A0DC23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C6D4187-ED72-47D3-87C0-50F2AEEDF062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SUIS UN PAUVRE PÈLERIN VOYAGEUR  EN VOYAGEANT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poor</a:t>
            </a:r>
            <a:r>
              <a:rPr lang="fr-FR" dirty="0" smtClean="0"/>
              <a:t> </a:t>
            </a:r>
            <a:r>
              <a:rPr lang="fr-FR" dirty="0" err="1" smtClean="0"/>
              <a:t>wayfaring</a:t>
            </a:r>
            <a:r>
              <a:rPr lang="fr-FR" dirty="0" smtClean="0"/>
              <a:t> </a:t>
            </a:r>
            <a:r>
              <a:rPr lang="fr-FR" dirty="0" err="1" smtClean="0"/>
              <a:t>pilgrim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traveling 
2-  DANS CE MONDE DE MALHEUR IL N'Y A PAS DE MALADIE </a:t>
            </a:r>
          </a:p>
          <a:p>
            <a:pPr>
              <a:defRPr/>
            </a:pPr>
            <a:r>
              <a:rPr lang="fr-FR" dirty="0" smtClean="0"/>
              <a:t>in </a:t>
            </a:r>
            <a:r>
              <a:rPr lang="fr-FR" dirty="0" err="1" smtClean="0"/>
              <a:t>this</a:t>
            </a:r>
            <a:r>
              <a:rPr lang="fr-FR" dirty="0" smtClean="0"/>
              <a:t> world of </a:t>
            </a:r>
            <a:r>
              <a:rPr lang="fr-FR" dirty="0" err="1" smtClean="0"/>
              <a:t>woe</a:t>
            </a:r>
            <a:r>
              <a:rPr lang="fr-FR" dirty="0" smtClean="0"/>
              <a:t> There </a:t>
            </a:r>
            <a:r>
              <a:rPr lang="fr-FR" dirty="0" err="1" smtClean="0"/>
              <a:t>is</a:t>
            </a:r>
            <a:r>
              <a:rPr lang="fr-FR" dirty="0" smtClean="0"/>
              <a:t> no </a:t>
            </a:r>
            <a:r>
              <a:rPr lang="fr-FR" dirty="0" err="1" smtClean="0"/>
              <a:t>sickness</a:t>
            </a:r>
            <a:r>
              <a:rPr lang="fr-FR" dirty="0" smtClean="0"/>
              <a:t>
3-  DANGER NI LABEUR DANS CE BRILLANT PAYS OÙ JE VAIS </a:t>
            </a:r>
          </a:p>
          <a:p>
            <a:pPr>
              <a:defRPr/>
            </a:pPr>
            <a:r>
              <a:rPr lang="fr-FR" dirty="0" smtClean="0"/>
              <a:t>, </a:t>
            </a:r>
            <a:r>
              <a:rPr lang="fr-FR" dirty="0" err="1" smtClean="0"/>
              <a:t>toil</a:t>
            </a:r>
            <a:r>
              <a:rPr lang="fr-FR" dirty="0" smtClean="0"/>
              <a:t> or danger In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bright</a:t>
            </a:r>
            <a:r>
              <a:rPr lang="fr-FR" dirty="0" smtClean="0"/>
              <a:t> land to </a:t>
            </a:r>
            <a:r>
              <a:rPr lang="fr-FR" dirty="0" err="1" smtClean="0"/>
              <a:t>which</a:t>
            </a:r>
            <a:r>
              <a:rPr lang="fr-FR" dirty="0" smtClean="0"/>
              <a:t> I go
4-  JE VAIS LÀ-BAS POUR VOIR MON PÈRE JE VAIS LÀ-BAS POUR NE PLUS ERRER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 
5-  JE VAIS SEULEMENT DE L’AUTRE CÔTÉ DU JOURDAIN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
6-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dirty="0" smtClean="0"/>
              <a:t>I know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clouds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gather</a:t>
            </a:r>
            <a:r>
              <a:rPr lang="fr-FR" dirty="0" smtClean="0"/>
              <a:t> over me
8-  JE SAIS QUE MON CHEMIN EST PIERREUX ET DUR </a:t>
            </a:r>
          </a:p>
          <a:p>
            <a:pPr>
              <a:defRPr/>
            </a:pPr>
            <a:r>
              <a:rPr lang="fr-FR" dirty="0" smtClean="0"/>
              <a:t>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rough and </a:t>
            </a:r>
            <a:r>
              <a:rPr lang="fr-FR" dirty="0" err="1" smtClean="0"/>
              <a:t>steep</a:t>
            </a:r>
            <a:r>
              <a:rPr lang="fr-FR" dirty="0" smtClean="0"/>
              <a:t>
9-  MAIS UNE TERRE EN OR SE TROUVE DEVANT MOI </a:t>
            </a:r>
          </a:p>
          <a:p>
            <a:pPr>
              <a:defRPr/>
            </a:pPr>
            <a:r>
              <a:rPr lang="fr-FR" dirty="0" smtClean="0"/>
              <a:t>But golden </a:t>
            </a:r>
            <a:r>
              <a:rPr lang="fr-FR" dirty="0" err="1" smtClean="0"/>
              <a:t>fields</a:t>
            </a:r>
            <a:r>
              <a:rPr lang="fr-FR" dirty="0" smtClean="0"/>
              <a:t> lie out </a:t>
            </a:r>
            <a:r>
              <a:rPr lang="fr-FR" dirty="0" err="1" smtClean="0"/>
              <a:t>before</a:t>
            </a:r>
            <a:r>
              <a:rPr lang="fr-FR" dirty="0" smtClean="0"/>
              <a:t> me
10-  OÙ DES COEURS LAS NE PLEURERONT PLUS </a:t>
            </a:r>
          </a:p>
          <a:p>
            <a:pPr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weary</a:t>
            </a:r>
            <a:r>
              <a:rPr lang="fr-FR" dirty="0" smtClean="0"/>
              <a:t> </a:t>
            </a:r>
            <a:r>
              <a:rPr lang="fr-FR" dirty="0" err="1" smtClean="0"/>
              <a:t>hearts</a:t>
            </a:r>
            <a:r>
              <a:rPr lang="fr-FR" dirty="0" smtClean="0"/>
              <a:t> no more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weep</a:t>
            </a:r>
            <a:r>
              <a:rPr lang="fr-FR" dirty="0" smtClean="0"/>
              <a:t>
11-  JE VAIS LÀ-BAS POUR VOIR MA MÈRE JE VAIS LÀ-BAS POUR NE PLUS ERRER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mother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
12-  JE VAIS SEULEMENT DE L’AUTRE CÔTÉ DU JOURDAIN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
13-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JE VEUX PORTER CETTE COURONNE DE GLOIRE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to wear, </a:t>
            </a:r>
            <a:r>
              <a:rPr lang="fr-FR" dirty="0" err="1" smtClean="0"/>
              <a:t>that</a:t>
            </a:r>
            <a:r>
              <a:rPr lang="fr-FR" dirty="0" smtClean="0"/>
              <a:t> crown of </a:t>
            </a:r>
            <a:r>
              <a:rPr lang="fr-FR" dirty="0" err="1" smtClean="0"/>
              <a:t>glory</a:t>
            </a:r>
            <a:r>
              <a:rPr lang="fr-FR" dirty="0" smtClean="0"/>
              <a:t>
15-  QUAND JE RENTRERAI CHEZ MOI DANS CE BON PAYS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home, To </a:t>
            </a:r>
            <a:r>
              <a:rPr lang="fr-FR" dirty="0" err="1" smtClean="0"/>
              <a:t>that</a:t>
            </a:r>
            <a:r>
              <a:rPr lang="fr-FR" smtClean="0"/>
              <a:t> good land,
16-  JE VEUX CRIER, L'HISTOIRE DU SALUT AVEC L’ORCHESTRE DES RACHETÉS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shout</a:t>
            </a:r>
            <a:r>
              <a:rPr lang="fr-FR" dirty="0" smtClean="0"/>
              <a:t>! </a:t>
            </a:r>
            <a:r>
              <a:rPr lang="fr-FR" dirty="0" err="1" smtClean="0"/>
              <a:t>Salvation's</a:t>
            </a:r>
            <a:r>
              <a:rPr lang="fr-FR" dirty="0" smtClean="0"/>
              <a:t> story In concert </a:t>
            </a:r>
            <a:r>
              <a:rPr lang="fr-FR" dirty="0" err="1" smtClean="0"/>
              <a:t>with</a:t>
            </a:r>
            <a:r>
              <a:rPr lang="fr-FR" dirty="0" smtClean="0"/>
              <a:t> the </a:t>
            </a:r>
            <a:r>
              <a:rPr lang="fr-FR" dirty="0" err="1" smtClean="0"/>
              <a:t>blood</a:t>
            </a:r>
            <a:r>
              <a:rPr lang="fr-FR" dirty="0" smtClean="0"/>
              <a:t>-</a:t>
            </a:r>
            <a:r>
              <a:rPr lang="fr-FR" dirty="0" err="1" smtClean="0"/>
              <a:t>washed</a:t>
            </a:r>
            <a:r>
              <a:rPr lang="fr-FR" dirty="0" smtClean="0"/>
              <a:t> band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17-  JE VAIS LÀ-BAS POUR VOIR MON SAUVEUR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r>
              <a:rPr lang="fr-FR" dirty="0" smtClean="0"/>
              <a:t>
18-  JE VAIS LÀ-BAS POUR NE PLUS ERRER JE VAIS SEULEMENT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
19-  DE L’AUTRE CÔTÉ DU JOURDAIN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poor</a:t>
            </a:r>
            <a:r>
              <a:rPr lang="fr-FR" dirty="0" smtClean="0"/>
              <a:t> </a:t>
            </a:r>
            <a:r>
              <a:rPr lang="fr-FR" dirty="0" err="1" smtClean="0"/>
              <a:t>wayfaring</a:t>
            </a:r>
            <a:r>
              <a:rPr lang="fr-FR" dirty="0" smtClean="0"/>
              <a:t> </a:t>
            </a:r>
            <a:r>
              <a:rPr lang="fr-FR" dirty="0" err="1" smtClean="0"/>
              <a:t>Pilgrim</a:t>
            </a:r>
            <a:r>
              <a:rPr lang="fr-FR" dirty="0" smtClean="0"/>
              <a:t> and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21-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C12B4-1B18-4A6B-8B4A-05120363E47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721510-599A-4D64-881D-27435B071E2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85DCE2-8E01-43B2-9C05-D52937E846F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5D82F3-7558-407A-8077-B9AC9510C42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D67118-B7E5-46FE-AB1E-E84403B91B3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38F1AF-B15D-4B00-9B11-6C6616C7C4F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783BD-9AA8-4581-AFE5-40D4290943E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C5C670-46A7-40A5-A74B-9569D35B43A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256027-F963-4AB2-8850-6886C2A4818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FF61C3-45BA-42F6-B950-CFDAA7357A9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63138-330E-42D2-86FB-92D674B8DE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2A15D74-B1FD-4A79-930C-EB29D6F1D1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PAUVRE PÈLERIN VOYAGEUR 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VOYAGEANT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MONDE DE MALHEUR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N'Y A PAS DE MALADIE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DANGER NI LABEUR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BRILLANT PAYS OÙ JE VAIS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VOIR MON PÈRE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NE PLUS ERRER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JOURDAIN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DES NUAGES SOMBRES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RÉUNIRONT AU-DESSUS DE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MON CHEMIN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PIERREUX ET DUR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UNE TERRE EN OR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TROUVE DEVANT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DES COEURS LAS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PLEURERONT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VOIR MA MÈRE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NE PLUS ERRER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JOURDAIN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PORTER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COURONNE DE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RENTRERAI CHEZ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BON PAYS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CRIER L'HISTOIRE DU SALUT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L’ORCHESTRE DES RACHETÉS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VOIR MON SAUVEUR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NE PLUS ERRER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JOURDAIN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PAUVRE PÈLERIN VOYAGEUR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VAIS SEULEMENT CHEZ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480</Words>
  <Application>Microsoft Office PowerPoint</Application>
  <PresentationFormat>On-screen Show (4:3)</PresentationFormat>
  <Paragraphs>1383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134</cp:revision>
  <dcterms:created xsi:type="dcterms:W3CDTF">2002-08-17T10:50:50Z</dcterms:created>
  <dcterms:modified xsi:type="dcterms:W3CDTF">2017-04-15T16:06:48Z</dcterms:modified>
</cp:coreProperties>
</file>