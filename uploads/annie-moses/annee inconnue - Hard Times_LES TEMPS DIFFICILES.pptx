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3" r:id="rId2"/>
    <p:sldId id="307" r:id="rId3"/>
    <p:sldId id="306" r:id="rId4"/>
    <p:sldId id="305" r:id="rId5"/>
    <p:sldId id="304" r:id="rId6"/>
    <p:sldId id="303" r:id="rId7"/>
    <p:sldId id="302" r:id="rId8"/>
    <p:sldId id="301" r:id="rId9"/>
    <p:sldId id="300" r:id="rId10"/>
    <p:sldId id="299" r:id="rId11"/>
    <p:sldId id="298" r:id="rId12"/>
    <p:sldId id="297" r:id="rId13"/>
    <p:sldId id="296" r:id="rId14"/>
    <p:sldId id="295" r:id="rId15"/>
    <p:sldId id="294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00" autoAdjust="0"/>
  </p:normalViewPr>
  <p:slideViewPr>
    <p:cSldViewPr>
      <p:cViewPr>
        <p:scale>
          <a:sx n="64" d="100"/>
          <a:sy n="64" d="100"/>
        </p:scale>
        <p:origin x="-1338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E73B145-10C5-4B64-A59D-0DFB171BC52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0886A6-8A37-40A3-9B7F-C7C4D22C1CC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E5085-30B3-4880-9349-BBBF91415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47634-5FB5-48A5-A63E-E5E2217DFA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3337E-B012-45B6-BAD1-F896E092B3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1E585-6AE5-4693-AACC-984925BD1E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C5A4C-384A-40E9-B168-BCEDFB0418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1662C3-5FA2-4593-9C0F-EE26DF8EC5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AE0A1-DAAA-42A0-8D34-F67BD47B21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35BA2-0C3E-4CF8-8226-F820493332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51BBD-4163-40F5-A599-956CEC3719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B9BC44-B3FD-41C9-B8A7-AD9C1E5514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DB827-F7CA-4060-9614-C177F7ADF1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CD314F1-780D-4A47-A473-7CE5E72EBA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ARRÊTONS-NOUS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LES PLAISIRS DE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COMPTER TOUTES SES LARMES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TANDIS QUE NOUS PLEURONS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AVEC LES PAUVRES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CHANT QUI JOUERA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À NOS OREILLES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TEMPS DIFFICILES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REVENEZ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LE CHANT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SOUPIR DES ABATTUS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TEMPS DIFFICILES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TEMPS DIFFICILES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REVENEZ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LONGTEMPS,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ÊTES RESTÉS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PRÈS DE MA PORTE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TEMPS DIFFICILES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REVENEZ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TANDIS QUE NOUS CHERCHONS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GAITÉ ET LA BEAUTÉ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LUMIÈRE DE LA MUSIQUE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DES OMBRES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DERRIÈRE LA PORTE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SANS DIRE UN MOT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LEURS REGARDS SUPPLIANTS DIRONT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TEMPS DIFFICILES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REVENEZ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563</Words>
  <Application>Microsoft Office PowerPoint</Application>
  <PresentationFormat>On-screen Show (4:3)</PresentationFormat>
  <Paragraphs>627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137</cp:revision>
  <dcterms:created xsi:type="dcterms:W3CDTF">2002-08-17T10:50:50Z</dcterms:created>
  <dcterms:modified xsi:type="dcterms:W3CDTF">2015-12-27T08:29:17Z</dcterms:modified>
</cp:coreProperties>
</file>