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76" r:id="rId2"/>
    <p:sldId id="295" r:id="rId3"/>
    <p:sldId id="294" r:id="rId4"/>
    <p:sldId id="293" r:id="rId5"/>
    <p:sldId id="292" r:id="rId6"/>
    <p:sldId id="291" r:id="rId7"/>
    <p:sldId id="290" r:id="rId8"/>
    <p:sldId id="289" r:id="rId9"/>
    <p:sldId id="288" r:id="rId10"/>
    <p:sldId id="287" r:id="rId11"/>
    <p:sldId id="286" r:id="rId12"/>
    <p:sldId id="285" r:id="rId13"/>
    <p:sldId id="282" r:id="rId14"/>
    <p:sldId id="281" r:id="rId15"/>
    <p:sldId id="280" r:id="rId16"/>
    <p:sldId id="279" r:id="rId17"/>
    <p:sldId id="278" r:id="rId18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593" autoAdjust="0"/>
    <p:restoredTop sz="45514" autoAdjust="0"/>
  </p:normalViewPr>
  <p:slideViewPr>
    <p:cSldViewPr>
      <p:cViewPr varScale="1">
        <p:scale>
          <a:sx n="40" d="100"/>
          <a:sy n="40" d="100"/>
        </p:scale>
        <p:origin x="-222" y="-1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Franklin Gothic Medium" pitchFamily="34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Franklin Gothic Medium" pitchFamily="34" charset="0"/>
              </a:defRPr>
            </a:lvl1pPr>
          </a:lstStyle>
          <a:p>
            <a:pPr>
              <a:defRPr/>
            </a:pPr>
            <a:fld id="{8325AAB1-675A-4280-A050-A7AB5571B922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Franklin Gothic Medium" pitchFamily="34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Franklin Gothic Medium" pitchFamily="34" charset="0"/>
              </a:defRPr>
            </a:lvl1pPr>
          </a:lstStyle>
          <a:p>
            <a:pPr>
              <a:defRPr/>
            </a:pPr>
            <a:fld id="{D1E3EA45-C1E8-4DAA-9849-B2983478416A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SON COEUR ÉTAIT DOUX</a:t>
            </a:r>
          </a:p>
          <a:p>
            <a:pPr>
              <a:defRPr/>
            </a:pPr>
            <a:r>
              <a:rPr lang="fr-FR" smtClean="0"/>
              <a:t>His heart was kind
2-  IL Y AVAIT LA FORCE DANS SES YEUX </a:t>
            </a:r>
          </a:p>
          <a:p>
            <a:pPr>
              <a:defRPr/>
            </a:pPr>
            <a:r>
              <a:rPr lang="fr-FR" smtClean="0"/>
              <a:t>And strength was in His eyes</a:t>
            </a:r>
          </a:p>
          <a:p>
            <a:pPr>
              <a:defRPr/>
            </a:pPr>
            <a:r>
              <a:rPr lang="fr-FR" smtClean="0"/>
              <a:t>3-  CE N ÉTAIT PAS UN DÉGUISEMENT IL AVAIT UNE MISSION </a:t>
            </a:r>
          </a:p>
          <a:p>
            <a:pPr>
              <a:defRPr/>
            </a:pPr>
            <a:r>
              <a:rPr lang="fr-FR" smtClean="0"/>
              <a:t>He wore no disguise He had a mission</a:t>
            </a:r>
          </a:p>
          <a:p>
            <a:pPr>
              <a:defRPr/>
            </a:pPr>
            <a:r>
              <a:rPr lang="fr-FR" smtClean="0"/>
              <a:t>4-  IL N A RIEN DIT</a:t>
            </a:r>
          </a:p>
          <a:p>
            <a:pPr>
              <a:defRPr/>
            </a:pPr>
            <a:r>
              <a:rPr lang="fr-FR" smtClean="0"/>
              <a:t>He spoke no words</a:t>
            </a:r>
          </a:p>
          <a:p>
            <a:pPr>
              <a:defRPr/>
            </a:pPr>
            <a:r>
              <a:rPr lang="fr-FR" smtClean="0"/>
              <a:t>5-  QUAND ILS SE SONT MOQUÉS ET L’ONT FRAPPÉ </a:t>
            </a:r>
          </a:p>
          <a:p>
            <a:pPr>
              <a:defRPr/>
            </a:pPr>
            <a:r>
              <a:rPr lang="fr-FR" smtClean="0"/>
              <a:t>As they mocked and hit</a:t>
            </a:r>
          </a:p>
          <a:p>
            <a:pPr>
              <a:defRPr/>
            </a:pPr>
            <a:r>
              <a:rPr lang="fr-FR" smtClean="0"/>
              <a:t>6-  ET CELA LUI ÉTAIT ÉGAL IL SAVAIT CE QU’IL POURSUIVAIT </a:t>
            </a:r>
          </a:p>
          <a:p>
            <a:pPr>
              <a:defRPr/>
            </a:pPr>
            <a:r>
              <a:rPr lang="fr-FR" smtClean="0"/>
              <a:t>And it didn't matter He knew what he was after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7-  ET SON COEUR S EST BRISÉ ET SON SOUFFLÉ S EST COUPÉ </a:t>
            </a:r>
          </a:p>
          <a:p>
            <a:pPr>
              <a:defRPr/>
            </a:pPr>
            <a:r>
              <a:rPr lang="fr-FR" smtClean="0"/>
              <a:t>	And His heart broke And His breath choked</a:t>
            </a:r>
          </a:p>
          <a:p>
            <a:pPr>
              <a:defRPr/>
            </a:pPr>
            <a:r>
              <a:rPr lang="fr-FR" smtClean="0"/>
              <a:t>	8-  ET LE FOUET S EST DÉCHIRÉ  SOUS LES COUPS </a:t>
            </a:r>
          </a:p>
          <a:p>
            <a:pPr>
              <a:defRPr/>
            </a:pPr>
            <a:r>
              <a:rPr lang="fr-FR" smtClean="0"/>
              <a:t>	And the whip did rip with a mean stroke
	9-  ET SA CHAIR A ÉTÉ DÉCHIRÉE ET LE SANG À COULÉ </a:t>
            </a:r>
          </a:p>
          <a:p>
            <a:pPr>
              <a:defRPr/>
            </a:pPr>
            <a:r>
              <a:rPr lang="fr-FR" smtClean="0"/>
              <a:t>	And the flesh tore, and the blood poured
	10-  ET NOTRE PÉCHÉ L’A PERCÉ COMME UNE ÉPINE AIGUISÉE </a:t>
            </a:r>
          </a:p>
          <a:p>
            <a:pPr>
              <a:defRPr/>
            </a:pPr>
            <a:r>
              <a:rPr lang="fr-FR" smtClean="0"/>
              <a:t>	And our sin dug in like a sharp thorn
	11-  MAIS IL NE S EST PAS BATTU QUAND LE MARTEAU A FRAPPÉ </a:t>
            </a:r>
          </a:p>
          <a:p>
            <a:pPr>
              <a:defRPr/>
            </a:pPr>
            <a:r>
              <a:rPr lang="fr-FR" smtClean="0"/>
              <a:t>	But he did not fight when the hammer fell
	12-  SON AMOUR ÉTAIT DUR COMME DES CLOUS </a:t>
            </a:r>
          </a:p>
          <a:p>
            <a:pPr>
              <a:defRPr/>
            </a:pPr>
            <a:r>
              <a:rPr lang="fr-FR" smtClean="0"/>
              <a:t>	His love was tough as nails
	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IL A PRIS LA CROIX ET A TREBUCHÉ SUR LA COLLINE </a:t>
            </a:r>
          </a:p>
          <a:p>
            <a:pPr>
              <a:defRPr/>
            </a:pPr>
            <a:r>
              <a:rPr lang="fr-FR" smtClean="0"/>
              <a:t>He took the Cross And stumbled up the hill
14-  IL NE S EST PAS ARRÉTÉ JUSQU’À CE QUE LE TRAVAIL SOIT FAIT </a:t>
            </a:r>
          </a:p>
          <a:p>
            <a:pPr>
              <a:defRPr/>
            </a:pPr>
            <a:r>
              <a:rPr lang="fr-FR" smtClean="0"/>
              <a:t>He would not quit until The work was finished</a:t>
            </a:r>
          </a:p>
          <a:p>
            <a:pPr>
              <a:defRPr/>
            </a:pPr>
            <a:r>
              <a:rPr lang="fr-FR" smtClean="0"/>
              <a:t>15-  LE JOUR S’EST ASSOMBRI LE MARTEAU FRAPPE AVEC DOULEUR </a:t>
            </a:r>
          </a:p>
          <a:p>
            <a:pPr>
              <a:defRPr/>
            </a:pPr>
            <a:r>
              <a:rPr lang="fr-FR" smtClean="0"/>
              <a:t>The day turned dark The hammer pounded pain
16-  ET SA RÉPONSE FINALE ÉTAIT PÈRE, PARDONNE LEUR! </a:t>
            </a:r>
          </a:p>
          <a:p>
            <a:pPr>
              <a:defRPr/>
            </a:pPr>
            <a:r>
              <a:rPr lang="fr-FR" smtClean="0"/>
              <a:t>Then His final answer rang "Father, forgive them!”
17-  C EST LE VÉRITABLE AMOUR QUI LE CONDUISAIT </a:t>
            </a:r>
          </a:p>
          <a:p>
            <a:pPr>
              <a:defRPr/>
            </a:pPr>
            <a:r>
              <a:rPr lang="fr-FR" smtClean="0"/>
              <a:t>It was the Love of Loves that drove Him</a:t>
            </a:r>
          </a:p>
          <a:p>
            <a:pPr>
              <a:defRPr/>
            </a:pPr>
            <a:endParaRPr lang="fr-FR" dirty="0" smtClean="0"/>
          </a:p>
        </p:txBody>
      </p:sp>
      <p:sp>
        <p:nvSpPr>
          <p:cNvPr id="204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SON COEUR ÉTAIT DOUX</a:t>
            </a:r>
          </a:p>
          <a:p>
            <a:r>
              <a:rPr lang="fr-FR" smtClean="0"/>
              <a:t>His heart was kind
2-  IL Y AVAIT LA FORCE DANS SES YEUX </a:t>
            </a:r>
          </a:p>
          <a:p>
            <a:r>
              <a:rPr lang="fr-FR" smtClean="0"/>
              <a:t>And strength was in His eyes</a:t>
            </a:r>
          </a:p>
          <a:p>
            <a:r>
              <a:rPr lang="fr-FR" smtClean="0"/>
              <a:t>3-  CE N ÉTAIT PAS UN DÉGUISEMENT IL AVAIT UNE MISSION </a:t>
            </a:r>
          </a:p>
          <a:p>
            <a:r>
              <a:rPr lang="fr-FR" smtClean="0"/>
              <a:t>He wore no disguise He had a mission</a:t>
            </a:r>
          </a:p>
          <a:p>
            <a:r>
              <a:rPr lang="fr-FR" smtClean="0"/>
              <a:t>4-  IL N A RIEN DIT</a:t>
            </a:r>
          </a:p>
          <a:p>
            <a:r>
              <a:rPr lang="fr-FR" smtClean="0"/>
              <a:t>He spoke no words</a:t>
            </a:r>
          </a:p>
          <a:p>
            <a:r>
              <a:rPr lang="fr-FR" smtClean="0"/>
              <a:t>5-  QUAND ILS SE SONT MOQUÉS ET L’ONT FRAPPÉ </a:t>
            </a:r>
          </a:p>
          <a:p>
            <a:r>
              <a:rPr lang="fr-FR" smtClean="0"/>
              <a:t>As they mocked and hit</a:t>
            </a:r>
          </a:p>
          <a:p>
            <a:r>
              <a:rPr lang="fr-FR" smtClean="0"/>
              <a:t>6-  ET CELA LUI ÉTAIT ÉGAL IL SAVAIT CE QU’IL POURSUIVAIT </a:t>
            </a:r>
          </a:p>
          <a:p>
            <a:r>
              <a:rPr lang="fr-FR" smtClean="0"/>
              <a:t>And it didn't matter He knew what he was after </a:t>
            </a:r>
          </a:p>
          <a:p>
            <a:endParaRPr lang="fr-FR" smtClean="0"/>
          </a:p>
          <a:p>
            <a:r>
              <a:rPr lang="fr-FR" smtClean="0"/>
              <a:t>	7-  ET SON COEUR S EST BRISÉ ET SON SOUFFLÉ S EST COUPÉ </a:t>
            </a:r>
          </a:p>
          <a:p>
            <a:r>
              <a:rPr lang="fr-FR" smtClean="0"/>
              <a:t>	And His heart broke And His breath choked</a:t>
            </a:r>
          </a:p>
          <a:p>
            <a:r>
              <a:rPr lang="fr-FR" smtClean="0"/>
              <a:t>	8-  ET LE FOUET S EST DÉCHIRÉ  SOUS LES COUPS </a:t>
            </a:r>
          </a:p>
          <a:p>
            <a:r>
              <a:rPr lang="fr-FR" smtClean="0"/>
              <a:t>	And the whip did rip with a mean stroke
	9-  ET SA CHAIR A ÉTÉ DÉCHIRÉE ET LE SANG À COULÉ </a:t>
            </a:r>
          </a:p>
          <a:p>
            <a:r>
              <a:rPr lang="fr-FR" smtClean="0"/>
              <a:t>	And the flesh tore, and the blood poured
	10-  ET NOTRE PÉCHÉ L’A PERCÉ COMME UNE ÉPINE AIGUISÉE </a:t>
            </a:r>
          </a:p>
          <a:p>
            <a:r>
              <a:rPr lang="fr-FR" smtClean="0"/>
              <a:t>	And our sin dug in like a sharp thorn
	11-  MAIS IL NE S EST PAS BATTU QUAND LE MARTEAU A FRAPPÉ </a:t>
            </a:r>
          </a:p>
          <a:p>
            <a:r>
              <a:rPr lang="fr-FR" smtClean="0"/>
              <a:t>	But he did not fight when the hammer fell
	12-  SON AMOUR ÉTAIT DUR COMME DES CLOUS </a:t>
            </a:r>
          </a:p>
          <a:p>
            <a:r>
              <a:rPr lang="fr-FR" smtClean="0"/>
              <a:t>	His love was tough as nails
	</a:t>
            </a:r>
          </a:p>
          <a:p>
            <a:endParaRPr lang="fr-FR" smtClean="0"/>
          </a:p>
          <a:p>
            <a:r>
              <a:rPr lang="fr-FR" smtClean="0"/>
              <a:t>13-  IL A PRIS LA CROIX ET A TREBUCHÉ SUR LA COLLINE </a:t>
            </a:r>
          </a:p>
          <a:p>
            <a:r>
              <a:rPr lang="fr-FR" smtClean="0"/>
              <a:t>He took the Cross And stumbled up the hill
14-  IL NE S EST PAS ARRÉTÉ JUSQU’À CE QUE LE TRAVAIL SOIT FAIT </a:t>
            </a:r>
          </a:p>
          <a:p>
            <a:r>
              <a:rPr lang="fr-FR" smtClean="0"/>
              <a:t>He would not quit until The work was finished</a:t>
            </a:r>
          </a:p>
          <a:p>
            <a:r>
              <a:rPr lang="fr-FR" smtClean="0"/>
              <a:t>15-  LE JOUR S’EST ASSOMBRI LE MARTEAU FRAPPE AVEC DOULEUR </a:t>
            </a:r>
          </a:p>
          <a:p>
            <a:r>
              <a:rPr lang="fr-FR" smtClean="0"/>
              <a:t>The day turned dark The hammer pounded pain
16-  ET SA RÉPONSE FINALE ÉTAIT PÈRE, PARDONNE LEUR! </a:t>
            </a:r>
          </a:p>
          <a:p>
            <a:r>
              <a:rPr lang="fr-FR" smtClean="0"/>
              <a:t>Then His final answer rang "Father, forgive them!”
17-  C EST LE VÉRITABLE AMOUR QUI LE CONDUISAIT </a:t>
            </a:r>
          </a:p>
          <a:p>
            <a:r>
              <a:rPr lang="fr-FR" smtClean="0"/>
              <a:t>It was the Love of Loves that drove Him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SON COEUR ÉTAIT DOUX</a:t>
            </a:r>
          </a:p>
          <a:p>
            <a:pPr>
              <a:defRPr/>
            </a:pPr>
            <a:r>
              <a:rPr lang="fr-FR" smtClean="0"/>
              <a:t>His heart was kind
2-  IL Y AVAIT LA FORCE DANS SES YEUX </a:t>
            </a:r>
          </a:p>
          <a:p>
            <a:pPr>
              <a:defRPr/>
            </a:pPr>
            <a:r>
              <a:rPr lang="fr-FR" smtClean="0"/>
              <a:t>And strength was in His eyes</a:t>
            </a:r>
          </a:p>
          <a:p>
            <a:pPr>
              <a:defRPr/>
            </a:pPr>
            <a:r>
              <a:rPr lang="fr-FR" smtClean="0"/>
              <a:t>3-  CE N ÉTAIT PAS UN DÉGUISEMENT IL AVAIT UNE MISSION </a:t>
            </a:r>
          </a:p>
          <a:p>
            <a:pPr>
              <a:defRPr/>
            </a:pPr>
            <a:r>
              <a:rPr lang="fr-FR" smtClean="0"/>
              <a:t>He wore no disguise He had a mission</a:t>
            </a:r>
          </a:p>
          <a:p>
            <a:pPr>
              <a:defRPr/>
            </a:pPr>
            <a:r>
              <a:rPr lang="fr-FR" smtClean="0"/>
              <a:t>4-  IL N A RIEN DIT</a:t>
            </a:r>
          </a:p>
          <a:p>
            <a:pPr>
              <a:defRPr/>
            </a:pPr>
            <a:r>
              <a:rPr lang="fr-FR" smtClean="0"/>
              <a:t>He spoke no words</a:t>
            </a:r>
          </a:p>
          <a:p>
            <a:pPr>
              <a:defRPr/>
            </a:pPr>
            <a:r>
              <a:rPr lang="fr-FR" smtClean="0"/>
              <a:t>5-  QUAND ILS SE SONT MOQUÉS ET L’ONT FRAPPÉ </a:t>
            </a:r>
          </a:p>
          <a:p>
            <a:pPr>
              <a:defRPr/>
            </a:pPr>
            <a:r>
              <a:rPr lang="fr-FR" smtClean="0"/>
              <a:t>As they mocked and hit</a:t>
            </a:r>
          </a:p>
          <a:p>
            <a:pPr>
              <a:defRPr/>
            </a:pPr>
            <a:r>
              <a:rPr lang="fr-FR" smtClean="0"/>
              <a:t>6-  ET CELA LUI ÉTAIT ÉGAL IL SAVAIT CE QU’IL POURSUIVAIT </a:t>
            </a:r>
          </a:p>
          <a:p>
            <a:pPr>
              <a:defRPr/>
            </a:pPr>
            <a:r>
              <a:rPr lang="fr-FR" smtClean="0"/>
              <a:t>And it didn't matter He knew what he was after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7-  ET SON COEUR S EST BRISÉ ET SON SOUFFLÉ S EST COUPÉ </a:t>
            </a:r>
          </a:p>
          <a:p>
            <a:pPr>
              <a:defRPr/>
            </a:pPr>
            <a:r>
              <a:rPr lang="fr-FR" smtClean="0"/>
              <a:t>	And His heart broke And His breath choked</a:t>
            </a:r>
          </a:p>
          <a:p>
            <a:pPr>
              <a:defRPr/>
            </a:pPr>
            <a:r>
              <a:rPr lang="fr-FR" smtClean="0"/>
              <a:t>	8-  ET LE FOUET S EST DÉCHIRÉ  SOUS LES COUPS </a:t>
            </a:r>
          </a:p>
          <a:p>
            <a:pPr>
              <a:defRPr/>
            </a:pPr>
            <a:r>
              <a:rPr lang="fr-FR" smtClean="0"/>
              <a:t>	And the whip did rip with a mean stroke
	9-  ET SA CHAIR A ÉTÉ DÉCHIRÉE ET LE SANG À COULÉ </a:t>
            </a:r>
          </a:p>
          <a:p>
            <a:pPr>
              <a:defRPr/>
            </a:pPr>
            <a:r>
              <a:rPr lang="fr-FR" smtClean="0"/>
              <a:t>	And the flesh tore, and the blood poured
	10-  ET NOTRE PÉCHÉ L’A PERCÉ COMME UNE ÉPINE AIGUISÉE </a:t>
            </a:r>
          </a:p>
          <a:p>
            <a:pPr>
              <a:defRPr/>
            </a:pPr>
            <a:r>
              <a:rPr lang="fr-FR" smtClean="0"/>
              <a:t>	And our sin dug in like a sharp thorn
	11-  MAIS IL NE S EST PAS BATTU QUAND LE MARTEAU A FRAPPÉ </a:t>
            </a:r>
          </a:p>
          <a:p>
            <a:pPr>
              <a:defRPr/>
            </a:pPr>
            <a:r>
              <a:rPr lang="fr-FR" smtClean="0"/>
              <a:t>	But he did not fight when the hammer fell
	12-  SON AMOUR ÉTAIT DUR COMME DES CLOUS </a:t>
            </a:r>
          </a:p>
          <a:p>
            <a:pPr>
              <a:defRPr/>
            </a:pPr>
            <a:r>
              <a:rPr lang="fr-FR" smtClean="0"/>
              <a:t>	His love was tough as nails
	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IL A PRIS LA CROIX ET A TREBUCHÉ SUR LA COLLINE </a:t>
            </a:r>
          </a:p>
          <a:p>
            <a:pPr>
              <a:defRPr/>
            </a:pPr>
            <a:r>
              <a:rPr lang="fr-FR" smtClean="0"/>
              <a:t>He took the Cross And stumbled up the hill
14-  IL NE S EST PAS ARRÉTÉ JUSQU’À CE QUE LE TRAVAIL SOIT FAIT </a:t>
            </a:r>
          </a:p>
          <a:p>
            <a:pPr>
              <a:defRPr/>
            </a:pPr>
            <a:r>
              <a:rPr lang="fr-FR" smtClean="0"/>
              <a:t>He would not quit until The work was finished</a:t>
            </a:r>
          </a:p>
          <a:p>
            <a:pPr>
              <a:defRPr/>
            </a:pPr>
            <a:r>
              <a:rPr lang="fr-FR" smtClean="0"/>
              <a:t>15-  LE JOUR S’EST ASSOMBRI LE MARTEAU FRAPPE AVEC DOULEUR </a:t>
            </a:r>
          </a:p>
          <a:p>
            <a:pPr>
              <a:defRPr/>
            </a:pPr>
            <a:r>
              <a:rPr lang="fr-FR" smtClean="0"/>
              <a:t>The day turned dark The hammer pounded pain
16-  ET SA RÉPONSE FINALE ÉTAIT PÈRE, PARDONNE LEUR! </a:t>
            </a:r>
          </a:p>
          <a:p>
            <a:pPr>
              <a:defRPr/>
            </a:pPr>
            <a:r>
              <a:rPr lang="fr-FR" smtClean="0"/>
              <a:t>Then His final answer rang "Father, forgive them!”
17-  C EST LE VÉRITABLE AMOUR QUI LE CONDUISAIT </a:t>
            </a:r>
          </a:p>
          <a:p>
            <a:pPr>
              <a:defRPr/>
            </a:pPr>
            <a:r>
              <a:rPr lang="fr-FR" smtClean="0"/>
              <a:t>It was the Love of Loves that drove Him</a:t>
            </a:r>
          </a:p>
          <a:p>
            <a:pPr>
              <a:defRPr/>
            </a:pPr>
            <a:endParaRPr lang="fr-FR" dirty="0" smtClean="0"/>
          </a:p>
        </p:txBody>
      </p:sp>
      <p:sp>
        <p:nvSpPr>
          <p:cNvPr id="215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SON COEUR ÉTAIT DOUX</a:t>
            </a:r>
          </a:p>
          <a:p>
            <a:r>
              <a:rPr lang="fr-FR" smtClean="0"/>
              <a:t>His heart was kind
2-  IL Y AVAIT LA FORCE DANS SES YEUX </a:t>
            </a:r>
          </a:p>
          <a:p>
            <a:r>
              <a:rPr lang="fr-FR" smtClean="0"/>
              <a:t>And strength was in His eyes</a:t>
            </a:r>
          </a:p>
          <a:p>
            <a:r>
              <a:rPr lang="fr-FR" smtClean="0"/>
              <a:t>3-  CE N ÉTAIT PAS UN DÉGUISEMENT IL AVAIT UNE MISSION </a:t>
            </a:r>
          </a:p>
          <a:p>
            <a:r>
              <a:rPr lang="fr-FR" smtClean="0"/>
              <a:t>He wore no disguise He had a mission</a:t>
            </a:r>
          </a:p>
          <a:p>
            <a:r>
              <a:rPr lang="fr-FR" smtClean="0"/>
              <a:t>4-  IL N A RIEN DIT</a:t>
            </a:r>
          </a:p>
          <a:p>
            <a:r>
              <a:rPr lang="fr-FR" smtClean="0"/>
              <a:t>He spoke no words</a:t>
            </a:r>
          </a:p>
          <a:p>
            <a:r>
              <a:rPr lang="fr-FR" smtClean="0"/>
              <a:t>5-  QUAND ILS SE SONT MOQUÉS ET L’ONT FRAPPÉ </a:t>
            </a:r>
          </a:p>
          <a:p>
            <a:r>
              <a:rPr lang="fr-FR" smtClean="0"/>
              <a:t>As they mocked and hit</a:t>
            </a:r>
          </a:p>
          <a:p>
            <a:r>
              <a:rPr lang="fr-FR" smtClean="0"/>
              <a:t>6-  ET CELA LUI ÉTAIT ÉGAL IL SAVAIT CE QU’IL POURSUIVAIT </a:t>
            </a:r>
          </a:p>
          <a:p>
            <a:r>
              <a:rPr lang="fr-FR" smtClean="0"/>
              <a:t>And it didn't matter He knew what he was after </a:t>
            </a:r>
          </a:p>
          <a:p>
            <a:endParaRPr lang="fr-FR" smtClean="0"/>
          </a:p>
          <a:p>
            <a:r>
              <a:rPr lang="fr-FR" smtClean="0"/>
              <a:t>	7-  ET SON COEUR S EST BRISÉ ET SON SOUFFLÉ S EST COUPÉ </a:t>
            </a:r>
          </a:p>
          <a:p>
            <a:r>
              <a:rPr lang="fr-FR" smtClean="0"/>
              <a:t>	And His heart broke And His breath choked</a:t>
            </a:r>
          </a:p>
          <a:p>
            <a:r>
              <a:rPr lang="fr-FR" smtClean="0"/>
              <a:t>	8-  ET LE FOUET S EST DÉCHIRÉ  SOUS LES COUPS </a:t>
            </a:r>
          </a:p>
          <a:p>
            <a:r>
              <a:rPr lang="fr-FR" smtClean="0"/>
              <a:t>	And the whip did rip with a mean stroke
	9-  ET SA CHAIR A ÉTÉ DÉCHIRÉE ET LE SANG À COULÉ </a:t>
            </a:r>
          </a:p>
          <a:p>
            <a:r>
              <a:rPr lang="fr-FR" smtClean="0"/>
              <a:t>	And the flesh tore, and the blood poured
	10-  ET NOTRE PÉCHÉ L’A PERCÉ COMME UNE ÉPINE AIGUISÉE </a:t>
            </a:r>
          </a:p>
          <a:p>
            <a:r>
              <a:rPr lang="fr-FR" smtClean="0"/>
              <a:t>	And our sin dug in like a sharp thorn
	11-  MAIS IL NE S EST PAS BATTU QUAND LE MARTEAU A FRAPPÉ </a:t>
            </a:r>
          </a:p>
          <a:p>
            <a:r>
              <a:rPr lang="fr-FR" smtClean="0"/>
              <a:t>	But he did not fight when the hammer fell
	12-  SON AMOUR ÉTAIT DUR COMME DES CLOUS </a:t>
            </a:r>
          </a:p>
          <a:p>
            <a:r>
              <a:rPr lang="fr-FR" smtClean="0"/>
              <a:t>	His love was tough as nails
	</a:t>
            </a:r>
          </a:p>
          <a:p>
            <a:endParaRPr lang="fr-FR" smtClean="0"/>
          </a:p>
          <a:p>
            <a:r>
              <a:rPr lang="fr-FR" smtClean="0"/>
              <a:t>13-  IL A PRIS LA CROIX ET A TREBUCHÉ SUR LA COLLINE </a:t>
            </a:r>
          </a:p>
          <a:p>
            <a:r>
              <a:rPr lang="fr-FR" smtClean="0"/>
              <a:t>He took the Cross And stumbled up the hill
14-  IL NE S EST PAS ARRÉTÉ JUSQU’À CE QUE LE TRAVAIL SOIT FAIT </a:t>
            </a:r>
          </a:p>
          <a:p>
            <a:r>
              <a:rPr lang="fr-FR" smtClean="0"/>
              <a:t>He would not quit until The work was finished</a:t>
            </a:r>
          </a:p>
          <a:p>
            <a:r>
              <a:rPr lang="fr-FR" smtClean="0"/>
              <a:t>15-  LE JOUR S’EST ASSOMBRI LE MARTEAU FRAPPE AVEC DOULEUR </a:t>
            </a:r>
          </a:p>
          <a:p>
            <a:r>
              <a:rPr lang="fr-FR" smtClean="0"/>
              <a:t>The day turned dark The hammer pounded pain
16-  ET SA RÉPONSE FINALE ÉTAIT PÈRE, PARDONNE LEUR! </a:t>
            </a:r>
          </a:p>
          <a:p>
            <a:r>
              <a:rPr lang="fr-FR" smtClean="0"/>
              <a:t>Then His final answer rang "Father, forgive them!”
17-  C EST LE VÉRITABLE AMOUR QUI LE CONDUISAIT </a:t>
            </a:r>
          </a:p>
          <a:p>
            <a:r>
              <a:rPr lang="fr-FR" smtClean="0"/>
              <a:t>It was the Love of Loves that drove Him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SON COEUR ÉTAIT DOUX</a:t>
            </a:r>
          </a:p>
          <a:p>
            <a:pPr>
              <a:defRPr/>
            </a:pPr>
            <a:r>
              <a:rPr lang="fr-FR" smtClean="0"/>
              <a:t>His heart was kind
2-  IL Y AVAIT LA FORCE DANS SES YEUX </a:t>
            </a:r>
          </a:p>
          <a:p>
            <a:pPr>
              <a:defRPr/>
            </a:pPr>
            <a:r>
              <a:rPr lang="fr-FR" smtClean="0"/>
              <a:t>And strength was in His eyes</a:t>
            </a:r>
          </a:p>
          <a:p>
            <a:pPr>
              <a:defRPr/>
            </a:pPr>
            <a:r>
              <a:rPr lang="fr-FR" smtClean="0"/>
              <a:t>3-  CE N ÉTAIT PAS UN DÉGUISEMENT IL AVAIT UNE MISSION </a:t>
            </a:r>
          </a:p>
          <a:p>
            <a:pPr>
              <a:defRPr/>
            </a:pPr>
            <a:r>
              <a:rPr lang="fr-FR" smtClean="0"/>
              <a:t>He wore no disguise He had a mission</a:t>
            </a:r>
          </a:p>
          <a:p>
            <a:pPr>
              <a:defRPr/>
            </a:pPr>
            <a:r>
              <a:rPr lang="fr-FR" smtClean="0"/>
              <a:t>4-  IL N A RIEN DIT</a:t>
            </a:r>
          </a:p>
          <a:p>
            <a:pPr>
              <a:defRPr/>
            </a:pPr>
            <a:r>
              <a:rPr lang="fr-FR" smtClean="0"/>
              <a:t>He spoke no words</a:t>
            </a:r>
          </a:p>
          <a:p>
            <a:pPr>
              <a:defRPr/>
            </a:pPr>
            <a:r>
              <a:rPr lang="fr-FR" smtClean="0"/>
              <a:t>5-  QUAND ILS SE SONT MOQUÉS ET L’ONT FRAPPÉ </a:t>
            </a:r>
          </a:p>
          <a:p>
            <a:pPr>
              <a:defRPr/>
            </a:pPr>
            <a:r>
              <a:rPr lang="fr-FR" smtClean="0"/>
              <a:t>As they mocked and hit</a:t>
            </a:r>
          </a:p>
          <a:p>
            <a:pPr>
              <a:defRPr/>
            </a:pPr>
            <a:r>
              <a:rPr lang="fr-FR" smtClean="0"/>
              <a:t>6-  ET CELA LUI ÉTAIT ÉGAL IL SAVAIT CE QU’IL POURSUIVAIT </a:t>
            </a:r>
          </a:p>
          <a:p>
            <a:pPr>
              <a:defRPr/>
            </a:pPr>
            <a:r>
              <a:rPr lang="fr-FR" smtClean="0"/>
              <a:t>And it didn't matter He knew what he was after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7-  ET SON COEUR S EST BRISÉ ET SON SOUFFLÉ S EST COUPÉ </a:t>
            </a:r>
          </a:p>
          <a:p>
            <a:pPr>
              <a:defRPr/>
            </a:pPr>
            <a:r>
              <a:rPr lang="fr-FR" smtClean="0"/>
              <a:t>	And His heart broke And His breath choked</a:t>
            </a:r>
          </a:p>
          <a:p>
            <a:pPr>
              <a:defRPr/>
            </a:pPr>
            <a:r>
              <a:rPr lang="fr-FR" smtClean="0"/>
              <a:t>	8-  ET LE FOUET S EST DÉCHIRÉ  SOUS LES COUPS </a:t>
            </a:r>
          </a:p>
          <a:p>
            <a:pPr>
              <a:defRPr/>
            </a:pPr>
            <a:r>
              <a:rPr lang="fr-FR" smtClean="0"/>
              <a:t>	And the whip did rip with a mean stroke
	9-  ET SA CHAIR A ÉTÉ DÉCHIRÉE ET LE SANG À COULÉ </a:t>
            </a:r>
          </a:p>
          <a:p>
            <a:pPr>
              <a:defRPr/>
            </a:pPr>
            <a:r>
              <a:rPr lang="fr-FR" smtClean="0"/>
              <a:t>	And the flesh tore, and the blood poured
	10-  ET NOTRE PÉCHÉ L’A PERCÉ COMME UNE ÉPINE AIGUISÉE </a:t>
            </a:r>
          </a:p>
          <a:p>
            <a:pPr>
              <a:defRPr/>
            </a:pPr>
            <a:r>
              <a:rPr lang="fr-FR" smtClean="0"/>
              <a:t>	And our sin dug in like a sharp thorn
	11-  MAIS IL NE S EST PAS BATTU QUAND LE MARTEAU A FRAPPÉ </a:t>
            </a:r>
          </a:p>
          <a:p>
            <a:pPr>
              <a:defRPr/>
            </a:pPr>
            <a:r>
              <a:rPr lang="fr-FR" smtClean="0"/>
              <a:t>	But he did not fight when the hammer fell
	12-  SON AMOUR ÉTAIT DUR COMME DES CLOUS </a:t>
            </a:r>
          </a:p>
          <a:p>
            <a:pPr>
              <a:defRPr/>
            </a:pPr>
            <a:r>
              <a:rPr lang="fr-FR" smtClean="0"/>
              <a:t>	His love was tough as nails
	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IL A PRIS LA CROIX ET A TREBUCHÉ SUR LA COLLINE </a:t>
            </a:r>
          </a:p>
          <a:p>
            <a:pPr>
              <a:defRPr/>
            </a:pPr>
            <a:r>
              <a:rPr lang="fr-FR" smtClean="0"/>
              <a:t>He took the Cross And stumbled up the hill
14-  IL NE S EST PAS ARRÉTÉ JUSQU’À CE QUE LE TRAVAIL SOIT FAIT </a:t>
            </a:r>
          </a:p>
          <a:p>
            <a:pPr>
              <a:defRPr/>
            </a:pPr>
            <a:r>
              <a:rPr lang="fr-FR" smtClean="0"/>
              <a:t>He would not quit until The work was finished</a:t>
            </a:r>
          </a:p>
          <a:p>
            <a:pPr>
              <a:defRPr/>
            </a:pPr>
            <a:r>
              <a:rPr lang="fr-FR" smtClean="0"/>
              <a:t>15-  LE JOUR S’EST ASSOMBRI LE MARTEAU FRAPPE AVEC DOULEUR </a:t>
            </a:r>
          </a:p>
          <a:p>
            <a:pPr>
              <a:defRPr/>
            </a:pPr>
            <a:r>
              <a:rPr lang="fr-FR" smtClean="0"/>
              <a:t>The day turned dark The hammer pounded pain
16-  ET SA RÉPONSE FINALE ÉTAIT PÈRE, PARDONNE LEUR! </a:t>
            </a:r>
          </a:p>
          <a:p>
            <a:pPr>
              <a:defRPr/>
            </a:pPr>
            <a:r>
              <a:rPr lang="fr-FR" smtClean="0"/>
              <a:t>Then His final answer rang "Father, forgive them!”
17-  C EST LE VÉRITABLE AMOUR QUI LE CONDUISAIT </a:t>
            </a:r>
          </a:p>
          <a:p>
            <a:pPr>
              <a:defRPr/>
            </a:pPr>
            <a:r>
              <a:rPr lang="fr-FR" smtClean="0"/>
              <a:t>It was the Love of Loves that drove Him</a:t>
            </a:r>
          </a:p>
          <a:p>
            <a:pPr>
              <a:defRPr/>
            </a:pPr>
            <a:endParaRPr lang="fr-FR" dirty="0" smtClean="0"/>
          </a:p>
        </p:txBody>
      </p:sp>
      <p:sp>
        <p:nvSpPr>
          <p:cNvPr id="225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SON COEUR ÉTAIT DOUX</a:t>
            </a:r>
          </a:p>
          <a:p>
            <a:r>
              <a:rPr lang="fr-FR" smtClean="0"/>
              <a:t>His heart was kind
2-  IL Y AVAIT LA FORCE DANS SES YEUX </a:t>
            </a:r>
          </a:p>
          <a:p>
            <a:r>
              <a:rPr lang="fr-FR" smtClean="0"/>
              <a:t>And strength was in His eyes</a:t>
            </a:r>
          </a:p>
          <a:p>
            <a:r>
              <a:rPr lang="fr-FR" smtClean="0"/>
              <a:t>3-  CE N ÉTAIT PAS UN DÉGUISEMENT IL AVAIT UNE MISSION </a:t>
            </a:r>
          </a:p>
          <a:p>
            <a:r>
              <a:rPr lang="fr-FR" smtClean="0"/>
              <a:t>He wore no disguise He had a mission</a:t>
            </a:r>
          </a:p>
          <a:p>
            <a:r>
              <a:rPr lang="fr-FR" smtClean="0"/>
              <a:t>4-  IL N A RIEN DIT</a:t>
            </a:r>
          </a:p>
          <a:p>
            <a:r>
              <a:rPr lang="fr-FR" smtClean="0"/>
              <a:t>He spoke no words</a:t>
            </a:r>
          </a:p>
          <a:p>
            <a:r>
              <a:rPr lang="fr-FR" smtClean="0"/>
              <a:t>5-  QUAND ILS SE SONT MOQUÉS ET L’ONT FRAPPÉ </a:t>
            </a:r>
          </a:p>
          <a:p>
            <a:r>
              <a:rPr lang="fr-FR" smtClean="0"/>
              <a:t>As they mocked and hit</a:t>
            </a:r>
          </a:p>
          <a:p>
            <a:r>
              <a:rPr lang="fr-FR" smtClean="0"/>
              <a:t>6-  ET CELA LUI ÉTAIT ÉGAL IL SAVAIT CE QU’IL POURSUIVAIT </a:t>
            </a:r>
          </a:p>
          <a:p>
            <a:r>
              <a:rPr lang="fr-FR" smtClean="0"/>
              <a:t>And it didn't matter He knew what he was after </a:t>
            </a:r>
          </a:p>
          <a:p>
            <a:endParaRPr lang="fr-FR" smtClean="0"/>
          </a:p>
          <a:p>
            <a:r>
              <a:rPr lang="fr-FR" smtClean="0"/>
              <a:t>	7-  ET SON COEUR S EST BRISÉ ET SON SOUFFLÉ S EST COUPÉ </a:t>
            </a:r>
          </a:p>
          <a:p>
            <a:r>
              <a:rPr lang="fr-FR" smtClean="0"/>
              <a:t>	And His heart broke And His breath choked</a:t>
            </a:r>
          </a:p>
          <a:p>
            <a:r>
              <a:rPr lang="fr-FR" smtClean="0"/>
              <a:t>	8-  ET LE FOUET S EST DÉCHIRÉ  SOUS LES COUPS </a:t>
            </a:r>
          </a:p>
          <a:p>
            <a:r>
              <a:rPr lang="fr-FR" smtClean="0"/>
              <a:t>	And the whip did rip with a mean stroke
	9-  ET SA CHAIR A ÉTÉ DÉCHIRÉE ET LE SANG À COULÉ </a:t>
            </a:r>
          </a:p>
          <a:p>
            <a:r>
              <a:rPr lang="fr-FR" smtClean="0"/>
              <a:t>	And the flesh tore, and the blood poured
	10-  ET NOTRE PÉCHÉ L’A PERCÉ COMME UNE ÉPINE AIGUISÉE </a:t>
            </a:r>
          </a:p>
          <a:p>
            <a:r>
              <a:rPr lang="fr-FR" smtClean="0"/>
              <a:t>	And our sin dug in like a sharp thorn
	11-  MAIS IL NE S EST PAS BATTU QUAND LE MARTEAU A FRAPPÉ </a:t>
            </a:r>
          </a:p>
          <a:p>
            <a:r>
              <a:rPr lang="fr-FR" smtClean="0"/>
              <a:t>	But he did not fight when the hammer fell
	12-  SON AMOUR ÉTAIT DUR COMME DES CLOUS </a:t>
            </a:r>
          </a:p>
          <a:p>
            <a:r>
              <a:rPr lang="fr-FR" smtClean="0"/>
              <a:t>	His love was tough as nails
	</a:t>
            </a:r>
          </a:p>
          <a:p>
            <a:endParaRPr lang="fr-FR" smtClean="0"/>
          </a:p>
          <a:p>
            <a:r>
              <a:rPr lang="fr-FR" smtClean="0"/>
              <a:t>13-  IL A PRIS LA CROIX ET A TREBUCHÉ SUR LA COLLINE </a:t>
            </a:r>
          </a:p>
          <a:p>
            <a:r>
              <a:rPr lang="fr-FR" smtClean="0"/>
              <a:t>He took the Cross And stumbled up the hill
14-  IL NE S EST PAS ARRÉTÉ JUSQU’À CE QUE LE TRAVAIL SOIT FAIT </a:t>
            </a:r>
          </a:p>
          <a:p>
            <a:r>
              <a:rPr lang="fr-FR" smtClean="0"/>
              <a:t>He would not quit until The work was finished</a:t>
            </a:r>
          </a:p>
          <a:p>
            <a:r>
              <a:rPr lang="fr-FR" smtClean="0"/>
              <a:t>15-  LE JOUR S’EST ASSOMBRI LE MARTEAU FRAPPE AVEC DOULEUR </a:t>
            </a:r>
          </a:p>
          <a:p>
            <a:r>
              <a:rPr lang="fr-FR" smtClean="0"/>
              <a:t>The day turned dark The hammer pounded pain
16-  ET SA RÉPONSE FINALE ÉTAIT PÈRE, PARDONNE LEUR! </a:t>
            </a:r>
          </a:p>
          <a:p>
            <a:r>
              <a:rPr lang="fr-FR" smtClean="0"/>
              <a:t>Then His final answer rang "Father, forgive them!”
17-  C EST LE VÉRITABLE AMOUR QUI LE CONDUISAIT </a:t>
            </a:r>
          </a:p>
          <a:p>
            <a:r>
              <a:rPr lang="fr-FR" smtClean="0"/>
              <a:t>It was the Love of Loves that drove Him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SON COEUR ÉTAIT DOUX</a:t>
            </a:r>
          </a:p>
          <a:p>
            <a:pPr>
              <a:defRPr/>
            </a:pPr>
            <a:r>
              <a:rPr lang="fr-FR" smtClean="0"/>
              <a:t>His heart was kind
2-  IL Y AVAIT LA FORCE DANS SES YEUX </a:t>
            </a:r>
          </a:p>
          <a:p>
            <a:pPr>
              <a:defRPr/>
            </a:pPr>
            <a:r>
              <a:rPr lang="fr-FR" smtClean="0"/>
              <a:t>And strength was in His eyes</a:t>
            </a:r>
          </a:p>
          <a:p>
            <a:pPr>
              <a:defRPr/>
            </a:pPr>
            <a:r>
              <a:rPr lang="fr-FR" smtClean="0"/>
              <a:t>3-  CE N ÉTAIT PAS UN DÉGUISEMENT IL AVAIT UNE MISSION </a:t>
            </a:r>
          </a:p>
          <a:p>
            <a:pPr>
              <a:defRPr/>
            </a:pPr>
            <a:r>
              <a:rPr lang="fr-FR" smtClean="0"/>
              <a:t>He wore no disguise He had a mission</a:t>
            </a:r>
          </a:p>
          <a:p>
            <a:pPr>
              <a:defRPr/>
            </a:pPr>
            <a:r>
              <a:rPr lang="fr-FR" smtClean="0"/>
              <a:t>4-  IL N A RIEN DIT</a:t>
            </a:r>
          </a:p>
          <a:p>
            <a:pPr>
              <a:defRPr/>
            </a:pPr>
            <a:r>
              <a:rPr lang="fr-FR" smtClean="0"/>
              <a:t>He spoke no words</a:t>
            </a:r>
          </a:p>
          <a:p>
            <a:pPr>
              <a:defRPr/>
            </a:pPr>
            <a:r>
              <a:rPr lang="fr-FR" smtClean="0"/>
              <a:t>5-  QUAND ILS SE SONT MOQUÉS ET L’ONT FRAPPÉ </a:t>
            </a:r>
          </a:p>
          <a:p>
            <a:pPr>
              <a:defRPr/>
            </a:pPr>
            <a:r>
              <a:rPr lang="fr-FR" smtClean="0"/>
              <a:t>As they mocked and hit</a:t>
            </a:r>
          </a:p>
          <a:p>
            <a:pPr>
              <a:defRPr/>
            </a:pPr>
            <a:r>
              <a:rPr lang="fr-FR" smtClean="0"/>
              <a:t>6-  ET CELA LUI ÉTAIT ÉGAL IL SAVAIT CE QU’IL POURSUIVAIT </a:t>
            </a:r>
          </a:p>
          <a:p>
            <a:pPr>
              <a:defRPr/>
            </a:pPr>
            <a:r>
              <a:rPr lang="fr-FR" smtClean="0"/>
              <a:t>And it didn't matter He knew what he was after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7-  ET SON COEUR S EST BRISÉ ET SON SOUFFLÉ S EST COUPÉ </a:t>
            </a:r>
          </a:p>
          <a:p>
            <a:pPr>
              <a:defRPr/>
            </a:pPr>
            <a:r>
              <a:rPr lang="fr-FR" smtClean="0"/>
              <a:t>	And His heart broke And His breath choked</a:t>
            </a:r>
          </a:p>
          <a:p>
            <a:pPr>
              <a:defRPr/>
            </a:pPr>
            <a:r>
              <a:rPr lang="fr-FR" smtClean="0"/>
              <a:t>	8-  ET LE FOUET S EST DÉCHIRÉ  SOUS LES COUPS </a:t>
            </a:r>
          </a:p>
          <a:p>
            <a:pPr>
              <a:defRPr/>
            </a:pPr>
            <a:r>
              <a:rPr lang="fr-FR" smtClean="0"/>
              <a:t>	And the whip did rip with a mean stroke
	9-  ET SA CHAIR A ÉTÉ DÉCHIRÉE ET LE SANG À COULÉ </a:t>
            </a:r>
          </a:p>
          <a:p>
            <a:pPr>
              <a:defRPr/>
            </a:pPr>
            <a:r>
              <a:rPr lang="fr-FR" smtClean="0"/>
              <a:t>	And the flesh tore, and the blood poured
	10-  ET NOTRE PÉCHÉ L’A PERCÉ COMME UNE ÉPINE AIGUISÉE </a:t>
            </a:r>
          </a:p>
          <a:p>
            <a:pPr>
              <a:defRPr/>
            </a:pPr>
            <a:r>
              <a:rPr lang="fr-FR" smtClean="0"/>
              <a:t>	And our sin dug in like a sharp thorn
	11-  MAIS IL NE S EST PAS BATTU QUAND LE MARTEAU A FRAPPÉ </a:t>
            </a:r>
          </a:p>
          <a:p>
            <a:pPr>
              <a:defRPr/>
            </a:pPr>
            <a:r>
              <a:rPr lang="fr-FR" smtClean="0"/>
              <a:t>	But he did not fight when the hammer fell
	12-  SON AMOUR ÉTAIT DUR COMME DES CLOUS </a:t>
            </a:r>
          </a:p>
          <a:p>
            <a:pPr>
              <a:defRPr/>
            </a:pPr>
            <a:r>
              <a:rPr lang="fr-FR" smtClean="0"/>
              <a:t>	His love was tough as nails
	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IL A PRIS LA CROIX ET A TREBUCHÉ SUR LA COLLINE </a:t>
            </a:r>
          </a:p>
          <a:p>
            <a:pPr>
              <a:defRPr/>
            </a:pPr>
            <a:r>
              <a:rPr lang="fr-FR" smtClean="0"/>
              <a:t>He took the Cross And stumbled up the hill
14-  IL NE S EST PAS ARRÉTÉ JUSQU’À CE QUE LE TRAVAIL SOIT FAIT </a:t>
            </a:r>
          </a:p>
          <a:p>
            <a:pPr>
              <a:defRPr/>
            </a:pPr>
            <a:r>
              <a:rPr lang="fr-FR" smtClean="0"/>
              <a:t>He would not quit until The work was finished</a:t>
            </a:r>
          </a:p>
          <a:p>
            <a:pPr>
              <a:defRPr/>
            </a:pPr>
            <a:r>
              <a:rPr lang="fr-FR" smtClean="0"/>
              <a:t>15-  LE JOUR S’EST ASSOMBRI LE MARTEAU FRAPPE AVEC DOULEUR </a:t>
            </a:r>
          </a:p>
          <a:p>
            <a:pPr>
              <a:defRPr/>
            </a:pPr>
            <a:r>
              <a:rPr lang="fr-FR" smtClean="0"/>
              <a:t>The day turned dark The hammer pounded pain
16-  ET SA RÉPONSE FINALE ÉTAIT PÈRE, PARDONNE LEUR! </a:t>
            </a:r>
          </a:p>
          <a:p>
            <a:pPr>
              <a:defRPr/>
            </a:pPr>
            <a:r>
              <a:rPr lang="fr-FR" smtClean="0"/>
              <a:t>Then His final answer rang "Father, forgive them!”
17-  C EST LE VÉRITABLE AMOUR QUI LE CONDUISAIT </a:t>
            </a:r>
          </a:p>
          <a:p>
            <a:pPr>
              <a:defRPr/>
            </a:pPr>
            <a:r>
              <a:rPr lang="fr-FR" smtClean="0"/>
              <a:t>It was the Love of Loves that drove Him</a:t>
            </a:r>
          </a:p>
          <a:p>
            <a:pPr>
              <a:defRPr/>
            </a:pPr>
            <a:endParaRPr lang="fr-FR" dirty="0" smtClean="0"/>
          </a:p>
        </p:txBody>
      </p:sp>
      <p:sp>
        <p:nvSpPr>
          <p:cNvPr id="235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SON COEUR ÉTAIT DOUX</a:t>
            </a:r>
          </a:p>
          <a:p>
            <a:r>
              <a:rPr lang="fr-FR" smtClean="0"/>
              <a:t>His heart was kind
2-  IL Y AVAIT LA FORCE DANS SES YEUX </a:t>
            </a:r>
          </a:p>
          <a:p>
            <a:r>
              <a:rPr lang="fr-FR" smtClean="0"/>
              <a:t>And strength was in His eyes</a:t>
            </a:r>
          </a:p>
          <a:p>
            <a:r>
              <a:rPr lang="fr-FR" smtClean="0"/>
              <a:t>3-  CE N ÉTAIT PAS UN DÉGUISEMENT IL AVAIT UNE MISSION </a:t>
            </a:r>
          </a:p>
          <a:p>
            <a:r>
              <a:rPr lang="fr-FR" smtClean="0"/>
              <a:t>He wore no disguise He had a mission</a:t>
            </a:r>
          </a:p>
          <a:p>
            <a:r>
              <a:rPr lang="fr-FR" smtClean="0"/>
              <a:t>4-  IL N A RIEN DIT</a:t>
            </a:r>
          </a:p>
          <a:p>
            <a:r>
              <a:rPr lang="fr-FR" smtClean="0"/>
              <a:t>He spoke no words</a:t>
            </a:r>
          </a:p>
          <a:p>
            <a:r>
              <a:rPr lang="fr-FR" smtClean="0"/>
              <a:t>5-  QUAND ILS SE SONT MOQUÉS ET L’ONT FRAPPÉ </a:t>
            </a:r>
          </a:p>
          <a:p>
            <a:r>
              <a:rPr lang="fr-FR" smtClean="0"/>
              <a:t>As they mocked and hit</a:t>
            </a:r>
          </a:p>
          <a:p>
            <a:r>
              <a:rPr lang="fr-FR" smtClean="0"/>
              <a:t>6-  ET CELA LUI ÉTAIT ÉGAL IL SAVAIT CE QU’IL POURSUIVAIT </a:t>
            </a:r>
          </a:p>
          <a:p>
            <a:r>
              <a:rPr lang="fr-FR" smtClean="0"/>
              <a:t>And it didn't matter He knew what he was after </a:t>
            </a:r>
          </a:p>
          <a:p>
            <a:endParaRPr lang="fr-FR" smtClean="0"/>
          </a:p>
          <a:p>
            <a:r>
              <a:rPr lang="fr-FR" smtClean="0"/>
              <a:t>	7-  ET SON COEUR S EST BRISÉ ET SON SOUFFLÉ S EST COUPÉ </a:t>
            </a:r>
          </a:p>
          <a:p>
            <a:r>
              <a:rPr lang="fr-FR" smtClean="0"/>
              <a:t>	And His heart broke And His breath choked</a:t>
            </a:r>
          </a:p>
          <a:p>
            <a:r>
              <a:rPr lang="fr-FR" smtClean="0"/>
              <a:t>	8-  ET LE FOUET S EST DÉCHIRÉ  SOUS LES COUPS </a:t>
            </a:r>
          </a:p>
          <a:p>
            <a:r>
              <a:rPr lang="fr-FR" smtClean="0"/>
              <a:t>	And the whip did rip with a mean stroke
	9-  ET SA CHAIR A ÉTÉ DÉCHIRÉE ET LE SANG À COULÉ </a:t>
            </a:r>
          </a:p>
          <a:p>
            <a:r>
              <a:rPr lang="fr-FR" smtClean="0"/>
              <a:t>	And the flesh tore, and the blood poured
	10-  ET NOTRE PÉCHÉ L’A PERCÉ COMME UNE ÉPINE AIGUISÉE </a:t>
            </a:r>
          </a:p>
          <a:p>
            <a:r>
              <a:rPr lang="fr-FR" smtClean="0"/>
              <a:t>	And our sin dug in like a sharp thorn
	11-  MAIS IL NE S EST PAS BATTU QUAND LE MARTEAU A FRAPPÉ </a:t>
            </a:r>
          </a:p>
          <a:p>
            <a:r>
              <a:rPr lang="fr-FR" smtClean="0"/>
              <a:t>	But he did not fight when the hammer fell
	12-  SON AMOUR ÉTAIT DUR COMME DES CLOUS </a:t>
            </a:r>
          </a:p>
          <a:p>
            <a:r>
              <a:rPr lang="fr-FR" smtClean="0"/>
              <a:t>	His love was tough as nails
	</a:t>
            </a:r>
          </a:p>
          <a:p>
            <a:endParaRPr lang="fr-FR" smtClean="0"/>
          </a:p>
          <a:p>
            <a:r>
              <a:rPr lang="fr-FR" smtClean="0"/>
              <a:t>13-  IL A PRIS LA CROIX ET A TREBUCHÉ SUR LA COLLINE </a:t>
            </a:r>
          </a:p>
          <a:p>
            <a:r>
              <a:rPr lang="fr-FR" smtClean="0"/>
              <a:t>He took the Cross And stumbled up the hill
14-  IL NE S EST PAS ARRÉTÉ JUSQU’À CE QUE LE TRAVAIL SOIT FAIT </a:t>
            </a:r>
          </a:p>
          <a:p>
            <a:r>
              <a:rPr lang="fr-FR" smtClean="0"/>
              <a:t>He would not quit until The work was finished</a:t>
            </a:r>
          </a:p>
          <a:p>
            <a:r>
              <a:rPr lang="fr-FR" smtClean="0"/>
              <a:t>15-  LE JOUR S’EST ASSOMBRI LE MARTEAU FRAPPE AVEC DOULEUR </a:t>
            </a:r>
          </a:p>
          <a:p>
            <a:r>
              <a:rPr lang="fr-FR" smtClean="0"/>
              <a:t>The day turned dark The hammer pounded pain
16-  ET SA RÉPONSE FINALE ÉTAIT PÈRE, PARDONNE LEUR! </a:t>
            </a:r>
          </a:p>
          <a:p>
            <a:r>
              <a:rPr lang="fr-FR" smtClean="0"/>
              <a:t>Then His final answer rang "Father, forgive them!”
17-  C EST LE VÉRITABLE AMOUR QUI LE CONDUISAIT </a:t>
            </a:r>
          </a:p>
          <a:p>
            <a:r>
              <a:rPr lang="fr-FR" smtClean="0"/>
              <a:t>It was the Love of Loves that drove Him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SON COEUR ÉTAIT DOUX</a:t>
            </a:r>
          </a:p>
          <a:p>
            <a:pPr>
              <a:defRPr/>
            </a:pPr>
            <a:r>
              <a:rPr lang="fr-FR" smtClean="0"/>
              <a:t>His heart was kind
2-  IL Y AVAIT LA FORCE DANS SES YEUX </a:t>
            </a:r>
          </a:p>
          <a:p>
            <a:pPr>
              <a:defRPr/>
            </a:pPr>
            <a:r>
              <a:rPr lang="fr-FR" smtClean="0"/>
              <a:t>And strength was in His eyes</a:t>
            </a:r>
          </a:p>
          <a:p>
            <a:pPr>
              <a:defRPr/>
            </a:pPr>
            <a:r>
              <a:rPr lang="fr-FR" smtClean="0"/>
              <a:t>3-  CE N ÉTAIT PAS UN DÉGUISEMENT IL AVAIT UNE MISSION </a:t>
            </a:r>
          </a:p>
          <a:p>
            <a:pPr>
              <a:defRPr/>
            </a:pPr>
            <a:r>
              <a:rPr lang="fr-FR" smtClean="0"/>
              <a:t>He wore no disguise He had a mission</a:t>
            </a:r>
          </a:p>
          <a:p>
            <a:pPr>
              <a:defRPr/>
            </a:pPr>
            <a:r>
              <a:rPr lang="fr-FR" smtClean="0"/>
              <a:t>4-  IL N A RIEN DIT</a:t>
            </a:r>
          </a:p>
          <a:p>
            <a:pPr>
              <a:defRPr/>
            </a:pPr>
            <a:r>
              <a:rPr lang="fr-FR" smtClean="0"/>
              <a:t>He spoke no words</a:t>
            </a:r>
          </a:p>
          <a:p>
            <a:pPr>
              <a:defRPr/>
            </a:pPr>
            <a:r>
              <a:rPr lang="fr-FR" smtClean="0"/>
              <a:t>5-  QUAND ILS SE SONT MOQUÉS ET L’ONT FRAPPÉ </a:t>
            </a:r>
          </a:p>
          <a:p>
            <a:pPr>
              <a:defRPr/>
            </a:pPr>
            <a:r>
              <a:rPr lang="fr-FR" smtClean="0"/>
              <a:t>As they mocked and hit</a:t>
            </a:r>
          </a:p>
          <a:p>
            <a:pPr>
              <a:defRPr/>
            </a:pPr>
            <a:r>
              <a:rPr lang="fr-FR" smtClean="0"/>
              <a:t>6-  ET CELA LUI ÉTAIT ÉGAL IL SAVAIT CE QU’IL POURSUIVAIT </a:t>
            </a:r>
          </a:p>
          <a:p>
            <a:pPr>
              <a:defRPr/>
            </a:pPr>
            <a:r>
              <a:rPr lang="fr-FR" smtClean="0"/>
              <a:t>And it didn't matter He knew what he was after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7-  ET SON COEUR S EST BRISÉ ET SON SOUFFLÉ S EST COUPÉ </a:t>
            </a:r>
          </a:p>
          <a:p>
            <a:pPr>
              <a:defRPr/>
            </a:pPr>
            <a:r>
              <a:rPr lang="fr-FR" smtClean="0"/>
              <a:t>	And His heart broke And His breath choked</a:t>
            </a:r>
          </a:p>
          <a:p>
            <a:pPr>
              <a:defRPr/>
            </a:pPr>
            <a:r>
              <a:rPr lang="fr-FR" smtClean="0"/>
              <a:t>	8-  ET LE FOUET S EST DÉCHIRÉ  SOUS LES COUPS </a:t>
            </a:r>
          </a:p>
          <a:p>
            <a:pPr>
              <a:defRPr/>
            </a:pPr>
            <a:r>
              <a:rPr lang="fr-FR" smtClean="0"/>
              <a:t>	And the whip did rip with a mean stroke
	9-  ET SA CHAIR A ÉTÉ DÉCHIRÉE ET LE SANG À COULÉ </a:t>
            </a:r>
          </a:p>
          <a:p>
            <a:pPr>
              <a:defRPr/>
            </a:pPr>
            <a:r>
              <a:rPr lang="fr-FR" smtClean="0"/>
              <a:t>	And the flesh tore, and the blood poured
	10-  ET NOTRE PÉCHÉ L’A PERCÉ COMME UNE ÉPINE AIGUISÉE </a:t>
            </a:r>
          </a:p>
          <a:p>
            <a:pPr>
              <a:defRPr/>
            </a:pPr>
            <a:r>
              <a:rPr lang="fr-FR" smtClean="0"/>
              <a:t>	And our sin dug in like a sharp thorn
	11-  MAIS IL NE S EST PAS BATTU QUAND LE MARTEAU A FRAPPÉ </a:t>
            </a:r>
          </a:p>
          <a:p>
            <a:pPr>
              <a:defRPr/>
            </a:pPr>
            <a:r>
              <a:rPr lang="fr-FR" smtClean="0"/>
              <a:t>	But he did not fight when the hammer fell
	12-  SON AMOUR ÉTAIT DUR COMME DES CLOUS </a:t>
            </a:r>
          </a:p>
          <a:p>
            <a:pPr>
              <a:defRPr/>
            </a:pPr>
            <a:r>
              <a:rPr lang="fr-FR" smtClean="0"/>
              <a:t>	His love was tough as nails
	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IL A PRIS LA CROIX ET A TREBUCHÉ SUR LA COLLINE </a:t>
            </a:r>
          </a:p>
          <a:p>
            <a:pPr>
              <a:defRPr/>
            </a:pPr>
            <a:r>
              <a:rPr lang="fr-FR" smtClean="0"/>
              <a:t>He took the Cross And stumbled up the hill
14-  IL NE S EST PAS ARRÉTÉ JUSQU’À CE QUE LE TRAVAIL SOIT FAIT </a:t>
            </a:r>
          </a:p>
          <a:p>
            <a:pPr>
              <a:defRPr/>
            </a:pPr>
            <a:r>
              <a:rPr lang="fr-FR" smtClean="0"/>
              <a:t>He would not quit until The work was finished</a:t>
            </a:r>
          </a:p>
          <a:p>
            <a:pPr>
              <a:defRPr/>
            </a:pPr>
            <a:r>
              <a:rPr lang="fr-FR" smtClean="0"/>
              <a:t>15-  LE JOUR S’EST ASSOMBRI LE MARTEAU FRAPPE AVEC DOULEUR </a:t>
            </a:r>
          </a:p>
          <a:p>
            <a:pPr>
              <a:defRPr/>
            </a:pPr>
            <a:r>
              <a:rPr lang="fr-FR" smtClean="0"/>
              <a:t>The day turned dark The hammer pounded pain
16-  ET SA RÉPONSE FINALE ÉTAIT PÈRE, PARDONNE LEUR! </a:t>
            </a:r>
          </a:p>
          <a:p>
            <a:pPr>
              <a:defRPr/>
            </a:pPr>
            <a:r>
              <a:rPr lang="fr-FR" smtClean="0"/>
              <a:t>Then His final answer rang "Father, forgive them!”
17-  C EST LE VÉRITABLE AMOUR QUI LE CONDUISAIT </a:t>
            </a:r>
          </a:p>
          <a:p>
            <a:pPr>
              <a:defRPr/>
            </a:pPr>
            <a:r>
              <a:rPr lang="fr-FR" smtClean="0"/>
              <a:t>It was the Love of Loves that drove Him</a:t>
            </a:r>
          </a:p>
          <a:p>
            <a:pPr>
              <a:defRPr/>
            </a:pPr>
            <a:endParaRPr lang="fr-FR" dirty="0" smtClean="0"/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SON COEUR ÉTAIT DOUX</a:t>
            </a:r>
          </a:p>
          <a:p>
            <a:r>
              <a:rPr lang="fr-FR" smtClean="0"/>
              <a:t>His heart was kind
2-  IL Y AVAIT LA FORCE DANS SES YEUX </a:t>
            </a:r>
          </a:p>
          <a:p>
            <a:r>
              <a:rPr lang="fr-FR" smtClean="0"/>
              <a:t>And strength was in His eyes</a:t>
            </a:r>
          </a:p>
          <a:p>
            <a:r>
              <a:rPr lang="fr-FR" smtClean="0"/>
              <a:t>3-  CE N ÉTAIT PAS UN DÉGUISEMENT IL AVAIT UNE MISSION </a:t>
            </a:r>
          </a:p>
          <a:p>
            <a:r>
              <a:rPr lang="fr-FR" smtClean="0"/>
              <a:t>He wore no disguise He had a mission</a:t>
            </a:r>
          </a:p>
          <a:p>
            <a:r>
              <a:rPr lang="fr-FR" smtClean="0"/>
              <a:t>4-  IL N A RIEN DIT</a:t>
            </a:r>
          </a:p>
          <a:p>
            <a:r>
              <a:rPr lang="fr-FR" smtClean="0"/>
              <a:t>He spoke no words</a:t>
            </a:r>
          </a:p>
          <a:p>
            <a:r>
              <a:rPr lang="fr-FR" smtClean="0"/>
              <a:t>5-  QUAND ILS SE SONT MOQUÉS ET L’ONT FRAPPÉ </a:t>
            </a:r>
          </a:p>
          <a:p>
            <a:r>
              <a:rPr lang="fr-FR" smtClean="0"/>
              <a:t>As they mocked and hit</a:t>
            </a:r>
          </a:p>
          <a:p>
            <a:r>
              <a:rPr lang="fr-FR" smtClean="0"/>
              <a:t>6-  ET CELA LUI ÉTAIT ÉGAL IL SAVAIT CE QU’IL POURSUIVAIT </a:t>
            </a:r>
          </a:p>
          <a:p>
            <a:r>
              <a:rPr lang="fr-FR" smtClean="0"/>
              <a:t>And it didn't matter He knew what he was after </a:t>
            </a:r>
          </a:p>
          <a:p>
            <a:endParaRPr lang="fr-FR" smtClean="0"/>
          </a:p>
          <a:p>
            <a:r>
              <a:rPr lang="fr-FR" smtClean="0"/>
              <a:t>	7-  ET SON COEUR S EST BRISÉ ET SON SOUFFLÉ S EST COUPÉ </a:t>
            </a:r>
          </a:p>
          <a:p>
            <a:r>
              <a:rPr lang="fr-FR" smtClean="0"/>
              <a:t>	And His heart broke And His breath choked</a:t>
            </a:r>
          </a:p>
          <a:p>
            <a:r>
              <a:rPr lang="fr-FR" smtClean="0"/>
              <a:t>	8-  ET LE FOUET S EST DÉCHIRÉ  SOUS LES COUPS </a:t>
            </a:r>
          </a:p>
          <a:p>
            <a:r>
              <a:rPr lang="fr-FR" smtClean="0"/>
              <a:t>	And the whip did rip with a mean stroke
	9-  ET SA CHAIR A ÉTÉ DÉCHIRÉE ET LE SANG À COULÉ </a:t>
            </a:r>
          </a:p>
          <a:p>
            <a:r>
              <a:rPr lang="fr-FR" smtClean="0"/>
              <a:t>	And the flesh tore, and the blood poured
	10-  ET NOTRE PÉCHÉ L’A PERCÉ COMME UNE ÉPINE AIGUISÉE </a:t>
            </a:r>
          </a:p>
          <a:p>
            <a:r>
              <a:rPr lang="fr-FR" smtClean="0"/>
              <a:t>	And our sin dug in like a sharp thorn
	11-  MAIS IL NE S EST PAS BATTU QUAND LE MARTEAU A FRAPPÉ </a:t>
            </a:r>
          </a:p>
          <a:p>
            <a:r>
              <a:rPr lang="fr-FR" smtClean="0"/>
              <a:t>	But he did not fight when the hammer fell
	12-  SON AMOUR ÉTAIT DUR COMME DES CLOUS </a:t>
            </a:r>
          </a:p>
          <a:p>
            <a:r>
              <a:rPr lang="fr-FR" smtClean="0"/>
              <a:t>	His love was tough as nails
	</a:t>
            </a:r>
          </a:p>
          <a:p>
            <a:endParaRPr lang="fr-FR" smtClean="0"/>
          </a:p>
          <a:p>
            <a:r>
              <a:rPr lang="fr-FR" smtClean="0"/>
              <a:t>13-  IL A PRIS LA CROIX ET A TREBUCHÉ SUR LA COLLINE </a:t>
            </a:r>
          </a:p>
          <a:p>
            <a:r>
              <a:rPr lang="fr-FR" smtClean="0"/>
              <a:t>He took the Cross And stumbled up the hill
14-  IL NE S EST PAS ARRÉTÉ JUSQU’À CE QUE LE TRAVAIL SOIT FAIT </a:t>
            </a:r>
          </a:p>
          <a:p>
            <a:r>
              <a:rPr lang="fr-FR" smtClean="0"/>
              <a:t>He would not quit until The work was finished</a:t>
            </a:r>
          </a:p>
          <a:p>
            <a:r>
              <a:rPr lang="fr-FR" smtClean="0"/>
              <a:t>15-  LE JOUR S’EST ASSOMBRI LE MARTEAU FRAPPE AVEC DOULEUR </a:t>
            </a:r>
          </a:p>
          <a:p>
            <a:r>
              <a:rPr lang="fr-FR" smtClean="0"/>
              <a:t>The day turned dark The hammer pounded pain
16-  ET SA RÉPONSE FINALE ÉTAIT PÈRE, PARDONNE LEUR! </a:t>
            </a:r>
          </a:p>
          <a:p>
            <a:r>
              <a:rPr lang="fr-FR" smtClean="0"/>
              <a:t>Then His final answer rang "Father, forgive them!”
17-  C EST LE VÉRITABLE AMOUR QUI LE CONDUISAIT </a:t>
            </a:r>
          </a:p>
          <a:p>
            <a:r>
              <a:rPr lang="fr-FR" smtClean="0"/>
              <a:t>It was the Love of Loves that drove Him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SON COEUR ÉTAIT DOUX</a:t>
            </a:r>
          </a:p>
          <a:p>
            <a:pPr>
              <a:defRPr/>
            </a:pPr>
            <a:r>
              <a:rPr lang="fr-FR" smtClean="0"/>
              <a:t>His heart was kind
2-  IL Y AVAIT LA FORCE DANS SES YEUX </a:t>
            </a:r>
          </a:p>
          <a:p>
            <a:pPr>
              <a:defRPr/>
            </a:pPr>
            <a:r>
              <a:rPr lang="fr-FR" smtClean="0"/>
              <a:t>And strength was in His eyes</a:t>
            </a:r>
          </a:p>
          <a:p>
            <a:pPr>
              <a:defRPr/>
            </a:pPr>
            <a:r>
              <a:rPr lang="fr-FR" smtClean="0"/>
              <a:t>3-  CE N ÉTAIT PAS UN DÉGUISEMENT IL AVAIT UNE MISSION </a:t>
            </a:r>
          </a:p>
          <a:p>
            <a:pPr>
              <a:defRPr/>
            </a:pPr>
            <a:r>
              <a:rPr lang="fr-FR" smtClean="0"/>
              <a:t>He wore no disguise He had a mission</a:t>
            </a:r>
          </a:p>
          <a:p>
            <a:pPr>
              <a:defRPr/>
            </a:pPr>
            <a:r>
              <a:rPr lang="fr-FR" smtClean="0"/>
              <a:t>4-  IL N A RIEN DIT</a:t>
            </a:r>
          </a:p>
          <a:p>
            <a:pPr>
              <a:defRPr/>
            </a:pPr>
            <a:r>
              <a:rPr lang="fr-FR" smtClean="0"/>
              <a:t>He spoke no words</a:t>
            </a:r>
          </a:p>
          <a:p>
            <a:pPr>
              <a:defRPr/>
            </a:pPr>
            <a:r>
              <a:rPr lang="fr-FR" smtClean="0"/>
              <a:t>5-  QUAND ILS SE SONT MOQUÉS ET L’ONT FRAPPÉ </a:t>
            </a:r>
          </a:p>
          <a:p>
            <a:pPr>
              <a:defRPr/>
            </a:pPr>
            <a:r>
              <a:rPr lang="fr-FR" smtClean="0"/>
              <a:t>As they mocked and hit</a:t>
            </a:r>
          </a:p>
          <a:p>
            <a:pPr>
              <a:defRPr/>
            </a:pPr>
            <a:r>
              <a:rPr lang="fr-FR" smtClean="0"/>
              <a:t>6-  ET CELA LUI ÉTAIT ÉGAL IL SAVAIT CE QU’IL POURSUIVAIT </a:t>
            </a:r>
          </a:p>
          <a:p>
            <a:pPr>
              <a:defRPr/>
            </a:pPr>
            <a:r>
              <a:rPr lang="fr-FR" smtClean="0"/>
              <a:t>And it didn't matter He knew what he was after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7-  ET SON COEUR S EST BRISÉ ET SON SOUFFLÉ S EST COUPÉ </a:t>
            </a:r>
          </a:p>
          <a:p>
            <a:pPr>
              <a:defRPr/>
            </a:pPr>
            <a:r>
              <a:rPr lang="fr-FR" smtClean="0"/>
              <a:t>	And His heart broke And His breath choked</a:t>
            </a:r>
          </a:p>
          <a:p>
            <a:pPr>
              <a:defRPr/>
            </a:pPr>
            <a:r>
              <a:rPr lang="fr-FR" smtClean="0"/>
              <a:t>	8-  ET LE FOUET S EST DÉCHIRÉ  SOUS LES COUPS </a:t>
            </a:r>
          </a:p>
          <a:p>
            <a:pPr>
              <a:defRPr/>
            </a:pPr>
            <a:r>
              <a:rPr lang="fr-FR" smtClean="0"/>
              <a:t>	And the whip did rip with a mean stroke
	9-  ET SA CHAIR A ÉTÉ DÉCHIRÉE ET LE SANG À COULÉ </a:t>
            </a:r>
          </a:p>
          <a:p>
            <a:pPr>
              <a:defRPr/>
            </a:pPr>
            <a:r>
              <a:rPr lang="fr-FR" smtClean="0"/>
              <a:t>	And the flesh tore, and the blood poured
	10-  ET NOTRE PÉCHÉ L’A PERCÉ COMME UNE ÉPINE AIGUISÉE </a:t>
            </a:r>
          </a:p>
          <a:p>
            <a:pPr>
              <a:defRPr/>
            </a:pPr>
            <a:r>
              <a:rPr lang="fr-FR" smtClean="0"/>
              <a:t>	And our sin dug in like a sharp thorn
	11-  MAIS IL NE S EST PAS BATTU QUAND LE MARTEAU A FRAPPÉ </a:t>
            </a:r>
          </a:p>
          <a:p>
            <a:pPr>
              <a:defRPr/>
            </a:pPr>
            <a:r>
              <a:rPr lang="fr-FR" smtClean="0"/>
              <a:t>	But he did not fight when the hammer fell
	12-  SON AMOUR ÉTAIT DUR COMME DES CLOUS </a:t>
            </a:r>
          </a:p>
          <a:p>
            <a:pPr>
              <a:defRPr/>
            </a:pPr>
            <a:r>
              <a:rPr lang="fr-FR" smtClean="0"/>
              <a:t>	His love was tough as nails
	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IL A PRIS LA CROIX ET A TREBUCHÉ SUR LA COLLINE </a:t>
            </a:r>
          </a:p>
          <a:p>
            <a:pPr>
              <a:defRPr/>
            </a:pPr>
            <a:r>
              <a:rPr lang="fr-FR" smtClean="0"/>
              <a:t>He took the Cross And stumbled up the hill
14-  IL NE S EST PAS ARRÉTÉ JUSQU’À CE QUE LE TRAVAIL SOIT FAIT </a:t>
            </a:r>
          </a:p>
          <a:p>
            <a:pPr>
              <a:defRPr/>
            </a:pPr>
            <a:r>
              <a:rPr lang="fr-FR" smtClean="0"/>
              <a:t>He would not quit until The work was finished</a:t>
            </a:r>
          </a:p>
          <a:p>
            <a:pPr>
              <a:defRPr/>
            </a:pPr>
            <a:r>
              <a:rPr lang="fr-FR" smtClean="0"/>
              <a:t>15-  LE JOUR S’EST ASSOMBRI LE MARTEAU FRAPPE AVEC DOULEUR </a:t>
            </a:r>
          </a:p>
          <a:p>
            <a:pPr>
              <a:defRPr/>
            </a:pPr>
            <a:r>
              <a:rPr lang="fr-FR" smtClean="0"/>
              <a:t>The day turned dark The hammer pounded pain
16-  ET SA RÉPONSE FINALE ÉTAIT PÈRE, PARDONNE LEUR! </a:t>
            </a:r>
          </a:p>
          <a:p>
            <a:pPr>
              <a:defRPr/>
            </a:pPr>
            <a:r>
              <a:rPr lang="fr-FR" smtClean="0"/>
              <a:t>Then His final answer rang "Father, forgive them!”
17-  C EST LE VÉRITABLE AMOUR QUI LE CONDUISAIT </a:t>
            </a:r>
          </a:p>
          <a:p>
            <a:pPr>
              <a:defRPr/>
            </a:pPr>
            <a:r>
              <a:rPr lang="fr-FR" smtClean="0"/>
              <a:t>It was the Love of Loves that drove Him</a:t>
            </a:r>
          </a:p>
          <a:p>
            <a:pPr>
              <a:defRPr/>
            </a:pPr>
            <a:endParaRPr lang="fr-FR" dirty="0" smtClean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SON COEUR ÉTAIT DOUX</a:t>
            </a:r>
          </a:p>
          <a:p>
            <a:r>
              <a:rPr lang="fr-FR" smtClean="0"/>
              <a:t>His heart was kind
2-  IL Y AVAIT LA FORCE DANS SES YEUX </a:t>
            </a:r>
          </a:p>
          <a:p>
            <a:r>
              <a:rPr lang="fr-FR" smtClean="0"/>
              <a:t>And strength was in His eyes</a:t>
            </a:r>
          </a:p>
          <a:p>
            <a:r>
              <a:rPr lang="fr-FR" smtClean="0"/>
              <a:t>3-  CE N ÉTAIT PAS UN DÉGUISEMENT IL AVAIT UNE MISSION </a:t>
            </a:r>
          </a:p>
          <a:p>
            <a:r>
              <a:rPr lang="fr-FR" smtClean="0"/>
              <a:t>He wore no disguise He had a mission</a:t>
            </a:r>
          </a:p>
          <a:p>
            <a:r>
              <a:rPr lang="fr-FR" smtClean="0"/>
              <a:t>4-  IL N A RIEN DIT</a:t>
            </a:r>
          </a:p>
          <a:p>
            <a:r>
              <a:rPr lang="fr-FR" smtClean="0"/>
              <a:t>He spoke no words</a:t>
            </a:r>
          </a:p>
          <a:p>
            <a:r>
              <a:rPr lang="fr-FR" smtClean="0"/>
              <a:t>5-  QUAND ILS SE SONT MOQUÉS ET L’ONT FRAPPÉ </a:t>
            </a:r>
          </a:p>
          <a:p>
            <a:r>
              <a:rPr lang="fr-FR" smtClean="0"/>
              <a:t>As they mocked and hit</a:t>
            </a:r>
          </a:p>
          <a:p>
            <a:r>
              <a:rPr lang="fr-FR" smtClean="0"/>
              <a:t>6-  ET CELA LUI ÉTAIT ÉGAL IL SAVAIT CE QU’IL POURSUIVAIT </a:t>
            </a:r>
          </a:p>
          <a:p>
            <a:r>
              <a:rPr lang="fr-FR" smtClean="0"/>
              <a:t>And it didn't matter He knew what he was after </a:t>
            </a:r>
          </a:p>
          <a:p>
            <a:endParaRPr lang="fr-FR" smtClean="0"/>
          </a:p>
          <a:p>
            <a:r>
              <a:rPr lang="fr-FR" smtClean="0"/>
              <a:t>	7-  ET SON COEUR S EST BRISÉ ET SON SOUFFLÉ S EST COUPÉ </a:t>
            </a:r>
          </a:p>
          <a:p>
            <a:r>
              <a:rPr lang="fr-FR" smtClean="0"/>
              <a:t>	And His heart broke And His breath choked</a:t>
            </a:r>
          </a:p>
          <a:p>
            <a:r>
              <a:rPr lang="fr-FR" smtClean="0"/>
              <a:t>	8-  ET LE FOUET S EST DÉCHIRÉ  SOUS LES COUPS </a:t>
            </a:r>
          </a:p>
          <a:p>
            <a:r>
              <a:rPr lang="fr-FR" smtClean="0"/>
              <a:t>	And the whip did rip with a mean stroke
	9-  ET SA CHAIR A ÉTÉ DÉCHIRÉE ET LE SANG À COULÉ </a:t>
            </a:r>
          </a:p>
          <a:p>
            <a:r>
              <a:rPr lang="fr-FR" smtClean="0"/>
              <a:t>	And the flesh tore, and the blood poured
	10-  ET NOTRE PÉCHÉ L’A PERCÉ COMME UNE ÉPINE AIGUISÉE </a:t>
            </a:r>
          </a:p>
          <a:p>
            <a:r>
              <a:rPr lang="fr-FR" smtClean="0"/>
              <a:t>	And our sin dug in like a sharp thorn
	11-  MAIS IL NE S EST PAS BATTU QUAND LE MARTEAU A FRAPPÉ </a:t>
            </a:r>
          </a:p>
          <a:p>
            <a:r>
              <a:rPr lang="fr-FR" smtClean="0"/>
              <a:t>	But he did not fight when the hammer fell
	12-  SON AMOUR ÉTAIT DUR COMME DES CLOUS </a:t>
            </a:r>
          </a:p>
          <a:p>
            <a:r>
              <a:rPr lang="fr-FR" smtClean="0"/>
              <a:t>	His love was tough as nails
	</a:t>
            </a:r>
          </a:p>
          <a:p>
            <a:endParaRPr lang="fr-FR" smtClean="0"/>
          </a:p>
          <a:p>
            <a:r>
              <a:rPr lang="fr-FR" smtClean="0"/>
              <a:t>13-  IL A PRIS LA CROIX ET A TREBUCHÉ SUR LA COLLINE </a:t>
            </a:r>
          </a:p>
          <a:p>
            <a:r>
              <a:rPr lang="fr-FR" smtClean="0"/>
              <a:t>He took the Cross And stumbled up the hill
14-  IL NE S EST PAS ARRÉTÉ JUSQU’À CE QUE LE TRAVAIL SOIT FAIT </a:t>
            </a:r>
          </a:p>
          <a:p>
            <a:r>
              <a:rPr lang="fr-FR" smtClean="0"/>
              <a:t>He would not quit until The work was finished</a:t>
            </a:r>
          </a:p>
          <a:p>
            <a:r>
              <a:rPr lang="fr-FR" smtClean="0"/>
              <a:t>15-  LE JOUR S’EST ASSOMBRI LE MARTEAU FRAPPE AVEC DOULEUR </a:t>
            </a:r>
          </a:p>
          <a:p>
            <a:r>
              <a:rPr lang="fr-FR" smtClean="0"/>
              <a:t>The day turned dark The hammer pounded pain
16-  ET SA RÉPONSE FINALE ÉTAIT PÈRE, PARDONNE LEUR! </a:t>
            </a:r>
          </a:p>
          <a:p>
            <a:r>
              <a:rPr lang="fr-FR" smtClean="0"/>
              <a:t>Then His final answer rang "Father, forgive them!”
17-  C EST LE VÉRITABLE AMOUR QUI LE CONDUISAIT </a:t>
            </a:r>
          </a:p>
          <a:p>
            <a:r>
              <a:rPr lang="fr-FR" smtClean="0"/>
              <a:t>It was the Love of Loves that drove Him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SON COEUR ÉTAIT DOUX</a:t>
            </a:r>
          </a:p>
          <a:p>
            <a:pPr>
              <a:defRPr/>
            </a:pPr>
            <a:r>
              <a:rPr lang="fr-FR" smtClean="0"/>
              <a:t>His heart was kind
2-  IL Y AVAIT LA FORCE DANS SES YEUX </a:t>
            </a:r>
          </a:p>
          <a:p>
            <a:pPr>
              <a:defRPr/>
            </a:pPr>
            <a:r>
              <a:rPr lang="fr-FR" smtClean="0"/>
              <a:t>And strength was in His eyes</a:t>
            </a:r>
          </a:p>
          <a:p>
            <a:pPr>
              <a:defRPr/>
            </a:pPr>
            <a:r>
              <a:rPr lang="fr-FR" smtClean="0"/>
              <a:t>3-  CE N ÉTAIT PAS UN DÉGUISEMENT IL AVAIT UNE MISSION </a:t>
            </a:r>
          </a:p>
          <a:p>
            <a:pPr>
              <a:defRPr/>
            </a:pPr>
            <a:r>
              <a:rPr lang="fr-FR" smtClean="0"/>
              <a:t>He wore no disguise He had a mission</a:t>
            </a:r>
          </a:p>
          <a:p>
            <a:pPr>
              <a:defRPr/>
            </a:pPr>
            <a:r>
              <a:rPr lang="fr-FR" smtClean="0"/>
              <a:t>4-  IL N A RIEN DIT</a:t>
            </a:r>
          </a:p>
          <a:p>
            <a:pPr>
              <a:defRPr/>
            </a:pPr>
            <a:r>
              <a:rPr lang="fr-FR" smtClean="0"/>
              <a:t>He spoke no words</a:t>
            </a:r>
          </a:p>
          <a:p>
            <a:pPr>
              <a:defRPr/>
            </a:pPr>
            <a:r>
              <a:rPr lang="fr-FR" smtClean="0"/>
              <a:t>5-  QUAND ILS SE SONT MOQUÉS ET L’ONT FRAPPÉ </a:t>
            </a:r>
          </a:p>
          <a:p>
            <a:pPr>
              <a:defRPr/>
            </a:pPr>
            <a:r>
              <a:rPr lang="fr-FR" smtClean="0"/>
              <a:t>As they mocked and hit</a:t>
            </a:r>
          </a:p>
          <a:p>
            <a:pPr>
              <a:defRPr/>
            </a:pPr>
            <a:r>
              <a:rPr lang="fr-FR" smtClean="0"/>
              <a:t>6-  ET CELA LUI ÉTAIT ÉGAL IL SAVAIT CE QU’IL POURSUIVAIT </a:t>
            </a:r>
          </a:p>
          <a:p>
            <a:pPr>
              <a:defRPr/>
            </a:pPr>
            <a:r>
              <a:rPr lang="fr-FR" smtClean="0"/>
              <a:t>And it didn't matter He knew what he was after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7-  ET SON COEUR S EST BRISÉ ET SON SOUFFLÉ S EST COUPÉ </a:t>
            </a:r>
          </a:p>
          <a:p>
            <a:pPr>
              <a:defRPr/>
            </a:pPr>
            <a:r>
              <a:rPr lang="fr-FR" smtClean="0"/>
              <a:t>	And His heart broke And His breath choked</a:t>
            </a:r>
          </a:p>
          <a:p>
            <a:pPr>
              <a:defRPr/>
            </a:pPr>
            <a:r>
              <a:rPr lang="fr-FR" smtClean="0"/>
              <a:t>	8-  ET LE FOUET S EST DÉCHIRÉ  SOUS LES COUPS </a:t>
            </a:r>
          </a:p>
          <a:p>
            <a:pPr>
              <a:defRPr/>
            </a:pPr>
            <a:r>
              <a:rPr lang="fr-FR" smtClean="0"/>
              <a:t>	And the whip did rip with a mean stroke
	9-  ET SA CHAIR A ÉTÉ DÉCHIRÉE ET LE SANG À COULÉ </a:t>
            </a:r>
          </a:p>
          <a:p>
            <a:pPr>
              <a:defRPr/>
            </a:pPr>
            <a:r>
              <a:rPr lang="fr-FR" smtClean="0"/>
              <a:t>	And the flesh tore, and the blood poured
	10-  ET NOTRE PÉCHÉ L’A PERCÉ COMME UNE ÉPINE AIGUISÉE </a:t>
            </a:r>
          </a:p>
          <a:p>
            <a:pPr>
              <a:defRPr/>
            </a:pPr>
            <a:r>
              <a:rPr lang="fr-FR" smtClean="0"/>
              <a:t>	And our sin dug in like a sharp thorn
	11-  MAIS IL NE S EST PAS BATTU QUAND LE MARTEAU A FRAPPÉ </a:t>
            </a:r>
          </a:p>
          <a:p>
            <a:pPr>
              <a:defRPr/>
            </a:pPr>
            <a:r>
              <a:rPr lang="fr-FR" smtClean="0"/>
              <a:t>	But he did not fight when the hammer fell
	12-  SON AMOUR ÉTAIT DUR COMME DES CLOUS </a:t>
            </a:r>
          </a:p>
          <a:p>
            <a:pPr>
              <a:defRPr/>
            </a:pPr>
            <a:r>
              <a:rPr lang="fr-FR" smtClean="0"/>
              <a:t>	His love was tough as nails
	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IL A PRIS LA CROIX ET A TREBUCHÉ SUR LA COLLINE </a:t>
            </a:r>
          </a:p>
          <a:p>
            <a:pPr>
              <a:defRPr/>
            </a:pPr>
            <a:r>
              <a:rPr lang="fr-FR" smtClean="0"/>
              <a:t>He took the Cross And stumbled up the hill
14-  IL NE S EST PAS ARRÉTÉ JUSQU’À CE QUE LE TRAVAIL SOIT FAIT </a:t>
            </a:r>
          </a:p>
          <a:p>
            <a:pPr>
              <a:defRPr/>
            </a:pPr>
            <a:r>
              <a:rPr lang="fr-FR" smtClean="0"/>
              <a:t>He would not quit until The work was finished</a:t>
            </a:r>
          </a:p>
          <a:p>
            <a:pPr>
              <a:defRPr/>
            </a:pPr>
            <a:r>
              <a:rPr lang="fr-FR" smtClean="0"/>
              <a:t>15-  LE JOUR S’EST ASSOMBRI LE MARTEAU FRAPPE AVEC DOULEUR </a:t>
            </a:r>
          </a:p>
          <a:p>
            <a:pPr>
              <a:defRPr/>
            </a:pPr>
            <a:r>
              <a:rPr lang="fr-FR" smtClean="0"/>
              <a:t>The day turned dark The hammer pounded pain
16-  ET SA RÉPONSE FINALE ÉTAIT PÈRE, PARDONNE LEUR! </a:t>
            </a:r>
          </a:p>
          <a:p>
            <a:pPr>
              <a:defRPr/>
            </a:pPr>
            <a:r>
              <a:rPr lang="fr-FR" smtClean="0"/>
              <a:t>Then His final answer rang "Father, forgive them!”
17-  C EST LE VÉRITABLE AMOUR QUI LE CONDUISAIT </a:t>
            </a:r>
          </a:p>
          <a:p>
            <a:pPr>
              <a:defRPr/>
            </a:pPr>
            <a:r>
              <a:rPr lang="fr-FR" smtClean="0"/>
              <a:t>It was the Love of Loves that drove Him</a:t>
            </a:r>
          </a:p>
          <a:p>
            <a:pPr>
              <a:defRPr/>
            </a:pPr>
            <a:endParaRPr lang="fr-FR" dirty="0" smtClean="0"/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SON COEUR ÉTAIT DOUX</a:t>
            </a:r>
          </a:p>
          <a:p>
            <a:r>
              <a:rPr lang="fr-FR" smtClean="0"/>
              <a:t>His heart was kind
2-  IL Y AVAIT LA FORCE DANS SES YEUX </a:t>
            </a:r>
          </a:p>
          <a:p>
            <a:r>
              <a:rPr lang="fr-FR" smtClean="0"/>
              <a:t>And strength was in His eyes</a:t>
            </a:r>
          </a:p>
          <a:p>
            <a:r>
              <a:rPr lang="fr-FR" smtClean="0"/>
              <a:t>3-  CE N ÉTAIT PAS UN DÉGUISEMENT IL AVAIT UNE MISSION </a:t>
            </a:r>
          </a:p>
          <a:p>
            <a:r>
              <a:rPr lang="fr-FR" smtClean="0"/>
              <a:t>He wore no disguise He had a mission</a:t>
            </a:r>
          </a:p>
          <a:p>
            <a:r>
              <a:rPr lang="fr-FR" smtClean="0"/>
              <a:t>4-  IL N A RIEN DIT</a:t>
            </a:r>
          </a:p>
          <a:p>
            <a:r>
              <a:rPr lang="fr-FR" smtClean="0"/>
              <a:t>He spoke no words</a:t>
            </a:r>
          </a:p>
          <a:p>
            <a:r>
              <a:rPr lang="fr-FR" smtClean="0"/>
              <a:t>5-  QUAND ILS SE SONT MOQUÉS ET L’ONT FRAPPÉ </a:t>
            </a:r>
          </a:p>
          <a:p>
            <a:r>
              <a:rPr lang="fr-FR" smtClean="0"/>
              <a:t>As they mocked and hit</a:t>
            </a:r>
          </a:p>
          <a:p>
            <a:r>
              <a:rPr lang="fr-FR" smtClean="0"/>
              <a:t>6-  ET CELA LUI ÉTAIT ÉGAL IL SAVAIT CE QU’IL POURSUIVAIT </a:t>
            </a:r>
          </a:p>
          <a:p>
            <a:r>
              <a:rPr lang="fr-FR" smtClean="0"/>
              <a:t>And it didn't matter He knew what he was after </a:t>
            </a:r>
          </a:p>
          <a:p>
            <a:endParaRPr lang="fr-FR" smtClean="0"/>
          </a:p>
          <a:p>
            <a:r>
              <a:rPr lang="fr-FR" smtClean="0"/>
              <a:t>	7-  ET SON COEUR S EST BRISÉ ET SON SOUFFLÉ S EST COUPÉ </a:t>
            </a:r>
          </a:p>
          <a:p>
            <a:r>
              <a:rPr lang="fr-FR" smtClean="0"/>
              <a:t>	And His heart broke And His breath choked</a:t>
            </a:r>
          </a:p>
          <a:p>
            <a:r>
              <a:rPr lang="fr-FR" smtClean="0"/>
              <a:t>	8-  ET LE FOUET S EST DÉCHIRÉ  SOUS LES COUPS </a:t>
            </a:r>
          </a:p>
          <a:p>
            <a:r>
              <a:rPr lang="fr-FR" smtClean="0"/>
              <a:t>	And the whip did rip with a mean stroke
	9-  ET SA CHAIR A ÉTÉ DÉCHIRÉE ET LE SANG À COULÉ </a:t>
            </a:r>
          </a:p>
          <a:p>
            <a:r>
              <a:rPr lang="fr-FR" smtClean="0"/>
              <a:t>	And the flesh tore, and the blood poured
	10-  ET NOTRE PÉCHÉ L’A PERCÉ COMME UNE ÉPINE AIGUISÉE </a:t>
            </a:r>
          </a:p>
          <a:p>
            <a:r>
              <a:rPr lang="fr-FR" smtClean="0"/>
              <a:t>	And our sin dug in like a sharp thorn
	11-  MAIS IL NE S EST PAS BATTU QUAND LE MARTEAU A FRAPPÉ </a:t>
            </a:r>
          </a:p>
          <a:p>
            <a:r>
              <a:rPr lang="fr-FR" smtClean="0"/>
              <a:t>	But he did not fight when the hammer fell
	12-  SON AMOUR ÉTAIT DUR COMME DES CLOUS </a:t>
            </a:r>
          </a:p>
          <a:p>
            <a:r>
              <a:rPr lang="fr-FR" smtClean="0"/>
              <a:t>	His love was tough as nails
	</a:t>
            </a:r>
          </a:p>
          <a:p>
            <a:endParaRPr lang="fr-FR" smtClean="0"/>
          </a:p>
          <a:p>
            <a:r>
              <a:rPr lang="fr-FR" smtClean="0"/>
              <a:t>13-  IL A PRIS LA CROIX ET A TREBUCHÉ SUR LA COLLINE </a:t>
            </a:r>
          </a:p>
          <a:p>
            <a:r>
              <a:rPr lang="fr-FR" smtClean="0"/>
              <a:t>He took the Cross And stumbled up the hill
14-  IL NE S EST PAS ARRÉTÉ JUSQU’À CE QUE LE TRAVAIL SOIT FAIT </a:t>
            </a:r>
          </a:p>
          <a:p>
            <a:r>
              <a:rPr lang="fr-FR" smtClean="0"/>
              <a:t>He would not quit until The work was finished</a:t>
            </a:r>
          </a:p>
          <a:p>
            <a:r>
              <a:rPr lang="fr-FR" smtClean="0"/>
              <a:t>15-  LE JOUR S’EST ASSOMBRI LE MARTEAU FRAPPE AVEC DOULEUR </a:t>
            </a:r>
          </a:p>
          <a:p>
            <a:r>
              <a:rPr lang="fr-FR" smtClean="0"/>
              <a:t>The day turned dark The hammer pounded pain
16-  ET SA RÉPONSE FINALE ÉTAIT PÈRE, PARDONNE LEUR! </a:t>
            </a:r>
          </a:p>
          <a:p>
            <a:r>
              <a:rPr lang="fr-FR" smtClean="0"/>
              <a:t>Then His final answer rang "Father, forgive them!”
17-  C EST LE VÉRITABLE AMOUR QUI LE CONDUISAIT </a:t>
            </a:r>
          </a:p>
          <a:p>
            <a:r>
              <a:rPr lang="fr-FR" smtClean="0"/>
              <a:t>It was the Love of Loves that drove Him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SON COEUR ÉTAIT DOUX</a:t>
            </a:r>
          </a:p>
          <a:p>
            <a:pPr>
              <a:defRPr/>
            </a:pPr>
            <a:r>
              <a:rPr lang="fr-FR" smtClean="0"/>
              <a:t>His heart was kind
2-  IL Y AVAIT LA FORCE DANS SES YEUX </a:t>
            </a:r>
          </a:p>
          <a:p>
            <a:pPr>
              <a:defRPr/>
            </a:pPr>
            <a:r>
              <a:rPr lang="fr-FR" smtClean="0"/>
              <a:t>And strength was in His eyes</a:t>
            </a:r>
          </a:p>
          <a:p>
            <a:pPr>
              <a:defRPr/>
            </a:pPr>
            <a:r>
              <a:rPr lang="fr-FR" smtClean="0"/>
              <a:t>3-  CE N ÉTAIT PAS UN DÉGUISEMENT IL AVAIT UNE MISSION </a:t>
            </a:r>
          </a:p>
          <a:p>
            <a:pPr>
              <a:defRPr/>
            </a:pPr>
            <a:r>
              <a:rPr lang="fr-FR" smtClean="0"/>
              <a:t>He wore no disguise He had a mission</a:t>
            </a:r>
          </a:p>
          <a:p>
            <a:pPr>
              <a:defRPr/>
            </a:pPr>
            <a:r>
              <a:rPr lang="fr-FR" smtClean="0"/>
              <a:t>4-  IL N A RIEN DIT</a:t>
            </a:r>
          </a:p>
          <a:p>
            <a:pPr>
              <a:defRPr/>
            </a:pPr>
            <a:r>
              <a:rPr lang="fr-FR" smtClean="0"/>
              <a:t>He spoke no words</a:t>
            </a:r>
          </a:p>
          <a:p>
            <a:pPr>
              <a:defRPr/>
            </a:pPr>
            <a:r>
              <a:rPr lang="fr-FR" smtClean="0"/>
              <a:t>5-  QUAND ILS SE SONT MOQUÉS ET L’ONT FRAPPÉ </a:t>
            </a:r>
          </a:p>
          <a:p>
            <a:pPr>
              <a:defRPr/>
            </a:pPr>
            <a:r>
              <a:rPr lang="fr-FR" smtClean="0"/>
              <a:t>As they mocked and hit</a:t>
            </a:r>
          </a:p>
          <a:p>
            <a:pPr>
              <a:defRPr/>
            </a:pPr>
            <a:r>
              <a:rPr lang="fr-FR" smtClean="0"/>
              <a:t>6-  ET CELA LUI ÉTAIT ÉGAL IL SAVAIT CE QU’IL POURSUIVAIT </a:t>
            </a:r>
          </a:p>
          <a:p>
            <a:pPr>
              <a:defRPr/>
            </a:pPr>
            <a:r>
              <a:rPr lang="fr-FR" smtClean="0"/>
              <a:t>And it didn't matter He knew what he was after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7-  ET SON COEUR S EST BRISÉ ET SON SOUFFLÉ S EST COUPÉ </a:t>
            </a:r>
          </a:p>
          <a:p>
            <a:pPr>
              <a:defRPr/>
            </a:pPr>
            <a:r>
              <a:rPr lang="fr-FR" smtClean="0"/>
              <a:t>	And His heart broke And His breath choked</a:t>
            </a:r>
          </a:p>
          <a:p>
            <a:pPr>
              <a:defRPr/>
            </a:pPr>
            <a:r>
              <a:rPr lang="fr-FR" smtClean="0"/>
              <a:t>	8-  ET LE FOUET S EST DÉCHIRÉ  SOUS LES COUPS </a:t>
            </a:r>
          </a:p>
          <a:p>
            <a:pPr>
              <a:defRPr/>
            </a:pPr>
            <a:r>
              <a:rPr lang="fr-FR" smtClean="0"/>
              <a:t>	And the whip did rip with a mean stroke
	9-  ET SA CHAIR A ÉTÉ DÉCHIRÉE ET LE SANG À COULÉ </a:t>
            </a:r>
          </a:p>
          <a:p>
            <a:pPr>
              <a:defRPr/>
            </a:pPr>
            <a:r>
              <a:rPr lang="fr-FR" smtClean="0"/>
              <a:t>	And the flesh tore, and the blood poured
	10-  ET NOTRE PÉCHÉ L’A PERCÉ COMME UNE ÉPINE AIGUISÉE </a:t>
            </a:r>
          </a:p>
          <a:p>
            <a:pPr>
              <a:defRPr/>
            </a:pPr>
            <a:r>
              <a:rPr lang="fr-FR" smtClean="0"/>
              <a:t>	And our sin dug in like a sharp thorn
	11-  MAIS IL NE S EST PAS BATTU QUAND LE MARTEAU A FRAPPÉ </a:t>
            </a:r>
          </a:p>
          <a:p>
            <a:pPr>
              <a:defRPr/>
            </a:pPr>
            <a:r>
              <a:rPr lang="fr-FR" smtClean="0"/>
              <a:t>	But he did not fight when the hammer fell
	12-  SON AMOUR ÉTAIT DUR COMME DES CLOUS </a:t>
            </a:r>
          </a:p>
          <a:p>
            <a:pPr>
              <a:defRPr/>
            </a:pPr>
            <a:r>
              <a:rPr lang="fr-FR" smtClean="0"/>
              <a:t>	His love was tough as nails
	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IL A PRIS LA CROIX ET A TREBUCHÉ SUR LA COLLINE </a:t>
            </a:r>
          </a:p>
          <a:p>
            <a:pPr>
              <a:defRPr/>
            </a:pPr>
            <a:r>
              <a:rPr lang="fr-FR" smtClean="0"/>
              <a:t>He took the Cross And stumbled up the hill
14-  IL NE S EST PAS ARRÉTÉ JUSQU’À CE QUE LE TRAVAIL SOIT FAIT </a:t>
            </a:r>
          </a:p>
          <a:p>
            <a:pPr>
              <a:defRPr/>
            </a:pPr>
            <a:r>
              <a:rPr lang="fr-FR" smtClean="0"/>
              <a:t>He would not quit until The work was finished</a:t>
            </a:r>
          </a:p>
          <a:p>
            <a:pPr>
              <a:defRPr/>
            </a:pPr>
            <a:r>
              <a:rPr lang="fr-FR" smtClean="0"/>
              <a:t>15-  LE JOUR S’EST ASSOMBRI LE MARTEAU FRAPPE AVEC DOULEUR </a:t>
            </a:r>
          </a:p>
          <a:p>
            <a:pPr>
              <a:defRPr/>
            </a:pPr>
            <a:r>
              <a:rPr lang="fr-FR" smtClean="0"/>
              <a:t>The day turned dark The hammer pounded pain
16-  ET SA RÉPONSE FINALE ÉTAIT PÈRE, PARDONNE LEUR! </a:t>
            </a:r>
          </a:p>
          <a:p>
            <a:pPr>
              <a:defRPr/>
            </a:pPr>
            <a:r>
              <a:rPr lang="fr-FR" smtClean="0"/>
              <a:t>Then His final answer rang "Father, forgive them!”
17-  C EST LE VÉRITABLE AMOUR QUI LE CONDUISAIT </a:t>
            </a:r>
          </a:p>
          <a:p>
            <a:pPr>
              <a:defRPr/>
            </a:pPr>
            <a:r>
              <a:rPr lang="fr-FR" smtClean="0"/>
              <a:t>It was the Love of Loves that drove Him</a:t>
            </a:r>
          </a:p>
          <a:p>
            <a:pPr>
              <a:defRPr/>
            </a:pPr>
            <a:endParaRPr lang="fr-FR" dirty="0" smtClean="0"/>
          </a:p>
        </p:txBody>
      </p:sp>
      <p:sp>
        <p:nvSpPr>
          <p:cNvPr id="276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SON COEUR ÉTAIT DOUX</a:t>
            </a:r>
          </a:p>
          <a:p>
            <a:r>
              <a:rPr lang="fr-FR" smtClean="0"/>
              <a:t>His heart was kind
2-  IL Y AVAIT LA FORCE DANS SES YEUX </a:t>
            </a:r>
          </a:p>
          <a:p>
            <a:r>
              <a:rPr lang="fr-FR" smtClean="0"/>
              <a:t>And strength was in His eyes</a:t>
            </a:r>
          </a:p>
          <a:p>
            <a:r>
              <a:rPr lang="fr-FR" smtClean="0"/>
              <a:t>3-  CE N ÉTAIT PAS UN DÉGUISEMENT IL AVAIT UNE MISSION </a:t>
            </a:r>
          </a:p>
          <a:p>
            <a:r>
              <a:rPr lang="fr-FR" smtClean="0"/>
              <a:t>He wore no disguise He had a mission</a:t>
            </a:r>
          </a:p>
          <a:p>
            <a:r>
              <a:rPr lang="fr-FR" smtClean="0"/>
              <a:t>4-  IL N A RIEN DIT</a:t>
            </a:r>
          </a:p>
          <a:p>
            <a:r>
              <a:rPr lang="fr-FR" smtClean="0"/>
              <a:t>He spoke no words</a:t>
            </a:r>
          </a:p>
          <a:p>
            <a:r>
              <a:rPr lang="fr-FR" smtClean="0"/>
              <a:t>5-  QUAND ILS SE SONT MOQUÉS ET L’ONT FRAPPÉ </a:t>
            </a:r>
          </a:p>
          <a:p>
            <a:r>
              <a:rPr lang="fr-FR" smtClean="0"/>
              <a:t>As they mocked and hit</a:t>
            </a:r>
          </a:p>
          <a:p>
            <a:r>
              <a:rPr lang="fr-FR" smtClean="0"/>
              <a:t>6-  ET CELA LUI ÉTAIT ÉGAL IL SAVAIT CE QU’IL POURSUIVAIT </a:t>
            </a:r>
          </a:p>
          <a:p>
            <a:r>
              <a:rPr lang="fr-FR" smtClean="0"/>
              <a:t>And it didn't matter He knew what he was after </a:t>
            </a:r>
          </a:p>
          <a:p>
            <a:endParaRPr lang="fr-FR" smtClean="0"/>
          </a:p>
          <a:p>
            <a:r>
              <a:rPr lang="fr-FR" smtClean="0"/>
              <a:t>	7-  ET SON COEUR S EST BRISÉ ET SON SOUFFLÉ S EST COUPÉ </a:t>
            </a:r>
          </a:p>
          <a:p>
            <a:r>
              <a:rPr lang="fr-FR" smtClean="0"/>
              <a:t>	And His heart broke And His breath choked</a:t>
            </a:r>
          </a:p>
          <a:p>
            <a:r>
              <a:rPr lang="fr-FR" smtClean="0"/>
              <a:t>	8-  ET LE FOUET S EST DÉCHIRÉ  SOUS LES COUPS </a:t>
            </a:r>
          </a:p>
          <a:p>
            <a:r>
              <a:rPr lang="fr-FR" smtClean="0"/>
              <a:t>	And the whip did rip with a mean stroke
	9-  ET SA CHAIR A ÉTÉ DÉCHIRÉE ET LE SANG À COULÉ </a:t>
            </a:r>
          </a:p>
          <a:p>
            <a:r>
              <a:rPr lang="fr-FR" smtClean="0"/>
              <a:t>	And the flesh tore, and the blood poured
	10-  ET NOTRE PÉCHÉ L’A PERCÉ COMME UNE ÉPINE AIGUISÉE </a:t>
            </a:r>
          </a:p>
          <a:p>
            <a:r>
              <a:rPr lang="fr-FR" smtClean="0"/>
              <a:t>	And our sin dug in like a sharp thorn
	11-  MAIS IL NE S EST PAS BATTU QUAND LE MARTEAU A FRAPPÉ </a:t>
            </a:r>
          </a:p>
          <a:p>
            <a:r>
              <a:rPr lang="fr-FR" smtClean="0"/>
              <a:t>	But he did not fight when the hammer fell
	12-  SON AMOUR ÉTAIT DUR COMME DES CLOUS </a:t>
            </a:r>
          </a:p>
          <a:p>
            <a:r>
              <a:rPr lang="fr-FR" smtClean="0"/>
              <a:t>	His love was tough as nails
	</a:t>
            </a:r>
          </a:p>
          <a:p>
            <a:endParaRPr lang="fr-FR" smtClean="0"/>
          </a:p>
          <a:p>
            <a:r>
              <a:rPr lang="fr-FR" smtClean="0"/>
              <a:t>13-  IL A PRIS LA CROIX ET A TREBUCHÉ SUR LA COLLINE </a:t>
            </a:r>
          </a:p>
          <a:p>
            <a:r>
              <a:rPr lang="fr-FR" smtClean="0"/>
              <a:t>He took the Cross And stumbled up the hill
14-  IL NE S EST PAS ARRÉTÉ JUSQU’À CE QUE LE TRAVAIL SOIT FAIT </a:t>
            </a:r>
          </a:p>
          <a:p>
            <a:r>
              <a:rPr lang="fr-FR" smtClean="0"/>
              <a:t>He would not quit until The work was finished</a:t>
            </a:r>
          </a:p>
          <a:p>
            <a:r>
              <a:rPr lang="fr-FR" smtClean="0"/>
              <a:t>15-  LE JOUR S’EST ASSOMBRI LE MARTEAU FRAPPE AVEC DOULEUR </a:t>
            </a:r>
          </a:p>
          <a:p>
            <a:r>
              <a:rPr lang="fr-FR" smtClean="0"/>
              <a:t>The day turned dark The hammer pounded pain
16-  ET SA RÉPONSE FINALE ÉTAIT PÈRE, PARDONNE LEUR! </a:t>
            </a:r>
          </a:p>
          <a:p>
            <a:r>
              <a:rPr lang="fr-FR" smtClean="0"/>
              <a:t>Then His final answer rang "Father, forgive them!”
17-  C EST LE VÉRITABLE AMOUR QUI LE CONDUISAIT </a:t>
            </a:r>
          </a:p>
          <a:p>
            <a:r>
              <a:rPr lang="fr-FR" smtClean="0"/>
              <a:t>It was the Love of Loves that drove Him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SON COEUR ÉTAIT DOUX</a:t>
            </a:r>
          </a:p>
          <a:p>
            <a:pPr>
              <a:defRPr/>
            </a:pPr>
            <a:r>
              <a:rPr lang="fr-FR" smtClean="0"/>
              <a:t>His heart was kind
2-  IL Y AVAIT LA FORCE DANS SES YEUX </a:t>
            </a:r>
          </a:p>
          <a:p>
            <a:pPr>
              <a:defRPr/>
            </a:pPr>
            <a:r>
              <a:rPr lang="fr-FR" smtClean="0"/>
              <a:t>And strength was in His eyes</a:t>
            </a:r>
          </a:p>
          <a:p>
            <a:pPr>
              <a:defRPr/>
            </a:pPr>
            <a:r>
              <a:rPr lang="fr-FR" smtClean="0"/>
              <a:t>3-  CE N ÉTAIT PAS UN DÉGUISEMENT IL AVAIT UNE MISSION </a:t>
            </a:r>
          </a:p>
          <a:p>
            <a:pPr>
              <a:defRPr/>
            </a:pPr>
            <a:r>
              <a:rPr lang="fr-FR" smtClean="0"/>
              <a:t>He wore no disguise He had a mission</a:t>
            </a:r>
          </a:p>
          <a:p>
            <a:pPr>
              <a:defRPr/>
            </a:pPr>
            <a:r>
              <a:rPr lang="fr-FR" smtClean="0"/>
              <a:t>4-  IL N A RIEN DIT</a:t>
            </a:r>
          </a:p>
          <a:p>
            <a:pPr>
              <a:defRPr/>
            </a:pPr>
            <a:r>
              <a:rPr lang="fr-FR" smtClean="0"/>
              <a:t>He spoke no words</a:t>
            </a:r>
          </a:p>
          <a:p>
            <a:pPr>
              <a:defRPr/>
            </a:pPr>
            <a:r>
              <a:rPr lang="fr-FR" smtClean="0"/>
              <a:t>5-  QUAND ILS SE SONT MOQUÉS ET L’ONT FRAPPÉ </a:t>
            </a:r>
          </a:p>
          <a:p>
            <a:pPr>
              <a:defRPr/>
            </a:pPr>
            <a:r>
              <a:rPr lang="fr-FR" smtClean="0"/>
              <a:t>As they mocked and hit</a:t>
            </a:r>
          </a:p>
          <a:p>
            <a:pPr>
              <a:defRPr/>
            </a:pPr>
            <a:r>
              <a:rPr lang="fr-FR" smtClean="0"/>
              <a:t>6-  ET CELA LUI ÉTAIT ÉGAL IL SAVAIT CE QU’IL POURSUIVAIT </a:t>
            </a:r>
          </a:p>
          <a:p>
            <a:pPr>
              <a:defRPr/>
            </a:pPr>
            <a:r>
              <a:rPr lang="fr-FR" smtClean="0"/>
              <a:t>And it didn't matter He knew what he was after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7-  ET SON COEUR S EST BRISÉ ET SON SOUFFLÉ S EST COUPÉ </a:t>
            </a:r>
          </a:p>
          <a:p>
            <a:pPr>
              <a:defRPr/>
            </a:pPr>
            <a:r>
              <a:rPr lang="fr-FR" smtClean="0"/>
              <a:t>	And His heart broke And His breath choked</a:t>
            </a:r>
          </a:p>
          <a:p>
            <a:pPr>
              <a:defRPr/>
            </a:pPr>
            <a:r>
              <a:rPr lang="fr-FR" smtClean="0"/>
              <a:t>	8-  ET LE FOUET S EST DÉCHIRÉ  SOUS LES COUPS </a:t>
            </a:r>
          </a:p>
          <a:p>
            <a:pPr>
              <a:defRPr/>
            </a:pPr>
            <a:r>
              <a:rPr lang="fr-FR" smtClean="0"/>
              <a:t>	And the whip did rip with a mean stroke
	9-  ET SA CHAIR A ÉTÉ DÉCHIRÉE ET LE SANG À COULÉ </a:t>
            </a:r>
          </a:p>
          <a:p>
            <a:pPr>
              <a:defRPr/>
            </a:pPr>
            <a:r>
              <a:rPr lang="fr-FR" smtClean="0"/>
              <a:t>	And the flesh tore, and the blood poured
	10-  ET NOTRE PÉCHÉ L’A PERCÉ COMME UNE ÉPINE AIGUISÉE </a:t>
            </a:r>
          </a:p>
          <a:p>
            <a:pPr>
              <a:defRPr/>
            </a:pPr>
            <a:r>
              <a:rPr lang="fr-FR" smtClean="0"/>
              <a:t>	And our sin dug in like a sharp thorn
	11-  MAIS IL NE S EST PAS BATTU QUAND LE MARTEAU A FRAPPÉ </a:t>
            </a:r>
          </a:p>
          <a:p>
            <a:pPr>
              <a:defRPr/>
            </a:pPr>
            <a:r>
              <a:rPr lang="fr-FR" smtClean="0"/>
              <a:t>	But he did not fight when the hammer fell
	12-  SON AMOUR ÉTAIT DUR COMME DES CLOUS </a:t>
            </a:r>
          </a:p>
          <a:p>
            <a:pPr>
              <a:defRPr/>
            </a:pPr>
            <a:r>
              <a:rPr lang="fr-FR" smtClean="0"/>
              <a:t>	His love was tough as nails
	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IL A PRIS LA CROIX ET A TREBUCHÉ SUR LA COLLINE </a:t>
            </a:r>
          </a:p>
          <a:p>
            <a:pPr>
              <a:defRPr/>
            </a:pPr>
            <a:r>
              <a:rPr lang="fr-FR" smtClean="0"/>
              <a:t>He took the Cross And stumbled up the hill
14-  IL NE S EST PAS ARRÉTÉ JUSQU’À CE QUE LE TRAVAIL SOIT FAIT </a:t>
            </a:r>
          </a:p>
          <a:p>
            <a:pPr>
              <a:defRPr/>
            </a:pPr>
            <a:r>
              <a:rPr lang="fr-FR" smtClean="0"/>
              <a:t>He would not quit until The work was finished</a:t>
            </a:r>
          </a:p>
          <a:p>
            <a:pPr>
              <a:defRPr/>
            </a:pPr>
            <a:r>
              <a:rPr lang="fr-FR" smtClean="0"/>
              <a:t>15-  LE JOUR S’EST ASSOMBRI LE MARTEAU FRAPPE AVEC DOULEUR </a:t>
            </a:r>
          </a:p>
          <a:p>
            <a:pPr>
              <a:defRPr/>
            </a:pPr>
            <a:r>
              <a:rPr lang="fr-FR" smtClean="0"/>
              <a:t>The day turned dark The hammer pounded pain
16-  ET SA RÉPONSE FINALE ÉTAIT PÈRE, PARDONNE LEUR! </a:t>
            </a:r>
          </a:p>
          <a:p>
            <a:pPr>
              <a:defRPr/>
            </a:pPr>
            <a:r>
              <a:rPr lang="fr-FR" smtClean="0"/>
              <a:t>Then His final answer rang "Father, forgive them!”
17-  C EST LE VÉRITABLE AMOUR QUI LE CONDUISAIT </a:t>
            </a:r>
          </a:p>
          <a:p>
            <a:pPr>
              <a:defRPr/>
            </a:pPr>
            <a:r>
              <a:rPr lang="fr-FR" smtClean="0"/>
              <a:t>It was the Love of Loves that drove Him</a:t>
            </a:r>
          </a:p>
          <a:p>
            <a:pPr>
              <a:defRPr/>
            </a:pPr>
            <a:endParaRPr lang="fr-FR" dirty="0" smtClean="0"/>
          </a:p>
        </p:txBody>
      </p:sp>
      <p:sp>
        <p:nvSpPr>
          <p:cNvPr id="286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SON COEUR ÉTAIT DOUX</a:t>
            </a:r>
          </a:p>
          <a:p>
            <a:r>
              <a:rPr lang="fr-FR" smtClean="0"/>
              <a:t>His heart was kind
2-  IL Y AVAIT LA FORCE DANS SES YEUX </a:t>
            </a:r>
          </a:p>
          <a:p>
            <a:r>
              <a:rPr lang="fr-FR" smtClean="0"/>
              <a:t>And strength was in His eyes</a:t>
            </a:r>
          </a:p>
          <a:p>
            <a:r>
              <a:rPr lang="fr-FR" smtClean="0"/>
              <a:t>3-  CE N ÉTAIT PAS UN DÉGUISEMENT IL AVAIT UNE MISSION </a:t>
            </a:r>
          </a:p>
          <a:p>
            <a:r>
              <a:rPr lang="fr-FR" smtClean="0"/>
              <a:t>He wore no disguise He had a mission</a:t>
            </a:r>
          </a:p>
          <a:p>
            <a:r>
              <a:rPr lang="fr-FR" smtClean="0"/>
              <a:t>4-  IL N A RIEN DIT</a:t>
            </a:r>
          </a:p>
          <a:p>
            <a:r>
              <a:rPr lang="fr-FR" smtClean="0"/>
              <a:t>He spoke no words</a:t>
            </a:r>
          </a:p>
          <a:p>
            <a:r>
              <a:rPr lang="fr-FR" smtClean="0"/>
              <a:t>5-  QUAND ILS SE SONT MOQUÉS ET L’ONT FRAPPÉ </a:t>
            </a:r>
          </a:p>
          <a:p>
            <a:r>
              <a:rPr lang="fr-FR" smtClean="0"/>
              <a:t>As they mocked and hit</a:t>
            </a:r>
          </a:p>
          <a:p>
            <a:r>
              <a:rPr lang="fr-FR" smtClean="0"/>
              <a:t>6-  ET CELA LUI ÉTAIT ÉGAL IL SAVAIT CE QU’IL POURSUIVAIT </a:t>
            </a:r>
          </a:p>
          <a:p>
            <a:r>
              <a:rPr lang="fr-FR" smtClean="0"/>
              <a:t>And it didn't matter He knew what he was after </a:t>
            </a:r>
          </a:p>
          <a:p>
            <a:endParaRPr lang="fr-FR" smtClean="0"/>
          </a:p>
          <a:p>
            <a:r>
              <a:rPr lang="fr-FR" smtClean="0"/>
              <a:t>	7-  ET SON COEUR S EST BRISÉ ET SON SOUFFLÉ S EST COUPÉ </a:t>
            </a:r>
          </a:p>
          <a:p>
            <a:r>
              <a:rPr lang="fr-FR" smtClean="0"/>
              <a:t>	And His heart broke And His breath choked</a:t>
            </a:r>
          </a:p>
          <a:p>
            <a:r>
              <a:rPr lang="fr-FR" smtClean="0"/>
              <a:t>	8-  ET LE FOUET S EST DÉCHIRÉ  SOUS LES COUPS </a:t>
            </a:r>
          </a:p>
          <a:p>
            <a:r>
              <a:rPr lang="fr-FR" smtClean="0"/>
              <a:t>	And the whip did rip with a mean stroke
	9-  ET SA CHAIR A ÉTÉ DÉCHIRÉE ET LE SANG À COULÉ </a:t>
            </a:r>
          </a:p>
          <a:p>
            <a:r>
              <a:rPr lang="fr-FR" smtClean="0"/>
              <a:t>	And the flesh tore, and the blood poured
	10-  ET NOTRE PÉCHÉ L’A PERCÉ COMME UNE ÉPINE AIGUISÉE </a:t>
            </a:r>
          </a:p>
          <a:p>
            <a:r>
              <a:rPr lang="fr-FR" smtClean="0"/>
              <a:t>	And our sin dug in like a sharp thorn
	11-  MAIS IL NE S EST PAS BATTU QUAND LE MARTEAU A FRAPPÉ </a:t>
            </a:r>
          </a:p>
          <a:p>
            <a:r>
              <a:rPr lang="fr-FR" smtClean="0"/>
              <a:t>	But he did not fight when the hammer fell
	12-  SON AMOUR ÉTAIT DUR COMME DES CLOUS </a:t>
            </a:r>
          </a:p>
          <a:p>
            <a:r>
              <a:rPr lang="fr-FR" smtClean="0"/>
              <a:t>	His love was tough as nails
	</a:t>
            </a:r>
          </a:p>
          <a:p>
            <a:endParaRPr lang="fr-FR" smtClean="0"/>
          </a:p>
          <a:p>
            <a:r>
              <a:rPr lang="fr-FR" smtClean="0"/>
              <a:t>13-  IL A PRIS LA CROIX ET A TREBUCHÉ SUR LA COLLINE </a:t>
            </a:r>
          </a:p>
          <a:p>
            <a:r>
              <a:rPr lang="fr-FR" smtClean="0"/>
              <a:t>He took the Cross And stumbled up the hill
14-  IL NE S EST PAS ARRÉTÉ JUSQU’À CE QUE LE TRAVAIL SOIT FAIT </a:t>
            </a:r>
          </a:p>
          <a:p>
            <a:r>
              <a:rPr lang="fr-FR" smtClean="0"/>
              <a:t>He would not quit until The work was finished</a:t>
            </a:r>
          </a:p>
          <a:p>
            <a:r>
              <a:rPr lang="fr-FR" smtClean="0"/>
              <a:t>15-  LE JOUR S’EST ASSOMBRI LE MARTEAU FRAPPE AVEC DOULEUR </a:t>
            </a:r>
          </a:p>
          <a:p>
            <a:r>
              <a:rPr lang="fr-FR" smtClean="0"/>
              <a:t>The day turned dark The hammer pounded pain
16-  ET SA RÉPONSE FINALE ÉTAIT PÈRE, PARDONNE LEUR! </a:t>
            </a:r>
          </a:p>
          <a:p>
            <a:r>
              <a:rPr lang="fr-FR" smtClean="0"/>
              <a:t>Then His final answer rang "Father, forgive them!”
17-  C EST LE VÉRITABLE AMOUR QUI LE CONDUISAIT </a:t>
            </a:r>
          </a:p>
          <a:p>
            <a:r>
              <a:rPr lang="fr-FR" smtClean="0"/>
              <a:t>It was the Love of Loves that drove Him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SON COEUR ÉTAIT DOUX</a:t>
            </a:r>
          </a:p>
          <a:p>
            <a:pPr>
              <a:defRPr/>
            </a:pPr>
            <a:r>
              <a:rPr lang="fr-FR" smtClean="0"/>
              <a:t>His heart was kind
2-  IL Y AVAIT LA FORCE DANS SES YEUX </a:t>
            </a:r>
          </a:p>
          <a:p>
            <a:pPr>
              <a:defRPr/>
            </a:pPr>
            <a:r>
              <a:rPr lang="fr-FR" smtClean="0"/>
              <a:t>And strength was in His eyes</a:t>
            </a:r>
          </a:p>
          <a:p>
            <a:pPr>
              <a:defRPr/>
            </a:pPr>
            <a:r>
              <a:rPr lang="fr-FR" smtClean="0"/>
              <a:t>3-  CE N ÉTAIT PAS UN DÉGUISEMENT IL AVAIT UNE MISSION </a:t>
            </a:r>
          </a:p>
          <a:p>
            <a:pPr>
              <a:defRPr/>
            </a:pPr>
            <a:r>
              <a:rPr lang="fr-FR" smtClean="0"/>
              <a:t>He wore no disguise He had a mission</a:t>
            </a:r>
          </a:p>
          <a:p>
            <a:pPr>
              <a:defRPr/>
            </a:pPr>
            <a:r>
              <a:rPr lang="fr-FR" smtClean="0"/>
              <a:t>4-  IL N A RIEN DIT</a:t>
            </a:r>
          </a:p>
          <a:p>
            <a:pPr>
              <a:defRPr/>
            </a:pPr>
            <a:r>
              <a:rPr lang="fr-FR" smtClean="0"/>
              <a:t>He spoke no words</a:t>
            </a:r>
          </a:p>
          <a:p>
            <a:pPr>
              <a:defRPr/>
            </a:pPr>
            <a:r>
              <a:rPr lang="fr-FR" smtClean="0"/>
              <a:t>5-  QUAND ILS SE SONT MOQUÉS ET L’ONT FRAPPÉ </a:t>
            </a:r>
          </a:p>
          <a:p>
            <a:pPr>
              <a:defRPr/>
            </a:pPr>
            <a:r>
              <a:rPr lang="fr-FR" smtClean="0"/>
              <a:t>As they mocked and hit</a:t>
            </a:r>
          </a:p>
          <a:p>
            <a:pPr>
              <a:defRPr/>
            </a:pPr>
            <a:r>
              <a:rPr lang="fr-FR" smtClean="0"/>
              <a:t>6-  ET CELA LUI ÉTAIT ÉGAL IL SAVAIT CE QU’IL POURSUIVAIT </a:t>
            </a:r>
          </a:p>
          <a:p>
            <a:pPr>
              <a:defRPr/>
            </a:pPr>
            <a:r>
              <a:rPr lang="fr-FR" smtClean="0"/>
              <a:t>And it didn't matter He knew what he was after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7-  ET SON COEUR S EST BRISÉ ET SON SOUFFLÉ S EST COUPÉ </a:t>
            </a:r>
          </a:p>
          <a:p>
            <a:pPr>
              <a:defRPr/>
            </a:pPr>
            <a:r>
              <a:rPr lang="fr-FR" smtClean="0"/>
              <a:t>	And His heart broke And His breath choked</a:t>
            </a:r>
          </a:p>
          <a:p>
            <a:pPr>
              <a:defRPr/>
            </a:pPr>
            <a:r>
              <a:rPr lang="fr-FR" smtClean="0"/>
              <a:t>	8-  ET LE FOUET S EST DÉCHIRÉ  SOUS LES COUPS </a:t>
            </a:r>
          </a:p>
          <a:p>
            <a:pPr>
              <a:defRPr/>
            </a:pPr>
            <a:r>
              <a:rPr lang="fr-FR" smtClean="0"/>
              <a:t>	And the whip did rip with a mean stroke
	9-  ET SA CHAIR A ÉTÉ DÉCHIRÉE ET LE SANG À COULÉ </a:t>
            </a:r>
          </a:p>
          <a:p>
            <a:pPr>
              <a:defRPr/>
            </a:pPr>
            <a:r>
              <a:rPr lang="fr-FR" smtClean="0"/>
              <a:t>	And the flesh tore, and the blood poured
	10-  ET NOTRE PÉCHÉ L’A PERCÉ COMME UNE ÉPINE AIGUISÉE </a:t>
            </a:r>
          </a:p>
          <a:p>
            <a:pPr>
              <a:defRPr/>
            </a:pPr>
            <a:r>
              <a:rPr lang="fr-FR" smtClean="0"/>
              <a:t>	And our sin dug in like a sharp thorn
	11-  MAIS IL NE S EST PAS BATTU QUAND LE MARTEAU A FRAPPÉ </a:t>
            </a:r>
          </a:p>
          <a:p>
            <a:pPr>
              <a:defRPr/>
            </a:pPr>
            <a:r>
              <a:rPr lang="fr-FR" smtClean="0"/>
              <a:t>	But he did not fight when the hammer fell
	12-  SON AMOUR ÉTAIT DUR COMME DES CLOUS </a:t>
            </a:r>
          </a:p>
          <a:p>
            <a:pPr>
              <a:defRPr/>
            </a:pPr>
            <a:r>
              <a:rPr lang="fr-FR" smtClean="0"/>
              <a:t>	His love was tough as nails
	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IL A PRIS LA CROIX ET A TREBUCHÉ SUR LA COLLINE </a:t>
            </a:r>
          </a:p>
          <a:p>
            <a:pPr>
              <a:defRPr/>
            </a:pPr>
            <a:r>
              <a:rPr lang="fr-FR" smtClean="0"/>
              <a:t>He took the Cross And stumbled up the hill
14-  IL NE S EST PAS ARRÉTÉ JUSQU’À CE QUE LE TRAVAIL SOIT FAIT </a:t>
            </a:r>
          </a:p>
          <a:p>
            <a:pPr>
              <a:defRPr/>
            </a:pPr>
            <a:r>
              <a:rPr lang="fr-FR" smtClean="0"/>
              <a:t>He would not quit until The work was finished</a:t>
            </a:r>
          </a:p>
          <a:p>
            <a:pPr>
              <a:defRPr/>
            </a:pPr>
            <a:r>
              <a:rPr lang="fr-FR" smtClean="0"/>
              <a:t>15-  LE JOUR S’EST ASSOMBRI LE MARTEAU FRAPPE AVEC DOULEUR </a:t>
            </a:r>
          </a:p>
          <a:p>
            <a:pPr>
              <a:defRPr/>
            </a:pPr>
            <a:r>
              <a:rPr lang="fr-FR" smtClean="0"/>
              <a:t>The day turned dark The hammer pounded pain
16-  ET SA RÉPONSE FINALE ÉTAIT PÈRE, PARDONNE LEUR! </a:t>
            </a:r>
          </a:p>
          <a:p>
            <a:pPr>
              <a:defRPr/>
            </a:pPr>
            <a:r>
              <a:rPr lang="fr-FR" smtClean="0"/>
              <a:t>Then His final answer rang "Father, forgive them!”
17-  C EST LE VÉRITABLE AMOUR QUI LE CONDUISAIT </a:t>
            </a:r>
          </a:p>
          <a:p>
            <a:pPr>
              <a:defRPr/>
            </a:pPr>
            <a:r>
              <a:rPr lang="fr-FR" smtClean="0"/>
              <a:t>It was the Love of Loves that drove Him</a:t>
            </a:r>
          </a:p>
          <a:p>
            <a:pPr>
              <a:defRPr/>
            </a:pPr>
            <a:endParaRPr lang="fr-FR" dirty="0" smtClean="0"/>
          </a:p>
        </p:txBody>
      </p:sp>
      <p:sp>
        <p:nvSpPr>
          <p:cNvPr id="297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SON COEUR ÉTAIT DOUX</a:t>
            </a:r>
          </a:p>
          <a:p>
            <a:r>
              <a:rPr lang="fr-FR" smtClean="0"/>
              <a:t>His heart was kind
2-  IL Y AVAIT LA FORCE DANS SES YEUX </a:t>
            </a:r>
          </a:p>
          <a:p>
            <a:r>
              <a:rPr lang="fr-FR" smtClean="0"/>
              <a:t>And strength was in His eyes</a:t>
            </a:r>
          </a:p>
          <a:p>
            <a:r>
              <a:rPr lang="fr-FR" smtClean="0"/>
              <a:t>3-  CE N ÉTAIT PAS UN DÉGUISEMENT IL AVAIT UNE MISSION </a:t>
            </a:r>
          </a:p>
          <a:p>
            <a:r>
              <a:rPr lang="fr-FR" smtClean="0"/>
              <a:t>He wore no disguise He had a mission</a:t>
            </a:r>
          </a:p>
          <a:p>
            <a:r>
              <a:rPr lang="fr-FR" smtClean="0"/>
              <a:t>4-  IL N A RIEN DIT</a:t>
            </a:r>
          </a:p>
          <a:p>
            <a:r>
              <a:rPr lang="fr-FR" smtClean="0"/>
              <a:t>He spoke no words</a:t>
            </a:r>
          </a:p>
          <a:p>
            <a:r>
              <a:rPr lang="fr-FR" smtClean="0"/>
              <a:t>5-  QUAND ILS SE SONT MOQUÉS ET L’ONT FRAPPÉ </a:t>
            </a:r>
          </a:p>
          <a:p>
            <a:r>
              <a:rPr lang="fr-FR" smtClean="0"/>
              <a:t>As they mocked and hit</a:t>
            </a:r>
          </a:p>
          <a:p>
            <a:r>
              <a:rPr lang="fr-FR" smtClean="0"/>
              <a:t>6-  ET CELA LUI ÉTAIT ÉGAL IL SAVAIT CE QU’IL POURSUIVAIT </a:t>
            </a:r>
          </a:p>
          <a:p>
            <a:r>
              <a:rPr lang="fr-FR" smtClean="0"/>
              <a:t>And it didn't matter He knew what he was after </a:t>
            </a:r>
          </a:p>
          <a:p>
            <a:endParaRPr lang="fr-FR" smtClean="0"/>
          </a:p>
          <a:p>
            <a:r>
              <a:rPr lang="fr-FR" smtClean="0"/>
              <a:t>	7-  ET SON COEUR S EST BRISÉ ET SON SOUFFLÉ S EST COUPÉ </a:t>
            </a:r>
          </a:p>
          <a:p>
            <a:r>
              <a:rPr lang="fr-FR" smtClean="0"/>
              <a:t>	And His heart broke And His breath choked</a:t>
            </a:r>
          </a:p>
          <a:p>
            <a:r>
              <a:rPr lang="fr-FR" smtClean="0"/>
              <a:t>	8-  ET LE FOUET S EST DÉCHIRÉ  SOUS LES COUPS </a:t>
            </a:r>
          </a:p>
          <a:p>
            <a:r>
              <a:rPr lang="fr-FR" smtClean="0"/>
              <a:t>	And the whip did rip with a mean stroke
	9-  ET SA CHAIR A ÉTÉ DÉCHIRÉE ET LE SANG À COULÉ </a:t>
            </a:r>
          </a:p>
          <a:p>
            <a:r>
              <a:rPr lang="fr-FR" smtClean="0"/>
              <a:t>	And the flesh tore, and the blood poured
	10-  ET NOTRE PÉCHÉ L’A PERCÉ COMME UNE ÉPINE AIGUISÉE </a:t>
            </a:r>
          </a:p>
          <a:p>
            <a:r>
              <a:rPr lang="fr-FR" smtClean="0"/>
              <a:t>	And our sin dug in like a sharp thorn
	11-  MAIS IL NE S EST PAS BATTU QUAND LE MARTEAU A FRAPPÉ </a:t>
            </a:r>
          </a:p>
          <a:p>
            <a:r>
              <a:rPr lang="fr-FR" smtClean="0"/>
              <a:t>	But he did not fight when the hammer fell
	12-  SON AMOUR ÉTAIT DUR COMME DES CLOUS </a:t>
            </a:r>
          </a:p>
          <a:p>
            <a:r>
              <a:rPr lang="fr-FR" smtClean="0"/>
              <a:t>	His love was tough as nails
	</a:t>
            </a:r>
          </a:p>
          <a:p>
            <a:endParaRPr lang="fr-FR" smtClean="0"/>
          </a:p>
          <a:p>
            <a:r>
              <a:rPr lang="fr-FR" smtClean="0"/>
              <a:t>13-  IL A PRIS LA CROIX ET A TREBUCHÉ SUR LA COLLINE </a:t>
            </a:r>
          </a:p>
          <a:p>
            <a:r>
              <a:rPr lang="fr-FR" smtClean="0"/>
              <a:t>He took the Cross And stumbled up the hill
14-  IL NE S EST PAS ARRÉTÉ JUSQU’À CE QUE LE TRAVAIL SOIT FAIT </a:t>
            </a:r>
          </a:p>
          <a:p>
            <a:r>
              <a:rPr lang="fr-FR" smtClean="0"/>
              <a:t>He would not quit until The work was finished</a:t>
            </a:r>
          </a:p>
          <a:p>
            <a:r>
              <a:rPr lang="fr-FR" smtClean="0"/>
              <a:t>15-  LE JOUR S’EST ASSOMBRI LE MARTEAU FRAPPE AVEC DOULEUR </a:t>
            </a:r>
          </a:p>
          <a:p>
            <a:r>
              <a:rPr lang="fr-FR" smtClean="0"/>
              <a:t>The day turned dark The hammer pounded pain
16-  ET SA RÉPONSE FINALE ÉTAIT PÈRE, PARDONNE LEUR! </a:t>
            </a:r>
          </a:p>
          <a:p>
            <a:r>
              <a:rPr lang="fr-FR" smtClean="0"/>
              <a:t>Then His final answer rang "Father, forgive them!”
17-  C EST LE VÉRITABLE AMOUR QUI LE CONDUISAIT </a:t>
            </a:r>
          </a:p>
          <a:p>
            <a:r>
              <a:rPr lang="fr-FR" smtClean="0"/>
              <a:t>It was the Love of Loves that drove Him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SON COEUR ÉTAIT DOUX</a:t>
            </a:r>
          </a:p>
          <a:p>
            <a:pPr>
              <a:defRPr/>
            </a:pPr>
            <a:r>
              <a:rPr lang="fr-FR" smtClean="0"/>
              <a:t>His heart was kind
2-  IL Y AVAIT LA FORCE DANS SES YEUX </a:t>
            </a:r>
          </a:p>
          <a:p>
            <a:pPr>
              <a:defRPr/>
            </a:pPr>
            <a:r>
              <a:rPr lang="fr-FR" smtClean="0"/>
              <a:t>And strength was in His eyes</a:t>
            </a:r>
          </a:p>
          <a:p>
            <a:pPr>
              <a:defRPr/>
            </a:pPr>
            <a:r>
              <a:rPr lang="fr-FR" smtClean="0"/>
              <a:t>3-  CE N ÉTAIT PAS UN DÉGUISEMENT IL AVAIT UNE MISSION </a:t>
            </a:r>
          </a:p>
          <a:p>
            <a:pPr>
              <a:defRPr/>
            </a:pPr>
            <a:r>
              <a:rPr lang="fr-FR" smtClean="0"/>
              <a:t>He wore no disguise He had a mission</a:t>
            </a:r>
          </a:p>
          <a:p>
            <a:pPr>
              <a:defRPr/>
            </a:pPr>
            <a:r>
              <a:rPr lang="fr-FR" smtClean="0"/>
              <a:t>4-  IL N A RIEN DIT</a:t>
            </a:r>
          </a:p>
          <a:p>
            <a:pPr>
              <a:defRPr/>
            </a:pPr>
            <a:r>
              <a:rPr lang="fr-FR" smtClean="0"/>
              <a:t>He spoke no words</a:t>
            </a:r>
          </a:p>
          <a:p>
            <a:pPr>
              <a:defRPr/>
            </a:pPr>
            <a:r>
              <a:rPr lang="fr-FR" smtClean="0"/>
              <a:t>5-  QUAND ILS SE SONT MOQUÉS ET L’ONT FRAPPÉ </a:t>
            </a:r>
          </a:p>
          <a:p>
            <a:pPr>
              <a:defRPr/>
            </a:pPr>
            <a:r>
              <a:rPr lang="fr-FR" smtClean="0"/>
              <a:t>As they mocked and hit</a:t>
            </a:r>
          </a:p>
          <a:p>
            <a:pPr>
              <a:defRPr/>
            </a:pPr>
            <a:r>
              <a:rPr lang="fr-FR" smtClean="0"/>
              <a:t>6-  ET CELA LUI ÉTAIT ÉGAL IL SAVAIT CE QU’IL POURSUIVAIT </a:t>
            </a:r>
          </a:p>
          <a:p>
            <a:pPr>
              <a:defRPr/>
            </a:pPr>
            <a:r>
              <a:rPr lang="fr-FR" smtClean="0"/>
              <a:t>And it didn't matter He knew what he was after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7-  ET SON COEUR S EST BRISÉ ET SON SOUFFLÉ S EST COUPÉ </a:t>
            </a:r>
          </a:p>
          <a:p>
            <a:pPr>
              <a:defRPr/>
            </a:pPr>
            <a:r>
              <a:rPr lang="fr-FR" smtClean="0"/>
              <a:t>	And His heart broke And His breath choked</a:t>
            </a:r>
          </a:p>
          <a:p>
            <a:pPr>
              <a:defRPr/>
            </a:pPr>
            <a:r>
              <a:rPr lang="fr-FR" smtClean="0"/>
              <a:t>	8-  ET LE FOUET S EST DÉCHIRÉ  SOUS LES COUPS </a:t>
            </a:r>
          </a:p>
          <a:p>
            <a:pPr>
              <a:defRPr/>
            </a:pPr>
            <a:r>
              <a:rPr lang="fr-FR" smtClean="0"/>
              <a:t>	And the whip did rip with a mean stroke
	9-  ET SA CHAIR A ÉTÉ DÉCHIRÉE ET LE SANG À COULÉ </a:t>
            </a:r>
          </a:p>
          <a:p>
            <a:pPr>
              <a:defRPr/>
            </a:pPr>
            <a:r>
              <a:rPr lang="fr-FR" smtClean="0"/>
              <a:t>	And the flesh tore, and the blood poured
	10-  ET NOTRE PÉCHÉ L’A PERCÉ COMME UNE ÉPINE AIGUISÉE </a:t>
            </a:r>
          </a:p>
          <a:p>
            <a:pPr>
              <a:defRPr/>
            </a:pPr>
            <a:r>
              <a:rPr lang="fr-FR" smtClean="0"/>
              <a:t>	And our sin dug in like a sharp thorn
	11-  MAIS IL NE S EST PAS BATTU QUAND LE MARTEAU A FRAPPÉ </a:t>
            </a:r>
          </a:p>
          <a:p>
            <a:pPr>
              <a:defRPr/>
            </a:pPr>
            <a:r>
              <a:rPr lang="fr-FR" smtClean="0"/>
              <a:t>	But he did not fight when the hammer fell
	12-  SON AMOUR ÉTAIT DUR COMME DES CLOUS </a:t>
            </a:r>
          </a:p>
          <a:p>
            <a:pPr>
              <a:defRPr/>
            </a:pPr>
            <a:r>
              <a:rPr lang="fr-FR" smtClean="0"/>
              <a:t>	His love was tough as nails
	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IL A PRIS LA CROIX ET A TREBUCHÉ SUR LA COLLINE </a:t>
            </a:r>
          </a:p>
          <a:p>
            <a:pPr>
              <a:defRPr/>
            </a:pPr>
            <a:r>
              <a:rPr lang="fr-FR" smtClean="0"/>
              <a:t>He took the Cross And stumbled up the hill
14-  IL NE S EST PAS ARRÉTÉ JUSQU’À CE QUE LE TRAVAIL SOIT FAIT </a:t>
            </a:r>
          </a:p>
          <a:p>
            <a:pPr>
              <a:defRPr/>
            </a:pPr>
            <a:r>
              <a:rPr lang="fr-FR" smtClean="0"/>
              <a:t>He would not quit until The work was finished</a:t>
            </a:r>
          </a:p>
          <a:p>
            <a:pPr>
              <a:defRPr/>
            </a:pPr>
            <a:r>
              <a:rPr lang="fr-FR" smtClean="0"/>
              <a:t>15-  LE JOUR S’EST ASSOMBRI LE MARTEAU FRAPPE AVEC DOULEUR </a:t>
            </a:r>
          </a:p>
          <a:p>
            <a:pPr>
              <a:defRPr/>
            </a:pPr>
            <a:r>
              <a:rPr lang="fr-FR" smtClean="0"/>
              <a:t>The day turned dark The hammer pounded pain
16-  ET SA RÉPONSE FINALE ÉTAIT PÈRE, PARDONNE LEUR! </a:t>
            </a:r>
          </a:p>
          <a:p>
            <a:pPr>
              <a:defRPr/>
            </a:pPr>
            <a:r>
              <a:rPr lang="fr-FR" smtClean="0"/>
              <a:t>Then His final answer rang "Father, forgive them!”
17-  C EST LE VÉRITABLE AMOUR QUI LE CONDUISAIT </a:t>
            </a:r>
          </a:p>
          <a:p>
            <a:pPr>
              <a:defRPr/>
            </a:pPr>
            <a:r>
              <a:rPr lang="fr-FR" smtClean="0"/>
              <a:t>It was the Love of Loves that drove Him</a:t>
            </a:r>
          </a:p>
          <a:p>
            <a:pPr>
              <a:defRPr/>
            </a:pPr>
            <a:endParaRPr lang="fr-FR" dirty="0" smtClean="0"/>
          </a:p>
        </p:txBody>
      </p:sp>
      <p:sp>
        <p:nvSpPr>
          <p:cNvPr id="307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SON COEUR ÉTAIT DOUX</a:t>
            </a:r>
          </a:p>
          <a:p>
            <a:r>
              <a:rPr lang="fr-FR" smtClean="0"/>
              <a:t>His heart was kind
2-  IL Y AVAIT LA FORCE DANS SES YEUX </a:t>
            </a:r>
          </a:p>
          <a:p>
            <a:r>
              <a:rPr lang="fr-FR" smtClean="0"/>
              <a:t>And strength was in His eyes</a:t>
            </a:r>
          </a:p>
          <a:p>
            <a:r>
              <a:rPr lang="fr-FR" smtClean="0"/>
              <a:t>3-  CE N ÉTAIT PAS UN DÉGUISEMENT IL AVAIT UNE MISSION </a:t>
            </a:r>
          </a:p>
          <a:p>
            <a:r>
              <a:rPr lang="fr-FR" smtClean="0"/>
              <a:t>He wore no disguise He had a mission</a:t>
            </a:r>
          </a:p>
          <a:p>
            <a:r>
              <a:rPr lang="fr-FR" smtClean="0"/>
              <a:t>4-  IL N A RIEN DIT</a:t>
            </a:r>
          </a:p>
          <a:p>
            <a:r>
              <a:rPr lang="fr-FR" smtClean="0"/>
              <a:t>He spoke no words</a:t>
            </a:r>
          </a:p>
          <a:p>
            <a:r>
              <a:rPr lang="fr-FR" smtClean="0"/>
              <a:t>5-  QUAND ILS SE SONT MOQUÉS ET L’ONT FRAPPÉ </a:t>
            </a:r>
          </a:p>
          <a:p>
            <a:r>
              <a:rPr lang="fr-FR" smtClean="0"/>
              <a:t>As they mocked and hit</a:t>
            </a:r>
          </a:p>
          <a:p>
            <a:r>
              <a:rPr lang="fr-FR" smtClean="0"/>
              <a:t>6-  ET CELA LUI ÉTAIT ÉGAL IL SAVAIT CE QU’IL POURSUIVAIT </a:t>
            </a:r>
          </a:p>
          <a:p>
            <a:r>
              <a:rPr lang="fr-FR" smtClean="0"/>
              <a:t>And it didn't matter He knew what he was after </a:t>
            </a:r>
          </a:p>
          <a:p>
            <a:endParaRPr lang="fr-FR" smtClean="0"/>
          </a:p>
          <a:p>
            <a:r>
              <a:rPr lang="fr-FR" smtClean="0"/>
              <a:t>	7-  ET SON COEUR S EST BRISÉ ET SON SOUFFLÉ S EST COUPÉ </a:t>
            </a:r>
          </a:p>
          <a:p>
            <a:r>
              <a:rPr lang="fr-FR" smtClean="0"/>
              <a:t>	And His heart broke And His breath choked</a:t>
            </a:r>
          </a:p>
          <a:p>
            <a:r>
              <a:rPr lang="fr-FR" smtClean="0"/>
              <a:t>	8-  ET LE FOUET S EST DÉCHIRÉ  SOUS LES COUPS </a:t>
            </a:r>
          </a:p>
          <a:p>
            <a:r>
              <a:rPr lang="fr-FR" smtClean="0"/>
              <a:t>	And the whip did rip with a mean stroke
	9-  ET SA CHAIR A ÉTÉ DÉCHIRÉE ET LE SANG À COULÉ </a:t>
            </a:r>
          </a:p>
          <a:p>
            <a:r>
              <a:rPr lang="fr-FR" smtClean="0"/>
              <a:t>	And the flesh tore, and the blood poured
	10-  ET NOTRE PÉCHÉ L’A PERCÉ COMME UNE ÉPINE AIGUISÉE </a:t>
            </a:r>
          </a:p>
          <a:p>
            <a:r>
              <a:rPr lang="fr-FR" smtClean="0"/>
              <a:t>	And our sin dug in like a sharp thorn
	11-  MAIS IL NE S EST PAS BATTU QUAND LE MARTEAU A FRAPPÉ </a:t>
            </a:r>
          </a:p>
          <a:p>
            <a:r>
              <a:rPr lang="fr-FR" smtClean="0"/>
              <a:t>	But he did not fight when the hammer fell
	12-  SON AMOUR ÉTAIT DUR COMME DES CLOUS </a:t>
            </a:r>
          </a:p>
          <a:p>
            <a:r>
              <a:rPr lang="fr-FR" smtClean="0"/>
              <a:t>	His love was tough as nails
	</a:t>
            </a:r>
          </a:p>
          <a:p>
            <a:endParaRPr lang="fr-FR" smtClean="0"/>
          </a:p>
          <a:p>
            <a:r>
              <a:rPr lang="fr-FR" smtClean="0"/>
              <a:t>13-  IL A PRIS LA CROIX ET A TREBUCHÉ SUR LA COLLINE </a:t>
            </a:r>
          </a:p>
          <a:p>
            <a:r>
              <a:rPr lang="fr-FR" smtClean="0"/>
              <a:t>He took the Cross And stumbled up the hill
14-  IL NE S EST PAS ARRÉTÉ JUSQU’À CE QUE LE TRAVAIL SOIT FAIT </a:t>
            </a:r>
          </a:p>
          <a:p>
            <a:r>
              <a:rPr lang="fr-FR" smtClean="0"/>
              <a:t>He would not quit until The work was finished</a:t>
            </a:r>
          </a:p>
          <a:p>
            <a:r>
              <a:rPr lang="fr-FR" smtClean="0"/>
              <a:t>15-  LE JOUR S’EST ASSOMBRI LE MARTEAU FRAPPE AVEC DOULEUR </a:t>
            </a:r>
          </a:p>
          <a:p>
            <a:r>
              <a:rPr lang="fr-FR" smtClean="0"/>
              <a:t>The day turned dark The hammer pounded pain
16-  ET SA RÉPONSE FINALE ÉTAIT PÈRE, PARDONNE LEUR! </a:t>
            </a:r>
          </a:p>
          <a:p>
            <a:r>
              <a:rPr lang="fr-FR" smtClean="0"/>
              <a:t>Then His final answer rang "Father, forgive them!”
17-  C EST LE VÉRITABLE AMOUR QUI LE CONDUISAIT </a:t>
            </a:r>
          </a:p>
          <a:p>
            <a:r>
              <a:rPr lang="fr-FR" smtClean="0"/>
              <a:t>It was the Love of Loves that drove Him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SON COEUR ÉTAIT DOUX</a:t>
            </a:r>
          </a:p>
          <a:p>
            <a:pPr>
              <a:defRPr/>
            </a:pPr>
            <a:r>
              <a:rPr lang="fr-FR" smtClean="0"/>
              <a:t>His heart was kind
2-  IL Y AVAIT LA FORCE DANS SES YEUX </a:t>
            </a:r>
          </a:p>
          <a:p>
            <a:pPr>
              <a:defRPr/>
            </a:pPr>
            <a:r>
              <a:rPr lang="fr-FR" smtClean="0"/>
              <a:t>And strength was in His eyes</a:t>
            </a:r>
          </a:p>
          <a:p>
            <a:pPr>
              <a:defRPr/>
            </a:pPr>
            <a:r>
              <a:rPr lang="fr-FR" smtClean="0"/>
              <a:t>3-  CE N ÉTAIT PAS UN DÉGUISEMENT IL AVAIT UNE MISSION </a:t>
            </a:r>
          </a:p>
          <a:p>
            <a:pPr>
              <a:defRPr/>
            </a:pPr>
            <a:r>
              <a:rPr lang="fr-FR" smtClean="0"/>
              <a:t>He wore no disguise He had a mission</a:t>
            </a:r>
          </a:p>
          <a:p>
            <a:pPr>
              <a:defRPr/>
            </a:pPr>
            <a:r>
              <a:rPr lang="fr-FR" smtClean="0"/>
              <a:t>4-  IL N A RIEN DIT</a:t>
            </a:r>
          </a:p>
          <a:p>
            <a:pPr>
              <a:defRPr/>
            </a:pPr>
            <a:r>
              <a:rPr lang="fr-FR" smtClean="0"/>
              <a:t>He spoke no words</a:t>
            </a:r>
          </a:p>
          <a:p>
            <a:pPr>
              <a:defRPr/>
            </a:pPr>
            <a:r>
              <a:rPr lang="fr-FR" smtClean="0"/>
              <a:t>5-  QUAND ILS SE SONT MOQUÉS ET L’ONT FRAPPÉ </a:t>
            </a:r>
          </a:p>
          <a:p>
            <a:pPr>
              <a:defRPr/>
            </a:pPr>
            <a:r>
              <a:rPr lang="fr-FR" smtClean="0"/>
              <a:t>As they mocked and hit</a:t>
            </a:r>
          </a:p>
          <a:p>
            <a:pPr>
              <a:defRPr/>
            </a:pPr>
            <a:r>
              <a:rPr lang="fr-FR" smtClean="0"/>
              <a:t>6-  ET CELA LUI ÉTAIT ÉGAL IL SAVAIT CE QU’IL POURSUIVAIT </a:t>
            </a:r>
          </a:p>
          <a:p>
            <a:pPr>
              <a:defRPr/>
            </a:pPr>
            <a:r>
              <a:rPr lang="fr-FR" smtClean="0"/>
              <a:t>And it didn't matter He knew what he was after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7-  ET SON COEUR S EST BRISÉ ET SON SOUFFLÉ S EST COUPÉ </a:t>
            </a:r>
          </a:p>
          <a:p>
            <a:pPr>
              <a:defRPr/>
            </a:pPr>
            <a:r>
              <a:rPr lang="fr-FR" smtClean="0"/>
              <a:t>	And His heart broke And His breath choked</a:t>
            </a:r>
          </a:p>
          <a:p>
            <a:pPr>
              <a:defRPr/>
            </a:pPr>
            <a:r>
              <a:rPr lang="fr-FR" smtClean="0"/>
              <a:t>	8-  ET LE FOUET S EST DÉCHIRÉ  SOUS LES COUPS </a:t>
            </a:r>
          </a:p>
          <a:p>
            <a:pPr>
              <a:defRPr/>
            </a:pPr>
            <a:r>
              <a:rPr lang="fr-FR" smtClean="0"/>
              <a:t>	And the whip did rip with a mean stroke
	9-  ET SA CHAIR A ÉTÉ DÉCHIRÉE ET LE SANG À COULÉ </a:t>
            </a:r>
          </a:p>
          <a:p>
            <a:pPr>
              <a:defRPr/>
            </a:pPr>
            <a:r>
              <a:rPr lang="fr-FR" smtClean="0"/>
              <a:t>	And the flesh tore, and the blood poured
	10-  ET NOTRE PÉCHÉ L’A PERCÉ COMME UNE ÉPINE AIGUISÉE </a:t>
            </a:r>
          </a:p>
          <a:p>
            <a:pPr>
              <a:defRPr/>
            </a:pPr>
            <a:r>
              <a:rPr lang="fr-FR" smtClean="0"/>
              <a:t>	And our sin dug in like a sharp thorn
	11-  MAIS IL NE S EST PAS BATTU QUAND LE MARTEAU A FRAPPÉ </a:t>
            </a:r>
          </a:p>
          <a:p>
            <a:pPr>
              <a:defRPr/>
            </a:pPr>
            <a:r>
              <a:rPr lang="fr-FR" smtClean="0"/>
              <a:t>	But he did not fight when the hammer fell
	12-  SON AMOUR ÉTAIT DUR COMME DES CLOUS </a:t>
            </a:r>
          </a:p>
          <a:p>
            <a:pPr>
              <a:defRPr/>
            </a:pPr>
            <a:r>
              <a:rPr lang="fr-FR" smtClean="0"/>
              <a:t>	His love was tough as nails
	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IL A PRIS LA CROIX ET A TREBUCHÉ SUR LA COLLINE </a:t>
            </a:r>
          </a:p>
          <a:p>
            <a:pPr>
              <a:defRPr/>
            </a:pPr>
            <a:r>
              <a:rPr lang="fr-FR" smtClean="0"/>
              <a:t>He took the Cross And stumbled up the hill
14-  IL NE S EST PAS ARRÉTÉ JUSQU’À CE QUE LE TRAVAIL SOIT FAIT </a:t>
            </a:r>
          </a:p>
          <a:p>
            <a:pPr>
              <a:defRPr/>
            </a:pPr>
            <a:r>
              <a:rPr lang="fr-FR" smtClean="0"/>
              <a:t>He would not quit until The work was finished</a:t>
            </a:r>
          </a:p>
          <a:p>
            <a:pPr>
              <a:defRPr/>
            </a:pPr>
            <a:r>
              <a:rPr lang="fr-FR" smtClean="0"/>
              <a:t>15-  LE JOUR S’EST ASSOMBRI LE MARTEAU FRAPPE AVEC DOULEUR </a:t>
            </a:r>
          </a:p>
          <a:p>
            <a:pPr>
              <a:defRPr/>
            </a:pPr>
            <a:r>
              <a:rPr lang="fr-FR" smtClean="0"/>
              <a:t>The day turned dark The hammer pounded pain
16-  ET SA RÉPONSE FINALE ÉTAIT PÈRE, PARDONNE LEUR! </a:t>
            </a:r>
          </a:p>
          <a:p>
            <a:pPr>
              <a:defRPr/>
            </a:pPr>
            <a:r>
              <a:rPr lang="fr-FR" smtClean="0"/>
              <a:t>Then His final answer rang "Father, forgive them!”
17-  C EST LE VÉRITABLE AMOUR QUI LE CONDUISAIT </a:t>
            </a:r>
          </a:p>
          <a:p>
            <a:pPr>
              <a:defRPr/>
            </a:pPr>
            <a:r>
              <a:rPr lang="fr-FR" smtClean="0"/>
              <a:t>It was the Love of Loves that drove Him</a:t>
            </a:r>
          </a:p>
          <a:p>
            <a:pPr>
              <a:defRPr/>
            </a:pPr>
            <a:endParaRPr lang="fr-FR" dirty="0" smtClean="0"/>
          </a:p>
        </p:txBody>
      </p:sp>
      <p:sp>
        <p:nvSpPr>
          <p:cNvPr id="317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SON COEUR ÉTAIT DOUX</a:t>
            </a:r>
          </a:p>
          <a:p>
            <a:r>
              <a:rPr lang="fr-FR" smtClean="0"/>
              <a:t>His heart was kind
2-  IL Y AVAIT LA FORCE DANS SES YEUX </a:t>
            </a:r>
          </a:p>
          <a:p>
            <a:r>
              <a:rPr lang="fr-FR" smtClean="0"/>
              <a:t>And strength was in His eyes</a:t>
            </a:r>
          </a:p>
          <a:p>
            <a:r>
              <a:rPr lang="fr-FR" smtClean="0"/>
              <a:t>3-  CE N ÉTAIT PAS UN DÉGUISEMENT IL AVAIT UNE MISSION </a:t>
            </a:r>
          </a:p>
          <a:p>
            <a:r>
              <a:rPr lang="fr-FR" smtClean="0"/>
              <a:t>He wore no disguise He had a mission</a:t>
            </a:r>
          </a:p>
          <a:p>
            <a:r>
              <a:rPr lang="fr-FR" smtClean="0"/>
              <a:t>4-  IL N A RIEN DIT</a:t>
            </a:r>
          </a:p>
          <a:p>
            <a:r>
              <a:rPr lang="fr-FR" smtClean="0"/>
              <a:t>He spoke no words</a:t>
            </a:r>
          </a:p>
          <a:p>
            <a:r>
              <a:rPr lang="fr-FR" smtClean="0"/>
              <a:t>5-  QUAND ILS SE SONT MOQUÉS ET L’ONT FRAPPÉ </a:t>
            </a:r>
          </a:p>
          <a:p>
            <a:r>
              <a:rPr lang="fr-FR" smtClean="0"/>
              <a:t>As they mocked and hit</a:t>
            </a:r>
          </a:p>
          <a:p>
            <a:r>
              <a:rPr lang="fr-FR" smtClean="0"/>
              <a:t>6-  ET CELA LUI ÉTAIT ÉGAL IL SAVAIT CE QU’IL POURSUIVAIT </a:t>
            </a:r>
          </a:p>
          <a:p>
            <a:r>
              <a:rPr lang="fr-FR" smtClean="0"/>
              <a:t>And it didn't matter He knew what he was after </a:t>
            </a:r>
          </a:p>
          <a:p>
            <a:endParaRPr lang="fr-FR" smtClean="0"/>
          </a:p>
          <a:p>
            <a:r>
              <a:rPr lang="fr-FR" smtClean="0"/>
              <a:t>	7-  ET SON COEUR S EST BRISÉ ET SON SOUFFLÉ S EST COUPÉ </a:t>
            </a:r>
          </a:p>
          <a:p>
            <a:r>
              <a:rPr lang="fr-FR" smtClean="0"/>
              <a:t>	And His heart broke And His breath choked</a:t>
            </a:r>
          </a:p>
          <a:p>
            <a:r>
              <a:rPr lang="fr-FR" smtClean="0"/>
              <a:t>	8-  ET LE FOUET S EST DÉCHIRÉ  SOUS LES COUPS </a:t>
            </a:r>
          </a:p>
          <a:p>
            <a:r>
              <a:rPr lang="fr-FR" smtClean="0"/>
              <a:t>	And the whip did rip with a mean stroke
	9-  ET SA CHAIR A ÉTÉ DÉCHIRÉE ET LE SANG À COULÉ </a:t>
            </a:r>
          </a:p>
          <a:p>
            <a:r>
              <a:rPr lang="fr-FR" smtClean="0"/>
              <a:t>	And the flesh tore, and the blood poured
	10-  ET NOTRE PÉCHÉ L’A PERCÉ COMME UNE ÉPINE AIGUISÉE </a:t>
            </a:r>
          </a:p>
          <a:p>
            <a:r>
              <a:rPr lang="fr-FR" smtClean="0"/>
              <a:t>	And our sin dug in like a sharp thorn
	11-  MAIS IL NE S EST PAS BATTU QUAND LE MARTEAU A FRAPPÉ </a:t>
            </a:r>
          </a:p>
          <a:p>
            <a:r>
              <a:rPr lang="fr-FR" smtClean="0"/>
              <a:t>	But he did not fight when the hammer fell
	12-  SON AMOUR ÉTAIT DUR COMME DES CLOUS </a:t>
            </a:r>
          </a:p>
          <a:p>
            <a:r>
              <a:rPr lang="fr-FR" smtClean="0"/>
              <a:t>	His love was tough as nails
	</a:t>
            </a:r>
          </a:p>
          <a:p>
            <a:endParaRPr lang="fr-FR" smtClean="0"/>
          </a:p>
          <a:p>
            <a:r>
              <a:rPr lang="fr-FR" smtClean="0"/>
              <a:t>13-  IL A PRIS LA CROIX ET A TREBUCHÉ SUR LA COLLINE </a:t>
            </a:r>
          </a:p>
          <a:p>
            <a:r>
              <a:rPr lang="fr-FR" smtClean="0"/>
              <a:t>He took the Cross And stumbled up the hill
14-  IL NE S EST PAS ARRÉTÉ JUSQU’À CE QUE LE TRAVAIL SOIT FAIT </a:t>
            </a:r>
          </a:p>
          <a:p>
            <a:r>
              <a:rPr lang="fr-FR" smtClean="0"/>
              <a:t>He would not quit until The work was finished</a:t>
            </a:r>
          </a:p>
          <a:p>
            <a:r>
              <a:rPr lang="fr-FR" smtClean="0"/>
              <a:t>15-  LE JOUR S’EST ASSOMBRI LE MARTEAU FRAPPE AVEC DOULEUR </a:t>
            </a:r>
          </a:p>
          <a:p>
            <a:r>
              <a:rPr lang="fr-FR" smtClean="0"/>
              <a:t>The day turned dark The hammer pounded pain
16-  ET SA RÉPONSE FINALE ÉTAIT PÈRE, PARDONNE LEUR! </a:t>
            </a:r>
          </a:p>
          <a:p>
            <a:r>
              <a:rPr lang="fr-FR" smtClean="0"/>
              <a:t>Then His final answer rang "Father, forgive them!”
17-  C EST LE VÉRITABLE AMOUR QUI LE CONDUISAIT </a:t>
            </a:r>
          </a:p>
          <a:p>
            <a:r>
              <a:rPr lang="fr-FR" smtClean="0"/>
              <a:t>It was the Love of Loves that drove Him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SON COEUR ÉTAIT DOUX</a:t>
            </a:r>
          </a:p>
          <a:p>
            <a:pPr>
              <a:defRPr/>
            </a:pPr>
            <a:r>
              <a:rPr lang="fr-FR" smtClean="0"/>
              <a:t>His heart was kind
2-  IL Y AVAIT LA FORCE DANS SES YEUX </a:t>
            </a:r>
          </a:p>
          <a:p>
            <a:pPr>
              <a:defRPr/>
            </a:pPr>
            <a:r>
              <a:rPr lang="fr-FR" smtClean="0"/>
              <a:t>And strength was in His eyes</a:t>
            </a:r>
          </a:p>
          <a:p>
            <a:pPr>
              <a:defRPr/>
            </a:pPr>
            <a:r>
              <a:rPr lang="fr-FR" smtClean="0"/>
              <a:t>3-  CE N ÉTAIT PAS UN DÉGUISEMENT IL AVAIT UNE MISSION </a:t>
            </a:r>
          </a:p>
          <a:p>
            <a:pPr>
              <a:defRPr/>
            </a:pPr>
            <a:r>
              <a:rPr lang="fr-FR" smtClean="0"/>
              <a:t>He wore no disguise He had a mission</a:t>
            </a:r>
          </a:p>
          <a:p>
            <a:pPr>
              <a:defRPr/>
            </a:pPr>
            <a:r>
              <a:rPr lang="fr-FR" smtClean="0"/>
              <a:t>4-  IL N A RIEN DIT</a:t>
            </a:r>
          </a:p>
          <a:p>
            <a:pPr>
              <a:defRPr/>
            </a:pPr>
            <a:r>
              <a:rPr lang="fr-FR" smtClean="0"/>
              <a:t>He spoke no words</a:t>
            </a:r>
          </a:p>
          <a:p>
            <a:pPr>
              <a:defRPr/>
            </a:pPr>
            <a:r>
              <a:rPr lang="fr-FR" smtClean="0"/>
              <a:t>5-  QUAND ILS SE SONT MOQUÉS ET L’ONT FRAPPÉ </a:t>
            </a:r>
          </a:p>
          <a:p>
            <a:pPr>
              <a:defRPr/>
            </a:pPr>
            <a:r>
              <a:rPr lang="fr-FR" smtClean="0"/>
              <a:t>As they mocked and hit</a:t>
            </a:r>
          </a:p>
          <a:p>
            <a:pPr>
              <a:defRPr/>
            </a:pPr>
            <a:r>
              <a:rPr lang="fr-FR" smtClean="0"/>
              <a:t>6-  ET CELA LUI ÉTAIT ÉGAL IL SAVAIT CE QU’IL POURSUIVAIT </a:t>
            </a:r>
          </a:p>
          <a:p>
            <a:pPr>
              <a:defRPr/>
            </a:pPr>
            <a:r>
              <a:rPr lang="fr-FR" smtClean="0"/>
              <a:t>And it didn't matter He knew what he was after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7-  ET SON COEUR S EST BRISÉ ET SON SOUFFLÉ S EST COUPÉ </a:t>
            </a:r>
          </a:p>
          <a:p>
            <a:pPr>
              <a:defRPr/>
            </a:pPr>
            <a:r>
              <a:rPr lang="fr-FR" smtClean="0"/>
              <a:t>	And His heart broke And His breath choked</a:t>
            </a:r>
          </a:p>
          <a:p>
            <a:pPr>
              <a:defRPr/>
            </a:pPr>
            <a:r>
              <a:rPr lang="fr-FR" smtClean="0"/>
              <a:t>	8-  ET LE FOUET S EST DÉCHIRÉ  SOUS LES COUPS </a:t>
            </a:r>
          </a:p>
          <a:p>
            <a:pPr>
              <a:defRPr/>
            </a:pPr>
            <a:r>
              <a:rPr lang="fr-FR" smtClean="0"/>
              <a:t>	And the whip did rip with a mean stroke
	9-  ET SA CHAIR A ÉTÉ DÉCHIRÉE ET LE SANG À COULÉ </a:t>
            </a:r>
          </a:p>
          <a:p>
            <a:pPr>
              <a:defRPr/>
            </a:pPr>
            <a:r>
              <a:rPr lang="fr-FR" smtClean="0"/>
              <a:t>	And the flesh tore, and the blood poured
	10-  ET NOTRE PÉCHÉ L’A PERCÉ COMME UNE ÉPINE AIGUISÉE </a:t>
            </a:r>
          </a:p>
          <a:p>
            <a:pPr>
              <a:defRPr/>
            </a:pPr>
            <a:r>
              <a:rPr lang="fr-FR" smtClean="0"/>
              <a:t>	And our sin dug in like a sharp thorn
	11-  MAIS IL NE S EST PAS BATTU QUAND LE MARTEAU A FRAPPÉ </a:t>
            </a:r>
          </a:p>
          <a:p>
            <a:pPr>
              <a:defRPr/>
            </a:pPr>
            <a:r>
              <a:rPr lang="fr-FR" smtClean="0"/>
              <a:t>	But he did not fight when the hammer fell
	12-  SON AMOUR ÉTAIT DUR COMME DES CLOUS </a:t>
            </a:r>
          </a:p>
          <a:p>
            <a:pPr>
              <a:defRPr/>
            </a:pPr>
            <a:r>
              <a:rPr lang="fr-FR" smtClean="0"/>
              <a:t>	His love was tough as nails
	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IL A PRIS LA CROIX ET A TREBUCHÉ SUR LA COLLINE </a:t>
            </a:r>
          </a:p>
          <a:p>
            <a:pPr>
              <a:defRPr/>
            </a:pPr>
            <a:r>
              <a:rPr lang="fr-FR" smtClean="0"/>
              <a:t>He took the Cross And stumbled up the hill
14-  IL NE S EST PAS ARRÉTÉ JUSQU’À CE QUE LE TRAVAIL SOIT FAIT </a:t>
            </a:r>
          </a:p>
          <a:p>
            <a:pPr>
              <a:defRPr/>
            </a:pPr>
            <a:r>
              <a:rPr lang="fr-FR" smtClean="0"/>
              <a:t>He would not quit until The work was finished</a:t>
            </a:r>
          </a:p>
          <a:p>
            <a:pPr>
              <a:defRPr/>
            </a:pPr>
            <a:r>
              <a:rPr lang="fr-FR" smtClean="0"/>
              <a:t>15-  LE JOUR S’EST ASSOMBRI LE MARTEAU FRAPPE AVEC DOULEUR </a:t>
            </a:r>
          </a:p>
          <a:p>
            <a:pPr>
              <a:defRPr/>
            </a:pPr>
            <a:r>
              <a:rPr lang="fr-FR" smtClean="0"/>
              <a:t>The day turned dark The hammer pounded pain
16-  ET SA RÉPONSE FINALE ÉTAIT PÈRE, PARDONNE LEUR! </a:t>
            </a:r>
          </a:p>
          <a:p>
            <a:pPr>
              <a:defRPr/>
            </a:pPr>
            <a:r>
              <a:rPr lang="fr-FR" smtClean="0"/>
              <a:t>Then His final answer rang "Father, forgive them!”
17-  C EST LE VÉRITABLE AMOUR QUI LE CONDUISAIT </a:t>
            </a:r>
          </a:p>
          <a:p>
            <a:pPr>
              <a:defRPr/>
            </a:pPr>
            <a:r>
              <a:rPr lang="fr-FR" smtClean="0"/>
              <a:t>It was the Love of Loves that drove Him</a:t>
            </a:r>
          </a:p>
          <a:p>
            <a:pPr>
              <a:defRPr/>
            </a:pPr>
            <a:endParaRPr lang="fr-FR" dirty="0" smtClean="0"/>
          </a:p>
        </p:txBody>
      </p:sp>
      <p:sp>
        <p:nvSpPr>
          <p:cNvPr id="327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SON COEUR ÉTAIT DOUX</a:t>
            </a:r>
          </a:p>
          <a:p>
            <a:r>
              <a:rPr lang="fr-FR" smtClean="0"/>
              <a:t>His heart was kind
2-  IL Y AVAIT LA FORCE DANS SES YEUX </a:t>
            </a:r>
          </a:p>
          <a:p>
            <a:r>
              <a:rPr lang="fr-FR" smtClean="0"/>
              <a:t>And strength was in His eyes</a:t>
            </a:r>
          </a:p>
          <a:p>
            <a:r>
              <a:rPr lang="fr-FR" smtClean="0"/>
              <a:t>3-  CE N ÉTAIT PAS UN DÉGUISEMENT IL AVAIT UNE MISSION </a:t>
            </a:r>
          </a:p>
          <a:p>
            <a:r>
              <a:rPr lang="fr-FR" smtClean="0"/>
              <a:t>He wore no disguise He had a mission</a:t>
            </a:r>
          </a:p>
          <a:p>
            <a:r>
              <a:rPr lang="fr-FR" smtClean="0"/>
              <a:t>4-  IL N A RIEN DIT</a:t>
            </a:r>
          </a:p>
          <a:p>
            <a:r>
              <a:rPr lang="fr-FR" smtClean="0"/>
              <a:t>He spoke no words</a:t>
            </a:r>
          </a:p>
          <a:p>
            <a:r>
              <a:rPr lang="fr-FR" smtClean="0"/>
              <a:t>5-  QUAND ILS SE SONT MOQUÉS ET L’ONT FRAPPÉ </a:t>
            </a:r>
          </a:p>
          <a:p>
            <a:r>
              <a:rPr lang="fr-FR" smtClean="0"/>
              <a:t>As they mocked and hit</a:t>
            </a:r>
          </a:p>
          <a:p>
            <a:r>
              <a:rPr lang="fr-FR" smtClean="0"/>
              <a:t>6-  ET CELA LUI ÉTAIT ÉGAL IL SAVAIT CE QU’IL POURSUIVAIT </a:t>
            </a:r>
          </a:p>
          <a:p>
            <a:r>
              <a:rPr lang="fr-FR" smtClean="0"/>
              <a:t>And it didn't matter He knew what he was after </a:t>
            </a:r>
          </a:p>
          <a:p>
            <a:endParaRPr lang="fr-FR" smtClean="0"/>
          </a:p>
          <a:p>
            <a:r>
              <a:rPr lang="fr-FR" smtClean="0"/>
              <a:t>	7-  ET SON COEUR S EST BRISÉ ET SON SOUFFLÉ S EST COUPÉ </a:t>
            </a:r>
          </a:p>
          <a:p>
            <a:r>
              <a:rPr lang="fr-FR" smtClean="0"/>
              <a:t>	And His heart broke And His breath choked</a:t>
            </a:r>
          </a:p>
          <a:p>
            <a:r>
              <a:rPr lang="fr-FR" smtClean="0"/>
              <a:t>	8-  ET LE FOUET S EST DÉCHIRÉ  SOUS LES COUPS </a:t>
            </a:r>
          </a:p>
          <a:p>
            <a:r>
              <a:rPr lang="fr-FR" smtClean="0"/>
              <a:t>	And the whip did rip with a mean stroke
	9-  ET SA CHAIR A ÉTÉ DÉCHIRÉE ET LE SANG À COULÉ </a:t>
            </a:r>
          </a:p>
          <a:p>
            <a:r>
              <a:rPr lang="fr-FR" smtClean="0"/>
              <a:t>	And the flesh tore, and the blood poured
	10-  ET NOTRE PÉCHÉ L’A PERCÉ COMME UNE ÉPINE AIGUISÉE </a:t>
            </a:r>
          </a:p>
          <a:p>
            <a:r>
              <a:rPr lang="fr-FR" smtClean="0"/>
              <a:t>	And our sin dug in like a sharp thorn
	11-  MAIS IL NE S EST PAS BATTU QUAND LE MARTEAU A FRAPPÉ </a:t>
            </a:r>
          </a:p>
          <a:p>
            <a:r>
              <a:rPr lang="fr-FR" smtClean="0"/>
              <a:t>	But he did not fight when the hammer fell
	12-  SON AMOUR ÉTAIT DUR COMME DES CLOUS </a:t>
            </a:r>
          </a:p>
          <a:p>
            <a:r>
              <a:rPr lang="fr-FR" smtClean="0"/>
              <a:t>	His love was tough as nails
	</a:t>
            </a:r>
          </a:p>
          <a:p>
            <a:endParaRPr lang="fr-FR" smtClean="0"/>
          </a:p>
          <a:p>
            <a:r>
              <a:rPr lang="fr-FR" smtClean="0"/>
              <a:t>13-  IL A PRIS LA CROIX ET A TREBUCHÉ SUR LA COLLINE </a:t>
            </a:r>
          </a:p>
          <a:p>
            <a:r>
              <a:rPr lang="fr-FR" smtClean="0"/>
              <a:t>He took the Cross And stumbled up the hill
14-  IL NE S EST PAS ARRÉTÉ JUSQU’À CE QUE LE TRAVAIL SOIT FAIT </a:t>
            </a:r>
          </a:p>
          <a:p>
            <a:r>
              <a:rPr lang="fr-FR" smtClean="0"/>
              <a:t>He would not quit until The work was finished</a:t>
            </a:r>
          </a:p>
          <a:p>
            <a:r>
              <a:rPr lang="fr-FR" smtClean="0"/>
              <a:t>15-  LE JOUR S’EST ASSOMBRI LE MARTEAU FRAPPE AVEC DOULEUR </a:t>
            </a:r>
          </a:p>
          <a:p>
            <a:r>
              <a:rPr lang="fr-FR" smtClean="0"/>
              <a:t>The day turned dark The hammer pounded pain
16-  ET SA RÉPONSE FINALE ÉTAIT PÈRE, PARDONNE LEUR! </a:t>
            </a:r>
          </a:p>
          <a:p>
            <a:r>
              <a:rPr lang="fr-FR" smtClean="0"/>
              <a:t>Then His final answer rang "Father, forgive them!”
17-  C EST LE VÉRITABLE AMOUR QUI LE CONDUISAIT </a:t>
            </a:r>
          </a:p>
          <a:p>
            <a:r>
              <a:rPr lang="fr-FR" smtClean="0"/>
              <a:t>It was the Love of Loves that drove Him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SON COEUR ÉTAIT DOUX</a:t>
            </a:r>
          </a:p>
          <a:p>
            <a:pPr>
              <a:defRPr/>
            </a:pPr>
            <a:r>
              <a:rPr lang="fr-FR" smtClean="0"/>
              <a:t>His heart was kind
2-  IL Y AVAIT LA FORCE DANS SES YEUX </a:t>
            </a:r>
          </a:p>
          <a:p>
            <a:pPr>
              <a:defRPr/>
            </a:pPr>
            <a:r>
              <a:rPr lang="fr-FR" smtClean="0"/>
              <a:t>And strength was in His eyes</a:t>
            </a:r>
          </a:p>
          <a:p>
            <a:pPr>
              <a:defRPr/>
            </a:pPr>
            <a:r>
              <a:rPr lang="fr-FR" smtClean="0"/>
              <a:t>3-  CE N ÉTAIT PAS UN DÉGUISEMENT IL AVAIT UNE MISSION </a:t>
            </a:r>
          </a:p>
          <a:p>
            <a:pPr>
              <a:defRPr/>
            </a:pPr>
            <a:r>
              <a:rPr lang="fr-FR" smtClean="0"/>
              <a:t>He wore no disguise He had a mission</a:t>
            </a:r>
          </a:p>
          <a:p>
            <a:pPr>
              <a:defRPr/>
            </a:pPr>
            <a:r>
              <a:rPr lang="fr-FR" smtClean="0"/>
              <a:t>4-  IL N A RIEN DIT</a:t>
            </a:r>
          </a:p>
          <a:p>
            <a:pPr>
              <a:defRPr/>
            </a:pPr>
            <a:r>
              <a:rPr lang="fr-FR" smtClean="0"/>
              <a:t>He spoke no words</a:t>
            </a:r>
          </a:p>
          <a:p>
            <a:pPr>
              <a:defRPr/>
            </a:pPr>
            <a:r>
              <a:rPr lang="fr-FR" smtClean="0"/>
              <a:t>5-  QUAND ILS SE SONT MOQUÉS ET L’ONT FRAPPÉ </a:t>
            </a:r>
          </a:p>
          <a:p>
            <a:pPr>
              <a:defRPr/>
            </a:pPr>
            <a:r>
              <a:rPr lang="fr-FR" smtClean="0"/>
              <a:t>As they mocked and hit</a:t>
            </a:r>
          </a:p>
          <a:p>
            <a:pPr>
              <a:defRPr/>
            </a:pPr>
            <a:r>
              <a:rPr lang="fr-FR" smtClean="0"/>
              <a:t>6-  ET CELA LUI ÉTAIT ÉGAL IL SAVAIT CE QU’IL POURSUIVAIT </a:t>
            </a:r>
          </a:p>
          <a:p>
            <a:pPr>
              <a:defRPr/>
            </a:pPr>
            <a:r>
              <a:rPr lang="fr-FR" smtClean="0"/>
              <a:t>And it didn't matter He knew what he was after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7-  ET SON COEUR S EST BRISÉ ET SON SOUFFLÉ S EST COUPÉ </a:t>
            </a:r>
          </a:p>
          <a:p>
            <a:pPr>
              <a:defRPr/>
            </a:pPr>
            <a:r>
              <a:rPr lang="fr-FR" smtClean="0"/>
              <a:t>	And His heart broke And His breath choked</a:t>
            </a:r>
          </a:p>
          <a:p>
            <a:pPr>
              <a:defRPr/>
            </a:pPr>
            <a:r>
              <a:rPr lang="fr-FR" smtClean="0"/>
              <a:t>	8-  ET LE FOUET S EST DÉCHIRÉ  SOUS LES COUPS </a:t>
            </a:r>
          </a:p>
          <a:p>
            <a:pPr>
              <a:defRPr/>
            </a:pPr>
            <a:r>
              <a:rPr lang="fr-FR" smtClean="0"/>
              <a:t>	And the whip did rip with a mean stroke
	9-  ET SA CHAIR A ÉTÉ DÉCHIRÉE ET LE SANG À COULÉ </a:t>
            </a:r>
          </a:p>
          <a:p>
            <a:pPr>
              <a:defRPr/>
            </a:pPr>
            <a:r>
              <a:rPr lang="fr-FR" smtClean="0"/>
              <a:t>	And the flesh tore, and the blood poured
	10-  ET NOTRE PÉCHÉ L’A PERCÉ COMME UNE ÉPINE AIGUISÉE </a:t>
            </a:r>
          </a:p>
          <a:p>
            <a:pPr>
              <a:defRPr/>
            </a:pPr>
            <a:r>
              <a:rPr lang="fr-FR" smtClean="0"/>
              <a:t>	And our sin dug in like a sharp thorn
	11-  MAIS IL NE S EST PAS BATTU QUAND LE MARTEAU A FRAPPÉ </a:t>
            </a:r>
          </a:p>
          <a:p>
            <a:pPr>
              <a:defRPr/>
            </a:pPr>
            <a:r>
              <a:rPr lang="fr-FR" smtClean="0"/>
              <a:t>	But he did not fight when the hammer fell
	12-  SON AMOUR ÉTAIT DUR COMME DES CLOUS </a:t>
            </a:r>
          </a:p>
          <a:p>
            <a:pPr>
              <a:defRPr/>
            </a:pPr>
            <a:r>
              <a:rPr lang="fr-FR" smtClean="0"/>
              <a:t>	His love was tough as nails
	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IL A PRIS LA CROIX ET A TREBUCHÉ SUR LA COLLINE </a:t>
            </a:r>
          </a:p>
          <a:p>
            <a:pPr>
              <a:defRPr/>
            </a:pPr>
            <a:r>
              <a:rPr lang="fr-FR" smtClean="0"/>
              <a:t>He took the Cross And stumbled up the hill
14-  IL NE S EST PAS ARRÉTÉ JUSQU’À CE QUE LE TRAVAIL SOIT FAIT </a:t>
            </a:r>
          </a:p>
          <a:p>
            <a:pPr>
              <a:defRPr/>
            </a:pPr>
            <a:r>
              <a:rPr lang="fr-FR" smtClean="0"/>
              <a:t>He would not quit until The work was finished</a:t>
            </a:r>
          </a:p>
          <a:p>
            <a:pPr>
              <a:defRPr/>
            </a:pPr>
            <a:r>
              <a:rPr lang="fr-FR" smtClean="0"/>
              <a:t>15-  LE JOUR S’EST ASSOMBRI LE MARTEAU FRAPPE AVEC DOULEUR </a:t>
            </a:r>
          </a:p>
          <a:p>
            <a:pPr>
              <a:defRPr/>
            </a:pPr>
            <a:r>
              <a:rPr lang="fr-FR" smtClean="0"/>
              <a:t>The day turned dark The hammer pounded pain
16-  ET SA RÉPONSE FINALE ÉTAIT PÈRE, PARDONNE LEUR! </a:t>
            </a:r>
          </a:p>
          <a:p>
            <a:pPr>
              <a:defRPr/>
            </a:pPr>
            <a:r>
              <a:rPr lang="fr-FR" smtClean="0"/>
              <a:t>Then His final answer rang "Father, forgive them!”
17-  C EST LE VÉRITABLE AMOUR QUI LE CONDUISAIT </a:t>
            </a:r>
          </a:p>
          <a:p>
            <a:pPr>
              <a:defRPr/>
            </a:pPr>
            <a:r>
              <a:rPr lang="fr-FR" smtClean="0"/>
              <a:t>It was the Love of Loves that drove Him</a:t>
            </a:r>
          </a:p>
          <a:p>
            <a:pPr>
              <a:defRPr/>
            </a:pPr>
            <a:endParaRPr lang="fr-FR" dirty="0" smtClean="0"/>
          </a:p>
        </p:txBody>
      </p:sp>
      <p:sp>
        <p:nvSpPr>
          <p:cNvPr id="337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SON COEUR ÉTAIT DOUX</a:t>
            </a:r>
          </a:p>
          <a:p>
            <a:r>
              <a:rPr lang="fr-FR" smtClean="0"/>
              <a:t>His heart was kind
2-  IL Y AVAIT LA FORCE DANS SES YEUX </a:t>
            </a:r>
          </a:p>
          <a:p>
            <a:r>
              <a:rPr lang="fr-FR" smtClean="0"/>
              <a:t>And strength was in His eyes</a:t>
            </a:r>
          </a:p>
          <a:p>
            <a:r>
              <a:rPr lang="fr-FR" smtClean="0"/>
              <a:t>3-  CE N ÉTAIT PAS UN DÉGUISEMENT IL AVAIT UNE MISSION </a:t>
            </a:r>
          </a:p>
          <a:p>
            <a:r>
              <a:rPr lang="fr-FR" smtClean="0"/>
              <a:t>He wore no disguise He had a mission</a:t>
            </a:r>
          </a:p>
          <a:p>
            <a:r>
              <a:rPr lang="fr-FR" smtClean="0"/>
              <a:t>4-  IL N A RIEN DIT</a:t>
            </a:r>
          </a:p>
          <a:p>
            <a:r>
              <a:rPr lang="fr-FR" smtClean="0"/>
              <a:t>He spoke no words</a:t>
            </a:r>
          </a:p>
          <a:p>
            <a:r>
              <a:rPr lang="fr-FR" smtClean="0"/>
              <a:t>5-  QUAND ILS SE SONT MOQUÉS ET L’ONT FRAPPÉ </a:t>
            </a:r>
          </a:p>
          <a:p>
            <a:r>
              <a:rPr lang="fr-FR" smtClean="0"/>
              <a:t>As they mocked and hit</a:t>
            </a:r>
          </a:p>
          <a:p>
            <a:r>
              <a:rPr lang="fr-FR" smtClean="0"/>
              <a:t>6-  ET CELA LUI ÉTAIT ÉGAL IL SAVAIT CE QU’IL POURSUIVAIT </a:t>
            </a:r>
          </a:p>
          <a:p>
            <a:r>
              <a:rPr lang="fr-FR" smtClean="0"/>
              <a:t>And it didn't matter He knew what he was after </a:t>
            </a:r>
          </a:p>
          <a:p>
            <a:endParaRPr lang="fr-FR" smtClean="0"/>
          </a:p>
          <a:p>
            <a:r>
              <a:rPr lang="fr-FR" smtClean="0"/>
              <a:t>	7-  ET SON COEUR S EST BRISÉ ET SON SOUFFLÉ S EST COUPÉ </a:t>
            </a:r>
          </a:p>
          <a:p>
            <a:r>
              <a:rPr lang="fr-FR" smtClean="0"/>
              <a:t>	And His heart broke And His breath choked</a:t>
            </a:r>
          </a:p>
          <a:p>
            <a:r>
              <a:rPr lang="fr-FR" smtClean="0"/>
              <a:t>	8-  ET LE FOUET S EST DÉCHIRÉ  SOUS LES COUPS </a:t>
            </a:r>
          </a:p>
          <a:p>
            <a:r>
              <a:rPr lang="fr-FR" smtClean="0"/>
              <a:t>	And the whip did rip with a mean stroke
	9-  ET SA CHAIR A ÉTÉ DÉCHIRÉE ET LE SANG À COULÉ </a:t>
            </a:r>
          </a:p>
          <a:p>
            <a:r>
              <a:rPr lang="fr-FR" smtClean="0"/>
              <a:t>	And the flesh tore, and the blood poured
	10-  ET NOTRE PÉCHÉ L’A PERCÉ COMME UNE ÉPINE AIGUISÉE </a:t>
            </a:r>
          </a:p>
          <a:p>
            <a:r>
              <a:rPr lang="fr-FR" smtClean="0"/>
              <a:t>	And our sin dug in like a sharp thorn
	11-  MAIS IL NE S EST PAS BATTU QUAND LE MARTEAU A FRAPPÉ </a:t>
            </a:r>
          </a:p>
          <a:p>
            <a:r>
              <a:rPr lang="fr-FR" smtClean="0"/>
              <a:t>	But he did not fight when the hammer fell
	12-  SON AMOUR ÉTAIT DUR COMME DES CLOUS </a:t>
            </a:r>
          </a:p>
          <a:p>
            <a:r>
              <a:rPr lang="fr-FR" smtClean="0"/>
              <a:t>	His love was tough as nails
	</a:t>
            </a:r>
          </a:p>
          <a:p>
            <a:endParaRPr lang="fr-FR" smtClean="0"/>
          </a:p>
          <a:p>
            <a:r>
              <a:rPr lang="fr-FR" smtClean="0"/>
              <a:t>13-  IL A PRIS LA CROIX ET A TREBUCHÉ SUR LA COLLINE </a:t>
            </a:r>
          </a:p>
          <a:p>
            <a:r>
              <a:rPr lang="fr-FR" smtClean="0"/>
              <a:t>He took the Cross And stumbled up the hill
14-  IL NE S EST PAS ARRÉTÉ JUSQU’À CE QUE LE TRAVAIL SOIT FAIT </a:t>
            </a:r>
          </a:p>
          <a:p>
            <a:r>
              <a:rPr lang="fr-FR" smtClean="0"/>
              <a:t>He would not quit until The work was finished</a:t>
            </a:r>
          </a:p>
          <a:p>
            <a:r>
              <a:rPr lang="fr-FR" smtClean="0"/>
              <a:t>15-  LE JOUR S’EST ASSOMBRI LE MARTEAU FRAPPE AVEC DOULEUR </a:t>
            </a:r>
          </a:p>
          <a:p>
            <a:r>
              <a:rPr lang="fr-FR" smtClean="0"/>
              <a:t>The day turned dark The hammer pounded pain
16-  ET SA RÉPONSE FINALE ÉTAIT PÈRE, PARDONNE LEUR! </a:t>
            </a:r>
          </a:p>
          <a:p>
            <a:r>
              <a:rPr lang="fr-FR" smtClean="0"/>
              <a:t>Then His final answer rang "Father, forgive them!”
17-  C EST LE VÉRITABLE AMOUR QUI LE CONDUISAIT </a:t>
            </a:r>
          </a:p>
          <a:p>
            <a:r>
              <a:rPr lang="fr-FR" smtClean="0"/>
              <a:t>It was the Love of Loves that drove Him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SON COEUR ÉTAIT DOUX</a:t>
            </a:r>
          </a:p>
          <a:p>
            <a:pPr>
              <a:defRPr/>
            </a:pPr>
            <a:r>
              <a:rPr lang="fr-FR" smtClean="0"/>
              <a:t>His heart was kind
2-  IL Y AVAIT LA FORCE DANS SES YEUX </a:t>
            </a:r>
          </a:p>
          <a:p>
            <a:pPr>
              <a:defRPr/>
            </a:pPr>
            <a:r>
              <a:rPr lang="fr-FR" smtClean="0"/>
              <a:t>And strength was in His eyes</a:t>
            </a:r>
          </a:p>
          <a:p>
            <a:pPr>
              <a:defRPr/>
            </a:pPr>
            <a:r>
              <a:rPr lang="fr-FR" smtClean="0"/>
              <a:t>3-  CE N ÉTAIT PAS UN DÉGUISEMENT IL AVAIT UNE MISSION </a:t>
            </a:r>
          </a:p>
          <a:p>
            <a:pPr>
              <a:defRPr/>
            </a:pPr>
            <a:r>
              <a:rPr lang="fr-FR" smtClean="0"/>
              <a:t>He wore no disguise He had a mission</a:t>
            </a:r>
          </a:p>
          <a:p>
            <a:pPr>
              <a:defRPr/>
            </a:pPr>
            <a:r>
              <a:rPr lang="fr-FR" smtClean="0"/>
              <a:t>4-  IL N A RIEN DIT</a:t>
            </a:r>
          </a:p>
          <a:p>
            <a:pPr>
              <a:defRPr/>
            </a:pPr>
            <a:r>
              <a:rPr lang="fr-FR" smtClean="0"/>
              <a:t>He spoke no words</a:t>
            </a:r>
          </a:p>
          <a:p>
            <a:pPr>
              <a:defRPr/>
            </a:pPr>
            <a:r>
              <a:rPr lang="fr-FR" smtClean="0"/>
              <a:t>5-  QUAND ILS SE SONT MOQUÉS ET L’ONT FRAPPÉ </a:t>
            </a:r>
          </a:p>
          <a:p>
            <a:pPr>
              <a:defRPr/>
            </a:pPr>
            <a:r>
              <a:rPr lang="fr-FR" smtClean="0"/>
              <a:t>As they mocked and hit</a:t>
            </a:r>
          </a:p>
          <a:p>
            <a:pPr>
              <a:defRPr/>
            </a:pPr>
            <a:r>
              <a:rPr lang="fr-FR" smtClean="0"/>
              <a:t>6-  ET CELA LUI ÉTAIT ÉGAL IL SAVAIT CE QU’IL POURSUIVAIT </a:t>
            </a:r>
          </a:p>
          <a:p>
            <a:pPr>
              <a:defRPr/>
            </a:pPr>
            <a:r>
              <a:rPr lang="fr-FR" smtClean="0"/>
              <a:t>And it didn't matter He knew what he was after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7-  ET SON COEUR S EST BRISÉ ET SON SOUFFLÉ S EST COUPÉ </a:t>
            </a:r>
          </a:p>
          <a:p>
            <a:pPr>
              <a:defRPr/>
            </a:pPr>
            <a:r>
              <a:rPr lang="fr-FR" smtClean="0"/>
              <a:t>	And His heart broke And His breath choked</a:t>
            </a:r>
          </a:p>
          <a:p>
            <a:pPr>
              <a:defRPr/>
            </a:pPr>
            <a:r>
              <a:rPr lang="fr-FR" smtClean="0"/>
              <a:t>	8-  ET LE FOUET S EST DÉCHIRÉ  SOUS LES COUPS </a:t>
            </a:r>
          </a:p>
          <a:p>
            <a:pPr>
              <a:defRPr/>
            </a:pPr>
            <a:r>
              <a:rPr lang="fr-FR" smtClean="0"/>
              <a:t>	And the whip did rip with a mean stroke
	9-  ET SA CHAIR A ÉTÉ DÉCHIRÉE ET LE SANG À COULÉ </a:t>
            </a:r>
          </a:p>
          <a:p>
            <a:pPr>
              <a:defRPr/>
            </a:pPr>
            <a:r>
              <a:rPr lang="fr-FR" smtClean="0"/>
              <a:t>	And the flesh tore, and the blood poured
	10-  ET NOTRE PÉCHÉ L’A PERCÉ COMME UNE ÉPINE AIGUISÉE </a:t>
            </a:r>
          </a:p>
          <a:p>
            <a:pPr>
              <a:defRPr/>
            </a:pPr>
            <a:r>
              <a:rPr lang="fr-FR" smtClean="0"/>
              <a:t>	And our sin dug in like a sharp thorn
	11-  MAIS IL NE S EST PAS BATTU QUAND LE MARTEAU A FRAPPÉ </a:t>
            </a:r>
          </a:p>
          <a:p>
            <a:pPr>
              <a:defRPr/>
            </a:pPr>
            <a:r>
              <a:rPr lang="fr-FR" smtClean="0"/>
              <a:t>	But he did not fight when the hammer fell
	12-  SON AMOUR ÉTAIT DUR COMME DES CLOUS </a:t>
            </a:r>
          </a:p>
          <a:p>
            <a:pPr>
              <a:defRPr/>
            </a:pPr>
            <a:r>
              <a:rPr lang="fr-FR" smtClean="0"/>
              <a:t>	His love was tough as nails
	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IL A PRIS LA CROIX ET A TREBUCHÉ SUR LA COLLINE </a:t>
            </a:r>
          </a:p>
          <a:p>
            <a:pPr>
              <a:defRPr/>
            </a:pPr>
            <a:r>
              <a:rPr lang="fr-FR" smtClean="0"/>
              <a:t>He took the Cross And stumbled up the hill
14-  IL NE S EST PAS ARRÉTÉ JUSQU’À CE QUE LE TRAVAIL SOIT FAIT </a:t>
            </a:r>
          </a:p>
          <a:p>
            <a:pPr>
              <a:defRPr/>
            </a:pPr>
            <a:r>
              <a:rPr lang="fr-FR" smtClean="0"/>
              <a:t>He would not quit until The work was finished</a:t>
            </a:r>
          </a:p>
          <a:p>
            <a:pPr>
              <a:defRPr/>
            </a:pPr>
            <a:r>
              <a:rPr lang="fr-FR" smtClean="0"/>
              <a:t>15-  LE JOUR S’EST ASSOMBRI LE MARTEAU FRAPPE AVEC DOULEUR </a:t>
            </a:r>
          </a:p>
          <a:p>
            <a:pPr>
              <a:defRPr/>
            </a:pPr>
            <a:r>
              <a:rPr lang="fr-FR" smtClean="0"/>
              <a:t>The day turned dark The hammer pounded pain
16-  ET SA RÉPONSE FINALE ÉTAIT PÈRE, PARDONNE LEUR! </a:t>
            </a:r>
          </a:p>
          <a:p>
            <a:pPr>
              <a:defRPr/>
            </a:pPr>
            <a:r>
              <a:rPr lang="fr-FR" smtClean="0"/>
              <a:t>Then His final answer rang "Father, forgive them!”
17-  C EST LE VÉRITABLE AMOUR QUI LE CONDUISAIT </a:t>
            </a:r>
          </a:p>
          <a:p>
            <a:pPr>
              <a:defRPr/>
            </a:pPr>
            <a:r>
              <a:rPr lang="fr-FR" smtClean="0"/>
              <a:t>It was the Love of Loves that drove Him</a:t>
            </a:r>
          </a:p>
          <a:p>
            <a:pPr>
              <a:defRPr/>
            </a:pPr>
            <a:endParaRPr lang="fr-FR" dirty="0" smtClean="0"/>
          </a:p>
        </p:txBody>
      </p:sp>
      <p:sp>
        <p:nvSpPr>
          <p:cNvPr id="348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SON COEUR ÉTAIT DOUX</a:t>
            </a:r>
          </a:p>
          <a:p>
            <a:r>
              <a:rPr lang="fr-FR" smtClean="0"/>
              <a:t>His heart was kind
2-  IL Y AVAIT LA FORCE DANS SES YEUX </a:t>
            </a:r>
          </a:p>
          <a:p>
            <a:r>
              <a:rPr lang="fr-FR" smtClean="0"/>
              <a:t>And strength was in His eyes</a:t>
            </a:r>
          </a:p>
          <a:p>
            <a:r>
              <a:rPr lang="fr-FR" smtClean="0"/>
              <a:t>3-  CE N ÉTAIT PAS UN DÉGUISEMENT IL AVAIT UNE MISSION </a:t>
            </a:r>
          </a:p>
          <a:p>
            <a:r>
              <a:rPr lang="fr-FR" smtClean="0"/>
              <a:t>He wore no disguise He had a mission</a:t>
            </a:r>
          </a:p>
          <a:p>
            <a:r>
              <a:rPr lang="fr-FR" smtClean="0"/>
              <a:t>4-  IL N A RIEN DIT</a:t>
            </a:r>
          </a:p>
          <a:p>
            <a:r>
              <a:rPr lang="fr-FR" smtClean="0"/>
              <a:t>He spoke no words</a:t>
            </a:r>
          </a:p>
          <a:p>
            <a:r>
              <a:rPr lang="fr-FR" smtClean="0"/>
              <a:t>5-  QUAND ILS SE SONT MOQUÉS ET L’ONT FRAPPÉ </a:t>
            </a:r>
          </a:p>
          <a:p>
            <a:r>
              <a:rPr lang="fr-FR" smtClean="0"/>
              <a:t>As they mocked and hit</a:t>
            </a:r>
          </a:p>
          <a:p>
            <a:r>
              <a:rPr lang="fr-FR" smtClean="0"/>
              <a:t>6-  ET CELA LUI ÉTAIT ÉGAL IL SAVAIT CE QU’IL POURSUIVAIT </a:t>
            </a:r>
          </a:p>
          <a:p>
            <a:r>
              <a:rPr lang="fr-FR" smtClean="0"/>
              <a:t>And it didn't matter He knew what he was after </a:t>
            </a:r>
          </a:p>
          <a:p>
            <a:endParaRPr lang="fr-FR" smtClean="0"/>
          </a:p>
          <a:p>
            <a:r>
              <a:rPr lang="fr-FR" smtClean="0"/>
              <a:t>	7-  ET SON COEUR S EST BRISÉ ET SON SOUFFLÉ S EST COUPÉ </a:t>
            </a:r>
          </a:p>
          <a:p>
            <a:r>
              <a:rPr lang="fr-FR" smtClean="0"/>
              <a:t>	And His heart broke And His breath choked</a:t>
            </a:r>
          </a:p>
          <a:p>
            <a:r>
              <a:rPr lang="fr-FR" smtClean="0"/>
              <a:t>	8-  ET LE FOUET S EST DÉCHIRÉ  SOUS LES COUPS </a:t>
            </a:r>
          </a:p>
          <a:p>
            <a:r>
              <a:rPr lang="fr-FR" smtClean="0"/>
              <a:t>	And the whip did rip with a mean stroke
	9-  ET SA CHAIR A ÉTÉ DÉCHIRÉE ET LE SANG À COULÉ </a:t>
            </a:r>
          </a:p>
          <a:p>
            <a:r>
              <a:rPr lang="fr-FR" smtClean="0"/>
              <a:t>	And the flesh tore, and the blood poured
	10-  ET NOTRE PÉCHÉ L’A PERCÉ COMME UNE ÉPINE AIGUISÉE </a:t>
            </a:r>
          </a:p>
          <a:p>
            <a:r>
              <a:rPr lang="fr-FR" smtClean="0"/>
              <a:t>	And our sin dug in like a sharp thorn
	11-  MAIS IL NE S EST PAS BATTU QUAND LE MARTEAU A FRAPPÉ </a:t>
            </a:r>
          </a:p>
          <a:p>
            <a:r>
              <a:rPr lang="fr-FR" smtClean="0"/>
              <a:t>	But he did not fight when the hammer fell
	12-  SON AMOUR ÉTAIT DUR COMME DES CLOUS </a:t>
            </a:r>
          </a:p>
          <a:p>
            <a:r>
              <a:rPr lang="fr-FR" smtClean="0"/>
              <a:t>	His love was tough as nails
	</a:t>
            </a:r>
          </a:p>
          <a:p>
            <a:endParaRPr lang="fr-FR" smtClean="0"/>
          </a:p>
          <a:p>
            <a:r>
              <a:rPr lang="fr-FR" smtClean="0"/>
              <a:t>13-  IL A PRIS LA CROIX ET A TREBUCHÉ SUR LA COLLINE </a:t>
            </a:r>
          </a:p>
          <a:p>
            <a:r>
              <a:rPr lang="fr-FR" smtClean="0"/>
              <a:t>He took the Cross And stumbled up the hill
14-  IL NE S EST PAS ARRÉTÉ JUSQU’À CE QUE LE TRAVAIL SOIT FAIT </a:t>
            </a:r>
          </a:p>
          <a:p>
            <a:r>
              <a:rPr lang="fr-FR" smtClean="0"/>
              <a:t>He would not quit until The work was finished</a:t>
            </a:r>
          </a:p>
          <a:p>
            <a:r>
              <a:rPr lang="fr-FR" smtClean="0"/>
              <a:t>15-  LE JOUR S’EST ASSOMBRI LE MARTEAU FRAPPE AVEC DOULEUR </a:t>
            </a:r>
          </a:p>
          <a:p>
            <a:r>
              <a:rPr lang="fr-FR" smtClean="0"/>
              <a:t>The day turned dark The hammer pounded pain
16-  ET SA RÉPONSE FINALE ÉTAIT PÈRE, PARDONNE LEUR! </a:t>
            </a:r>
          </a:p>
          <a:p>
            <a:r>
              <a:rPr lang="fr-FR" smtClean="0"/>
              <a:t>Then His final answer rang "Father, forgive them!”
17-  C EST LE VÉRITABLE AMOUR QUI LE CONDUISAIT </a:t>
            </a:r>
          </a:p>
          <a:p>
            <a:r>
              <a:rPr lang="fr-FR" smtClean="0"/>
              <a:t>It was the Love of Loves that drove Him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SON COEUR ÉTAIT DOUX</a:t>
            </a:r>
          </a:p>
          <a:p>
            <a:pPr>
              <a:defRPr/>
            </a:pPr>
            <a:r>
              <a:rPr lang="fr-FR" smtClean="0"/>
              <a:t>His heart was kind
2-  IL Y AVAIT LA FORCE DANS SES YEUX </a:t>
            </a:r>
          </a:p>
          <a:p>
            <a:pPr>
              <a:defRPr/>
            </a:pPr>
            <a:r>
              <a:rPr lang="fr-FR" smtClean="0"/>
              <a:t>And strength was in His eyes</a:t>
            </a:r>
          </a:p>
          <a:p>
            <a:pPr>
              <a:defRPr/>
            </a:pPr>
            <a:r>
              <a:rPr lang="fr-FR" smtClean="0"/>
              <a:t>3-  CE N ÉTAIT PAS UN DÉGUISEMENT IL AVAIT UNE MISSION </a:t>
            </a:r>
          </a:p>
          <a:p>
            <a:pPr>
              <a:defRPr/>
            </a:pPr>
            <a:r>
              <a:rPr lang="fr-FR" smtClean="0"/>
              <a:t>He wore no disguise He had a mission</a:t>
            </a:r>
          </a:p>
          <a:p>
            <a:pPr>
              <a:defRPr/>
            </a:pPr>
            <a:r>
              <a:rPr lang="fr-FR" smtClean="0"/>
              <a:t>4-  IL N A RIEN DIT</a:t>
            </a:r>
          </a:p>
          <a:p>
            <a:pPr>
              <a:defRPr/>
            </a:pPr>
            <a:r>
              <a:rPr lang="fr-FR" smtClean="0"/>
              <a:t>He spoke no words</a:t>
            </a:r>
          </a:p>
          <a:p>
            <a:pPr>
              <a:defRPr/>
            </a:pPr>
            <a:r>
              <a:rPr lang="fr-FR" smtClean="0"/>
              <a:t>5-  QUAND ILS SE SONT MOQUÉS ET L’ONT FRAPPÉ </a:t>
            </a:r>
          </a:p>
          <a:p>
            <a:pPr>
              <a:defRPr/>
            </a:pPr>
            <a:r>
              <a:rPr lang="fr-FR" smtClean="0"/>
              <a:t>As they mocked and hit</a:t>
            </a:r>
          </a:p>
          <a:p>
            <a:pPr>
              <a:defRPr/>
            </a:pPr>
            <a:r>
              <a:rPr lang="fr-FR" smtClean="0"/>
              <a:t>6-  ET CELA LUI ÉTAIT ÉGAL IL SAVAIT CE QU’IL POURSUIVAIT </a:t>
            </a:r>
          </a:p>
          <a:p>
            <a:pPr>
              <a:defRPr/>
            </a:pPr>
            <a:r>
              <a:rPr lang="fr-FR" smtClean="0"/>
              <a:t>And it didn't matter He knew what he was after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7-  ET SON COEUR S EST BRISÉ ET SON SOUFFLÉ S EST COUPÉ </a:t>
            </a:r>
          </a:p>
          <a:p>
            <a:pPr>
              <a:defRPr/>
            </a:pPr>
            <a:r>
              <a:rPr lang="fr-FR" smtClean="0"/>
              <a:t>	And His heart broke And His breath choked</a:t>
            </a:r>
          </a:p>
          <a:p>
            <a:pPr>
              <a:defRPr/>
            </a:pPr>
            <a:r>
              <a:rPr lang="fr-FR" smtClean="0"/>
              <a:t>	8-  ET LE FOUET S EST DÉCHIRÉ  SOUS LES COUPS </a:t>
            </a:r>
          </a:p>
          <a:p>
            <a:pPr>
              <a:defRPr/>
            </a:pPr>
            <a:r>
              <a:rPr lang="fr-FR" smtClean="0"/>
              <a:t>	And the whip did rip with a mean stroke
	9-  ET SA CHAIR A ÉTÉ DÉCHIRÉE ET LE SANG À COULÉ </a:t>
            </a:r>
          </a:p>
          <a:p>
            <a:pPr>
              <a:defRPr/>
            </a:pPr>
            <a:r>
              <a:rPr lang="fr-FR" smtClean="0"/>
              <a:t>	And the flesh tore, and the blood poured
	10-  ET NOTRE PÉCHÉ L’A PERCÉ COMME UNE ÉPINE AIGUISÉE </a:t>
            </a:r>
          </a:p>
          <a:p>
            <a:pPr>
              <a:defRPr/>
            </a:pPr>
            <a:r>
              <a:rPr lang="fr-FR" smtClean="0"/>
              <a:t>	And our sin dug in like a sharp thorn
	11-  MAIS IL NE S EST PAS BATTU QUAND LE MARTEAU A FRAPPÉ </a:t>
            </a:r>
          </a:p>
          <a:p>
            <a:pPr>
              <a:defRPr/>
            </a:pPr>
            <a:r>
              <a:rPr lang="fr-FR" smtClean="0"/>
              <a:t>	But he did not fight when the hammer fell
	12-  SON AMOUR ÉTAIT DUR COMME DES CLOUS </a:t>
            </a:r>
          </a:p>
          <a:p>
            <a:pPr>
              <a:defRPr/>
            </a:pPr>
            <a:r>
              <a:rPr lang="fr-FR" smtClean="0"/>
              <a:t>	His love was tough as nails
	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IL A PRIS LA CROIX ET A TREBUCHÉ SUR LA COLLINE </a:t>
            </a:r>
          </a:p>
          <a:p>
            <a:pPr>
              <a:defRPr/>
            </a:pPr>
            <a:r>
              <a:rPr lang="fr-FR" smtClean="0"/>
              <a:t>He took the Cross And stumbled up the hill
14-  IL NE S EST PAS ARRÉTÉ JUSQU’À CE QUE LE TRAVAIL SOIT FAIT </a:t>
            </a:r>
          </a:p>
          <a:p>
            <a:pPr>
              <a:defRPr/>
            </a:pPr>
            <a:r>
              <a:rPr lang="fr-FR" smtClean="0"/>
              <a:t>He would not quit until The work was finished</a:t>
            </a:r>
          </a:p>
          <a:p>
            <a:pPr>
              <a:defRPr/>
            </a:pPr>
            <a:r>
              <a:rPr lang="fr-FR" smtClean="0"/>
              <a:t>15-  LE JOUR S’EST ASSOMBRI LE MARTEAU FRAPPE AVEC DOULEUR </a:t>
            </a:r>
          </a:p>
          <a:p>
            <a:pPr>
              <a:defRPr/>
            </a:pPr>
            <a:r>
              <a:rPr lang="fr-FR" smtClean="0"/>
              <a:t>The day turned dark The hammer pounded pain
16-  ET SA RÉPONSE FINALE ÉTAIT PÈRE, PARDONNE LEUR! </a:t>
            </a:r>
          </a:p>
          <a:p>
            <a:pPr>
              <a:defRPr/>
            </a:pPr>
            <a:r>
              <a:rPr lang="fr-FR" smtClean="0"/>
              <a:t>Then His final answer rang "Father, forgive them!”
17-  C EST LE VÉRITABLE AMOUR QUI LE CONDUISAIT </a:t>
            </a:r>
          </a:p>
          <a:p>
            <a:pPr>
              <a:defRPr/>
            </a:pPr>
            <a:r>
              <a:rPr lang="fr-FR" smtClean="0"/>
              <a:t>It was the Love of Loves that drove Him</a:t>
            </a:r>
          </a:p>
          <a:p>
            <a:pPr>
              <a:defRPr/>
            </a:pPr>
            <a:endParaRPr lang="fr-FR" dirty="0" smtClean="0"/>
          </a:p>
        </p:txBody>
      </p:sp>
      <p:sp>
        <p:nvSpPr>
          <p:cNvPr id="358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SON COEUR ÉTAIT DOUX</a:t>
            </a:r>
          </a:p>
          <a:p>
            <a:r>
              <a:rPr lang="fr-FR" smtClean="0"/>
              <a:t>His heart was kind
2-  IL Y AVAIT LA FORCE DANS SES YEUX </a:t>
            </a:r>
          </a:p>
          <a:p>
            <a:r>
              <a:rPr lang="fr-FR" smtClean="0"/>
              <a:t>And strength was in His eyes</a:t>
            </a:r>
          </a:p>
          <a:p>
            <a:r>
              <a:rPr lang="fr-FR" smtClean="0"/>
              <a:t>3-  CE N ÉTAIT PAS UN DÉGUISEMENT IL AVAIT UNE MISSION </a:t>
            </a:r>
          </a:p>
          <a:p>
            <a:r>
              <a:rPr lang="fr-FR" smtClean="0"/>
              <a:t>He wore no disguise He had a mission</a:t>
            </a:r>
          </a:p>
          <a:p>
            <a:r>
              <a:rPr lang="fr-FR" smtClean="0"/>
              <a:t>4-  IL N A RIEN DIT</a:t>
            </a:r>
          </a:p>
          <a:p>
            <a:r>
              <a:rPr lang="fr-FR" smtClean="0"/>
              <a:t>He spoke no words</a:t>
            </a:r>
          </a:p>
          <a:p>
            <a:r>
              <a:rPr lang="fr-FR" smtClean="0"/>
              <a:t>5-  QUAND ILS SE SONT MOQUÉS ET L’ONT FRAPPÉ </a:t>
            </a:r>
          </a:p>
          <a:p>
            <a:r>
              <a:rPr lang="fr-FR" smtClean="0"/>
              <a:t>As they mocked and hit</a:t>
            </a:r>
          </a:p>
          <a:p>
            <a:r>
              <a:rPr lang="fr-FR" smtClean="0"/>
              <a:t>6-  ET CELA LUI ÉTAIT ÉGAL IL SAVAIT CE QU’IL POURSUIVAIT </a:t>
            </a:r>
          </a:p>
          <a:p>
            <a:r>
              <a:rPr lang="fr-FR" smtClean="0"/>
              <a:t>And it didn't matter He knew what he was after </a:t>
            </a:r>
          </a:p>
          <a:p>
            <a:endParaRPr lang="fr-FR" smtClean="0"/>
          </a:p>
          <a:p>
            <a:r>
              <a:rPr lang="fr-FR" smtClean="0"/>
              <a:t>	7-  ET SON COEUR S EST BRISÉ ET SON SOUFFLÉ S EST COUPÉ </a:t>
            </a:r>
          </a:p>
          <a:p>
            <a:r>
              <a:rPr lang="fr-FR" smtClean="0"/>
              <a:t>	And His heart broke And His breath choked</a:t>
            </a:r>
          </a:p>
          <a:p>
            <a:r>
              <a:rPr lang="fr-FR" smtClean="0"/>
              <a:t>	8-  ET LE FOUET S EST DÉCHIRÉ  SOUS LES COUPS </a:t>
            </a:r>
          </a:p>
          <a:p>
            <a:r>
              <a:rPr lang="fr-FR" smtClean="0"/>
              <a:t>	And the whip did rip with a mean stroke
	9-  ET SA CHAIR A ÉTÉ DÉCHIRÉE ET LE SANG À COULÉ </a:t>
            </a:r>
          </a:p>
          <a:p>
            <a:r>
              <a:rPr lang="fr-FR" smtClean="0"/>
              <a:t>	And the flesh tore, and the blood poured
	10-  ET NOTRE PÉCHÉ L’A PERCÉ COMME UNE ÉPINE AIGUISÉE </a:t>
            </a:r>
          </a:p>
          <a:p>
            <a:r>
              <a:rPr lang="fr-FR" smtClean="0"/>
              <a:t>	And our sin dug in like a sharp thorn
	11-  MAIS IL NE S EST PAS BATTU QUAND LE MARTEAU A FRAPPÉ </a:t>
            </a:r>
          </a:p>
          <a:p>
            <a:r>
              <a:rPr lang="fr-FR" smtClean="0"/>
              <a:t>	But he did not fight when the hammer fell
	12-  SON AMOUR ÉTAIT DUR COMME DES CLOUS </a:t>
            </a:r>
          </a:p>
          <a:p>
            <a:r>
              <a:rPr lang="fr-FR" smtClean="0"/>
              <a:t>	His love was tough as nails
	</a:t>
            </a:r>
          </a:p>
          <a:p>
            <a:endParaRPr lang="fr-FR" smtClean="0"/>
          </a:p>
          <a:p>
            <a:r>
              <a:rPr lang="fr-FR" smtClean="0"/>
              <a:t>13-  IL A PRIS LA CROIX ET A TREBUCHÉ SUR LA COLLINE </a:t>
            </a:r>
          </a:p>
          <a:p>
            <a:r>
              <a:rPr lang="fr-FR" smtClean="0"/>
              <a:t>He took the Cross And stumbled up the hill
14-  IL NE S EST PAS ARRÉTÉ JUSQU’À CE QUE LE TRAVAIL SOIT FAIT </a:t>
            </a:r>
          </a:p>
          <a:p>
            <a:r>
              <a:rPr lang="fr-FR" smtClean="0"/>
              <a:t>He would not quit until The work was finished</a:t>
            </a:r>
          </a:p>
          <a:p>
            <a:r>
              <a:rPr lang="fr-FR" smtClean="0"/>
              <a:t>15-  LE JOUR S’EST ASSOMBRI LE MARTEAU FRAPPE AVEC DOULEUR </a:t>
            </a:r>
          </a:p>
          <a:p>
            <a:r>
              <a:rPr lang="fr-FR" smtClean="0"/>
              <a:t>The day turned dark The hammer pounded pain
16-  ET SA RÉPONSE FINALE ÉTAIT PÈRE, PARDONNE LEUR! </a:t>
            </a:r>
          </a:p>
          <a:p>
            <a:r>
              <a:rPr lang="fr-FR" smtClean="0"/>
              <a:t>Then His final answer rang "Father, forgive them!”
17-  C EST LE VÉRITABLE AMOUR QUI LE CONDUISAIT </a:t>
            </a:r>
          </a:p>
          <a:p>
            <a:r>
              <a:rPr lang="fr-FR" smtClean="0"/>
              <a:t>It was the Love of Loves that drove Him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SON COEUR ÉTAIT DOUX</a:t>
            </a:r>
          </a:p>
          <a:p>
            <a:pPr>
              <a:defRPr/>
            </a:pPr>
            <a:r>
              <a:rPr lang="fr-FR" smtClean="0"/>
              <a:t>His heart was kind
2-  IL Y AVAIT LA FORCE DANS SES YEUX </a:t>
            </a:r>
          </a:p>
          <a:p>
            <a:pPr>
              <a:defRPr/>
            </a:pPr>
            <a:r>
              <a:rPr lang="fr-FR" smtClean="0"/>
              <a:t>And strength was in His eyes</a:t>
            </a:r>
          </a:p>
          <a:p>
            <a:pPr>
              <a:defRPr/>
            </a:pPr>
            <a:r>
              <a:rPr lang="fr-FR" smtClean="0"/>
              <a:t>3-  CE N ÉTAIT PAS UN DÉGUISEMENT IL AVAIT UNE MISSION </a:t>
            </a:r>
          </a:p>
          <a:p>
            <a:pPr>
              <a:defRPr/>
            </a:pPr>
            <a:r>
              <a:rPr lang="fr-FR" smtClean="0"/>
              <a:t>He wore no disguise He had a mission</a:t>
            </a:r>
          </a:p>
          <a:p>
            <a:pPr>
              <a:defRPr/>
            </a:pPr>
            <a:r>
              <a:rPr lang="fr-FR" smtClean="0"/>
              <a:t>4-  IL N A RIEN DIT</a:t>
            </a:r>
          </a:p>
          <a:p>
            <a:pPr>
              <a:defRPr/>
            </a:pPr>
            <a:r>
              <a:rPr lang="fr-FR" smtClean="0"/>
              <a:t>He spoke no words</a:t>
            </a:r>
          </a:p>
          <a:p>
            <a:pPr>
              <a:defRPr/>
            </a:pPr>
            <a:r>
              <a:rPr lang="fr-FR" smtClean="0"/>
              <a:t>5-  QUAND ILS SE SONT MOQUÉS ET L’ONT FRAPPÉ </a:t>
            </a:r>
          </a:p>
          <a:p>
            <a:pPr>
              <a:defRPr/>
            </a:pPr>
            <a:r>
              <a:rPr lang="fr-FR" smtClean="0"/>
              <a:t>As they mocked and hit</a:t>
            </a:r>
          </a:p>
          <a:p>
            <a:pPr>
              <a:defRPr/>
            </a:pPr>
            <a:r>
              <a:rPr lang="fr-FR" smtClean="0"/>
              <a:t>6-  ET CELA LUI ÉTAIT ÉGAL IL SAVAIT CE QU’IL POURSUIVAIT </a:t>
            </a:r>
          </a:p>
          <a:p>
            <a:pPr>
              <a:defRPr/>
            </a:pPr>
            <a:r>
              <a:rPr lang="fr-FR" smtClean="0"/>
              <a:t>And it didn't matter He knew what he was after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7-  ET SON COEUR S EST BRISÉ ET SON SOUFFLÉ S EST COUPÉ </a:t>
            </a:r>
          </a:p>
          <a:p>
            <a:pPr>
              <a:defRPr/>
            </a:pPr>
            <a:r>
              <a:rPr lang="fr-FR" smtClean="0"/>
              <a:t>	And His heart broke And His breath choked</a:t>
            </a:r>
          </a:p>
          <a:p>
            <a:pPr>
              <a:defRPr/>
            </a:pPr>
            <a:r>
              <a:rPr lang="fr-FR" smtClean="0"/>
              <a:t>	8-  ET LE FOUET S EST DÉCHIRÉ  SOUS LES COUPS </a:t>
            </a:r>
          </a:p>
          <a:p>
            <a:pPr>
              <a:defRPr/>
            </a:pPr>
            <a:r>
              <a:rPr lang="fr-FR" smtClean="0"/>
              <a:t>	And the whip did rip with a mean stroke
	9-  ET SA CHAIR A ÉTÉ DÉCHIRÉE ET LE SANG À COULÉ </a:t>
            </a:r>
          </a:p>
          <a:p>
            <a:pPr>
              <a:defRPr/>
            </a:pPr>
            <a:r>
              <a:rPr lang="fr-FR" smtClean="0"/>
              <a:t>	And the flesh tore, and the blood poured
	10-  ET NOTRE PÉCHÉ L’A PERCÉ COMME UNE ÉPINE AIGUISÉE </a:t>
            </a:r>
          </a:p>
          <a:p>
            <a:pPr>
              <a:defRPr/>
            </a:pPr>
            <a:r>
              <a:rPr lang="fr-FR" smtClean="0"/>
              <a:t>	And our sin dug in like a sharp thorn
	11-  MAIS IL NE S EST PAS BATTU QUAND LE MARTEAU A FRAPPÉ </a:t>
            </a:r>
          </a:p>
          <a:p>
            <a:pPr>
              <a:defRPr/>
            </a:pPr>
            <a:r>
              <a:rPr lang="fr-FR" smtClean="0"/>
              <a:t>	But he did not fight when the hammer fell
	12-  SON AMOUR ÉTAIT DUR COMME DES CLOUS </a:t>
            </a:r>
          </a:p>
          <a:p>
            <a:pPr>
              <a:defRPr/>
            </a:pPr>
            <a:r>
              <a:rPr lang="fr-FR" smtClean="0"/>
              <a:t>	His love was tough as nails
	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IL A PRIS LA CROIX ET A TREBUCHÉ SUR LA COLLINE </a:t>
            </a:r>
          </a:p>
          <a:p>
            <a:pPr>
              <a:defRPr/>
            </a:pPr>
            <a:r>
              <a:rPr lang="fr-FR" smtClean="0"/>
              <a:t>He took the Cross And stumbled up the hill
14-  IL NE S EST PAS ARRÉTÉ JUSQU’À CE QUE LE TRAVAIL SOIT FAIT </a:t>
            </a:r>
          </a:p>
          <a:p>
            <a:pPr>
              <a:defRPr/>
            </a:pPr>
            <a:r>
              <a:rPr lang="fr-FR" smtClean="0"/>
              <a:t>He would not quit until The work was finished</a:t>
            </a:r>
          </a:p>
          <a:p>
            <a:pPr>
              <a:defRPr/>
            </a:pPr>
            <a:r>
              <a:rPr lang="fr-FR" smtClean="0"/>
              <a:t>15-  LE JOUR S’EST ASSOMBRI LE MARTEAU FRAPPE AVEC DOULEUR </a:t>
            </a:r>
          </a:p>
          <a:p>
            <a:pPr>
              <a:defRPr/>
            </a:pPr>
            <a:r>
              <a:rPr lang="fr-FR" smtClean="0"/>
              <a:t>The day turned dark The hammer pounded pain
16-  ET SA RÉPONSE FINALE ÉTAIT PÈRE, PARDONNE LEUR! </a:t>
            </a:r>
          </a:p>
          <a:p>
            <a:pPr>
              <a:defRPr/>
            </a:pPr>
            <a:r>
              <a:rPr lang="fr-FR" smtClean="0"/>
              <a:t>Then His final answer rang "Father, forgive them!”
17-  C EST LE VÉRITABLE AMOUR QUI LE CONDUISAIT </a:t>
            </a:r>
          </a:p>
          <a:p>
            <a:pPr>
              <a:defRPr/>
            </a:pPr>
            <a:r>
              <a:rPr lang="fr-FR" smtClean="0"/>
              <a:t>It was the Love of Loves that drove Him</a:t>
            </a:r>
          </a:p>
          <a:p>
            <a:pPr>
              <a:defRPr/>
            </a:pPr>
            <a:endParaRPr lang="fr-FR" dirty="0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SON COEUR ÉTAIT DOUX</a:t>
            </a:r>
          </a:p>
          <a:p>
            <a:r>
              <a:rPr lang="fr-FR" smtClean="0"/>
              <a:t>His heart was kind
2-  IL Y AVAIT LA FORCE DANS SES YEUX </a:t>
            </a:r>
          </a:p>
          <a:p>
            <a:r>
              <a:rPr lang="fr-FR" smtClean="0"/>
              <a:t>And strength was in His eyes</a:t>
            </a:r>
          </a:p>
          <a:p>
            <a:r>
              <a:rPr lang="fr-FR" smtClean="0"/>
              <a:t>3-  CE N ÉTAIT PAS UN DÉGUISEMENT IL AVAIT UNE MISSION </a:t>
            </a:r>
          </a:p>
          <a:p>
            <a:r>
              <a:rPr lang="fr-FR" smtClean="0"/>
              <a:t>He wore no disguise He had a mission</a:t>
            </a:r>
          </a:p>
          <a:p>
            <a:r>
              <a:rPr lang="fr-FR" smtClean="0"/>
              <a:t>4-  IL N A RIEN DIT</a:t>
            </a:r>
          </a:p>
          <a:p>
            <a:r>
              <a:rPr lang="fr-FR" smtClean="0"/>
              <a:t>He spoke no words</a:t>
            </a:r>
          </a:p>
          <a:p>
            <a:r>
              <a:rPr lang="fr-FR" smtClean="0"/>
              <a:t>5-  QUAND ILS SE SONT MOQUÉS ET L’ONT FRAPPÉ </a:t>
            </a:r>
          </a:p>
          <a:p>
            <a:r>
              <a:rPr lang="fr-FR" smtClean="0"/>
              <a:t>As they mocked and hit</a:t>
            </a:r>
          </a:p>
          <a:p>
            <a:r>
              <a:rPr lang="fr-FR" smtClean="0"/>
              <a:t>6-  ET CELA LUI ÉTAIT ÉGAL IL SAVAIT CE QU’IL POURSUIVAIT </a:t>
            </a:r>
          </a:p>
          <a:p>
            <a:r>
              <a:rPr lang="fr-FR" smtClean="0"/>
              <a:t>And it didn't matter He knew what he was after </a:t>
            </a:r>
          </a:p>
          <a:p>
            <a:endParaRPr lang="fr-FR" smtClean="0"/>
          </a:p>
          <a:p>
            <a:r>
              <a:rPr lang="fr-FR" smtClean="0"/>
              <a:t>	7-  ET SON COEUR S EST BRISÉ ET SON SOUFFLÉ S EST COUPÉ </a:t>
            </a:r>
          </a:p>
          <a:p>
            <a:r>
              <a:rPr lang="fr-FR" smtClean="0"/>
              <a:t>	And His heart broke And His breath choked</a:t>
            </a:r>
          </a:p>
          <a:p>
            <a:r>
              <a:rPr lang="fr-FR" smtClean="0"/>
              <a:t>	8-  ET LE FOUET S EST DÉCHIRÉ  SOUS LES COUPS </a:t>
            </a:r>
          </a:p>
          <a:p>
            <a:r>
              <a:rPr lang="fr-FR" smtClean="0"/>
              <a:t>	And the whip did rip with a mean stroke
	9-  ET SA CHAIR A ÉTÉ DÉCHIRÉE ET LE SANG À COULÉ </a:t>
            </a:r>
          </a:p>
          <a:p>
            <a:r>
              <a:rPr lang="fr-FR" smtClean="0"/>
              <a:t>	And the flesh tore, and the blood poured
	10-  ET NOTRE PÉCHÉ L’A PERCÉ COMME UNE ÉPINE AIGUISÉE </a:t>
            </a:r>
          </a:p>
          <a:p>
            <a:r>
              <a:rPr lang="fr-FR" smtClean="0"/>
              <a:t>	And our sin dug in like a sharp thorn
	11-  MAIS IL NE S EST PAS BATTU QUAND LE MARTEAU A FRAPPÉ </a:t>
            </a:r>
          </a:p>
          <a:p>
            <a:r>
              <a:rPr lang="fr-FR" smtClean="0"/>
              <a:t>	But he did not fight when the hammer fell
	12-  SON AMOUR ÉTAIT DUR COMME DES CLOUS </a:t>
            </a:r>
          </a:p>
          <a:p>
            <a:r>
              <a:rPr lang="fr-FR" smtClean="0"/>
              <a:t>	His love was tough as nails
	</a:t>
            </a:r>
          </a:p>
          <a:p>
            <a:endParaRPr lang="fr-FR" smtClean="0"/>
          </a:p>
          <a:p>
            <a:r>
              <a:rPr lang="fr-FR" smtClean="0"/>
              <a:t>13-  IL A PRIS LA CROIX ET A TREBUCHÉ SUR LA COLLINE </a:t>
            </a:r>
          </a:p>
          <a:p>
            <a:r>
              <a:rPr lang="fr-FR" smtClean="0"/>
              <a:t>He took the Cross And stumbled up the hill
14-  IL NE S EST PAS ARRÉTÉ JUSQU’À CE QUE LE TRAVAIL SOIT FAIT </a:t>
            </a:r>
          </a:p>
          <a:p>
            <a:r>
              <a:rPr lang="fr-FR" smtClean="0"/>
              <a:t>He would not quit until The work was finished</a:t>
            </a:r>
          </a:p>
          <a:p>
            <a:r>
              <a:rPr lang="fr-FR" smtClean="0"/>
              <a:t>15-  LE JOUR S’EST ASSOMBRI LE MARTEAU FRAPPE AVEC DOULEUR </a:t>
            </a:r>
          </a:p>
          <a:p>
            <a:r>
              <a:rPr lang="fr-FR" smtClean="0"/>
              <a:t>The day turned dark The hammer pounded pain
16-  ET SA RÉPONSE FINALE ÉTAIT PÈRE, PARDONNE LEUR! </a:t>
            </a:r>
          </a:p>
          <a:p>
            <a:r>
              <a:rPr lang="fr-FR" smtClean="0"/>
              <a:t>Then His final answer rang "Father, forgive them!”
17-  C EST LE VÉRITABLE AMOUR QUI LE CONDUISAIT </a:t>
            </a:r>
          </a:p>
          <a:p>
            <a:r>
              <a:rPr lang="fr-FR" smtClean="0"/>
              <a:t>It was the Love of Loves that drove Him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0C4178-24BB-4FC2-9344-7CDBCEE39E1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56DDE3-EDDA-4E2D-A1C8-250D7EE60AE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5A48A4-FB72-4C22-A122-4F542FF72A9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F7451C5-FD31-4A51-BCE0-A9DFB103CD8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159938C-141A-4964-9515-992B240E377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3D161B8-22B1-4869-A7CA-D267E89964B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0D54B85-9475-4D66-A345-F6A065E0676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3A53DC-10CF-4A65-8111-637E85F8DA2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BA1DBDB-80CE-4FC6-BF83-B33886D2411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2E3FB0-A4BE-4A95-B23F-C65D5DC7AF9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20815B8-D12E-4643-82EC-40244B8B8A3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Franklin Gothic Medium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Franklin Gothic Medium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Franklin Gothic Medium" pitchFamily="34" charset="0"/>
              </a:defRPr>
            </a:lvl1pPr>
          </a:lstStyle>
          <a:p>
            <a:pPr>
              <a:defRPr/>
            </a:pPr>
            <a:fld id="{4D8726DA-4017-4E8D-AF25-824C6BF75E8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SON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CŒUR ÉTAIT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DOUX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IL Y AVAIT LA FORCE 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DANS SES YEUX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CE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N’ÉTAIT PAS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UN DÉGUISEMENT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IL AVAIT UNE MISSION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IL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N’A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RIEN DIT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QUAND ILS SE SONT MOQUÉS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L’ONT FRAPPÉ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CELA LUI ÉTAIT ÉGAL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IL SAVAIT CE QU’IL POURSUIVAIT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SON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CŒUR S’EST BRISÉ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SON SOUFFLÉ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S’EST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COUPÉ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LE FOUET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S’EST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DÉCHIRÉ 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SOUS LES COUPS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SA CHAIR A ÉTÉ DÉCHIRÉE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LE SANG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COULÉ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NOTRE PÉCHÉ L’A PERCÉ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COMME UNE ÉPINE AIGUISÉE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MAIS IL NE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S’EST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PAS BATTU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QUAND LE MARTEAU A FRAPPÉ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SON AMOUR ÉTAIT DUR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COMME DES CLOUS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IL A PRIS LA CROIX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A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TRÉBUCHÉ SUR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 COLLINE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IL NE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S’EST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PAS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ARRÊTÉ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JUSQU’À CE QUE LE TRAVAIL SOIT FAIT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 JOUR S’EST ASSOMBRI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 MARTEAU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FRAPPA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AVEC DOULEUR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SA RÉPONSE FINALE ÉTAIT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PÈRE,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PARDONNE-LEUR !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C’EST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 VÉRITABLE AMOUR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QUI LE CONDUISAIT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813</TotalTime>
  <Words>453</Words>
  <Application>Microsoft Office PowerPoint</Application>
  <PresentationFormat>On-screen Show (4:3)</PresentationFormat>
  <Paragraphs>984</Paragraphs>
  <Slides>17</Slides>
  <Notes>17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17</vt:i4>
      </vt:variant>
    </vt:vector>
  </HeadingPairs>
  <TitlesOfParts>
    <vt:vector size="21" baseType="lpstr">
      <vt:lpstr>Franklin Gothic Medium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  <vt:lpstr>Diapositive 16</vt:lpstr>
      <vt:lpstr>Diapositive 17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60</cp:revision>
  <dcterms:created xsi:type="dcterms:W3CDTF">2002-08-17T10:50:50Z</dcterms:created>
  <dcterms:modified xsi:type="dcterms:W3CDTF">2017-04-16T08:31:32Z</dcterms:modified>
</cp:coreProperties>
</file>