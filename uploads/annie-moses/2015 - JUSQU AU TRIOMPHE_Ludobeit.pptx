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309" r:id="rId3"/>
    <p:sldId id="308" r:id="rId4"/>
    <p:sldId id="307" r:id="rId5"/>
    <p:sldId id="306" r:id="rId6"/>
    <p:sldId id="305" r:id="rId7"/>
    <p:sldId id="304" r:id="rId8"/>
    <p:sldId id="303" r:id="rId9"/>
    <p:sldId id="302" r:id="rId10"/>
    <p:sldId id="301" r:id="rId11"/>
    <p:sldId id="300" r:id="rId12"/>
    <p:sldId id="299" r:id="rId13"/>
    <p:sldId id="298" r:id="rId14"/>
    <p:sldId id="297" r:id="rId15"/>
    <p:sldId id="296" r:id="rId16"/>
    <p:sldId id="295" r:id="rId17"/>
    <p:sldId id="294" r:id="rId18"/>
    <p:sldId id="293" r:id="rId19"/>
    <p:sldId id="292" r:id="rId20"/>
    <p:sldId id="291" r:id="rId21"/>
    <p:sldId id="290" r:id="rId22"/>
    <p:sldId id="289" r:id="rId23"/>
    <p:sldId id="288" r:id="rId24"/>
    <p:sldId id="287" r:id="rId25"/>
    <p:sldId id="286" r:id="rId26"/>
    <p:sldId id="285" r:id="rId27"/>
    <p:sldId id="284" r:id="rId28"/>
    <p:sldId id="283" r:id="rId29"/>
    <p:sldId id="282" r:id="rId30"/>
    <p:sldId id="281" r:id="rId31"/>
    <p:sldId id="280" r:id="rId32"/>
    <p:sldId id="279" r:id="rId33"/>
    <p:sldId id="311" r:id="rId34"/>
    <p:sldId id="278" r:id="rId35"/>
    <p:sldId id="277" r:id="rId36"/>
    <p:sldId id="276" r:id="rId37"/>
    <p:sldId id="275" r:id="rId38"/>
    <p:sldId id="312" r:id="rId39"/>
    <p:sldId id="274" r:id="rId40"/>
    <p:sldId id="273" r:id="rId41"/>
    <p:sldId id="272" r:id="rId42"/>
    <p:sldId id="271" r:id="rId43"/>
    <p:sldId id="270" r:id="rId44"/>
    <p:sldId id="269" r:id="rId45"/>
    <p:sldId id="268" r:id="rId46"/>
    <p:sldId id="267" r:id="rId47"/>
    <p:sldId id="266" r:id="rId48"/>
    <p:sldId id="265" r:id="rId49"/>
    <p:sldId id="264" r:id="rId50"/>
    <p:sldId id="263" r:id="rId51"/>
    <p:sldId id="262" r:id="rId52"/>
    <p:sldId id="261" r:id="rId53"/>
    <p:sldId id="260" r:id="rId54"/>
    <p:sldId id="259" r:id="rId55"/>
    <p:sldId id="258" r:id="rId56"/>
    <p:sldId id="257" r:id="rId5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62" autoAdjust="0"/>
    <p:restoredTop sz="59385" autoAdjust="0"/>
  </p:normalViewPr>
  <p:slideViewPr>
    <p:cSldViewPr>
      <p:cViewPr>
        <p:scale>
          <a:sx n="78" d="100"/>
          <a:sy n="78" d="100"/>
        </p:scale>
        <p:origin x="-720" y="-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45ECF1FF-3D00-4310-8C4D-8EE57E6B4FF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78045941-F74A-4EB0-AF93-7804422DF37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4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57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67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64148-2EE2-403A-8853-A79857F676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5BB38F-098D-4094-9092-5B120FC7B5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AFC849-4CED-427C-A142-FA91487917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10B0CB-97C3-4C5B-A25F-70ED9655E8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ADE80-67F0-480D-926F-7868FB721F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B0AF48-0D63-4C12-A1A2-AF8336FF7A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A5D8D-0275-4A70-BD34-781524E261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F5EFFD-0A37-457F-8CF2-B7316C3B01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D190FD-4B7E-4575-B76D-261A380DBC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841267-646C-4F92-BED6-D6E923C873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07E4A0-F556-4B31-9D25-F3D3C0A5181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9BC29077-BF67-4E7C-AE3D-06157491F9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TRIOMPHER SANS PASSER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UN CHANTIER, C'EST COMME...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FAIRE D'ENTRAÎNEMENT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VOULOIR MONTER SUR UN PODIUM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TROP DE FOIS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FAIRE SANS ÊTRE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MÊME QUE PARFOIS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DÉLIRE EST NOTRE TÊTE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FAIT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NOUS DISONS QUE DIEU DOIT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PENSER QU'EN FIN DE COMPTE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DÉPEND DE NOS CHOIX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DIS-MOI, DIEU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EST-IL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OBLIGÉ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LEVER 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SOLEIL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FAIRE EN SORTE QU'APRÈS LA NUIT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AIT UN RÉVEIL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VÉRITÉ,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VÉRITÉ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NE NOUS DOIT RIEN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A DÉJÀ TOUT FAIT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ENVOYANT SON FILS POUR NOUS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VEUX PLUS FAIRE À MA FAÇON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ÊTRE MON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ÉVITER DE TOUT GÂCHER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L.U.D DIMINUE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AVANT MÊME DE BÂTIR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PRIE POUR QUE SON FEU PUISSE...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...BRÛLER MES VICES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QUE JE SOIS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L'IMAGE DE SON FILS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SI JE CONTINUE À ÊTRE TÊTU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JE RISQUE DE FAUTER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L'EXCÈS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EN ÉTANT VRAI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POURRAI TRIOMPHER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M'ABANDONNER AU PÈRE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LIER D'AMITIÉ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EN ÉTANT VRAI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POURRAI TRIOMPHER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DON'T FORGET ME !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GOD ! LOVE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LUI PLAIRE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MOURIR À MOI-MÊME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RENDRE COMPTE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CE QUI EST MAL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AFIN DE M'EN DÉFAIRE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QUITTE À AVOIR MAL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QUITTE À CE QUE CE SOIT BRUTAL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M'ABANDONNER À LUI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BRILLER AU-DESSUS DES ÉTOILES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PARFOIS,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ÉTEINT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REMETS EN QUESTION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QUI JE SUIS, CE QUE JE FAIS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AI-JE LA BONNE PERCEPTION ?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TUER MON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PERMETTRAIT DE RENAÎTRE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DÈS LORS, J'AI BOUGÉ MON DESTIN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FINI DE PARAÎTRE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AVENIR EST À L'IMAGE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MES CHOIX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DÉCIDE DONC DE FAIRE LES BONS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ÉVITER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ME MORDRE LES DOIGTS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RATER SON PLAN POUR MA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SERAIT LA PIRE DES CHOSES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AUTANT M'ÔTER LA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PERMETTRE QUE J'IMPLOSE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PARDONNEZ LA QUESTION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POURQUOI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FAIRE SEMBLANT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À CELA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L'ÊTRE HUMAIN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MILLE ET UNE EXCUSES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DONC CHERCHÉ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N'AI TROUVÉ AUCUNE RAISON...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JAMAIS MASQUÉ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ÊTRE TRANSPARENT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EN ÉTANT VRAI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POURRAI TRIOMPHER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M'ABANDONNER AU PÈRE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LIER D'AMITIÉ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EN ÉTANT VRAI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POURRAI TRIOMPHER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DON'T FORGET ME !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GOD ! LOVE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FIN DE COMPTE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 DE TRIOMPHE SANS CHANTIER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LAISSE DIEU ÊTRE DIEU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METS SUR LE CÔTÉ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QUOI BON M'INQUIÉTER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QU'EMMANUEL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AMOUR DÉPASSE LA RAISON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E.V.O.L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ÊTRE HUMAIN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SANS AUCUN DOUTE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SERVICE D'UN MAÎTRE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MIEN M'INSPIRE À AIMER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FAIRE DU BIEN AUX AUTRES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M'A ACQUITTÉ DE MA DETTE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L'AI DONC ACCEPTÉ DE PLEIN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NON SUR UN COUP DE TÊTE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ÊTRE VICTORIEUX L.U.D OBÉIT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SA PAROLE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ÊTRE EN HARMONIE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PRÉPARE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AFIN QUE DIEU ADDITIONNE À MA VIE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LUI,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EST POSSIBLE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VÉRITÉ ET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1712</Words>
  <Application>Microsoft Office PowerPoint</Application>
  <PresentationFormat>On-screen Show (4:3)</PresentationFormat>
  <Paragraphs>1115</Paragraphs>
  <Slides>56</Slides>
  <Notes>56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56</vt:i4>
      </vt:variant>
    </vt:vector>
  </HeadingPairs>
  <TitlesOfParts>
    <vt:vector size="60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  <vt:lpstr>Diapositive 48</vt:lpstr>
      <vt:lpstr>Diapositive 49</vt:lpstr>
      <vt:lpstr>Diapositive 50</vt:lpstr>
      <vt:lpstr>Diapositive 51</vt:lpstr>
      <vt:lpstr>Diapositive 52</vt:lpstr>
      <vt:lpstr>Diapositive 53</vt:lpstr>
      <vt:lpstr>Diapositive 54</vt:lpstr>
      <vt:lpstr>Diapositive 55</vt:lpstr>
      <vt:lpstr>Diapositive 56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48</cp:revision>
  <dcterms:created xsi:type="dcterms:W3CDTF">2002-08-17T11:17:38Z</dcterms:created>
  <dcterms:modified xsi:type="dcterms:W3CDTF">2015-12-27T08:20:56Z</dcterms:modified>
</cp:coreProperties>
</file>