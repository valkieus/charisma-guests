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95" r:id="rId2"/>
    <p:sldId id="311" r:id="rId3"/>
    <p:sldId id="310" r:id="rId4"/>
    <p:sldId id="309" r:id="rId5"/>
    <p:sldId id="308" r:id="rId6"/>
    <p:sldId id="307" r:id="rId7"/>
    <p:sldId id="306" r:id="rId8"/>
    <p:sldId id="305" r:id="rId9"/>
    <p:sldId id="304" r:id="rId10"/>
    <p:sldId id="303" r:id="rId11"/>
    <p:sldId id="302" r:id="rId12"/>
    <p:sldId id="301" r:id="rId13"/>
    <p:sldId id="300" r:id="rId14"/>
    <p:sldId id="299" r:id="rId15"/>
    <p:sldId id="298" r:id="rId16"/>
    <p:sldId id="297" r:id="rId17"/>
    <p:sldId id="296" r:id="rId18"/>
    <p:sldId id="312" r:id="rId19"/>
    <p:sldId id="313" r:id="rId2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5700" autoAdjust="0"/>
  </p:normalViewPr>
  <p:slideViewPr>
    <p:cSldViewPr>
      <p:cViewPr>
        <p:scale>
          <a:sx n="64" d="100"/>
          <a:sy n="64" d="100"/>
        </p:scale>
        <p:origin x="-1338" y="-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F237A6C-4B1C-4F90-9262-6CD448B9A781}" type="datetimeFigureOut">
              <a:rPr lang="fr-FR"/>
              <a:pPr>
                <a:defRPr/>
              </a:pPr>
              <a:t>27/02/2018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336EE82-4F07-48CC-B702-99BD2F11A45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dirty="0" smtClean="0">
                <a:solidFill>
                  <a:srgbClr val="FF0000"/>
                </a:solidFill>
              </a:rPr>
              <a:t>PROFONDÉMENT EN PRÉ DE BAGUETTE OÙ L'ÉCORCHURE DE BÉTAIL HEREFORD</a:t>
            </a:r>
          </a:p>
          <a:p>
            <a:pPr>
              <a:defRPr/>
            </a:pPr>
            <a:r>
              <a:rPr lang="fr-FR" dirty="0" err="1" smtClean="0"/>
              <a:t>Deep</a:t>
            </a:r>
            <a:r>
              <a:rPr lang="fr-FR" dirty="0" smtClean="0"/>
              <a:t> in the </a:t>
            </a:r>
            <a:r>
              <a:rPr lang="fr-FR" dirty="0" err="1" smtClean="0"/>
              <a:t>fescue</a:t>
            </a:r>
            <a:r>
              <a:rPr lang="fr-FR" dirty="0" smtClean="0"/>
              <a:t> </a:t>
            </a:r>
            <a:r>
              <a:rPr lang="fr-FR" dirty="0" err="1" smtClean="0"/>
              <a:t>meadow</a:t>
            </a:r>
            <a:r>
              <a:rPr lang="fr-FR" dirty="0" smtClean="0"/>
              <a:t> </a:t>
            </a:r>
            <a:r>
              <a:rPr lang="fr-FR" dirty="0" err="1" smtClean="0"/>
              <a:t>where</a:t>
            </a:r>
            <a:r>
              <a:rPr lang="fr-FR" dirty="0" smtClean="0"/>
              <a:t> the hereford </a:t>
            </a:r>
            <a:r>
              <a:rPr lang="fr-FR" dirty="0" err="1" smtClean="0"/>
              <a:t>cattle</a:t>
            </a:r>
            <a:r>
              <a:rPr lang="fr-FR" dirty="0" smtClean="0"/>
              <a:t> </a:t>
            </a:r>
            <a:r>
              <a:rPr lang="fr-FR" dirty="0" err="1" smtClean="0"/>
              <a:t>graze</a:t>
            </a:r>
            <a:r>
              <a:rPr lang="fr-FR" dirty="0" smtClean="0"/>
              <a:t> 
2-  ET LES VENTS FLUVIAUX AUTOUR DE NOUS </a:t>
            </a:r>
          </a:p>
          <a:p>
            <a:pPr>
              <a:defRPr/>
            </a:pPr>
            <a:r>
              <a:rPr lang="fr-FR" dirty="0" smtClean="0"/>
              <a:t>and the river </a:t>
            </a:r>
            <a:r>
              <a:rPr lang="fr-FR" dirty="0" err="1" smtClean="0"/>
              <a:t>winds</a:t>
            </a:r>
            <a:r>
              <a:rPr lang="fr-FR" dirty="0" smtClean="0"/>
              <a:t> </a:t>
            </a:r>
            <a:r>
              <a:rPr lang="fr-FR" dirty="0" err="1" smtClean="0"/>
              <a:t>around</a:t>
            </a:r>
            <a:r>
              <a:rPr lang="fr-FR" dirty="0" smtClean="0"/>
              <a:t> us 
3-  ET LES SOMMETS DE COLLINE DONNENT DU REPOS </a:t>
            </a:r>
          </a:p>
          <a:p>
            <a:pPr>
              <a:defRPr/>
            </a:pPr>
            <a:r>
              <a:rPr lang="fr-FR" dirty="0" smtClean="0"/>
              <a:t>and the </a:t>
            </a:r>
            <a:r>
              <a:rPr lang="fr-FR" dirty="0" err="1" smtClean="0"/>
              <a:t>hill</a:t>
            </a:r>
            <a:r>
              <a:rPr lang="fr-FR" dirty="0" smtClean="0"/>
              <a:t> tops </a:t>
            </a:r>
            <a:r>
              <a:rPr lang="fr-FR" dirty="0" err="1" smtClean="0"/>
              <a:t>rest</a:t>
            </a:r>
            <a:r>
              <a:rPr lang="fr-FR" dirty="0" smtClean="0"/>
              <a:t> 
4-  À VOTRE REGARD FIXE OÙ LE FAUCON VOLE DANS LA DISTANCE </a:t>
            </a:r>
          </a:p>
          <a:p>
            <a:pPr>
              <a:defRPr/>
            </a:pPr>
            <a:r>
              <a:rPr lang="fr-FR" dirty="0" err="1" smtClean="0"/>
              <a:t>your</a:t>
            </a:r>
            <a:r>
              <a:rPr lang="fr-FR" dirty="0" smtClean="0"/>
              <a:t> gaze </a:t>
            </a:r>
            <a:r>
              <a:rPr lang="fr-FR" dirty="0" err="1" smtClean="0"/>
              <a:t>Where</a:t>
            </a:r>
            <a:r>
              <a:rPr lang="fr-FR" dirty="0" smtClean="0"/>
              <a:t> the </a:t>
            </a:r>
            <a:r>
              <a:rPr lang="fr-FR" dirty="0" err="1" smtClean="0"/>
              <a:t>hawk</a:t>
            </a:r>
            <a:r>
              <a:rPr lang="fr-FR" dirty="0" smtClean="0"/>
              <a:t> </a:t>
            </a:r>
            <a:r>
              <a:rPr lang="fr-FR" dirty="0" err="1" smtClean="0"/>
              <a:t>flies</a:t>
            </a:r>
            <a:r>
              <a:rPr lang="fr-FR" dirty="0" smtClean="0"/>
              <a:t> in the distance 
5-  ET LES CACHETTES DE CAILLE DANS LE FOIN </a:t>
            </a:r>
          </a:p>
          <a:p>
            <a:pPr>
              <a:defRPr/>
            </a:pPr>
            <a:r>
              <a:rPr lang="fr-FR" dirty="0" smtClean="0"/>
              <a:t>and the </a:t>
            </a:r>
            <a:r>
              <a:rPr lang="fr-FR" dirty="0" err="1" smtClean="0"/>
              <a:t>quail</a:t>
            </a:r>
            <a:r>
              <a:rPr lang="fr-FR" dirty="0" smtClean="0"/>
              <a:t> </a:t>
            </a:r>
            <a:r>
              <a:rPr lang="fr-FR" dirty="0" err="1" smtClean="0"/>
              <a:t>hides</a:t>
            </a:r>
            <a:r>
              <a:rPr lang="fr-FR" dirty="0" smtClean="0"/>
              <a:t> in the </a:t>
            </a:r>
            <a:r>
              <a:rPr lang="fr-FR" dirty="0" err="1" smtClean="0"/>
              <a:t>hay</a:t>
            </a:r>
            <a:r>
              <a:rPr lang="fr-FR" dirty="0" smtClean="0"/>
              <a:t>
6-  MON AMOUR ET MOI RESTERONS LÀ</a:t>
            </a:r>
          </a:p>
          <a:p>
            <a:pPr>
              <a:defRPr/>
            </a:pPr>
            <a:r>
              <a:rPr lang="fr-FR" dirty="0" err="1" smtClean="0"/>
              <a:t>My</a:t>
            </a:r>
            <a:r>
              <a:rPr lang="fr-FR" dirty="0" smtClean="0"/>
              <a:t> love and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stay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
7-  TANDIS QUE LES MOUVEMENTS MONDIAUX AVANÇANT </a:t>
            </a:r>
          </a:p>
          <a:p>
            <a:pPr>
              <a:defRPr/>
            </a:pPr>
            <a:r>
              <a:rPr lang="fr-FR" dirty="0" err="1" smtClean="0"/>
              <a:t>while</a:t>
            </a:r>
            <a:r>
              <a:rPr lang="fr-FR" dirty="0" smtClean="0"/>
              <a:t> the world moves on </a:t>
            </a:r>
            <a:r>
              <a:rPr lang="fr-FR" dirty="0" err="1" smtClean="0"/>
              <a:t>its</a:t>
            </a:r>
            <a:r>
              <a:rPr lang="fr-FR" dirty="0" smtClean="0"/>
              <a:t> </a:t>
            </a:r>
            <a:r>
              <a:rPr lang="fr-FR" dirty="0" err="1" smtClean="0"/>
              <a:t>way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8-  PROFONDÉMENT EN PRÉ DE BAGUETTE NOUS OBSERVERONS </a:t>
            </a:r>
          </a:p>
          <a:p>
            <a:pPr>
              <a:defRPr/>
            </a:pPr>
            <a:r>
              <a:rPr lang="fr-FR" dirty="0" err="1" smtClean="0"/>
              <a:t>Deep</a:t>
            </a:r>
            <a:r>
              <a:rPr lang="fr-FR" dirty="0" smtClean="0"/>
              <a:t> in the </a:t>
            </a:r>
            <a:r>
              <a:rPr lang="fr-FR" dirty="0" err="1" smtClean="0"/>
              <a:t>fescue</a:t>
            </a:r>
            <a:r>
              <a:rPr lang="fr-FR" dirty="0" smtClean="0"/>
              <a:t> </a:t>
            </a:r>
            <a:r>
              <a:rPr lang="fr-FR" dirty="0" err="1" smtClean="0"/>
              <a:t>meadow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watch</a:t>
            </a:r>
            <a:r>
              <a:rPr lang="fr-FR" dirty="0" smtClean="0"/>
              <a:t> 
9-  NOTRE JEU D'ENFANTS JUMPIN ' AVEC LES CRICKETS </a:t>
            </a:r>
          </a:p>
          <a:p>
            <a:pPr>
              <a:defRPr/>
            </a:pP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children</a:t>
            </a:r>
            <a:r>
              <a:rPr lang="fr-FR" dirty="0" smtClean="0"/>
              <a:t> </a:t>
            </a:r>
            <a:r>
              <a:rPr lang="fr-FR" dirty="0" err="1" smtClean="0"/>
              <a:t>play</a:t>
            </a:r>
            <a:r>
              <a:rPr lang="fr-FR" dirty="0" smtClean="0"/>
              <a:t> </a:t>
            </a:r>
            <a:r>
              <a:rPr lang="fr-FR" dirty="0" err="1" smtClean="0"/>
              <a:t>Jumpin</a:t>
            </a:r>
            <a:r>
              <a:rPr lang="fr-FR" dirty="0" smtClean="0"/>
              <a:t>' </a:t>
            </a:r>
            <a:r>
              <a:rPr lang="fr-FR" dirty="0" err="1" smtClean="0"/>
              <a:t>with</a:t>
            </a:r>
            <a:r>
              <a:rPr lang="fr-FR" dirty="0" smtClean="0"/>
              <a:t> the crickets 
10-  DANS L'HERBE AUSSI GRAND QU'EUX NOUS TORTURERONS LE FOIN EN ÉTÉ </a:t>
            </a:r>
          </a:p>
          <a:p>
            <a:pPr>
              <a:defRPr/>
            </a:pPr>
            <a:r>
              <a:rPr lang="fr-FR" dirty="0" smtClean="0"/>
              <a:t>in the </a:t>
            </a:r>
            <a:r>
              <a:rPr lang="fr-FR" dirty="0" err="1" smtClean="0"/>
              <a:t>grass</a:t>
            </a:r>
            <a:r>
              <a:rPr lang="fr-FR" dirty="0" smtClean="0"/>
              <a:t> as </a:t>
            </a:r>
            <a:r>
              <a:rPr lang="fr-FR" dirty="0" err="1" smtClean="0"/>
              <a:t>tall</a:t>
            </a:r>
            <a:r>
              <a:rPr lang="fr-FR" dirty="0" smtClean="0"/>
              <a:t> as </a:t>
            </a:r>
            <a:r>
              <a:rPr lang="fr-FR" dirty="0" err="1" smtClean="0"/>
              <a:t>they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rack the </a:t>
            </a:r>
            <a:r>
              <a:rPr lang="fr-FR" dirty="0" err="1" smtClean="0"/>
              <a:t>hay</a:t>
            </a:r>
            <a:r>
              <a:rPr lang="fr-FR" dirty="0" smtClean="0"/>
              <a:t> in </a:t>
            </a:r>
            <a:r>
              <a:rPr lang="fr-FR" dirty="0" err="1" smtClean="0"/>
              <a:t>summer</a:t>
            </a:r>
            <a:r>
              <a:rPr lang="fr-FR" dirty="0" smtClean="0"/>
              <a:t>
11-  ET NOUS LIERONS LES MARCHANDISES AVEC LA FICELLE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we'll</a:t>
            </a:r>
            <a:r>
              <a:rPr lang="fr-FR" dirty="0" smtClean="0"/>
              <a:t> </a:t>
            </a:r>
            <a:r>
              <a:rPr lang="fr-FR" dirty="0" err="1" smtClean="0"/>
              <a:t>bind</a:t>
            </a:r>
            <a:r>
              <a:rPr lang="fr-FR" dirty="0" smtClean="0"/>
              <a:t> the bales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twine</a:t>
            </a:r>
            <a:r>
              <a:rPr lang="fr-FR" dirty="0" smtClean="0"/>
              <a:t>
12-  LA MENUE PAILLE SOUFFLERA COMME SCINTILLENT DANS LE RAYON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chaff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blow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glitter</a:t>
            </a:r>
            <a:r>
              <a:rPr lang="fr-FR" dirty="0" smtClean="0"/>
              <a:t> in the </a:t>
            </a:r>
            <a:r>
              <a:rPr lang="fr-FR" dirty="0" err="1" smtClean="0"/>
              <a:t>sunny</a:t>
            </a:r>
            <a:r>
              <a:rPr lang="fr-FR" dirty="0" smtClean="0"/>
              <a:t> </a:t>
            </a:r>
            <a:r>
              <a:rPr lang="fr-FR" dirty="0" err="1" smtClean="0"/>
              <a:t>beam</a:t>
            </a:r>
            <a:r>
              <a:rPr lang="fr-FR" dirty="0" smtClean="0"/>
              <a:t> 
13-  ENSOLEILLÉ DE TEMPS </a:t>
            </a:r>
          </a:p>
          <a:p>
            <a:pPr>
              <a:defRPr/>
            </a:pPr>
            <a:r>
              <a:rPr lang="fr-FR" dirty="0" smtClean="0"/>
              <a:t>of time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dirty="0" err="1" smtClean="0"/>
              <a:t>Deep</a:t>
            </a:r>
            <a:r>
              <a:rPr lang="fr-FR" dirty="0" smtClean="0"/>
              <a:t> in the </a:t>
            </a:r>
            <a:r>
              <a:rPr lang="fr-FR" dirty="0" err="1" smtClean="0"/>
              <a:t>fescue</a:t>
            </a:r>
            <a:r>
              <a:rPr lang="fr-FR" dirty="0" smtClean="0"/>
              <a:t> </a:t>
            </a:r>
            <a:r>
              <a:rPr lang="fr-FR" dirty="0" err="1" smtClean="0"/>
              <a:t>meadow</a:t>
            </a:r>
            <a:r>
              <a:rPr lang="fr-FR" dirty="0" smtClean="0"/>
              <a:t> the </a:t>
            </a:r>
            <a:r>
              <a:rPr lang="fr-FR" dirty="0" err="1" smtClean="0"/>
              <a:t>restless</a:t>
            </a:r>
            <a:r>
              <a:rPr lang="fr-FR" dirty="0" smtClean="0"/>
              <a:t> </a:t>
            </a:r>
            <a:r>
              <a:rPr lang="fr-FR" dirty="0" err="1" smtClean="0"/>
              <a:t>wind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moan</a:t>
            </a:r>
            <a:r>
              <a:rPr lang="fr-FR" dirty="0" smtClean="0"/>
              <a:t>
15-  ET DANS LE FRAIS DE SOIRÉE WHIPPORWILL </a:t>
            </a:r>
          </a:p>
          <a:p>
            <a:pPr>
              <a:defRPr/>
            </a:pPr>
            <a:r>
              <a:rPr lang="fr-FR" dirty="0" smtClean="0"/>
              <a:t>And in the cool of </a:t>
            </a:r>
            <a:r>
              <a:rPr lang="fr-FR" dirty="0" err="1" smtClean="0"/>
              <a:t>evening</a:t>
            </a:r>
            <a:r>
              <a:rPr lang="fr-FR" dirty="0" smtClean="0"/>
              <a:t> </a:t>
            </a:r>
            <a:r>
              <a:rPr lang="fr-FR" dirty="0" err="1" smtClean="0"/>
              <a:t>whipporwill</a:t>
            </a:r>
            <a:r>
              <a:rPr lang="fr-FR" dirty="0" smtClean="0"/>
              <a:t> 
16-  AJOUTERA SES TONS NOUS SERONS COUCHÉS AU-DESSOUS </a:t>
            </a:r>
          </a:p>
          <a:p>
            <a:pPr>
              <a:defRPr/>
            </a:pP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add</a:t>
            </a:r>
            <a:r>
              <a:rPr lang="fr-FR" dirty="0" smtClean="0"/>
              <a:t> </a:t>
            </a:r>
            <a:r>
              <a:rPr lang="fr-FR" dirty="0" err="1" smtClean="0"/>
              <a:t>its</a:t>
            </a:r>
            <a:r>
              <a:rPr lang="fr-FR" dirty="0" smtClean="0"/>
              <a:t> </a:t>
            </a:r>
            <a:r>
              <a:rPr lang="fr-FR" dirty="0" err="1" smtClean="0"/>
              <a:t>tones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lie </a:t>
            </a:r>
            <a:r>
              <a:rPr lang="fr-FR" dirty="0" err="1" smtClean="0"/>
              <a:t>beneath</a:t>
            </a:r>
            <a:r>
              <a:rPr lang="fr-FR" dirty="0" smtClean="0"/>
              <a:t>
17-  DE LA LUMIÈRE DES ÉTOILES ET NOUS DRESSERONS LA CARTE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starlight</a:t>
            </a:r>
            <a:r>
              <a:rPr lang="fr-FR" dirty="0" smtClean="0"/>
              <a:t> and </a:t>
            </a:r>
            <a:r>
              <a:rPr lang="fr-FR" dirty="0" err="1" smtClean="0"/>
              <a:t>we'll</a:t>
            </a:r>
            <a:r>
              <a:rPr lang="fr-FR" dirty="0" smtClean="0"/>
              <a:t> </a:t>
            </a:r>
            <a:r>
              <a:rPr lang="fr-FR" dirty="0" err="1" smtClean="0"/>
              <a:t>map</a:t>
            </a:r>
            <a:r>
              <a:rPr lang="fr-FR" dirty="0" smtClean="0"/>
              <a:t> 
18-  D'UN CHEMIN À MARS </a:t>
            </a:r>
          </a:p>
          <a:p>
            <a:pPr>
              <a:defRPr/>
            </a:pPr>
            <a:r>
              <a:rPr lang="fr-FR" dirty="0" smtClean="0"/>
              <a:t>a </a:t>
            </a:r>
            <a:r>
              <a:rPr lang="fr-FR" dirty="0" err="1" smtClean="0"/>
              <a:t>path</a:t>
            </a:r>
            <a:r>
              <a:rPr lang="fr-FR" dirty="0" smtClean="0"/>
              <a:t> to mars</a:t>
            </a:r>
          </a:p>
          <a:p>
            <a:pPr>
              <a:defRPr/>
            </a:pPr>
            <a:r>
              <a:rPr lang="fr-FR" dirty="0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dirty="0" smtClean="0"/>
              <a:t> But </a:t>
            </a:r>
            <a:r>
              <a:rPr lang="fr-FR" dirty="0" err="1" smtClean="0"/>
              <a:t>we'll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stray</a:t>
            </a:r>
            <a:r>
              <a:rPr lang="fr-FR" dirty="0" smtClean="0"/>
              <a:t> a </a:t>
            </a:r>
            <a:r>
              <a:rPr lang="fr-FR" dirty="0" err="1" smtClean="0"/>
              <a:t>footstep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meadow</a:t>
            </a:r>
            <a:r>
              <a:rPr lang="fr-FR" dirty="0" smtClean="0"/>
              <a:t> home of ours.
</a:t>
            </a:r>
            <a:endParaRPr lang="fr-FR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PROFONDÉMENT EN PRÉ DE BAGUETTE OÙ L'ÉCORCHURE DE BÉTAIL HEREFORD</a:t>
            </a:r>
          </a:p>
          <a:p>
            <a:pPr>
              <a:defRPr/>
            </a:pPr>
            <a:r>
              <a:rPr lang="fr-FR" smtClean="0"/>
              <a:t>Deep in the fescue meadow where the hereford cattle graze 
2-  ET LES VENTS FLUVIAUX AUTOUR DE NOUS </a:t>
            </a:r>
          </a:p>
          <a:p>
            <a:pPr>
              <a:defRPr/>
            </a:pPr>
            <a:r>
              <a:rPr lang="fr-FR" smtClean="0"/>
              <a:t>and the river winds around us 
3-  ET LES SOMMETS DE COLLINE DONNENT DU REPOS </a:t>
            </a:r>
          </a:p>
          <a:p>
            <a:pPr>
              <a:defRPr/>
            </a:pPr>
            <a:r>
              <a:rPr lang="fr-FR" smtClean="0"/>
              <a:t>and the hill tops rest 
4-  À VOTRE REGARD FIXE OÙ LE FAUCON VOLE DANS LA DISTANCE </a:t>
            </a:r>
          </a:p>
          <a:p>
            <a:pPr>
              <a:defRPr/>
            </a:pPr>
            <a:r>
              <a:rPr lang="fr-FR" smtClean="0"/>
              <a:t>your gaze Where the hawk flies in the distance 
5-  ET LES CACHETTES DE CAILLE DANS LE FOIN </a:t>
            </a:r>
          </a:p>
          <a:p>
            <a:pPr>
              <a:defRPr/>
            </a:pPr>
            <a:r>
              <a:rPr lang="fr-FR" smtClean="0"/>
              <a:t>and the quail hides in the hay
6-  MON AMOUR ET MOI RESTERONS LÀ</a:t>
            </a:r>
          </a:p>
          <a:p>
            <a:pPr>
              <a:defRPr/>
            </a:pPr>
            <a:r>
              <a:rPr lang="fr-FR" smtClean="0"/>
              <a:t>My love and I will stay there 
7-  TANDIS QUE LES MOUVEMENTS MONDIAUX AVANÇANT </a:t>
            </a:r>
          </a:p>
          <a:p>
            <a:pPr>
              <a:defRPr/>
            </a:pPr>
            <a:r>
              <a:rPr lang="fr-FR" smtClean="0"/>
              <a:t>while the world moves on its 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PROFONDÉMENT EN PRÉ DE BAGUETTE NOUS OBSERVERONS </a:t>
            </a:r>
          </a:p>
          <a:p>
            <a:pPr>
              <a:defRPr/>
            </a:pPr>
            <a:r>
              <a:rPr lang="fr-FR" smtClean="0"/>
              <a:t>Deep in the fescue meadow we will watch 
9-  NOTRE JEU D'ENFANTS JUMPIN ' AVEC LES CRICKETS </a:t>
            </a:r>
          </a:p>
          <a:p>
            <a:pPr>
              <a:defRPr/>
            </a:pPr>
            <a:r>
              <a:rPr lang="fr-FR" smtClean="0"/>
              <a:t>our children play Jumpin' with the crickets 
10-  DANS L'HERBE AUSSI GRAND QU'EUX NOUS TORTURERONS LE FOIN EN ÉTÉ </a:t>
            </a:r>
          </a:p>
          <a:p>
            <a:pPr>
              <a:defRPr/>
            </a:pPr>
            <a:r>
              <a:rPr lang="fr-FR" smtClean="0"/>
              <a:t>in the grass as tall as they We will rack the hay in summer
11-  ET NOUS LIERONS LES MARCHANDISES AVEC LA FICELLE </a:t>
            </a:r>
          </a:p>
          <a:p>
            <a:pPr>
              <a:defRPr/>
            </a:pPr>
            <a:r>
              <a:rPr lang="fr-FR" smtClean="0"/>
              <a:t>And we'll bind the bales with twine
12-  LA MENUE PAILLE SOUFFLERA COMME SCINTILLENT DANS LE RAYON </a:t>
            </a:r>
          </a:p>
          <a:p>
            <a:pPr>
              <a:defRPr/>
            </a:pPr>
            <a:r>
              <a:rPr lang="fr-FR" smtClean="0"/>
              <a:t>The chaff will blow like glitter in the sunny beam 
13-  ENSOLEILLÉ DE TEMPS </a:t>
            </a:r>
          </a:p>
          <a:p>
            <a:pPr>
              <a:defRPr/>
            </a:pPr>
            <a:r>
              <a:rPr lang="fr-FR" smtClean="0"/>
              <a:t>of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PROFONDÉMENT EN PRÉ DE BAGUETTE LE VENT AGITÉ SE PLAINDRA </a:t>
            </a:r>
          </a:p>
          <a:p>
            <a:pPr>
              <a:defRPr/>
            </a:pPr>
            <a:r>
              <a:rPr lang="fr-FR" smtClean="0"/>
              <a:t>Deep in the fescue meadow the restless wind will moan
15-  ET DANS LE FRAIS DE SOIRÉE WHIPPORWILL </a:t>
            </a:r>
          </a:p>
          <a:p>
            <a:pPr>
              <a:defRPr/>
            </a:pPr>
            <a:r>
              <a:rPr lang="fr-FR" smtClean="0"/>
              <a:t>And in the cool of evening whipporwill 
16-  AJOUTERA SES TONS NOUS SERONS COUCHÉS AU-DESSOUS </a:t>
            </a:r>
          </a:p>
          <a:p>
            <a:pPr>
              <a:defRPr/>
            </a:pPr>
            <a:r>
              <a:rPr lang="fr-FR" smtClean="0"/>
              <a:t>will add its tones We will lie beneath
17-  DE LA LUMIÈRE DES ÉTOILES ET NOUS DRESSERONS LA CARTE </a:t>
            </a:r>
          </a:p>
          <a:p>
            <a:pPr>
              <a:defRPr/>
            </a:pPr>
            <a:r>
              <a:rPr lang="fr-FR" smtClean="0"/>
              <a:t>the starlight and we'll map 
18-  D'UN CHEMIN À MARS </a:t>
            </a:r>
          </a:p>
          <a:p>
            <a:pPr>
              <a:defRPr/>
            </a:pPr>
            <a:r>
              <a:rPr lang="fr-FR" smtClean="0"/>
              <a:t>a path to mars</a:t>
            </a:r>
          </a:p>
          <a:p>
            <a:pPr>
              <a:defRPr/>
            </a:pPr>
            <a:r>
              <a:rPr lang="fr-FR" smtClean="0"/>
              <a:t>19-  MAIS NOUS NE DÉVIERONS JAMAIS UN PAS DE CE PRÉ À LA MAISON À NOUS</a:t>
            </a:r>
          </a:p>
          <a:p>
            <a:pPr>
              <a:defRPr/>
            </a:pPr>
            <a:r>
              <a:rPr lang="fr-FR" smtClean="0"/>
              <a:t> But we'll never stray a footstep from this meadow home of ours.
</a:t>
            </a:r>
            <a:endParaRPr lang="fr-FR" dirty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PROFONDÉMENT EN PRÉ DE BAGUETTE OÙ L'ÉCORCHURE DE BÉTAIL HEREFORD</a:t>
            </a:r>
          </a:p>
          <a:p>
            <a:r>
              <a:rPr lang="fr-FR" altLang="fr-FR" smtClean="0"/>
              <a:t>Deep in the fescue meadow where the hereford cattle graze 
2-  ET LES VENTS FLUVIAUX AUTOUR DE NOUS </a:t>
            </a:r>
          </a:p>
          <a:p>
            <a:r>
              <a:rPr lang="fr-FR" altLang="fr-FR" smtClean="0"/>
              <a:t>and the river winds around us 
3-  ET LES SOMMETS DE COLLINE DONNENT DU REPOS </a:t>
            </a:r>
          </a:p>
          <a:p>
            <a:r>
              <a:rPr lang="fr-FR" altLang="fr-FR" smtClean="0"/>
              <a:t>and the hill tops rest 
4-  À VOTRE REGARD FIXE OÙ LE FAUCON VOLE DANS LA DISTANCE </a:t>
            </a:r>
          </a:p>
          <a:p>
            <a:r>
              <a:rPr lang="fr-FR" altLang="fr-FR" smtClean="0"/>
              <a:t>your gaze Where the hawk flies in the distance 
5-  ET LES CACHETTES DE CAILLE DANS LE FOIN </a:t>
            </a:r>
          </a:p>
          <a:p>
            <a:r>
              <a:rPr lang="fr-FR" altLang="fr-FR" smtClean="0"/>
              <a:t>and the quail hides in the hay
6-  MON AMOUR ET MOI RESTERONS LÀ</a:t>
            </a:r>
          </a:p>
          <a:p>
            <a:r>
              <a:rPr lang="fr-FR" altLang="fr-FR" smtClean="0"/>
              <a:t>My love and I will stay there 
7-  TANDIS QUE LES MOUVEMENTS MONDIAUX AVANÇANT </a:t>
            </a:r>
          </a:p>
          <a:p>
            <a:r>
              <a:rPr lang="fr-FR" altLang="fr-FR" smtClean="0"/>
              <a:t>while the world moves on its way</a:t>
            </a:r>
          </a:p>
          <a:p>
            <a:endParaRPr lang="fr-FR" altLang="fr-FR" smtClean="0"/>
          </a:p>
          <a:p>
            <a:r>
              <a:rPr lang="fr-FR" altLang="fr-FR" smtClean="0"/>
              <a:t>8-  PROFONDÉMENT EN PRÉ DE BAGUETTE NOUS OBSERVERONS </a:t>
            </a:r>
          </a:p>
          <a:p>
            <a:r>
              <a:rPr lang="fr-FR" altLang="fr-FR" smtClean="0"/>
              <a:t>Deep in the fescue meadow we will watch 
9-  NOTRE JEU D'ENFANTS JUMPIN ' AVEC LES CRICKETS </a:t>
            </a:r>
          </a:p>
          <a:p>
            <a:r>
              <a:rPr lang="fr-FR" altLang="fr-FR" smtClean="0"/>
              <a:t>our children play Jumpin' with the crickets 
10-  DANS L'HERBE AUSSI GRAND QU'EUX NOUS TORTURERONS LE FOIN EN ÉTÉ </a:t>
            </a:r>
          </a:p>
          <a:p>
            <a:r>
              <a:rPr lang="fr-FR" altLang="fr-FR" smtClean="0"/>
              <a:t>in the grass as tall as they We will rack the hay in summer
11-  ET NOUS LIERONS LES MARCHANDISES AVEC LA FICELLE </a:t>
            </a:r>
          </a:p>
          <a:p>
            <a:r>
              <a:rPr lang="fr-FR" altLang="fr-FR" smtClean="0"/>
              <a:t>And we'll bind the bales with twine
12-  LA MENUE PAILLE SOUFFLERA COMME SCINTILLENT DANS LE RAYON </a:t>
            </a:r>
          </a:p>
          <a:p>
            <a:r>
              <a:rPr lang="fr-FR" altLang="fr-FR" smtClean="0"/>
              <a:t>The chaff will blow like glitter in the sunny beam 
13-  ENSOLEILLÉ DE TEMPS </a:t>
            </a:r>
          </a:p>
          <a:p>
            <a:r>
              <a:rPr lang="fr-FR" altLang="fr-FR" smtClean="0"/>
              <a:t>of time</a:t>
            </a:r>
          </a:p>
          <a:p>
            <a:endParaRPr lang="fr-FR" altLang="fr-FR" smtClean="0"/>
          </a:p>
          <a:p>
            <a:r>
              <a:rPr lang="fr-FR" altLang="fr-FR" smtClean="0"/>
              <a:t>14-  PROFONDÉMENT EN PRÉ DE BAGUETTE LE VENT AGITÉ SE PLAINDRA </a:t>
            </a:r>
          </a:p>
          <a:p>
            <a:r>
              <a:rPr lang="fr-FR" altLang="fr-FR" smtClean="0"/>
              <a:t>Deep in the fescue meadow the restless wind will moan
15-  ET DANS LE FRAIS DE SOIRÉE WHIPPORWILL </a:t>
            </a:r>
          </a:p>
          <a:p>
            <a:r>
              <a:rPr lang="fr-FR" altLang="fr-FR" smtClean="0"/>
              <a:t>And in the cool of evening whipporwill 
16-  AJOUTERA SES TONS NOUS SERONS COUCHÉS AU-DESSOUS </a:t>
            </a:r>
          </a:p>
          <a:p>
            <a:r>
              <a:rPr lang="fr-FR" altLang="fr-FR" smtClean="0"/>
              <a:t>will add its tones We will lie beneath
17-  DE LA LUMIÈRE DES ÉTOILES ET NOUS DRESSERONS LA CARTE </a:t>
            </a:r>
          </a:p>
          <a:p>
            <a:r>
              <a:rPr lang="fr-FR" altLang="fr-FR" smtClean="0"/>
              <a:t>the starlight and we'll map 
18-  D'UN CHEMIN À MARS </a:t>
            </a:r>
          </a:p>
          <a:p>
            <a:r>
              <a:rPr lang="fr-FR" altLang="fr-FR" smtClean="0"/>
              <a:t>a path to mars</a:t>
            </a:r>
          </a:p>
          <a:p>
            <a:r>
              <a:rPr lang="fr-FR" altLang="fr-FR" smtClean="0"/>
              <a:t>19-  MAIS NOUS NE DÉVIERONS JAMAIS UN PAS DE CE PRÉ À LA MAISON À NOUS</a:t>
            </a:r>
          </a:p>
          <a:p>
            <a:r>
              <a:rPr lang="fr-FR" altLang="fr-FR" smtClean="0"/>
              <a:t> But we'll never stray a footstep from this meadow home of ours.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5604EC-FBC0-44AA-AB86-F814E22D13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AD8E30-BBB3-4447-A4E1-58102ACCE07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F22318-9B1D-4F7B-97F2-EF40560587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E79597-11C6-4126-8BD9-ABB9DFE577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C915D6-9555-48A6-B038-85685BDF2F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9FC3EF-BE6F-44C7-8159-0C4C521555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581369-D9BB-4136-9976-C44E7098BC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E2027-1C1A-4093-9D71-1B65D29927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C8C2F7-8511-45A3-90F7-50F05BFD8E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5E73BD-A9EF-40EB-8A42-53B49F694A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4F5190-85DC-4DB9-8186-B41D99104C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3C27BF0-F0EF-46F3-9880-56A6C407E1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PROFONDÉMENT EN PRÉ DE BAGUETTE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 L'ÉCORCHURE DE BÉTAIL HEREFORD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COURANTS FLUVIAUX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AUTOUR DE NOUS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LES SOMMETS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COLLINES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DONNENT DU REPOS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VOTRE REGARD FIXE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 LE FAUCON VOLE DANS LA DISTANCE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LES CACHETTES DE CAILLE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FOIN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AMOUR ET MOI RESTERONS LÀ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TANDIS QUE LES MOUVEMENTS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MONDIAUX AVANÇANT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PROFONDÉMENT EN PRÉ DE BAGUETTE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OBSERVERONS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JEU D'ENFANTS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JUMPIN ' AVEC LES CRICKETS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L'HERBE AUSSI GRAND QU'EUX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TORTURERONS LE FOIN EN ÉTÉ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NOUS LIERONS LES MARCHANDISES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LA FICELLE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MENUE PAILLE SOUFFLERA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SCINTILLENT DANS LE RAYON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ENSOLEILLÉ DE TEMPS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PROFONDÉMENT EN PRÉ DE BAGUETTE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VENT AGITÉ SE PLAINDRA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DANS LE FRAIS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SOIRÉE WHIPPORWILL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AJOUTERA SES TONS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SERONS COUCHÉS AU-DESSOUS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LA LUMIÈRE DES ÉTOILES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NOUS DRESSERONS LA CARTE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D'UN CHEMIN À MARS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NOUS NE DÉVIERONS JAMAIS UN PAS DE CE PRÉ À LA MAISON À NOUS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1560</TotalTime>
  <Words>763</Words>
  <Application>Microsoft Office PowerPoint</Application>
  <PresentationFormat>On-screen Show (4:3)</PresentationFormat>
  <Paragraphs>984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143</cp:revision>
  <dcterms:created xsi:type="dcterms:W3CDTF">2002-08-17T10:50:50Z</dcterms:created>
  <dcterms:modified xsi:type="dcterms:W3CDTF">2015-12-27T07:58:02Z</dcterms:modified>
</cp:coreProperties>
</file>