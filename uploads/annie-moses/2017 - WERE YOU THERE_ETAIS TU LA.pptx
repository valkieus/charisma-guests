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6" r:id="rId2"/>
    <p:sldId id="289" r:id="rId3"/>
    <p:sldId id="288" r:id="rId4"/>
    <p:sldId id="287" r:id="rId5"/>
    <p:sldId id="286" r:id="rId6"/>
    <p:sldId id="285" r:id="rId7"/>
    <p:sldId id="284" r:id="rId8"/>
    <p:sldId id="283" r:id="rId9"/>
    <p:sldId id="282" r:id="rId10"/>
    <p:sldId id="281" r:id="rId11"/>
    <p:sldId id="280" r:id="rId12"/>
    <p:sldId id="279" r:id="rId13"/>
    <p:sldId id="278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53446" autoAdjust="0"/>
  </p:normalViewPr>
  <p:slideViewPr>
    <p:cSldViewPr>
      <p:cViewPr varScale="1">
        <p:scale>
          <a:sx n="44" d="100"/>
          <a:sy n="44" d="100"/>
        </p:scale>
        <p:origin x="-102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ADE11D38-B952-4E32-881A-6E68F8BBAE7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AE54FC8E-92F5-4ED8-9344-7B27A6F4D00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ETAIS-TU LÀ </a:t>
            </a:r>
          </a:p>
          <a:p>
            <a:pPr>
              <a:defRPr/>
            </a:pPr>
            <a:r>
              <a:rPr lang="fr-FR" smtClean="0"/>
              <a:t>Were you there 
2-  QUAND ILS ONT CRUCIFIÉ MON SAUVEUR?     X2</a:t>
            </a:r>
          </a:p>
          <a:p>
            <a:pPr>
              <a:defRPr/>
            </a:pPr>
            <a:r>
              <a:rPr lang="fr-FR" smtClean="0"/>
              <a:t>when 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4-  ETAIS-TU LÀ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5-  QUAND ILS ONT CRUCIFIÉ MON SAUVEUR? </a:t>
            </a:r>
          </a:p>
          <a:p>
            <a:pPr>
              <a:defRPr/>
            </a:pPr>
            <a:r>
              <a:rPr lang="fr-FR" smtClean="0"/>
              <a:t>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7-  QUAND ILS L’ONT MIS DANS UN TOMBEAU?         X2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9-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10-  QUAND ILS L ONT MIS DANS UN TOMBEAU? 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ETAIS-TU LÀ QUAND IL EST RESSUSCITÉ?  X2</a:t>
            </a:r>
          </a:p>
          <a:p>
            <a:pPr>
              <a:defRPr/>
            </a:pPr>
            <a:r>
              <a:rPr lang="fr-FR" smtClean="0"/>
              <a:t>Were you there when He rose up from the grave?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ETAIS-TU LÀ </a:t>
            </a:r>
          </a:p>
          <a:p>
            <a:pPr>
              <a:defRPr/>
            </a:pPr>
            <a:r>
              <a:rPr lang="fr-FR" smtClean="0"/>
              <a:t>Were you there 
13-  QUAND ILS ONT CRUCIFIÉ MON SAUVEUR?      x2
when they crucified my Lord?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ETAIS-TU LÀ </a:t>
            </a:r>
          </a:p>
          <a:p>
            <a:pPr>
              <a:defRPr/>
            </a:pPr>
            <a:r>
              <a:rPr lang="fr-FR" smtClean="0"/>
              <a:t>Were you there 
2-  QUAND ILS ONT CRUCIFIÉ MON SAUVEUR?     X2</a:t>
            </a:r>
          </a:p>
          <a:p>
            <a:pPr>
              <a:defRPr/>
            </a:pPr>
            <a:r>
              <a:rPr lang="fr-FR" smtClean="0"/>
              <a:t>when 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4-  ETAIS-TU LÀ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5-  QUAND ILS ONT CRUCIFIÉ MON SAUVEUR? </a:t>
            </a:r>
          </a:p>
          <a:p>
            <a:pPr>
              <a:defRPr/>
            </a:pPr>
            <a:r>
              <a:rPr lang="fr-FR" smtClean="0"/>
              <a:t>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7-  QUAND ILS L’ONT MIS DANS UN TOMBEAU?         X2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9-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10-  QUAND ILS L ONT MIS DANS UN TOMBEAU? 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ETAIS-TU LÀ QUAND IL EST RESSUSCITÉ?  X2</a:t>
            </a:r>
          </a:p>
          <a:p>
            <a:pPr>
              <a:defRPr/>
            </a:pPr>
            <a:r>
              <a:rPr lang="fr-FR" smtClean="0"/>
              <a:t>Were you there when He rose up from the grave?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ETAIS-TU LÀ </a:t>
            </a:r>
          </a:p>
          <a:p>
            <a:pPr>
              <a:defRPr/>
            </a:pPr>
            <a:r>
              <a:rPr lang="fr-FR" smtClean="0"/>
              <a:t>Were you there 
13-  QUAND ILS ONT CRUCIFIÉ MON SAUVEUR?      x2
when they crucified my Lord?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ETAIS-TU LÀ </a:t>
            </a:r>
          </a:p>
          <a:p>
            <a:pPr>
              <a:defRPr/>
            </a:pPr>
            <a:r>
              <a:rPr lang="fr-FR" smtClean="0"/>
              <a:t>Were you there 
2-  QUAND ILS ONT CRUCIFIÉ MON SAUVEUR?     X2</a:t>
            </a:r>
          </a:p>
          <a:p>
            <a:pPr>
              <a:defRPr/>
            </a:pPr>
            <a:r>
              <a:rPr lang="fr-FR" smtClean="0"/>
              <a:t>when 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4-  ETAIS-TU LÀ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5-  QUAND ILS ONT CRUCIFIÉ MON SAUVEUR? </a:t>
            </a:r>
          </a:p>
          <a:p>
            <a:pPr>
              <a:defRPr/>
            </a:pPr>
            <a:r>
              <a:rPr lang="fr-FR" smtClean="0"/>
              <a:t>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7-  QUAND ILS L’ONT MIS DANS UN TOMBEAU?         X2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9-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10-  QUAND ILS L ONT MIS DANS UN TOMBEAU? 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ETAIS-TU LÀ QUAND IL EST RESSUSCITÉ?  X2</a:t>
            </a:r>
          </a:p>
          <a:p>
            <a:pPr>
              <a:defRPr/>
            </a:pPr>
            <a:r>
              <a:rPr lang="fr-FR" smtClean="0"/>
              <a:t>Were you there when He rose up from the grave?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ETAIS-TU LÀ </a:t>
            </a:r>
          </a:p>
          <a:p>
            <a:pPr>
              <a:defRPr/>
            </a:pPr>
            <a:r>
              <a:rPr lang="fr-FR" smtClean="0"/>
              <a:t>Were you there 
13-  QUAND ILS ONT CRUCIFIÉ MON SAUVEUR?      x2
when they crucified my Lord?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ETAIS-TU LÀ </a:t>
            </a:r>
          </a:p>
          <a:p>
            <a:pPr>
              <a:defRPr/>
            </a:pPr>
            <a:r>
              <a:rPr lang="fr-FR" smtClean="0"/>
              <a:t>Were you there 
2-  QUAND ILS ONT CRUCIFIÉ MON SAUVEUR?     X2</a:t>
            </a:r>
          </a:p>
          <a:p>
            <a:pPr>
              <a:defRPr/>
            </a:pPr>
            <a:r>
              <a:rPr lang="fr-FR" smtClean="0"/>
              <a:t>when 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4-  ETAIS-TU LÀ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5-  QUAND ILS ONT CRUCIFIÉ MON SAUVEUR? </a:t>
            </a:r>
          </a:p>
          <a:p>
            <a:pPr>
              <a:defRPr/>
            </a:pPr>
            <a:r>
              <a:rPr lang="fr-FR" smtClean="0"/>
              <a:t>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7-  QUAND ILS L’ONT MIS DANS UN TOMBEAU?         X2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9-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10-  QUAND ILS L ONT MIS DANS UN TOMBEAU? 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ETAIS-TU LÀ QUAND IL EST RESSUSCITÉ?  X2</a:t>
            </a:r>
          </a:p>
          <a:p>
            <a:pPr>
              <a:defRPr/>
            </a:pPr>
            <a:r>
              <a:rPr lang="fr-FR" smtClean="0"/>
              <a:t>Were you there when He rose up from the grave?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ETAIS-TU LÀ </a:t>
            </a:r>
          </a:p>
          <a:p>
            <a:pPr>
              <a:defRPr/>
            </a:pPr>
            <a:r>
              <a:rPr lang="fr-FR" smtClean="0"/>
              <a:t>Were you there 
13-  QUAND ILS ONT CRUCIFIÉ MON SAUVEUR?      x2
when they crucified my Lord?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ETAIS-TU LÀ </a:t>
            </a:r>
          </a:p>
          <a:p>
            <a:pPr>
              <a:defRPr/>
            </a:pPr>
            <a:r>
              <a:rPr lang="fr-FR" smtClean="0"/>
              <a:t>Were you there 
2-  QUAND ILS ONT CRUCIFIÉ MON SAUVEUR?     X2</a:t>
            </a:r>
          </a:p>
          <a:p>
            <a:pPr>
              <a:defRPr/>
            </a:pPr>
            <a:r>
              <a:rPr lang="fr-FR" smtClean="0"/>
              <a:t>when 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4-  ETAIS-TU LÀ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5-  QUAND ILS ONT CRUCIFIÉ MON SAUVEUR? </a:t>
            </a:r>
          </a:p>
          <a:p>
            <a:pPr>
              <a:defRPr/>
            </a:pPr>
            <a:r>
              <a:rPr lang="fr-FR" smtClean="0"/>
              <a:t>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7-  QUAND ILS L’ONT MIS DANS UN TOMBEAU?         X2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9-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10-  QUAND ILS L ONT MIS DANS UN TOMBEAU? 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ETAIS-TU LÀ QUAND IL EST RESSUSCITÉ?  X2</a:t>
            </a:r>
          </a:p>
          <a:p>
            <a:pPr>
              <a:defRPr/>
            </a:pPr>
            <a:r>
              <a:rPr lang="fr-FR" smtClean="0"/>
              <a:t>Were you there when He rose up from the grave?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ETAIS-TU LÀ </a:t>
            </a:r>
          </a:p>
          <a:p>
            <a:pPr>
              <a:defRPr/>
            </a:pPr>
            <a:r>
              <a:rPr lang="fr-FR" smtClean="0"/>
              <a:t>Were you there 
13-  QUAND ILS ONT CRUCIFIÉ MON SAUVEUR?      x2
when they crucified my Lord?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ETAIS-TU LÀ </a:t>
            </a:r>
          </a:p>
          <a:p>
            <a:pPr>
              <a:defRPr/>
            </a:pPr>
            <a:r>
              <a:rPr lang="fr-FR" smtClean="0"/>
              <a:t>Were you there 
2-  QUAND ILS ONT CRUCIFIÉ MON SAUVEUR?     X2</a:t>
            </a:r>
          </a:p>
          <a:p>
            <a:pPr>
              <a:defRPr/>
            </a:pPr>
            <a:r>
              <a:rPr lang="fr-FR" smtClean="0"/>
              <a:t>when 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4-  ETAIS-TU LÀ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5-  QUAND ILS ONT CRUCIFIÉ MON SAUVEUR? </a:t>
            </a:r>
          </a:p>
          <a:p>
            <a:pPr>
              <a:defRPr/>
            </a:pPr>
            <a:r>
              <a:rPr lang="fr-FR" smtClean="0"/>
              <a:t>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7-  QUAND ILS L’ONT MIS DANS UN TOMBEAU?         X2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9-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10-  QUAND ILS L ONT MIS DANS UN TOMBEAU? 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ETAIS-TU LÀ QUAND IL EST RESSUSCITÉ?  X2</a:t>
            </a:r>
          </a:p>
          <a:p>
            <a:pPr>
              <a:defRPr/>
            </a:pPr>
            <a:r>
              <a:rPr lang="fr-FR" smtClean="0"/>
              <a:t>Were you there when He rose up from the grave?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ETAIS-TU LÀ </a:t>
            </a:r>
          </a:p>
          <a:p>
            <a:pPr>
              <a:defRPr/>
            </a:pPr>
            <a:r>
              <a:rPr lang="fr-FR" smtClean="0"/>
              <a:t>Were you there 
13-  QUAND ILS ONT CRUCIFIÉ MON SAUVEUR?      x2
when they crucified my Lord?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ETAIS-TU LÀ </a:t>
            </a:r>
          </a:p>
          <a:p>
            <a:pPr>
              <a:defRPr/>
            </a:pP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
2-  QUAND ILS ONT CRUCIFIÉ MON SAUVEUR?     X2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crucified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Lord?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OH, PARFOIS J’EN TREMBLE </a:t>
            </a:r>
            <a:r>
              <a:rPr lang="fr-FR" dirty="0" err="1" smtClean="0"/>
              <a:t>TREMBLE</a:t>
            </a:r>
            <a:r>
              <a:rPr lang="fr-FR" dirty="0" smtClean="0"/>
              <a:t>, TREMBLE </a:t>
            </a:r>
          </a:p>
          <a:p>
            <a:pPr>
              <a:defRPr/>
            </a:pPr>
            <a:r>
              <a:rPr lang="fr-FR" dirty="0" smtClean="0"/>
              <a:t>Oh, </a:t>
            </a:r>
            <a:r>
              <a:rPr lang="fr-FR" dirty="0" err="1" smtClean="0"/>
              <a:t>sometimes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causes me to tremble, tremble, tremble</a:t>
            </a:r>
          </a:p>
          <a:p>
            <a:pPr>
              <a:defRPr/>
            </a:pPr>
            <a:r>
              <a:rPr lang="fr-FR" dirty="0" smtClean="0"/>
              <a:t>4-  ETAIS-TU LÀ</a:t>
            </a:r>
          </a:p>
          <a:p>
            <a:pPr>
              <a:defRPr/>
            </a:pP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5-  QUAND ILS ONT CRUCIFIÉ MON SAUVEUR? </a:t>
            </a:r>
          </a:p>
          <a:p>
            <a:pPr>
              <a:defRPr/>
            </a:pP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crucified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Lord?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ETAIS-TU LÀ </a:t>
            </a:r>
          </a:p>
          <a:p>
            <a:pPr>
              <a:defRPr/>
            </a:pP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7-  QUAND ILS L’ONT MIS DANS UN TOMBEAU?         X2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laid </a:t>
            </a:r>
            <a:r>
              <a:rPr lang="fr-FR" dirty="0" err="1" smtClean="0"/>
              <a:t>Him</a:t>
            </a:r>
            <a:r>
              <a:rPr lang="fr-FR" dirty="0" smtClean="0"/>
              <a:t> in the </a:t>
            </a:r>
            <a:r>
              <a:rPr lang="fr-FR" dirty="0" err="1" smtClean="0"/>
              <a:t>tomb</a:t>
            </a:r>
            <a:r>
              <a:rPr lang="fr-FR" dirty="0" smtClean="0"/>
              <a:t>?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OH, PARFOIS J’EN TREMBLE </a:t>
            </a:r>
            <a:r>
              <a:rPr lang="fr-FR" dirty="0" err="1" smtClean="0"/>
              <a:t>TREMBLE</a:t>
            </a:r>
            <a:r>
              <a:rPr lang="fr-FR" dirty="0" smtClean="0"/>
              <a:t>, TREMBLE </a:t>
            </a:r>
          </a:p>
          <a:p>
            <a:pPr>
              <a:defRPr/>
            </a:pPr>
            <a:r>
              <a:rPr lang="fr-FR" dirty="0" smtClean="0"/>
              <a:t>Oh, </a:t>
            </a:r>
            <a:r>
              <a:rPr lang="fr-FR" dirty="0" err="1" smtClean="0"/>
              <a:t>sometimes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causes me to tremble, tremble, tremble</a:t>
            </a:r>
          </a:p>
          <a:p>
            <a:pPr>
              <a:defRPr/>
            </a:pPr>
            <a:r>
              <a:rPr lang="fr-FR" dirty="0" smtClean="0"/>
              <a:t>9-  ETAIS-TU LÀ </a:t>
            </a:r>
          </a:p>
          <a:p>
            <a:pPr>
              <a:defRPr/>
            </a:pP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  QUAND ILS L ONT MIS DANS UN TOMBEAU?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laid </a:t>
            </a:r>
            <a:r>
              <a:rPr lang="fr-FR" dirty="0" err="1" smtClean="0"/>
              <a:t>Him</a:t>
            </a:r>
            <a:r>
              <a:rPr lang="fr-FR" dirty="0" smtClean="0"/>
              <a:t> in the </a:t>
            </a:r>
            <a:r>
              <a:rPr lang="fr-FR" dirty="0" err="1" smtClean="0"/>
              <a:t>tomb</a:t>
            </a:r>
            <a:r>
              <a:rPr lang="fr-FR" dirty="0" smtClean="0"/>
              <a:t>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ETAIS-TU LÀ QUAND IL EST RESSUSCITÉ?  X2</a:t>
            </a:r>
          </a:p>
          <a:p>
            <a:pPr>
              <a:defRPr/>
            </a:pP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He rose up </a:t>
            </a:r>
            <a:r>
              <a:rPr lang="fr-FR" dirty="0" err="1" smtClean="0"/>
              <a:t>from</a:t>
            </a:r>
            <a:r>
              <a:rPr lang="fr-FR" dirty="0" smtClean="0"/>
              <a:t> the grave?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ETAIS-TU LÀ </a:t>
            </a:r>
          </a:p>
          <a:p>
            <a:pPr>
              <a:defRPr/>
            </a:pP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
13-  QUAND ILS ONT CRUCIFIÉ MON SAUVEUR?      x2
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crucified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Lord?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ETAIS-TU LÀ </a:t>
            </a:r>
          </a:p>
          <a:p>
            <a:pPr>
              <a:defRPr/>
            </a:pPr>
            <a:r>
              <a:rPr lang="fr-FR" smtClean="0"/>
              <a:t>Were you there 
2-  QUAND ILS ONT CRUCIFIÉ MON SAUVEUR?     X2</a:t>
            </a:r>
          </a:p>
          <a:p>
            <a:pPr>
              <a:defRPr/>
            </a:pPr>
            <a:r>
              <a:rPr lang="fr-FR" smtClean="0"/>
              <a:t>when 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4-  ETAIS-TU LÀ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5-  QUAND ILS ONT CRUCIFIÉ MON SAUVEUR? </a:t>
            </a:r>
          </a:p>
          <a:p>
            <a:pPr>
              <a:defRPr/>
            </a:pPr>
            <a:r>
              <a:rPr lang="fr-FR" smtClean="0"/>
              <a:t>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7-  QUAND ILS L’ONT MIS DANS UN TOMBEAU?         X2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9-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10-  QUAND ILS L ONT MIS DANS UN TOMBEAU? 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ETAIS-TU LÀ QUAND IL EST RESSUSCITÉ?  X2</a:t>
            </a:r>
          </a:p>
          <a:p>
            <a:pPr>
              <a:defRPr/>
            </a:pPr>
            <a:r>
              <a:rPr lang="fr-FR" smtClean="0"/>
              <a:t>Were you there when He rose up from the grave?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ETAIS-TU LÀ </a:t>
            </a:r>
          </a:p>
          <a:p>
            <a:pPr>
              <a:defRPr/>
            </a:pPr>
            <a:r>
              <a:rPr lang="fr-FR" smtClean="0"/>
              <a:t>Were you there 
13-  QUAND ILS ONT CRUCIFIÉ MON SAUVEUR?      x2
when they crucified my Lord?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ETAIS-TU LÀ </a:t>
            </a:r>
          </a:p>
          <a:p>
            <a:pPr>
              <a:defRPr/>
            </a:pPr>
            <a:r>
              <a:rPr lang="fr-FR" smtClean="0"/>
              <a:t>Were you there 
2-  QUAND ILS ONT CRUCIFIÉ MON SAUVEUR?     X2</a:t>
            </a:r>
          </a:p>
          <a:p>
            <a:pPr>
              <a:defRPr/>
            </a:pPr>
            <a:r>
              <a:rPr lang="fr-FR" smtClean="0"/>
              <a:t>when 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4-  ETAIS-TU LÀ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5-  QUAND ILS ONT CRUCIFIÉ MON SAUVEUR? </a:t>
            </a:r>
          </a:p>
          <a:p>
            <a:pPr>
              <a:defRPr/>
            </a:pPr>
            <a:r>
              <a:rPr lang="fr-FR" smtClean="0"/>
              <a:t>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7-  QUAND ILS L’ONT MIS DANS UN TOMBEAU?         X2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9-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10-  QUAND ILS L ONT MIS DANS UN TOMBEAU? 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ETAIS-TU LÀ QUAND IL EST RESSUSCITÉ?  X2</a:t>
            </a:r>
          </a:p>
          <a:p>
            <a:pPr>
              <a:defRPr/>
            </a:pPr>
            <a:r>
              <a:rPr lang="fr-FR" smtClean="0"/>
              <a:t>Were you there when He rose up from the grave?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ETAIS-TU LÀ </a:t>
            </a:r>
          </a:p>
          <a:p>
            <a:pPr>
              <a:defRPr/>
            </a:pPr>
            <a:r>
              <a:rPr lang="fr-FR" smtClean="0"/>
              <a:t>Were you there 
13-  QUAND ILS ONT CRUCIFIÉ MON SAUVEUR?      x2
when they crucified my Lord?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ETAIS-TU LÀ </a:t>
            </a:r>
          </a:p>
          <a:p>
            <a:pPr>
              <a:defRPr/>
            </a:pPr>
            <a:r>
              <a:rPr lang="fr-FR" smtClean="0"/>
              <a:t>Were you there 
2-  QUAND ILS ONT CRUCIFIÉ MON SAUVEUR?     X2</a:t>
            </a:r>
          </a:p>
          <a:p>
            <a:pPr>
              <a:defRPr/>
            </a:pPr>
            <a:r>
              <a:rPr lang="fr-FR" smtClean="0"/>
              <a:t>when 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4-  ETAIS-TU LÀ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5-  QUAND ILS ONT CRUCIFIÉ MON SAUVEUR? </a:t>
            </a:r>
          </a:p>
          <a:p>
            <a:pPr>
              <a:defRPr/>
            </a:pPr>
            <a:r>
              <a:rPr lang="fr-FR" smtClean="0"/>
              <a:t>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7-  QUAND ILS L’ONT MIS DANS UN TOMBEAU?         X2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9-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10-  QUAND ILS L ONT MIS DANS UN TOMBEAU? 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ETAIS-TU LÀ QUAND IL EST RESSUSCITÉ?  X2</a:t>
            </a:r>
          </a:p>
          <a:p>
            <a:pPr>
              <a:defRPr/>
            </a:pPr>
            <a:r>
              <a:rPr lang="fr-FR" smtClean="0"/>
              <a:t>Were you there when He rose up from the grave?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ETAIS-TU LÀ </a:t>
            </a:r>
          </a:p>
          <a:p>
            <a:pPr>
              <a:defRPr/>
            </a:pPr>
            <a:r>
              <a:rPr lang="fr-FR" smtClean="0"/>
              <a:t>Were you there 
13-  QUAND ILS ONT CRUCIFIÉ MON SAUVEUR?      x2
when they crucified my Lord?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ETAIS-TU LÀ </a:t>
            </a:r>
          </a:p>
          <a:p>
            <a:pPr>
              <a:defRPr/>
            </a:pPr>
            <a:r>
              <a:rPr lang="fr-FR" smtClean="0"/>
              <a:t>Were you there 
2-  QUAND ILS ONT CRUCIFIÉ MON SAUVEUR?     X2</a:t>
            </a:r>
          </a:p>
          <a:p>
            <a:pPr>
              <a:defRPr/>
            </a:pPr>
            <a:r>
              <a:rPr lang="fr-FR" smtClean="0"/>
              <a:t>when 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4-  ETAIS-TU LÀ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5-  QUAND ILS ONT CRUCIFIÉ MON SAUVEUR? </a:t>
            </a:r>
          </a:p>
          <a:p>
            <a:pPr>
              <a:defRPr/>
            </a:pPr>
            <a:r>
              <a:rPr lang="fr-FR" smtClean="0"/>
              <a:t>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7-  QUAND ILS L’ONT MIS DANS UN TOMBEAU?         X2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9-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10-  QUAND ILS L ONT MIS DANS UN TOMBEAU? 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ETAIS-TU LÀ QUAND IL EST RESSUSCITÉ?  X2</a:t>
            </a:r>
          </a:p>
          <a:p>
            <a:pPr>
              <a:defRPr/>
            </a:pPr>
            <a:r>
              <a:rPr lang="fr-FR" smtClean="0"/>
              <a:t>Were you there when He rose up from the grave?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ETAIS-TU LÀ </a:t>
            </a:r>
          </a:p>
          <a:p>
            <a:pPr>
              <a:defRPr/>
            </a:pPr>
            <a:r>
              <a:rPr lang="fr-FR" smtClean="0"/>
              <a:t>Were you there 
13-  QUAND ILS ONT CRUCIFIÉ MON SAUVEUR?      x2
when they crucified my Lord?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ETAIS-TU LÀ </a:t>
            </a:r>
          </a:p>
          <a:p>
            <a:pPr>
              <a:defRPr/>
            </a:pPr>
            <a:r>
              <a:rPr lang="fr-FR" smtClean="0"/>
              <a:t>Were you there 
2-  QUAND ILS ONT CRUCIFIÉ MON SAUVEUR?     X2</a:t>
            </a:r>
          </a:p>
          <a:p>
            <a:pPr>
              <a:defRPr/>
            </a:pPr>
            <a:r>
              <a:rPr lang="fr-FR" smtClean="0"/>
              <a:t>when 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4-  ETAIS-TU LÀ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5-  QUAND ILS ONT CRUCIFIÉ MON SAUVEUR? </a:t>
            </a:r>
          </a:p>
          <a:p>
            <a:pPr>
              <a:defRPr/>
            </a:pPr>
            <a:r>
              <a:rPr lang="fr-FR" smtClean="0"/>
              <a:t>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7-  QUAND ILS L’ONT MIS DANS UN TOMBEAU?         X2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9-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10-  QUAND ILS L ONT MIS DANS UN TOMBEAU? 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ETAIS-TU LÀ QUAND IL EST RESSUSCITÉ?  X2</a:t>
            </a:r>
          </a:p>
          <a:p>
            <a:pPr>
              <a:defRPr/>
            </a:pPr>
            <a:r>
              <a:rPr lang="fr-FR" smtClean="0"/>
              <a:t>Were you there when He rose up from the grave?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ETAIS-TU LÀ </a:t>
            </a:r>
          </a:p>
          <a:p>
            <a:pPr>
              <a:defRPr/>
            </a:pPr>
            <a:r>
              <a:rPr lang="fr-FR" smtClean="0"/>
              <a:t>Were you there 
13-  QUAND ILS ONT CRUCIFIÉ MON SAUVEUR?      x2
when they crucified my Lord?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ETAIS-TU LÀ </a:t>
            </a:r>
          </a:p>
          <a:p>
            <a:pPr>
              <a:defRPr/>
            </a:pPr>
            <a:r>
              <a:rPr lang="fr-FR" smtClean="0"/>
              <a:t>Were you there 
2-  QUAND ILS ONT CRUCIFIÉ MON SAUVEUR?     X2</a:t>
            </a:r>
          </a:p>
          <a:p>
            <a:pPr>
              <a:defRPr/>
            </a:pPr>
            <a:r>
              <a:rPr lang="fr-FR" smtClean="0"/>
              <a:t>when 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4-  ETAIS-TU LÀ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5-  QUAND ILS ONT CRUCIFIÉ MON SAUVEUR? </a:t>
            </a:r>
          </a:p>
          <a:p>
            <a:pPr>
              <a:defRPr/>
            </a:pPr>
            <a:r>
              <a:rPr lang="fr-FR" smtClean="0"/>
              <a:t>they crucified my Lord?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7-  QUAND ILS L’ONT MIS DANS UN TOMBEAU?         X2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OH, PARFOIS J’EN TREMBLE TREMBLE, TREMBLE </a:t>
            </a:r>
          </a:p>
          <a:p>
            <a:pPr>
              <a:defRPr/>
            </a:pPr>
            <a:r>
              <a:rPr lang="fr-FR" smtClean="0"/>
              <a:t>Oh, sometimes it causes me to tremble, tremble, tremble</a:t>
            </a:r>
          </a:p>
          <a:p>
            <a:pPr>
              <a:defRPr/>
            </a:pPr>
            <a:r>
              <a:rPr lang="fr-FR" smtClean="0"/>
              <a:t>9-  ETAIS-TU LÀ </a:t>
            </a:r>
          </a:p>
          <a:p>
            <a:pPr>
              <a:defRPr/>
            </a:pPr>
            <a:r>
              <a:rPr lang="fr-FR" smtClean="0"/>
              <a:t>Were you there when</a:t>
            </a:r>
          </a:p>
          <a:p>
            <a:pPr>
              <a:defRPr/>
            </a:pPr>
            <a:r>
              <a:rPr lang="fr-FR" smtClean="0"/>
              <a:t>10-  QUAND ILS L ONT MIS DANS UN TOMBEAU? </a:t>
            </a:r>
          </a:p>
          <a:p>
            <a:pPr>
              <a:defRPr/>
            </a:pPr>
            <a:r>
              <a:rPr lang="fr-FR" smtClean="0"/>
              <a:t>when they laid Him in the tomb?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ETAIS-TU LÀ QUAND IL EST RESSUSCITÉ?  X2</a:t>
            </a:r>
          </a:p>
          <a:p>
            <a:pPr>
              <a:defRPr/>
            </a:pPr>
            <a:r>
              <a:rPr lang="fr-FR" smtClean="0"/>
              <a:t>Were you there when He rose up from the grave?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ETAIS-TU LÀ </a:t>
            </a:r>
          </a:p>
          <a:p>
            <a:pPr>
              <a:defRPr/>
            </a:pPr>
            <a:r>
              <a:rPr lang="fr-FR" smtClean="0"/>
              <a:t>Were you there 
13-  QUAND ILS ONT CRUCIFIÉ MON SAUVEUR?      x2
when they crucified my Lord?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ETAIS-TU LÀ </a:t>
            </a:r>
          </a:p>
          <a:p>
            <a:r>
              <a:rPr lang="fr-FR" smtClean="0"/>
              <a:t>Were you there 
2-  QUAND ILS ONT CRUCIFIÉ MON SAUVEUR?     X2</a:t>
            </a:r>
          </a:p>
          <a:p>
            <a:r>
              <a:rPr lang="fr-FR" smtClean="0"/>
              <a:t>when they crucified my Lord?</a:t>
            </a:r>
          </a:p>
          <a:p>
            <a:endParaRPr lang="fr-FR" smtClean="0"/>
          </a:p>
          <a:p>
            <a:r>
              <a:rPr lang="fr-FR" smtClean="0"/>
              <a:t>3-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4-  ETAIS-TU LÀ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5-  QUAND ILS ONT CRUCIFIÉ MON SAUVEUR? </a:t>
            </a:r>
          </a:p>
          <a:p>
            <a:r>
              <a:rPr lang="fr-FR" smtClean="0"/>
              <a:t>they crucified my Lord?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6-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7-  QUAND ILS L’ONT MIS DANS UN TOMBEAU?         X2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OH, PARFOIS J’EN TREMBLE TREMBLE, TREMBLE </a:t>
            </a:r>
          </a:p>
          <a:p>
            <a:r>
              <a:rPr lang="fr-FR" smtClean="0"/>
              <a:t>Oh, sometimes it causes me to tremble, tremble, tremble</a:t>
            </a:r>
          </a:p>
          <a:p>
            <a:r>
              <a:rPr lang="fr-FR" smtClean="0"/>
              <a:t>9-  ETAIS-TU LÀ </a:t>
            </a:r>
          </a:p>
          <a:p>
            <a:r>
              <a:rPr lang="fr-FR" smtClean="0"/>
              <a:t>Were you there when</a:t>
            </a:r>
          </a:p>
          <a:p>
            <a:r>
              <a:rPr lang="fr-FR" smtClean="0"/>
              <a:t>10-  QUAND ILS L ONT MIS DANS UN TOMBEAU? </a:t>
            </a:r>
          </a:p>
          <a:p>
            <a:r>
              <a:rPr lang="fr-FR" smtClean="0"/>
              <a:t>when they laid Him in the tomb?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11-  ETAIS-TU LÀ QUAND IL EST RESSUSCITÉ?  X2</a:t>
            </a:r>
          </a:p>
          <a:p>
            <a:r>
              <a:rPr lang="fr-FR" smtClean="0"/>
              <a:t>Were you there when He rose up from the grave?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12-  ETAIS-TU LÀ </a:t>
            </a:r>
          </a:p>
          <a:p>
            <a:r>
              <a:rPr lang="fr-FR" smtClean="0"/>
              <a:t>Were you there 
13-  QUAND ILS ONT CRUCIFIÉ MON SAUVEUR?      x2
when they crucified my Lord?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EF3A71-5B58-43C4-B15E-06832D63A8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27839-C10D-4787-84D5-6422E461A7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187AC-8B2C-46D3-ADFB-000D413BFE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CA844-6946-4C4A-9012-F33F6BF5BE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C3109D-B696-4021-963B-314A7C2FC8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F355EC-B471-4026-A677-4720DB5C47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9CAE35-16A4-41D5-B171-6CF196B22C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64B3D2-04EF-4F69-8CB2-BF1225F856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E477E-DA9D-49F6-AFB2-18E1C3E358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9968D0-E943-4502-BF31-F80E580EA4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32612B-B9F6-48E9-9F9A-83264605DF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7815EFA1-192F-46C0-B4D4-4310C21D7A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ÉTAIS-TU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ILS ONT CRUCIFIÉ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SAUVEUR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PARFOIS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J’EN TREMBLE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TREMBLE, TREMBLE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ÉTAIS-TU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ILS ONT CRUCIFIÉ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SAUVEUR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ÉTAIS-TU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ILS L’ONT MIS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UN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TOMBEAU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PARFOIS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J’EN TREMBLE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TREMBLE, TREMBLE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ÉTAIS-TU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ILS L’ONT MIS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UN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TOMBEAU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ÉTAIS-TU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 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RESSUSCITÉ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ÉTAIS-TU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ILS ONT CRUCIFIÉ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SAUVEUR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</TotalTime>
  <Words>226</Words>
  <Application>Microsoft Office PowerPoint</Application>
  <PresentationFormat>On-screen Show (4:3)</PresentationFormat>
  <Paragraphs>879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64</cp:revision>
  <dcterms:created xsi:type="dcterms:W3CDTF">2002-08-17T10:50:50Z</dcterms:created>
  <dcterms:modified xsi:type="dcterms:W3CDTF">2017-04-16T08:33:55Z</dcterms:modified>
</cp:coreProperties>
</file>