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7420" autoAdjust="0"/>
  </p:normalViewPr>
  <p:slideViewPr>
    <p:cSldViewPr>
      <p:cViewPr varScale="1">
        <p:scale>
          <a:sx n="44" d="100"/>
          <a:sy n="44" d="100"/>
        </p:scale>
        <p:origin x="-12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D211399-4688-4BB1-9AF9-F7F9C504AAB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170C1B4-E778-47CF-9EA7-CE3AF71E209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And let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begin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peace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meant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. 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as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Father</a:t>
            </a:r>
            <a:r>
              <a:rPr lang="fr-FR" dirty="0" smtClean="0"/>
              <a:t>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Brothers</a:t>
            </a:r>
            <a:r>
              <a:rPr lang="fr-FR" dirty="0" smtClean="0"/>
              <a:t> all are </a:t>
            </a:r>
            <a:r>
              <a:rPr lang="fr-FR" dirty="0" err="1" smtClean="0"/>
              <a:t>we</a:t>
            </a:r>
            <a:r>
              <a:rPr lang="fr-FR" dirty="0" smtClean="0"/>
              <a:t>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me </a:t>
            </a:r>
            <a:r>
              <a:rPr lang="fr-FR" dirty="0" err="1" smtClean="0"/>
              <a:t>walk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brother</a:t>
            </a:r>
            <a:r>
              <a:rPr lang="fr-FR" dirty="0" smtClean="0"/>
              <a:t> In </a:t>
            </a:r>
            <a:r>
              <a:rPr lang="fr-FR" dirty="0" err="1" smtClean="0"/>
              <a:t>perfect</a:t>
            </a:r>
            <a:r>
              <a:rPr lang="fr-FR" dirty="0" smtClean="0"/>
              <a:t> </a:t>
            </a:r>
            <a:r>
              <a:rPr lang="fr-FR" dirty="0" err="1" smtClean="0"/>
              <a:t>harmony</a:t>
            </a:r>
            <a:r>
              <a:rPr lang="fr-FR" dirty="0" smtClean="0"/>
              <a:t>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</a:t>
            </a:r>
            <a:r>
              <a:rPr lang="fr-FR" dirty="0" err="1" smtClean="0"/>
              <a:t>peace</a:t>
            </a:r>
            <a:r>
              <a:rPr lang="fr-FR" dirty="0" smtClean="0"/>
              <a:t> </a:t>
            </a:r>
            <a:r>
              <a:rPr lang="fr-FR" dirty="0" err="1" smtClean="0"/>
              <a:t>begin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 Let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moment </a:t>
            </a:r>
            <a:r>
              <a:rPr lang="fr-FR" dirty="0" err="1" smtClean="0"/>
              <a:t>now</a:t>
            </a:r>
            <a:r>
              <a:rPr lang="fr-FR" dirty="0" smtClean="0"/>
              <a:t>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step</a:t>
            </a:r>
            <a:r>
              <a:rPr lang="fr-FR" dirty="0" smtClean="0"/>
              <a:t>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take</a:t>
            </a:r>
            <a:r>
              <a:rPr lang="fr-FR" dirty="0" smtClean="0"/>
              <a:t> Let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solemn</a:t>
            </a:r>
            <a:r>
              <a:rPr lang="fr-FR" dirty="0" smtClean="0"/>
              <a:t> </a:t>
            </a:r>
            <a:r>
              <a:rPr lang="fr-FR" dirty="0" err="1" smtClean="0"/>
              <a:t>vow</a:t>
            </a:r>
            <a:r>
              <a:rPr lang="fr-FR" dirty="0" smtClean="0"/>
              <a:t>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To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each</a:t>
            </a:r>
            <a:r>
              <a:rPr lang="fr-FR" dirty="0" smtClean="0"/>
              <a:t> moment And live </a:t>
            </a:r>
            <a:r>
              <a:rPr lang="fr-FR" dirty="0" err="1" smtClean="0"/>
              <a:t>each</a:t>
            </a:r>
            <a:r>
              <a:rPr lang="fr-FR" dirty="0" smtClean="0"/>
              <a:t> moment 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 </a:t>
            </a:r>
            <a:r>
              <a:rPr lang="fr-FR" dirty="0" err="1" smtClean="0"/>
              <a:t>eternally</a:t>
            </a:r>
            <a:r>
              <a:rPr lang="fr-FR" dirty="0" smtClean="0"/>
              <a:t>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, And let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begin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me.
</a:t>
            </a: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7B966-C946-4054-9B3A-77B8390196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38FEDC-883A-475B-A3E8-48AD9660D8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11B54-864C-4AE6-BA3B-1FC8EAFE66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95651-5D56-492E-9271-99546EDCAE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DE71E-46E1-4B2A-B79B-D5057A3D05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22462-8E45-47E6-A2A3-98786DF32A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4ECDD-7794-465A-B660-166B5F181D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AA64AF-FD86-44DF-8AA8-ABB9D3DC69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33A6B-EE6F-4565-9748-5021BF802C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B89961-70E2-44CB-9C52-997ACED0A9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BB5804-CAC8-4AE1-AEB8-C11C60090A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99C9BB7-4BFC-4294-8648-285240B1FD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PAIX SOIT SUR TERRE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CELA COMMENCE AVEC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PAIX SOIT SUR TERRE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PAIX QUI DEVAIT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ÊTRE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NOTRE PÈRE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TOUS FRÈRES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MARCHER AVEC MON FRÈRE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PARFAITE HARMONIE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PAIX COMMENCE EN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CETTE PAIX SOIT MAINTENANT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CHACUN DE MES PAS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MON VŒU SOLENNEL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VIVRE CHAQUE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MOMENT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PAIX ÉTERNELLE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PAIX SOIT SUR TERRE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CELA COMMENCE EN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938</Words>
  <Application>Microsoft Office PowerPoint</Application>
  <PresentationFormat>On-screen Show (4:3)</PresentationFormat>
  <Paragraphs>302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141</cp:revision>
  <dcterms:created xsi:type="dcterms:W3CDTF">2002-08-17T10:50:50Z</dcterms:created>
  <dcterms:modified xsi:type="dcterms:W3CDTF">2015-12-25T19:18:45Z</dcterms:modified>
</cp:coreProperties>
</file>