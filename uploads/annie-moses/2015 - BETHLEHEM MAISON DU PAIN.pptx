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6" autoAdjust="0"/>
    <p:restoredTop sz="45700" autoAdjust="0"/>
  </p:normalViewPr>
  <p:slideViewPr>
    <p:cSldViewPr>
      <p:cViewPr varScale="1">
        <p:scale>
          <a:sx n="45" d="100"/>
          <a:sy n="45" d="100"/>
        </p:scale>
        <p:origin x="54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9615B6E-A4AE-4551-917B-4FA11F1433D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26A3C24-4F14-4308-A8A7-4302E09BD213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Bethlehem, </a:t>
            </a:r>
            <a:r>
              <a:rPr lang="fr-FR" altLang="fr-FR" dirty="0" err="1" smtClean="0"/>
              <a:t>thou</a:t>
            </a:r>
            <a:r>
              <a:rPr lang="fr-FR" altLang="fr-FR" dirty="0" smtClean="0"/>
              <a:t> Bethlehem House of </a:t>
            </a:r>
            <a:r>
              <a:rPr lang="fr-FR" altLang="fr-FR" dirty="0" err="1" smtClean="0"/>
              <a:t>Bread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heritage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woven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</a:t>
            </a:r>
            <a:r>
              <a:rPr lang="fr-FR" altLang="fr-FR" dirty="0" err="1" smtClean="0"/>
              <a:t>Shining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through</a:t>
            </a:r>
            <a:r>
              <a:rPr lang="fr-FR" altLang="fr-FR" dirty="0" smtClean="0"/>
              <a:t>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hungry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have </a:t>
            </a:r>
            <a:r>
              <a:rPr lang="fr-FR" altLang="fr-FR" dirty="0" err="1" smtClean="0"/>
              <a:t>sped</a:t>
            </a:r>
            <a:r>
              <a:rPr lang="fr-FR" altLang="fr-FR" dirty="0" smtClean="0"/>
              <a:t> To the </a:t>
            </a:r>
            <a:r>
              <a:rPr lang="fr-FR" altLang="fr-FR" dirty="0" err="1" smtClean="0"/>
              <a:t>child</a:t>
            </a:r>
            <a:r>
              <a:rPr lang="fr-FR" altLang="fr-FR" dirty="0" smtClean="0"/>
              <a:t>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Honor stands </a:t>
            </a:r>
            <a:r>
              <a:rPr lang="fr-FR" altLang="fr-FR" dirty="0" err="1" smtClean="0"/>
              <a:t>upon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r>
              <a:rPr lang="fr-FR" altLang="fr-FR" dirty="0" smtClean="0"/>
              <a:t> How </a:t>
            </a:r>
            <a:r>
              <a:rPr lang="fr-FR" altLang="fr-FR" dirty="0" err="1" smtClean="0"/>
              <a:t>beautiful</a:t>
            </a:r>
            <a:r>
              <a:rPr lang="fr-FR" altLang="fr-FR" dirty="0" smtClean="0"/>
              <a:t>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This </a:t>
            </a:r>
            <a:r>
              <a:rPr lang="fr-FR" altLang="fr-FR" dirty="0" err="1" smtClean="0"/>
              <a:t>child</a:t>
            </a:r>
            <a:r>
              <a:rPr lang="fr-FR" altLang="fr-FR" dirty="0" smtClean="0"/>
              <a:t>, the </a:t>
            </a:r>
            <a:r>
              <a:rPr lang="fr-FR" altLang="fr-FR" dirty="0" err="1" smtClean="0"/>
              <a:t>Bread</a:t>
            </a:r>
            <a:r>
              <a:rPr lang="fr-FR" altLang="fr-FR" dirty="0" smtClean="0"/>
              <a:t>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Should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grace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gates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tonight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Bethlehem, </a:t>
            </a:r>
            <a:r>
              <a:rPr lang="fr-FR" altLang="fr-FR" dirty="0" err="1" smtClean="0"/>
              <a:t>thou</a:t>
            </a:r>
            <a:r>
              <a:rPr lang="fr-FR" altLang="fr-FR" dirty="0" smtClean="0"/>
              <a:t> Bethlehem House of </a:t>
            </a:r>
            <a:r>
              <a:rPr lang="fr-FR" altLang="fr-FR" dirty="0" err="1" smtClean="0"/>
              <a:t>bread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C3F481-2F47-46E7-8103-5E094B7C89F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A9A422-5E68-47FF-A8EB-C63A2F82485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30AB-B844-462A-A11B-45BDC526FC6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6BA669-3298-4225-AB77-B5CA552993A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BDD58D-25D6-4AF6-8DA7-BE380B3DBAF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D0533-D51B-4E40-8276-244AB6317C7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CE267A-2CD1-49D0-898B-42FABC94AD2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C74230-4CE2-45A4-ADE8-DD56D05F25D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71336F-2E96-4ECA-88FF-B7E9318D1FF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A0F862-F755-4443-85A9-89BBB1D181F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71001E-9D07-454C-BAE7-7B466A4D292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E1758BD-8E7F-45B2-9BBE-EF84292CF5F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BETHLÉHEM, BETHLÉHEM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MAISON DU PAIN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HÉRITAGE EST TISSÉ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UN SEUL FIL D’OR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BRILLANT À TRAVERS LES SIÈCLES,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AFFAMÉS SE SONT RUÉS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L’ENFANT DE BETHLÉHEM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HONORONS TON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 EST BEAU, QU’IL EST DROIT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ENFANT, LE PAIN DE LA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FAIT GRÂCE À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PORTES CE SOIR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9359" y="63795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BETHLÉHEM, BETHLÉHEM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MAISON DU PAIN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2016</Words>
  <Application>Microsoft Office PowerPoint</Application>
  <PresentationFormat>On-screen Show (4:3)</PresentationFormat>
  <Paragraphs>382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128</cp:revision>
  <dcterms:created xsi:type="dcterms:W3CDTF">2002-08-17T10:50:50Z</dcterms:created>
  <dcterms:modified xsi:type="dcterms:W3CDTF">2015-12-25T19:56:59Z</dcterms:modified>
</cp:coreProperties>
</file>