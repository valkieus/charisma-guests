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309" r:id="rId3"/>
    <p:sldId id="308" r:id="rId4"/>
    <p:sldId id="307" r:id="rId5"/>
    <p:sldId id="306" r:id="rId6"/>
    <p:sldId id="305" r:id="rId7"/>
    <p:sldId id="304" r:id="rId8"/>
    <p:sldId id="303" r:id="rId9"/>
    <p:sldId id="302" r:id="rId10"/>
    <p:sldId id="301" r:id="rId11"/>
    <p:sldId id="300" r:id="rId12"/>
    <p:sldId id="299" r:id="rId13"/>
    <p:sldId id="298" r:id="rId14"/>
    <p:sldId id="297" r:id="rId15"/>
    <p:sldId id="296" r:id="rId16"/>
    <p:sldId id="295" r:id="rId17"/>
    <p:sldId id="294" r:id="rId18"/>
    <p:sldId id="293" r:id="rId19"/>
    <p:sldId id="292" r:id="rId20"/>
    <p:sldId id="291" r:id="rId21"/>
    <p:sldId id="290" r:id="rId22"/>
    <p:sldId id="289" r:id="rId23"/>
    <p:sldId id="288" r:id="rId24"/>
    <p:sldId id="287" r:id="rId25"/>
    <p:sldId id="286" r:id="rId26"/>
    <p:sldId id="285" r:id="rId27"/>
    <p:sldId id="284" r:id="rId28"/>
    <p:sldId id="283" r:id="rId29"/>
    <p:sldId id="282" r:id="rId30"/>
    <p:sldId id="281" r:id="rId31"/>
    <p:sldId id="280" r:id="rId32"/>
    <p:sldId id="279" r:id="rId33"/>
    <p:sldId id="311" r:id="rId34"/>
    <p:sldId id="278" r:id="rId35"/>
    <p:sldId id="277" r:id="rId36"/>
    <p:sldId id="276" r:id="rId37"/>
    <p:sldId id="275" r:id="rId38"/>
    <p:sldId id="312" r:id="rId39"/>
    <p:sldId id="274" r:id="rId40"/>
    <p:sldId id="273" r:id="rId41"/>
    <p:sldId id="272" r:id="rId42"/>
    <p:sldId id="271" r:id="rId43"/>
    <p:sldId id="270" r:id="rId44"/>
    <p:sldId id="269" r:id="rId45"/>
    <p:sldId id="268" r:id="rId46"/>
    <p:sldId id="267" r:id="rId47"/>
    <p:sldId id="266" r:id="rId48"/>
    <p:sldId id="265" r:id="rId49"/>
    <p:sldId id="264" r:id="rId50"/>
    <p:sldId id="263" r:id="rId51"/>
    <p:sldId id="262" r:id="rId52"/>
    <p:sldId id="261" r:id="rId53"/>
    <p:sldId id="260" r:id="rId54"/>
    <p:sldId id="259" r:id="rId55"/>
    <p:sldId id="258" r:id="rId56"/>
    <p:sldId id="257" r:id="rId5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62" autoAdjust="0"/>
    <p:restoredTop sz="59385" autoAdjust="0"/>
  </p:normalViewPr>
  <p:slideViewPr>
    <p:cSldViewPr>
      <p:cViewPr>
        <p:scale>
          <a:sx n="78" d="100"/>
          <a:sy n="78" d="100"/>
        </p:scale>
        <p:origin x="-720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86BF67CE-8D33-4E1E-9C8C-A791DE6B7F3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1019148C-3E29-4A5A-9FCF-1F894A1DE7C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269DB-67E2-475F-AA10-D5A7D73B27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650B2-1EB8-428E-BBBA-98EE1CEBD6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0E18C-F65A-4CE8-B95F-E5B0703448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E1014-829A-44E2-8FFD-79EF06EDDE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9AF49-F85E-481E-90CB-DCE23F8CB9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6CEC47-860F-4106-A695-0D5880ED3B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EBA51F-2FE9-4B97-90C4-63861DF560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6D691-9B29-4159-A695-94FB7643B2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377FA-AEE0-442F-B857-5FE6E176D3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31488-33E0-467A-8D09-C27D1EF4F7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40EA5-4DBA-4A84-A0A2-C1FE1B9672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602F1142-6FF8-4354-BB6E-36C6CDC0F0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TRIOMPHER SANS PASSER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UN CHANTIER, C'EST COMME...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FAIRE D'ENTRAÎNEMENT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VOULOIR MONTER SUR UN PODIUM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TROP DE FOIS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FAIRE SANS ÊTRE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MÊME QUE PARFOIS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DÉLIRE EST NOTRE TÊTE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FAIT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NOUS DISONS QUE DIEU DOIT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PENSER QU'EN FIN DE COMPTE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DÉPEND DE NOS CHOIX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DIS-MOI, DIEU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EST-IL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OBLIGÉ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LEVER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SOLEIL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FAIRE EN SORTE QU'APRÈS LA NUIT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AIT UN RÉVEIL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VÉRITÉ,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VÉRITÉ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NE NOUS DOIT RIEN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 DÉJÀ TOUT FAIT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ENVOYANT SON FILS POUR NOUS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VEUX PLUS FAIRE À MA FAÇON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ÊTRE MON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ÉVITER DE TOUT GÂCHER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L.U.D DIMINUE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AVANT MÊME DE BÂTIR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PRIE POUR QUE SON FEU PUISSE...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...BRÛLER MES VICES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JE SOIS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L'IMAGE DE SON FILS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SI JE CONTINUE À ÊTRE TÊTU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JE RISQUE DE FAUTER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L'EXCÈS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M'ABANDONNER AU PÈRE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LIER D'AMITIÉ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DON'T FORGET ME !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 ! LOVE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LUI PLAIRE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MOURIR À MOI-MÊME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RENDRE COMPTE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 QUI EST MAL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AFIN DE M'EN DÉFAIRE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QUITTE À AVOIR MAL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QUITTE À CE QUE CE SOIT BRUTAL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M'ABANDONNER À LUI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BRILLER AU-DESSUS DES ÉTOILES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ÉTEINT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REMETS EN QUESTION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QUI JE SUIS, CE QUE JE FAIS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AI-JE LA BONNE PERCEPTION ?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TUER MON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PERMETTRAIT DE RENAÎTRE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DÈS LORS, J'AI BOUGÉ MON DESTIN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FINI DE PARAÎTRE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AVENIR EST À L'IMAGE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MES CHOIX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DÉCIDE DONC DE FAIRE LES BONS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ÉVITER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ME MORDRE LES DOIGTS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RATER SON PLAN POUR MA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SERAIT LA PIRE DES CHOSES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AUTANT M'ÔTER LA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PERMETTRE QUE J'IMPLOSE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PARDONNEZ LA QUESTION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POURQUOI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FAIRE SEMBLANT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CELA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L'ÊTRE HUMAIN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MILLE ET UNE EXCUSES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DONC CHERCHÉ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N'AI TROUVÉ AUCUNE RAISON...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JAMAIS MASQUÉ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ÊTRE TRANSPARENT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M'ABANDONNER AU PÈRE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LIER D'AMITIÉ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DON'T FORGET ME !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 ! LOVE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FIN DE COMPTE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DE TRIOMPHE SANS CHANTIER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LAISSE DIEU ÊTRE DIEU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METS SUR LE CÔTÉ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QUOI BON M'INQUIÉTER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QU'EMMANUEL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DÉPASSE LA RAISON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E.V.O.L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ÊTRE HUMAIN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SANS AUCUN DOUTE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SERVICE D'UN MAÎTRE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MIEN M'INSPIRE À AIMER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FAIRE DU BIEN AUX AUTRES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M'A ACQUITTÉ DE MA DETTE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L'AI DONC ACCEPTÉ DE PLEIN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NON SUR UN COUP DE TÊTE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ÊTRE VICTORIEUX L.U.D OBÉIT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SA PAROLE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ÊTRE EN HARMONIE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PRÉPARE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AFIN QUE DIEU ADDITIONNE À MA VIE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LUI,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EST POSSIBLE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VÉRITÉ ET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1712</Words>
  <Application>Microsoft Office PowerPoint</Application>
  <PresentationFormat>On-screen Show (4:3)</PresentationFormat>
  <Paragraphs>1115</Paragraphs>
  <Slides>56</Slides>
  <Notes>56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  <vt:lpstr>Diapositive 56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48</cp:revision>
  <dcterms:created xsi:type="dcterms:W3CDTF">2002-08-17T11:17:38Z</dcterms:created>
  <dcterms:modified xsi:type="dcterms:W3CDTF">2015-12-27T08:20:56Z</dcterms:modified>
</cp:coreProperties>
</file>