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92" r:id="rId3"/>
    <p:sldId id="291" r:id="rId4"/>
    <p:sldId id="290" r:id="rId5"/>
    <p:sldId id="289" r:id="rId6"/>
    <p:sldId id="288" r:id="rId7"/>
    <p:sldId id="287" r:id="rId8"/>
    <p:sldId id="286" r:id="rId9"/>
    <p:sldId id="285" r:id="rId10"/>
    <p:sldId id="284" r:id="rId11"/>
    <p:sldId id="283" r:id="rId12"/>
    <p:sldId id="282" r:id="rId13"/>
    <p:sldId id="281" r:id="rId14"/>
    <p:sldId id="280" r:id="rId15"/>
    <p:sldId id="279" r:id="rId16"/>
    <p:sldId id="278" r:id="rId17"/>
    <p:sldId id="277" r:id="rId18"/>
    <p:sldId id="276" r:id="rId19"/>
    <p:sldId id="275" r:id="rId20"/>
    <p:sldId id="274" r:id="rId21"/>
    <p:sldId id="29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87" d="100"/>
          <a:sy n="87" d="100"/>
        </p:scale>
        <p:origin x="-64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34CC084-E076-43BA-AE93-7BE4E05A002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C4C9F18-F51B-418B-B2F2-4E0E7381D63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SUIS UN PAUVRE PÈLERIN VOYAGEUR  EN VOYAGEANT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traveling 
2-  DANS CE MONDE DE MALHEUR IL N'Y A PAS DE MALADIE </a:t>
            </a:r>
          </a:p>
          <a:p>
            <a:pPr>
              <a:defRPr/>
            </a:pPr>
            <a:r>
              <a:rPr lang="fr-FR" dirty="0" smtClean="0"/>
              <a:t>in </a:t>
            </a:r>
            <a:r>
              <a:rPr lang="fr-FR" dirty="0" err="1" smtClean="0"/>
              <a:t>this</a:t>
            </a:r>
            <a:r>
              <a:rPr lang="fr-FR" dirty="0" smtClean="0"/>
              <a:t> world of </a:t>
            </a:r>
            <a:r>
              <a:rPr lang="fr-FR" dirty="0" err="1" smtClean="0"/>
              <a:t>woe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sickness</a:t>
            </a:r>
            <a:r>
              <a:rPr lang="fr-FR" dirty="0" smtClean="0"/>
              <a:t>
3-  DANGER NI LABEUR DANS CE BRILLANT PAYS OÙ JE VAIS </a:t>
            </a:r>
          </a:p>
          <a:p>
            <a:pPr>
              <a:defRPr/>
            </a:pPr>
            <a:r>
              <a:rPr lang="fr-FR" dirty="0" smtClean="0"/>
              <a:t>, </a:t>
            </a:r>
            <a:r>
              <a:rPr lang="fr-FR" dirty="0" err="1" smtClean="0"/>
              <a:t>toil</a:t>
            </a:r>
            <a:r>
              <a:rPr lang="fr-FR" dirty="0" smtClean="0"/>
              <a:t> or danger In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 land to </a:t>
            </a:r>
            <a:r>
              <a:rPr lang="fr-FR" dirty="0" err="1" smtClean="0"/>
              <a:t>which</a:t>
            </a:r>
            <a:r>
              <a:rPr lang="fr-FR" dirty="0" smtClean="0"/>
              <a:t> I go
4-  JE VAIS LÀ-BAS POUR VOIR MON PÈRE JE VAIS LÀ-BAS POUR NE PLUS ERRER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 
5-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6-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clouds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gather</a:t>
            </a:r>
            <a:r>
              <a:rPr lang="fr-FR" dirty="0" smtClean="0"/>
              <a:t> over me
8-  JE SAIS QUE MON CHEMIN EST PIERREUX ET DUR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rough and </a:t>
            </a:r>
            <a:r>
              <a:rPr lang="fr-FR" dirty="0" err="1" smtClean="0"/>
              <a:t>steep</a:t>
            </a:r>
            <a:r>
              <a:rPr lang="fr-FR" dirty="0" smtClean="0"/>
              <a:t>
9-  MAIS UNE TERRE EN OR SE TROUVE DEVANT MOI </a:t>
            </a:r>
          </a:p>
          <a:p>
            <a:pPr>
              <a:defRPr/>
            </a:pPr>
            <a:r>
              <a:rPr lang="fr-FR" dirty="0" smtClean="0"/>
              <a:t>But golden </a:t>
            </a:r>
            <a:r>
              <a:rPr lang="fr-FR" dirty="0" err="1" smtClean="0"/>
              <a:t>fields</a:t>
            </a:r>
            <a:r>
              <a:rPr lang="fr-FR" dirty="0" smtClean="0"/>
              <a:t> lie out </a:t>
            </a:r>
            <a:r>
              <a:rPr lang="fr-FR" dirty="0" err="1" smtClean="0"/>
              <a:t>before</a:t>
            </a:r>
            <a:r>
              <a:rPr lang="fr-FR" dirty="0" smtClean="0"/>
              <a:t> me
10-  OÙ DES COEURS LAS NE PLEURERONT PLUS </a:t>
            </a:r>
          </a:p>
          <a:p>
            <a:pPr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weary</a:t>
            </a:r>
            <a:r>
              <a:rPr lang="fr-FR" dirty="0" smtClean="0"/>
              <a:t> </a:t>
            </a:r>
            <a:r>
              <a:rPr lang="fr-FR" dirty="0" err="1" smtClean="0"/>
              <a:t>hearts</a:t>
            </a:r>
            <a:r>
              <a:rPr lang="fr-FR" dirty="0" smtClean="0"/>
              <a:t> no more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weep</a:t>
            </a:r>
            <a:r>
              <a:rPr lang="fr-FR" dirty="0" smtClean="0"/>
              <a:t>
11-  JE VAIS LÀ-BAS POUR VOIR MA MÈRE JE VAIS LÀ-BAS POUR NE PLUS ERRER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mother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12-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13-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JE VEUX PORTER CETTE COURONNE DE GLOIRE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wear, </a:t>
            </a:r>
            <a:r>
              <a:rPr lang="fr-FR" dirty="0" err="1" smtClean="0"/>
              <a:t>that</a:t>
            </a:r>
            <a:r>
              <a:rPr lang="fr-FR" dirty="0" smtClean="0"/>
              <a:t> crown of </a:t>
            </a:r>
            <a:r>
              <a:rPr lang="fr-FR" dirty="0" err="1" smtClean="0"/>
              <a:t>glory</a:t>
            </a:r>
            <a:r>
              <a:rPr lang="fr-FR" dirty="0" smtClean="0"/>
              <a:t>
15-  QUAND JE RENTRERAI CHEZ MOI DANS CE BON PAYS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home, To </a:t>
            </a:r>
            <a:r>
              <a:rPr lang="fr-FR" dirty="0" err="1" smtClean="0"/>
              <a:t>that</a:t>
            </a:r>
            <a:r>
              <a:rPr lang="fr-FR" dirty="0" smtClean="0"/>
              <a:t> good land,
16-  JE VEUX CRIER, L'HISTOIRE DU SALUT AVEC L’ORCHESTRE DES RACHETÉS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shout</a:t>
            </a:r>
            <a:r>
              <a:rPr lang="fr-FR" dirty="0" smtClean="0"/>
              <a:t>! </a:t>
            </a:r>
            <a:r>
              <a:rPr lang="fr-FR" dirty="0" err="1" smtClean="0"/>
              <a:t>Salvation's</a:t>
            </a:r>
            <a:r>
              <a:rPr lang="fr-FR" dirty="0" smtClean="0"/>
              <a:t> story In concert </a:t>
            </a:r>
            <a:r>
              <a:rPr lang="fr-FR" dirty="0" err="1" smtClean="0"/>
              <a:t>with</a:t>
            </a:r>
            <a:r>
              <a:rPr lang="fr-FR" dirty="0" smtClean="0"/>
              <a:t> the </a:t>
            </a:r>
            <a:r>
              <a:rPr lang="fr-FR" dirty="0" err="1" smtClean="0"/>
              <a:t>blood</a:t>
            </a:r>
            <a:r>
              <a:rPr lang="fr-FR" dirty="0" smtClean="0"/>
              <a:t>-</a:t>
            </a:r>
            <a:r>
              <a:rPr lang="fr-FR" dirty="0" err="1" smtClean="0"/>
              <a:t>washed</a:t>
            </a:r>
            <a:r>
              <a:rPr lang="fr-FR" dirty="0" smtClean="0"/>
              <a:t> band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JE VAIS LÀ-BAS POUR VOIR MON SAUVEUR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
18-  JE VAIS LÀ-BAS POUR NE PLUS ERRER JE VAIS SEULEMENT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19-  DE L’AUTRE CÔTÉ DU JOURDAIN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and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21-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SUIS UN PAUVRE PÈLERIN VOYAGEUR  EN VOYAGEANT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traveling 
2-  DANS CE MONDE DE MALHEUR IL N'Y A PAS DE MALADIE </a:t>
            </a:r>
          </a:p>
          <a:p>
            <a:pPr>
              <a:defRPr/>
            </a:pPr>
            <a:r>
              <a:rPr lang="fr-FR" dirty="0" smtClean="0"/>
              <a:t>in </a:t>
            </a:r>
            <a:r>
              <a:rPr lang="fr-FR" dirty="0" err="1" smtClean="0"/>
              <a:t>this</a:t>
            </a:r>
            <a:r>
              <a:rPr lang="fr-FR" dirty="0" smtClean="0"/>
              <a:t> world of </a:t>
            </a:r>
            <a:r>
              <a:rPr lang="fr-FR" dirty="0" err="1" smtClean="0"/>
              <a:t>woe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sickness</a:t>
            </a:r>
            <a:r>
              <a:rPr lang="fr-FR" dirty="0" smtClean="0"/>
              <a:t>
3-  DANGER NI LABEUR DANS CE BRILLANT PAYS OÙ JE VAIS </a:t>
            </a:r>
          </a:p>
          <a:p>
            <a:pPr>
              <a:defRPr/>
            </a:pPr>
            <a:r>
              <a:rPr lang="fr-FR" dirty="0" smtClean="0"/>
              <a:t>, </a:t>
            </a:r>
            <a:r>
              <a:rPr lang="fr-FR" dirty="0" err="1" smtClean="0"/>
              <a:t>toil</a:t>
            </a:r>
            <a:r>
              <a:rPr lang="fr-FR" dirty="0" smtClean="0"/>
              <a:t> or danger In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 land to </a:t>
            </a:r>
            <a:r>
              <a:rPr lang="fr-FR" dirty="0" err="1" smtClean="0"/>
              <a:t>which</a:t>
            </a:r>
            <a:r>
              <a:rPr lang="fr-FR" dirty="0" smtClean="0"/>
              <a:t> I go
4-  JE VAIS LÀ-BAS POUR VOIR MON PÈRE JE VAIS LÀ-BAS POUR NE PLUS ERRER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 
5-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6-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clouds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gather</a:t>
            </a:r>
            <a:r>
              <a:rPr lang="fr-FR" dirty="0" smtClean="0"/>
              <a:t> over me
8-  JE SAIS QUE MON CHEMIN EST PIERREUX ET DUR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rough and </a:t>
            </a:r>
            <a:r>
              <a:rPr lang="fr-FR" dirty="0" err="1" smtClean="0"/>
              <a:t>steep</a:t>
            </a:r>
            <a:r>
              <a:rPr lang="fr-FR" dirty="0" smtClean="0"/>
              <a:t>
9-  MAIS UNE TERRE EN OR SE TROUVE DEVANT MOI </a:t>
            </a:r>
          </a:p>
          <a:p>
            <a:pPr>
              <a:defRPr/>
            </a:pPr>
            <a:r>
              <a:rPr lang="fr-FR" dirty="0" smtClean="0"/>
              <a:t>But golden </a:t>
            </a:r>
            <a:r>
              <a:rPr lang="fr-FR" dirty="0" err="1" smtClean="0"/>
              <a:t>fields</a:t>
            </a:r>
            <a:r>
              <a:rPr lang="fr-FR" dirty="0" smtClean="0"/>
              <a:t> lie out </a:t>
            </a:r>
            <a:r>
              <a:rPr lang="fr-FR" dirty="0" err="1" smtClean="0"/>
              <a:t>before</a:t>
            </a:r>
            <a:r>
              <a:rPr lang="fr-FR" dirty="0" smtClean="0"/>
              <a:t> me
10-  OÙ DES COEURS LAS NE PLEURERONT PLUS </a:t>
            </a:r>
          </a:p>
          <a:p>
            <a:pPr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weary</a:t>
            </a:r>
            <a:r>
              <a:rPr lang="fr-FR" dirty="0" smtClean="0"/>
              <a:t> </a:t>
            </a:r>
            <a:r>
              <a:rPr lang="fr-FR" dirty="0" err="1" smtClean="0"/>
              <a:t>hearts</a:t>
            </a:r>
            <a:r>
              <a:rPr lang="fr-FR" dirty="0" smtClean="0"/>
              <a:t> no more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weep</a:t>
            </a:r>
            <a:r>
              <a:rPr lang="fr-FR" dirty="0" smtClean="0"/>
              <a:t>
11-  JE VAIS LÀ-BAS POUR VOIR MA MÈRE JE VAIS LÀ-BAS POUR NE PLUS ERRER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mother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12-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13-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JE VEUX PORTER CETTE COURONNE DE GLOIRE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wear, </a:t>
            </a:r>
            <a:r>
              <a:rPr lang="fr-FR" dirty="0" err="1" smtClean="0"/>
              <a:t>that</a:t>
            </a:r>
            <a:r>
              <a:rPr lang="fr-FR" dirty="0" smtClean="0"/>
              <a:t> crown of </a:t>
            </a:r>
            <a:r>
              <a:rPr lang="fr-FR" dirty="0" err="1" smtClean="0"/>
              <a:t>glory</a:t>
            </a:r>
            <a:r>
              <a:rPr lang="fr-FR" dirty="0" smtClean="0"/>
              <a:t>
15-  QUAND JE RENTRERAI CHEZ MOI DANS CE BON PAYS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home, To </a:t>
            </a:r>
            <a:r>
              <a:rPr lang="fr-FR" dirty="0" err="1" smtClean="0"/>
              <a:t>that</a:t>
            </a:r>
            <a:r>
              <a:rPr lang="fr-FR" dirty="0" smtClean="0"/>
              <a:t> good land,
16-  JE VEUX CRIER, L'HISTOIRE DU SALUT AVEC L’ORCHESTRE DES RACHETÉS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shout</a:t>
            </a:r>
            <a:r>
              <a:rPr lang="fr-FR" dirty="0" smtClean="0"/>
              <a:t>! </a:t>
            </a:r>
            <a:r>
              <a:rPr lang="fr-FR" dirty="0" err="1" smtClean="0"/>
              <a:t>Salvation's</a:t>
            </a:r>
            <a:r>
              <a:rPr lang="fr-FR" dirty="0" smtClean="0"/>
              <a:t> story In concert </a:t>
            </a:r>
            <a:r>
              <a:rPr lang="fr-FR" dirty="0" err="1" smtClean="0"/>
              <a:t>with</a:t>
            </a:r>
            <a:r>
              <a:rPr lang="fr-FR" dirty="0" smtClean="0"/>
              <a:t> the </a:t>
            </a:r>
            <a:r>
              <a:rPr lang="fr-FR" dirty="0" err="1" smtClean="0"/>
              <a:t>blood</a:t>
            </a:r>
            <a:r>
              <a:rPr lang="fr-FR" dirty="0" smtClean="0"/>
              <a:t>-</a:t>
            </a:r>
            <a:r>
              <a:rPr lang="fr-FR" dirty="0" err="1" smtClean="0"/>
              <a:t>washed</a:t>
            </a:r>
            <a:r>
              <a:rPr lang="fr-FR" dirty="0" smtClean="0"/>
              <a:t> band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JE VAIS LÀ-BAS POUR VOIR MON SAUVEUR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
18-  JE VAIS LÀ-BAS POUR NE PLUS ERRER JE VAIS SEULEMENT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19-  DE L’AUTRE CÔTÉ DU JOURDAIN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and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21-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A18DB-ECBA-4070-9537-415B1FEABC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7AC62-BE80-466B-BC5C-7EAE406D9F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A2639-6510-4BE1-8D35-B20D2AF86D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0AEE8-8EE9-4C44-9BFE-958404C920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6C24E4-76E1-4123-BAF0-E8F7AE6E1F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E59B4-E6CC-4285-B256-DB48C80402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D38DF-DC54-4ED8-B507-4504529D14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60285F-C0E8-454E-BC2A-09B48429BE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EFA05-0ECC-48B4-8BC7-00DD8E9E48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E025A-0DF6-4090-9CCA-68F94552EC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E4BF2-601A-437D-83D9-F3EFC904D5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852D16F-9388-4882-B20C-A623D7C8C8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PAUVRE PÈLERIN VOYAGEUR 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VOYAGEANT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MONDE DE MALHEUR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 PAS DE MALADIE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DANGER NI LABEUR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BRILLANT PAYS OÙ JE VAIS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VOIR MON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DES NUAGES SOMBRES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RÉUNIRONT AU-DESSUS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MON CHEMIN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PIERREUX ET DUR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UNE TERRE EN OR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TROUVE DEVANT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DES COEURS LAS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PLEURERONT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VOIR MA MÈRE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PORTER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COURONNE DE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RENTRERAI CHEZ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BON PAYS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L'HISTOIRE DU SALUT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L’ORCHESTRE DES RACHETÉS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VOIR MON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PAUVRE PÈLERIN VOYAGEUR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VAIS SEULEMENT CHEZ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480</Words>
  <Application>Microsoft Office PowerPoint</Application>
  <PresentationFormat>On-screen Show (4:3)</PresentationFormat>
  <Paragraphs>1383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2015-12-27T07:59:55Z</dcterms:modified>
</cp:coreProperties>
</file>