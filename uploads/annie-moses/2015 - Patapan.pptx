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5700" autoAdjust="0"/>
  </p:normalViewPr>
  <p:slideViewPr>
    <p:cSldViewPr>
      <p:cViewPr varScale="1">
        <p:scale>
          <a:sx n="42" d="100"/>
          <a:sy n="42" d="100"/>
        </p:scale>
        <p:origin x="-18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E92EC34-E7C7-4316-9707-7057569035E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B9873B7C-2180-4C93-B276-E103D8FA15AF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Willie </a:t>
            </a:r>
            <a:r>
              <a:rPr lang="fr-FR" altLang="fr-FR" dirty="0" err="1" smtClean="0"/>
              <a:t>bring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little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drum</a:t>
            </a:r>
            <a:r>
              <a:rPr lang="fr-FR" altLang="fr-FR" dirty="0" smtClean="0"/>
              <a:t> Robin </a:t>
            </a:r>
            <a:r>
              <a:rPr lang="fr-FR" altLang="fr-FR" dirty="0" err="1" smtClean="0"/>
              <a:t>bring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flute and come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And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merry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while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play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3-  TU-RA-LU-RA-LU PAT-A-PAT-PAN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Tu-ra-lu-ra-lu Pat-a-pat-pan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Come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merry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while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play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Sing</a:t>
            </a:r>
            <a:r>
              <a:rPr lang="fr-FR" altLang="fr-FR" dirty="0" smtClean="0"/>
              <a:t> and dance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Christmas </a:t>
            </a:r>
            <a:r>
              <a:rPr lang="fr-FR" altLang="fr-FR" dirty="0" err="1" smtClean="0"/>
              <a:t>day</a:t>
            </a:r>
            <a:r>
              <a:rPr lang="fr-FR" altLang="fr-FR" dirty="0" smtClean="0"/>
              <a:t> To the King of Kings gave </a:t>
            </a:r>
            <a:r>
              <a:rPr lang="fr-FR" altLang="fr-FR" dirty="0" err="1" smtClean="0"/>
              <a:t>praise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When</a:t>
            </a:r>
            <a:r>
              <a:rPr lang="fr-FR" altLang="fr-FR" dirty="0" smtClean="0"/>
              <a:t> the men of </a:t>
            </a:r>
            <a:r>
              <a:rPr lang="fr-FR" altLang="fr-FR" dirty="0" err="1" smtClean="0"/>
              <a:t>olden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days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On the </a:t>
            </a:r>
            <a:r>
              <a:rPr lang="fr-FR" altLang="fr-FR" dirty="0" err="1" smtClean="0"/>
              <a:t>fife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drum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did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play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8-  TU-RA-LU-RA-LU PAT-A-PAT-PAN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Tu-ra-lu-ra-lu Pat-a-pat-pan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Come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merry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while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play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       </a:t>
            </a:r>
            <a:r>
              <a:rPr lang="fr-FR" altLang="fr-FR" dirty="0" err="1" smtClean="0"/>
              <a:t>Sing</a:t>
            </a:r>
            <a:r>
              <a:rPr lang="fr-FR" altLang="fr-FR" dirty="0" smtClean="0"/>
              <a:t> and dance </a:t>
            </a:r>
            <a:r>
              <a:rPr lang="fr-FR" altLang="fr-FR" dirty="0" err="1" smtClean="0"/>
              <a:t>this</a:t>
            </a:r>
            <a:r>
              <a:rPr lang="fr-FR" altLang="fr-FR" dirty="0" smtClean="0"/>
              <a:t> Christmas </a:t>
            </a:r>
            <a:r>
              <a:rPr lang="fr-FR" altLang="fr-FR" dirty="0" err="1" smtClean="0"/>
              <a:t>day</a:t>
            </a: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 smtClean="0"/>
              <a:t>1-  WILLIE EMMÈNE TON PETIT TAMBOUR ROBIN APPORTE TA FLÛTE ET VIENS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Willie bring your little drum Robin bring your flute and come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2-  ET SOIS JOYEUX PENDANT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And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3-  TU-RA-LU-RA-LU PAT-A-PAT-PAN 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4-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5-  CHANTE ET DANSE EN CE JOUR DE NOËL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Sing and dance this Christmas day To the King of Kings gave praise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6-  QUAND LES ANCIENS LOUAIENT LE ROI DES ROIS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When the men of olden days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
7-  JOUAIENT DE LA FLÛTE ET DU TAMBOUR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On the fife and drum did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8-  TU-RA-LU-RA-LU PAT-A-PAT-PAN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Tu-ra-lu-ra-lu Pat-a-pat-pan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9-  VIENS SOIS JOYEUX PENDANT  QUE TU JOUES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Come be merry while you play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10-  CHANTE ET DANSE EN CE JOUR DE NOËL 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 smtClean="0"/>
              <a:t>       Sing and dance this Christmas day</a:t>
            </a:r>
          </a:p>
          <a:p>
            <a:pPr eaLnBrk="1" hangingPunct="1">
              <a:spcBef>
                <a:spcPct val="0"/>
              </a:spcBef>
            </a:pPr>
            <a:endParaRPr lang="fr-FR" alt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WILLIE EMMÈNE TON PETIT TAMBOUR ROBIN APPORTE TA FLÛTE ET VIENS  </a:t>
            </a:r>
          </a:p>
          <a:p>
            <a:r>
              <a:rPr lang="fr-FR" altLang="fr-FR"/>
              <a:t> Willie bring your little drum Robin bring your flute and come</a:t>
            </a:r>
          </a:p>
          <a:p>
            <a:r>
              <a:rPr lang="fr-FR" altLang="fr-FR"/>
              <a:t>2-  ET SOIS JOYEUX PENDANT QUE TU JOUES </a:t>
            </a:r>
          </a:p>
          <a:p>
            <a:r>
              <a:rPr lang="fr-FR" altLang="fr-FR"/>
              <a:t>  And be merry while you play</a:t>
            </a:r>
          </a:p>
          <a:p>
            <a:r>
              <a:rPr lang="fr-FR" altLang="fr-FR"/>
              <a:t>3-  TU-RA-LU-RA-LU PAT-A-PAT-PAN  </a:t>
            </a:r>
          </a:p>
          <a:p>
            <a:r>
              <a:rPr lang="fr-FR" altLang="fr-FR"/>
              <a:t>Tu-ra-lu-ra-lu Pat-a-pat-pan</a:t>
            </a:r>
          </a:p>
          <a:p>
            <a:r>
              <a:rPr lang="fr-FR" altLang="fr-FR"/>
              <a:t>4-  VIENS SOIS JOYEUX PENDANT  QUE TU JOUES </a:t>
            </a:r>
          </a:p>
          <a:p>
            <a:r>
              <a:rPr lang="fr-FR" altLang="fr-FR"/>
              <a:t>Come be merry while you play</a:t>
            </a:r>
          </a:p>
          <a:p>
            <a:r>
              <a:rPr lang="fr-FR" altLang="fr-FR"/>
              <a:t>5-  CHANTE ET DANSE EN CE JOUR DE NOËL</a:t>
            </a:r>
          </a:p>
          <a:p>
            <a:r>
              <a:rPr lang="fr-FR" altLang="fr-FR"/>
              <a:t>Sing and dance this Christmas day To the King of Kings gave praise</a:t>
            </a:r>
          </a:p>
          <a:p>
            <a:r>
              <a:rPr lang="fr-FR" altLang="fr-FR"/>
              <a:t> 
6-  QUAND LES ANCIENS LOUAIENT LE ROI DES ROIS </a:t>
            </a:r>
          </a:p>
          <a:p>
            <a:r>
              <a:rPr lang="fr-FR" altLang="fr-FR"/>
              <a:t>When the men of olden days</a:t>
            </a:r>
          </a:p>
          <a:p>
            <a:r>
              <a:rPr lang="fr-FR" altLang="fr-FR"/>
              <a:t> 
7-  JOUAIENT DE LA FLÛTE ET DU TAMBOUR </a:t>
            </a:r>
          </a:p>
          <a:p>
            <a:r>
              <a:rPr lang="fr-FR" altLang="fr-FR"/>
              <a:t> On the fife and drum did play</a:t>
            </a:r>
          </a:p>
          <a:p>
            <a:r>
              <a:rPr lang="fr-FR" altLang="fr-FR"/>
              <a:t>8-  TU-RA-LU-RA-LU PAT-A-PAT-PAN </a:t>
            </a:r>
          </a:p>
          <a:p>
            <a:r>
              <a:rPr lang="fr-FR" altLang="fr-FR"/>
              <a:t>  Tu-ra-lu-ra-lu Pat-a-pat-pan</a:t>
            </a:r>
          </a:p>
          <a:p>
            <a:r>
              <a:rPr lang="fr-FR" altLang="fr-FR"/>
              <a:t>9-  VIENS SOIS JOYEUX PENDANT  QUE TU JOUES </a:t>
            </a:r>
          </a:p>
          <a:p>
            <a:r>
              <a:rPr lang="fr-FR" altLang="fr-FR"/>
              <a:t>     Come be merry while you play</a:t>
            </a:r>
          </a:p>
          <a:p>
            <a:r>
              <a:rPr lang="fr-FR" altLang="fr-FR"/>
              <a:t>10-  CHANTE ET DANSE EN CE JOUR DE NOËL </a:t>
            </a:r>
          </a:p>
          <a:p>
            <a:r>
              <a:rPr lang="fr-FR" altLang="fr-FR"/>
              <a:t>       Sing and dance this Christmas day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8943D-36A7-4623-8F60-924F53F2FA4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7C9AC-8CC6-43EE-8354-19F1CB870A6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0EE1AD-BB1B-4184-A01D-9CEE0F81010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722A68-29BE-4B5A-8802-B09F0168DCE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81BFD-5630-40F9-986E-9B54A9265E1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66F56-8F3D-4208-AD43-67279D1F071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975B8-3928-4E80-9395-E28BC00BB7D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A468CD-B90B-46BC-8613-813F88DEB1D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3D7371-2AA4-4285-A631-320E0C00BEB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D1B440-27CB-4832-8478-A8954F811EC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FE9F3-CB09-4FC3-BB5E-62675CA357E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4EE13663-FD13-4404-B91B-D749B8492C2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WILLIE EMMÈNE TON PETIT TAMBOUR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ROBIN APPORTE TA FLÛTE ET VIENS</a:t>
            </a:r>
          </a:p>
          <a:p>
            <a:pPr algn="ctr" eaLnBrk="1" hangingPunct="1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SOIS JOYEUX PENDANT QUE TU JOUES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TU-RA-LU-RA-LU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PAT-A-PAT-PAN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SOIS JOYEUX PENDANT 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JOUES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ET DANSE EN CE JOUR DE NOËL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LES ANCIENS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LOUAIENT LE ROI DES ROIS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JOUAIENT DE LA FLÛTE ET DU TAMBOUR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TU-RA-LU-RA-LU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PAT-A-PAT-PAN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SOIS JOYEUX PENDANT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QUE TU JOUES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ET DANSE EN CE JOUR DE NOËL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1475</TotalTime>
  <Words>1688</Words>
  <Application>Microsoft Office PowerPoint</Application>
  <PresentationFormat>On-screen Show (4:3)</PresentationFormat>
  <Paragraphs>416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139</cp:revision>
  <dcterms:created xsi:type="dcterms:W3CDTF">2002-08-17T10:50:50Z</dcterms:created>
  <dcterms:modified xsi:type="dcterms:W3CDTF">2015-12-25T21:50:28Z</dcterms:modified>
</cp:coreProperties>
</file>