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2" r:id="rId2"/>
    <p:sldId id="275" r:id="rId3"/>
    <p:sldId id="274" r:id="rId4"/>
    <p:sldId id="273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69" d="100"/>
          <a:sy n="69" d="100"/>
        </p:scale>
        <p:origin x="-1188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9E2DAB8-F4F7-4DBA-A28A-ABFEA7A087C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05F7BD3-1CE0-450C-9546-F5B35F572FC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GLOIRE! GLOIRE! À DIEU SEUL </a:t>
            </a:r>
          </a:p>
          <a:p>
            <a:pPr>
              <a:defRPr/>
            </a:pPr>
            <a:r>
              <a:rPr lang="fr-FR" smtClean="0"/>
              <a:t>Gloria! Gloria! Soli Deo
2-  GLOIRE! GLOIRE! À DIEU SEUL LA GLOIRE ! </a:t>
            </a:r>
          </a:p>
          <a:p>
            <a:pPr>
              <a:defRPr/>
            </a:pPr>
            <a:r>
              <a:rPr lang="fr-FR" smtClean="0"/>
              <a:t>Gloria! Gloria! Soli Deo Gloria!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DIGNE, TOI SEUL EST DIGNE JÉSUS TU ES DIGNE </a:t>
            </a:r>
          </a:p>
          <a:p>
            <a:pPr>
              <a:defRPr/>
            </a:pPr>
            <a:r>
              <a:rPr lang="fr-FR" smtClean="0"/>
              <a:t>Worthy, only you are worthy Jesus you are worthy
4-  À DIEU SEUL LA GLOIRE </a:t>
            </a:r>
          </a:p>
          <a:p>
            <a:pPr>
              <a:defRPr/>
            </a:pPr>
            <a:r>
              <a:rPr lang="fr-FR" smtClean="0"/>
              <a:t>Soli Deo Gloria!
</a:t>
            </a:r>
            <a:endParaRPr lang="fr-FR" dirty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GLOIRE! GLOIRE! À DIEU SEUL </a:t>
            </a:r>
          </a:p>
          <a:p>
            <a:r>
              <a:rPr lang="fr-FR" altLang="fr-FR" smtClean="0"/>
              <a:t>Gloria! Gloria! Soli Deo
2-  GLOIRE! GLOIRE! À DIEU SEUL LA GLOIRE ! </a:t>
            </a:r>
          </a:p>
          <a:p>
            <a:r>
              <a:rPr lang="fr-FR" altLang="fr-FR" smtClean="0"/>
              <a:t>Gloria! Gloria! Soli Deo Gloria!</a:t>
            </a:r>
          </a:p>
          <a:p>
            <a:endParaRPr lang="fr-FR" altLang="fr-FR" smtClean="0"/>
          </a:p>
          <a:p>
            <a:r>
              <a:rPr lang="fr-FR" altLang="fr-FR" smtClean="0"/>
              <a:t>3-  DIGNE, TOI SEUL EST DIGNE JÉSUS TU ES DIGNE </a:t>
            </a:r>
          </a:p>
          <a:p>
            <a:r>
              <a:rPr lang="fr-FR" altLang="fr-FR" smtClean="0"/>
              <a:t>Worthy, only you are worthy Jesus you are worthy
4-  À DIEU SEUL LA GLOIRE </a:t>
            </a:r>
          </a:p>
          <a:p>
            <a:r>
              <a:rPr lang="fr-FR" altLang="fr-FR" smtClean="0"/>
              <a:t>Soli Deo Gloria!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GLOIRE! GLOIRE! À DIEU SEUL </a:t>
            </a:r>
          </a:p>
          <a:p>
            <a:pPr>
              <a:defRPr/>
            </a:pPr>
            <a:r>
              <a:rPr lang="fr-FR" smtClean="0"/>
              <a:t>Gloria! Gloria! Soli Deo
2-  GLOIRE! GLOIRE! À DIEU SEUL LA GLOIRE ! </a:t>
            </a:r>
          </a:p>
          <a:p>
            <a:pPr>
              <a:defRPr/>
            </a:pPr>
            <a:r>
              <a:rPr lang="fr-FR" smtClean="0"/>
              <a:t>Gloria! Gloria! Soli Deo Gloria!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DIGNE, TOI SEUL EST DIGNE JÉSUS TU ES DIGNE </a:t>
            </a:r>
          </a:p>
          <a:p>
            <a:pPr>
              <a:defRPr/>
            </a:pPr>
            <a:r>
              <a:rPr lang="fr-FR" smtClean="0"/>
              <a:t>Worthy, only you are worthy Jesus you are worthy
4-  À DIEU SEUL LA GLOIRE </a:t>
            </a:r>
          </a:p>
          <a:p>
            <a:pPr>
              <a:defRPr/>
            </a:pPr>
            <a:r>
              <a:rPr lang="fr-FR" smtClean="0"/>
              <a:t>Soli Deo Gloria!
</a:t>
            </a:r>
            <a:endParaRPr lang="fr-FR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GLOIRE! GLOIRE! À DIEU SEUL </a:t>
            </a:r>
          </a:p>
          <a:p>
            <a:r>
              <a:rPr lang="fr-FR" altLang="fr-FR" smtClean="0"/>
              <a:t>Gloria! Gloria! Soli Deo
2-  GLOIRE! GLOIRE! À DIEU SEUL LA GLOIRE ! </a:t>
            </a:r>
          </a:p>
          <a:p>
            <a:r>
              <a:rPr lang="fr-FR" altLang="fr-FR" smtClean="0"/>
              <a:t>Gloria! Gloria! Soli Deo Gloria!</a:t>
            </a:r>
          </a:p>
          <a:p>
            <a:endParaRPr lang="fr-FR" altLang="fr-FR" smtClean="0"/>
          </a:p>
          <a:p>
            <a:r>
              <a:rPr lang="fr-FR" altLang="fr-FR" smtClean="0"/>
              <a:t>3-  DIGNE, TOI SEUL EST DIGNE JÉSUS TU ES DIGNE </a:t>
            </a:r>
          </a:p>
          <a:p>
            <a:r>
              <a:rPr lang="fr-FR" altLang="fr-FR" smtClean="0"/>
              <a:t>Worthy, only you are worthy Jesus you are worthy
4-  À DIEU SEUL LA GLOIRE </a:t>
            </a:r>
          </a:p>
          <a:p>
            <a:r>
              <a:rPr lang="fr-FR" altLang="fr-FR" smtClean="0"/>
              <a:t>Soli Deo Gloria!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GLOIRE! GLOIRE! À DIEU SEUL </a:t>
            </a:r>
          </a:p>
          <a:p>
            <a:pPr>
              <a:defRPr/>
            </a:pPr>
            <a:r>
              <a:rPr lang="fr-FR" smtClean="0"/>
              <a:t>Gloria! Gloria! Soli Deo
2-  GLOIRE! GLOIRE! À DIEU SEUL LA GLOIRE ! </a:t>
            </a:r>
          </a:p>
          <a:p>
            <a:pPr>
              <a:defRPr/>
            </a:pPr>
            <a:r>
              <a:rPr lang="fr-FR" smtClean="0"/>
              <a:t>Gloria! Gloria! Soli Deo Gloria!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DIGNE, TOI SEUL EST DIGNE JÉSUS TU ES DIGNE </a:t>
            </a:r>
          </a:p>
          <a:p>
            <a:pPr>
              <a:defRPr/>
            </a:pPr>
            <a:r>
              <a:rPr lang="fr-FR" smtClean="0"/>
              <a:t>Worthy, only you are worthy Jesus you are worthy
4-  À DIEU SEUL LA GLOIRE </a:t>
            </a:r>
          </a:p>
          <a:p>
            <a:pPr>
              <a:defRPr/>
            </a:pPr>
            <a:r>
              <a:rPr lang="fr-FR" smtClean="0"/>
              <a:t>Soli Deo Gloria!
</a:t>
            </a:r>
            <a:endParaRPr lang="fr-FR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GLOIRE! GLOIRE! À DIEU SEUL </a:t>
            </a:r>
          </a:p>
          <a:p>
            <a:r>
              <a:rPr lang="fr-FR" altLang="fr-FR" smtClean="0"/>
              <a:t>Gloria! Gloria! Soli Deo
2-  GLOIRE! GLOIRE! À DIEU SEUL LA GLOIRE ! </a:t>
            </a:r>
          </a:p>
          <a:p>
            <a:r>
              <a:rPr lang="fr-FR" altLang="fr-FR" smtClean="0"/>
              <a:t>Gloria! Gloria! Soli Deo Gloria!</a:t>
            </a:r>
          </a:p>
          <a:p>
            <a:endParaRPr lang="fr-FR" altLang="fr-FR" smtClean="0"/>
          </a:p>
          <a:p>
            <a:r>
              <a:rPr lang="fr-FR" altLang="fr-FR" smtClean="0"/>
              <a:t>3-  DIGNE, TOI SEUL EST DIGNE JÉSUS TU ES DIGNE </a:t>
            </a:r>
          </a:p>
          <a:p>
            <a:r>
              <a:rPr lang="fr-FR" altLang="fr-FR" smtClean="0"/>
              <a:t>Worthy, only you are worthy Jesus you are worthy
4-  À DIEU SEUL LA GLOIRE </a:t>
            </a:r>
          </a:p>
          <a:p>
            <a:r>
              <a:rPr lang="fr-FR" altLang="fr-FR" smtClean="0"/>
              <a:t>Soli Deo Gloria!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GLOIRE! GLOIRE! À DIEU SEUL </a:t>
            </a:r>
          </a:p>
          <a:p>
            <a:pPr>
              <a:defRPr/>
            </a:pPr>
            <a:r>
              <a:rPr lang="fr-FR" smtClean="0"/>
              <a:t>Gloria! Gloria! Soli Deo
2-  GLOIRE! GLOIRE! À DIEU SEUL LA GLOIRE ! </a:t>
            </a:r>
          </a:p>
          <a:p>
            <a:pPr>
              <a:defRPr/>
            </a:pPr>
            <a:r>
              <a:rPr lang="fr-FR" smtClean="0"/>
              <a:t>Gloria! Gloria! Soli Deo Gloria!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DIGNE, TOI SEUL EST DIGNE JÉSUS TU ES DIGNE </a:t>
            </a:r>
          </a:p>
          <a:p>
            <a:pPr>
              <a:defRPr/>
            </a:pPr>
            <a:r>
              <a:rPr lang="fr-FR" smtClean="0"/>
              <a:t>Worthy, only you are worthy Jesus you are worthy
4-  À DIEU SEUL LA GLOIRE </a:t>
            </a:r>
          </a:p>
          <a:p>
            <a:pPr>
              <a:defRPr/>
            </a:pPr>
            <a:r>
              <a:rPr lang="fr-FR" smtClean="0"/>
              <a:t>Soli Deo Gloria!
</a:t>
            </a:r>
            <a:endParaRPr lang="fr-FR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GLOIRE! GLOIRE! À DIEU SEUL </a:t>
            </a:r>
          </a:p>
          <a:p>
            <a:r>
              <a:rPr lang="fr-FR" altLang="fr-FR" smtClean="0"/>
              <a:t>Gloria! Gloria! Soli Deo
2-  GLOIRE! GLOIRE! À DIEU SEUL LA GLOIRE ! </a:t>
            </a:r>
          </a:p>
          <a:p>
            <a:r>
              <a:rPr lang="fr-FR" altLang="fr-FR" smtClean="0"/>
              <a:t>Gloria! Gloria! Soli Deo Gloria!</a:t>
            </a:r>
          </a:p>
          <a:p>
            <a:endParaRPr lang="fr-FR" altLang="fr-FR" smtClean="0"/>
          </a:p>
          <a:p>
            <a:r>
              <a:rPr lang="fr-FR" altLang="fr-FR" smtClean="0"/>
              <a:t>3-  DIGNE, TOI SEUL EST DIGNE JÉSUS TU ES DIGNE </a:t>
            </a:r>
          </a:p>
          <a:p>
            <a:r>
              <a:rPr lang="fr-FR" altLang="fr-FR" smtClean="0"/>
              <a:t>Worthy, only you are worthy Jesus you are worthy
4-  À DIEU SEUL LA GLOIRE </a:t>
            </a:r>
          </a:p>
          <a:p>
            <a:r>
              <a:rPr lang="fr-FR" altLang="fr-FR" smtClean="0"/>
              <a:t>Soli Deo Gloria!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82A73-F658-448C-A8EF-697EDE2198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01CDF-C86E-463C-9702-BA4ADB945A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5F73E-77F2-461E-B91B-D236F464BB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54B0A-1755-4B58-A4ED-02F381A0C0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F04C4-79B9-47AE-B058-F1B683EB82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2952A0-4FD6-4355-BA6A-B28DF0F72A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0463F-C419-47C9-B266-22AB7F2B82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CA2076-8A42-46D0-818D-68D2EF39E0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AA99F4-DBB0-41D9-89B9-937D65323E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D7626-6210-46C7-AE53-B997C6179E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28A93-89E1-4182-8B41-F8D7BB9486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AC3171D-6C38-4EE5-A98D-8F1EB9C523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! GLOIRE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 SEUL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! GLOIRE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 SEUL LA GLOIRE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DIGNE, TOI SEUL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DIGNE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DIEU SEUL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</TotalTime>
  <Words>144</Words>
  <Application>Microsoft Office PowerPoint</Application>
  <PresentationFormat>On-screen Show (4:3)</PresentationFormat>
  <Paragraphs>63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131</cp:revision>
  <dcterms:created xsi:type="dcterms:W3CDTF">2002-08-17T10:50:50Z</dcterms:created>
  <dcterms:modified xsi:type="dcterms:W3CDTF">2015-12-27T07:53:33Z</dcterms:modified>
</cp:coreProperties>
</file>