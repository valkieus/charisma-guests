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2" r:id="rId2"/>
    <p:sldId id="297" r:id="rId3"/>
    <p:sldId id="296" r:id="rId4"/>
    <p:sldId id="295" r:id="rId5"/>
    <p:sldId id="294" r:id="rId6"/>
    <p:sldId id="293" r:id="rId7"/>
    <p:sldId id="292" r:id="rId8"/>
    <p:sldId id="291" r:id="rId9"/>
    <p:sldId id="290" r:id="rId10"/>
    <p:sldId id="289" r:id="rId11"/>
    <p:sldId id="288" r:id="rId12"/>
    <p:sldId id="287" r:id="rId13"/>
    <p:sldId id="286" r:id="rId14"/>
    <p:sldId id="285" r:id="rId15"/>
    <p:sldId id="284" r:id="rId16"/>
    <p:sldId id="283" r:id="rId17"/>
    <p:sldId id="282" r:id="rId18"/>
    <p:sldId id="281" r:id="rId19"/>
    <p:sldId id="280" r:id="rId20"/>
    <p:sldId id="279" r:id="rId21"/>
    <p:sldId id="278" r:id="rId22"/>
    <p:sldId id="277" r:id="rId23"/>
    <p:sldId id="276" r:id="rId24"/>
    <p:sldId id="275" r:id="rId25"/>
    <p:sldId id="274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62385" autoAdjust="0"/>
  </p:normalViewPr>
  <p:slideViewPr>
    <p:cSldViewPr>
      <p:cViewPr>
        <p:scale>
          <a:sx n="40" d="100"/>
          <a:sy n="40" d="100"/>
        </p:scale>
        <p:origin x="-246" y="-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2384897-B6B9-4705-ABA1-09CCF815BB9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FC76FD1-CFE1-4D6C-AE44-9A3242A38E5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</a:t>
            </a:r>
          </a:p>
          <a:p>
            <a:pPr>
              <a:defRPr/>
            </a:pPr>
            <a:r>
              <a:rPr lang="fr-FR" smtClean="0"/>
              <a:t>2-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3-  SA VIE ÉTAIT DURE ELLE TRAVAILLAIT DANS LES CHAMPS </a:t>
            </a:r>
          </a:p>
          <a:p>
            <a:pPr>
              <a:defRPr/>
            </a:pPr>
            <a:r>
              <a:rPr lang="fr-FR" smtClean="0"/>
              <a:t>Her life was a hard one she worked in the fields</a:t>
            </a:r>
          </a:p>
          <a:p>
            <a:pPr>
              <a:defRPr/>
            </a:pPr>
            <a:r>
              <a:rPr lang="fr-FR" smtClean="0"/>
              <a:t>4-  POUR VOIR COMBIEN DE COTON UN HECTARE POUVAIT PRODUIRE </a:t>
            </a:r>
          </a:p>
          <a:p>
            <a:pPr>
              <a:defRPr/>
            </a:pPr>
            <a:r>
              <a:rPr lang="fr-FR" smtClean="0"/>
              <a:t>To see how much cotton an acre could yield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UN MARI, QUELQUES ENFANTS ET UNE VIEILLE CABANE </a:t>
            </a:r>
          </a:p>
          <a:p>
            <a:pPr>
              <a:defRPr/>
            </a:pPr>
            <a:r>
              <a:rPr lang="fr-FR" smtClean="0"/>
              <a:t>A husband some children and an old clapboard shack
6-  LE SOLEIL FRAPPAIT SUR SON DOS DOULOUREUX </a:t>
            </a:r>
          </a:p>
          <a:p>
            <a:pPr>
              <a:defRPr/>
            </a:pPr>
            <a:r>
              <a:rPr 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pPr>
              <a:defRPr/>
            </a:pPr>
            <a:r>
              <a:rPr lang="fr-FR" smtClean="0"/>
              <a:t>8-  ET DÉJÀ LE SEIGNEUR ÉTAIT À L'ŒUVRE </a:t>
            </a:r>
          </a:p>
          <a:p>
            <a:pPr>
              <a:defRPr/>
            </a:pPr>
            <a:r>
              <a:rPr lang="fr-FR" smtClean="0"/>
              <a:t>Right there beside the Lord was at work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PLANTANT LES SEMENCES DE L'HÉRITAGE DE L’AMOUR </a:t>
            </a:r>
          </a:p>
          <a:p>
            <a:pPr>
              <a:defRPr/>
            </a:pPr>
            <a:r>
              <a:rPr lang="fr-FR" smtClean="0"/>
              <a:t>	Planting the seeds of Love's legacy
	10-  TRANSMETTANT SA FIDÉLITÉ JUSQU’À MOI </a:t>
            </a:r>
          </a:p>
          <a:p>
            <a:pPr>
              <a:defRPr/>
            </a:pPr>
            <a:r>
              <a:rPr lang="fr-FR" smtClean="0"/>
              <a:t>	Passing her faithfulness right down to me
	11-  ECRIVANT LE CHANT DE MON DESTIN</a:t>
            </a:r>
          </a:p>
          <a:p>
            <a:pPr>
              <a:defRPr/>
            </a:pPr>
            <a:r>
              <a:rPr lang="fr-FR" smtClean="0"/>
              <a:t>	Writing the song of my destiny 
	12-  JE SUIS ICI À CAUSE DE L'HÉRITAGE DE SON AMOUR </a:t>
            </a:r>
          </a:p>
          <a:p>
            <a:pPr>
              <a:defRPr/>
            </a:pPr>
            <a:r>
              <a:rPr lang="fr-FR" smtClean="0"/>
              <a:t>	I stand here because of her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DANS UNE CHAUDE SOIRÉE D’AOÛT UNE BELLE PETITE FILLE </a:t>
            </a:r>
          </a:p>
          <a:p>
            <a:pPr>
              <a:defRPr/>
            </a:pPr>
            <a:r>
              <a:rPr lang="fr-FR" smtClean="0"/>
              <a:t>On a hot August evening a fine baby girl</a:t>
            </a:r>
          </a:p>
          <a:p>
            <a:pPr>
              <a:defRPr/>
            </a:pPr>
            <a:r>
              <a:rPr lang="fr-FR" smtClean="0"/>
              <a:t>14-  EST NÉE DE LA JEUNE ANNIE ET UN CHANT A REMPLI SON MONDE </a:t>
            </a:r>
          </a:p>
          <a:p>
            <a:pPr>
              <a:defRPr/>
            </a:pPr>
            <a:r>
              <a:rPr lang="fr-FR" smtClean="0"/>
              <a:t>Was born to young Annie and a song filled her world
15-  DEVANT LES ANGES ELLE A FAIT CE VŒUX </a:t>
            </a:r>
          </a:p>
          <a:p>
            <a:pPr>
              <a:defRPr/>
            </a:pPr>
            <a:r>
              <a:rPr lang="fr-FR" smtClean="0"/>
              <a:t>The angels crept forward as she made a vow</a:t>
            </a:r>
          </a:p>
          <a:p>
            <a:pPr>
              <a:defRPr/>
            </a:pPr>
            <a:r>
              <a:rPr lang="fr-FR" smtClean="0"/>
              <a:t>16-  LA VIE DE SA FILLE SERAIT MEILLEURE </a:t>
            </a:r>
          </a:p>
          <a:p>
            <a:pPr>
              <a:defRPr/>
            </a:pPr>
            <a:r>
              <a:rPr lang="fr-FR" smtClean="0"/>
              <a:t>This little girls life would be better somehow</a:t>
            </a:r>
          </a:p>
          <a:p>
            <a:pPr>
              <a:defRPr/>
            </a:pPr>
            <a:r>
              <a:rPr lang="fr-FR" smtClean="0"/>
              <a:t>17-  COMME SA FILLE GRANDISSAIT ANNIE S'EST RÉJOUIE </a:t>
            </a:r>
          </a:p>
          <a:p>
            <a:pPr>
              <a:defRPr/>
            </a:pPr>
            <a:r>
              <a:rPr lang="fr-FR" smtClean="0"/>
              <a:t>As her daughter grew older Annie rejoiced
18-  D’ENTENDRE LA VOIX SI BELLE DE SA FILLE </a:t>
            </a:r>
          </a:p>
          <a:p>
            <a:pPr>
              <a:defRPr/>
            </a:pPr>
            <a:r>
              <a:rPr lang="fr-FR" smtClean="0"/>
              <a:t>To hear the rare beauty of her little girls voice
19-  ELLE A TROUVÉ UN PIANO ET AND PINCHED EVERY DIME </a:t>
            </a:r>
          </a:p>
          <a:p>
            <a:pPr>
              <a:defRPr/>
            </a:pPr>
            <a:r>
              <a:rPr lang="fr-FR" smtClean="0"/>
              <a:t>She found a piano and pinched every dime
20-  ET A COMMENCÉ UNE SYMPHONIE QUI TRAVERSE LE TEMPS </a:t>
            </a:r>
          </a:p>
          <a:p>
            <a:pPr>
              <a:defRPr/>
            </a:pPr>
            <a:r>
              <a:rPr lang="fr-FR" smtClean="0"/>
              <a:t>And started a symphony dancing through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
21-  DE MON ARRIÈRE GRAND-MÈRE À MA GRAND-MÈRE </a:t>
            </a:r>
          </a:p>
          <a:p>
            <a:pPr>
              <a:defRPr/>
            </a:pPr>
            <a:r>
              <a:rPr lang="fr-FR" smtClean="0"/>
              <a:t>Great grandma to grandma, 
22-  DE MAMAN À MOI A TRAVERS 4 GÉNÉRATIONS </a:t>
            </a:r>
          </a:p>
          <a:p>
            <a:pPr>
              <a:defRPr/>
            </a:pPr>
            <a:r>
              <a:rPr lang="fr-FR" smtClean="0"/>
              <a:t>mama to me Through four generations 
23-  D’HÉRITAGE D’AMOUR D’HÉRITAGE D’AMOUR </a:t>
            </a:r>
          </a:p>
          <a:p>
            <a:pPr>
              <a:defRPr/>
            </a:pPr>
            <a:r>
              <a:rPr lang="fr-FR" smtClean="0"/>
              <a:t>of love's legacy Of love's legacy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smtClean="0"/>
              <a:t>Oh my great grandma Annie we never did meet 
25-  MAIS LE CHANT DE SON HÉRITAGE JOUE EN MOI </a:t>
            </a:r>
          </a:p>
          <a:p>
            <a:pPr>
              <a:defRPr/>
            </a:pPr>
            <a:r>
              <a:rPr lang="fr-FR" smtClean="0"/>
              <a:t>But the song of her legacy plays on me
</a:t>
            </a: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3-  SA VIE ÉTAIT DURE ELLE TRAVAILLAIT DANS LES CHAMPS </a:t>
            </a:r>
          </a:p>
          <a:p>
            <a:pPr>
              <a:defRPr/>
            </a:pPr>
            <a:r>
              <a:rPr lang="fr-FR" dirty="0" err="1" smtClean="0"/>
              <a:t>Her</a:t>
            </a:r>
            <a:r>
              <a:rPr lang="fr-FR" dirty="0" smtClean="0"/>
              <a:t> life </a:t>
            </a:r>
            <a:r>
              <a:rPr lang="fr-FR" dirty="0" err="1" smtClean="0"/>
              <a:t>was</a:t>
            </a:r>
            <a:r>
              <a:rPr lang="fr-FR" dirty="0" smtClean="0"/>
              <a:t> a hard one </a:t>
            </a: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worked</a:t>
            </a:r>
            <a:r>
              <a:rPr lang="fr-FR" dirty="0" smtClean="0"/>
              <a:t> in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POUR VOIR COMBIEN DE COTON UN HECTARE POUVAIT PRODUIRE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see</a:t>
            </a:r>
            <a:r>
              <a:rPr lang="fr-FR" dirty="0" smtClean="0"/>
              <a:t> how </a:t>
            </a:r>
            <a:r>
              <a:rPr lang="fr-FR" dirty="0" err="1" smtClean="0"/>
              <a:t>much</a:t>
            </a:r>
            <a:r>
              <a:rPr lang="fr-FR" dirty="0" smtClean="0"/>
              <a:t> </a:t>
            </a:r>
            <a:r>
              <a:rPr lang="fr-FR" dirty="0" err="1" smtClean="0"/>
              <a:t>cotton</a:t>
            </a:r>
            <a:r>
              <a:rPr lang="fr-FR" dirty="0" smtClean="0"/>
              <a:t> an acre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yield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UN MARI, QUELQUES ENFANTS ET UNE VIEILLE CABANE </a:t>
            </a:r>
          </a:p>
          <a:p>
            <a:pPr>
              <a:defRPr/>
            </a:pPr>
            <a:r>
              <a:rPr lang="fr-FR" dirty="0" smtClean="0"/>
              <a:t>A </a:t>
            </a:r>
            <a:r>
              <a:rPr lang="fr-FR" dirty="0" err="1" smtClean="0"/>
              <a:t>husband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 and an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clapboard</a:t>
            </a:r>
            <a:r>
              <a:rPr lang="fr-FR" dirty="0" smtClean="0"/>
              <a:t> </a:t>
            </a:r>
            <a:r>
              <a:rPr lang="fr-FR" dirty="0" err="1" smtClean="0"/>
              <a:t>shack</a:t>
            </a:r>
            <a:r>
              <a:rPr lang="fr-FR" dirty="0" smtClean="0"/>
              <a:t>
6-  LE SOLEIL FRAPPAIT SUR SON DOS DOULOUREUX </a:t>
            </a:r>
          </a:p>
          <a:p>
            <a:pPr>
              <a:defRPr/>
            </a:pPr>
            <a:r>
              <a:rPr lang="fr-FR" dirty="0" smtClean="0"/>
              <a:t>Sun </a:t>
            </a:r>
            <a:r>
              <a:rPr lang="fr-FR" dirty="0" err="1" smtClean="0"/>
              <a:t>beating</a:t>
            </a:r>
            <a:r>
              <a:rPr lang="fr-FR" dirty="0" smtClean="0"/>
              <a:t> down on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worn</a:t>
            </a:r>
            <a:r>
              <a:rPr lang="fr-FR" dirty="0" smtClean="0"/>
              <a:t> </a:t>
            </a:r>
            <a:r>
              <a:rPr lang="fr-FR" dirty="0" err="1" smtClean="0"/>
              <a:t>aching</a:t>
            </a:r>
            <a:r>
              <a:rPr lang="fr-FR" dirty="0" smtClean="0"/>
              <a:t> back
7-  ET SES MAINS ONT PERDU LEUR BEAUTÉ DANS LA POUSSIÈRE NOIRE DU TEXAS 
As </a:t>
            </a:r>
            <a:r>
              <a:rPr lang="fr-FR" dirty="0" err="1" smtClean="0"/>
              <a:t>her</a:t>
            </a:r>
            <a:r>
              <a:rPr lang="fr-FR" dirty="0" smtClean="0"/>
              <a:t> hands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their</a:t>
            </a:r>
            <a:r>
              <a:rPr lang="fr-FR" dirty="0" smtClean="0"/>
              <a:t> beauty in the black Texas </a:t>
            </a:r>
            <a:r>
              <a:rPr lang="fr-FR" dirty="0" err="1" smtClean="0"/>
              <a:t>dirt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ET DÉJÀ LE SEIGNEUR ÉTAIT À L'ŒUVRE </a:t>
            </a:r>
          </a:p>
          <a:p>
            <a:pPr>
              <a:defRPr/>
            </a:pPr>
            <a:r>
              <a:rPr lang="fr-FR" dirty="0" smtClean="0"/>
              <a:t>Right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beside</a:t>
            </a:r>
            <a:r>
              <a:rPr lang="fr-FR" dirty="0" smtClean="0"/>
              <a:t> the Lord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PLANTANT LES SEMENCES DE L'HÉRITAGE DE L’AMOUR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Planting</a:t>
            </a:r>
            <a:r>
              <a:rPr lang="fr-FR" dirty="0" smtClean="0"/>
              <a:t> the </a:t>
            </a:r>
            <a:r>
              <a:rPr lang="fr-FR" dirty="0" err="1" smtClean="0"/>
              <a:t>seeds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
	10-  TRANSMETTANT SA FIDÉLITÉ JUSQU’À MOI </a:t>
            </a:r>
          </a:p>
          <a:p>
            <a:pPr>
              <a:defRPr/>
            </a:pPr>
            <a:r>
              <a:rPr lang="fr-FR" dirty="0" smtClean="0"/>
              <a:t>	Passing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faithfulness</a:t>
            </a:r>
            <a:r>
              <a:rPr lang="fr-FR" dirty="0" smtClean="0"/>
              <a:t> right down to me
	11-  ECRIVANT LE CHANT DE MON DESTIN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Writing</a:t>
            </a:r>
            <a:r>
              <a:rPr lang="fr-FR" dirty="0" smtClean="0"/>
              <a:t>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r>
              <a:rPr lang="fr-FR" dirty="0" smtClean="0"/>
              <a:t> 
	12-  JE SUIS ICI À CAUSE DE L'HÉRITAGE DE SON AMOUR </a:t>
            </a:r>
          </a:p>
          <a:p>
            <a:pPr>
              <a:defRPr/>
            </a:pPr>
            <a:r>
              <a:rPr lang="fr-FR" dirty="0" smtClean="0"/>
              <a:t>	I stand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DANS UNE CHAUDE SOIRÉE D’AOÛT UNE BELLE PETITE FILLE </a:t>
            </a:r>
          </a:p>
          <a:p>
            <a:pPr>
              <a:defRPr/>
            </a:pPr>
            <a:r>
              <a:rPr lang="fr-FR" dirty="0" smtClean="0"/>
              <a:t>On a hot August </a:t>
            </a:r>
            <a:r>
              <a:rPr lang="fr-FR" dirty="0" err="1" smtClean="0"/>
              <a:t>evening</a:t>
            </a:r>
            <a:r>
              <a:rPr lang="fr-FR" dirty="0" smtClean="0"/>
              <a:t> a fine baby girl</a:t>
            </a:r>
          </a:p>
          <a:p>
            <a:pPr>
              <a:defRPr/>
            </a:pPr>
            <a:r>
              <a:rPr lang="fr-FR" dirty="0" smtClean="0"/>
              <a:t>14-  EST NÉE DE LA JEUNE ANNIE ET UN CHANT A REMPLI SON MONDE </a:t>
            </a:r>
          </a:p>
          <a:p>
            <a:pPr>
              <a:defRPr/>
            </a:pP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to </a:t>
            </a:r>
            <a:r>
              <a:rPr lang="fr-FR" dirty="0" err="1" smtClean="0"/>
              <a:t>young</a:t>
            </a:r>
            <a:r>
              <a:rPr lang="fr-FR" dirty="0" smtClean="0"/>
              <a:t> Annie and a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her</a:t>
            </a:r>
            <a:r>
              <a:rPr lang="fr-FR" dirty="0" smtClean="0"/>
              <a:t> world
15-  DEVANT LES ANGES ELLE A FAIT CE VŒUX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crept</a:t>
            </a:r>
            <a:r>
              <a:rPr lang="fr-FR" dirty="0" smtClean="0"/>
              <a:t> </a:t>
            </a:r>
            <a:r>
              <a:rPr lang="fr-FR" dirty="0" err="1" smtClean="0"/>
              <a:t>forward</a:t>
            </a:r>
            <a:r>
              <a:rPr lang="fr-FR" dirty="0" smtClean="0"/>
              <a:t> as </a:t>
            </a:r>
            <a:r>
              <a:rPr lang="fr-FR" dirty="0" err="1" smtClean="0"/>
              <a:t>she</a:t>
            </a:r>
            <a:r>
              <a:rPr lang="fr-FR" dirty="0" smtClean="0"/>
              <a:t> made a </a:t>
            </a:r>
            <a:r>
              <a:rPr lang="fr-FR" dirty="0" err="1" smtClean="0"/>
              <a:t>vow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LA VIE DE SA FILLE SERAIT MEILLEURE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little</a:t>
            </a:r>
            <a:r>
              <a:rPr lang="fr-FR" dirty="0" smtClean="0"/>
              <a:t> girls life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somehow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17-  COMME SA FILLE GRANDISSAIT ANNIE S'EST RÉJOUIE </a:t>
            </a:r>
          </a:p>
          <a:p>
            <a:pPr>
              <a:defRPr/>
            </a:pPr>
            <a:r>
              <a:rPr lang="fr-FR" dirty="0" smtClean="0"/>
              <a:t>As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daughter</a:t>
            </a:r>
            <a:r>
              <a:rPr lang="fr-FR" dirty="0" smtClean="0"/>
              <a:t> </a:t>
            </a:r>
            <a:r>
              <a:rPr lang="fr-FR" dirty="0" err="1" smtClean="0"/>
              <a:t>grew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r>
              <a:rPr lang="fr-FR" dirty="0" smtClean="0"/>
              <a:t> Annie </a:t>
            </a:r>
            <a:r>
              <a:rPr lang="fr-FR" dirty="0" err="1" smtClean="0"/>
              <a:t>rejoiced</a:t>
            </a:r>
            <a:r>
              <a:rPr lang="fr-FR" dirty="0" smtClean="0"/>
              <a:t>
18-  D’ENTENDRE LA VOIX SI BELLE DE SA FILLE </a:t>
            </a:r>
          </a:p>
          <a:p>
            <a:pPr>
              <a:defRPr/>
            </a:pPr>
            <a:r>
              <a:rPr lang="fr-FR" dirty="0" smtClean="0"/>
              <a:t>To </a:t>
            </a:r>
            <a:r>
              <a:rPr lang="fr-FR" dirty="0" err="1" smtClean="0"/>
              <a:t>hear</a:t>
            </a:r>
            <a:r>
              <a:rPr lang="fr-FR" dirty="0" smtClean="0"/>
              <a:t> the rare beauty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girls </a:t>
            </a:r>
            <a:r>
              <a:rPr lang="fr-FR" dirty="0" err="1" smtClean="0"/>
              <a:t>voice</a:t>
            </a:r>
            <a:r>
              <a:rPr lang="fr-FR" dirty="0" smtClean="0"/>
              <a:t>
19-  ELLE A TROUVÉ UN PIANO ET AND PINCHED EVERY DIME </a:t>
            </a:r>
          </a:p>
          <a:p>
            <a:pPr>
              <a:defRPr/>
            </a:pPr>
            <a:r>
              <a:rPr lang="fr-FR" dirty="0" err="1" smtClean="0"/>
              <a:t>She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a piano and </a:t>
            </a:r>
            <a:r>
              <a:rPr lang="fr-FR" dirty="0" err="1" smtClean="0"/>
              <a:t>pinched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dime
20-  ET A COMMENCÉ UNE SYMPHONIE QUI TRAVERSE LE TEMPS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started</a:t>
            </a:r>
            <a:r>
              <a:rPr lang="fr-FR" dirty="0" smtClean="0"/>
              <a:t> a </a:t>
            </a:r>
            <a:r>
              <a:rPr lang="fr-FR" dirty="0" err="1" smtClean="0"/>
              <a:t>symphony</a:t>
            </a:r>
            <a:r>
              <a:rPr lang="fr-FR" dirty="0" smtClean="0"/>
              <a:t> dancing </a:t>
            </a:r>
            <a:r>
              <a:rPr lang="fr-FR" dirty="0" err="1" smtClean="0"/>
              <a:t>through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
21-  DE MON ARRIÈRE GRAND-MÈRE À MA GRAND-MÈRE </a:t>
            </a:r>
          </a:p>
          <a:p>
            <a:pPr>
              <a:defRPr/>
            </a:pPr>
            <a:r>
              <a:rPr lang="fr-FR" dirty="0" smtClean="0"/>
              <a:t>Great </a:t>
            </a:r>
            <a:r>
              <a:rPr lang="fr-FR" dirty="0" err="1" smtClean="0"/>
              <a:t>grandma</a:t>
            </a:r>
            <a:r>
              <a:rPr lang="fr-FR" dirty="0" smtClean="0"/>
              <a:t> to </a:t>
            </a:r>
            <a:r>
              <a:rPr lang="fr-FR" dirty="0" err="1" smtClean="0"/>
              <a:t>grandma</a:t>
            </a:r>
            <a:r>
              <a:rPr lang="fr-FR" dirty="0" smtClean="0"/>
              <a:t>, 
22-  DE MAMAN À MOI A TRAVERS 4 GÉNÉRATIONS </a:t>
            </a:r>
          </a:p>
          <a:p>
            <a:pPr>
              <a:defRPr/>
            </a:pPr>
            <a:r>
              <a:rPr lang="fr-FR" dirty="0" err="1" smtClean="0"/>
              <a:t>mama</a:t>
            </a:r>
            <a:r>
              <a:rPr lang="fr-FR" dirty="0" smtClean="0"/>
              <a:t> to me </a:t>
            </a:r>
            <a:r>
              <a:rPr lang="fr-FR" dirty="0" err="1" smtClean="0"/>
              <a:t>Through</a:t>
            </a:r>
            <a:r>
              <a:rPr lang="fr-FR" dirty="0" smtClean="0"/>
              <a:t> four </a:t>
            </a:r>
            <a:r>
              <a:rPr lang="fr-FR" dirty="0" err="1" smtClean="0"/>
              <a:t>generations</a:t>
            </a:r>
            <a:r>
              <a:rPr lang="fr-FR" dirty="0" smtClean="0"/>
              <a:t> 
23-  D’HÉRITAGE D’AMOUR D’HÉRITAGE D’AMOUR </a:t>
            </a:r>
          </a:p>
          <a:p>
            <a:pPr>
              <a:defRPr/>
            </a:pPr>
            <a:r>
              <a:rPr lang="fr-FR" dirty="0" smtClean="0"/>
              <a:t>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Of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MON ARRIÈRE GRAND-MÈRE ANNIE NOUS NE L’AVONS JAMAIS RENCONTRÉE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grandma</a:t>
            </a:r>
            <a:r>
              <a:rPr lang="fr-FR" dirty="0" smtClean="0"/>
              <a:t> Annie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meet</a:t>
            </a:r>
            <a:r>
              <a:rPr lang="fr-FR" dirty="0" smtClean="0"/>
              <a:t> 
25-  MAIS LE CHANT DE SON HÉRITAGE JOUE EN MOI </a:t>
            </a:r>
          </a:p>
          <a:p>
            <a:pPr>
              <a:defRPr/>
            </a:pPr>
            <a:r>
              <a:rPr lang="fr-FR" dirty="0" smtClean="0"/>
              <a:t>But the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her</a:t>
            </a:r>
            <a:r>
              <a:rPr lang="fr-FR" dirty="0" smtClean="0"/>
              <a:t> </a:t>
            </a:r>
            <a:r>
              <a:rPr lang="fr-FR" dirty="0" err="1" smtClean="0"/>
              <a:t>legacy</a:t>
            </a:r>
            <a:r>
              <a:rPr lang="fr-FR" dirty="0" smtClean="0"/>
              <a:t> </a:t>
            </a:r>
            <a:r>
              <a:rPr lang="fr-FR" dirty="0" err="1" smtClean="0"/>
              <a:t>plays</a:t>
            </a:r>
            <a:r>
              <a:rPr lang="fr-FR" dirty="0" smtClean="0"/>
              <a:t> on me
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ARRIÈRE GRAND-MÈRE ANNIE NOUS NE L’AVONS JAMAIS RENCONTRÉE</a:t>
            </a:r>
          </a:p>
          <a:p>
            <a:r>
              <a:rPr lang="fr-FR" altLang="fr-FR" smtClean="0"/>
              <a:t>Oh my great grandma Annie we never did meet</a:t>
            </a:r>
          </a:p>
          <a:p>
            <a:r>
              <a:rPr lang="fr-FR" altLang="fr-FR" smtClean="0"/>
              <a:t>2-  MAIS LE CHANT DE SON HÉRITAGE JOUE EN MOI </a:t>
            </a:r>
          </a:p>
          <a:p>
            <a:r>
              <a:rPr lang="fr-FR" altLang="fr-FR" smtClean="0"/>
              <a:t>But the song of her legacy plays on me
3-  SA VIE ÉTAIT DURE ELLE TRAVAILLAIT DANS LES CHAMPS </a:t>
            </a:r>
          </a:p>
          <a:p>
            <a:r>
              <a:rPr lang="fr-FR" altLang="fr-FR" smtClean="0"/>
              <a:t>Her life was a hard one she worked in the fields</a:t>
            </a:r>
          </a:p>
          <a:p>
            <a:r>
              <a:rPr lang="fr-FR" altLang="fr-FR" smtClean="0"/>
              <a:t>4-  POUR VOIR COMBIEN DE COTON UN HECTARE POUVAIT PRODUIRE </a:t>
            </a:r>
          </a:p>
          <a:p>
            <a:r>
              <a:rPr lang="fr-FR" altLang="fr-FR" smtClean="0"/>
              <a:t>To see how much cotton an acre could yield</a:t>
            </a:r>
          </a:p>
          <a:p>
            <a:endParaRPr lang="fr-FR" altLang="fr-FR" smtClean="0"/>
          </a:p>
          <a:p>
            <a:r>
              <a:rPr lang="fr-FR" altLang="fr-FR" smtClean="0"/>
              <a:t>5-  UN MARI, QUELQUES ENFANTS ET UNE VIEILLE CABANE </a:t>
            </a:r>
          </a:p>
          <a:p>
            <a:r>
              <a:rPr lang="fr-FR" altLang="fr-FR" smtClean="0"/>
              <a:t>A husband some children and an old clapboard shack
6-  LE SOLEIL FRAPPAIT SUR SON DOS DOULOUREUX </a:t>
            </a:r>
          </a:p>
          <a:p>
            <a:r>
              <a:rPr lang="fr-FR" altLang="fr-FR" smtClean="0"/>
              <a:t>Sun beating down on her worn aching back
7-  ET SES MAINS ONT PERDU LEUR BEAUTÉ DANS LA POUSSIÈRE NOIRE DU TEXAS 
As her hands lost their beauty in the black Texas dirt</a:t>
            </a:r>
          </a:p>
          <a:p>
            <a:r>
              <a:rPr lang="fr-FR" altLang="fr-FR" smtClean="0"/>
              <a:t>8-  ET DÉJÀ LE SEIGNEUR ÉTAIT À L'ŒUVRE </a:t>
            </a:r>
          </a:p>
          <a:p>
            <a:r>
              <a:rPr lang="fr-FR" altLang="fr-FR" smtClean="0"/>
              <a:t>Right there beside the Lord was at work</a:t>
            </a:r>
          </a:p>
          <a:p>
            <a:endParaRPr lang="fr-FR" altLang="fr-FR" smtClean="0"/>
          </a:p>
          <a:p>
            <a:r>
              <a:rPr lang="fr-FR" altLang="fr-FR" smtClean="0"/>
              <a:t>	9-  PLANTANT LES SEMENCES DE L'HÉRITAGE DE L’AMOUR </a:t>
            </a:r>
          </a:p>
          <a:p>
            <a:r>
              <a:rPr lang="fr-FR" altLang="fr-FR" smtClean="0"/>
              <a:t>	Planting the seeds of Love's legacy
	10-  TRANSMETTANT SA FIDÉLITÉ JUSQU’À MOI </a:t>
            </a:r>
          </a:p>
          <a:p>
            <a:r>
              <a:rPr lang="fr-FR" altLang="fr-FR" smtClean="0"/>
              <a:t>	Passing her faithfulness right down to me
	11-  ECRIVANT LE CHANT DE MON DESTIN</a:t>
            </a:r>
          </a:p>
          <a:p>
            <a:r>
              <a:rPr lang="fr-FR" altLang="fr-FR" smtClean="0"/>
              <a:t>	Writing the song of my destiny 
	12-  JE SUIS ICI À CAUSE DE L'HÉRITAGE DE SON AMOUR </a:t>
            </a:r>
          </a:p>
          <a:p>
            <a:r>
              <a:rPr lang="fr-FR" altLang="fr-FR" smtClean="0"/>
              <a:t>	I stand here because of her love's legacy</a:t>
            </a:r>
          </a:p>
          <a:p>
            <a:endParaRPr lang="fr-FR" altLang="fr-FR" smtClean="0"/>
          </a:p>
          <a:p>
            <a:r>
              <a:rPr lang="fr-FR" altLang="fr-FR" smtClean="0"/>
              <a:t>13-  DANS UNE CHAUDE SOIRÉE D’AOÛT UNE BELLE PETITE FILLE </a:t>
            </a:r>
          </a:p>
          <a:p>
            <a:r>
              <a:rPr lang="fr-FR" altLang="fr-FR" smtClean="0"/>
              <a:t>On a hot August evening a fine baby girl</a:t>
            </a:r>
          </a:p>
          <a:p>
            <a:r>
              <a:rPr lang="fr-FR" altLang="fr-FR" smtClean="0"/>
              <a:t>14-  EST NÉE DE LA JEUNE ANNIE ET UN CHANT A REMPLI SON MONDE </a:t>
            </a:r>
          </a:p>
          <a:p>
            <a:r>
              <a:rPr lang="fr-FR" altLang="fr-FR" smtClean="0"/>
              <a:t>Was born to young Annie and a song filled her world
15-  DEVANT LES ANGES ELLE A FAIT CE VŒUX </a:t>
            </a:r>
          </a:p>
          <a:p>
            <a:r>
              <a:rPr lang="fr-FR" altLang="fr-FR" smtClean="0"/>
              <a:t>The angels crept forward as she made a vow</a:t>
            </a:r>
          </a:p>
          <a:p>
            <a:r>
              <a:rPr lang="fr-FR" altLang="fr-FR" smtClean="0"/>
              <a:t>16-  LA VIE DE SA FILLE SERAIT MEILLEURE </a:t>
            </a:r>
          </a:p>
          <a:p>
            <a:r>
              <a:rPr lang="fr-FR" altLang="fr-FR" smtClean="0"/>
              <a:t>This little girls life would be better somehow</a:t>
            </a:r>
          </a:p>
          <a:p>
            <a:r>
              <a:rPr lang="fr-FR" altLang="fr-FR" smtClean="0"/>
              <a:t>17-  COMME SA FILLE GRANDISSAIT ANNIE S'EST RÉJOUIE </a:t>
            </a:r>
          </a:p>
          <a:p>
            <a:r>
              <a:rPr lang="fr-FR" altLang="fr-FR" smtClean="0"/>
              <a:t>As her daughter grew older Annie rejoiced
18-  D’ENTENDRE LA VOIX SI BELLE DE SA FILLE </a:t>
            </a:r>
          </a:p>
          <a:p>
            <a:r>
              <a:rPr lang="fr-FR" altLang="fr-FR" smtClean="0"/>
              <a:t>To hear the rare beauty of her little girls voice
19-  ELLE A TROUVÉ UN PIANO ET AND PINCHED EVERY DIME </a:t>
            </a:r>
          </a:p>
          <a:p>
            <a:r>
              <a:rPr lang="fr-FR" altLang="fr-FR" smtClean="0"/>
              <a:t>She found a piano and pinched every dime
20-  ET A COMMENCÉ UNE SYMPHONIE QUI TRAVERSE LE TEMPS </a:t>
            </a:r>
          </a:p>
          <a:p>
            <a:r>
              <a:rPr lang="fr-FR" altLang="fr-FR" smtClean="0"/>
              <a:t>And started a symphony dancing through time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Pont 
21-  DE MON ARRIÈRE GRAND-MÈRE À MA GRAND-MÈRE </a:t>
            </a:r>
          </a:p>
          <a:p>
            <a:r>
              <a:rPr lang="fr-FR" altLang="fr-FR" smtClean="0"/>
              <a:t>Great grandma to grandma, 
22-  DE MAMAN À MOI A TRAVERS 4 GÉNÉRATIONS </a:t>
            </a:r>
          </a:p>
          <a:p>
            <a:r>
              <a:rPr lang="fr-FR" altLang="fr-FR" smtClean="0"/>
              <a:t>mama to me Through four generations 
23-  D’HÉRITAGE D’AMOUR D’HÉRITAGE D’AMOUR </a:t>
            </a:r>
          </a:p>
          <a:p>
            <a:r>
              <a:rPr lang="fr-FR" altLang="fr-FR" smtClean="0"/>
              <a:t>of love's legacy Of love's legacy</a:t>
            </a:r>
          </a:p>
          <a:p>
            <a:endParaRPr lang="fr-FR" altLang="fr-FR" smtClean="0"/>
          </a:p>
          <a:p>
            <a:r>
              <a:rPr lang="fr-FR" altLang="fr-FR" smtClean="0"/>
              <a:t>24-  MON ARRIÈRE GRAND-MÈRE ANNIE NOUS NE L’AVONS JAMAIS RENCONTRÉE</a:t>
            </a:r>
          </a:p>
          <a:p>
            <a:r>
              <a:rPr lang="fr-FR" altLang="fr-FR" smtClean="0"/>
              <a:t>Oh my great grandma Annie we never did meet 
25-  MAIS LE CHANT DE SON HÉRITAGE JOUE EN MOI </a:t>
            </a:r>
          </a:p>
          <a:p>
            <a:r>
              <a:rPr lang="fr-FR" altLang="fr-FR" smtClean="0"/>
              <a:t>But the song of her legacy plays on me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A477F-8ACA-4BAB-9A67-1CB45BD74D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868B3-431A-45B7-A698-FD0AB7670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BFCB4-1BB3-4C80-892D-F9EE5C3F55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D01EE-2B7D-4CD7-99B5-EE37B938D7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4E7A1-B6AD-47BF-9D2E-3186814F11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2B8F9-F434-49EA-A058-4FD1680311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62F12-AB70-40AC-A0EC-B6A54701DA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4D739-AACC-4939-8C4A-20F80307C7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079D71-C987-4707-BAEC-EDB7E0CBC1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885DF9-4C69-4114-8D28-1867A19B52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E8C04-3980-4082-BB16-FF532657D6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910246B-7CA9-425E-84BB-5A3EA358EF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ARRIÈRE GRAND-MÈRE ANNIE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L’AVONS JAMAIS RENCONTRÉE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LE CHANT DE SON HÉRITAGE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JOUE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VIE ÉTAIT DURE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TRAVAILLAIT DANS LES CHAMPS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VOIR COMBIEN DE COTON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 HECTARE POUVAIT PRODUIRE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MARI, QUELQUES ENFANTS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UNE VIEILLE CABANE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SOLEIL FRAPPAIT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SON DOS DOULOUREUX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SES MAINS ONT PERDU LEUR BEAUTÉ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POUSSIÈRE NOIRE DU TEXAS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DÉJÀ LE SEIGNEUR ÉTAIT À L'ŒUVRE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PLANTANT LES SEMENCES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L'HÉRITAGE DE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TRANSMETTANT SA FIDÉLITÉ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ÉCRIVANT LE CHANT DE MON DESTIN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ICI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CAUSE DE L'HÉRITAGE DE SON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UNE CHAUDE SOIRÉE D’AOÛT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BELLE PETITE FILLE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NÉE DE LA JEUNE ANNIE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 CHANT A REMPLI SON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LES ANGES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A FAIT CE VŒU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VIE DE SA FILLE SERAIT MEILLEURE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SA FILLE GRANDISSAIT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ANNIE S'EST RÉJOUIE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D’ENTENDRE LA VOIX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BELLE DE SA FILLE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TROUVA UN PIANO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UN PRIX ABORDABLE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A COMMENCÉ UNE SYMPHONIE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TRAVERSE LE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ARRIÈRE GRAND-MÈRE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MA GRAND-MÈRE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MAMAN À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TRAVERS QUATRE GÉNÉRATIONS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D’HÉRITAGE D’AMOUR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D’HÉRITAGE D’AMOUR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ARRIÈRE GRAND-MÈRE ANNIE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L’AVONS JAMAIS RENCONTRÉE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LE CHANT DE SON HÉRITAGE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JOUE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2103</Words>
  <Application>Microsoft Office PowerPoint</Application>
  <PresentationFormat>On-screen Show (4:3)</PresentationFormat>
  <Paragraphs>2197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145</cp:revision>
  <dcterms:created xsi:type="dcterms:W3CDTF">2002-08-17T10:50:50Z</dcterms:created>
  <dcterms:modified xsi:type="dcterms:W3CDTF">2015-12-27T11:36:00Z</dcterms:modified>
</cp:coreProperties>
</file>