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4" r:id="rId2"/>
    <p:sldId id="291" r:id="rId3"/>
    <p:sldId id="290" r:id="rId4"/>
    <p:sldId id="289" r:id="rId5"/>
    <p:sldId id="288" r:id="rId6"/>
    <p:sldId id="287" r:id="rId7"/>
    <p:sldId id="286" r:id="rId8"/>
    <p:sldId id="285" r:id="rId9"/>
    <p:sldId id="284" r:id="rId10"/>
    <p:sldId id="283" r:id="rId11"/>
    <p:sldId id="282" r:id="rId12"/>
    <p:sldId id="281" r:id="rId13"/>
    <p:sldId id="280" r:id="rId14"/>
    <p:sldId id="279" r:id="rId15"/>
    <p:sldId id="278" r:id="rId16"/>
    <p:sldId id="277" r:id="rId17"/>
    <p:sldId id="276" r:id="rId18"/>
    <p:sldId id="275" r:id="rId19"/>
    <p:sldId id="293" r:id="rId20"/>
    <p:sldId id="292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5700" autoAdjust="0"/>
  </p:normalViewPr>
  <p:slideViewPr>
    <p:cSldViewPr>
      <p:cViewPr>
        <p:scale>
          <a:sx n="71" d="100"/>
          <a:sy n="71" d="100"/>
        </p:scale>
        <p:origin x="-1128" y="-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8CD448B-3B78-4559-BE1F-A75884FB6A9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61F6113-ECCD-4C25-AC15-F7C04F6A404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046B9F-7E12-4930-ADE2-162BB90DED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6041E9-45A2-4381-907E-461F7C2A7F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28092E-961B-43EA-95A1-374D5581AD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B01EE5-418E-46C8-91D2-E58E018BB9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6FCA4F-9DBD-494D-A316-42D45AC5DF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6BF27B-405F-4BB3-B056-BE7959E79C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CC76A8-3EDA-48B3-A99E-14B862BFBC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5B8A1B-F0B2-493F-ABFC-617B170A39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D4DA7-2EC6-4768-B2CA-70957CB7C4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93A239-0602-4304-B212-43CFDFA364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936628-04D1-4145-BB27-55FAB49574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B916334-F1A6-49B3-8A0B-31DAC29BA5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LE SEIGNEUR DES CIEUX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LA TERRE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 POUR SA PUISSANCE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 POUR SES ŒUVRES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LES NATIONS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LES ROIS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CRÉATION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VOS VOIX S’ÉCRIENT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AU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JOIE 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TERRE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 GLOIRE À SON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BIEN FORT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 MERVEILLEUSE VALEUR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PROCLAME SA JUSTICE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GLOIRE 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L'HONNEUR,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BÉNÉDICTION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PUISSANCE SOIENT AU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VENEZ 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RENDONS-LUI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LOUANGES GLORIEUSES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LE SEIGNEUR AVEC LA MUSIQUE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DES INSTRUMENTS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 AVEC LA HARPE ET LA LYRE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LES CYMBALES RÉSONNENT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LE SEIGNEUR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DES TROMPETTES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LES TAMBOURINS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LE SEIGNEUR EN CHOEUR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VOS VOIX S’ÉCRIENT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AU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VOICI, COMME IL EST BON DE CHANTER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LOUANGES À NOTRE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IL EST BON DE LE LOUER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VOICI, COMBIEN C'EST BON OH 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JOIE 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TERRE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RENDONS-LUI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LOUANGES GLORIEUSES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1050</Words>
  <Application>Microsoft Office PowerPoint</Application>
  <PresentationFormat>On-screen Show (4:3)</PresentationFormat>
  <Paragraphs>1556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133</cp:revision>
  <dcterms:created xsi:type="dcterms:W3CDTF">2002-08-17T10:50:50Z</dcterms:created>
  <dcterms:modified xsi:type="dcterms:W3CDTF">2015-12-27T08:08:12Z</dcterms:modified>
</cp:coreProperties>
</file>