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7420" autoAdjust="0"/>
  </p:normalViewPr>
  <p:slideViewPr>
    <p:cSldViewPr>
      <p:cViewPr varScale="1">
        <p:scale>
          <a:sx n="44" d="100"/>
          <a:sy n="44" d="100"/>
        </p:scale>
        <p:origin x="-126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8C07ACA-075F-4451-B71A-2A370BFC52E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1F425D7-7012-4670-A1EE-22BFEDADA10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Let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peace</a:t>
            </a:r>
            <a:r>
              <a:rPr lang="fr-FR" dirty="0" smtClean="0"/>
              <a:t> on </a:t>
            </a:r>
            <a:r>
              <a:rPr lang="fr-FR" dirty="0" err="1" smtClean="0"/>
              <a:t>earth</a:t>
            </a:r>
            <a:r>
              <a:rPr lang="fr-FR" dirty="0" smtClean="0"/>
              <a:t> And let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begin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Let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peace</a:t>
            </a:r>
            <a:r>
              <a:rPr lang="fr-FR" dirty="0" smtClean="0"/>
              <a:t> on </a:t>
            </a:r>
            <a:r>
              <a:rPr lang="fr-FR" dirty="0" err="1" smtClean="0"/>
              <a:t>earth</a:t>
            </a:r>
            <a:r>
              <a:rPr lang="fr-FR" dirty="0" smtClean="0"/>
              <a:t>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peace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meant</a:t>
            </a:r>
            <a:r>
              <a:rPr lang="fr-FR" dirty="0" smtClean="0"/>
              <a:t> to </a:t>
            </a:r>
            <a:r>
              <a:rPr lang="fr-FR" dirty="0" err="1" smtClean="0"/>
              <a:t>be</a:t>
            </a:r>
            <a:r>
              <a:rPr lang="fr-FR" dirty="0" smtClean="0"/>
              <a:t>. 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as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Father</a:t>
            </a:r>
            <a:r>
              <a:rPr lang="fr-FR" dirty="0" smtClean="0"/>
              <a:t>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Brothers</a:t>
            </a:r>
            <a:r>
              <a:rPr lang="fr-FR" dirty="0" smtClean="0"/>
              <a:t> all are </a:t>
            </a:r>
            <a:r>
              <a:rPr lang="fr-FR" dirty="0" err="1" smtClean="0"/>
              <a:t>we</a:t>
            </a:r>
            <a:r>
              <a:rPr lang="fr-FR" dirty="0" smtClean="0"/>
              <a:t>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Let me </a:t>
            </a:r>
            <a:r>
              <a:rPr lang="fr-FR" dirty="0" err="1" smtClean="0"/>
              <a:t>walk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brother</a:t>
            </a:r>
            <a:r>
              <a:rPr lang="fr-FR" dirty="0" smtClean="0"/>
              <a:t> In </a:t>
            </a:r>
            <a:r>
              <a:rPr lang="fr-FR" dirty="0" err="1" smtClean="0"/>
              <a:t>perfect</a:t>
            </a:r>
            <a:r>
              <a:rPr lang="fr-FR" dirty="0" smtClean="0"/>
              <a:t> </a:t>
            </a:r>
            <a:r>
              <a:rPr lang="fr-FR" dirty="0" err="1" smtClean="0"/>
              <a:t>harmony</a:t>
            </a:r>
            <a:r>
              <a:rPr lang="fr-FR" dirty="0" smtClean="0"/>
              <a:t>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Let </a:t>
            </a:r>
            <a:r>
              <a:rPr lang="fr-FR" dirty="0" err="1" smtClean="0"/>
              <a:t>peace</a:t>
            </a:r>
            <a:r>
              <a:rPr lang="fr-FR" dirty="0" smtClean="0"/>
              <a:t> </a:t>
            </a:r>
            <a:r>
              <a:rPr lang="fr-FR" dirty="0" err="1" smtClean="0"/>
              <a:t>begin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 Let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moment </a:t>
            </a:r>
            <a:r>
              <a:rPr lang="fr-FR" dirty="0" err="1" smtClean="0"/>
              <a:t>now</a:t>
            </a:r>
            <a:r>
              <a:rPr lang="fr-FR" dirty="0" smtClean="0"/>
              <a:t>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step</a:t>
            </a:r>
            <a:r>
              <a:rPr lang="fr-FR" dirty="0" smtClean="0"/>
              <a:t>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I </a:t>
            </a:r>
            <a:r>
              <a:rPr lang="fr-FR" dirty="0" err="1" smtClean="0"/>
              <a:t>take</a:t>
            </a:r>
            <a:r>
              <a:rPr lang="fr-FR" dirty="0" smtClean="0"/>
              <a:t> Let </a:t>
            </a:r>
            <a:r>
              <a:rPr lang="fr-FR" dirty="0" err="1" smtClean="0"/>
              <a:t>this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solemn</a:t>
            </a:r>
            <a:r>
              <a:rPr lang="fr-FR" dirty="0" smtClean="0"/>
              <a:t> </a:t>
            </a:r>
            <a:r>
              <a:rPr lang="fr-FR" dirty="0" err="1" smtClean="0"/>
              <a:t>vow</a:t>
            </a:r>
            <a:r>
              <a:rPr lang="fr-FR" dirty="0" smtClean="0"/>
              <a:t>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To </a:t>
            </a:r>
            <a:r>
              <a:rPr lang="fr-FR" dirty="0" err="1" smtClean="0"/>
              <a:t>take</a:t>
            </a:r>
            <a:r>
              <a:rPr lang="fr-FR" dirty="0" smtClean="0"/>
              <a:t> </a:t>
            </a:r>
            <a:r>
              <a:rPr lang="fr-FR" dirty="0" err="1" smtClean="0"/>
              <a:t>each</a:t>
            </a:r>
            <a:r>
              <a:rPr lang="fr-FR" dirty="0" smtClean="0"/>
              <a:t> moment And live </a:t>
            </a:r>
            <a:r>
              <a:rPr lang="fr-FR" dirty="0" err="1" smtClean="0"/>
              <a:t>each</a:t>
            </a:r>
            <a:r>
              <a:rPr lang="fr-FR" dirty="0" smtClean="0"/>
              <a:t> moment </a:t>
            </a:r>
            <a:r>
              <a:rPr lang="fr-FR" dirty="0" err="1" smtClean="0"/>
              <a:t>With</a:t>
            </a:r>
            <a:r>
              <a:rPr lang="fr-FR" dirty="0" smtClean="0"/>
              <a:t> </a:t>
            </a:r>
            <a:r>
              <a:rPr lang="fr-FR" dirty="0" err="1" smtClean="0"/>
              <a:t>peace</a:t>
            </a:r>
            <a:r>
              <a:rPr lang="fr-FR" dirty="0" smtClean="0"/>
              <a:t> </a:t>
            </a:r>
            <a:r>
              <a:rPr lang="fr-FR" dirty="0" err="1" smtClean="0"/>
              <a:t>eternally</a:t>
            </a:r>
            <a:r>
              <a:rPr lang="fr-FR" dirty="0" smtClean="0"/>
              <a:t>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Let </a:t>
            </a:r>
            <a:r>
              <a:rPr lang="fr-FR" dirty="0" err="1" smtClean="0"/>
              <a:t>there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peace</a:t>
            </a:r>
            <a:r>
              <a:rPr lang="fr-FR" dirty="0" smtClean="0"/>
              <a:t> on </a:t>
            </a:r>
            <a:r>
              <a:rPr lang="fr-FR" dirty="0" err="1" smtClean="0"/>
              <a:t>earth</a:t>
            </a:r>
            <a:r>
              <a:rPr lang="fr-FR" dirty="0" smtClean="0"/>
              <a:t>, And let </a:t>
            </a:r>
            <a:r>
              <a:rPr lang="fr-FR" dirty="0" err="1" smtClean="0"/>
              <a:t>it</a:t>
            </a:r>
            <a:r>
              <a:rPr lang="fr-FR" dirty="0" smtClean="0"/>
              <a:t> </a:t>
            </a:r>
            <a:r>
              <a:rPr lang="fr-FR" dirty="0" err="1" smtClean="0"/>
              <a:t>begin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me.
</a:t>
            </a:r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 And let it begin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was meant to be. With God as our Father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Brothers all are we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me walk with my brother In perfect harmony.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peace begin with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 Let this be the moment now.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every step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take Let this be my solemn vow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earth, And let it begin with me.
</a:t>
            </a: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 And let it begin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was meant to be. With God as our Father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Brothers all are we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me walk with my brother In perfect harmony.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peace begin with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 Let this be the moment now.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every step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take Let this be my solemn vow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earth, And let it begin with me.
</a:t>
            </a: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 And let it begin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was meant to be. With God as our Father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Brothers all are we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me walk with my brother In perfect harmony.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peace begin with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 Let this be the moment now.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every step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take Let this be my solemn vow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earth, And let it begin with me.
</a:t>
            </a: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 And let it begin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was meant to be. With God as our Father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Brothers all are we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me walk with my brother In perfect harmony.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peace begin with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 Let this be the moment now.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every step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take Let this be my solemn vow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earth, And let it begin with me.
</a:t>
            </a: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 And let it begin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was meant to be. With God as our Father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Brothers all are we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me walk with my brother In perfect harmony.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peace begin with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 Let this be the moment now.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every step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take Let this be my solemn vow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earth, And let it begin with me.
</a:t>
            </a: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 And let it begin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was meant to be. With God as our Father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Brothers all are we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me walk with my brother In perfect harmony.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peace begin with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 Let this be the moment now.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every step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take Let this be my solemn vow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earth, And let it begin with me.
</a:t>
            </a: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 And let it begin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was meant to be. With God as our Father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Brothers all are we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me walk with my brother In perfect harmony.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peace begin with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 Let this be the moment now.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every step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take Let this be my solemn vow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earth, And let it begin with me.
</a:t>
            </a: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 And let it begin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was meant to be. With God as our Father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Brothers all are we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me walk with my brother In perfect harmony.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peace begin with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 Let this be the moment now.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every step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take Let this be my solemn vow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earth, And let it begin with me.
</a:t>
            </a: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 And let it begin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was meant to be. With God as our Father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Brothers all are we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me walk with my brother In perfect harmony.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peace begin with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 Let this be the moment now.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every step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take Let this be my solemn vow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earth, And let it begin with me.
</a:t>
            </a: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QUE LA PAIX SOIT SUR TERRE  ET QUE CELA COMMENCE AVEC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 And let it begin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2-  QUE LA PAIX SOIT SUR TERRE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earth 
3-  LA PAIX QUI DEVAIT ÊTRE  AVEC DIEU NOTRE PÈRE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peace that was meant to be. With God as our Father
4-  NOUS SOMMES TOUS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Brothers all are we
5-  JE VEUX MARCHER AVEC MON FRÈRE  EN PARFAITE HARMONIE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me walk with my brother In perfect harmony.
6-  QUE LA PAIX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peace begin with me
7-  QUE CETTE PAIX SOIT MAINTENANT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 Let this be the moment now.
8-  À CHACUN DE MES PAS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With every step
9-  C’EST MON VŒU SOLENNEL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I take Let this be my solemn vow
10-  DE VIVRE CHAQUE MOMENT  DANS UNE PAIX ÉTERNELLE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Let there be peace on earth, And let it begin with me.
</a:t>
            </a: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QUE LA PAIX SOIT SUR TERRE  ET QUE CELA COMMENCE AVEC MOI</a:t>
            </a:r>
          </a:p>
          <a:p>
            <a:r>
              <a:rPr lang="fr-FR" smtClean="0"/>
              <a:t>Let there be peace on earth And let it begin with me</a:t>
            </a:r>
          </a:p>
          <a:p>
            <a:r>
              <a:rPr lang="fr-FR" smtClean="0"/>
              <a:t> 2-  QUE LA PAIX SOIT SUR TERRE </a:t>
            </a:r>
          </a:p>
          <a:p>
            <a:r>
              <a:rPr lang="fr-FR" smtClean="0"/>
              <a:t>Let there be peace on earth 
3-  LA PAIX QUI DEVAIT ÊTRE  AVEC DIEU NOTRE PÈRE </a:t>
            </a:r>
          </a:p>
          <a:p>
            <a:r>
              <a:rPr lang="fr-FR" smtClean="0"/>
              <a:t>The peace that was meant to be. With God as our Father
4-  NOUS SOMMES TOUS FRÈRE</a:t>
            </a:r>
          </a:p>
          <a:p>
            <a:r>
              <a:rPr lang="fr-FR" smtClean="0"/>
              <a:t>Brothers all are we
5-  JE VEUX MARCHER AVEC MON FRÈRE  EN PARFAITE HARMONIE </a:t>
            </a:r>
          </a:p>
          <a:p>
            <a:r>
              <a:rPr lang="fr-FR" smtClean="0"/>
              <a:t>Let me walk with my brother In perfect harmony.
6-  QUE LA PAIX COMMENCE EN MOI </a:t>
            </a:r>
          </a:p>
          <a:p>
            <a:r>
              <a:rPr lang="fr-FR" smtClean="0"/>
              <a:t>Let peace begin with me
7-  QUE CETTE PAIX SOIT MAINTENANT  </a:t>
            </a:r>
          </a:p>
          <a:p>
            <a:r>
              <a:rPr lang="fr-FR" smtClean="0"/>
              <a:t> Let this be the moment now.
8-  À CHACUN DE MES PAS  </a:t>
            </a:r>
          </a:p>
          <a:p>
            <a:r>
              <a:rPr lang="fr-FR" smtClean="0"/>
              <a:t>With every step
9-  C’EST MON VŒU SOLENNEL  </a:t>
            </a:r>
          </a:p>
          <a:p>
            <a:r>
              <a:rPr lang="fr-FR" smtClean="0"/>
              <a:t>I take Let this be my solemn vow
10-  DE VIVRE CHAQUE MOMENT  DANS UNE PAIX ÉTERNELLE </a:t>
            </a:r>
          </a:p>
          <a:p>
            <a:r>
              <a:rPr lang="fr-FR" smtClean="0"/>
              <a:t>To take each moment And live each moment With peace eternally
11-  QUE LA PAIX SOIT SUR TERRE  ET QUE CELA COMMENCE EN MOI </a:t>
            </a:r>
          </a:p>
          <a:p>
            <a:r>
              <a:rPr lang="fr-FR" smtClean="0"/>
              <a:t>Let there be peace on earth, And let it begin with me.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83A3F-1A86-4E64-86EF-D29B993AF7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887E16-7E24-41E4-9A99-914D5D9C64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B6B4E8-F3C1-4E60-864A-7ED73B1779F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82A545-4C4B-4CC4-99DB-EF993B8F88C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2AE9B6-FF98-4B22-8A29-B1602A728E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07450-C283-40D5-8794-863F1FFD14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FBB28A-1608-4F83-AB3B-C89A95A4D3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F740F0-C3E3-4449-9DAA-C44837163A2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22EB3D-CE65-4C31-9372-4586562D84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96FACB-713E-497D-BD39-A8894FE5304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59F49E-5F6A-4964-A946-26C981D739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C1DD16-E63E-49F5-8908-C021CDB0A0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PAIX SOIT SUR TERRE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 CELA COMMENCE AVEC MOI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PAIX SOIT SUR TERRE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PAIX QUI DEVAIT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ÊTRE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NOTRE PÈRE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SOMMES TOUS FRÈRES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MARCHER AVEC MON FRÈRE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PARFAITE HARMONIE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PAIX COMMENCE EN MOI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CETTE PAIX SOIT MAINTENANT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CHACUN DE MES PAS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MON VŒU SOLENNEL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VIVRE CHAQUE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MOMENT 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UNE PAIX ÉTERNELLE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LA PAIX SOIT SUR TERRE 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 CELA COMMENCE EN MOI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1468</TotalTime>
  <Words>938</Words>
  <Application>Microsoft Office PowerPoint</Application>
  <PresentationFormat>On-screen Show (4:3)</PresentationFormat>
  <Paragraphs>302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141</cp:revision>
  <dcterms:created xsi:type="dcterms:W3CDTF">2002-08-17T10:50:50Z</dcterms:created>
  <dcterms:modified xsi:type="dcterms:W3CDTF">2015-12-25T19:18:45Z</dcterms:modified>
</cp:coreProperties>
</file>