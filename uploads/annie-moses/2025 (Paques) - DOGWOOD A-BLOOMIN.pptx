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544" autoAdjust="0"/>
    <p:restoredTop sz="32741" autoAdjust="0"/>
  </p:normalViewPr>
  <p:slideViewPr>
    <p:cSldViewPr>
      <p:cViewPr varScale="1">
        <p:scale>
          <a:sx n="36" d="100"/>
          <a:sy n="36" d="100"/>
        </p:scale>
        <p:origin x="331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390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48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426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049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77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890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507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03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623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12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139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426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645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929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877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1-  OH THE DOGWOOD A-BLOOMING [Oh ! 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2-  OH HUSH LITTLE ONE [Oh ! </a:t>
            </a:r>
            <a:r>
              <a:rPr lang="en-US" dirty="0" err="1" smtClean="0"/>
              <a:t>sois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paix</a:t>
            </a:r>
            <a:r>
              <a:rPr lang="en-US" dirty="0" smtClean="0"/>
              <a:t>] 
3-  THE WINTER IS OVER [</a:t>
            </a:r>
            <a:r>
              <a:rPr lang="en-US" dirty="0" err="1" smtClean="0"/>
              <a:t>L’hiver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fini</a:t>
            </a:r>
            <a:r>
              <a:rPr lang="en-US" dirty="0" smtClean="0"/>
              <a:t>] 
4-  THE WARM WINDS HAVE COME [Les vents </a:t>
            </a:r>
            <a:r>
              <a:rPr lang="en-US" dirty="0" err="1" smtClean="0"/>
              <a:t>chauds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] 
5-  THE BUD ON THE MAPLE [Les bourgeons] 
6-  IS TENDER AND GREEN [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mûrs</a:t>
            </a:r>
            <a:r>
              <a:rPr lang="en-US" dirty="0" smtClean="0"/>
              <a:t> et </a:t>
            </a:r>
            <a:r>
              <a:rPr lang="en-US" dirty="0" err="1" smtClean="0"/>
              <a:t>verts</a:t>
            </a:r>
            <a:r>
              <a:rPr lang="en-US" dirty="0" smtClean="0"/>
              <a:t>] 
7-  THE HOPE OF THE SAVIOR [</a:t>
            </a:r>
            <a:r>
              <a:rPr lang="en-US" dirty="0" err="1" smtClean="0"/>
              <a:t>L’espoir</a:t>
            </a:r>
            <a:r>
              <a:rPr lang="en-US" dirty="0" smtClean="0"/>
              <a:t> du </a:t>
            </a:r>
            <a:r>
              <a:rPr lang="en-US" dirty="0" err="1" smtClean="0"/>
              <a:t>sauveur</a:t>
            </a:r>
            <a:r>
              <a:rPr lang="en-US" dirty="0" smtClean="0"/>
              <a:t>] 
8-  HAS RISEN WITH SPRING [</a:t>
            </a:r>
            <a:r>
              <a:rPr lang="en-US" dirty="0" err="1" smtClean="0"/>
              <a:t>S’est</a:t>
            </a:r>
            <a:r>
              <a:rPr lang="en-US" dirty="0" smtClean="0"/>
              <a:t> </a:t>
            </a:r>
            <a:r>
              <a:rPr lang="en-US" dirty="0" err="1" smtClean="0"/>
              <a:t>levé</a:t>
            </a:r>
            <a:r>
              <a:rPr lang="en-US" dirty="0" smtClean="0"/>
              <a:t> avec le </a:t>
            </a:r>
            <a:r>
              <a:rPr lang="en-US" dirty="0" err="1" smtClean="0"/>
              <a:t>printemps</a:t>
            </a:r>
            <a:r>
              <a:rPr lang="en-US" dirty="0" smtClean="0"/>
              <a:t>] 
9-  OH THE DOGWOOD A-BLOOMING [Oh ! 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10-  PERFUMING THE AIR [Et </a:t>
            </a:r>
            <a:r>
              <a:rPr lang="en-US" dirty="0" err="1" smtClean="0"/>
              <a:t>parfume</a:t>
            </a:r>
            <a:r>
              <a:rPr lang="en-US" dirty="0" smtClean="0"/>
              <a:t> </a:t>
            </a:r>
            <a:r>
              <a:rPr lang="en-US" dirty="0" err="1" smtClean="0"/>
              <a:t>l’air</a:t>
            </a:r>
            <a:r>
              <a:rPr lang="en-US" dirty="0" smtClean="0"/>
              <a:t>] 
11-  STIRRING THE WARM BED [</a:t>
            </a:r>
            <a:r>
              <a:rPr lang="en-US" dirty="0" err="1" smtClean="0"/>
              <a:t>Réchauffant</a:t>
            </a:r>
            <a:r>
              <a:rPr lang="en-US" dirty="0" smtClean="0"/>
              <a:t> le lit] 
12-  OF THE SLEEPY OLD BEAR [D’un </a:t>
            </a:r>
            <a:r>
              <a:rPr lang="en-US" dirty="0" err="1" smtClean="0"/>
              <a:t>vieil</a:t>
            </a:r>
            <a:r>
              <a:rPr lang="en-US" dirty="0" smtClean="0"/>
              <a:t> ours </a:t>
            </a:r>
            <a:r>
              <a:rPr lang="en-US" dirty="0" err="1" smtClean="0"/>
              <a:t>endormi</a:t>
            </a:r>
            <a:r>
              <a:rPr lang="en-US" dirty="0" smtClean="0"/>
              <a:t>] 
13-  CAN HE HEAR THE RHYTHM [</a:t>
            </a:r>
            <a:r>
              <a:rPr lang="en-US" dirty="0" err="1" smtClean="0"/>
              <a:t>Peut-il</a:t>
            </a:r>
            <a:r>
              <a:rPr lang="en-US" dirty="0" smtClean="0"/>
              <a:t> entendre le </a:t>
            </a:r>
            <a:r>
              <a:rPr lang="en-US" dirty="0" err="1" smtClean="0"/>
              <a:t>rythme</a:t>
            </a:r>
            <a:r>
              <a:rPr lang="en-US" dirty="0" smtClean="0"/>
              <a:t>] 
14-  THAT DRUMS ON THE WIND? [Qui </a:t>
            </a:r>
            <a:r>
              <a:rPr lang="en-US" dirty="0" err="1" smtClean="0"/>
              <a:t>résonne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vent] 
15-  THE HEART OF THE SAVIOR [Le </a:t>
            </a:r>
            <a:r>
              <a:rPr lang="en-US" dirty="0" err="1" smtClean="0"/>
              <a:t>cœur</a:t>
            </a:r>
            <a:r>
              <a:rPr lang="en-US" dirty="0" smtClean="0"/>
              <a:t> du </a:t>
            </a:r>
            <a:r>
              <a:rPr lang="en-US" dirty="0" err="1" smtClean="0"/>
              <a:t>sauveur</a:t>
            </a:r>
            <a:r>
              <a:rPr lang="en-US" dirty="0" smtClean="0"/>
              <a:t>] 
16-  IS BEATING AGAIN [Bat à nouveau]  ---</a:t>
            </a:r>
          </a:p>
          <a:p>
            <a:r>
              <a:rPr lang="en-US" dirty="0" smtClean="0"/>
              <a:t>
17-  OH THE DOGWOOD A-BLOOMING [Oh ! 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18-  WITH BLOSSOMS OF WHITE [Des </a:t>
            </a:r>
            <a:r>
              <a:rPr lang="en-US" dirty="0" err="1" smtClean="0"/>
              <a:t>fleurs</a:t>
            </a:r>
            <a:r>
              <a:rPr lang="en-US" dirty="0" smtClean="0"/>
              <a:t> blanches] 
19-  DRESSING THE DARK WOOD [</a:t>
            </a:r>
            <a:r>
              <a:rPr lang="en-US" dirty="0" err="1" smtClean="0"/>
              <a:t>Habillent</a:t>
            </a:r>
            <a:r>
              <a:rPr lang="en-US" dirty="0" smtClean="0"/>
              <a:t> le bois] 
20-  WITH INNOCENT LIGHT [</a:t>
            </a:r>
            <a:r>
              <a:rPr lang="en-US" dirty="0" err="1" smtClean="0"/>
              <a:t>D’une</a:t>
            </a:r>
            <a:r>
              <a:rPr lang="en-US" dirty="0" smtClean="0"/>
              <a:t> lumière </a:t>
            </a:r>
            <a:r>
              <a:rPr lang="en-US" dirty="0" err="1" smtClean="0"/>
              <a:t>innocente</a:t>
            </a:r>
            <a:r>
              <a:rPr lang="en-US" dirty="0" smtClean="0"/>
              <a:t>] 
21-  TELLING THE SECRET [</a:t>
            </a:r>
            <a:r>
              <a:rPr lang="en-US" dirty="0" err="1" smtClean="0"/>
              <a:t>Racontant</a:t>
            </a:r>
            <a:r>
              <a:rPr lang="en-US" dirty="0" smtClean="0"/>
              <a:t> le secret] 
22-  IT WANTS US TO KNOW [</a:t>
            </a:r>
            <a:r>
              <a:rPr lang="en-US" dirty="0" err="1" smtClean="0"/>
              <a:t>Qu’il</a:t>
            </a:r>
            <a:r>
              <a:rPr lang="en-US" dirty="0" smtClean="0"/>
              <a:t> </a:t>
            </a:r>
            <a:r>
              <a:rPr lang="en-US" dirty="0" err="1" smtClean="0"/>
              <a:t>veut</a:t>
            </a:r>
            <a:r>
              <a:rPr lang="en-US" dirty="0" smtClean="0"/>
              <a:t> nous faire </a:t>
            </a:r>
            <a:r>
              <a:rPr lang="en-US" dirty="0" err="1" smtClean="0"/>
              <a:t>connaître</a:t>
            </a:r>
            <a:r>
              <a:rPr lang="en-US" dirty="0" smtClean="0"/>
              <a:t>] 
23-  THE SINS THAT WERE SCARLET [Les </a:t>
            </a:r>
            <a:r>
              <a:rPr lang="en-US" dirty="0" err="1" smtClean="0"/>
              <a:t>péchés</a:t>
            </a:r>
            <a:r>
              <a:rPr lang="en-US" dirty="0" smtClean="0"/>
              <a:t> autrefois rouges] 
24-  ARE WHITER THAN SNOW [</a:t>
            </a:r>
            <a:r>
              <a:rPr lang="en-US" dirty="0" err="1" smtClean="0"/>
              <a:t>Sont</a:t>
            </a:r>
            <a:r>
              <a:rPr lang="en-US" dirty="0" smtClean="0"/>
              <a:t> plus </a:t>
            </a:r>
            <a:r>
              <a:rPr lang="en-US" dirty="0" err="1" smtClean="0"/>
              <a:t>blancs</a:t>
            </a:r>
            <a:r>
              <a:rPr lang="en-US" dirty="0" smtClean="0"/>
              <a:t> que la </a:t>
            </a:r>
            <a:r>
              <a:rPr lang="en-US" dirty="0" err="1" smtClean="0"/>
              <a:t>neige</a:t>
            </a:r>
            <a:r>
              <a:rPr lang="en-US" dirty="0" smtClean="0"/>
              <a:t>] 
25-  WHITER THAN SNOW [Plus </a:t>
            </a:r>
            <a:r>
              <a:rPr lang="en-US" dirty="0" err="1" smtClean="0"/>
              <a:t>blancs</a:t>
            </a:r>
            <a:r>
              <a:rPr lang="en-US" dirty="0" smtClean="0"/>
              <a:t> que </a:t>
            </a:r>
            <a:r>
              <a:rPr lang="en-US" dirty="0" err="1" smtClean="0"/>
              <a:t>neige</a:t>
            </a:r>
            <a:r>
              <a:rPr lang="en-US" dirty="0" smtClean="0"/>
              <a:t>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532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</a:t>
            </a:r>
            <a:r>
              <a:rPr lang="en-US" dirty="0" smtClean="0"/>
              <a:t>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2-  OH HUSH LITTLE ONE [Oh ! </a:t>
            </a:r>
            <a:r>
              <a:rPr lang="en-US" dirty="0" err="1" smtClean="0"/>
              <a:t>sois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paix</a:t>
            </a:r>
            <a:r>
              <a:rPr lang="en-US" dirty="0" smtClean="0"/>
              <a:t>] 
3-  THE WINTER IS OVER [</a:t>
            </a:r>
            <a:r>
              <a:rPr lang="en-US" dirty="0" err="1" smtClean="0"/>
              <a:t>L’hiver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fini</a:t>
            </a:r>
            <a:r>
              <a:rPr lang="en-US" dirty="0" smtClean="0"/>
              <a:t>] 
4-  THE WARM WINDS HAVE COME [Les vents </a:t>
            </a:r>
            <a:r>
              <a:rPr lang="en-US" dirty="0" err="1" smtClean="0"/>
              <a:t>chauds</a:t>
            </a:r>
            <a:r>
              <a:rPr lang="en-US" dirty="0" smtClean="0"/>
              <a:t> 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] 
5-  THE BUD ON THE MAPLE [Les bourgeons] 
6-  IS TENDER AND GREEN [</a:t>
            </a:r>
            <a:r>
              <a:rPr lang="en-US" dirty="0" err="1" smtClean="0"/>
              <a:t>Sont</a:t>
            </a:r>
            <a:r>
              <a:rPr lang="en-US" dirty="0" smtClean="0"/>
              <a:t> </a:t>
            </a:r>
            <a:r>
              <a:rPr lang="en-US" dirty="0" err="1" smtClean="0"/>
              <a:t>mûrs</a:t>
            </a:r>
            <a:r>
              <a:rPr lang="en-US" dirty="0" smtClean="0"/>
              <a:t> et </a:t>
            </a:r>
            <a:r>
              <a:rPr lang="en-US" dirty="0" err="1" smtClean="0"/>
              <a:t>verts</a:t>
            </a:r>
            <a:r>
              <a:rPr lang="en-US" dirty="0" smtClean="0"/>
              <a:t>] 
7-  THE HOPE OF THE SAVIOR [</a:t>
            </a:r>
            <a:r>
              <a:rPr lang="en-US" dirty="0" err="1" smtClean="0"/>
              <a:t>L’espoir</a:t>
            </a:r>
            <a:r>
              <a:rPr lang="en-US" dirty="0" smtClean="0"/>
              <a:t> du </a:t>
            </a:r>
            <a:r>
              <a:rPr lang="en-US" dirty="0" err="1" smtClean="0"/>
              <a:t>sauveur</a:t>
            </a:r>
            <a:r>
              <a:rPr lang="en-US" dirty="0" smtClean="0"/>
              <a:t>] 
8-  HAS RISEN WITH SPRING [</a:t>
            </a:r>
            <a:r>
              <a:rPr lang="en-US" dirty="0" err="1" smtClean="0"/>
              <a:t>S’est</a:t>
            </a:r>
            <a:r>
              <a:rPr lang="en-US" dirty="0" smtClean="0"/>
              <a:t> </a:t>
            </a:r>
            <a:r>
              <a:rPr lang="en-US" dirty="0" err="1" smtClean="0"/>
              <a:t>levé</a:t>
            </a:r>
            <a:r>
              <a:rPr lang="en-US" dirty="0" smtClean="0"/>
              <a:t> avec le </a:t>
            </a:r>
            <a:r>
              <a:rPr lang="en-US" dirty="0" err="1" smtClean="0"/>
              <a:t>printemps</a:t>
            </a:r>
            <a:r>
              <a:rPr lang="en-US" dirty="0" smtClean="0"/>
              <a:t>] 
9-  OH THE DOGWOOD A-BLOOMING [Oh ! 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10-  PERFUMING THE AIR [Et </a:t>
            </a:r>
            <a:r>
              <a:rPr lang="en-US" dirty="0" err="1" smtClean="0"/>
              <a:t>parfume</a:t>
            </a:r>
            <a:r>
              <a:rPr lang="en-US" dirty="0" smtClean="0"/>
              <a:t> </a:t>
            </a:r>
            <a:r>
              <a:rPr lang="en-US" dirty="0" err="1" smtClean="0"/>
              <a:t>l’air</a:t>
            </a:r>
            <a:r>
              <a:rPr lang="en-US" dirty="0" smtClean="0"/>
              <a:t>] 
11-  STIRRING THE WARM BED [</a:t>
            </a:r>
            <a:r>
              <a:rPr lang="en-US" dirty="0" err="1" smtClean="0"/>
              <a:t>Réchauffant</a:t>
            </a:r>
            <a:r>
              <a:rPr lang="en-US" dirty="0" smtClean="0"/>
              <a:t> le lit] 
12-  OF THE SLEEPY OLD BEAR [D’un </a:t>
            </a:r>
            <a:r>
              <a:rPr lang="en-US" dirty="0" err="1" smtClean="0"/>
              <a:t>vieil</a:t>
            </a:r>
            <a:r>
              <a:rPr lang="en-US" dirty="0" smtClean="0"/>
              <a:t> ours </a:t>
            </a:r>
            <a:r>
              <a:rPr lang="en-US" dirty="0" err="1" smtClean="0"/>
              <a:t>endormi</a:t>
            </a:r>
            <a:r>
              <a:rPr lang="en-US" dirty="0" smtClean="0"/>
              <a:t>] 
13-  CAN HE HEAR THE RHYTHM [</a:t>
            </a:r>
            <a:r>
              <a:rPr lang="en-US" dirty="0" err="1" smtClean="0"/>
              <a:t>Peut-il</a:t>
            </a:r>
            <a:r>
              <a:rPr lang="en-US" dirty="0" smtClean="0"/>
              <a:t> entendre le </a:t>
            </a:r>
            <a:r>
              <a:rPr lang="en-US" dirty="0" err="1" smtClean="0"/>
              <a:t>rythme</a:t>
            </a:r>
            <a:r>
              <a:rPr lang="en-US" dirty="0" smtClean="0"/>
              <a:t>] 
14-  THAT DRUMS ON THE WIND? [Qui </a:t>
            </a:r>
            <a:r>
              <a:rPr lang="en-US" dirty="0" err="1" smtClean="0"/>
              <a:t>résonne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vent] 
15-  THE HEART OF THE SAVIOR [Le </a:t>
            </a:r>
            <a:r>
              <a:rPr lang="en-US" dirty="0" err="1" smtClean="0"/>
              <a:t>cœur</a:t>
            </a:r>
            <a:r>
              <a:rPr lang="en-US" dirty="0" smtClean="0"/>
              <a:t> du </a:t>
            </a:r>
            <a:r>
              <a:rPr lang="en-US" dirty="0" err="1" smtClean="0"/>
              <a:t>sauveur</a:t>
            </a:r>
            <a:r>
              <a:rPr lang="en-US" dirty="0" smtClean="0"/>
              <a:t>] 
16-  IS BEATING AGAIN [Bat à nouveau]  ---</a:t>
            </a:r>
          </a:p>
          <a:p>
            <a:r>
              <a:rPr lang="en-US" dirty="0" smtClean="0"/>
              <a:t>
17-  OH THE DOGWOOD A-BLOOMING [Oh ! le </a:t>
            </a:r>
            <a:r>
              <a:rPr lang="en-US" dirty="0" err="1" smtClean="0"/>
              <a:t>cornouiller</a:t>
            </a:r>
            <a:r>
              <a:rPr lang="en-US" dirty="0" smtClean="0"/>
              <a:t> a </a:t>
            </a:r>
            <a:r>
              <a:rPr lang="en-US" dirty="0" err="1" smtClean="0"/>
              <a:t>fleuri</a:t>
            </a:r>
            <a:r>
              <a:rPr lang="en-US" dirty="0" smtClean="0"/>
              <a:t>] 
18-  WITH BLOSSOMS OF WHITE [Des </a:t>
            </a:r>
            <a:r>
              <a:rPr lang="en-US" dirty="0" err="1" smtClean="0"/>
              <a:t>fleurs</a:t>
            </a:r>
            <a:r>
              <a:rPr lang="en-US" dirty="0" smtClean="0"/>
              <a:t> blanches] 
19-  DRESSING THE DARK WOOD [</a:t>
            </a:r>
            <a:r>
              <a:rPr lang="en-US" dirty="0" err="1" smtClean="0"/>
              <a:t>Habillent</a:t>
            </a:r>
            <a:r>
              <a:rPr lang="en-US" dirty="0" smtClean="0"/>
              <a:t> le bois] 
20-  WITH INNOCENT LIGHT [</a:t>
            </a:r>
            <a:r>
              <a:rPr lang="en-US" dirty="0" err="1" smtClean="0"/>
              <a:t>D’une</a:t>
            </a:r>
            <a:r>
              <a:rPr lang="en-US" dirty="0" smtClean="0"/>
              <a:t> lumière </a:t>
            </a:r>
            <a:r>
              <a:rPr lang="en-US" dirty="0" err="1" smtClean="0"/>
              <a:t>innocente</a:t>
            </a:r>
            <a:r>
              <a:rPr lang="en-US" dirty="0" smtClean="0"/>
              <a:t>] 
21-  TELLING THE SECRET [</a:t>
            </a:r>
            <a:r>
              <a:rPr lang="en-US" dirty="0" err="1" smtClean="0"/>
              <a:t>Racontant</a:t>
            </a:r>
            <a:r>
              <a:rPr lang="en-US" dirty="0" smtClean="0"/>
              <a:t> le secret] 
22-  IT WANTS US TO KNOW [</a:t>
            </a:r>
            <a:r>
              <a:rPr lang="en-US" dirty="0" err="1" smtClean="0"/>
              <a:t>Qu’il</a:t>
            </a:r>
            <a:r>
              <a:rPr lang="en-US" dirty="0" smtClean="0"/>
              <a:t> </a:t>
            </a:r>
            <a:r>
              <a:rPr lang="en-US" dirty="0" err="1" smtClean="0"/>
              <a:t>veut</a:t>
            </a:r>
            <a:r>
              <a:rPr lang="en-US" dirty="0" smtClean="0"/>
              <a:t> nous faire </a:t>
            </a:r>
            <a:r>
              <a:rPr lang="en-US" dirty="0" err="1" smtClean="0"/>
              <a:t>connaître</a:t>
            </a:r>
            <a:r>
              <a:rPr lang="en-US" dirty="0" smtClean="0"/>
              <a:t>] 
23-  THE SINS THAT WERE SCARLET [Les </a:t>
            </a:r>
            <a:r>
              <a:rPr lang="en-US" dirty="0" err="1" smtClean="0"/>
              <a:t>péchés</a:t>
            </a:r>
            <a:r>
              <a:rPr lang="en-US" dirty="0" smtClean="0"/>
              <a:t> autrefois rouges] 
24-  ARE WHITER THAN SNOW [</a:t>
            </a:r>
            <a:r>
              <a:rPr lang="en-US" dirty="0" err="1" smtClean="0"/>
              <a:t>Sont</a:t>
            </a:r>
            <a:r>
              <a:rPr lang="en-US" dirty="0" smtClean="0"/>
              <a:t> plus </a:t>
            </a:r>
            <a:r>
              <a:rPr lang="en-US" dirty="0" err="1" smtClean="0"/>
              <a:t>blancs</a:t>
            </a:r>
            <a:r>
              <a:rPr lang="en-US" dirty="0" smtClean="0"/>
              <a:t> que la </a:t>
            </a:r>
            <a:r>
              <a:rPr lang="en-US" dirty="0" err="1" smtClean="0"/>
              <a:t>neige</a:t>
            </a:r>
            <a:r>
              <a:rPr lang="en-US" dirty="0" smtClean="0"/>
              <a:t>] 
25-  WHITER THAN SNOW [Plus </a:t>
            </a:r>
            <a:r>
              <a:rPr lang="en-US" dirty="0" err="1" smtClean="0"/>
              <a:t>blancs</a:t>
            </a:r>
            <a:r>
              <a:rPr lang="en-US" dirty="0" smtClean="0"/>
              <a:t> que </a:t>
            </a:r>
            <a:r>
              <a:rPr lang="en-US" dirty="0" err="1" smtClean="0"/>
              <a:t>neige</a:t>
            </a:r>
            <a:r>
              <a:rPr lang="en-US" dirty="0" smtClean="0"/>
              <a:t>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002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194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904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417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345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29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533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476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r>
              <a:rPr lang="en-US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OH THE DOGWOOD A-BLOOMING [Oh ! le cornouiller a fleuri] 
2-  OH HUSH LITTLE ONE [Oh ! sois en paix] 
3-  THE WINTER IS OVER [L’hiver est fini] 
4-  THE WARM WINDS HAVE COME [Les vents chauds sont là] 
5-  THE BUD ON THE MAPLE [Les bourgeons] 
6-  IS TENDER AND GREEN [Sont mûrs et verts] 
7-  THE HOPE OF THE SAVIOR [L’espoir du sauveur] 
8-  HAS RISEN WITH SPRING [S’est levé avec le printemps] 
9-  OH THE DOGWOOD A-BLOOMING [Oh ! le cornouiller a fleuri] 
10-  PERFUMING THE AIR [Et parfume l’air] 
11-  STIRRING THE WARM BED [Réchauffant le lit] 
12-  OF THE SLEEPY OLD BEAR [D’un vieil ours endormi] 
13-  CAN HE HEAR THE RHYTHM [Peut-il entendre le rythme] 
14-  THAT DRUMS ON THE WIND? [Qui résonne dans le vent] 
15-  THE HEART OF THE SAVIOR [Le cœur du sauveur] 
16-  IS BEATING AGAIN [Bat à nouveau]  ---</a:t>
            </a:r>
          </a:p>
          <a:p>
            <a:pPr>
              <a:defRPr/>
            </a:pPr>
            <a:r>
              <a:rPr lang="fr-FR" smtClean="0"/>
              <a:t>
17-  OH THE DOGWOOD A-BLOOMING [Oh ! le cornouiller a fleuri] 
18-  WITH BLOSSOMS OF WHITE [Des fleurs blanches] 
19-  DRESSING THE DARK WOOD [Habillent le bois] 
20-  WITH INNOCENT LIGHT [D’une lumière innocente] 
21-  TELLING THE SECRET [Racontant le secret] 
22-  IT WANTS US TO KNOW [Qu’il veut nous faire connaître] 
23-  THE SINS THAT WERE SCARLET [Les péchés autrefois rouges] 
24-  ARE WHITER THAN SNOW [Sont plus blancs que la neige] 
25-  WHITER THAN SNOW [Plus blancs que neige]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4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OH THE DOGWOOD A-BLOOMING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[Oh ! le cornouiller a fleuri]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OH HUSH LITTLE ONE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[Oh ! sois en paix]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THE WINTER IS OVER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[L’hiver est fini]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THE WARM WINDS HAVE COME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[Les vents chauds sont là]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THE BUD ON THE MAPLE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[Les bourgeons]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IS TENDER AND GREEN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[Sont mûrs et verts]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THE HOPE OF THE SAVIOR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[L’espoir du sauveur]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HAS RISEN WITH SPRING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[S’est levé avec le printemps]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OH THE DOGWOOD A-BLOOMING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[Oh !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cornouiller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fleuri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PERFUMING THE AIR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[Et parfume l’air]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STIRRING THE WARM BED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[Réchauffant le lit]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OF THE SLEEPY OLD BEAR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[D’un vieil ours endormi]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CAN HE HEAR THE RHYTHM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[Peut-il entendre le rythme]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THAT DRUMS ON THE WIND?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[Qui résonne dans le vent]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THE HEART OF THE SAVIOR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[Le cœur du sauveur]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IS BEATING AGAIN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[Bat à nouveau]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OH THE DOGWOOD A-BLOOMING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[Oh !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cornouiller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fleuri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WITH BLOSSOMS OF WHITE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[Des fleurs blanches]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DRESSING THE DARK WOOD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[Habillent le bois]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WITH INNOCENT LIGHT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[D’une lumière innocente]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TELLING THE SECRET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[Racontant le secret]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IT WANTS US TO KNOW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[Qu’il veut nous faire connaître]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THE SINS THAT WERE SCARLET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[Les péchés autrefois rouges]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ARE WHITER THAN SNOW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[Sont plus blancs que la neige]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WHITER THAN SNOW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[Plus blancs que neige]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907</Words>
  <Application>Microsoft Office PowerPoint</Application>
  <PresentationFormat>Affichage à l'écran (4:3)</PresentationFormat>
  <Paragraphs>150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2011-01-30T10:04:33Z</dcterms:created>
  <dcterms:modified xsi:type="dcterms:W3CDTF">2025-04-20T08:31:31Z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