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9" r:id="rId2"/>
    <p:sldId id="262" r:id="rId3"/>
    <p:sldId id="263" r:id="rId4"/>
    <p:sldId id="264" r:id="rId5"/>
    <p:sldId id="267" r:id="rId6"/>
    <p:sldId id="268" r:id="rId7"/>
    <p:sldId id="269" r:id="rId8"/>
    <p:sldId id="272" r:id="rId9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5" autoAdjust="0"/>
    <p:restoredTop sz="47405" autoAdjust="0"/>
  </p:normalViewPr>
  <p:slideViewPr>
    <p:cSldViewPr>
      <p:cViewPr varScale="1">
        <p:scale>
          <a:sx n="53" d="100"/>
          <a:sy n="53" d="100"/>
        </p:scale>
        <p:origin x="233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WERE YOU THERE WHEN THEY CRUCIFIED MY LORD? [Étais-tu là quand ils ont crucifié Mon Seigneur ?] x2</a:t>
            </a:r>
          </a:p>
          <a:p>
            <a:r>
              <a:rPr lang="en-US"/>
              <a:t>
2-  OH! SOMETIMES IT CAUSES ME TO TREMBLE, TREMBLE, TREMBLE [Oh ! parfois cela me fait trembler]  </a:t>
            </a:r>
          </a:p>
          <a:p>
            <a:r>
              <a:rPr lang="en-US"/>
              <a:t>
3-  WERE YOU THERE WHEN THEY CRUCIFIED MY LORD? [Étais-tu là quand ils ont crucifié Mon Seigneur ?] </a:t>
            </a:r>
          </a:p>
          <a:p>
            <a:r>
              <a:rPr lang="en-US"/>
              <a:t>
4-  WERE YOU THERE WHEN THEY LAID HIM IN THE TOMB? [Étais-tu là quand ils l'ont mis dans le tombeau ?]  x2</a:t>
            </a:r>
          </a:p>
          <a:p>
            <a:r>
              <a:rPr lang="en-US"/>
              <a:t>
5-  OH! SOMETIMES IT CAUSES ME TO TREMBLE, TREMBLE, TREMBLE  [Oh ! parfois cela me fait trembler] </a:t>
            </a:r>
          </a:p>
          <a:p>
            <a:r>
              <a:rPr lang="en-US"/>
              <a:t>
6-  WERE YOU THERE WHEN THEY LAID HIM IN THE TOMB? [Étais-tu là quand ils l'ont mis dans le tombeau ?]  couper</a:t>
            </a:r>
          </a:p>
          <a:p>
            <a:r>
              <a:rPr lang="en-US"/>
              <a:t>
7-  WERE YOU THERE WHEN HE ROSE UP FROM THE GRAVE? [Étais-tu là quand il est ressuscité ?] x2  couper</a:t>
            </a:r>
          </a:p>
          <a:p>
            <a:r>
              <a:rPr lang="en-US"/>
              <a:t>
8-  WERE YOU THERE WHEN THEY CRUCIFIED MY LORD? [Étais-tu là quand ils ont crucifié mon seigneur ?]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WERE YOU THERE WHEN THEY CRUCIFIED MY LORD? [Étais-tu là quand ils ont crucifié Mon Seigneur ?] x2</a:t>
            </a:r>
          </a:p>
          <a:p>
            <a:pPr>
              <a:defRPr/>
            </a:pPr>
            <a:r>
              <a:rPr lang="fr-FR"/>
              <a:t>
2-  OH! SOMETIMES IT CAUSES ME TO TREMBLE, TREMBLE, TREMBLE [Oh ! parfois cela me fait trembler]  </a:t>
            </a:r>
          </a:p>
          <a:p>
            <a:pPr>
              <a:defRPr/>
            </a:pPr>
            <a:r>
              <a:rPr lang="fr-FR"/>
              <a:t>
3-  WERE YOU THERE WHEN THEY CRUCIFIED MY LORD? [Étais-tu là quand ils ont crucifié Mon Seigneur ?] </a:t>
            </a:r>
          </a:p>
          <a:p>
            <a:pPr>
              <a:defRPr/>
            </a:pPr>
            <a:r>
              <a:rPr lang="fr-FR"/>
              <a:t>
4-  WERE YOU THERE WHEN THEY LAID HIM IN THE TOMB? [Étais-tu là quand ils l'ont mis dans le tombeau ?]  x2</a:t>
            </a:r>
          </a:p>
          <a:p>
            <a:pPr>
              <a:defRPr/>
            </a:pPr>
            <a:r>
              <a:rPr lang="fr-FR"/>
              <a:t>
5-  OH! SOMETIMES IT CAUSES ME TO TREMBLE, TREMBLE, TREMBLE  [Oh ! parfois cela me fait trembler] </a:t>
            </a:r>
          </a:p>
          <a:p>
            <a:pPr>
              <a:defRPr/>
            </a:pPr>
            <a:r>
              <a:rPr lang="fr-FR"/>
              <a:t>
6-  WERE YOU THERE WHEN THEY LAID HIM IN THE TOMB? [Étais-tu là quand ils l'ont mis dans le tombeau ?]  couper</a:t>
            </a:r>
          </a:p>
          <a:p>
            <a:pPr>
              <a:defRPr/>
            </a:pPr>
            <a:r>
              <a:rPr lang="fr-FR"/>
              <a:t>
7-  WERE YOU THERE WHEN HE ROSE UP FROM THE GRAVE? [Étais-tu là quand il est ressuscité ?] x2  couper</a:t>
            </a:r>
          </a:p>
          <a:p>
            <a:pPr>
              <a:defRPr/>
            </a:pPr>
            <a:r>
              <a:rPr lang="fr-FR"/>
              <a:t>
8-  WERE YOU THERE WHEN THEY CRUCIFIED MY LORD? [Étais-tu là quand ils ont crucifié mon seigneur ?] 
</a:t>
            </a:r>
          </a:p>
        </p:txBody>
      </p:sp>
    </p:spTree>
    <p:extLst>
      <p:ext uri="{BB962C8B-B14F-4D97-AF65-F5344CB8AC3E}">
        <p14:creationId xmlns:p14="http://schemas.microsoft.com/office/powerpoint/2010/main" val="3628602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WERE YOU THERE WHEN THEY CRUCIFIED MY LORD? [Étais-tu là quand ils ont crucifié Mon Seigneur ?] x2</a:t>
            </a:r>
          </a:p>
          <a:p>
            <a:r>
              <a:rPr lang="en-US"/>
              <a:t>
2-  OH! SOMETIMES IT CAUSES ME TO TREMBLE, TREMBLE, TREMBLE [Oh ! parfois cela me fait trembler]  </a:t>
            </a:r>
          </a:p>
          <a:p>
            <a:r>
              <a:rPr lang="en-US"/>
              <a:t>
3-  WERE YOU THERE WHEN THEY CRUCIFIED MY LORD? [Étais-tu là quand ils ont crucifié Mon Seigneur ?] </a:t>
            </a:r>
          </a:p>
          <a:p>
            <a:r>
              <a:rPr lang="en-US"/>
              <a:t>
4-  WERE YOU THERE WHEN THEY LAID HIM IN THE TOMB? [Étais-tu là quand ils l'ont mis dans le tombeau ?]  x2</a:t>
            </a:r>
          </a:p>
          <a:p>
            <a:r>
              <a:rPr lang="en-US"/>
              <a:t>
5-  OH! SOMETIMES IT CAUSES ME TO TREMBLE, TREMBLE, TREMBLE  [Oh ! parfois cela me fait trembler] </a:t>
            </a:r>
          </a:p>
          <a:p>
            <a:r>
              <a:rPr lang="en-US"/>
              <a:t>
6-  WERE YOU THERE WHEN THEY LAID HIM IN THE TOMB? [Étais-tu là quand ils l'ont mis dans le tombeau ?]  couper</a:t>
            </a:r>
          </a:p>
          <a:p>
            <a:r>
              <a:rPr lang="en-US"/>
              <a:t>
7-  WERE YOU THERE WHEN HE ROSE UP FROM THE GRAVE? [Étais-tu là quand il est ressuscité ?] x2  couper</a:t>
            </a:r>
          </a:p>
          <a:p>
            <a:r>
              <a:rPr lang="en-US"/>
              <a:t>
8-  WERE YOU THERE WHEN THEY CRUCIFIED MY LORD? [Étais-tu là quand ils ont crucifié mon seigneur ?]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WERE YOU THERE WHEN THEY CRUCIFIED MY LORD? [Étais-tu là quand ils ont crucifié Mon Seigneur ?] x2</a:t>
            </a:r>
          </a:p>
          <a:p>
            <a:pPr>
              <a:defRPr/>
            </a:pPr>
            <a:r>
              <a:rPr lang="fr-FR"/>
              <a:t>
2-  OH! SOMETIMES IT CAUSES ME TO TREMBLE, TREMBLE, TREMBLE [Oh ! parfois cela me fait trembler]  </a:t>
            </a:r>
          </a:p>
          <a:p>
            <a:pPr>
              <a:defRPr/>
            </a:pPr>
            <a:r>
              <a:rPr lang="fr-FR"/>
              <a:t>
3-  WERE YOU THERE WHEN THEY CRUCIFIED MY LORD? [Étais-tu là quand ils ont crucifié Mon Seigneur ?] </a:t>
            </a:r>
          </a:p>
          <a:p>
            <a:pPr>
              <a:defRPr/>
            </a:pPr>
            <a:r>
              <a:rPr lang="fr-FR"/>
              <a:t>
4-  WERE YOU THERE WHEN THEY LAID HIM IN THE TOMB? [Étais-tu là quand ils l'ont mis dans le tombeau ?]  x2</a:t>
            </a:r>
          </a:p>
          <a:p>
            <a:pPr>
              <a:defRPr/>
            </a:pPr>
            <a:r>
              <a:rPr lang="fr-FR"/>
              <a:t>
5-  OH! SOMETIMES IT CAUSES ME TO TREMBLE, TREMBLE, TREMBLE  [Oh ! parfois cela me fait trembler] </a:t>
            </a:r>
          </a:p>
          <a:p>
            <a:pPr>
              <a:defRPr/>
            </a:pPr>
            <a:r>
              <a:rPr lang="fr-FR"/>
              <a:t>
6-  WERE YOU THERE WHEN THEY LAID HIM IN THE TOMB? [Étais-tu là quand ils l'ont mis dans le tombeau ?]  couper</a:t>
            </a:r>
          </a:p>
          <a:p>
            <a:pPr>
              <a:defRPr/>
            </a:pPr>
            <a:r>
              <a:rPr lang="fr-FR"/>
              <a:t>
7-  WERE YOU THERE WHEN HE ROSE UP FROM THE GRAVE? [Étais-tu là quand il est ressuscité ?] x2  couper</a:t>
            </a:r>
          </a:p>
          <a:p>
            <a:pPr>
              <a:defRPr/>
            </a:pPr>
            <a:r>
              <a:rPr lang="fr-FR"/>
              <a:t>
8-  WERE YOU THERE WHEN THEY CRUCIFIED MY LORD? [Étais-tu là quand ils ont crucifié mon seigneur ?] 
</a:t>
            </a:r>
          </a:p>
        </p:txBody>
      </p:sp>
    </p:spTree>
    <p:extLst>
      <p:ext uri="{BB962C8B-B14F-4D97-AF65-F5344CB8AC3E}">
        <p14:creationId xmlns:p14="http://schemas.microsoft.com/office/powerpoint/2010/main" val="2059512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WERE YOU THERE WHEN THEY CRUCIFIED MY LORD? [Étais-tu là quand ils ont crucifié Mon Seigneur ?] x2</a:t>
            </a:r>
          </a:p>
          <a:p>
            <a:r>
              <a:rPr lang="en-US"/>
              <a:t>
2-  OH! SOMETIMES IT CAUSES ME TO TREMBLE, TREMBLE, TREMBLE [Oh ! parfois cela me fait trembler]  </a:t>
            </a:r>
          </a:p>
          <a:p>
            <a:r>
              <a:rPr lang="en-US"/>
              <a:t>
3-  WERE YOU THERE WHEN THEY CRUCIFIED MY LORD? [Étais-tu là quand ils ont crucifié Mon Seigneur ?] </a:t>
            </a:r>
          </a:p>
          <a:p>
            <a:r>
              <a:rPr lang="en-US"/>
              <a:t>
4-  WERE YOU THERE WHEN THEY LAID HIM IN THE TOMB? [Étais-tu là quand ils l'ont mis dans le tombeau ?]  x2</a:t>
            </a:r>
          </a:p>
          <a:p>
            <a:r>
              <a:rPr lang="en-US"/>
              <a:t>
5-  OH! SOMETIMES IT CAUSES ME TO TREMBLE, TREMBLE, TREMBLE  [Oh ! parfois cela me fait trembler] </a:t>
            </a:r>
          </a:p>
          <a:p>
            <a:r>
              <a:rPr lang="en-US"/>
              <a:t>
6-  WERE YOU THERE WHEN THEY LAID HIM IN THE TOMB? [Étais-tu là quand ils l'ont mis dans le tombeau ?]  couper</a:t>
            </a:r>
          </a:p>
          <a:p>
            <a:r>
              <a:rPr lang="en-US"/>
              <a:t>
7-  WERE YOU THERE WHEN HE ROSE UP FROM THE GRAVE? [Étais-tu là quand il est ressuscité ?] x2  couper</a:t>
            </a:r>
          </a:p>
          <a:p>
            <a:r>
              <a:rPr lang="en-US"/>
              <a:t>
8-  WERE YOU THERE WHEN THEY CRUCIFIED MY LORD? [Étais-tu là quand ils ont crucifié mon seigneur ?]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WERE YOU THERE WHEN THEY CRUCIFIED MY LORD? [Étais-tu là quand ils ont crucifié Mon Seigneur ?] x2</a:t>
            </a:r>
          </a:p>
          <a:p>
            <a:pPr>
              <a:defRPr/>
            </a:pPr>
            <a:r>
              <a:rPr lang="fr-FR"/>
              <a:t>
2-  OH! SOMETIMES IT CAUSES ME TO TREMBLE, TREMBLE, TREMBLE [Oh ! parfois cela me fait trembler]  </a:t>
            </a:r>
          </a:p>
          <a:p>
            <a:pPr>
              <a:defRPr/>
            </a:pPr>
            <a:r>
              <a:rPr lang="fr-FR"/>
              <a:t>
3-  WERE YOU THERE WHEN THEY CRUCIFIED MY LORD? [Étais-tu là quand ils ont crucifié Mon Seigneur ?] </a:t>
            </a:r>
          </a:p>
          <a:p>
            <a:pPr>
              <a:defRPr/>
            </a:pPr>
            <a:r>
              <a:rPr lang="fr-FR"/>
              <a:t>
4-  WERE YOU THERE WHEN THEY LAID HIM IN THE TOMB? [Étais-tu là quand ils l'ont mis dans le tombeau ?]  x2</a:t>
            </a:r>
          </a:p>
          <a:p>
            <a:pPr>
              <a:defRPr/>
            </a:pPr>
            <a:r>
              <a:rPr lang="fr-FR"/>
              <a:t>
5-  OH! SOMETIMES IT CAUSES ME TO TREMBLE, TREMBLE, TREMBLE  [Oh ! parfois cela me fait trembler] </a:t>
            </a:r>
          </a:p>
          <a:p>
            <a:pPr>
              <a:defRPr/>
            </a:pPr>
            <a:r>
              <a:rPr lang="fr-FR"/>
              <a:t>
6-  WERE YOU THERE WHEN THEY LAID HIM IN THE TOMB? [Étais-tu là quand ils l'ont mis dans le tombeau ?]  couper</a:t>
            </a:r>
          </a:p>
          <a:p>
            <a:pPr>
              <a:defRPr/>
            </a:pPr>
            <a:r>
              <a:rPr lang="fr-FR"/>
              <a:t>
7-  WERE YOU THERE WHEN HE ROSE UP FROM THE GRAVE? [Étais-tu là quand il est ressuscité ?] x2  couper</a:t>
            </a:r>
          </a:p>
          <a:p>
            <a:pPr>
              <a:defRPr/>
            </a:pPr>
            <a:r>
              <a:rPr lang="fr-FR"/>
              <a:t>
8-  WERE YOU THERE WHEN THEY CRUCIFIED MY LORD? [Étais-tu là quand ils ont crucifié mon seigneur ?] 
</a:t>
            </a:r>
          </a:p>
        </p:txBody>
      </p:sp>
    </p:spTree>
    <p:extLst>
      <p:ext uri="{BB962C8B-B14F-4D97-AF65-F5344CB8AC3E}">
        <p14:creationId xmlns:p14="http://schemas.microsoft.com/office/powerpoint/2010/main" val="678784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WERE YOU THERE WHEN THEY CRUCIFIED MY LORD? [Étais-tu là quand ils ont crucifié Mon Seigneur ?] x2</a:t>
            </a:r>
          </a:p>
          <a:p>
            <a:r>
              <a:rPr lang="en-US"/>
              <a:t>
2-  OH! SOMETIMES IT CAUSES ME TO TREMBLE, TREMBLE, TREMBLE [Oh ! parfois cela me fait trembler]  </a:t>
            </a:r>
          </a:p>
          <a:p>
            <a:r>
              <a:rPr lang="en-US"/>
              <a:t>
3-  WERE YOU THERE WHEN THEY CRUCIFIED MY LORD? [Étais-tu là quand ils ont crucifié Mon Seigneur ?] </a:t>
            </a:r>
          </a:p>
          <a:p>
            <a:r>
              <a:rPr lang="en-US"/>
              <a:t>
4-  WERE YOU THERE WHEN THEY LAID HIM IN THE TOMB? [Étais-tu là quand ils l'ont mis dans le tombeau ?]  x2</a:t>
            </a:r>
          </a:p>
          <a:p>
            <a:r>
              <a:rPr lang="en-US"/>
              <a:t>
5-  OH! SOMETIMES IT CAUSES ME TO TREMBLE, TREMBLE, TREMBLE  [Oh ! parfois cela me fait trembler] </a:t>
            </a:r>
          </a:p>
          <a:p>
            <a:r>
              <a:rPr lang="en-US"/>
              <a:t>
6-  WERE YOU THERE WHEN THEY LAID HIM IN THE TOMB? [Étais-tu là quand ils l'ont mis dans le tombeau ?]  couper</a:t>
            </a:r>
          </a:p>
          <a:p>
            <a:r>
              <a:rPr lang="en-US"/>
              <a:t>
7-  WERE YOU THERE WHEN HE ROSE UP FROM THE GRAVE? [Étais-tu là quand il est ressuscité ?] x2  couper</a:t>
            </a:r>
          </a:p>
          <a:p>
            <a:r>
              <a:rPr lang="en-US"/>
              <a:t>
8-  WERE YOU THERE WHEN THEY CRUCIFIED MY LORD? [Étais-tu là quand ils ont crucifié mon seigneur ?]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WERE YOU THERE WHEN THEY CRUCIFIED MY LORD? [Étais-tu là quand ils ont crucifié Mon Seigneur ?] x2</a:t>
            </a:r>
          </a:p>
          <a:p>
            <a:pPr>
              <a:defRPr/>
            </a:pPr>
            <a:r>
              <a:rPr lang="fr-FR"/>
              <a:t>
2-  OH! SOMETIMES IT CAUSES ME TO TREMBLE, TREMBLE, TREMBLE [Oh ! parfois cela me fait trembler]  </a:t>
            </a:r>
          </a:p>
          <a:p>
            <a:pPr>
              <a:defRPr/>
            </a:pPr>
            <a:r>
              <a:rPr lang="fr-FR"/>
              <a:t>
3-  WERE YOU THERE WHEN THEY CRUCIFIED MY LORD? [Étais-tu là quand ils ont crucifié Mon Seigneur ?] </a:t>
            </a:r>
          </a:p>
          <a:p>
            <a:pPr>
              <a:defRPr/>
            </a:pPr>
            <a:r>
              <a:rPr lang="fr-FR"/>
              <a:t>
4-  WERE YOU THERE WHEN THEY LAID HIM IN THE TOMB? [Étais-tu là quand ils l'ont mis dans le tombeau ?]  x2</a:t>
            </a:r>
          </a:p>
          <a:p>
            <a:pPr>
              <a:defRPr/>
            </a:pPr>
            <a:r>
              <a:rPr lang="fr-FR"/>
              <a:t>
5-  OH! SOMETIMES IT CAUSES ME TO TREMBLE, TREMBLE, TREMBLE  [Oh ! parfois cela me fait trembler] </a:t>
            </a:r>
          </a:p>
          <a:p>
            <a:pPr>
              <a:defRPr/>
            </a:pPr>
            <a:r>
              <a:rPr lang="fr-FR"/>
              <a:t>
6-  WERE YOU THERE WHEN THEY LAID HIM IN THE TOMB? [Étais-tu là quand ils l'ont mis dans le tombeau ?]  couper</a:t>
            </a:r>
          </a:p>
          <a:p>
            <a:pPr>
              <a:defRPr/>
            </a:pPr>
            <a:r>
              <a:rPr lang="fr-FR"/>
              <a:t>
7-  WERE YOU THERE WHEN HE ROSE UP FROM THE GRAVE? [Étais-tu là quand il est ressuscité ?] x2  couper</a:t>
            </a:r>
          </a:p>
          <a:p>
            <a:pPr>
              <a:defRPr/>
            </a:pPr>
            <a:r>
              <a:rPr lang="fr-FR"/>
              <a:t>
8-  WERE YOU THERE WHEN THEY CRUCIFIED MY LORD? [Étais-tu là quand ils ont crucifié mon seigneur ?] 
</a:t>
            </a:r>
          </a:p>
        </p:txBody>
      </p:sp>
    </p:spTree>
    <p:extLst>
      <p:ext uri="{BB962C8B-B14F-4D97-AF65-F5344CB8AC3E}">
        <p14:creationId xmlns:p14="http://schemas.microsoft.com/office/powerpoint/2010/main" val="1507329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WERE YOU THERE WHEN THEY CRUCIFIED MY LORD? [Étais-tu là quand ils ont crucifié Mon Seigneur ?] x2</a:t>
            </a:r>
          </a:p>
          <a:p>
            <a:r>
              <a:rPr lang="en-US"/>
              <a:t>
2-  OH! SOMETIMES IT CAUSES ME TO TREMBLE, TREMBLE, TREMBLE [Oh ! parfois cela me fait trembler]  </a:t>
            </a:r>
          </a:p>
          <a:p>
            <a:r>
              <a:rPr lang="en-US"/>
              <a:t>
3-  WERE YOU THERE WHEN THEY CRUCIFIED MY LORD? [Étais-tu là quand ils ont crucifié Mon Seigneur ?] </a:t>
            </a:r>
          </a:p>
          <a:p>
            <a:r>
              <a:rPr lang="en-US"/>
              <a:t>
4-  WERE YOU THERE WHEN THEY LAID HIM IN THE TOMB? [Étais-tu là quand ils l'ont mis dans le tombeau ?]  x2</a:t>
            </a:r>
          </a:p>
          <a:p>
            <a:r>
              <a:rPr lang="en-US"/>
              <a:t>
5-  OH! SOMETIMES IT CAUSES ME TO TREMBLE, TREMBLE, TREMBLE  [Oh ! parfois cela me fait trembler] </a:t>
            </a:r>
          </a:p>
          <a:p>
            <a:r>
              <a:rPr lang="en-US"/>
              <a:t>
6-  WERE YOU THERE WHEN THEY LAID HIM IN THE TOMB? [Étais-tu là quand ils l'ont mis dans le tombeau ?]  couper</a:t>
            </a:r>
          </a:p>
          <a:p>
            <a:r>
              <a:rPr lang="en-US"/>
              <a:t>
7-  WERE YOU THERE WHEN HE ROSE UP FROM THE GRAVE? [Étais-tu là quand il est ressuscité ?] x2  couper</a:t>
            </a:r>
          </a:p>
          <a:p>
            <a:r>
              <a:rPr lang="en-US"/>
              <a:t>
8-  WERE YOU THERE WHEN THEY CRUCIFIED MY LORD? [Étais-tu là quand ils ont crucifié mon seigneur ?]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WERE YOU THERE WHEN THEY CRUCIFIED MY LORD? [Étais-tu là quand ils ont crucifié Mon Seigneur ?] x2</a:t>
            </a:r>
          </a:p>
          <a:p>
            <a:pPr>
              <a:defRPr/>
            </a:pPr>
            <a:r>
              <a:rPr lang="fr-FR"/>
              <a:t>
2-  OH! SOMETIMES IT CAUSES ME TO TREMBLE, TREMBLE, TREMBLE [Oh ! parfois cela me fait trembler]  </a:t>
            </a:r>
          </a:p>
          <a:p>
            <a:pPr>
              <a:defRPr/>
            </a:pPr>
            <a:r>
              <a:rPr lang="fr-FR"/>
              <a:t>
3-  WERE YOU THERE WHEN THEY CRUCIFIED MY LORD? [Étais-tu là quand ils ont crucifié Mon Seigneur ?] </a:t>
            </a:r>
          </a:p>
          <a:p>
            <a:pPr>
              <a:defRPr/>
            </a:pPr>
            <a:r>
              <a:rPr lang="fr-FR"/>
              <a:t>
4-  WERE YOU THERE WHEN THEY LAID HIM IN THE TOMB? [Étais-tu là quand ils l'ont mis dans le tombeau ?]  x2</a:t>
            </a:r>
          </a:p>
          <a:p>
            <a:pPr>
              <a:defRPr/>
            </a:pPr>
            <a:r>
              <a:rPr lang="fr-FR"/>
              <a:t>
5-  OH! SOMETIMES IT CAUSES ME TO TREMBLE, TREMBLE, TREMBLE  [Oh ! parfois cela me fait trembler] </a:t>
            </a:r>
          </a:p>
          <a:p>
            <a:pPr>
              <a:defRPr/>
            </a:pPr>
            <a:r>
              <a:rPr lang="fr-FR"/>
              <a:t>
6-  WERE YOU THERE WHEN THEY LAID HIM IN THE TOMB? [Étais-tu là quand ils l'ont mis dans le tombeau ?]  couper</a:t>
            </a:r>
          </a:p>
          <a:p>
            <a:pPr>
              <a:defRPr/>
            </a:pPr>
            <a:r>
              <a:rPr lang="fr-FR"/>
              <a:t>
7-  WERE YOU THERE WHEN HE ROSE UP FROM THE GRAVE? [Étais-tu là quand il est ressuscité ?] x2  couper</a:t>
            </a:r>
          </a:p>
          <a:p>
            <a:pPr>
              <a:defRPr/>
            </a:pPr>
            <a:r>
              <a:rPr lang="fr-FR"/>
              <a:t>
8-  WERE YOU THERE WHEN THEY CRUCIFIED MY LORD? [Étais-tu là quand ils ont crucifié mon seigneur ?] 
</a:t>
            </a:r>
          </a:p>
        </p:txBody>
      </p:sp>
    </p:spTree>
    <p:extLst>
      <p:ext uri="{BB962C8B-B14F-4D97-AF65-F5344CB8AC3E}">
        <p14:creationId xmlns:p14="http://schemas.microsoft.com/office/powerpoint/2010/main" val="2481123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WERE YOU THERE WHEN THEY CRUCIFIED MY LORD? [Étais-tu là quand ils ont crucifié Mon Seigneur ?] x2</a:t>
            </a:r>
          </a:p>
          <a:p>
            <a:r>
              <a:rPr lang="en-US"/>
              <a:t>
2-  OH! SOMETIMES IT CAUSES ME TO TREMBLE, TREMBLE, TREMBLE [Oh ! parfois cela me fait trembler]  </a:t>
            </a:r>
          </a:p>
          <a:p>
            <a:r>
              <a:rPr lang="en-US"/>
              <a:t>
3-  WERE YOU THERE WHEN THEY CRUCIFIED MY LORD? [Étais-tu là quand ils ont crucifié Mon Seigneur ?] </a:t>
            </a:r>
          </a:p>
          <a:p>
            <a:r>
              <a:rPr lang="en-US"/>
              <a:t>
4-  WERE YOU THERE WHEN THEY LAID HIM IN THE TOMB? [Étais-tu là quand ils l'ont mis dans le tombeau ?]  x2</a:t>
            </a:r>
          </a:p>
          <a:p>
            <a:r>
              <a:rPr lang="en-US"/>
              <a:t>
5-  OH! SOMETIMES IT CAUSES ME TO TREMBLE, TREMBLE, TREMBLE  [Oh ! parfois cela me fait trembler] </a:t>
            </a:r>
          </a:p>
          <a:p>
            <a:r>
              <a:rPr lang="en-US"/>
              <a:t>
6-  WERE YOU THERE WHEN THEY LAID HIM IN THE TOMB? [Étais-tu là quand ils l'ont mis dans le tombeau ?]  couper</a:t>
            </a:r>
          </a:p>
          <a:p>
            <a:r>
              <a:rPr lang="en-US"/>
              <a:t>
7-  WERE YOU THERE WHEN HE ROSE UP FROM THE GRAVE? [Étais-tu là quand il est ressuscité ?] x2  couper</a:t>
            </a:r>
          </a:p>
          <a:p>
            <a:r>
              <a:rPr lang="en-US"/>
              <a:t>
8-  WERE YOU THERE WHEN THEY CRUCIFIED MY LORD? [Étais-tu là quand ils ont crucifié mon seigneur ?]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WERE YOU THERE WHEN THEY CRUCIFIED MY LORD? [Étais-tu là quand ils ont crucifié Mon Seigneur ?] x2</a:t>
            </a:r>
          </a:p>
          <a:p>
            <a:pPr>
              <a:defRPr/>
            </a:pPr>
            <a:r>
              <a:rPr lang="fr-FR"/>
              <a:t>
2-  OH! SOMETIMES IT CAUSES ME TO TREMBLE, TREMBLE, TREMBLE [Oh ! parfois cela me fait trembler]  </a:t>
            </a:r>
          </a:p>
          <a:p>
            <a:pPr>
              <a:defRPr/>
            </a:pPr>
            <a:r>
              <a:rPr lang="fr-FR"/>
              <a:t>
3-  WERE YOU THERE WHEN THEY CRUCIFIED MY LORD? [Étais-tu là quand ils ont crucifié Mon Seigneur ?] </a:t>
            </a:r>
          </a:p>
          <a:p>
            <a:pPr>
              <a:defRPr/>
            </a:pPr>
            <a:r>
              <a:rPr lang="fr-FR"/>
              <a:t>
4-  WERE YOU THERE WHEN THEY LAID HIM IN THE TOMB? [Étais-tu là quand ils l'ont mis dans le tombeau ?]  x2</a:t>
            </a:r>
          </a:p>
          <a:p>
            <a:pPr>
              <a:defRPr/>
            </a:pPr>
            <a:r>
              <a:rPr lang="fr-FR"/>
              <a:t>
5-  OH! SOMETIMES IT CAUSES ME TO TREMBLE, TREMBLE, TREMBLE  [Oh ! parfois cela me fait trembler] </a:t>
            </a:r>
          </a:p>
          <a:p>
            <a:pPr>
              <a:defRPr/>
            </a:pPr>
            <a:r>
              <a:rPr lang="fr-FR"/>
              <a:t>
6-  WERE YOU THERE WHEN THEY LAID HIM IN THE TOMB? [Étais-tu là quand ils l'ont mis dans le tombeau ?]  couper</a:t>
            </a:r>
          </a:p>
          <a:p>
            <a:pPr>
              <a:defRPr/>
            </a:pPr>
            <a:r>
              <a:rPr lang="fr-FR"/>
              <a:t>
7-  WERE YOU THERE WHEN HE ROSE UP FROM THE GRAVE? [Étais-tu là quand il est ressuscité ?] x2  couper</a:t>
            </a:r>
          </a:p>
          <a:p>
            <a:pPr>
              <a:defRPr/>
            </a:pPr>
            <a:r>
              <a:rPr lang="fr-FR"/>
              <a:t>
8-  WERE YOU THERE WHEN THEY CRUCIFIED MY LORD? [Étais-tu là quand ils ont crucifié mon seigneur ?] 
</a:t>
            </a:r>
          </a:p>
        </p:txBody>
      </p:sp>
    </p:spTree>
    <p:extLst>
      <p:ext uri="{BB962C8B-B14F-4D97-AF65-F5344CB8AC3E}">
        <p14:creationId xmlns:p14="http://schemas.microsoft.com/office/powerpoint/2010/main" val="3563816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WERE YOU THERE WHEN THEY CRUCIFIED MY LORD? [Étais-tu là quand ils ont crucifié Mon Seigneur ?] x2</a:t>
            </a:r>
          </a:p>
          <a:p>
            <a:r>
              <a:rPr lang="en-US"/>
              <a:t>
2-  OH! SOMETIMES IT CAUSES ME TO TREMBLE, TREMBLE, TREMBLE [Oh ! parfois cela me fait trembler]  </a:t>
            </a:r>
          </a:p>
          <a:p>
            <a:r>
              <a:rPr lang="en-US"/>
              <a:t>
3-  WERE YOU THERE WHEN THEY CRUCIFIED MY LORD? [Étais-tu là quand ils ont crucifié Mon Seigneur ?] </a:t>
            </a:r>
          </a:p>
          <a:p>
            <a:r>
              <a:rPr lang="en-US"/>
              <a:t>
4-  WERE YOU THERE WHEN THEY LAID HIM IN THE TOMB? [Étais-tu là quand ils l'ont mis dans le tombeau ?]  x2</a:t>
            </a:r>
          </a:p>
          <a:p>
            <a:r>
              <a:rPr lang="en-US"/>
              <a:t>
5-  OH! SOMETIMES IT CAUSES ME TO TREMBLE, TREMBLE, TREMBLE  [Oh ! parfois cela me fait trembler] </a:t>
            </a:r>
          </a:p>
          <a:p>
            <a:r>
              <a:rPr lang="en-US"/>
              <a:t>
6-  WERE YOU THERE WHEN THEY LAID HIM IN THE TOMB? [Étais-tu là quand ils l'ont mis dans le tombeau ?]  couper</a:t>
            </a:r>
          </a:p>
          <a:p>
            <a:r>
              <a:rPr lang="en-US"/>
              <a:t>
7-  WERE YOU THERE WHEN HE ROSE UP FROM THE GRAVE? [Étais-tu là quand il est ressuscité ?] x2  couper</a:t>
            </a:r>
          </a:p>
          <a:p>
            <a:r>
              <a:rPr lang="en-US"/>
              <a:t>
8-  WERE YOU THERE WHEN THEY CRUCIFIED MY LORD? [Étais-tu là quand ils ont crucifié mon seigneur ?]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WERE YOU THERE WHEN THEY CRUCIFIED MY LORD? [Étais-tu là quand ils ont crucifié Mon Seigneur ?] x2</a:t>
            </a:r>
          </a:p>
          <a:p>
            <a:pPr>
              <a:defRPr/>
            </a:pPr>
            <a:r>
              <a:rPr lang="fr-FR"/>
              <a:t>
2-  OH! SOMETIMES IT CAUSES ME TO TREMBLE, TREMBLE, TREMBLE [Oh ! parfois cela me fait trembler]  </a:t>
            </a:r>
          </a:p>
          <a:p>
            <a:pPr>
              <a:defRPr/>
            </a:pPr>
            <a:r>
              <a:rPr lang="fr-FR"/>
              <a:t>
3-  WERE YOU THERE WHEN THEY CRUCIFIED MY LORD? [Étais-tu là quand ils ont crucifié Mon Seigneur ?] </a:t>
            </a:r>
          </a:p>
          <a:p>
            <a:pPr>
              <a:defRPr/>
            </a:pPr>
            <a:r>
              <a:rPr lang="fr-FR"/>
              <a:t>
4-  WERE YOU THERE WHEN THEY LAID HIM IN THE TOMB? [Étais-tu là quand ils l'ont mis dans le tombeau ?]  x2</a:t>
            </a:r>
          </a:p>
          <a:p>
            <a:pPr>
              <a:defRPr/>
            </a:pPr>
            <a:r>
              <a:rPr lang="fr-FR"/>
              <a:t>
5-  OH! SOMETIMES IT CAUSES ME TO TREMBLE, TREMBLE, TREMBLE  [Oh ! parfois cela me fait trembler] </a:t>
            </a:r>
          </a:p>
          <a:p>
            <a:pPr>
              <a:defRPr/>
            </a:pPr>
            <a:r>
              <a:rPr lang="fr-FR"/>
              <a:t>
6-  WERE YOU THERE WHEN THEY LAID HIM IN THE TOMB? [Étais-tu là quand ils l'ont mis dans le tombeau ?]  couper</a:t>
            </a:r>
          </a:p>
          <a:p>
            <a:pPr>
              <a:defRPr/>
            </a:pPr>
            <a:r>
              <a:rPr lang="fr-FR"/>
              <a:t>
7-  WERE YOU THERE WHEN HE ROSE UP FROM THE GRAVE? [Étais-tu là quand il est ressuscité ?] x2  couper</a:t>
            </a:r>
          </a:p>
          <a:p>
            <a:pPr>
              <a:defRPr/>
            </a:pPr>
            <a:r>
              <a:rPr lang="fr-FR"/>
              <a:t>
8-  WERE YOU THERE WHEN THEY CRUCIFIED MY LORD? [Étais-tu là quand ils ont crucifié mon seigneur ?] 
</a:t>
            </a:r>
          </a:p>
        </p:txBody>
      </p:sp>
    </p:spTree>
    <p:extLst>
      <p:ext uri="{BB962C8B-B14F-4D97-AF65-F5344CB8AC3E}">
        <p14:creationId xmlns:p14="http://schemas.microsoft.com/office/powerpoint/2010/main" val="2577417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WERE YOU THERE WHEN THEY CRUCIFIED MY LORD? [Étais-tu là quand ils ont crucifié Mon Seigneur ?] x2</a:t>
            </a:r>
          </a:p>
          <a:p>
            <a:r>
              <a:rPr lang="en-US"/>
              <a:t>
2-  OH! SOMETIMES IT CAUSES ME TO TREMBLE, TREMBLE, TREMBLE [Oh ! parfois cela me fait trembler]  </a:t>
            </a:r>
          </a:p>
          <a:p>
            <a:r>
              <a:rPr lang="en-US"/>
              <a:t>
3-  WERE YOU THERE WHEN THEY CRUCIFIED MY LORD? [Étais-tu là quand ils ont crucifié Mon Seigneur ?] </a:t>
            </a:r>
          </a:p>
          <a:p>
            <a:r>
              <a:rPr lang="en-US"/>
              <a:t>
4-  WERE YOU THERE WHEN THEY LAID HIM IN THE TOMB? [Étais-tu là quand ils l'ont mis dans le tombeau ?]  x2</a:t>
            </a:r>
          </a:p>
          <a:p>
            <a:r>
              <a:rPr lang="en-US"/>
              <a:t>
5-  OH! SOMETIMES IT CAUSES ME TO TREMBLE, TREMBLE, TREMBLE  [Oh ! parfois cela me fait trembler] </a:t>
            </a:r>
          </a:p>
          <a:p>
            <a:r>
              <a:rPr lang="en-US"/>
              <a:t>
6-  WERE YOU THERE WHEN THEY LAID HIM IN THE TOMB? [Étais-tu là quand ils l'ont mis dans le tombeau ?]  couper</a:t>
            </a:r>
          </a:p>
          <a:p>
            <a:r>
              <a:rPr lang="en-US"/>
              <a:t>
7-  WERE YOU THERE WHEN HE ROSE UP FROM THE GRAVE? [Étais-tu là quand il est ressuscité ?] x2  couper</a:t>
            </a:r>
          </a:p>
          <a:p>
            <a:r>
              <a:rPr lang="en-US"/>
              <a:t>
8-  WERE YOU THERE WHEN THEY CRUCIFIED MY LORD? [Étais-tu là quand ils ont crucifié mon seigneur ?]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WERE YOU THERE WHEN THEY CRUCIFIED MY LORD? [Étais-tu là quand ils ont crucifié Mon Seigneur ?] x2</a:t>
            </a:r>
          </a:p>
          <a:p>
            <a:pPr>
              <a:defRPr/>
            </a:pPr>
            <a:r>
              <a:rPr lang="fr-FR"/>
              <a:t>
2-  OH! SOMETIMES IT CAUSES ME TO TREMBLE, TREMBLE, TREMBLE [Oh ! parfois cela me fait trembler]  </a:t>
            </a:r>
          </a:p>
          <a:p>
            <a:pPr>
              <a:defRPr/>
            </a:pPr>
            <a:r>
              <a:rPr lang="fr-FR"/>
              <a:t>
3-  WERE YOU THERE WHEN THEY CRUCIFIED MY LORD? [Étais-tu là quand ils ont crucifié Mon Seigneur ?] </a:t>
            </a:r>
          </a:p>
          <a:p>
            <a:pPr>
              <a:defRPr/>
            </a:pPr>
            <a:r>
              <a:rPr lang="fr-FR"/>
              <a:t>
4-  WERE YOU THERE WHEN THEY LAID HIM IN THE TOMB? [Étais-tu là quand ils l'ont mis dans le tombeau ?]  x2</a:t>
            </a:r>
          </a:p>
          <a:p>
            <a:pPr>
              <a:defRPr/>
            </a:pPr>
            <a:r>
              <a:rPr lang="fr-FR"/>
              <a:t>
5-  OH! SOMETIMES IT CAUSES ME TO TREMBLE, TREMBLE, TREMBLE  [Oh ! parfois cela me fait trembler] </a:t>
            </a:r>
          </a:p>
          <a:p>
            <a:pPr>
              <a:defRPr/>
            </a:pPr>
            <a:r>
              <a:rPr lang="fr-FR"/>
              <a:t>
6-  WERE YOU THERE WHEN THEY LAID HIM IN THE TOMB? [Étais-tu là quand ils l'ont mis dans le tombeau ?]  couper</a:t>
            </a:r>
          </a:p>
          <a:p>
            <a:pPr>
              <a:defRPr/>
            </a:pPr>
            <a:r>
              <a:rPr lang="fr-FR"/>
              <a:t>
7-  WERE YOU THERE WHEN HE ROSE UP FROM THE GRAVE? [Étais-tu là quand il est ressuscité ?] x2  couper</a:t>
            </a:r>
          </a:p>
          <a:p>
            <a:pPr>
              <a:defRPr/>
            </a:pPr>
            <a:r>
              <a:rPr lang="fr-FR"/>
              <a:t>
8-  WERE YOU THERE WHEN THEY CRUCIFIED MY LORD? [Étais-tu là quand ils ont crucifié mon seigneur ?] 
</a:t>
            </a:r>
          </a:p>
        </p:txBody>
      </p:sp>
    </p:spTree>
    <p:extLst>
      <p:ext uri="{BB962C8B-B14F-4D97-AF65-F5344CB8AC3E}">
        <p14:creationId xmlns:p14="http://schemas.microsoft.com/office/powerpoint/2010/main" val="1502123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352" y="5461001"/>
            <a:ext cx="11928648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WERE YOU THERE WHEN THEY CRUCIFIED MY LORD?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Étais-tu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là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quand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ils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ont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crucifié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Mon Seigneur ?]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700" y="5517234"/>
            <a:ext cx="114966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OH! SOMETIMES IT CAUSES ME TO TREMBLE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[Oh ! parfois cela me fait trembler]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5461001"/>
            <a:ext cx="11377264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WERE YOU THERE WHEN THEY CRUCIFIED MY LORD?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Étais-tu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là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quand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ils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ont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crucifié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Mon Seigneur ?]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352" y="5461000"/>
            <a:ext cx="11593288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WERE YOU THERE WHEN THEY LAID HIM IN THE TOMB?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Étais-tu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là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quand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ils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L'ont</a:t>
            </a:r>
            <a:r>
              <a:rPr lang="en-US" sz="3200" dirty="0" smtClean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mis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dans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tombeau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?]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376" y="5461000"/>
            <a:ext cx="11449272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OH! SOMETIMES IT CAUSES ME TO TREMBLE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[Oh ! parfois cela me fait trembler]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352" y="5461000"/>
            <a:ext cx="1152128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/>
              </a:rPr>
              <a:t>WERE YOU THERE WHEN THEY LAID HIM IN THE TOMB?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Étais-tu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là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quand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ils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L'ont</a:t>
            </a:r>
            <a:r>
              <a:rPr lang="en-US" sz="3200" dirty="0" smtClean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mis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dans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tombeau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?]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21368" y="5517232"/>
            <a:ext cx="12313368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/>
              </a:rPr>
              <a:t>WERE YOU THERE WHEN HE ROSE UP FROM THE GRAVE?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Étais-tu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là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quand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smtClean="0">
                <a:solidFill>
                  <a:srgbClr val="FFFFFF"/>
                </a:solidFill>
                <a:latin typeface="Metropolis Semi Bold" panose="00000700000000000000"/>
              </a:rPr>
              <a:t>Il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est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ressuscité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?]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5461001"/>
            <a:ext cx="10945216" cy="9510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/>
              </a:rPr>
              <a:t>WERE YOU THERE WHEN THEY CRUCIFIED MY LORD?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Étais-tu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là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quand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ils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ont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crucifié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smtClean="0">
                <a:solidFill>
                  <a:srgbClr val="FFFFFF"/>
                </a:solidFill>
                <a:latin typeface="Metropolis Semi Bold" panose="00000700000000000000"/>
              </a:rPr>
              <a:t>Mon 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Seigneur ?]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490</Words>
  <Application>Microsoft Office PowerPoint</Application>
  <PresentationFormat>Grand écran</PresentationFormat>
  <Paragraphs>144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99</cp:revision>
  <dcterms:created xsi:type="dcterms:W3CDTF">2011-01-30T10:04:33Z</dcterms:created>
  <dcterms:modified xsi:type="dcterms:W3CDTF">2025-04-20T08:04:50Z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2025-04-19T08:11:02Z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9567f736-d23a-405d-9122-18844a32c29d</vt:lpwstr>
  </property>
  <property fmtid="{D5CDD505-2E9C-101B-9397-08002B2CF9AE}" pid="8" name="MSIP_Label_d0979fc8-5559-4f19-93ee-e28ca03d7638_ContentBits">
    <vt:lpwstr>0</vt:lpwstr>
  </property>
</Properties>
</file>