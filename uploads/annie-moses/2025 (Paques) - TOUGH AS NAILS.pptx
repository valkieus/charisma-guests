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7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32852" autoAdjust="0"/>
  </p:normalViewPr>
  <p:slideViewPr>
    <p:cSldViewPr>
      <p:cViewPr varScale="1">
        <p:scale>
          <a:sx n="36" d="100"/>
          <a:sy n="36" d="100"/>
        </p:scale>
        <p:origin x="2976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1-  HIS HEART WAS KIND [Son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était</a:t>
            </a:r>
            <a:r>
              <a:rPr lang="en-US" dirty="0"/>
              <a:t> </a:t>
            </a:r>
            <a:r>
              <a:rPr lang="en-US" dirty="0" err="1"/>
              <a:t>doux</a:t>
            </a:r>
            <a:r>
              <a:rPr lang="en-US" dirty="0"/>
              <a:t>] 
2-  AND STRENGTH WAS IN HIS EYES [Il y </a:t>
            </a:r>
            <a:r>
              <a:rPr lang="en-US" dirty="0" err="1"/>
              <a:t>avait</a:t>
            </a:r>
            <a:r>
              <a:rPr lang="en-US" dirty="0"/>
              <a:t> la force </a:t>
            </a:r>
            <a:r>
              <a:rPr lang="en-US" dirty="0" err="1"/>
              <a:t>dans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yeux</a:t>
            </a:r>
            <a:r>
              <a:rPr lang="en-US" dirty="0"/>
              <a:t>] 
3-  HE WORE NO DISGUISE HE HAD A MISSION [Ce </a:t>
            </a:r>
            <a:r>
              <a:rPr lang="en-US" dirty="0" err="1"/>
              <a:t>n’était</a:t>
            </a:r>
            <a:r>
              <a:rPr lang="en-US" dirty="0"/>
              <a:t> pas un </a:t>
            </a:r>
            <a:r>
              <a:rPr lang="en-US" dirty="0" err="1"/>
              <a:t>déguisement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avait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mission] 
4-  HE SPOKE NO WORDS AS THEY MOCKED AND HIT [Il </a:t>
            </a:r>
            <a:r>
              <a:rPr lang="en-US" dirty="0" err="1"/>
              <a:t>n’a</a:t>
            </a:r>
            <a:r>
              <a:rPr lang="en-US" dirty="0"/>
              <a:t> </a:t>
            </a:r>
            <a:r>
              <a:rPr lang="en-US" dirty="0" err="1"/>
              <a:t>rien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quand</a:t>
            </a:r>
            <a:r>
              <a:rPr lang="en-US" dirty="0"/>
              <a:t> </a:t>
            </a:r>
            <a:r>
              <a:rPr lang="en-US" dirty="0" err="1"/>
              <a:t>ils</a:t>
            </a:r>
            <a:r>
              <a:rPr lang="en-US" dirty="0"/>
              <a:t> se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moqués</a:t>
            </a:r>
            <a:r>
              <a:rPr lang="en-US" dirty="0"/>
              <a:t> et </a:t>
            </a:r>
            <a:r>
              <a:rPr lang="en-US" dirty="0" err="1"/>
              <a:t>l’ont</a:t>
            </a:r>
            <a:r>
              <a:rPr lang="en-US" dirty="0"/>
              <a:t> </a:t>
            </a:r>
            <a:r>
              <a:rPr lang="en-US" dirty="0" err="1"/>
              <a:t>frappé</a:t>
            </a:r>
            <a:r>
              <a:rPr lang="en-US" dirty="0"/>
              <a:t>] 
5-  THEN HE SET HIS FACE LIKE FLINT AND IT DIDN'T MATTER [Et </a:t>
            </a:r>
            <a:r>
              <a:rPr lang="en-US" dirty="0" err="1"/>
              <a:t>cela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était</a:t>
            </a:r>
            <a:r>
              <a:rPr lang="en-US" dirty="0"/>
              <a:t> </a:t>
            </a:r>
            <a:r>
              <a:rPr lang="en-US" dirty="0" err="1"/>
              <a:t>égal</a:t>
            </a:r>
            <a:r>
              <a:rPr lang="en-US" dirty="0"/>
              <a:t>] 
6-  HE KNEW WHAT HE WAS AFTER [Il </a:t>
            </a:r>
            <a:r>
              <a:rPr lang="en-US" dirty="0" err="1"/>
              <a:t>savait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poursuivait</a:t>
            </a:r>
            <a:r>
              <a:rPr lang="en-US" dirty="0"/>
              <a:t>] </a:t>
            </a:r>
          </a:p>
          <a:p>
            <a:r>
              <a:rPr lang="en-US" dirty="0"/>
              <a:t>	Refrain:
	7-  AND HIS HEART BROKE [Et Son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brisé</a:t>
            </a:r>
            <a:r>
              <a:rPr lang="en-US" dirty="0"/>
              <a:t>] 
	8-  AND HIS BREATH CHOKED [Et Son </a:t>
            </a:r>
            <a:r>
              <a:rPr lang="en-US" dirty="0" err="1"/>
              <a:t>souffle</a:t>
            </a:r>
            <a:r>
              <a:rPr lang="en-US" dirty="0"/>
              <a:t> </a:t>
            </a:r>
            <a:r>
              <a:rPr lang="en-US" dirty="0" err="1"/>
              <a:t>s’est</a:t>
            </a:r>
            <a:r>
              <a:rPr lang="en-US" dirty="0"/>
              <a:t> coupé] 
	9-  AND THE WHIP DID RIP WITH A MEAN STROKE [Et le </a:t>
            </a:r>
            <a:r>
              <a:rPr lang="en-US" dirty="0" err="1"/>
              <a:t>fouet</a:t>
            </a:r>
            <a:r>
              <a:rPr lang="en-US" dirty="0"/>
              <a:t>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déchiré</a:t>
            </a:r>
            <a:r>
              <a:rPr lang="en-US" dirty="0"/>
              <a:t> sous les coups] 
	10-  AND THE FLESH TORE, AND THE BLOOD POURED [Et Sa chair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déchirée</a:t>
            </a:r>
            <a:r>
              <a:rPr lang="en-US" dirty="0"/>
              <a:t>, et le sang a </a:t>
            </a:r>
            <a:r>
              <a:rPr lang="en-US" dirty="0" err="1"/>
              <a:t>coulé</a:t>
            </a:r>
            <a:r>
              <a:rPr lang="en-US" dirty="0"/>
              <a:t>] 
	11-  AND OUR SIN DUG IN LIKE A SHARP THORN [Et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péché</a:t>
            </a:r>
            <a:r>
              <a:rPr lang="en-US" dirty="0"/>
              <a:t> </a:t>
            </a:r>
            <a:r>
              <a:rPr lang="en-US" dirty="0" err="1"/>
              <a:t>l’a</a:t>
            </a:r>
            <a:r>
              <a:rPr lang="en-US" dirty="0"/>
              <a:t> </a:t>
            </a:r>
            <a:r>
              <a:rPr lang="en-US" dirty="0" err="1"/>
              <a:t>percé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épine</a:t>
            </a:r>
            <a:r>
              <a:rPr lang="en-US" dirty="0"/>
              <a:t> </a:t>
            </a:r>
            <a:r>
              <a:rPr lang="en-US" dirty="0" err="1"/>
              <a:t>aiguisée</a:t>
            </a:r>
            <a:r>
              <a:rPr lang="en-US" dirty="0"/>
              <a:t>] 
	12-  BUT HE DID NOT FIGHT WHEN THE HAMMER FELL [</a:t>
            </a:r>
            <a:r>
              <a:rPr lang="en-US" dirty="0" err="1"/>
              <a:t>Mais</a:t>
            </a:r>
            <a:r>
              <a:rPr lang="en-US" dirty="0"/>
              <a:t> Il ne </a:t>
            </a:r>
            <a:r>
              <a:rPr lang="en-US" dirty="0" err="1"/>
              <a:t>s’est</a:t>
            </a:r>
            <a:r>
              <a:rPr lang="en-US" dirty="0"/>
              <a:t> pas </a:t>
            </a:r>
            <a:r>
              <a:rPr lang="en-US" dirty="0" err="1"/>
              <a:t>battu</a:t>
            </a:r>
            <a:r>
              <a:rPr lang="en-US" dirty="0"/>
              <a:t> </a:t>
            </a:r>
            <a:r>
              <a:rPr lang="en-US" dirty="0" err="1"/>
              <a:t>quand</a:t>
            </a:r>
            <a:r>
              <a:rPr lang="en-US" dirty="0"/>
              <a:t> le </a:t>
            </a:r>
            <a:r>
              <a:rPr lang="en-US" dirty="0" err="1"/>
              <a:t>marteau</a:t>
            </a:r>
            <a:r>
              <a:rPr lang="en-US" dirty="0"/>
              <a:t> a </a:t>
            </a:r>
            <a:r>
              <a:rPr lang="en-US" dirty="0" err="1"/>
              <a:t>frappé</a:t>
            </a:r>
            <a:r>
              <a:rPr lang="en-US" dirty="0"/>
              <a:t>] 
	13-  HIS LOVE WAS TOUGH AS NAILS, TOUGH AS NAILS [Son amour </a:t>
            </a:r>
            <a:r>
              <a:rPr lang="en-US" dirty="0" err="1"/>
              <a:t>était</a:t>
            </a:r>
            <a:r>
              <a:rPr lang="en-US" dirty="0"/>
              <a:t> </a:t>
            </a:r>
            <a:r>
              <a:rPr lang="en-US" dirty="0" err="1"/>
              <a:t>dur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des </a:t>
            </a:r>
            <a:r>
              <a:rPr lang="en-US" dirty="0" err="1"/>
              <a:t>clous</a:t>
            </a:r>
            <a:r>
              <a:rPr lang="en-US" dirty="0"/>
              <a:t>] 
	14-  HIS LOVE WAS TOUGH AS NAILS [Son amour </a:t>
            </a:r>
            <a:r>
              <a:rPr lang="en-US" dirty="0" err="1"/>
              <a:t>était</a:t>
            </a:r>
            <a:r>
              <a:rPr lang="en-US" dirty="0"/>
              <a:t> </a:t>
            </a:r>
            <a:r>
              <a:rPr lang="en-US" dirty="0" err="1"/>
              <a:t>dur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des </a:t>
            </a:r>
            <a:r>
              <a:rPr lang="en-US" dirty="0" err="1"/>
              <a:t>clous</a:t>
            </a:r>
            <a:r>
              <a:rPr lang="en-US" dirty="0"/>
              <a:t>] </a:t>
            </a:r>
          </a:p>
          <a:p>
            <a:r>
              <a:rPr lang="en-US" dirty="0"/>
              <a:t>
15-  HE TOOK THE CROSS AND STUMBLED UP THE HILL [Il a </a:t>
            </a:r>
            <a:r>
              <a:rPr lang="en-US" dirty="0" err="1"/>
              <a:t>pris</a:t>
            </a:r>
            <a:r>
              <a:rPr lang="en-US" dirty="0"/>
              <a:t> la </a:t>
            </a:r>
            <a:r>
              <a:rPr lang="en-US" dirty="0" err="1"/>
              <a:t>croix</a:t>
            </a:r>
            <a:r>
              <a:rPr lang="en-US" dirty="0"/>
              <a:t> et a </a:t>
            </a:r>
            <a:r>
              <a:rPr lang="en-US" dirty="0" err="1"/>
              <a:t>trébuché</a:t>
            </a:r>
            <a:r>
              <a:rPr lang="en-US" dirty="0"/>
              <a:t> sur la </a:t>
            </a:r>
            <a:r>
              <a:rPr lang="en-US" dirty="0" err="1"/>
              <a:t>colline</a:t>
            </a:r>
            <a:r>
              <a:rPr lang="en-US" dirty="0"/>
              <a:t>] 
16-  HE WOULD NOT QUIT UNTIL THE WORK WAS FINISHED [Il ne </a:t>
            </a:r>
            <a:r>
              <a:rPr lang="en-US" dirty="0" err="1"/>
              <a:t>s’est</a:t>
            </a:r>
            <a:r>
              <a:rPr lang="en-US" dirty="0"/>
              <a:t> pas </a:t>
            </a:r>
            <a:r>
              <a:rPr lang="en-US" dirty="0" err="1"/>
              <a:t>arrêté</a:t>
            </a:r>
            <a:r>
              <a:rPr lang="en-US" dirty="0"/>
              <a:t> </a:t>
            </a:r>
            <a:r>
              <a:rPr lang="en-US" dirty="0" err="1"/>
              <a:t>jusqu’à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que le travail </a:t>
            </a:r>
            <a:r>
              <a:rPr lang="en-US" dirty="0" err="1"/>
              <a:t>soit</a:t>
            </a:r>
            <a:r>
              <a:rPr lang="en-US" dirty="0"/>
              <a:t> fait] 
17-  THE DAY TURNED DARK THE HAMMER POUNDED PAIN [Le jour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assombri</a:t>
            </a:r>
            <a:r>
              <a:rPr lang="en-US" dirty="0"/>
              <a:t> le </a:t>
            </a:r>
            <a:r>
              <a:rPr lang="en-US" dirty="0" err="1"/>
              <a:t>marteau</a:t>
            </a:r>
            <a:r>
              <a:rPr lang="en-US" dirty="0"/>
              <a:t> </a:t>
            </a:r>
            <a:r>
              <a:rPr lang="en-US" dirty="0" err="1"/>
              <a:t>frappa</a:t>
            </a:r>
            <a:r>
              <a:rPr lang="en-US" dirty="0"/>
              <a:t> avec </a:t>
            </a:r>
            <a:r>
              <a:rPr lang="en-US" dirty="0" err="1"/>
              <a:t>douleur</a:t>
            </a:r>
            <a:r>
              <a:rPr lang="en-US" dirty="0"/>
              <a:t>] 
18-  THEN HIS FINAL ANSWER RANG 'FATHER, FORGIVE THEM!' [Et Sa </a:t>
            </a:r>
            <a:r>
              <a:rPr lang="en-US" dirty="0" err="1"/>
              <a:t>réponse</a:t>
            </a:r>
            <a:r>
              <a:rPr lang="en-US" dirty="0"/>
              <a:t> finale </a:t>
            </a:r>
            <a:r>
              <a:rPr lang="en-US" dirty="0" err="1"/>
              <a:t>était</a:t>
            </a:r>
            <a:r>
              <a:rPr lang="en-US" dirty="0"/>
              <a:t> </a:t>
            </a:r>
            <a:r>
              <a:rPr lang="en-US" dirty="0" err="1"/>
              <a:t>Père</a:t>
            </a:r>
            <a:r>
              <a:rPr lang="en-US" dirty="0"/>
              <a:t>, </a:t>
            </a:r>
            <a:r>
              <a:rPr lang="en-US" dirty="0" err="1"/>
              <a:t>pardonne-leur</a:t>
            </a:r>
            <a:r>
              <a:rPr lang="en-US" dirty="0"/>
              <a:t> !] 
19-  IT WAS THE LOVE OF LOVES THAT DROVE HIM [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véritable</a:t>
            </a:r>
            <a:r>
              <a:rPr lang="en-US" dirty="0"/>
              <a:t> amour qui le </a:t>
            </a:r>
            <a:r>
              <a:rPr lang="en-US" dirty="0" err="1"/>
              <a:t>conduisait</a:t>
            </a:r>
            <a:r>
              <a:rPr lang="en-US" dirty="0"/>
              <a:t>] 
</a:t>
            </a:r>
          </a:p>
          <a:p>
            <a:r>
              <a:rPr lang="en-US" dirty="0"/>
              <a:t>	Refrain: </a:t>
            </a:r>
            <a:r>
              <a:rPr lang="en-US" dirty="0" err="1"/>
              <a:t>couper</a:t>
            </a:r>
            <a:endParaRPr lang="en-US" dirty="0"/>
          </a:p>
          <a:p>
            <a:r>
              <a:rPr lang="en-US" dirty="0"/>
              <a:t>	19</a:t>
            </a:r>
          </a:p>
          <a:p>
            <a:r>
              <a:rPr lang="en-US" dirty="0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17062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56109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160795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981086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003210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740764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1298467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3152677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383216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902908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577906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192440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975531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1638226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749265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515304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523017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endParaRPr lang="en-US"/>
          </a:p>
          <a:p>
            <a:r>
              <a:rPr lang="en-US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r>
              <a:rPr lang="en-US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r>
              <a:rPr lang="en-US"/>
              <a:t>	Refrain: couper</a:t>
            </a:r>
          </a:p>
          <a:p>
            <a:r>
              <a:rPr lang="en-US"/>
              <a:t>	19</a:t>
            </a:r>
          </a:p>
          <a:p>
            <a:r>
              <a:rPr lang="en-US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35507896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1-  HIS HEART WAS KIND [Son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était</a:t>
            </a:r>
            <a:r>
              <a:rPr lang="en-US" dirty="0"/>
              <a:t> doux] 
2-  AND STRENGTH WAS IN HIS EYES [Il y </a:t>
            </a:r>
            <a:r>
              <a:rPr lang="en-US" dirty="0" err="1"/>
              <a:t>avait</a:t>
            </a:r>
            <a:r>
              <a:rPr lang="en-US" dirty="0"/>
              <a:t> la force dans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yeux</a:t>
            </a:r>
            <a:r>
              <a:rPr lang="en-US" dirty="0"/>
              <a:t>] 
3-  HE WORE NO DISGUISE HE HAD A MISSION [Ce </a:t>
            </a:r>
            <a:r>
              <a:rPr lang="en-US" dirty="0" err="1"/>
              <a:t>n’était</a:t>
            </a:r>
            <a:r>
              <a:rPr lang="en-US" dirty="0"/>
              <a:t> pas un </a:t>
            </a:r>
            <a:r>
              <a:rPr lang="en-US" dirty="0" err="1"/>
              <a:t>déguisement</a:t>
            </a:r>
            <a:r>
              <a:rPr lang="en-US" dirty="0"/>
              <a:t> il </a:t>
            </a:r>
            <a:r>
              <a:rPr lang="en-US" dirty="0" err="1"/>
              <a:t>avait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mission] 
4-  HE SPOKE NO WORDS AS THEY MOCKED AND HIT [Il </a:t>
            </a:r>
            <a:r>
              <a:rPr lang="en-US" dirty="0" err="1"/>
              <a:t>n’a</a:t>
            </a:r>
            <a:r>
              <a:rPr lang="en-US" dirty="0"/>
              <a:t> rien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quand</a:t>
            </a:r>
            <a:r>
              <a:rPr lang="en-US" dirty="0"/>
              <a:t> </a:t>
            </a:r>
            <a:r>
              <a:rPr lang="en-US" dirty="0" err="1"/>
              <a:t>ils</a:t>
            </a:r>
            <a:r>
              <a:rPr lang="en-US" dirty="0"/>
              <a:t> se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moqués</a:t>
            </a:r>
            <a:r>
              <a:rPr lang="en-US" dirty="0"/>
              <a:t> et </a:t>
            </a:r>
            <a:r>
              <a:rPr lang="en-US" dirty="0" err="1"/>
              <a:t>l’ont</a:t>
            </a:r>
            <a:r>
              <a:rPr lang="en-US" dirty="0"/>
              <a:t> frappé] 
5-  THEN HE SET HIS FACE LIKE FLINT AND IT DIDN'T MATTER [Et </a:t>
            </a:r>
            <a:r>
              <a:rPr lang="en-US" dirty="0" err="1"/>
              <a:t>cela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était</a:t>
            </a:r>
            <a:r>
              <a:rPr lang="en-US" dirty="0"/>
              <a:t> </a:t>
            </a:r>
            <a:r>
              <a:rPr lang="en-US" dirty="0" err="1"/>
              <a:t>égal</a:t>
            </a:r>
            <a:r>
              <a:rPr lang="en-US" dirty="0"/>
              <a:t>] 
6-  HE KNEW WHAT HE WAS AFTER [Il </a:t>
            </a:r>
            <a:r>
              <a:rPr lang="en-US" dirty="0" err="1"/>
              <a:t>savait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poursuivait</a:t>
            </a:r>
            <a:r>
              <a:rPr lang="en-US" dirty="0"/>
              <a:t>] </a:t>
            </a:r>
            <a:r>
              <a:rPr lang="en-US" dirty="0" smtClean="0"/>
              <a:t>1</a:t>
            </a:r>
            <a:endParaRPr lang="en-US" dirty="0"/>
          </a:p>
          <a:p>
            <a:endParaRPr lang="en-US" dirty="0"/>
          </a:p>
          <a:p>
            <a:r>
              <a:rPr lang="en-US" dirty="0"/>
              <a:t>	Refrain:
	7-  AND HIS HEART BROKE [Et Son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brisé</a:t>
            </a:r>
            <a:r>
              <a:rPr lang="en-US" dirty="0"/>
              <a:t>] 
	8-  AND HIS BREATH CHOKED [Et Son souffle </a:t>
            </a:r>
            <a:r>
              <a:rPr lang="en-US" dirty="0" err="1"/>
              <a:t>s’est</a:t>
            </a:r>
            <a:r>
              <a:rPr lang="en-US" dirty="0"/>
              <a:t> coupé] 
	9-  AND THE WHIP DID RIP WITH A MEAN STROKE [Et le </a:t>
            </a:r>
            <a:r>
              <a:rPr lang="en-US" dirty="0" err="1"/>
              <a:t>fouet</a:t>
            </a:r>
            <a:r>
              <a:rPr lang="en-US" dirty="0"/>
              <a:t>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déchiré</a:t>
            </a:r>
            <a:r>
              <a:rPr lang="en-US" dirty="0"/>
              <a:t> sous les coups] 
	10-  AND THE FLESH TORE, AND THE BLOOD POURED [Et Sa chair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déchirée</a:t>
            </a:r>
            <a:r>
              <a:rPr lang="en-US" dirty="0"/>
              <a:t>, et le sang a </a:t>
            </a:r>
            <a:r>
              <a:rPr lang="en-US" dirty="0" err="1"/>
              <a:t>coulé</a:t>
            </a:r>
            <a:r>
              <a:rPr lang="en-US" dirty="0"/>
              <a:t>] 
	11-  AND OUR SIN DUG IN LIKE A SHARP THORN [Et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péché</a:t>
            </a:r>
            <a:r>
              <a:rPr lang="en-US" dirty="0"/>
              <a:t> </a:t>
            </a:r>
            <a:r>
              <a:rPr lang="en-US" dirty="0" err="1"/>
              <a:t>l’a</a:t>
            </a:r>
            <a:r>
              <a:rPr lang="en-US" dirty="0"/>
              <a:t> </a:t>
            </a:r>
            <a:r>
              <a:rPr lang="en-US" dirty="0" err="1"/>
              <a:t>percé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épine</a:t>
            </a:r>
            <a:r>
              <a:rPr lang="en-US" dirty="0"/>
              <a:t> </a:t>
            </a:r>
            <a:r>
              <a:rPr lang="en-US" dirty="0" err="1"/>
              <a:t>aiguisée</a:t>
            </a:r>
            <a:r>
              <a:rPr lang="en-US" dirty="0"/>
              <a:t>] 
	12-  BUT HE DID NOT FIGHT WHEN THE HAMMER FELL [Mais Il ne </a:t>
            </a:r>
            <a:r>
              <a:rPr lang="en-US" dirty="0" err="1"/>
              <a:t>s’est</a:t>
            </a:r>
            <a:r>
              <a:rPr lang="en-US" dirty="0"/>
              <a:t> pas battu </a:t>
            </a:r>
            <a:r>
              <a:rPr lang="en-US" dirty="0" err="1"/>
              <a:t>quand</a:t>
            </a:r>
            <a:r>
              <a:rPr lang="en-US" dirty="0"/>
              <a:t> le </a:t>
            </a:r>
            <a:r>
              <a:rPr lang="en-US" dirty="0" err="1"/>
              <a:t>marteau</a:t>
            </a:r>
            <a:r>
              <a:rPr lang="en-US" dirty="0"/>
              <a:t> a frappé] 
	13-  HIS LOVE WAS TOUGH AS NAILS, TOUGH AS NAILS [Son amour </a:t>
            </a:r>
            <a:r>
              <a:rPr lang="en-US" dirty="0" err="1"/>
              <a:t>était</a:t>
            </a:r>
            <a:r>
              <a:rPr lang="en-US" dirty="0"/>
              <a:t> dur </a:t>
            </a:r>
            <a:r>
              <a:rPr lang="en-US" dirty="0" err="1"/>
              <a:t>comme</a:t>
            </a:r>
            <a:r>
              <a:rPr lang="en-US" dirty="0"/>
              <a:t> des clous] 
	14-  HIS LOVE WAS TOUGH AS NAILS [Son amour </a:t>
            </a:r>
            <a:r>
              <a:rPr lang="en-US" dirty="0" err="1"/>
              <a:t>était</a:t>
            </a:r>
            <a:r>
              <a:rPr lang="en-US" dirty="0"/>
              <a:t> dur </a:t>
            </a:r>
            <a:r>
              <a:rPr lang="en-US" dirty="0" err="1"/>
              <a:t>comme</a:t>
            </a:r>
            <a:r>
              <a:rPr lang="en-US" dirty="0"/>
              <a:t> des clous] </a:t>
            </a:r>
          </a:p>
          <a:p>
            <a:r>
              <a:rPr lang="en-US" dirty="0"/>
              <a:t>
15-  HE TOOK THE CROSS AND STUMBLED UP THE HILL [Il a pris la </a:t>
            </a:r>
            <a:r>
              <a:rPr lang="en-US" dirty="0" err="1"/>
              <a:t>croix</a:t>
            </a:r>
            <a:r>
              <a:rPr lang="en-US" dirty="0"/>
              <a:t> et a </a:t>
            </a:r>
            <a:r>
              <a:rPr lang="en-US" dirty="0" err="1"/>
              <a:t>trébuché</a:t>
            </a:r>
            <a:r>
              <a:rPr lang="en-US" dirty="0"/>
              <a:t> sur la </a:t>
            </a:r>
            <a:r>
              <a:rPr lang="en-US" dirty="0" err="1"/>
              <a:t>colline</a:t>
            </a:r>
            <a:r>
              <a:rPr lang="en-US" dirty="0"/>
              <a:t>] 
16-  HE WOULD NOT QUIT UNTIL THE WORK WAS FINISHED [Il ne </a:t>
            </a:r>
            <a:r>
              <a:rPr lang="en-US" dirty="0" err="1"/>
              <a:t>s’est</a:t>
            </a:r>
            <a:r>
              <a:rPr lang="en-US" dirty="0"/>
              <a:t> pas </a:t>
            </a:r>
            <a:r>
              <a:rPr lang="en-US" dirty="0" err="1"/>
              <a:t>arrêté</a:t>
            </a:r>
            <a:r>
              <a:rPr lang="en-US" dirty="0"/>
              <a:t> </a:t>
            </a:r>
            <a:r>
              <a:rPr lang="en-US" dirty="0" err="1"/>
              <a:t>jusqu’à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que le travail </a:t>
            </a:r>
            <a:r>
              <a:rPr lang="en-US" dirty="0" err="1"/>
              <a:t>soit</a:t>
            </a:r>
            <a:r>
              <a:rPr lang="en-US" dirty="0"/>
              <a:t> fait] 
17-  THE DAY TURNED DARK THE HAMMER POUNDED PAIN [Le jour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assombri</a:t>
            </a:r>
            <a:r>
              <a:rPr lang="en-US" dirty="0"/>
              <a:t> le </a:t>
            </a:r>
            <a:r>
              <a:rPr lang="en-US" dirty="0" err="1"/>
              <a:t>marteau</a:t>
            </a:r>
            <a:r>
              <a:rPr lang="en-US" dirty="0"/>
              <a:t> </a:t>
            </a:r>
            <a:r>
              <a:rPr lang="en-US" dirty="0" err="1"/>
              <a:t>frappa</a:t>
            </a:r>
            <a:r>
              <a:rPr lang="en-US" dirty="0"/>
              <a:t> avec </a:t>
            </a:r>
            <a:r>
              <a:rPr lang="en-US" dirty="0" err="1"/>
              <a:t>douleur</a:t>
            </a:r>
            <a:r>
              <a:rPr lang="en-US" dirty="0"/>
              <a:t>] 
18-  THEN HIS FINAL ANSWER RANG 'FATHER, FORGIVE THEM!' [Et Sa </a:t>
            </a:r>
            <a:r>
              <a:rPr lang="en-US" dirty="0" err="1"/>
              <a:t>réponse</a:t>
            </a:r>
            <a:r>
              <a:rPr lang="en-US" dirty="0"/>
              <a:t> finale </a:t>
            </a:r>
            <a:r>
              <a:rPr lang="en-US" dirty="0" err="1"/>
              <a:t>était</a:t>
            </a:r>
            <a:r>
              <a:rPr lang="en-US" dirty="0"/>
              <a:t> Père, </a:t>
            </a:r>
            <a:r>
              <a:rPr lang="en-US" dirty="0" err="1"/>
              <a:t>pardonne-leur</a:t>
            </a:r>
            <a:r>
              <a:rPr lang="en-US" dirty="0"/>
              <a:t> !] 
19-  IT WAS THE LOVE OF LOVES THAT DROVE HIM [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véritable</a:t>
            </a:r>
            <a:r>
              <a:rPr lang="en-US" dirty="0"/>
              <a:t> amour qui le </a:t>
            </a:r>
            <a:r>
              <a:rPr lang="en-US" dirty="0" err="1"/>
              <a:t>conduisait</a:t>
            </a:r>
            <a:r>
              <a:rPr lang="en-US" dirty="0"/>
              <a:t>] 
</a:t>
            </a:r>
          </a:p>
          <a:p>
            <a:r>
              <a:rPr lang="en-US" dirty="0"/>
              <a:t>	Refrain: </a:t>
            </a:r>
            <a:r>
              <a:rPr lang="en-US" dirty="0" err="1"/>
              <a:t>couper</a:t>
            </a:r>
            <a:endParaRPr lang="en-US" dirty="0"/>
          </a:p>
          <a:p>
            <a:r>
              <a:rPr lang="en-US" dirty="0"/>
              <a:t>	19</a:t>
            </a:r>
          </a:p>
          <a:p>
            <a:r>
              <a:rPr lang="en-US" dirty="0"/>
              <a:t>	Refrain: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HIS HEART WAS KIND [Son cœur était doux] 
2-  AND STRENGTH WAS IN HIS EYES [Il y avait la force dans ses yeux] 
3-  HE WORE NO DISGUISE HE HAD A MISSION [Ce n’était pas un déguisement il avait une mission] 
4-  HE SPOKE NO WORDS AS THEY MOCKED AND HIT [Il n’a rien dit quand ils se sont moqués et l’ont frappé] 
5-  THEN HE SET HIS FACE LIKE FLINT AND IT DIDN'T MATTER [Et cela lui était égal] 
6-  HE KNEW WHAT HE WAS AFTER [Il savait ce qu’Il poursuivait]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	7-  AND HIS HEART BROKE [Et Son cœur s’est brisé] 
	8-  AND HIS BREATH CHOKED [Et Son souffle s’est coupé] 
	9-  AND THE WHIP DID RIP WITH A MEAN STROKE [Et le fouet s’est déchiré sous les coups] 
	10-  AND THE FLESH TORE, AND THE BLOOD POURED [Et Sa chair a été déchirée, et le sang a coulé] 
	11-  AND OUR SIN DUG IN LIKE A SHARP THORN [Et notre péché l’a percé comme une épine aiguisée] 
	12-  BUT HE DID NOT FIGHT WHEN THE HAMMER FELL [Mais Il ne s’est pas battu quand le marteau a frappé] 
	13-  HIS LOVE WAS TOUGH AS NAILS, TOUGH AS NAILS [Son amour était dur comme des clous] 
	14-  HIS LOVE WAS TOUGH AS NAILS [Son amour était dur comme des clous] </a:t>
            </a:r>
          </a:p>
          <a:p>
            <a:pPr>
              <a:defRPr/>
            </a:pPr>
            <a:r>
              <a:rPr lang="fr-FR"/>
              <a:t>
15-  HE TOOK THE CROSS AND STUMBLED UP THE HILL [Il a pris la croix et a trébuché sur la colline] 
16-  HE WOULD NOT QUIT UNTIL THE WORK WAS FINISHED [Il ne s’est pas arrêté jusqu’à ce que le travail soit fait] 
17-  THE DAY TURNED DARK THE HAMMER POUNDED PAIN [Le jour s’est assombri le marteau frappa avec douleur] 
18-  THEN HIS FINAL ANSWER RANG 'FATHER, FORGIVE THEM!' [Et Sa réponse finale était Père, pardonne-leur !] 
19-  IT WAS THE LOVE OF LOVES THAT DROVE HIM [C’est le véritable amour qui le conduisait] 
</a:t>
            </a:r>
          </a:p>
          <a:p>
            <a:pPr>
              <a:defRPr/>
            </a:pPr>
            <a:r>
              <a:rPr lang="fr-FR"/>
              <a:t>	Refrain: couper</a:t>
            </a:r>
          </a:p>
          <a:p>
            <a:pPr>
              <a:defRPr/>
            </a:pPr>
            <a:r>
              <a:rPr lang="fr-FR"/>
              <a:t>	19</a:t>
            </a:r>
          </a:p>
          <a:p>
            <a:pPr>
              <a:defRPr/>
            </a:pPr>
            <a:r>
              <a:rPr lang="fr-FR"/>
              <a:t>	Refrain:</a:t>
            </a:r>
          </a:p>
        </p:txBody>
      </p:sp>
    </p:spTree>
    <p:extLst>
      <p:ext uri="{BB962C8B-B14F-4D97-AF65-F5344CB8AC3E}">
        <p14:creationId xmlns:p14="http://schemas.microsoft.com/office/powerpoint/2010/main" val="2692510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5419-17BD-33E5-0213-A43C52C8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F41AA-B2B2-C073-6AA9-0DFFDFC50EF5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HIS HEART WAS KIND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[Son cœur était doux]</a:t>
            </a:r>
            <a:endParaRPr lang="en-US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49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STRENGTH WAS IN HIS EYES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 y avait la force dans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Ses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yeux]</a:t>
            </a:r>
            <a:endParaRPr lang="en-US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3472" y="5461000"/>
            <a:ext cx="993710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WORE NO DISGUISE HE HAD A MISSION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[Ce n’était pas un déguisement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avait une mission]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5461000"/>
            <a:ext cx="1058517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SPOKE NO WORDS AS THEY MOCKED AND HIT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 n’a rien dit quand ils se sont moqués et l’ont frappé]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5461000"/>
            <a:ext cx="11089232" cy="90948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9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THEN HE SET HIS FACE LIKE FLINT AND IT DIDN'T MATTER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cela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ui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était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égal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KNEW WHAT HE WAS AFTER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savait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qu’Il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poursuivait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HIS HEART BROKE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Son cœur s’est brisé]</a:t>
            </a:r>
            <a:endParaRPr lang="en-US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HIS BREATH CHOKED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Son souffle s’est coupé]</a:t>
            </a:r>
            <a:endParaRPr lang="en-US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AND THE WHIP DID RIP WITH A MEAN STROKE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[Et le fouet s’est déchiré sous les coups]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416" y="5461000"/>
            <a:ext cx="108012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THE FLESH TORE, AND THE BLOOD POURED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[Et Sa chair a été déchirée, et le sang a coulé]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3432" y="5461000"/>
            <a:ext cx="1058517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AND OUR SIN DUG IN LIKE A SHARP THORN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[Et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notre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péché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’a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percé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comme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une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épine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aiguisée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61000"/>
            <a:ext cx="1065718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BUT HE DID NOT FIGHT WHEN THE HAMMER FELL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Mais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Il ne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s’est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pas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battu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quand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marteau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frappé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424" y="5461000"/>
            <a:ext cx="1029714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HIS LOVE WAS TOUGH AS NAILS, TOUGH AS NAILS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[Son amour était dur comme des clous]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HIS LOVE WAS TOUGH AS NAILS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[Son amour était dur comme des clous]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448" y="5461000"/>
            <a:ext cx="10225136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TOOK THE CROSS AND STUMBLED UP THE HILL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 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pris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croix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et 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trébuché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sur la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colline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392" y="5461000"/>
            <a:ext cx="11089232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WOULD NOT QUIT UNTIL THE WORK WAS FINISHED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[Il ne s’est pas arrêté jusqu’à ce que le travail soit fait]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360" y="5445224"/>
            <a:ext cx="11712624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 DAY TURNED DARK THE HAMMER POUNDED PAIN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[Le jour s’est assombri le marteau frappa avec douleur]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5461000"/>
            <a:ext cx="11161240" cy="90948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9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THEN HIS FINAL ANSWER RANG 'FATHER, FORGIVE THEM!'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[Et Sa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réponse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finale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était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Père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pardonne-leur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!]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IT WAS THE LOVE OF LOVES THAT DROVE HIM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véritable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amour qui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conduisait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759</Words>
  <Application>Microsoft Office PowerPoint</Application>
  <PresentationFormat>Grand écran</PresentationFormat>
  <Paragraphs>303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101</cp:revision>
  <dcterms:created xsi:type="dcterms:W3CDTF">2011-01-30T10:04:33Z</dcterms:created>
  <dcterms:modified xsi:type="dcterms:W3CDTF">2025-04-20T10:50:43Z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