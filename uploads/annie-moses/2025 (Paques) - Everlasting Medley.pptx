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13"/>
  </p:notesMasterIdLst>
  <p:sldIdLst>
    <p:sldId id="259" r:id="rId2"/>
    <p:sldId id="260" r:id="rId3"/>
    <p:sldId id="261" r:id="rId4"/>
    <p:sldId id="262" r:id="rId5"/>
    <p:sldId id="263" r:id="rId6"/>
    <p:sldId id="268" r:id="rId7"/>
    <p:sldId id="264" r:id="rId8"/>
    <p:sldId id="269" r:id="rId9"/>
    <p:sldId id="265" r:id="rId10"/>
    <p:sldId id="266" r:id="rId11"/>
    <p:sldId id="267" r:id="rId12"/>
  </p:sldIdLst>
  <p:sldSz cx="12192000" cy="6858000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3544" autoAdjust="0"/>
    <p:restoredTop sz="52337" autoAdjust="0"/>
  </p:normalViewPr>
  <p:slideViewPr>
    <p:cSldViewPr>
      <p:cViewPr varScale="1">
        <p:scale>
          <a:sx n="59" d="100"/>
          <a:sy n="59" d="100"/>
        </p:scale>
        <p:origin x="1734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44F3788D-452C-40A0-81E7-399DA342C293}" type="datetimeFigureOut">
              <a:rPr lang="fr-FR"/>
              <a:pPr>
                <a:defRPr/>
              </a:pPr>
              <a:t>20/04/2025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/>
              <a:t>Cliquez pour modifier les styles du texte du masque</a:t>
            </a:r>
          </a:p>
          <a:p>
            <a:pPr lvl="1"/>
            <a:r>
              <a:rPr lang="fr-FR" noProof="0"/>
              <a:t>Deuxième niveau</a:t>
            </a:r>
          </a:p>
          <a:p>
            <a:pPr lvl="2"/>
            <a:r>
              <a:rPr lang="fr-FR" noProof="0"/>
              <a:t>Troisième niveau</a:t>
            </a:r>
          </a:p>
          <a:p>
            <a:pPr lvl="3"/>
            <a:r>
              <a:rPr lang="fr-FR" noProof="0"/>
              <a:t>Quatrième niveau</a:t>
            </a:r>
          </a:p>
          <a:p>
            <a:pPr lvl="4"/>
            <a:r>
              <a:rPr lang="fr-FR" noProof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ea typeface="ＭＳ Ｐゴシック" pitchFamily="-105" charset="-128"/>
              </a:defRPr>
            </a:lvl1pPr>
          </a:lstStyle>
          <a:p>
            <a:pPr>
              <a:defRPr/>
            </a:pPr>
            <a:fld id="{FCEE1332-E515-426F-80E1-80FD162FFEC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3631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4297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1030460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1036878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41637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en-US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456210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7378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896932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055918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803035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en-US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r>
              <a:rPr lang="fr-FR" smtClean="0"/>
              <a:t>1-  TRUST IN HIM WHO WILL NOT LEAVE YOU [Crois en Celui qui demeure fidèle] 
2-  WHATSOEVER YEARS MAY BRING [Qu’importe les épreuves de la vie] 
3-  BUILD YOUR HOPE ON THINGS ETERNAL [Tenant sur ce qui est éternel] 
4-  HOLD TO GOD'S UNCHANGING HAND [Tiens la main du Dieu qui ne change pas] 
5-  LEANING, LEANING [Je m’incline, je m’incline] 
6-  SAFE AND SECURE FROM ALL ALARMS [Là à l’abri de tout danger] 
7-  LEANING, LEANING [Je m’incline, je m’incline] 
8-  I AM LEANING ON THE EVERLASTING ARMS [Dans les bras du Dieu Éternel] 
9-  LEANING ON THE EVERLASTING ARMS [Je m’incline dans les bras du dieu éternel] 
10-  LEANING, LEANING [Je m’incline, je m’incline] 
11-  LEANING ON THE EVERLASTING ARMS [Dans les bras du Dieu Éternel] 
</a:t>
            </a:r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22661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/>
              <a:t>Cliquez pour modifier le style des sous-titres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9E07-2C3F-4B5C-9797-D716FF940E7E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3177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C84E8D-F4BD-40C7-BD3B-E48B13115C18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112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96C8222-253B-47B7-8E08-1B702005A8C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73135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981200"/>
            <a:ext cx="508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5EE137B-5001-4A99-89B4-C65538301D59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9602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D933B9-58D4-4DA8-AF1B-F126506F5EF0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2981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EE73B9-393F-4264-9D44-AFC2C4BE603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3127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7D0926-EBA5-4376-A6C4-CAEC83312F6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211398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1B51574-9C12-47E3-B746-B2ADA2D9C04A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10232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685CB8-8926-46CB-A875-366C1D7FBC3F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5855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6EAC86-1969-4BDB-8DA6-85EE5EDD7C4C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975040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0" y="609600"/>
            <a:ext cx="2590800" cy="5486400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0"/>
            <a:ext cx="7569200" cy="5486400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645AF8-B4E8-4E36-9BBF-0E4F7EED3203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514559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914400" y="609600"/>
            <a:ext cx="103632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981200"/>
            <a:ext cx="10363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44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8400"/>
            <a:ext cx="3860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8400"/>
            <a:ext cx="2540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Franklin Gothic Medium" pitchFamily="34" charset="0"/>
              </a:defRPr>
            </a:lvl1pPr>
          </a:lstStyle>
          <a:p>
            <a:pPr>
              <a:defRPr/>
            </a:pPr>
            <a:fld id="{F6C9FEC3-8A03-4EEE-8C4C-027D40843B85}" type="slidenum">
              <a:rPr lang="en-GB"/>
              <a:pPr>
                <a:defRPr/>
              </a:pPr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16724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TRUST IN HIM WHO WILL NOT LEAVE YOU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Crois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en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C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elui</a:t>
            </a: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qui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demeure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fidèle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/>
              </a:rPr>
              <a:t>WHATSOEVER YEARS MAY BRING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/>
              </a:rPr>
              <a:t>[Qu’importe les épreuves de la vie]</a:t>
            </a:r>
            <a:endParaRPr sz="320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/>
              </a:rPr>
              <a:t>BUILD YOUR HOPE ON THINGS ETERNAL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/>
              </a:rPr>
              <a:t>[Tenant sur ce qui est éternel]</a:t>
            </a:r>
            <a:endParaRPr sz="320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HOLD TO GOD'S UNCHANGING HAND</a:t>
            </a:r>
          </a:p>
          <a:p>
            <a:pPr algn="ctr">
              <a:lnSpc>
                <a:spcPct val="90000"/>
              </a:lnSpc>
            </a:pP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[Tiens la main du </a:t>
            </a:r>
            <a:r>
              <a:rPr lang="fr-FR" sz="3200" dirty="0" smtClean="0">
                <a:solidFill>
                  <a:srgbClr val="FFFFFF"/>
                </a:solidFill>
                <a:latin typeface="Metropolis Semi Bold"/>
              </a:rPr>
              <a:t>Dieu </a:t>
            </a:r>
            <a:r>
              <a:rPr lang="fr-FR" sz="3200" dirty="0">
                <a:solidFill>
                  <a:srgbClr val="FFFFFF"/>
                </a:solidFill>
                <a:latin typeface="Metropolis Semi Bold"/>
              </a:rPr>
              <a:t>qui ne change pas]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1"/>
            <a:ext cx="12504712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>
                <a:solidFill>
                  <a:srgbClr val="FFFFFF"/>
                </a:solidFill>
                <a:latin typeface="Metropolis Semi Bold"/>
              </a:rPr>
              <a:t>LEANING, </a:t>
            </a:r>
            <a:r>
              <a:rPr lang="en-US" sz="3000" dirty="0" smtClean="0">
                <a:solidFill>
                  <a:srgbClr val="FFFFFF"/>
                </a:solidFill>
                <a:latin typeface="Metropolis Semi Bold"/>
              </a:rPr>
              <a:t>LEANING</a:t>
            </a:r>
            <a:endParaRPr lang="en-US" sz="3000" dirty="0">
              <a:solidFill>
                <a:srgbClr val="FFFFFF"/>
              </a:solidFill>
              <a:latin typeface="Metropolis Semi Bold"/>
            </a:endParaRP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[Je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m’incline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, je 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m’incline</a:t>
            </a: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5461001"/>
            <a:ext cx="12504712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000" dirty="0" smtClean="0">
                <a:solidFill>
                  <a:srgbClr val="FFFFFF"/>
                </a:solidFill>
                <a:latin typeface="Metropolis Semi Bold"/>
              </a:rPr>
              <a:t>SAFE </a:t>
            </a:r>
            <a:r>
              <a:rPr lang="en-US" sz="3000" dirty="0">
                <a:solidFill>
                  <a:srgbClr val="FFFFFF"/>
                </a:solidFill>
                <a:latin typeface="Metropolis Semi Bold"/>
              </a:rPr>
              <a:t>AND SECURE FROM ALL ALARMS</a:t>
            </a:r>
          </a:p>
          <a:p>
            <a:pPr algn="ctr">
              <a:lnSpc>
                <a:spcPct val="90000"/>
              </a:lnSpc>
            </a:pP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L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à</a:t>
            </a: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à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l’abri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 de tout danger]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  <p:extLst>
      <p:ext uri="{BB962C8B-B14F-4D97-AF65-F5344CB8AC3E}">
        <p14:creationId xmlns:p14="http://schemas.microsoft.com/office/powerpoint/2010/main" val="2882397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7408" y="5436072"/>
            <a:ext cx="10764688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LEANING, </a:t>
            </a: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LEANING</a:t>
            </a:r>
            <a:endParaRPr lang="en-US" sz="3200" dirty="0">
              <a:solidFill>
                <a:srgbClr val="FFFFFF"/>
              </a:solidFill>
              <a:latin typeface="Metropolis Semi Bold"/>
            </a:endParaRP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[Je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m’incline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, je 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m’incline</a:t>
            </a: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7408" y="5436072"/>
            <a:ext cx="10764688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I 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AM LEANING ON THE EVERLASTING ARMS</a:t>
            </a:r>
          </a:p>
          <a:p>
            <a:pPr algn="ctr">
              <a:lnSpc>
                <a:spcPct val="90000"/>
              </a:lnSpc>
            </a:pP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D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ans</a:t>
            </a: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les bras du 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D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ieu</a:t>
            </a: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Éternel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  <p:extLst>
      <p:ext uri="{BB962C8B-B14F-4D97-AF65-F5344CB8AC3E}">
        <p14:creationId xmlns:p14="http://schemas.microsoft.com/office/powerpoint/2010/main" val="8104560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/>
              </a:rPr>
              <a:t>LEANING ON THE EVERLASTING ARMS</a:t>
            </a:r>
          </a:p>
          <a:p>
            <a:pPr algn="ctr">
              <a:lnSpc>
                <a:spcPct val="90000"/>
              </a:lnSpc>
            </a:pPr>
            <a:r>
              <a:rPr lang="fr-FR" sz="3200">
                <a:solidFill>
                  <a:srgbClr val="FFFFFF"/>
                </a:solidFill>
                <a:latin typeface="Metropolis Semi Bold"/>
              </a:rPr>
              <a:t>[Je m’incline dans les bras du dieu éternel]</a:t>
            </a:r>
            <a:endParaRPr sz="320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/>
              </a:rPr>
              <a:t>LEANING, LEANING</a:t>
            </a:r>
          </a:p>
          <a:p>
            <a:pPr algn="ctr">
              <a:lnSpc>
                <a:spcPct val="90000"/>
              </a:lnSpc>
            </a:pPr>
            <a:r>
              <a:rPr lang="en-US" sz="3200">
                <a:solidFill>
                  <a:srgbClr val="FFFFFF"/>
                </a:solidFill>
                <a:latin typeface="Metropolis Semi Bold"/>
              </a:rPr>
              <a:t>[Je m’incline, je m’incline]</a:t>
            </a:r>
            <a:endParaRPr sz="320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24000" y="5461001"/>
            <a:ext cx="9144000" cy="978729"/>
          </a:xfrm>
          <a:prstGeom prst="rect">
            <a:avLst/>
          </a:prstGeom>
          <a:noFill/>
          <a:effectLst>
            <a:outerShdw blurRad="63500" dist="36830" dir="2700020" rotWithShape="0">
              <a:schemeClr val="tx1">
                <a:lumMod val="50000"/>
                <a:lumOff val="50000"/>
                <a:alpha val="89000"/>
              </a:schemeClr>
            </a:outerShdw>
          </a:effectLst>
        </p:spPr>
        <p:txBody>
          <a:bodyPr wrap="square" anchor="t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LEANING ON THE EVERLASTING ARMS</a:t>
            </a:r>
          </a:p>
          <a:p>
            <a:pPr algn="ctr">
              <a:lnSpc>
                <a:spcPct val="90000"/>
              </a:lnSpc>
            </a:pP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[</a:t>
            </a:r>
            <a:r>
              <a:rPr lang="en-US" sz="3200" dirty="0" err="1">
                <a:solidFill>
                  <a:srgbClr val="FFFFFF"/>
                </a:solidFill>
                <a:latin typeface="Metropolis Semi Bold"/>
              </a:rPr>
              <a:t>Dans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 les bras du 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Dieu</a:t>
            </a:r>
            <a:r>
              <a:rPr lang="en-US" sz="3200" dirty="0" smtClean="0">
                <a:solidFill>
                  <a:srgbClr val="FFFFFF"/>
                </a:solidFill>
                <a:latin typeface="Metropolis Semi Bold"/>
              </a:rPr>
              <a:t> </a:t>
            </a:r>
            <a:r>
              <a:rPr lang="en-US" sz="3200" dirty="0" err="1" smtClean="0">
                <a:solidFill>
                  <a:srgbClr val="FFFFFF"/>
                </a:solidFill>
                <a:latin typeface="Metropolis Semi Bold"/>
              </a:rPr>
              <a:t>Éternel</a:t>
            </a:r>
            <a:r>
              <a:rPr lang="en-US" sz="3200" dirty="0">
                <a:solidFill>
                  <a:srgbClr val="FFFFFF"/>
                </a:solidFill>
                <a:latin typeface="Metropolis Semi Bold"/>
              </a:rPr>
              <a:t>]</a:t>
            </a:r>
            <a:endParaRPr sz="3200" dirty="0">
              <a:solidFill>
                <a:srgbClr val="FFFFFF"/>
              </a:solidFill>
              <a:latin typeface="Metropolis Semi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1565</TotalTime>
  <Words>3819</Words>
  <Application>Microsoft Office PowerPoint</Application>
  <PresentationFormat>Grand écran</PresentationFormat>
  <Paragraphs>44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6" baseType="lpstr">
      <vt:lpstr>ＭＳ Ｐゴシック</vt:lpstr>
      <vt:lpstr>Calibri</vt:lpstr>
      <vt:lpstr>Franklin Gothic Medium</vt:lpstr>
      <vt:lpstr>Metropolis Semi Bold</vt:lpstr>
      <vt:lpstr>1_Default Design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bbx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100</cp:revision>
  <dcterms:created xsi:type="dcterms:W3CDTF">2011-01-30T10:04:33Z</dcterms:created>
  <dcterms:modified xsi:type="dcterms:W3CDTF">2025-04-20T08:30:56Z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d0979fc8-5559-4f19-93ee-e28ca03d7638_Enabled">
    <vt:lpwstr>true</vt:lpwstr>
  </property>
  <property fmtid="{D5CDD505-2E9C-101B-9397-08002B2CF9AE}" pid="3" name="MSIP_Label_d0979fc8-5559-4f19-93ee-e28ca03d7638_SetDate">
    <vt:lpwstr>2025-04-19T08:11:02Z</vt:lpwstr>
  </property>
  <property fmtid="{D5CDD505-2E9C-101B-9397-08002B2CF9AE}" pid="4" name="MSIP_Label_d0979fc8-5559-4f19-93ee-e28ca03d7638_Method">
    <vt:lpwstr>Privileged</vt:lpwstr>
  </property>
  <property fmtid="{D5CDD505-2E9C-101B-9397-08002B2CF9AE}" pid="5" name="MSIP_Label_d0979fc8-5559-4f19-93ee-e28ca03d7638_Name">
    <vt:lpwstr>General Business Information (G)</vt:lpwstr>
  </property>
  <property fmtid="{D5CDD505-2E9C-101B-9397-08002B2CF9AE}" pid="6" name="MSIP_Label_d0979fc8-5559-4f19-93ee-e28ca03d7638_SiteId">
    <vt:lpwstr>906aefe9-76a7-4f65-b82d-5ec20775d5aa</vt:lpwstr>
  </property>
  <property fmtid="{D5CDD505-2E9C-101B-9397-08002B2CF9AE}" pid="7" name="MSIP_Label_d0979fc8-5559-4f19-93ee-e28ca03d7638_ActionId">
    <vt:lpwstr>9567f736-d23a-405d-9122-18844a32c29d</vt:lpwstr>
  </property>
  <property fmtid="{D5CDD505-2E9C-101B-9397-08002B2CF9AE}" pid="8" name="MSIP_Label_d0979fc8-5559-4f19-93ee-e28ca03d7638_ContentBits">
    <vt:lpwstr>0</vt:lpwstr>
  </property>
</Properties>
</file>