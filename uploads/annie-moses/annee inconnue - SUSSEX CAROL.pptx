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8" r:id="rId2"/>
    <p:sldId id="313" r:id="rId3"/>
    <p:sldId id="310" r:id="rId4"/>
    <p:sldId id="309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51066" autoAdjust="0"/>
  </p:normalViewPr>
  <p:slideViewPr>
    <p:cSldViewPr>
      <p:cViewPr varScale="1">
        <p:scale>
          <a:sx n="34" d="100"/>
          <a:sy n="34" d="100"/>
        </p:scale>
        <p:origin x="-146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733BF3B-EE6D-4536-8A93-EA6D15D00AE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BE8B123-866F-4910-A0C6-013FEC09E7F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LA NUIT DE NOËL TOUS LES CHRÉTIENS CHANTENT </a:t>
            </a:r>
          </a:p>
          <a:p>
            <a:pPr>
              <a:defRPr/>
            </a:pPr>
            <a:r>
              <a:rPr lang="fr-FR" dirty="0" smtClean="0"/>
              <a:t>On Christmas night all </a:t>
            </a:r>
            <a:r>
              <a:rPr lang="fr-FR" dirty="0" err="1" smtClean="0"/>
              <a:t>Christians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
2-  ÉCOUTENT LES NOUVELLES QU'APPORTENT LES ANGES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news 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bring</a:t>
            </a:r>
            <a:r>
              <a:rPr lang="fr-FR" dirty="0" smtClean="0"/>
              <a:t>	x2
3-  DES NOUVELLES DE GRANDE JOIE ET DE FÉLICITÉ  </a:t>
            </a:r>
          </a:p>
          <a:p>
            <a:pPr>
              <a:defRPr/>
            </a:pPr>
            <a:r>
              <a:rPr lang="fr-FR" dirty="0" smtClean="0"/>
              <a:t>New </a:t>
            </a:r>
            <a:r>
              <a:rPr lang="fr-FR" dirty="0" err="1" smtClean="0"/>
              <a:t>ofNews</a:t>
            </a:r>
            <a:r>
              <a:rPr lang="fr-FR" dirty="0" smtClean="0"/>
              <a:t> of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joy</a:t>
            </a:r>
            <a:r>
              <a:rPr lang="fr-FR" dirty="0" smtClean="0"/>
              <a:t> News of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mirth</a:t>
            </a:r>
            <a:r>
              <a:rPr lang="fr-FR" dirty="0" smtClean="0"/>
              <a:t>
4-  NOTRE MISÉRICORDIEUX ROI EST NÉ OUR MERCY</a:t>
            </a:r>
          </a:p>
          <a:p>
            <a:pPr>
              <a:defRPr/>
            </a:pPr>
            <a:r>
              <a:rPr lang="fr-FR" dirty="0" smtClean="0"/>
              <a:t>News of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  <a:r>
              <a:rPr lang="fr-FR" dirty="0" err="1" smtClean="0"/>
              <a:t>King’s</a:t>
            </a:r>
            <a:r>
              <a:rPr lang="fr-FR" dirty="0" smtClean="0"/>
              <a:t> </a:t>
            </a:r>
            <a:r>
              <a:rPr lang="fr-FR" dirty="0" err="1" smtClean="0"/>
              <a:t>birth</a:t>
            </a: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LA NUIT DE NOËL TOUS LES CHRÉTIENS CHANTENT </a:t>
            </a:r>
          </a:p>
          <a:p>
            <a:pPr>
              <a:defRPr/>
            </a:pPr>
            <a:r>
              <a:rPr lang="fr-FR" smtClean="0"/>
              <a:t>On Christmas night all Christians sing
2-  ÉCOUTENT LES NOUVELLES QU'APPORTENT LES ANGES </a:t>
            </a:r>
          </a:p>
          <a:p>
            <a:pPr>
              <a:defRPr/>
            </a:pPr>
            <a:r>
              <a:rPr lang="fr-FR" smtClean="0"/>
              <a:t>To hear the news the angels bring	x2
3-  DES NOUVELLES DE GRANDE JOIE ET DE FÉLICITÉ  </a:t>
            </a:r>
          </a:p>
          <a:p>
            <a:pPr>
              <a:defRPr/>
            </a:pPr>
            <a:r>
              <a:rPr lang="fr-FR" smtClean="0"/>
              <a:t>New ofNews of great joy News of great mirth
4-  NOTRE MISÉRICORDIEUX ROI EST NÉ OUR MERCY</a:t>
            </a:r>
          </a:p>
          <a:p>
            <a:pPr>
              <a:defRPr/>
            </a:pPr>
            <a:r>
              <a:rPr lang="fr-FR" smtClean="0"/>
              <a:t>News of our merciful King’s birth
</a:t>
            </a:r>
            <a:endParaRPr lang="fr-FR" dirty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LA NUIT DE NOËL TOUS LES CHRÉTIENS CHANTENT </a:t>
            </a:r>
          </a:p>
          <a:p>
            <a:pPr>
              <a:defRPr/>
            </a:pPr>
            <a:r>
              <a:rPr lang="fr-FR" smtClean="0"/>
              <a:t>On Christmas night all Christians sing
2-  ÉCOUTENT LES NOUVELLES QU'APPORTENT LES ANGES </a:t>
            </a:r>
          </a:p>
          <a:p>
            <a:pPr>
              <a:defRPr/>
            </a:pPr>
            <a:r>
              <a:rPr lang="fr-FR" smtClean="0"/>
              <a:t>To hear the news the angels bring	x2
3-  DES NOUVELLES DE GRANDE JOIE ET DE FÉLICITÉ  </a:t>
            </a:r>
          </a:p>
          <a:p>
            <a:pPr>
              <a:defRPr/>
            </a:pPr>
            <a:r>
              <a:rPr lang="fr-FR" smtClean="0"/>
              <a:t>New ofNews of great joy News of great mirth
4-  NOTRE MISÉRICORDIEUX ROI EST NÉ OUR MERCY</a:t>
            </a:r>
          </a:p>
          <a:p>
            <a:pPr>
              <a:defRPr/>
            </a:pPr>
            <a:r>
              <a:rPr lang="fr-FR" smtClean="0"/>
              <a:t>News of our merciful King’s birth
</a:t>
            </a:r>
            <a:endParaRPr lang="fr-FR" dirty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LA NUIT DE NOËL TOUS LES CHRÉTIENS CHANTENT </a:t>
            </a:r>
          </a:p>
          <a:p>
            <a:pPr>
              <a:defRPr/>
            </a:pPr>
            <a:r>
              <a:rPr lang="fr-FR" smtClean="0"/>
              <a:t>On Christmas night all Christians sing
2-  ÉCOUTENT LES NOUVELLES QU'APPORTENT LES ANGES </a:t>
            </a:r>
          </a:p>
          <a:p>
            <a:pPr>
              <a:defRPr/>
            </a:pPr>
            <a:r>
              <a:rPr lang="fr-FR" smtClean="0"/>
              <a:t>To hear the news the angels bring	x2
3-  DES NOUVELLES DE GRANDE JOIE ET DE FÉLICITÉ  </a:t>
            </a:r>
          </a:p>
          <a:p>
            <a:pPr>
              <a:defRPr/>
            </a:pPr>
            <a:r>
              <a:rPr lang="fr-FR" smtClean="0"/>
              <a:t>New ofNews of great joy News of great mirth
4-  NOTRE MISÉRICORDIEUX ROI EST NÉ OUR MERCY</a:t>
            </a:r>
          </a:p>
          <a:p>
            <a:pPr>
              <a:defRPr/>
            </a:pPr>
            <a:r>
              <a:rPr lang="fr-FR" smtClean="0"/>
              <a:t>News of our merciful King’s birth
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 NUIT DE NOËL TOUS LES CHRÉTIENS CHANTENT </a:t>
            </a:r>
          </a:p>
          <a:p>
            <a:r>
              <a:rPr lang="fr-FR" smtClean="0"/>
              <a:t>On Christmas night all Christians sing
2-  ÉCOUTENT LES NOUVELLES QU'APPORTENT LES ANGES </a:t>
            </a:r>
          </a:p>
          <a:p>
            <a:r>
              <a:rPr lang="fr-FR" smtClean="0"/>
              <a:t>To hear the news the angels bring	x2
3-  DES NOUVELLES DE GRANDE JOIE ET DE FÉLICITÉ  </a:t>
            </a:r>
          </a:p>
          <a:p>
            <a:r>
              <a:rPr lang="fr-FR" smtClean="0"/>
              <a:t>New ofNews of great joy News of great mirth
4-  NOTRE MISÉRICORDIEUX ROI EST NÉ OUR MERCY</a:t>
            </a:r>
          </a:p>
          <a:p>
            <a:r>
              <a:rPr lang="fr-FR" smtClean="0"/>
              <a:t>News of our merciful King’s birth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7B0FF-174A-40A0-AAE2-607F98D472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C6DE4-E353-4AC7-876E-181C5DC36F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767EB-A7C7-4EE7-B025-52A0B8D5F3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B6E62-C13D-4ACD-989F-C97504206E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A136E-66A3-497F-AD65-B0D9AE7328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36E5B-4997-4B49-AB2E-5409859EE6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AE531-5A35-4C3A-92D8-7CE83342B3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5364A-3CD4-47FA-BD94-2AD2A68588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3BF05-B247-46F6-A035-9B8B67ACAB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B1808-86C5-461B-83A5-42C2B603BA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AB88E-4375-4BFE-A667-090AD9F3B5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2662877-BD99-40EB-8E14-37A2F25301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NUIT DE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CHRÉTIENS CHANTENT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ÉCOUTENT LES NOUVELLES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QU'APPORTENT LES ANGES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NOUVELLES DE GRANDE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FÉLICITÉ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MISÉRICORDIEUX ROI EST NÉ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137</Words>
  <Application>Microsoft Office PowerPoint</Application>
  <PresentationFormat>On-screen Show (4:3)</PresentationFormat>
  <Paragraphs>44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LA NUIT DE NOËL TOUS LES CHRÉTIENS CHANTENT</vt:lpstr>
      <vt:lpstr>ÉCOUTENT LES NOUVELLES QU'APPORTENT LES ANGES</vt:lpstr>
      <vt:lpstr>DES NOUVELLES DE GRANDE JOIE ET DE FÉLICITÉ </vt:lpstr>
      <vt:lpstr>NOTRE MISÉRICORDIEUX ROI EST NÉ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137</cp:revision>
  <dcterms:created xsi:type="dcterms:W3CDTF">2002-08-17T10:50:50Z</dcterms:created>
  <dcterms:modified xsi:type="dcterms:W3CDTF">2015-12-27T00:40:09Z</dcterms:modified>
</cp:coreProperties>
</file>