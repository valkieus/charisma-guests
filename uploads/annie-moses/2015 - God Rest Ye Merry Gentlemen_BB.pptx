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2" r:id="rId12"/>
    <p:sldId id="280" r:id="rId13"/>
    <p:sldId id="281" r:id="rId14"/>
    <p:sldId id="283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2622" autoAdjust="0"/>
  </p:normalViewPr>
  <p:slideViewPr>
    <p:cSldViewPr>
      <p:cViewPr varScale="1">
        <p:scale>
          <a:sx n="21" d="100"/>
          <a:sy n="21" d="100"/>
        </p:scale>
        <p:origin x="-17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49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A296FE0-DE5A-4162-8001-6C906CAF59B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3B9476C-5E95-4CEB-AC7F-7F767F9C24B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17863-C02A-4559-8CE9-B34D87B8F4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84BE6-B3BD-44AC-A7CA-66D3853CEB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C9327-A750-47E1-B407-08542A2CE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7C918-DA88-4B5C-8B49-5F7C407259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97E4F-5C80-4318-B7A6-DD1E3F503B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BACE7-F646-401B-B71E-9985A1295E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0734E-C096-48E6-B063-E7E5ABFAFA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952E9-AB6C-4CED-BA9C-A5816D85C0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1A18A-2E95-4FF5-88A1-F2699F8764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58FA5-1840-4069-A80F-6172FA4FFA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D60D9-DD60-4ACA-BC86-0FF045CAD5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E7A4484-D1FF-4CFE-A705-C7524693F8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SOYEZ EN PAIX, BIENHEUREUX HOMMES NE SOYEZ PAS INQUIETS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SOUVENEZ-VOUS QUE NOTRE SAUVEUR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NOËL EST NÉ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SAUVER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DE LA PUISSANCE DE SATAN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ÉTIONS ÉLOIGNÉS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QUELLES NOUVELLES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CES NOUVELLES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POUR LE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EN CE LIEU RASSEMBLÉS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AMOUR ET FRATERNITÉ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DONNEZ-VOUS UN SAINT BAISER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DEVIENT PÂLE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CE SAINT COURANT DE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QUELLES NOUVELLES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DOUCE NUIT, SAINTE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CALME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TOUT EST LUMINEUX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AUTOUR DE LA VIERGE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MÈRE ET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ENFANT SAINT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DOUX ET PAISIBLE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REPOSANT DANS UNE PAIX CÉLESTE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360</Words>
  <Application>Microsoft Office PowerPoint</Application>
  <PresentationFormat>On-screen Show (4:3)</PresentationFormat>
  <Paragraphs>1034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154</cp:revision>
  <dcterms:created xsi:type="dcterms:W3CDTF">2002-08-17T10:50:50Z</dcterms:created>
  <dcterms:modified xsi:type="dcterms:W3CDTF">2015-12-27T00:45:21Z</dcterms:modified>
</cp:coreProperties>
</file>