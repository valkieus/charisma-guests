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92" r:id="rId2"/>
    <p:sldId id="301" r:id="rId3"/>
    <p:sldId id="300" r:id="rId4"/>
    <p:sldId id="299" r:id="rId5"/>
    <p:sldId id="298" r:id="rId6"/>
    <p:sldId id="297" r:id="rId7"/>
    <p:sldId id="296" r:id="rId8"/>
    <p:sldId id="295" r:id="rId9"/>
    <p:sldId id="294" r:id="rId10"/>
    <p:sldId id="293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5946" autoAdjust="0"/>
  </p:normalViewPr>
  <p:slideViewPr>
    <p:cSldViewPr>
      <p:cViewPr>
        <p:scale>
          <a:sx n="71" d="100"/>
          <a:sy n="71" d="100"/>
        </p:scale>
        <p:origin x="-1128" y="-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3331874-CD85-4A4C-BA4F-8063CC89A9C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82F8F67-D880-4177-8ABD-2209E23E566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VENEZ, VOUS PÉCHEURS PAUVRES ET INDIGENTS,</a:t>
            </a:r>
          </a:p>
          <a:p>
            <a:pPr>
              <a:defRPr/>
            </a:pPr>
            <a:r>
              <a:rPr lang="fr-FR" dirty="0" smtClean="0"/>
              <a:t>Come, </a:t>
            </a:r>
            <a:r>
              <a:rPr lang="fr-FR" dirty="0" err="1" smtClean="0"/>
              <a:t>ye</a:t>
            </a:r>
            <a:r>
              <a:rPr lang="fr-FR" dirty="0" smtClean="0"/>
              <a:t> </a:t>
            </a:r>
            <a:r>
              <a:rPr lang="fr-FR" dirty="0" err="1" smtClean="0"/>
              <a:t>sinners</a:t>
            </a:r>
            <a:r>
              <a:rPr lang="fr-FR" dirty="0" smtClean="0"/>
              <a:t>, </a:t>
            </a:r>
            <a:r>
              <a:rPr lang="fr-FR" dirty="0" err="1" smtClean="0"/>
              <a:t>poor</a:t>
            </a:r>
            <a:r>
              <a:rPr lang="fr-FR" dirty="0" smtClean="0"/>
              <a:t> and </a:t>
            </a:r>
            <a:r>
              <a:rPr lang="fr-FR" dirty="0" err="1" smtClean="0"/>
              <a:t>needy</a:t>
            </a:r>
            <a:r>
              <a:rPr lang="fr-FR" dirty="0" smtClean="0"/>
              <a:t>, 
2-  FAIBLES ET BLESSÉS MALADES ET ENDOLORIS </a:t>
            </a:r>
          </a:p>
          <a:p>
            <a:pPr>
              <a:defRPr/>
            </a:pPr>
            <a:r>
              <a:rPr lang="fr-FR" dirty="0" err="1" smtClean="0"/>
              <a:t>Weak</a:t>
            </a:r>
            <a:r>
              <a:rPr lang="fr-FR" dirty="0" smtClean="0"/>
              <a:t> and </a:t>
            </a:r>
            <a:r>
              <a:rPr lang="fr-FR" dirty="0" err="1" smtClean="0"/>
              <a:t>wounded</a:t>
            </a:r>
            <a:r>
              <a:rPr lang="fr-FR" dirty="0" smtClean="0"/>
              <a:t>, </a:t>
            </a:r>
            <a:r>
              <a:rPr lang="fr-FR" dirty="0" err="1" smtClean="0"/>
              <a:t>sick</a:t>
            </a:r>
            <a:r>
              <a:rPr lang="fr-FR" dirty="0" smtClean="0"/>
              <a:t> and sore;
3-  JÉSUS SE TIENT PRÊT POUR VOUS SAUVER </a:t>
            </a:r>
          </a:p>
          <a:p>
            <a:pPr>
              <a:defRPr/>
            </a:pP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ready</a:t>
            </a:r>
            <a:r>
              <a:rPr lang="fr-FR" dirty="0" smtClean="0"/>
              <a:t> stands to </a:t>
            </a:r>
            <a:r>
              <a:rPr lang="fr-FR" dirty="0" err="1" smtClean="0"/>
              <a:t>save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</a:t>
            </a:r>
          </a:p>
          <a:p>
            <a:pPr>
              <a:defRPr/>
            </a:pPr>
            <a:r>
              <a:rPr lang="fr-FR" dirty="0" smtClean="0"/>
              <a:t>4-  PLEIN DE COMPASSION D’AMOUR ET DE PUISSANCE </a:t>
            </a:r>
          </a:p>
          <a:p>
            <a:pPr>
              <a:defRPr/>
            </a:pPr>
            <a:r>
              <a:rPr lang="fr-FR" dirty="0" smtClean="0"/>
              <a:t>Full of </a:t>
            </a:r>
            <a:r>
              <a:rPr lang="fr-FR" dirty="0" err="1" smtClean="0"/>
              <a:t>pity</a:t>
            </a:r>
            <a:r>
              <a:rPr lang="fr-FR" dirty="0" smtClean="0"/>
              <a:t>, love and power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VENEZ, VOUS ASSOIFFÉS VOUS ÊTES LES BIENVENUS </a:t>
            </a:r>
          </a:p>
          <a:p>
            <a:pPr>
              <a:defRPr/>
            </a:pPr>
            <a:r>
              <a:rPr lang="fr-FR" dirty="0" smtClean="0"/>
              <a:t>Come, </a:t>
            </a:r>
            <a:r>
              <a:rPr lang="fr-FR" dirty="0" err="1" smtClean="0"/>
              <a:t>ye</a:t>
            </a:r>
            <a:r>
              <a:rPr lang="fr-FR" dirty="0" smtClean="0"/>
              <a:t> </a:t>
            </a:r>
            <a:r>
              <a:rPr lang="fr-FR" dirty="0" err="1" smtClean="0"/>
              <a:t>thirsty</a:t>
            </a:r>
            <a:r>
              <a:rPr lang="fr-FR" dirty="0" smtClean="0"/>
              <a:t>, come, and </a:t>
            </a:r>
            <a:r>
              <a:rPr lang="fr-FR" dirty="0" err="1" smtClean="0"/>
              <a:t>welcome</a:t>
            </a:r>
            <a:r>
              <a:rPr lang="fr-FR" dirty="0" smtClean="0"/>
              <a:t>
6-  LA GÉNÉROSITÉ GRATUITE DE DIEU GLORIFIE </a:t>
            </a:r>
          </a:p>
          <a:p>
            <a:pPr>
              <a:defRPr/>
            </a:pPr>
            <a:r>
              <a:rPr lang="fr-FR" dirty="0" err="1" smtClean="0"/>
              <a:t>God’s</a:t>
            </a:r>
            <a:r>
              <a:rPr lang="fr-FR" dirty="0" smtClean="0"/>
              <a:t> free </a:t>
            </a:r>
            <a:r>
              <a:rPr lang="fr-FR" dirty="0" err="1" smtClean="0"/>
              <a:t>bounty</a:t>
            </a:r>
            <a:r>
              <a:rPr lang="fr-FR" dirty="0" smtClean="0"/>
              <a:t> </a:t>
            </a:r>
            <a:r>
              <a:rPr lang="fr-FR" dirty="0" err="1" smtClean="0"/>
              <a:t>glorify</a:t>
            </a:r>
            <a:r>
              <a:rPr lang="fr-FR" dirty="0" smtClean="0"/>
              <a:t>
7-  LA VRAIE FOI ET VRAIE REPENTANCE SA GRÂCE VOUS RAPPROCHE</a:t>
            </a:r>
          </a:p>
          <a:p>
            <a:pPr>
              <a:defRPr/>
            </a:pPr>
            <a:r>
              <a:rPr lang="fr-FR" dirty="0" err="1" smtClean="0"/>
              <a:t>True</a:t>
            </a:r>
            <a:r>
              <a:rPr lang="fr-FR" dirty="0" smtClean="0"/>
              <a:t> </a:t>
            </a:r>
            <a:r>
              <a:rPr lang="fr-FR" dirty="0" err="1" smtClean="0"/>
              <a:t>belief</a:t>
            </a:r>
            <a:r>
              <a:rPr lang="fr-FR" dirty="0" smtClean="0"/>
              <a:t> and </a:t>
            </a:r>
            <a:r>
              <a:rPr lang="fr-FR" dirty="0" err="1" smtClean="0"/>
              <a:t>true</a:t>
            </a:r>
            <a:r>
              <a:rPr lang="fr-FR" dirty="0" smtClean="0"/>
              <a:t> repentance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grace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brings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nigh</a:t>
            </a:r>
            <a:r>
              <a:rPr lang="fr-FR" dirty="0" smtClean="0"/>
              <a:t>.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will</a:t>
            </a:r>
            <a:r>
              <a:rPr lang="fr-FR" dirty="0" smtClean="0"/>
              <a:t> arise and go to </a:t>
            </a:r>
            <a:r>
              <a:rPr lang="fr-FR" dirty="0" err="1" smtClean="0"/>
              <a:t>Jesus</a:t>
            </a:r>
            <a:r>
              <a:rPr lang="fr-FR" dirty="0" smtClean="0"/>
              <a:t>, He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embrace</a:t>
            </a:r>
            <a:r>
              <a:rPr lang="fr-FR" dirty="0" smtClean="0"/>
              <a:t> me in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arms</a:t>
            </a:r>
            <a:r>
              <a:rPr lang="fr-FR" dirty="0" smtClean="0"/>
              <a:t>;
9-  DANS LES BRAS DE MON CHER SAUVEUR </a:t>
            </a:r>
          </a:p>
          <a:p>
            <a:pPr>
              <a:defRPr/>
            </a:pPr>
            <a:r>
              <a:rPr lang="fr-FR" dirty="0" smtClean="0"/>
              <a:t>In the </a:t>
            </a:r>
            <a:r>
              <a:rPr lang="fr-FR" dirty="0" err="1" smtClean="0"/>
              <a:t>arms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dear</a:t>
            </a:r>
            <a:r>
              <a:rPr lang="fr-FR" dirty="0" smtClean="0"/>
              <a:t> </a:t>
            </a:r>
            <a:r>
              <a:rPr lang="fr-FR" dirty="0" err="1" smtClean="0"/>
              <a:t>Savior</a:t>
            </a:r>
            <a:r>
              <a:rPr lang="fr-FR" dirty="0" smtClean="0"/>
              <a:t>,</a:t>
            </a:r>
          </a:p>
          <a:p>
            <a:pPr>
              <a:defRPr/>
            </a:pPr>
            <a:r>
              <a:rPr lang="fr-FR" dirty="0" smtClean="0"/>
              <a:t>10-  OH, IL Y A DIX MILLE CHARMES  </a:t>
            </a:r>
          </a:p>
          <a:p>
            <a:pPr>
              <a:defRPr/>
            </a:pPr>
            <a:r>
              <a:rPr lang="fr-FR" dirty="0" smtClean="0"/>
              <a:t>Oh, </a:t>
            </a:r>
            <a:r>
              <a:rPr lang="fr-FR" dirty="0" err="1" smtClean="0"/>
              <a:t>there</a:t>
            </a:r>
            <a:r>
              <a:rPr lang="fr-FR" dirty="0" smtClean="0"/>
              <a:t> are </a:t>
            </a:r>
            <a:r>
              <a:rPr lang="fr-FR" dirty="0" err="1" smtClean="0"/>
              <a:t>ten</a:t>
            </a:r>
            <a:r>
              <a:rPr lang="fr-FR" dirty="0" smtClean="0"/>
              <a:t> </a:t>
            </a:r>
            <a:r>
              <a:rPr lang="fr-FR" dirty="0" err="1" smtClean="0"/>
              <a:t>thousand</a:t>
            </a:r>
            <a:r>
              <a:rPr lang="fr-FR" dirty="0" smtClean="0"/>
              <a:t> </a:t>
            </a:r>
            <a:r>
              <a:rPr lang="fr-FR" dirty="0" err="1" smtClean="0"/>
              <a:t>charms</a:t>
            </a:r>
            <a:r>
              <a:rPr lang="fr-FR" dirty="0" smtClean="0"/>
              <a:t>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VENEZ, VOUS PÉCHEURS PAUVRES ET INDIGENTS,</a:t>
            </a:r>
          </a:p>
          <a:p>
            <a:pPr>
              <a:defRPr/>
            </a:pPr>
            <a:r>
              <a:rPr lang="fr-FR" smtClean="0"/>
              <a:t>Come, ye sinners, poor and needy, 
2-  FAIBLES ET BLESSÉS MALADES ET ENDOLORIS </a:t>
            </a:r>
          </a:p>
          <a:p>
            <a:pPr>
              <a:defRPr/>
            </a:pPr>
            <a:r>
              <a:rPr lang="fr-FR" smtClean="0"/>
              <a:t>Weak and wounded, sick and sore;
3-  JÉSUS SE TIENT PRÊT POUR VOUS SAUVER </a:t>
            </a:r>
          </a:p>
          <a:p>
            <a:pPr>
              <a:defRPr/>
            </a:pPr>
            <a:r>
              <a:rPr lang="fr-FR" smtClean="0"/>
              <a:t>Jesus ready stands to save you,</a:t>
            </a:r>
          </a:p>
          <a:p>
            <a:pPr>
              <a:defRPr/>
            </a:pPr>
            <a:r>
              <a:rPr lang="fr-FR" smtClean="0"/>
              <a:t>4-  PLEIN DE COMPASSION D’AMOUR ET DE PUISSANCE </a:t>
            </a:r>
          </a:p>
          <a:p>
            <a:pPr>
              <a:defRPr/>
            </a:pPr>
            <a:r>
              <a:rPr lang="fr-FR" smtClean="0"/>
              <a:t>Full of pity, love and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VENEZ, VOUS ASSOIFFÉS VOUS ÊTES LES BIENVENUS </a:t>
            </a:r>
          </a:p>
          <a:p>
            <a:pPr>
              <a:defRPr/>
            </a:pPr>
            <a:r>
              <a:rPr lang="fr-FR" smtClean="0"/>
              <a:t>Come, ye thirsty, come, and welcome
6-  LA GÉNÉROSITÉ GRATUITE DE DIEU GLORIFIE </a:t>
            </a:r>
          </a:p>
          <a:p>
            <a:pPr>
              <a:defRPr/>
            </a:pPr>
            <a:r>
              <a:rPr lang="fr-FR" smtClean="0"/>
              <a:t>God’s free bounty glorify
7-  LA VRAIE FOI ET VRAIE REPENTANCE SA GRÂCE VOUS RAPPROCHE</a:t>
            </a:r>
          </a:p>
          <a:p>
            <a:pPr>
              <a:defRPr/>
            </a:pPr>
            <a:r>
              <a:rPr lang="fr-FR" smtClean="0"/>
              <a:t>True belief and true repentance Every grace that brings you nigh.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smtClean="0"/>
              <a:t>I will arise and go to Jesus, He will embrace me in His arms;
9-  DANS LES BRAS DE MON CHER SAUVEUR </a:t>
            </a:r>
          </a:p>
          <a:p>
            <a:pPr>
              <a:defRPr/>
            </a:pPr>
            <a:r>
              <a:rPr lang="fr-FR" smtClean="0"/>
              <a:t>In the arms of my dear Savior,</a:t>
            </a:r>
          </a:p>
          <a:p>
            <a:pPr>
              <a:defRPr/>
            </a:pPr>
            <a:r>
              <a:rPr lang="fr-FR" smtClean="0"/>
              <a:t>10-  OH, IL Y A DIX MILLE CHARMES  </a:t>
            </a:r>
          </a:p>
          <a:p>
            <a:pPr>
              <a:defRPr/>
            </a:pPr>
            <a:r>
              <a:rPr lang="fr-FR" smtClean="0"/>
              <a:t>Oh, there are ten thousand charms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VENEZ, VOUS PÉCHEURS PAUVRES ET INDIGENTS,</a:t>
            </a:r>
          </a:p>
          <a:p>
            <a:pPr>
              <a:defRPr/>
            </a:pPr>
            <a:r>
              <a:rPr lang="fr-FR" smtClean="0"/>
              <a:t>Come, ye sinners, poor and needy, 
2-  FAIBLES ET BLESSÉS MALADES ET ENDOLORIS </a:t>
            </a:r>
          </a:p>
          <a:p>
            <a:pPr>
              <a:defRPr/>
            </a:pPr>
            <a:r>
              <a:rPr lang="fr-FR" smtClean="0"/>
              <a:t>Weak and wounded, sick and sore;
3-  JÉSUS SE TIENT PRÊT POUR VOUS SAUVER </a:t>
            </a:r>
          </a:p>
          <a:p>
            <a:pPr>
              <a:defRPr/>
            </a:pPr>
            <a:r>
              <a:rPr lang="fr-FR" smtClean="0"/>
              <a:t>Jesus ready stands to save you,</a:t>
            </a:r>
          </a:p>
          <a:p>
            <a:pPr>
              <a:defRPr/>
            </a:pPr>
            <a:r>
              <a:rPr lang="fr-FR" smtClean="0"/>
              <a:t>4-  PLEIN DE COMPASSION D’AMOUR ET DE PUISSANCE </a:t>
            </a:r>
          </a:p>
          <a:p>
            <a:pPr>
              <a:defRPr/>
            </a:pPr>
            <a:r>
              <a:rPr lang="fr-FR" smtClean="0"/>
              <a:t>Full of pity, love and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VENEZ, VOUS ASSOIFFÉS VOUS ÊTES LES BIENVENUS </a:t>
            </a:r>
          </a:p>
          <a:p>
            <a:pPr>
              <a:defRPr/>
            </a:pPr>
            <a:r>
              <a:rPr lang="fr-FR" smtClean="0"/>
              <a:t>Come, ye thirsty, come, and welcome
6-  LA GÉNÉROSITÉ GRATUITE DE DIEU GLORIFIE </a:t>
            </a:r>
          </a:p>
          <a:p>
            <a:pPr>
              <a:defRPr/>
            </a:pPr>
            <a:r>
              <a:rPr lang="fr-FR" smtClean="0"/>
              <a:t>God’s free bounty glorify
7-  LA VRAIE FOI ET VRAIE REPENTANCE SA GRÂCE VOUS RAPPROCHE</a:t>
            </a:r>
          </a:p>
          <a:p>
            <a:pPr>
              <a:defRPr/>
            </a:pPr>
            <a:r>
              <a:rPr lang="fr-FR" smtClean="0"/>
              <a:t>True belief and true repentance Every grace that brings you nigh.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smtClean="0"/>
              <a:t>I will arise and go to Jesus, He will embrace me in His arms;
9-  DANS LES BRAS DE MON CHER SAUVEUR </a:t>
            </a:r>
          </a:p>
          <a:p>
            <a:pPr>
              <a:defRPr/>
            </a:pPr>
            <a:r>
              <a:rPr lang="fr-FR" smtClean="0"/>
              <a:t>In the arms of my dear Savior,</a:t>
            </a:r>
          </a:p>
          <a:p>
            <a:pPr>
              <a:defRPr/>
            </a:pPr>
            <a:r>
              <a:rPr lang="fr-FR" smtClean="0"/>
              <a:t>10-  OH, IL Y A DIX MILLE CHARMES  </a:t>
            </a:r>
          </a:p>
          <a:p>
            <a:pPr>
              <a:defRPr/>
            </a:pPr>
            <a:r>
              <a:rPr lang="fr-FR" smtClean="0"/>
              <a:t>Oh, there are ten thousand charms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VENEZ, VOUS PÉCHEURS PAUVRES ET INDIGENTS,</a:t>
            </a:r>
          </a:p>
          <a:p>
            <a:pPr>
              <a:defRPr/>
            </a:pPr>
            <a:r>
              <a:rPr lang="fr-FR" smtClean="0"/>
              <a:t>Come, ye sinners, poor and needy, 
2-  FAIBLES ET BLESSÉS MALADES ET ENDOLORIS </a:t>
            </a:r>
          </a:p>
          <a:p>
            <a:pPr>
              <a:defRPr/>
            </a:pPr>
            <a:r>
              <a:rPr lang="fr-FR" smtClean="0"/>
              <a:t>Weak and wounded, sick and sore;
3-  JÉSUS SE TIENT PRÊT POUR VOUS SAUVER </a:t>
            </a:r>
          </a:p>
          <a:p>
            <a:pPr>
              <a:defRPr/>
            </a:pPr>
            <a:r>
              <a:rPr lang="fr-FR" smtClean="0"/>
              <a:t>Jesus ready stands to save you,</a:t>
            </a:r>
          </a:p>
          <a:p>
            <a:pPr>
              <a:defRPr/>
            </a:pPr>
            <a:r>
              <a:rPr lang="fr-FR" smtClean="0"/>
              <a:t>4-  PLEIN DE COMPASSION D’AMOUR ET DE PUISSANCE </a:t>
            </a:r>
          </a:p>
          <a:p>
            <a:pPr>
              <a:defRPr/>
            </a:pPr>
            <a:r>
              <a:rPr lang="fr-FR" smtClean="0"/>
              <a:t>Full of pity, love and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VENEZ, VOUS ASSOIFFÉS VOUS ÊTES LES BIENVENUS </a:t>
            </a:r>
          </a:p>
          <a:p>
            <a:pPr>
              <a:defRPr/>
            </a:pPr>
            <a:r>
              <a:rPr lang="fr-FR" smtClean="0"/>
              <a:t>Come, ye thirsty, come, and welcome
6-  LA GÉNÉROSITÉ GRATUITE DE DIEU GLORIFIE </a:t>
            </a:r>
          </a:p>
          <a:p>
            <a:pPr>
              <a:defRPr/>
            </a:pPr>
            <a:r>
              <a:rPr lang="fr-FR" smtClean="0"/>
              <a:t>God’s free bounty glorify
7-  LA VRAIE FOI ET VRAIE REPENTANCE SA GRÂCE VOUS RAPPROCHE</a:t>
            </a:r>
          </a:p>
          <a:p>
            <a:pPr>
              <a:defRPr/>
            </a:pPr>
            <a:r>
              <a:rPr lang="fr-FR" smtClean="0"/>
              <a:t>True belief and true repentance Every grace that brings you nigh.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smtClean="0"/>
              <a:t>I will arise and go to Jesus, He will embrace me in His arms;
9-  DANS LES BRAS DE MON CHER SAUVEUR </a:t>
            </a:r>
          </a:p>
          <a:p>
            <a:pPr>
              <a:defRPr/>
            </a:pPr>
            <a:r>
              <a:rPr lang="fr-FR" smtClean="0"/>
              <a:t>In the arms of my dear Savior,</a:t>
            </a:r>
          </a:p>
          <a:p>
            <a:pPr>
              <a:defRPr/>
            </a:pPr>
            <a:r>
              <a:rPr lang="fr-FR" smtClean="0"/>
              <a:t>10-  OH, IL Y A DIX MILLE CHARMES  </a:t>
            </a:r>
          </a:p>
          <a:p>
            <a:pPr>
              <a:defRPr/>
            </a:pPr>
            <a:r>
              <a:rPr lang="fr-FR" smtClean="0"/>
              <a:t>Oh, there are ten thousand charms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VENEZ, VOUS PÉCHEURS PAUVRES ET INDIGENTS,</a:t>
            </a:r>
          </a:p>
          <a:p>
            <a:pPr>
              <a:defRPr/>
            </a:pPr>
            <a:r>
              <a:rPr lang="fr-FR" smtClean="0"/>
              <a:t>Come, ye sinners, poor and needy, 
2-  FAIBLES ET BLESSÉS MALADES ET ENDOLORIS </a:t>
            </a:r>
          </a:p>
          <a:p>
            <a:pPr>
              <a:defRPr/>
            </a:pPr>
            <a:r>
              <a:rPr lang="fr-FR" smtClean="0"/>
              <a:t>Weak and wounded, sick and sore;
3-  JÉSUS SE TIENT PRÊT POUR VOUS SAUVER </a:t>
            </a:r>
          </a:p>
          <a:p>
            <a:pPr>
              <a:defRPr/>
            </a:pPr>
            <a:r>
              <a:rPr lang="fr-FR" smtClean="0"/>
              <a:t>Jesus ready stands to save you,</a:t>
            </a:r>
          </a:p>
          <a:p>
            <a:pPr>
              <a:defRPr/>
            </a:pPr>
            <a:r>
              <a:rPr lang="fr-FR" smtClean="0"/>
              <a:t>4-  PLEIN DE COMPASSION D’AMOUR ET DE PUISSANCE </a:t>
            </a:r>
          </a:p>
          <a:p>
            <a:pPr>
              <a:defRPr/>
            </a:pPr>
            <a:r>
              <a:rPr lang="fr-FR" smtClean="0"/>
              <a:t>Full of pity, love and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VENEZ, VOUS ASSOIFFÉS VOUS ÊTES LES BIENVENUS </a:t>
            </a:r>
          </a:p>
          <a:p>
            <a:pPr>
              <a:defRPr/>
            </a:pPr>
            <a:r>
              <a:rPr lang="fr-FR" smtClean="0"/>
              <a:t>Come, ye thirsty, come, and welcome
6-  LA GÉNÉROSITÉ GRATUITE DE DIEU GLORIFIE </a:t>
            </a:r>
          </a:p>
          <a:p>
            <a:pPr>
              <a:defRPr/>
            </a:pPr>
            <a:r>
              <a:rPr lang="fr-FR" smtClean="0"/>
              <a:t>God’s free bounty glorify
7-  LA VRAIE FOI ET VRAIE REPENTANCE SA GRÂCE VOUS RAPPROCHE</a:t>
            </a:r>
          </a:p>
          <a:p>
            <a:pPr>
              <a:defRPr/>
            </a:pPr>
            <a:r>
              <a:rPr lang="fr-FR" smtClean="0"/>
              <a:t>True belief and true repentance Every grace that brings you nigh.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smtClean="0"/>
              <a:t>I will arise and go to Jesus, He will embrace me in His arms;
9-  DANS LES BRAS DE MON CHER SAUVEUR </a:t>
            </a:r>
          </a:p>
          <a:p>
            <a:pPr>
              <a:defRPr/>
            </a:pPr>
            <a:r>
              <a:rPr lang="fr-FR" smtClean="0"/>
              <a:t>In the arms of my dear Savior,</a:t>
            </a:r>
          </a:p>
          <a:p>
            <a:pPr>
              <a:defRPr/>
            </a:pPr>
            <a:r>
              <a:rPr lang="fr-FR" smtClean="0"/>
              <a:t>10-  OH, IL Y A DIX MILLE CHARMES  </a:t>
            </a:r>
          </a:p>
          <a:p>
            <a:pPr>
              <a:defRPr/>
            </a:pPr>
            <a:r>
              <a:rPr lang="fr-FR" smtClean="0"/>
              <a:t>Oh, there are ten thousand charms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VENEZ, VOUS PÉCHEURS PAUVRES ET INDIGENTS,</a:t>
            </a:r>
          </a:p>
          <a:p>
            <a:pPr>
              <a:defRPr/>
            </a:pPr>
            <a:r>
              <a:rPr lang="fr-FR" smtClean="0"/>
              <a:t>Come, ye sinners, poor and needy, 
2-  FAIBLES ET BLESSÉS MALADES ET ENDOLORIS </a:t>
            </a:r>
          </a:p>
          <a:p>
            <a:pPr>
              <a:defRPr/>
            </a:pPr>
            <a:r>
              <a:rPr lang="fr-FR" smtClean="0"/>
              <a:t>Weak and wounded, sick and sore;
3-  JÉSUS SE TIENT PRÊT POUR VOUS SAUVER </a:t>
            </a:r>
          </a:p>
          <a:p>
            <a:pPr>
              <a:defRPr/>
            </a:pPr>
            <a:r>
              <a:rPr lang="fr-FR" smtClean="0"/>
              <a:t>Jesus ready stands to save you,</a:t>
            </a:r>
          </a:p>
          <a:p>
            <a:pPr>
              <a:defRPr/>
            </a:pPr>
            <a:r>
              <a:rPr lang="fr-FR" smtClean="0"/>
              <a:t>4-  PLEIN DE COMPASSION D’AMOUR ET DE PUISSANCE </a:t>
            </a:r>
          </a:p>
          <a:p>
            <a:pPr>
              <a:defRPr/>
            </a:pPr>
            <a:r>
              <a:rPr lang="fr-FR" smtClean="0"/>
              <a:t>Full of pity, love and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VENEZ, VOUS ASSOIFFÉS VOUS ÊTES LES BIENVENUS </a:t>
            </a:r>
          </a:p>
          <a:p>
            <a:pPr>
              <a:defRPr/>
            </a:pPr>
            <a:r>
              <a:rPr lang="fr-FR" smtClean="0"/>
              <a:t>Come, ye thirsty, come, and welcome
6-  LA GÉNÉROSITÉ GRATUITE DE DIEU GLORIFIE </a:t>
            </a:r>
          </a:p>
          <a:p>
            <a:pPr>
              <a:defRPr/>
            </a:pPr>
            <a:r>
              <a:rPr lang="fr-FR" smtClean="0"/>
              <a:t>God’s free bounty glorify
7-  LA VRAIE FOI ET VRAIE REPENTANCE SA GRÂCE VOUS RAPPROCHE</a:t>
            </a:r>
          </a:p>
          <a:p>
            <a:pPr>
              <a:defRPr/>
            </a:pPr>
            <a:r>
              <a:rPr lang="fr-FR" smtClean="0"/>
              <a:t>True belief and true repentance Every grace that brings you nigh.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smtClean="0"/>
              <a:t>I will arise and go to Jesus, He will embrace me in His arms;
9-  DANS LES BRAS DE MON CHER SAUVEUR </a:t>
            </a:r>
          </a:p>
          <a:p>
            <a:pPr>
              <a:defRPr/>
            </a:pPr>
            <a:r>
              <a:rPr lang="fr-FR" smtClean="0"/>
              <a:t>In the arms of my dear Savior,</a:t>
            </a:r>
          </a:p>
          <a:p>
            <a:pPr>
              <a:defRPr/>
            </a:pPr>
            <a:r>
              <a:rPr lang="fr-FR" smtClean="0"/>
              <a:t>10-  OH, IL Y A DIX MILLE CHARMES  </a:t>
            </a:r>
          </a:p>
          <a:p>
            <a:pPr>
              <a:defRPr/>
            </a:pPr>
            <a:r>
              <a:rPr lang="fr-FR" smtClean="0"/>
              <a:t>Oh, there are ten thousand charms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VENEZ, VOUS PÉCHEURS PAUVRES ET INDIGENTS,</a:t>
            </a:r>
          </a:p>
          <a:p>
            <a:pPr>
              <a:defRPr/>
            </a:pPr>
            <a:r>
              <a:rPr lang="fr-FR" smtClean="0"/>
              <a:t>Come, ye sinners, poor and needy, 
2-  FAIBLES ET BLESSÉS MALADES ET ENDOLORIS </a:t>
            </a:r>
          </a:p>
          <a:p>
            <a:pPr>
              <a:defRPr/>
            </a:pPr>
            <a:r>
              <a:rPr lang="fr-FR" smtClean="0"/>
              <a:t>Weak and wounded, sick and sore;
3-  JÉSUS SE TIENT PRÊT POUR VOUS SAUVER </a:t>
            </a:r>
          </a:p>
          <a:p>
            <a:pPr>
              <a:defRPr/>
            </a:pPr>
            <a:r>
              <a:rPr lang="fr-FR" smtClean="0"/>
              <a:t>Jesus ready stands to save you,</a:t>
            </a:r>
          </a:p>
          <a:p>
            <a:pPr>
              <a:defRPr/>
            </a:pPr>
            <a:r>
              <a:rPr lang="fr-FR" smtClean="0"/>
              <a:t>4-  PLEIN DE COMPASSION D’AMOUR ET DE PUISSANCE </a:t>
            </a:r>
          </a:p>
          <a:p>
            <a:pPr>
              <a:defRPr/>
            </a:pPr>
            <a:r>
              <a:rPr lang="fr-FR" smtClean="0"/>
              <a:t>Full of pity, love and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VENEZ, VOUS ASSOIFFÉS VOUS ÊTES LES BIENVENUS </a:t>
            </a:r>
          </a:p>
          <a:p>
            <a:pPr>
              <a:defRPr/>
            </a:pPr>
            <a:r>
              <a:rPr lang="fr-FR" smtClean="0"/>
              <a:t>Come, ye thirsty, come, and welcome
6-  LA GÉNÉROSITÉ GRATUITE DE DIEU GLORIFIE </a:t>
            </a:r>
          </a:p>
          <a:p>
            <a:pPr>
              <a:defRPr/>
            </a:pPr>
            <a:r>
              <a:rPr lang="fr-FR" smtClean="0"/>
              <a:t>God’s free bounty glorify
7-  LA VRAIE FOI ET VRAIE REPENTANCE SA GRÂCE VOUS RAPPROCHE</a:t>
            </a:r>
          </a:p>
          <a:p>
            <a:pPr>
              <a:defRPr/>
            </a:pPr>
            <a:r>
              <a:rPr lang="fr-FR" smtClean="0"/>
              <a:t>True belief and true repentance Every grace that brings you nigh.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smtClean="0"/>
              <a:t>I will arise and go to Jesus, He will embrace me in His arms;
9-  DANS LES BRAS DE MON CHER SAUVEUR </a:t>
            </a:r>
          </a:p>
          <a:p>
            <a:pPr>
              <a:defRPr/>
            </a:pPr>
            <a:r>
              <a:rPr lang="fr-FR" smtClean="0"/>
              <a:t>In the arms of my dear Savior,</a:t>
            </a:r>
          </a:p>
          <a:p>
            <a:pPr>
              <a:defRPr/>
            </a:pPr>
            <a:r>
              <a:rPr lang="fr-FR" smtClean="0"/>
              <a:t>10-  OH, IL Y A DIX MILLE CHARMES  </a:t>
            </a:r>
          </a:p>
          <a:p>
            <a:pPr>
              <a:defRPr/>
            </a:pPr>
            <a:r>
              <a:rPr lang="fr-FR" smtClean="0"/>
              <a:t>Oh, there are ten thousand charms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VENEZ, VOUS PÉCHEURS PAUVRES ET INDIGENTS,</a:t>
            </a:r>
          </a:p>
          <a:p>
            <a:pPr>
              <a:defRPr/>
            </a:pPr>
            <a:r>
              <a:rPr lang="fr-FR" smtClean="0"/>
              <a:t>Come, ye sinners, poor and needy, 
2-  FAIBLES ET BLESSÉS MALADES ET ENDOLORIS </a:t>
            </a:r>
          </a:p>
          <a:p>
            <a:pPr>
              <a:defRPr/>
            </a:pPr>
            <a:r>
              <a:rPr lang="fr-FR" smtClean="0"/>
              <a:t>Weak and wounded, sick and sore;
3-  JÉSUS SE TIENT PRÊT POUR VOUS SAUVER </a:t>
            </a:r>
          </a:p>
          <a:p>
            <a:pPr>
              <a:defRPr/>
            </a:pPr>
            <a:r>
              <a:rPr lang="fr-FR" smtClean="0"/>
              <a:t>Jesus ready stands to save you,</a:t>
            </a:r>
          </a:p>
          <a:p>
            <a:pPr>
              <a:defRPr/>
            </a:pPr>
            <a:r>
              <a:rPr lang="fr-FR" smtClean="0"/>
              <a:t>4-  PLEIN DE COMPASSION D’AMOUR ET DE PUISSANCE </a:t>
            </a:r>
          </a:p>
          <a:p>
            <a:pPr>
              <a:defRPr/>
            </a:pPr>
            <a:r>
              <a:rPr lang="fr-FR" smtClean="0"/>
              <a:t>Full of pity, love and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VENEZ, VOUS ASSOIFFÉS VOUS ÊTES LES BIENVENUS </a:t>
            </a:r>
          </a:p>
          <a:p>
            <a:pPr>
              <a:defRPr/>
            </a:pPr>
            <a:r>
              <a:rPr lang="fr-FR" smtClean="0"/>
              <a:t>Come, ye thirsty, come, and welcome
6-  LA GÉNÉROSITÉ GRATUITE DE DIEU GLORIFIE </a:t>
            </a:r>
          </a:p>
          <a:p>
            <a:pPr>
              <a:defRPr/>
            </a:pPr>
            <a:r>
              <a:rPr lang="fr-FR" smtClean="0"/>
              <a:t>God’s free bounty glorify
7-  LA VRAIE FOI ET VRAIE REPENTANCE SA GRÂCE VOUS RAPPROCHE</a:t>
            </a:r>
          </a:p>
          <a:p>
            <a:pPr>
              <a:defRPr/>
            </a:pPr>
            <a:r>
              <a:rPr lang="fr-FR" smtClean="0"/>
              <a:t>True belief and true repentance Every grace that brings you nigh.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smtClean="0"/>
              <a:t>I will arise and go to Jesus, He will embrace me in His arms;
9-  DANS LES BRAS DE MON CHER SAUVEUR </a:t>
            </a:r>
          </a:p>
          <a:p>
            <a:pPr>
              <a:defRPr/>
            </a:pPr>
            <a:r>
              <a:rPr lang="fr-FR" smtClean="0"/>
              <a:t>In the arms of my dear Savior,</a:t>
            </a:r>
          </a:p>
          <a:p>
            <a:pPr>
              <a:defRPr/>
            </a:pPr>
            <a:r>
              <a:rPr lang="fr-FR" smtClean="0"/>
              <a:t>10-  OH, IL Y A DIX MILLE CHARMES  </a:t>
            </a:r>
          </a:p>
          <a:p>
            <a:pPr>
              <a:defRPr/>
            </a:pPr>
            <a:r>
              <a:rPr lang="fr-FR" smtClean="0"/>
              <a:t>Oh, there are ten thousand charms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VENEZ, VOUS PÉCHEURS PAUVRES ET INDIGENTS,</a:t>
            </a:r>
          </a:p>
          <a:p>
            <a:pPr>
              <a:defRPr/>
            </a:pPr>
            <a:r>
              <a:rPr lang="fr-FR" smtClean="0"/>
              <a:t>Come, ye sinners, poor and needy, 
2-  FAIBLES ET BLESSÉS MALADES ET ENDOLORIS </a:t>
            </a:r>
          </a:p>
          <a:p>
            <a:pPr>
              <a:defRPr/>
            </a:pPr>
            <a:r>
              <a:rPr lang="fr-FR" smtClean="0"/>
              <a:t>Weak and wounded, sick and sore;
3-  JÉSUS SE TIENT PRÊT POUR VOUS SAUVER </a:t>
            </a:r>
          </a:p>
          <a:p>
            <a:pPr>
              <a:defRPr/>
            </a:pPr>
            <a:r>
              <a:rPr lang="fr-FR" smtClean="0"/>
              <a:t>Jesus ready stands to save you,</a:t>
            </a:r>
          </a:p>
          <a:p>
            <a:pPr>
              <a:defRPr/>
            </a:pPr>
            <a:r>
              <a:rPr lang="fr-FR" smtClean="0"/>
              <a:t>4-  PLEIN DE COMPASSION D’AMOUR ET DE PUISSANCE </a:t>
            </a:r>
          </a:p>
          <a:p>
            <a:pPr>
              <a:defRPr/>
            </a:pPr>
            <a:r>
              <a:rPr lang="fr-FR" smtClean="0"/>
              <a:t>Full of pity, love and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VENEZ, VOUS ASSOIFFÉS VOUS ÊTES LES BIENVENUS </a:t>
            </a:r>
          </a:p>
          <a:p>
            <a:pPr>
              <a:defRPr/>
            </a:pPr>
            <a:r>
              <a:rPr lang="fr-FR" smtClean="0"/>
              <a:t>Come, ye thirsty, come, and welcome
6-  LA GÉNÉROSITÉ GRATUITE DE DIEU GLORIFIE </a:t>
            </a:r>
          </a:p>
          <a:p>
            <a:pPr>
              <a:defRPr/>
            </a:pPr>
            <a:r>
              <a:rPr lang="fr-FR" smtClean="0"/>
              <a:t>God’s free bounty glorify
7-  LA VRAIE FOI ET VRAIE REPENTANCE SA GRÂCE VOUS RAPPROCHE</a:t>
            </a:r>
          </a:p>
          <a:p>
            <a:pPr>
              <a:defRPr/>
            </a:pPr>
            <a:r>
              <a:rPr lang="fr-FR" smtClean="0"/>
              <a:t>True belief and true repentance Every grace that brings you nigh.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smtClean="0"/>
              <a:t>I will arise and go to Jesus, He will embrace me in His arms;
9-  DANS LES BRAS DE MON CHER SAUVEUR </a:t>
            </a:r>
          </a:p>
          <a:p>
            <a:pPr>
              <a:defRPr/>
            </a:pPr>
            <a:r>
              <a:rPr lang="fr-FR" smtClean="0"/>
              <a:t>In the arms of my dear Savior,</a:t>
            </a:r>
          </a:p>
          <a:p>
            <a:pPr>
              <a:defRPr/>
            </a:pPr>
            <a:r>
              <a:rPr lang="fr-FR" smtClean="0"/>
              <a:t>10-  OH, IL Y A DIX MILLE CHARMES  </a:t>
            </a:r>
          </a:p>
          <a:p>
            <a:pPr>
              <a:defRPr/>
            </a:pPr>
            <a:r>
              <a:rPr lang="fr-FR" smtClean="0"/>
              <a:t>Oh, there are ten thousand charms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VENEZ, VOUS PÉCHEURS PAUVRES ET INDIGENTS,</a:t>
            </a:r>
          </a:p>
          <a:p>
            <a:pPr>
              <a:defRPr/>
            </a:pPr>
            <a:r>
              <a:rPr lang="fr-FR" smtClean="0"/>
              <a:t>Come, ye sinners, poor and needy, 
2-  FAIBLES ET BLESSÉS MALADES ET ENDOLORIS </a:t>
            </a:r>
          </a:p>
          <a:p>
            <a:pPr>
              <a:defRPr/>
            </a:pPr>
            <a:r>
              <a:rPr lang="fr-FR" smtClean="0"/>
              <a:t>Weak and wounded, sick and sore;
3-  JÉSUS SE TIENT PRÊT POUR VOUS SAUVER </a:t>
            </a:r>
          </a:p>
          <a:p>
            <a:pPr>
              <a:defRPr/>
            </a:pPr>
            <a:r>
              <a:rPr lang="fr-FR" smtClean="0"/>
              <a:t>Jesus ready stands to save you,</a:t>
            </a:r>
          </a:p>
          <a:p>
            <a:pPr>
              <a:defRPr/>
            </a:pPr>
            <a:r>
              <a:rPr lang="fr-FR" smtClean="0"/>
              <a:t>4-  PLEIN DE COMPASSION D’AMOUR ET DE PUISSANCE </a:t>
            </a:r>
          </a:p>
          <a:p>
            <a:pPr>
              <a:defRPr/>
            </a:pPr>
            <a:r>
              <a:rPr lang="fr-FR" smtClean="0"/>
              <a:t>Full of pity, love and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VENEZ, VOUS ASSOIFFÉS VOUS ÊTES LES BIENVENUS </a:t>
            </a:r>
          </a:p>
          <a:p>
            <a:pPr>
              <a:defRPr/>
            </a:pPr>
            <a:r>
              <a:rPr lang="fr-FR" smtClean="0"/>
              <a:t>Come, ye thirsty, come, and welcome
6-  LA GÉNÉROSITÉ GRATUITE DE DIEU GLORIFIE </a:t>
            </a:r>
          </a:p>
          <a:p>
            <a:pPr>
              <a:defRPr/>
            </a:pPr>
            <a:r>
              <a:rPr lang="fr-FR" smtClean="0"/>
              <a:t>God’s free bounty glorify
7-  LA VRAIE FOI ET VRAIE REPENTANCE SA GRÂCE VOUS RAPPROCHE</a:t>
            </a:r>
          </a:p>
          <a:p>
            <a:pPr>
              <a:defRPr/>
            </a:pPr>
            <a:r>
              <a:rPr lang="fr-FR" smtClean="0"/>
              <a:t>True belief and true repentance Every grace that brings you nigh.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smtClean="0"/>
              <a:t>I will arise and go to Jesus, He will embrace me in His arms;
9-  DANS LES BRAS DE MON CHER SAUVEUR </a:t>
            </a:r>
          </a:p>
          <a:p>
            <a:pPr>
              <a:defRPr/>
            </a:pPr>
            <a:r>
              <a:rPr lang="fr-FR" smtClean="0"/>
              <a:t>In the arms of my dear Savior,</a:t>
            </a:r>
          </a:p>
          <a:p>
            <a:pPr>
              <a:defRPr/>
            </a:pPr>
            <a:r>
              <a:rPr lang="fr-FR" smtClean="0"/>
              <a:t>10-  OH, IL Y A DIX MILLE CHARMES  </a:t>
            </a:r>
          </a:p>
          <a:p>
            <a:pPr>
              <a:defRPr/>
            </a:pPr>
            <a:r>
              <a:rPr lang="fr-FR" smtClean="0"/>
              <a:t>Oh, there are ten thousand charms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A275ED-B4C9-4506-96BE-349909AB497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26967D-968B-4610-8050-CCD0963720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E59DB3-6CFE-4895-91E6-D6AF4941C1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81A3D3-8535-4647-93FD-F4F3D824323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133433-C914-4A4C-B460-4FB52B0754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6951-335F-49C0-8BD4-3B5102AC48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A3BACE-C36B-41F5-AA00-1B90370FBC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CD82BB-C0D1-4FA2-B56C-CEB883AC28F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EA0EE0-9F80-4B99-B9A1-752B80D8CA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EDD583-F533-4CE2-BD6D-3C0FFFE981A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0E5D42-C68A-4F83-A67A-D2997CCB3E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06D2393-8DE7-48E7-A326-2F554F8DC44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VENEZ, VOUS PÉCHEURS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PAUVRES ET INDIGENTS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FAIBLES ET BLESSÉS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MALADES ET ENDOLORIS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SE TIENT PRÊT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VOUS SAUVER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PLEIN DE COMPASSION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D’AMOUR ET DE PUISSANCE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VENEZ, VOUS ASSOIFFÉS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VOUS ÊTES LES BIENVENUS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GÉNÉROSITÉ GRATUITE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DIEU GLORIFIE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VRAIE FOI ET VRAIE REPENTANCE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GRÂCE VOUS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RAPPROCHE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ME LÈVERAI ET IRAI VERS JÉSUS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ME PRENDRA DANS SES BRAS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LES BRAS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MON CHER SAUVEUR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! IL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 A DIX MILLE CHARMES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1492</TotalTime>
  <Words>440</Words>
  <Application>Microsoft Office PowerPoint</Application>
  <PresentationFormat>On-screen Show (4:3)</PresentationFormat>
  <Paragraphs>359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136</cp:revision>
  <dcterms:created xsi:type="dcterms:W3CDTF">2002-08-17T10:50:50Z</dcterms:created>
  <dcterms:modified xsi:type="dcterms:W3CDTF">2015-12-27T07:44:27Z</dcterms:modified>
</cp:coreProperties>
</file>