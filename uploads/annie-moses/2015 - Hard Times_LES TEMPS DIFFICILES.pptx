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93" r:id="rId2"/>
    <p:sldId id="307" r:id="rId3"/>
    <p:sldId id="306" r:id="rId4"/>
    <p:sldId id="305" r:id="rId5"/>
    <p:sldId id="304" r:id="rId6"/>
    <p:sldId id="303" r:id="rId7"/>
    <p:sldId id="302" r:id="rId8"/>
    <p:sldId id="301" r:id="rId9"/>
    <p:sldId id="300" r:id="rId10"/>
    <p:sldId id="299" r:id="rId11"/>
    <p:sldId id="298" r:id="rId12"/>
    <p:sldId id="297" r:id="rId13"/>
    <p:sldId id="296" r:id="rId14"/>
    <p:sldId id="295" r:id="rId15"/>
    <p:sldId id="294" r:id="rId1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45700" autoAdjust="0"/>
  </p:normalViewPr>
  <p:slideViewPr>
    <p:cSldViewPr>
      <p:cViewPr>
        <p:scale>
          <a:sx n="64" d="100"/>
          <a:sy n="64" d="100"/>
        </p:scale>
        <p:origin x="-1338" y="-1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5952A00-E88A-4271-B93D-860160DA111F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65F14FB2-C226-491C-A92B-3E1E84905B1C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ARRÊTONS NOUS SUR LES PLAISIRS DE LA VIE </a:t>
            </a:r>
          </a:p>
          <a:p>
            <a:pPr>
              <a:defRPr/>
            </a:pPr>
            <a:r>
              <a:rPr lang="fr-FR" smtClean="0"/>
              <a:t>Let us pause in life's pleasures
2-  POUR COMPTER TOUTES SES LARMES TANDIS QUE NOUS PLEURONS</a:t>
            </a:r>
          </a:p>
          <a:p>
            <a:pPr>
              <a:defRPr/>
            </a:pPr>
            <a:r>
              <a:rPr lang="fr-FR" smtClean="0"/>
              <a:t>and count its many tears, While we all sup sorrow  
3-  TOUS AVEC LES PAUVRES IL Y A UN CHANT QUI JOUERA </a:t>
            </a:r>
          </a:p>
          <a:p>
            <a:pPr>
              <a:defRPr/>
            </a:pPr>
            <a:r>
              <a:rPr lang="fr-FR" smtClean="0"/>
              <a:t>with the poor. There's a song that will linger 
4-  POUR TOUJOURS À NOS OREILLES</a:t>
            </a:r>
          </a:p>
          <a:p>
            <a:pPr>
              <a:defRPr/>
            </a:pPr>
            <a:r>
              <a:rPr lang="fr-FR" smtClean="0"/>
              <a:t>forever in our ears; 
5-  OH! TEMPS DIFFICILES NE REVENEZ PLUS </a:t>
            </a:r>
          </a:p>
          <a:p>
            <a:pPr>
              <a:defRPr/>
            </a:pPr>
            <a:r>
              <a:rPr lang="fr-FR" smtClean="0"/>
              <a:t>Oh! Hard times come again no more.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C’EST LE CHANT LE SOUPIR DES ABATTUS </a:t>
            </a:r>
          </a:p>
          <a:p>
            <a:pPr>
              <a:defRPr/>
            </a:pPr>
            <a:r>
              <a:rPr lang="fr-FR" smtClean="0"/>
              <a:t>	Tis the song, the sigh of the weary,
	7-  LES TEMPS DIFFICILES LES TEMPS DIFFICILES </a:t>
            </a:r>
          </a:p>
          <a:p>
            <a:pPr>
              <a:defRPr/>
            </a:pPr>
            <a:r>
              <a:rPr lang="fr-FR" smtClean="0"/>
              <a:t>	Hard Times, hard times, 
	8-  NE REVENEZ PLUS </a:t>
            </a:r>
          </a:p>
          <a:p>
            <a:pPr>
              <a:defRPr/>
            </a:pPr>
            <a:r>
              <a:rPr lang="fr-FR" smtClean="0"/>
              <a:t>	come again no more
	9-  LONGTEMPS VOUS ÊTES RESTÉS PRÈS DE MA PORTE </a:t>
            </a:r>
          </a:p>
          <a:p>
            <a:pPr>
              <a:defRPr/>
            </a:pPr>
            <a:r>
              <a:rPr lang="fr-FR" smtClean="0"/>
              <a:t>	Many days you have lingered around my cabin door;
	10-  OH! TEMPS DIFFICILES NE REVENEZ PLUS </a:t>
            </a:r>
          </a:p>
          <a:p>
            <a:pPr>
              <a:defRPr/>
            </a:pPr>
            <a:r>
              <a:rPr lang="fr-FR" smtClean="0"/>
              <a:t>	Oh! Hard times come again no more.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TANDIS QUE NOUS CHERCHONS LA GAITÉ ET LA BEAUTÉ </a:t>
            </a:r>
          </a:p>
          <a:p>
            <a:pPr>
              <a:defRPr/>
            </a:pPr>
            <a:r>
              <a:rPr lang="fr-FR" smtClean="0"/>
              <a:t>While we seek mirth and beauty 
12-  LA LUMIÈRE DE LA MUSIQUE IL Y A DES OMBRES </a:t>
            </a:r>
          </a:p>
          <a:p>
            <a:pPr>
              <a:defRPr/>
            </a:pPr>
            <a:r>
              <a:rPr lang="fr-FR" smtClean="0"/>
              <a:t>and music light and gay, There are frail forms
13-  DERRIÈRE LA PORTE ET SANS DIRE UN MOT </a:t>
            </a:r>
          </a:p>
          <a:p>
            <a:pPr>
              <a:defRPr/>
            </a:pPr>
            <a:r>
              <a:rPr lang="fr-FR" smtClean="0"/>
              <a:t>fainting at the door Though their voices are silent,
14-  LEURS REGARDS SUPPLIANTS DIRONT </a:t>
            </a:r>
          </a:p>
          <a:p>
            <a:pPr>
              <a:defRPr/>
            </a:pPr>
            <a:r>
              <a:rPr lang="fr-FR" smtClean="0"/>
              <a:t>their pleading looks will say
15-  OH! TEMPS DIFFICILES NE REVENEZ PLUS </a:t>
            </a:r>
          </a:p>
          <a:p>
            <a:pPr>
              <a:defRPr/>
            </a:pPr>
            <a:r>
              <a:rPr lang="fr-FR" smtClean="0"/>
              <a:t>Oh! Hard times come again no more.
</a:t>
            </a:r>
            <a:endParaRPr lang="fr-FR" dirty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ARRÊTONS NOUS SUR LES PLAISIRS DE LA VIE </a:t>
            </a:r>
          </a:p>
          <a:p>
            <a:r>
              <a:rPr lang="fr-FR" altLang="fr-FR" smtClean="0"/>
              <a:t>Let us pause in life's pleasures
2-  POUR COMPTER TOUTES SES LARMES TANDIS QUE NOUS PLEURONS</a:t>
            </a:r>
          </a:p>
          <a:p>
            <a:r>
              <a:rPr lang="fr-FR" altLang="fr-FR" smtClean="0"/>
              <a:t>and count its many tears, While we all sup sorrow  
3-  TOUS AVEC LES PAUVRES IL Y A UN CHANT QUI JOUERA </a:t>
            </a:r>
          </a:p>
          <a:p>
            <a:r>
              <a:rPr lang="fr-FR" altLang="fr-FR" smtClean="0"/>
              <a:t>with the poor. There's a song that will linger 
4-  POUR TOUJOURS À NOS OREILLES</a:t>
            </a:r>
          </a:p>
          <a:p>
            <a:r>
              <a:rPr lang="fr-FR" altLang="fr-FR" smtClean="0"/>
              <a:t>forever in our ears; 
5-  OH! TEMPS DIFFICILES NE REVENEZ PLUS </a:t>
            </a:r>
          </a:p>
          <a:p>
            <a:r>
              <a:rPr lang="fr-FR" altLang="fr-FR" smtClean="0"/>
              <a:t>Oh! Hard times come again no more.</a:t>
            </a:r>
          </a:p>
          <a:p>
            <a:endParaRPr lang="fr-FR" altLang="fr-FR" smtClean="0"/>
          </a:p>
          <a:p>
            <a:r>
              <a:rPr lang="fr-FR" altLang="fr-FR" smtClean="0"/>
              <a:t>	6-  C’EST LE CHANT LE SOUPIR DES ABATTUS </a:t>
            </a:r>
          </a:p>
          <a:p>
            <a:r>
              <a:rPr lang="fr-FR" altLang="fr-FR" smtClean="0"/>
              <a:t>	Tis the song, the sigh of the weary,
	7-  LES TEMPS DIFFICILES LES TEMPS DIFFICILES </a:t>
            </a:r>
          </a:p>
          <a:p>
            <a:r>
              <a:rPr lang="fr-FR" altLang="fr-FR" smtClean="0"/>
              <a:t>	Hard Times, hard times, 
	8-  NE REVENEZ PLUS </a:t>
            </a:r>
          </a:p>
          <a:p>
            <a:r>
              <a:rPr lang="fr-FR" altLang="fr-FR" smtClean="0"/>
              <a:t>	come again no more
	9-  LONGTEMPS VOUS ÊTES RESTÉS PRÈS DE MA PORTE </a:t>
            </a:r>
          </a:p>
          <a:p>
            <a:r>
              <a:rPr lang="fr-FR" altLang="fr-FR" smtClean="0"/>
              <a:t>	Many days you have lingered around my cabin door;
	10-  OH! TEMPS DIFFICILES NE REVENEZ PLUS </a:t>
            </a:r>
          </a:p>
          <a:p>
            <a:r>
              <a:rPr lang="fr-FR" altLang="fr-FR" smtClean="0"/>
              <a:t>	Oh! Hard times come again no more.</a:t>
            </a:r>
          </a:p>
          <a:p>
            <a:endParaRPr lang="fr-FR" altLang="fr-FR" smtClean="0"/>
          </a:p>
          <a:p>
            <a:r>
              <a:rPr lang="fr-FR" altLang="fr-FR" smtClean="0"/>
              <a:t>11-  TANDIS QUE NOUS CHERCHONS LA GAITÉ ET LA BEAUTÉ </a:t>
            </a:r>
          </a:p>
          <a:p>
            <a:r>
              <a:rPr lang="fr-FR" altLang="fr-FR" smtClean="0"/>
              <a:t>While we seek mirth and beauty 
12-  LA LUMIÈRE DE LA MUSIQUE IL Y A DES OMBRES </a:t>
            </a:r>
          </a:p>
          <a:p>
            <a:r>
              <a:rPr lang="fr-FR" altLang="fr-FR" smtClean="0"/>
              <a:t>and music light and gay, There are frail forms
13-  DERRIÈRE LA PORTE ET SANS DIRE UN MOT </a:t>
            </a:r>
          </a:p>
          <a:p>
            <a:r>
              <a:rPr lang="fr-FR" altLang="fr-FR" smtClean="0"/>
              <a:t>fainting at the door Though their voices are silent,
14-  LEURS REGARDS SUPPLIANTS DIRONT </a:t>
            </a:r>
          </a:p>
          <a:p>
            <a:r>
              <a:rPr lang="fr-FR" altLang="fr-FR" smtClean="0"/>
              <a:t>their pleading looks will say
15-  OH! TEMPS DIFFICILES NE REVENEZ PLUS </a:t>
            </a:r>
          </a:p>
          <a:p>
            <a:r>
              <a:rPr lang="fr-FR" altLang="fr-FR" smtClean="0"/>
              <a:t>Oh! Hard times come again no more.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ARRÊTONS NOUS SUR LES PLAISIRS DE LA VIE </a:t>
            </a:r>
          </a:p>
          <a:p>
            <a:pPr>
              <a:defRPr/>
            </a:pPr>
            <a:r>
              <a:rPr lang="fr-FR" smtClean="0"/>
              <a:t>Let us pause in life's pleasures
2-  POUR COMPTER TOUTES SES LARMES TANDIS QUE NOUS PLEURONS</a:t>
            </a:r>
          </a:p>
          <a:p>
            <a:pPr>
              <a:defRPr/>
            </a:pPr>
            <a:r>
              <a:rPr lang="fr-FR" smtClean="0"/>
              <a:t>and count its many tears, While we all sup sorrow  
3-  TOUS AVEC LES PAUVRES IL Y A UN CHANT QUI JOUERA </a:t>
            </a:r>
          </a:p>
          <a:p>
            <a:pPr>
              <a:defRPr/>
            </a:pPr>
            <a:r>
              <a:rPr lang="fr-FR" smtClean="0"/>
              <a:t>with the poor. There's a song that will linger 
4-  POUR TOUJOURS À NOS OREILLES</a:t>
            </a:r>
          </a:p>
          <a:p>
            <a:pPr>
              <a:defRPr/>
            </a:pPr>
            <a:r>
              <a:rPr lang="fr-FR" smtClean="0"/>
              <a:t>forever in our ears; 
5-  OH! TEMPS DIFFICILES NE REVENEZ PLUS </a:t>
            </a:r>
          </a:p>
          <a:p>
            <a:pPr>
              <a:defRPr/>
            </a:pPr>
            <a:r>
              <a:rPr lang="fr-FR" smtClean="0"/>
              <a:t>Oh! Hard times come again no more.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C’EST LE CHANT LE SOUPIR DES ABATTUS </a:t>
            </a:r>
          </a:p>
          <a:p>
            <a:pPr>
              <a:defRPr/>
            </a:pPr>
            <a:r>
              <a:rPr lang="fr-FR" smtClean="0"/>
              <a:t>	Tis the song, the sigh of the weary,
	7-  LES TEMPS DIFFICILES LES TEMPS DIFFICILES </a:t>
            </a:r>
          </a:p>
          <a:p>
            <a:pPr>
              <a:defRPr/>
            </a:pPr>
            <a:r>
              <a:rPr lang="fr-FR" smtClean="0"/>
              <a:t>	Hard Times, hard times, 
	8-  NE REVENEZ PLUS </a:t>
            </a:r>
          </a:p>
          <a:p>
            <a:pPr>
              <a:defRPr/>
            </a:pPr>
            <a:r>
              <a:rPr lang="fr-FR" smtClean="0"/>
              <a:t>	come again no more
	9-  LONGTEMPS VOUS ÊTES RESTÉS PRÈS DE MA PORTE </a:t>
            </a:r>
          </a:p>
          <a:p>
            <a:pPr>
              <a:defRPr/>
            </a:pPr>
            <a:r>
              <a:rPr lang="fr-FR" smtClean="0"/>
              <a:t>	Many days you have lingered around my cabin door;
	10-  OH! TEMPS DIFFICILES NE REVENEZ PLUS </a:t>
            </a:r>
          </a:p>
          <a:p>
            <a:pPr>
              <a:defRPr/>
            </a:pPr>
            <a:r>
              <a:rPr lang="fr-FR" smtClean="0"/>
              <a:t>	Oh! Hard times come again no more.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TANDIS QUE NOUS CHERCHONS LA GAITÉ ET LA BEAUTÉ </a:t>
            </a:r>
          </a:p>
          <a:p>
            <a:pPr>
              <a:defRPr/>
            </a:pPr>
            <a:r>
              <a:rPr lang="fr-FR" smtClean="0"/>
              <a:t>While we seek mirth and beauty 
12-  LA LUMIÈRE DE LA MUSIQUE IL Y A DES OMBRES </a:t>
            </a:r>
          </a:p>
          <a:p>
            <a:pPr>
              <a:defRPr/>
            </a:pPr>
            <a:r>
              <a:rPr lang="fr-FR" smtClean="0"/>
              <a:t>and music light and gay, There are frail forms
13-  DERRIÈRE LA PORTE ET SANS DIRE UN MOT </a:t>
            </a:r>
          </a:p>
          <a:p>
            <a:pPr>
              <a:defRPr/>
            </a:pPr>
            <a:r>
              <a:rPr lang="fr-FR" smtClean="0"/>
              <a:t>fainting at the door Though their voices are silent,
14-  LEURS REGARDS SUPPLIANTS DIRONT </a:t>
            </a:r>
          </a:p>
          <a:p>
            <a:pPr>
              <a:defRPr/>
            </a:pPr>
            <a:r>
              <a:rPr lang="fr-FR" smtClean="0"/>
              <a:t>their pleading looks will say
15-  OH! TEMPS DIFFICILES NE REVENEZ PLUS </a:t>
            </a:r>
          </a:p>
          <a:p>
            <a:pPr>
              <a:defRPr/>
            </a:pPr>
            <a:r>
              <a:rPr lang="fr-FR" smtClean="0"/>
              <a:t>Oh! Hard times come again no more.
</a:t>
            </a:r>
            <a:endParaRPr lang="fr-FR" dirty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ARRÊTONS NOUS SUR LES PLAISIRS DE LA VIE </a:t>
            </a:r>
          </a:p>
          <a:p>
            <a:r>
              <a:rPr lang="fr-FR" altLang="fr-FR" smtClean="0"/>
              <a:t>Let us pause in life's pleasures
2-  POUR COMPTER TOUTES SES LARMES TANDIS QUE NOUS PLEURONS</a:t>
            </a:r>
          </a:p>
          <a:p>
            <a:r>
              <a:rPr lang="fr-FR" altLang="fr-FR" smtClean="0"/>
              <a:t>and count its many tears, While we all sup sorrow  
3-  TOUS AVEC LES PAUVRES IL Y A UN CHANT QUI JOUERA </a:t>
            </a:r>
          </a:p>
          <a:p>
            <a:r>
              <a:rPr lang="fr-FR" altLang="fr-FR" smtClean="0"/>
              <a:t>with the poor. There's a song that will linger 
4-  POUR TOUJOURS À NOS OREILLES</a:t>
            </a:r>
          </a:p>
          <a:p>
            <a:r>
              <a:rPr lang="fr-FR" altLang="fr-FR" smtClean="0"/>
              <a:t>forever in our ears; 
5-  OH! TEMPS DIFFICILES NE REVENEZ PLUS </a:t>
            </a:r>
          </a:p>
          <a:p>
            <a:r>
              <a:rPr lang="fr-FR" altLang="fr-FR" smtClean="0"/>
              <a:t>Oh! Hard times come again no more.</a:t>
            </a:r>
          </a:p>
          <a:p>
            <a:endParaRPr lang="fr-FR" altLang="fr-FR" smtClean="0"/>
          </a:p>
          <a:p>
            <a:r>
              <a:rPr lang="fr-FR" altLang="fr-FR" smtClean="0"/>
              <a:t>	6-  C’EST LE CHANT LE SOUPIR DES ABATTUS </a:t>
            </a:r>
          </a:p>
          <a:p>
            <a:r>
              <a:rPr lang="fr-FR" altLang="fr-FR" smtClean="0"/>
              <a:t>	Tis the song, the sigh of the weary,
	7-  LES TEMPS DIFFICILES LES TEMPS DIFFICILES </a:t>
            </a:r>
          </a:p>
          <a:p>
            <a:r>
              <a:rPr lang="fr-FR" altLang="fr-FR" smtClean="0"/>
              <a:t>	Hard Times, hard times, 
	8-  NE REVENEZ PLUS </a:t>
            </a:r>
          </a:p>
          <a:p>
            <a:r>
              <a:rPr lang="fr-FR" altLang="fr-FR" smtClean="0"/>
              <a:t>	come again no more
	9-  LONGTEMPS VOUS ÊTES RESTÉS PRÈS DE MA PORTE </a:t>
            </a:r>
          </a:p>
          <a:p>
            <a:r>
              <a:rPr lang="fr-FR" altLang="fr-FR" smtClean="0"/>
              <a:t>	Many days you have lingered around my cabin door;
	10-  OH! TEMPS DIFFICILES NE REVENEZ PLUS </a:t>
            </a:r>
          </a:p>
          <a:p>
            <a:r>
              <a:rPr lang="fr-FR" altLang="fr-FR" smtClean="0"/>
              <a:t>	Oh! Hard times come again no more.</a:t>
            </a:r>
          </a:p>
          <a:p>
            <a:endParaRPr lang="fr-FR" altLang="fr-FR" smtClean="0"/>
          </a:p>
          <a:p>
            <a:r>
              <a:rPr lang="fr-FR" altLang="fr-FR" smtClean="0"/>
              <a:t>11-  TANDIS QUE NOUS CHERCHONS LA GAITÉ ET LA BEAUTÉ </a:t>
            </a:r>
          </a:p>
          <a:p>
            <a:r>
              <a:rPr lang="fr-FR" altLang="fr-FR" smtClean="0"/>
              <a:t>While we seek mirth and beauty 
12-  LA LUMIÈRE DE LA MUSIQUE IL Y A DES OMBRES </a:t>
            </a:r>
          </a:p>
          <a:p>
            <a:r>
              <a:rPr lang="fr-FR" altLang="fr-FR" smtClean="0"/>
              <a:t>and music light and gay, There are frail forms
13-  DERRIÈRE LA PORTE ET SANS DIRE UN MOT </a:t>
            </a:r>
          </a:p>
          <a:p>
            <a:r>
              <a:rPr lang="fr-FR" altLang="fr-FR" smtClean="0"/>
              <a:t>fainting at the door Though their voices are silent,
14-  LEURS REGARDS SUPPLIANTS DIRONT </a:t>
            </a:r>
          </a:p>
          <a:p>
            <a:r>
              <a:rPr lang="fr-FR" altLang="fr-FR" smtClean="0"/>
              <a:t>their pleading looks will say
15-  OH! TEMPS DIFFICILES NE REVENEZ PLUS </a:t>
            </a:r>
          </a:p>
          <a:p>
            <a:r>
              <a:rPr lang="fr-FR" altLang="fr-FR" smtClean="0"/>
              <a:t>Oh! Hard times come again no more.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ARRÊTONS NOUS SUR LES PLAISIRS DE LA VIE </a:t>
            </a:r>
          </a:p>
          <a:p>
            <a:pPr>
              <a:defRPr/>
            </a:pPr>
            <a:r>
              <a:rPr lang="fr-FR" smtClean="0"/>
              <a:t>Let us pause in life's pleasures
2-  POUR COMPTER TOUTES SES LARMES TANDIS QUE NOUS PLEURONS</a:t>
            </a:r>
          </a:p>
          <a:p>
            <a:pPr>
              <a:defRPr/>
            </a:pPr>
            <a:r>
              <a:rPr lang="fr-FR" smtClean="0"/>
              <a:t>and count its many tears, While we all sup sorrow  
3-  TOUS AVEC LES PAUVRES IL Y A UN CHANT QUI JOUERA </a:t>
            </a:r>
          </a:p>
          <a:p>
            <a:pPr>
              <a:defRPr/>
            </a:pPr>
            <a:r>
              <a:rPr lang="fr-FR" smtClean="0"/>
              <a:t>with the poor. There's a song that will linger 
4-  POUR TOUJOURS À NOS OREILLES</a:t>
            </a:r>
          </a:p>
          <a:p>
            <a:pPr>
              <a:defRPr/>
            </a:pPr>
            <a:r>
              <a:rPr lang="fr-FR" smtClean="0"/>
              <a:t>forever in our ears; 
5-  OH! TEMPS DIFFICILES NE REVENEZ PLUS </a:t>
            </a:r>
          </a:p>
          <a:p>
            <a:pPr>
              <a:defRPr/>
            </a:pPr>
            <a:r>
              <a:rPr lang="fr-FR" smtClean="0"/>
              <a:t>Oh! Hard times come again no more.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C’EST LE CHANT LE SOUPIR DES ABATTUS </a:t>
            </a:r>
          </a:p>
          <a:p>
            <a:pPr>
              <a:defRPr/>
            </a:pPr>
            <a:r>
              <a:rPr lang="fr-FR" smtClean="0"/>
              <a:t>	Tis the song, the sigh of the weary,
	7-  LES TEMPS DIFFICILES LES TEMPS DIFFICILES </a:t>
            </a:r>
          </a:p>
          <a:p>
            <a:pPr>
              <a:defRPr/>
            </a:pPr>
            <a:r>
              <a:rPr lang="fr-FR" smtClean="0"/>
              <a:t>	Hard Times, hard times, 
	8-  NE REVENEZ PLUS </a:t>
            </a:r>
          </a:p>
          <a:p>
            <a:pPr>
              <a:defRPr/>
            </a:pPr>
            <a:r>
              <a:rPr lang="fr-FR" smtClean="0"/>
              <a:t>	come again no more
	9-  LONGTEMPS VOUS ÊTES RESTÉS PRÈS DE MA PORTE </a:t>
            </a:r>
          </a:p>
          <a:p>
            <a:pPr>
              <a:defRPr/>
            </a:pPr>
            <a:r>
              <a:rPr lang="fr-FR" smtClean="0"/>
              <a:t>	Many days you have lingered around my cabin door;
	10-  OH! TEMPS DIFFICILES NE REVENEZ PLUS </a:t>
            </a:r>
          </a:p>
          <a:p>
            <a:pPr>
              <a:defRPr/>
            </a:pPr>
            <a:r>
              <a:rPr lang="fr-FR" smtClean="0"/>
              <a:t>	Oh! Hard times come again no more.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TANDIS QUE NOUS CHERCHONS LA GAITÉ ET LA BEAUTÉ </a:t>
            </a:r>
          </a:p>
          <a:p>
            <a:pPr>
              <a:defRPr/>
            </a:pPr>
            <a:r>
              <a:rPr lang="fr-FR" smtClean="0"/>
              <a:t>While we seek mirth and beauty 
12-  LA LUMIÈRE DE LA MUSIQUE IL Y A DES OMBRES </a:t>
            </a:r>
          </a:p>
          <a:p>
            <a:pPr>
              <a:defRPr/>
            </a:pPr>
            <a:r>
              <a:rPr lang="fr-FR" smtClean="0"/>
              <a:t>and music light and gay, There are frail forms
13-  DERRIÈRE LA PORTE ET SANS DIRE UN MOT </a:t>
            </a:r>
          </a:p>
          <a:p>
            <a:pPr>
              <a:defRPr/>
            </a:pPr>
            <a:r>
              <a:rPr lang="fr-FR" smtClean="0"/>
              <a:t>fainting at the door Though their voices are silent,
14-  LEURS REGARDS SUPPLIANTS DIRONT </a:t>
            </a:r>
          </a:p>
          <a:p>
            <a:pPr>
              <a:defRPr/>
            </a:pPr>
            <a:r>
              <a:rPr lang="fr-FR" smtClean="0"/>
              <a:t>their pleading looks will say
15-  OH! TEMPS DIFFICILES NE REVENEZ PLUS </a:t>
            </a:r>
          </a:p>
          <a:p>
            <a:pPr>
              <a:defRPr/>
            </a:pPr>
            <a:r>
              <a:rPr lang="fr-FR" smtClean="0"/>
              <a:t>Oh! Hard times come again no more.
</a:t>
            </a:r>
            <a:endParaRPr lang="fr-FR" dirty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ARRÊTONS NOUS SUR LES PLAISIRS DE LA VIE </a:t>
            </a:r>
          </a:p>
          <a:p>
            <a:r>
              <a:rPr lang="fr-FR" altLang="fr-FR" smtClean="0"/>
              <a:t>Let us pause in life's pleasures
2-  POUR COMPTER TOUTES SES LARMES TANDIS QUE NOUS PLEURONS</a:t>
            </a:r>
          </a:p>
          <a:p>
            <a:r>
              <a:rPr lang="fr-FR" altLang="fr-FR" smtClean="0"/>
              <a:t>and count its many tears, While we all sup sorrow  
3-  TOUS AVEC LES PAUVRES IL Y A UN CHANT QUI JOUERA </a:t>
            </a:r>
          </a:p>
          <a:p>
            <a:r>
              <a:rPr lang="fr-FR" altLang="fr-FR" smtClean="0"/>
              <a:t>with the poor. There's a song that will linger 
4-  POUR TOUJOURS À NOS OREILLES</a:t>
            </a:r>
          </a:p>
          <a:p>
            <a:r>
              <a:rPr lang="fr-FR" altLang="fr-FR" smtClean="0"/>
              <a:t>forever in our ears; 
5-  OH! TEMPS DIFFICILES NE REVENEZ PLUS </a:t>
            </a:r>
          </a:p>
          <a:p>
            <a:r>
              <a:rPr lang="fr-FR" altLang="fr-FR" smtClean="0"/>
              <a:t>Oh! Hard times come again no more.</a:t>
            </a:r>
          </a:p>
          <a:p>
            <a:endParaRPr lang="fr-FR" altLang="fr-FR" smtClean="0"/>
          </a:p>
          <a:p>
            <a:r>
              <a:rPr lang="fr-FR" altLang="fr-FR" smtClean="0"/>
              <a:t>	6-  C’EST LE CHANT LE SOUPIR DES ABATTUS </a:t>
            </a:r>
          </a:p>
          <a:p>
            <a:r>
              <a:rPr lang="fr-FR" altLang="fr-FR" smtClean="0"/>
              <a:t>	Tis the song, the sigh of the weary,
	7-  LES TEMPS DIFFICILES LES TEMPS DIFFICILES </a:t>
            </a:r>
          </a:p>
          <a:p>
            <a:r>
              <a:rPr lang="fr-FR" altLang="fr-FR" smtClean="0"/>
              <a:t>	Hard Times, hard times, 
	8-  NE REVENEZ PLUS </a:t>
            </a:r>
          </a:p>
          <a:p>
            <a:r>
              <a:rPr lang="fr-FR" altLang="fr-FR" smtClean="0"/>
              <a:t>	come again no more
	9-  LONGTEMPS VOUS ÊTES RESTÉS PRÈS DE MA PORTE </a:t>
            </a:r>
          </a:p>
          <a:p>
            <a:r>
              <a:rPr lang="fr-FR" altLang="fr-FR" smtClean="0"/>
              <a:t>	Many days you have lingered around my cabin door;
	10-  OH! TEMPS DIFFICILES NE REVENEZ PLUS </a:t>
            </a:r>
          </a:p>
          <a:p>
            <a:r>
              <a:rPr lang="fr-FR" altLang="fr-FR" smtClean="0"/>
              <a:t>	Oh! Hard times come again no more.</a:t>
            </a:r>
          </a:p>
          <a:p>
            <a:endParaRPr lang="fr-FR" altLang="fr-FR" smtClean="0"/>
          </a:p>
          <a:p>
            <a:r>
              <a:rPr lang="fr-FR" altLang="fr-FR" smtClean="0"/>
              <a:t>11-  TANDIS QUE NOUS CHERCHONS LA GAITÉ ET LA BEAUTÉ </a:t>
            </a:r>
          </a:p>
          <a:p>
            <a:r>
              <a:rPr lang="fr-FR" altLang="fr-FR" smtClean="0"/>
              <a:t>While we seek mirth and beauty 
12-  LA LUMIÈRE DE LA MUSIQUE IL Y A DES OMBRES </a:t>
            </a:r>
          </a:p>
          <a:p>
            <a:r>
              <a:rPr lang="fr-FR" altLang="fr-FR" smtClean="0"/>
              <a:t>and music light and gay, There are frail forms
13-  DERRIÈRE LA PORTE ET SANS DIRE UN MOT </a:t>
            </a:r>
          </a:p>
          <a:p>
            <a:r>
              <a:rPr lang="fr-FR" altLang="fr-FR" smtClean="0"/>
              <a:t>fainting at the door Though their voices are silent,
14-  LEURS REGARDS SUPPLIANTS DIRONT </a:t>
            </a:r>
          </a:p>
          <a:p>
            <a:r>
              <a:rPr lang="fr-FR" altLang="fr-FR" smtClean="0"/>
              <a:t>their pleading looks will say
15-  OH! TEMPS DIFFICILES NE REVENEZ PLUS </a:t>
            </a:r>
          </a:p>
          <a:p>
            <a:r>
              <a:rPr lang="fr-FR" altLang="fr-FR" smtClean="0"/>
              <a:t>Oh! Hard times come again no more.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ARRÊTONS NOUS SUR LES PLAISIRS DE LA VIE </a:t>
            </a:r>
          </a:p>
          <a:p>
            <a:pPr>
              <a:defRPr/>
            </a:pPr>
            <a:r>
              <a:rPr lang="fr-FR" smtClean="0"/>
              <a:t>Let us pause in life's pleasures
2-  POUR COMPTER TOUTES SES LARMES TANDIS QUE NOUS PLEURONS</a:t>
            </a:r>
          </a:p>
          <a:p>
            <a:pPr>
              <a:defRPr/>
            </a:pPr>
            <a:r>
              <a:rPr lang="fr-FR" smtClean="0"/>
              <a:t>and count its many tears, While we all sup sorrow  
3-  TOUS AVEC LES PAUVRES IL Y A UN CHANT QUI JOUERA </a:t>
            </a:r>
          </a:p>
          <a:p>
            <a:pPr>
              <a:defRPr/>
            </a:pPr>
            <a:r>
              <a:rPr lang="fr-FR" smtClean="0"/>
              <a:t>with the poor. There's a song that will linger 
4-  POUR TOUJOURS À NOS OREILLES</a:t>
            </a:r>
          </a:p>
          <a:p>
            <a:pPr>
              <a:defRPr/>
            </a:pPr>
            <a:r>
              <a:rPr lang="fr-FR" smtClean="0"/>
              <a:t>forever in our ears; 
5-  OH! TEMPS DIFFICILES NE REVENEZ PLUS </a:t>
            </a:r>
          </a:p>
          <a:p>
            <a:pPr>
              <a:defRPr/>
            </a:pPr>
            <a:r>
              <a:rPr lang="fr-FR" smtClean="0"/>
              <a:t>Oh! Hard times come again no more.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C’EST LE CHANT LE SOUPIR DES ABATTUS </a:t>
            </a:r>
          </a:p>
          <a:p>
            <a:pPr>
              <a:defRPr/>
            </a:pPr>
            <a:r>
              <a:rPr lang="fr-FR" smtClean="0"/>
              <a:t>	Tis the song, the sigh of the weary,
	7-  LES TEMPS DIFFICILES LES TEMPS DIFFICILES </a:t>
            </a:r>
          </a:p>
          <a:p>
            <a:pPr>
              <a:defRPr/>
            </a:pPr>
            <a:r>
              <a:rPr lang="fr-FR" smtClean="0"/>
              <a:t>	Hard Times, hard times, 
	8-  NE REVENEZ PLUS </a:t>
            </a:r>
          </a:p>
          <a:p>
            <a:pPr>
              <a:defRPr/>
            </a:pPr>
            <a:r>
              <a:rPr lang="fr-FR" smtClean="0"/>
              <a:t>	come again no more
	9-  LONGTEMPS VOUS ÊTES RESTÉS PRÈS DE MA PORTE </a:t>
            </a:r>
          </a:p>
          <a:p>
            <a:pPr>
              <a:defRPr/>
            </a:pPr>
            <a:r>
              <a:rPr lang="fr-FR" smtClean="0"/>
              <a:t>	Many days you have lingered around my cabin door;
	10-  OH! TEMPS DIFFICILES NE REVENEZ PLUS </a:t>
            </a:r>
          </a:p>
          <a:p>
            <a:pPr>
              <a:defRPr/>
            </a:pPr>
            <a:r>
              <a:rPr lang="fr-FR" smtClean="0"/>
              <a:t>	Oh! Hard times come again no more.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TANDIS QUE NOUS CHERCHONS LA GAITÉ ET LA BEAUTÉ </a:t>
            </a:r>
          </a:p>
          <a:p>
            <a:pPr>
              <a:defRPr/>
            </a:pPr>
            <a:r>
              <a:rPr lang="fr-FR" smtClean="0"/>
              <a:t>While we seek mirth and beauty 
12-  LA LUMIÈRE DE LA MUSIQUE IL Y A DES OMBRES </a:t>
            </a:r>
          </a:p>
          <a:p>
            <a:pPr>
              <a:defRPr/>
            </a:pPr>
            <a:r>
              <a:rPr lang="fr-FR" smtClean="0"/>
              <a:t>and music light and gay, There are frail forms
13-  DERRIÈRE LA PORTE ET SANS DIRE UN MOT </a:t>
            </a:r>
          </a:p>
          <a:p>
            <a:pPr>
              <a:defRPr/>
            </a:pPr>
            <a:r>
              <a:rPr lang="fr-FR" smtClean="0"/>
              <a:t>fainting at the door Though their voices are silent,
14-  LEURS REGARDS SUPPLIANTS DIRONT </a:t>
            </a:r>
          </a:p>
          <a:p>
            <a:pPr>
              <a:defRPr/>
            </a:pPr>
            <a:r>
              <a:rPr lang="fr-FR" smtClean="0"/>
              <a:t>their pleading looks will say
15-  OH! TEMPS DIFFICILES NE REVENEZ PLUS </a:t>
            </a:r>
          </a:p>
          <a:p>
            <a:pPr>
              <a:defRPr/>
            </a:pPr>
            <a:r>
              <a:rPr lang="fr-FR" smtClean="0"/>
              <a:t>Oh! Hard times come again no more.
</a:t>
            </a:r>
            <a:endParaRPr lang="fr-FR" dirty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ARRÊTONS NOUS SUR LES PLAISIRS DE LA VIE </a:t>
            </a:r>
          </a:p>
          <a:p>
            <a:r>
              <a:rPr lang="fr-FR" altLang="fr-FR" smtClean="0"/>
              <a:t>Let us pause in life's pleasures
2-  POUR COMPTER TOUTES SES LARMES TANDIS QUE NOUS PLEURONS</a:t>
            </a:r>
          </a:p>
          <a:p>
            <a:r>
              <a:rPr lang="fr-FR" altLang="fr-FR" smtClean="0"/>
              <a:t>and count its many tears, While we all sup sorrow  
3-  TOUS AVEC LES PAUVRES IL Y A UN CHANT QUI JOUERA </a:t>
            </a:r>
          </a:p>
          <a:p>
            <a:r>
              <a:rPr lang="fr-FR" altLang="fr-FR" smtClean="0"/>
              <a:t>with the poor. There's a song that will linger 
4-  POUR TOUJOURS À NOS OREILLES</a:t>
            </a:r>
          </a:p>
          <a:p>
            <a:r>
              <a:rPr lang="fr-FR" altLang="fr-FR" smtClean="0"/>
              <a:t>forever in our ears; 
5-  OH! TEMPS DIFFICILES NE REVENEZ PLUS </a:t>
            </a:r>
          </a:p>
          <a:p>
            <a:r>
              <a:rPr lang="fr-FR" altLang="fr-FR" smtClean="0"/>
              <a:t>Oh! Hard times come again no more.</a:t>
            </a:r>
          </a:p>
          <a:p>
            <a:endParaRPr lang="fr-FR" altLang="fr-FR" smtClean="0"/>
          </a:p>
          <a:p>
            <a:r>
              <a:rPr lang="fr-FR" altLang="fr-FR" smtClean="0"/>
              <a:t>	6-  C’EST LE CHANT LE SOUPIR DES ABATTUS </a:t>
            </a:r>
          </a:p>
          <a:p>
            <a:r>
              <a:rPr lang="fr-FR" altLang="fr-FR" smtClean="0"/>
              <a:t>	Tis the song, the sigh of the weary,
	7-  LES TEMPS DIFFICILES LES TEMPS DIFFICILES </a:t>
            </a:r>
          </a:p>
          <a:p>
            <a:r>
              <a:rPr lang="fr-FR" altLang="fr-FR" smtClean="0"/>
              <a:t>	Hard Times, hard times, 
	8-  NE REVENEZ PLUS </a:t>
            </a:r>
          </a:p>
          <a:p>
            <a:r>
              <a:rPr lang="fr-FR" altLang="fr-FR" smtClean="0"/>
              <a:t>	come again no more
	9-  LONGTEMPS VOUS ÊTES RESTÉS PRÈS DE MA PORTE </a:t>
            </a:r>
          </a:p>
          <a:p>
            <a:r>
              <a:rPr lang="fr-FR" altLang="fr-FR" smtClean="0"/>
              <a:t>	Many days you have lingered around my cabin door;
	10-  OH! TEMPS DIFFICILES NE REVENEZ PLUS </a:t>
            </a:r>
          </a:p>
          <a:p>
            <a:r>
              <a:rPr lang="fr-FR" altLang="fr-FR" smtClean="0"/>
              <a:t>	Oh! Hard times come again no more.</a:t>
            </a:r>
          </a:p>
          <a:p>
            <a:endParaRPr lang="fr-FR" altLang="fr-FR" smtClean="0"/>
          </a:p>
          <a:p>
            <a:r>
              <a:rPr lang="fr-FR" altLang="fr-FR" smtClean="0"/>
              <a:t>11-  TANDIS QUE NOUS CHERCHONS LA GAITÉ ET LA BEAUTÉ </a:t>
            </a:r>
          </a:p>
          <a:p>
            <a:r>
              <a:rPr lang="fr-FR" altLang="fr-FR" smtClean="0"/>
              <a:t>While we seek mirth and beauty 
12-  LA LUMIÈRE DE LA MUSIQUE IL Y A DES OMBRES </a:t>
            </a:r>
          </a:p>
          <a:p>
            <a:r>
              <a:rPr lang="fr-FR" altLang="fr-FR" smtClean="0"/>
              <a:t>and music light and gay, There are frail forms
13-  DERRIÈRE LA PORTE ET SANS DIRE UN MOT </a:t>
            </a:r>
          </a:p>
          <a:p>
            <a:r>
              <a:rPr lang="fr-FR" altLang="fr-FR" smtClean="0"/>
              <a:t>fainting at the door Though their voices are silent,
14-  LEURS REGARDS SUPPLIANTS DIRONT </a:t>
            </a:r>
          </a:p>
          <a:p>
            <a:r>
              <a:rPr lang="fr-FR" altLang="fr-FR" smtClean="0"/>
              <a:t>their pleading looks will say
15-  OH! TEMPS DIFFICILES NE REVENEZ PLUS </a:t>
            </a:r>
          </a:p>
          <a:p>
            <a:r>
              <a:rPr lang="fr-FR" altLang="fr-FR" smtClean="0"/>
              <a:t>Oh! Hard times come again no more.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ARRÊTONS NOUS SUR LES PLAISIRS DE LA VIE </a:t>
            </a:r>
          </a:p>
          <a:p>
            <a:pPr>
              <a:defRPr/>
            </a:pPr>
            <a:r>
              <a:rPr lang="fr-FR" smtClean="0"/>
              <a:t>Let us pause in life's pleasures
2-  POUR COMPTER TOUTES SES LARMES TANDIS QUE NOUS PLEURONS</a:t>
            </a:r>
          </a:p>
          <a:p>
            <a:pPr>
              <a:defRPr/>
            </a:pPr>
            <a:r>
              <a:rPr lang="fr-FR" smtClean="0"/>
              <a:t>and count its many tears, While we all sup sorrow  
3-  TOUS AVEC LES PAUVRES IL Y A UN CHANT QUI JOUERA </a:t>
            </a:r>
          </a:p>
          <a:p>
            <a:pPr>
              <a:defRPr/>
            </a:pPr>
            <a:r>
              <a:rPr lang="fr-FR" smtClean="0"/>
              <a:t>with the poor. There's a song that will linger 
4-  POUR TOUJOURS À NOS OREILLES</a:t>
            </a:r>
          </a:p>
          <a:p>
            <a:pPr>
              <a:defRPr/>
            </a:pPr>
            <a:r>
              <a:rPr lang="fr-FR" smtClean="0"/>
              <a:t>forever in our ears; 
5-  OH! TEMPS DIFFICILES NE REVENEZ PLUS </a:t>
            </a:r>
          </a:p>
          <a:p>
            <a:pPr>
              <a:defRPr/>
            </a:pPr>
            <a:r>
              <a:rPr lang="fr-FR" smtClean="0"/>
              <a:t>Oh! Hard times come again no more.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C’EST LE CHANT LE SOUPIR DES ABATTUS </a:t>
            </a:r>
          </a:p>
          <a:p>
            <a:pPr>
              <a:defRPr/>
            </a:pPr>
            <a:r>
              <a:rPr lang="fr-FR" smtClean="0"/>
              <a:t>	Tis the song, the sigh of the weary,
	7-  LES TEMPS DIFFICILES LES TEMPS DIFFICILES </a:t>
            </a:r>
          </a:p>
          <a:p>
            <a:pPr>
              <a:defRPr/>
            </a:pPr>
            <a:r>
              <a:rPr lang="fr-FR" smtClean="0"/>
              <a:t>	Hard Times, hard times, 
	8-  NE REVENEZ PLUS </a:t>
            </a:r>
          </a:p>
          <a:p>
            <a:pPr>
              <a:defRPr/>
            </a:pPr>
            <a:r>
              <a:rPr lang="fr-FR" smtClean="0"/>
              <a:t>	come again no more
	9-  LONGTEMPS VOUS ÊTES RESTÉS PRÈS DE MA PORTE </a:t>
            </a:r>
          </a:p>
          <a:p>
            <a:pPr>
              <a:defRPr/>
            </a:pPr>
            <a:r>
              <a:rPr lang="fr-FR" smtClean="0"/>
              <a:t>	Many days you have lingered around my cabin door;
	10-  OH! TEMPS DIFFICILES NE REVENEZ PLUS </a:t>
            </a:r>
          </a:p>
          <a:p>
            <a:pPr>
              <a:defRPr/>
            </a:pPr>
            <a:r>
              <a:rPr lang="fr-FR" smtClean="0"/>
              <a:t>	Oh! Hard times come again no more.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TANDIS QUE NOUS CHERCHONS LA GAITÉ ET LA BEAUTÉ </a:t>
            </a:r>
          </a:p>
          <a:p>
            <a:pPr>
              <a:defRPr/>
            </a:pPr>
            <a:r>
              <a:rPr lang="fr-FR" smtClean="0"/>
              <a:t>While we seek mirth and beauty 
12-  LA LUMIÈRE DE LA MUSIQUE IL Y A DES OMBRES </a:t>
            </a:r>
          </a:p>
          <a:p>
            <a:pPr>
              <a:defRPr/>
            </a:pPr>
            <a:r>
              <a:rPr lang="fr-FR" smtClean="0"/>
              <a:t>and music light and gay, There are frail forms
13-  DERRIÈRE LA PORTE ET SANS DIRE UN MOT </a:t>
            </a:r>
          </a:p>
          <a:p>
            <a:pPr>
              <a:defRPr/>
            </a:pPr>
            <a:r>
              <a:rPr lang="fr-FR" smtClean="0"/>
              <a:t>fainting at the door Though their voices are silent,
14-  LEURS REGARDS SUPPLIANTS DIRONT </a:t>
            </a:r>
          </a:p>
          <a:p>
            <a:pPr>
              <a:defRPr/>
            </a:pPr>
            <a:r>
              <a:rPr lang="fr-FR" smtClean="0"/>
              <a:t>their pleading looks will say
15-  OH! TEMPS DIFFICILES NE REVENEZ PLUS </a:t>
            </a:r>
          </a:p>
          <a:p>
            <a:pPr>
              <a:defRPr/>
            </a:pPr>
            <a:r>
              <a:rPr lang="fr-FR" smtClean="0"/>
              <a:t>Oh! Hard times come again no more.
</a:t>
            </a:r>
            <a:endParaRPr lang="fr-FR" dirty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ARRÊTONS NOUS SUR LES PLAISIRS DE LA VIE </a:t>
            </a:r>
          </a:p>
          <a:p>
            <a:r>
              <a:rPr lang="fr-FR" altLang="fr-FR" smtClean="0"/>
              <a:t>Let us pause in life's pleasures
2-  POUR COMPTER TOUTES SES LARMES TANDIS QUE NOUS PLEURONS</a:t>
            </a:r>
          </a:p>
          <a:p>
            <a:r>
              <a:rPr lang="fr-FR" altLang="fr-FR" smtClean="0"/>
              <a:t>and count its many tears, While we all sup sorrow  
3-  TOUS AVEC LES PAUVRES IL Y A UN CHANT QUI JOUERA </a:t>
            </a:r>
          </a:p>
          <a:p>
            <a:r>
              <a:rPr lang="fr-FR" altLang="fr-FR" smtClean="0"/>
              <a:t>with the poor. There's a song that will linger 
4-  POUR TOUJOURS À NOS OREILLES</a:t>
            </a:r>
          </a:p>
          <a:p>
            <a:r>
              <a:rPr lang="fr-FR" altLang="fr-FR" smtClean="0"/>
              <a:t>forever in our ears; 
5-  OH! TEMPS DIFFICILES NE REVENEZ PLUS </a:t>
            </a:r>
          </a:p>
          <a:p>
            <a:r>
              <a:rPr lang="fr-FR" altLang="fr-FR" smtClean="0"/>
              <a:t>Oh! Hard times come again no more.</a:t>
            </a:r>
          </a:p>
          <a:p>
            <a:endParaRPr lang="fr-FR" altLang="fr-FR" smtClean="0"/>
          </a:p>
          <a:p>
            <a:r>
              <a:rPr lang="fr-FR" altLang="fr-FR" smtClean="0"/>
              <a:t>	6-  C’EST LE CHANT LE SOUPIR DES ABATTUS </a:t>
            </a:r>
          </a:p>
          <a:p>
            <a:r>
              <a:rPr lang="fr-FR" altLang="fr-FR" smtClean="0"/>
              <a:t>	Tis the song, the sigh of the weary,
	7-  LES TEMPS DIFFICILES LES TEMPS DIFFICILES </a:t>
            </a:r>
          </a:p>
          <a:p>
            <a:r>
              <a:rPr lang="fr-FR" altLang="fr-FR" smtClean="0"/>
              <a:t>	Hard Times, hard times, 
	8-  NE REVENEZ PLUS </a:t>
            </a:r>
          </a:p>
          <a:p>
            <a:r>
              <a:rPr lang="fr-FR" altLang="fr-FR" smtClean="0"/>
              <a:t>	come again no more
	9-  LONGTEMPS VOUS ÊTES RESTÉS PRÈS DE MA PORTE </a:t>
            </a:r>
          </a:p>
          <a:p>
            <a:r>
              <a:rPr lang="fr-FR" altLang="fr-FR" smtClean="0"/>
              <a:t>	Many days you have lingered around my cabin door;
	10-  OH! TEMPS DIFFICILES NE REVENEZ PLUS </a:t>
            </a:r>
          </a:p>
          <a:p>
            <a:r>
              <a:rPr lang="fr-FR" altLang="fr-FR" smtClean="0"/>
              <a:t>	Oh! Hard times come again no more.</a:t>
            </a:r>
          </a:p>
          <a:p>
            <a:endParaRPr lang="fr-FR" altLang="fr-FR" smtClean="0"/>
          </a:p>
          <a:p>
            <a:r>
              <a:rPr lang="fr-FR" altLang="fr-FR" smtClean="0"/>
              <a:t>11-  TANDIS QUE NOUS CHERCHONS LA GAITÉ ET LA BEAUTÉ </a:t>
            </a:r>
          </a:p>
          <a:p>
            <a:r>
              <a:rPr lang="fr-FR" altLang="fr-FR" smtClean="0"/>
              <a:t>While we seek mirth and beauty 
12-  LA LUMIÈRE DE LA MUSIQUE IL Y A DES OMBRES </a:t>
            </a:r>
          </a:p>
          <a:p>
            <a:r>
              <a:rPr lang="fr-FR" altLang="fr-FR" smtClean="0"/>
              <a:t>and music light and gay, There are frail forms
13-  DERRIÈRE LA PORTE ET SANS DIRE UN MOT </a:t>
            </a:r>
          </a:p>
          <a:p>
            <a:r>
              <a:rPr lang="fr-FR" altLang="fr-FR" smtClean="0"/>
              <a:t>fainting at the door Though their voices are silent,
14-  LEURS REGARDS SUPPLIANTS DIRONT </a:t>
            </a:r>
          </a:p>
          <a:p>
            <a:r>
              <a:rPr lang="fr-FR" altLang="fr-FR" smtClean="0"/>
              <a:t>their pleading looks will say
15-  OH! TEMPS DIFFICILES NE REVENEZ PLUS </a:t>
            </a:r>
          </a:p>
          <a:p>
            <a:r>
              <a:rPr lang="fr-FR" altLang="fr-FR" smtClean="0"/>
              <a:t>Oh! Hard times come again no more.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ARRÊTONS NOUS SUR LES PLAISIRS DE LA VIE </a:t>
            </a:r>
          </a:p>
          <a:p>
            <a:pPr>
              <a:defRPr/>
            </a:pPr>
            <a:r>
              <a:rPr lang="fr-FR" smtClean="0"/>
              <a:t>Let us pause in life's pleasures
2-  POUR COMPTER TOUTES SES LARMES TANDIS QUE NOUS PLEURONS</a:t>
            </a:r>
          </a:p>
          <a:p>
            <a:pPr>
              <a:defRPr/>
            </a:pPr>
            <a:r>
              <a:rPr lang="fr-FR" smtClean="0"/>
              <a:t>and count its many tears, While we all sup sorrow  
3-  TOUS AVEC LES PAUVRES IL Y A UN CHANT QUI JOUERA </a:t>
            </a:r>
          </a:p>
          <a:p>
            <a:pPr>
              <a:defRPr/>
            </a:pPr>
            <a:r>
              <a:rPr lang="fr-FR" smtClean="0"/>
              <a:t>with the poor. There's a song that will linger 
4-  POUR TOUJOURS À NOS OREILLES</a:t>
            </a:r>
          </a:p>
          <a:p>
            <a:pPr>
              <a:defRPr/>
            </a:pPr>
            <a:r>
              <a:rPr lang="fr-FR" smtClean="0"/>
              <a:t>forever in our ears; 
5-  OH! TEMPS DIFFICILES NE REVENEZ PLUS </a:t>
            </a:r>
          </a:p>
          <a:p>
            <a:pPr>
              <a:defRPr/>
            </a:pPr>
            <a:r>
              <a:rPr lang="fr-FR" smtClean="0"/>
              <a:t>Oh! Hard times come again no more.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C’EST LE CHANT LE SOUPIR DES ABATTUS </a:t>
            </a:r>
          </a:p>
          <a:p>
            <a:pPr>
              <a:defRPr/>
            </a:pPr>
            <a:r>
              <a:rPr lang="fr-FR" smtClean="0"/>
              <a:t>	Tis the song, the sigh of the weary,
	7-  LES TEMPS DIFFICILES LES TEMPS DIFFICILES </a:t>
            </a:r>
          </a:p>
          <a:p>
            <a:pPr>
              <a:defRPr/>
            </a:pPr>
            <a:r>
              <a:rPr lang="fr-FR" smtClean="0"/>
              <a:t>	Hard Times, hard times, 
	8-  NE REVENEZ PLUS </a:t>
            </a:r>
          </a:p>
          <a:p>
            <a:pPr>
              <a:defRPr/>
            </a:pPr>
            <a:r>
              <a:rPr lang="fr-FR" smtClean="0"/>
              <a:t>	come again no more
	9-  LONGTEMPS VOUS ÊTES RESTÉS PRÈS DE MA PORTE </a:t>
            </a:r>
          </a:p>
          <a:p>
            <a:pPr>
              <a:defRPr/>
            </a:pPr>
            <a:r>
              <a:rPr lang="fr-FR" smtClean="0"/>
              <a:t>	Many days you have lingered around my cabin door;
	10-  OH! TEMPS DIFFICILES NE REVENEZ PLUS </a:t>
            </a:r>
          </a:p>
          <a:p>
            <a:pPr>
              <a:defRPr/>
            </a:pPr>
            <a:r>
              <a:rPr lang="fr-FR" smtClean="0"/>
              <a:t>	Oh! Hard times come again no more.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TANDIS QUE NOUS CHERCHONS LA GAITÉ ET LA BEAUTÉ </a:t>
            </a:r>
          </a:p>
          <a:p>
            <a:pPr>
              <a:defRPr/>
            </a:pPr>
            <a:r>
              <a:rPr lang="fr-FR" smtClean="0"/>
              <a:t>While we seek mirth and beauty 
12-  LA LUMIÈRE DE LA MUSIQUE IL Y A DES OMBRES </a:t>
            </a:r>
          </a:p>
          <a:p>
            <a:pPr>
              <a:defRPr/>
            </a:pPr>
            <a:r>
              <a:rPr lang="fr-FR" smtClean="0"/>
              <a:t>and music light and gay, There are frail forms
13-  DERRIÈRE LA PORTE ET SANS DIRE UN MOT </a:t>
            </a:r>
          </a:p>
          <a:p>
            <a:pPr>
              <a:defRPr/>
            </a:pPr>
            <a:r>
              <a:rPr lang="fr-FR" smtClean="0"/>
              <a:t>fainting at the door Though their voices are silent,
14-  LEURS REGARDS SUPPLIANTS DIRONT </a:t>
            </a:r>
          </a:p>
          <a:p>
            <a:pPr>
              <a:defRPr/>
            </a:pPr>
            <a:r>
              <a:rPr lang="fr-FR" smtClean="0"/>
              <a:t>their pleading looks will say
15-  OH! TEMPS DIFFICILES NE REVENEZ PLUS </a:t>
            </a:r>
          </a:p>
          <a:p>
            <a:pPr>
              <a:defRPr/>
            </a:pPr>
            <a:r>
              <a:rPr lang="fr-FR" smtClean="0"/>
              <a:t>Oh! Hard times come again no more.
</a:t>
            </a:r>
            <a:endParaRPr lang="fr-FR" dirty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ARRÊTONS NOUS SUR LES PLAISIRS DE LA VIE </a:t>
            </a:r>
          </a:p>
          <a:p>
            <a:r>
              <a:rPr lang="fr-FR" altLang="fr-FR" smtClean="0"/>
              <a:t>Let us pause in life's pleasures
2-  POUR COMPTER TOUTES SES LARMES TANDIS QUE NOUS PLEURONS</a:t>
            </a:r>
          </a:p>
          <a:p>
            <a:r>
              <a:rPr lang="fr-FR" altLang="fr-FR" smtClean="0"/>
              <a:t>and count its many tears, While we all sup sorrow  
3-  TOUS AVEC LES PAUVRES IL Y A UN CHANT QUI JOUERA </a:t>
            </a:r>
          </a:p>
          <a:p>
            <a:r>
              <a:rPr lang="fr-FR" altLang="fr-FR" smtClean="0"/>
              <a:t>with the poor. There's a song that will linger 
4-  POUR TOUJOURS À NOS OREILLES</a:t>
            </a:r>
          </a:p>
          <a:p>
            <a:r>
              <a:rPr lang="fr-FR" altLang="fr-FR" smtClean="0"/>
              <a:t>forever in our ears; 
5-  OH! TEMPS DIFFICILES NE REVENEZ PLUS </a:t>
            </a:r>
          </a:p>
          <a:p>
            <a:r>
              <a:rPr lang="fr-FR" altLang="fr-FR" smtClean="0"/>
              <a:t>Oh! Hard times come again no more.</a:t>
            </a:r>
          </a:p>
          <a:p>
            <a:endParaRPr lang="fr-FR" altLang="fr-FR" smtClean="0"/>
          </a:p>
          <a:p>
            <a:r>
              <a:rPr lang="fr-FR" altLang="fr-FR" smtClean="0"/>
              <a:t>	6-  C’EST LE CHANT LE SOUPIR DES ABATTUS </a:t>
            </a:r>
          </a:p>
          <a:p>
            <a:r>
              <a:rPr lang="fr-FR" altLang="fr-FR" smtClean="0"/>
              <a:t>	Tis the song, the sigh of the weary,
	7-  LES TEMPS DIFFICILES LES TEMPS DIFFICILES </a:t>
            </a:r>
          </a:p>
          <a:p>
            <a:r>
              <a:rPr lang="fr-FR" altLang="fr-FR" smtClean="0"/>
              <a:t>	Hard Times, hard times, 
	8-  NE REVENEZ PLUS </a:t>
            </a:r>
          </a:p>
          <a:p>
            <a:r>
              <a:rPr lang="fr-FR" altLang="fr-FR" smtClean="0"/>
              <a:t>	come again no more
	9-  LONGTEMPS VOUS ÊTES RESTÉS PRÈS DE MA PORTE </a:t>
            </a:r>
          </a:p>
          <a:p>
            <a:r>
              <a:rPr lang="fr-FR" altLang="fr-FR" smtClean="0"/>
              <a:t>	Many days you have lingered around my cabin door;
	10-  OH! TEMPS DIFFICILES NE REVENEZ PLUS </a:t>
            </a:r>
          </a:p>
          <a:p>
            <a:r>
              <a:rPr lang="fr-FR" altLang="fr-FR" smtClean="0"/>
              <a:t>	Oh! Hard times come again no more.</a:t>
            </a:r>
          </a:p>
          <a:p>
            <a:endParaRPr lang="fr-FR" altLang="fr-FR" smtClean="0"/>
          </a:p>
          <a:p>
            <a:r>
              <a:rPr lang="fr-FR" altLang="fr-FR" smtClean="0"/>
              <a:t>11-  TANDIS QUE NOUS CHERCHONS LA GAITÉ ET LA BEAUTÉ </a:t>
            </a:r>
          </a:p>
          <a:p>
            <a:r>
              <a:rPr lang="fr-FR" altLang="fr-FR" smtClean="0"/>
              <a:t>While we seek mirth and beauty 
12-  LA LUMIÈRE DE LA MUSIQUE IL Y A DES OMBRES </a:t>
            </a:r>
          </a:p>
          <a:p>
            <a:r>
              <a:rPr lang="fr-FR" altLang="fr-FR" smtClean="0"/>
              <a:t>and music light and gay, There are frail forms
13-  DERRIÈRE LA PORTE ET SANS DIRE UN MOT </a:t>
            </a:r>
          </a:p>
          <a:p>
            <a:r>
              <a:rPr lang="fr-FR" altLang="fr-FR" smtClean="0"/>
              <a:t>fainting at the door Though their voices are silent,
14-  LEURS REGARDS SUPPLIANTS DIRONT </a:t>
            </a:r>
          </a:p>
          <a:p>
            <a:r>
              <a:rPr lang="fr-FR" altLang="fr-FR" smtClean="0"/>
              <a:t>their pleading looks will say
15-  OH! TEMPS DIFFICILES NE REVENEZ PLUS </a:t>
            </a:r>
          </a:p>
          <a:p>
            <a:r>
              <a:rPr lang="fr-FR" altLang="fr-FR" smtClean="0"/>
              <a:t>Oh! Hard times come again no more.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ARRÊTONS NOUS SUR LES PLAISIRS DE LA VIE </a:t>
            </a:r>
          </a:p>
          <a:p>
            <a:pPr>
              <a:defRPr/>
            </a:pPr>
            <a:r>
              <a:rPr lang="fr-FR" smtClean="0"/>
              <a:t>Let us pause in life's pleasures
2-  POUR COMPTER TOUTES SES LARMES TANDIS QUE NOUS PLEURONS</a:t>
            </a:r>
          </a:p>
          <a:p>
            <a:pPr>
              <a:defRPr/>
            </a:pPr>
            <a:r>
              <a:rPr lang="fr-FR" smtClean="0"/>
              <a:t>and count its many tears, While we all sup sorrow  
3-  TOUS AVEC LES PAUVRES IL Y A UN CHANT QUI JOUERA </a:t>
            </a:r>
          </a:p>
          <a:p>
            <a:pPr>
              <a:defRPr/>
            </a:pPr>
            <a:r>
              <a:rPr lang="fr-FR" smtClean="0"/>
              <a:t>with the poor. There's a song that will linger 
4-  POUR TOUJOURS À NOS OREILLES</a:t>
            </a:r>
          </a:p>
          <a:p>
            <a:pPr>
              <a:defRPr/>
            </a:pPr>
            <a:r>
              <a:rPr lang="fr-FR" smtClean="0"/>
              <a:t>forever in our ears; 
5-  OH! TEMPS DIFFICILES NE REVENEZ PLUS </a:t>
            </a:r>
          </a:p>
          <a:p>
            <a:pPr>
              <a:defRPr/>
            </a:pPr>
            <a:r>
              <a:rPr lang="fr-FR" smtClean="0"/>
              <a:t>Oh! Hard times come again no more.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C’EST LE CHANT LE SOUPIR DES ABATTUS </a:t>
            </a:r>
          </a:p>
          <a:p>
            <a:pPr>
              <a:defRPr/>
            </a:pPr>
            <a:r>
              <a:rPr lang="fr-FR" smtClean="0"/>
              <a:t>	Tis the song, the sigh of the weary,
	7-  LES TEMPS DIFFICILES LES TEMPS DIFFICILES </a:t>
            </a:r>
          </a:p>
          <a:p>
            <a:pPr>
              <a:defRPr/>
            </a:pPr>
            <a:r>
              <a:rPr lang="fr-FR" smtClean="0"/>
              <a:t>	Hard Times, hard times, 
	8-  NE REVENEZ PLUS </a:t>
            </a:r>
          </a:p>
          <a:p>
            <a:pPr>
              <a:defRPr/>
            </a:pPr>
            <a:r>
              <a:rPr lang="fr-FR" smtClean="0"/>
              <a:t>	come again no more
	9-  LONGTEMPS VOUS ÊTES RESTÉS PRÈS DE MA PORTE </a:t>
            </a:r>
          </a:p>
          <a:p>
            <a:pPr>
              <a:defRPr/>
            </a:pPr>
            <a:r>
              <a:rPr lang="fr-FR" smtClean="0"/>
              <a:t>	Many days you have lingered around my cabin door;
	10-  OH! TEMPS DIFFICILES NE REVENEZ PLUS </a:t>
            </a:r>
          </a:p>
          <a:p>
            <a:pPr>
              <a:defRPr/>
            </a:pPr>
            <a:r>
              <a:rPr lang="fr-FR" smtClean="0"/>
              <a:t>	Oh! Hard times come again no more.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TANDIS QUE NOUS CHERCHONS LA GAITÉ ET LA BEAUTÉ </a:t>
            </a:r>
          </a:p>
          <a:p>
            <a:pPr>
              <a:defRPr/>
            </a:pPr>
            <a:r>
              <a:rPr lang="fr-FR" smtClean="0"/>
              <a:t>While we seek mirth and beauty 
12-  LA LUMIÈRE DE LA MUSIQUE IL Y A DES OMBRES </a:t>
            </a:r>
          </a:p>
          <a:p>
            <a:pPr>
              <a:defRPr/>
            </a:pPr>
            <a:r>
              <a:rPr lang="fr-FR" smtClean="0"/>
              <a:t>and music light and gay, There are frail forms
13-  DERRIÈRE LA PORTE ET SANS DIRE UN MOT </a:t>
            </a:r>
          </a:p>
          <a:p>
            <a:pPr>
              <a:defRPr/>
            </a:pPr>
            <a:r>
              <a:rPr lang="fr-FR" smtClean="0"/>
              <a:t>fainting at the door Though their voices are silent,
14-  LEURS REGARDS SUPPLIANTS DIRONT </a:t>
            </a:r>
          </a:p>
          <a:p>
            <a:pPr>
              <a:defRPr/>
            </a:pPr>
            <a:r>
              <a:rPr lang="fr-FR" smtClean="0"/>
              <a:t>their pleading looks will say
15-  OH! TEMPS DIFFICILES NE REVENEZ PLUS </a:t>
            </a:r>
          </a:p>
          <a:p>
            <a:pPr>
              <a:defRPr/>
            </a:pPr>
            <a:r>
              <a:rPr lang="fr-FR" smtClean="0"/>
              <a:t>Oh! Hard times come again no more.
</a:t>
            </a:r>
            <a:endParaRPr lang="fr-FR" dirty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ARRÊTONS NOUS SUR LES PLAISIRS DE LA VIE </a:t>
            </a:r>
          </a:p>
          <a:p>
            <a:r>
              <a:rPr lang="fr-FR" altLang="fr-FR" smtClean="0"/>
              <a:t>Let us pause in life's pleasures
2-  POUR COMPTER TOUTES SES LARMES TANDIS QUE NOUS PLEURONS</a:t>
            </a:r>
          </a:p>
          <a:p>
            <a:r>
              <a:rPr lang="fr-FR" altLang="fr-FR" smtClean="0"/>
              <a:t>and count its many tears, While we all sup sorrow  
3-  TOUS AVEC LES PAUVRES IL Y A UN CHANT QUI JOUERA </a:t>
            </a:r>
          </a:p>
          <a:p>
            <a:r>
              <a:rPr lang="fr-FR" altLang="fr-FR" smtClean="0"/>
              <a:t>with the poor. There's a song that will linger 
4-  POUR TOUJOURS À NOS OREILLES</a:t>
            </a:r>
          </a:p>
          <a:p>
            <a:r>
              <a:rPr lang="fr-FR" altLang="fr-FR" smtClean="0"/>
              <a:t>forever in our ears; 
5-  OH! TEMPS DIFFICILES NE REVENEZ PLUS </a:t>
            </a:r>
          </a:p>
          <a:p>
            <a:r>
              <a:rPr lang="fr-FR" altLang="fr-FR" smtClean="0"/>
              <a:t>Oh! Hard times come again no more.</a:t>
            </a:r>
          </a:p>
          <a:p>
            <a:endParaRPr lang="fr-FR" altLang="fr-FR" smtClean="0"/>
          </a:p>
          <a:p>
            <a:r>
              <a:rPr lang="fr-FR" altLang="fr-FR" smtClean="0"/>
              <a:t>	6-  C’EST LE CHANT LE SOUPIR DES ABATTUS </a:t>
            </a:r>
          </a:p>
          <a:p>
            <a:r>
              <a:rPr lang="fr-FR" altLang="fr-FR" smtClean="0"/>
              <a:t>	Tis the song, the sigh of the weary,
	7-  LES TEMPS DIFFICILES LES TEMPS DIFFICILES </a:t>
            </a:r>
          </a:p>
          <a:p>
            <a:r>
              <a:rPr lang="fr-FR" altLang="fr-FR" smtClean="0"/>
              <a:t>	Hard Times, hard times, 
	8-  NE REVENEZ PLUS </a:t>
            </a:r>
          </a:p>
          <a:p>
            <a:r>
              <a:rPr lang="fr-FR" altLang="fr-FR" smtClean="0"/>
              <a:t>	come again no more
	9-  LONGTEMPS VOUS ÊTES RESTÉS PRÈS DE MA PORTE </a:t>
            </a:r>
          </a:p>
          <a:p>
            <a:r>
              <a:rPr lang="fr-FR" altLang="fr-FR" smtClean="0"/>
              <a:t>	Many days you have lingered around my cabin door;
	10-  OH! TEMPS DIFFICILES NE REVENEZ PLUS </a:t>
            </a:r>
          </a:p>
          <a:p>
            <a:r>
              <a:rPr lang="fr-FR" altLang="fr-FR" smtClean="0"/>
              <a:t>	Oh! Hard times come again no more.</a:t>
            </a:r>
          </a:p>
          <a:p>
            <a:endParaRPr lang="fr-FR" altLang="fr-FR" smtClean="0"/>
          </a:p>
          <a:p>
            <a:r>
              <a:rPr lang="fr-FR" altLang="fr-FR" smtClean="0"/>
              <a:t>11-  TANDIS QUE NOUS CHERCHONS LA GAITÉ ET LA BEAUTÉ </a:t>
            </a:r>
          </a:p>
          <a:p>
            <a:r>
              <a:rPr lang="fr-FR" altLang="fr-FR" smtClean="0"/>
              <a:t>While we seek mirth and beauty 
12-  LA LUMIÈRE DE LA MUSIQUE IL Y A DES OMBRES </a:t>
            </a:r>
          </a:p>
          <a:p>
            <a:r>
              <a:rPr lang="fr-FR" altLang="fr-FR" smtClean="0"/>
              <a:t>and music light and gay, There are frail forms
13-  DERRIÈRE LA PORTE ET SANS DIRE UN MOT </a:t>
            </a:r>
          </a:p>
          <a:p>
            <a:r>
              <a:rPr lang="fr-FR" altLang="fr-FR" smtClean="0"/>
              <a:t>fainting at the door Though their voices are silent,
14-  LEURS REGARDS SUPPLIANTS DIRONT </a:t>
            </a:r>
          </a:p>
          <a:p>
            <a:r>
              <a:rPr lang="fr-FR" altLang="fr-FR" smtClean="0"/>
              <a:t>their pleading looks will say
15-  OH! TEMPS DIFFICILES NE REVENEZ PLUS </a:t>
            </a:r>
          </a:p>
          <a:p>
            <a:r>
              <a:rPr lang="fr-FR" altLang="fr-FR" smtClean="0"/>
              <a:t>Oh! Hard times come again no more.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ARRÊTONS NOUS SUR LES PLAISIRS DE LA VIE </a:t>
            </a:r>
          </a:p>
          <a:p>
            <a:pPr>
              <a:defRPr/>
            </a:pPr>
            <a:r>
              <a:rPr lang="fr-FR" smtClean="0"/>
              <a:t>Let us pause in life's pleasures
2-  POUR COMPTER TOUTES SES LARMES TANDIS QUE NOUS PLEURONS</a:t>
            </a:r>
          </a:p>
          <a:p>
            <a:pPr>
              <a:defRPr/>
            </a:pPr>
            <a:r>
              <a:rPr lang="fr-FR" smtClean="0"/>
              <a:t>and count its many tears, While we all sup sorrow  
3-  TOUS AVEC LES PAUVRES IL Y A UN CHANT QUI JOUERA </a:t>
            </a:r>
          </a:p>
          <a:p>
            <a:pPr>
              <a:defRPr/>
            </a:pPr>
            <a:r>
              <a:rPr lang="fr-FR" smtClean="0"/>
              <a:t>with the poor. There's a song that will linger 
4-  POUR TOUJOURS À NOS OREILLES</a:t>
            </a:r>
          </a:p>
          <a:p>
            <a:pPr>
              <a:defRPr/>
            </a:pPr>
            <a:r>
              <a:rPr lang="fr-FR" smtClean="0"/>
              <a:t>forever in our ears; 
5-  OH! TEMPS DIFFICILES NE REVENEZ PLUS </a:t>
            </a:r>
          </a:p>
          <a:p>
            <a:pPr>
              <a:defRPr/>
            </a:pPr>
            <a:r>
              <a:rPr lang="fr-FR" smtClean="0"/>
              <a:t>Oh! Hard times come again no more.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C’EST LE CHANT LE SOUPIR DES ABATTUS </a:t>
            </a:r>
          </a:p>
          <a:p>
            <a:pPr>
              <a:defRPr/>
            </a:pPr>
            <a:r>
              <a:rPr lang="fr-FR" smtClean="0"/>
              <a:t>	Tis the song, the sigh of the weary,
	7-  LES TEMPS DIFFICILES LES TEMPS DIFFICILES </a:t>
            </a:r>
          </a:p>
          <a:p>
            <a:pPr>
              <a:defRPr/>
            </a:pPr>
            <a:r>
              <a:rPr lang="fr-FR" smtClean="0"/>
              <a:t>	Hard Times, hard times, 
	8-  NE REVENEZ PLUS </a:t>
            </a:r>
          </a:p>
          <a:p>
            <a:pPr>
              <a:defRPr/>
            </a:pPr>
            <a:r>
              <a:rPr lang="fr-FR" smtClean="0"/>
              <a:t>	come again no more
	9-  LONGTEMPS VOUS ÊTES RESTÉS PRÈS DE MA PORTE </a:t>
            </a:r>
          </a:p>
          <a:p>
            <a:pPr>
              <a:defRPr/>
            </a:pPr>
            <a:r>
              <a:rPr lang="fr-FR" smtClean="0"/>
              <a:t>	Many days you have lingered around my cabin door;
	10-  OH! TEMPS DIFFICILES NE REVENEZ PLUS </a:t>
            </a:r>
          </a:p>
          <a:p>
            <a:pPr>
              <a:defRPr/>
            </a:pPr>
            <a:r>
              <a:rPr lang="fr-FR" smtClean="0"/>
              <a:t>	Oh! Hard times come again no more.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TANDIS QUE NOUS CHERCHONS LA GAITÉ ET LA BEAUTÉ </a:t>
            </a:r>
          </a:p>
          <a:p>
            <a:pPr>
              <a:defRPr/>
            </a:pPr>
            <a:r>
              <a:rPr lang="fr-FR" smtClean="0"/>
              <a:t>While we seek mirth and beauty 
12-  LA LUMIÈRE DE LA MUSIQUE IL Y A DES OMBRES </a:t>
            </a:r>
          </a:p>
          <a:p>
            <a:pPr>
              <a:defRPr/>
            </a:pPr>
            <a:r>
              <a:rPr lang="fr-FR" smtClean="0"/>
              <a:t>and music light and gay, There are frail forms
13-  DERRIÈRE LA PORTE ET SANS DIRE UN MOT </a:t>
            </a:r>
          </a:p>
          <a:p>
            <a:pPr>
              <a:defRPr/>
            </a:pPr>
            <a:r>
              <a:rPr lang="fr-FR" smtClean="0"/>
              <a:t>fainting at the door Though their voices are silent,
14-  LEURS REGARDS SUPPLIANTS DIRONT </a:t>
            </a:r>
          </a:p>
          <a:p>
            <a:pPr>
              <a:defRPr/>
            </a:pPr>
            <a:r>
              <a:rPr lang="fr-FR" smtClean="0"/>
              <a:t>their pleading looks will say
15-  OH! TEMPS DIFFICILES NE REVENEZ PLUS </a:t>
            </a:r>
          </a:p>
          <a:p>
            <a:pPr>
              <a:defRPr/>
            </a:pPr>
            <a:r>
              <a:rPr lang="fr-FR" smtClean="0"/>
              <a:t>Oh! Hard times come again no more.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ARRÊTONS NOUS SUR LES PLAISIRS DE LA VIE </a:t>
            </a:r>
          </a:p>
          <a:p>
            <a:r>
              <a:rPr lang="fr-FR" altLang="fr-FR" smtClean="0"/>
              <a:t>Let us pause in life's pleasures
2-  POUR COMPTER TOUTES SES LARMES TANDIS QUE NOUS PLEURONS</a:t>
            </a:r>
          </a:p>
          <a:p>
            <a:r>
              <a:rPr lang="fr-FR" altLang="fr-FR" smtClean="0"/>
              <a:t>and count its many tears, While we all sup sorrow  
3-  TOUS AVEC LES PAUVRES IL Y A UN CHANT QUI JOUERA </a:t>
            </a:r>
          </a:p>
          <a:p>
            <a:r>
              <a:rPr lang="fr-FR" altLang="fr-FR" smtClean="0"/>
              <a:t>with the poor. There's a song that will linger 
4-  POUR TOUJOURS À NOS OREILLES</a:t>
            </a:r>
          </a:p>
          <a:p>
            <a:r>
              <a:rPr lang="fr-FR" altLang="fr-FR" smtClean="0"/>
              <a:t>forever in our ears; 
5-  OH! TEMPS DIFFICILES NE REVENEZ PLUS </a:t>
            </a:r>
          </a:p>
          <a:p>
            <a:r>
              <a:rPr lang="fr-FR" altLang="fr-FR" smtClean="0"/>
              <a:t>Oh! Hard times come again no more.</a:t>
            </a:r>
          </a:p>
          <a:p>
            <a:endParaRPr lang="fr-FR" altLang="fr-FR" smtClean="0"/>
          </a:p>
          <a:p>
            <a:r>
              <a:rPr lang="fr-FR" altLang="fr-FR" smtClean="0"/>
              <a:t>	6-  C’EST LE CHANT LE SOUPIR DES ABATTUS </a:t>
            </a:r>
          </a:p>
          <a:p>
            <a:r>
              <a:rPr lang="fr-FR" altLang="fr-FR" smtClean="0"/>
              <a:t>	Tis the song, the sigh of the weary,
	7-  LES TEMPS DIFFICILES LES TEMPS DIFFICILES </a:t>
            </a:r>
          </a:p>
          <a:p>
            <a:r>
              <a:rPr lang="fr-FR" altLang="fr-FR" smtClean="0"/>
              <a:t>	Hard Times, hard times, 
	8-  NE REVENEZ PLUS </a:t>
            </a:r>
          </a:p>
          <a:p>
            <a:r>
              <a:rPr lang="fr-FR" altLang="fr-FR" smtClean="0"/>
              <a:t>	come again no more
	9-  LONGTEMPS VOUS ÊTES RESTÉS PRÈS DE MA PORTE </a:t>
            </a:r>
          </a:p>
          <a:p>
            <a:r>
              <a:rPr lang="fr-FR" altLang="fr-FR" smtClean="0"/>
              <a:t>	Many days you have lingered around my cabin door;
	10-  OH! TEMPS DIFFICILES NE REVENEZ PLUS </a:t>
            </a:r>
          </a:p>
          <a:p>
            <a:r>
              <a:rPr lang="fr-FR" altLang="fr-FR" smtClean="0"/>
              <a:t>	Oh! Hard times come again no more.</a:t>
            </a:r>
          </a:p>
          <a:p>
            <a:endParaRPr lang="fr-FR" altLang="fr-FR" smtClean="0"/>
          </a:p>
          <a:p>
            <a:r>
              <a:rPr lang="fr-FR" altLang="fr-FR" smtClean="0"/>
              <a:t>11-  TANDIS QUE NOUS CHERCHONS LA GAITÉ ET LA BEAUTÉ </a:t>
            </a:r>
          </a:p>
          <a:p>
            <a:r>
              <a:rPr lang="fr-FR" altLang="fr-FR" smtClean="0"/>
              <a:t>While we seek mirth and beauty 
12-  LA LUMIÈRE DE LA MUSIQUE IL Y A DES OMBRES </a:t>
            </a:r>
          </a:p>
          <a:p>
            <a:r>
              <a:rPr lang="fr-FR" altLang="fr-FR" smtClean="0"/>
              <a:t>and music light and gay, There are frail forms
13-  DERRIÈRE LA PORTE ET SANS DIRE UN MOT </a:t>
            </a:r>
          </a:p>
          <a:p>
            <a:r>
              <a:rPr lang="fr-FR" altLang="fr-FR" smtClean="0"/>
              <a:t>fainting at the door Though their voices are silent,
14-  LEURS REGARDS SUPPLIANTS DIRONT </a:t>
            </a:r>
          </a:p>
          <a:p>
            <a:r>
              <a:rPr lang="fr-FR" altLang="fr-FR" smtClean="0"/>
              <a:t>their pleading looks will say
15-  OH! TEMPS DIFFICILES NE REVENEZ PLUS </a:t>
            </a:r>
          </a:p>
          <a:p>
            <a:r>
              <a:rPr lang="fr-FR" altLang="fr-FR" smtClean="0"/>
              <a:t>Oh! Hard times come again no more.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ARRÊTONS NOUS SUR LES PLAISIRS DE LA VIE </a:t>
            </a:r>
          </a:p>
          <a:p>
            <a:pPr>
              <a:defRPr/>
            </a:pPr>
            <a:r>
              <a:rPr lang="fr-FR" smtClean="0"/>
              <a:t>Let us pause in life's pleasures
2-  POUR COMPTER TOUTES SES LARMES TANDIS QUE NOUS PLEURONS</a:t>
            </a:r>
          </a:p>
          <a:p>
            <a:pPr>
              <a:defRPr/>
            </a:pPr>
            <a:r>
              <a:rPr lang="fr-FR" smtClean="0"/>
              <a:t>and count its many tears, While we all sup sorrow  
3-  TOUS AVEC LES PAUVRES IL Y A UN CHANT QUI JOUERA </a:t>
            </a:r>
          </a:p>
          <a:p>
            <a:pPr>
              <a:defRPr/>
            </a:pPr>
            <a:r>
              <a:rPr lang="fr-FR" smtClean="0"/>
              <a:t>with the poor. There's a song that will linger 
4-  POUR TOUJOURS À NOS OREILLES</a:t>
            </a:r>
          </a:p>
          <a:p>
            <a:pPr>
              <a:defRPr/>
            </a:pPr>
            <a:r>
              <a:rPr lang="fr-FR" smtClean="0"/>
              <a:t>forever in our ears; 
5-  OH! TEMPS DIFFICILES NE REVENEZ PLUS </a:t>
            </a:r>
          </a:p>
          <a:p>
            <a:pPr>
              <a:defRPr/>
            </a:pPr>
            <a:r>
              <a:rPr lang="fr-FR" smtClean="0"/>
              <a:t>Oh! Hard times come again no more.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C’EST LE CHANT LE SOUPIR DES ABATTUS </a:t>
            </a:r>
          </a:p>
          <a:p>
            <a:pPr>
              <a:defRPr/>
            </a:pPr>
            <a:r>
              <a:rPr lang="fr-FR" smtClean="0"/>
              <a:t>	Tis the song, the sigh of the weary,
	7-  LES TEMPS DIFFICILES LES TEMPS DIFFICILES </a:t>
            </a:r>
          </a:p>
          <a:p>
            <a:pPr>
              <a:defRPr/>
            </a:pPr>
            <a:r>
              <a:rPr lang="fr-FR" smtClean="0"/>
              <a:t>	Hard Times, hard times, 
	8-  NE REVENEZ PLUS </a:t>
            </a:r>
          </a:p>
          <a:p>
            <a:pPr>
              <a:defRPr/>
            </a:pPr>
            <a:r>
              <a:rPr lang="fr-FR" smtClean="0"/>
              <a:t>	come again no more
	9-  LONGTEMPS VOUS ÊTES RESTÉS PRÈS DE MA PORTE </a:t>
            </a:r>
          </a:p>
          <a:p>
            <a:pPr>
              <a:defRPr/>
            </a:pPr>
            <a:r>
              <a:rPr lang="fr-FR" smtClean="0"/>
              <a:t>	Many days you have lingered around my cabin door;
	10-  OH! TEMPS DIFFICILES NE REVENEZ PLUS </a:t>
            </a:r>
          </a:p>
          <a:p>
            <a:pPr>
              <a:defRPr/>
            </a:pPr>
            <a:r>
              <a:rPr lang="fr-FR" smtClean="0"/>
              <a:t>	Oh! Hard times come again no more.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TANDIS QUE NOUS CHERCHONS LA GAITÉ ET LA BEAUTÉ </a:t>
            </a:r>
          </a:p>
          <a:p>
            <a:pPr>
              <a:defRPr/>
            </a:pPr>
            <a:r>
              <a:rPr lang="fr-FR" smtClean="0"/>
              <a:t>While we seek mirth and beauty 
12-  LA LUMIÈRE DE LA MUSIQUE IL Y A DES OMBRES </a:t>
            </a:r>
          </a:p>
          <a:p>
            <a:pPr>
              <a:defRPr/>
            </a:pPr>
            <a:r>
              <a:rPr lang="fr-FR" smtClean="0"/>
              <a:t>and music light and gay, There are frail forms
13-  DERRIÈRE LA PORTE ET SANS DIRE UN MOT </a:t>
            </a:r>
          </a:p>
          <a:p>
            <a:pPr>
              <a:defRPr/>
            </a:pPr>
            <a:r>
              <a:rPr lang="fr-FR" smtClean="0"/>
              <a:t>fainting at the door Though their voices are silent,
14-  LEURS REGARDS SUPPLIANTS DIRONT </a:t>
            </a:r>
          </a:p>
          <a:p>
            <a:pPr>
              <a:defRPr/>
            </a:pPr>
            <a:r>
              <a:rPr lang="fr-FR" smtClean="0"/>
              <a:t>their pleading looks will say
15-  OH! TEMPS DIFFICILES NE REVENEZ PLUS </a:t>
            </a:r>
          </a:p>
          <a:p>
            <a:pPr>
              <a:defRPr/>
            </a:pPr>
            <a:r>
              <a:rPr lang="fr-FR" smtClean="0"/>
              <a:t>Oh! Hard times come again no more.
</a:t>
            </a:r>
            <a:endParaRPr lang="fr-FR" dirty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ARRÊTONS NOUS SUR LES PLAISIRS DE LA VIE </a:t>
            </a:r>
          </a:p>
          <a:p>
            <a:r>
              <a:rPr lang="fr-FR" altLang="fr-FR" smtClean="0"/>
              <a:t>Let us pause in life's pleasures
2-  POUR COMPTER TOUTES SES LARMES TANDIS QUE NOUS PLEURONS</a:t>
            </a:r>
          </a:p>
          <a:p>
            <a:r>
              <a:rPr lang="fr-FR" altLang="fr-FR" smtClean="0"/>
              <a:t>and count its many tears, While we all sup sorrow  
3-  TOUS AVEC LES PAUVRES IL Y A UN CHANT QUI JOUERA </a:t>
            </a:r>
          </a:p>
          <a:p>
            <a:r>
              <a:rPr lang="fr-FR" altLang="fr-FR" smtClean="0"/>
              <a:t>with the poor. There's a song that will linger 
4-  POUR TOUJOURS À NOS OREILLES</a:t>
            </a:r>
          </a:p>
          <a:p>
            <a:r>
              <a:rPr lang="fr-FR" altLang="fr-FR" smtClean="0"/>
              <a:t>forever in our ears; 
5-  OH! TEMPS DIFFICILES NE REVENEZ PLUS </a:t>
            </a:r>
          </a:p>
          <a:p>
            <a:r>
              <a:rPr lang="fr-FR" altLang="fr-FR" smtClean="0"/>
              <a:t>Oh! Hard times come again no more.</a:t>
            </a:r>
          </a:p>
          <a:p>
            <a:endParaRPr lang="fr-FR" altLang="fr-FR" smtClean="0"/>
          </a:p>
          <a:p>
            <a:r>
              <a:rPr lang="fr-FR" altLang="fr-FR" smtClean="0"/>
              <a:t>	6-  C’EST LE CHANT LE SOUPIR DES ABATTUS </a:t>
            </a:r>
          </a:p>
          <a:p>
            <a:r>
              <a:rPr lang="fr-FR" altLang="fr-FR" smtClean="0"/>
              <a:t>	Tis the song, the sigh of the weary,
	7-  LES TEMPS DIFFICILES LES TEMPS DIFFICILES </a:t>
            </a:r>
          </a:p>
          <a:p>
            <a:r>
              <a:rPr lang="fr-FR" altLang="fr-FR" smtClean="0"/>
              <a:t>	Hard Times, hard times, 
	8-  NE REVENEZ PLUS </a:t>
            </a:r>
          </a:p>
          <a:p>
            <a:r>
              <a:rPr lang="fr-FR" altLang="fr-FR" smtClean="0"/>
              <a:t>	come again no more
	9-  LONGTEMPS VOUS ÊTES RESTÉS PRÈS DE MA PORTE </a:t>
            </a:r>
          </a:p>
          <a:p>
            <a:r>
              <a:rPr lang="fr-FR" altLang="fr-FR" smtClean="0"/>
              <a:t>	Many days you have lingered around my cabin door;
	10-  OH! TEMPS DIFFICILES NE REVENEZ PLUS </a:t>
            </a:r>
          </a:p>
          <a:p>
            <a:r>
              <a:rPr lang="fr-FR" altLang="fr-FR" smtClean="0"/>
              <a:t>	Oh! Hard times come again no more.</a:t>
            </a:r>
          </a:p>
          <a:p>
            <a:endParaRPr lang="fr-FR" altLang="fr-FR" smtClean="0"/>
          </a:p>
          <a:p>
            <a:r>
              <a:rPr lang="fr-FR" altLang="fr-FR" smtClean="0"/>
              <a:t>11-  TANDIS QUE NOUS CHERCHONS LA GAITÉ ET LA BEAUTÉ </a:t>
            </a:r>
          </a:p>
          <a:p>
            <a:r>
              <a:rPr lang="fr-FR" altLang="fr-FR" smtClean="0"/>
              <a:t>While we seek mirth and beauty 
12-  LA LUMIÈRE DE LA MUSIQUE IL Y A DES OMBRES </a:t>
            </a:r>
          </a:p>
          <a:p>
            <a:r>
              <a:rPr lang="fr-FR" altLang="fr-FR" smtClean="0"/>
              <a:t>and music light and gay, There are frail forms
13-  DERRIÈRE LA PORTE ET SANS DIRE UN MOT </a:t>
            </a:r>
          </a:p>
          <a:p>
            <a:r>
              <a:rPr lang="fr-FR" altLang="fr-FR" smtClean="0"/>
              <a:t>fainting at the door Though their voices are silent,
14-  LEURS REGARDS SUPPLIANTS DIRONT </a:t>
            </a:r>
          </a:p>
          <a:p>
            <a:r>
              <a:rPr lang="fr-FR" altLang="fr-FR" smtClean="0"/>
              <a:t>their pleading looks will say
15-  OH! TEMPS DIFFICILES NE REVENEZ PLUS </a:t>
            </a:r>
          </a:p>
          <a:p>
            <a:r>
              <a:rPr lang="fr-FR" altLang="fr-FR" smtClean="0"/>
              <a:t>Oh! Hard times come again no more.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ARRÊTONS NOUS SUR LES PLAISIRS DE LA VIE </a:t>
            </a:r>
          </a:p>
          <a:p>
            <a:pPr>
              <a:defRPr/>
            </a:pPr>
            <a:r>
              <a:rPr lang="fr-FR" smtClean="0"/>
              <a:t>Let us pause in life's pleasures
2-  POUR COMPTER TOUTES SES LARMES TANDIS QUE NOUS PLEURONS</a:t>
            </a:r>
          </a:p>
          <a:p>
            <a:pPr>
              <a:defRPr/>
            </a:pPr>
            <a:r>
              <a:rPr lang="fr-FR" smtClean="0"/>
              <a:t>and count its many tears, While we all sup sorrow  
3-  TOUS AVEC LES PAUVRES IL Y A UN CHANT QUI JOUERA </a:t>
            </a:r>
          </a:p>
          <a:p>
            <a:pPr>
              <a:defRPr/>
            </a:pPr>
            <a:r>
              <a:rPr lang="fr-FR" smtClean="0"/>
              <a:t>with the poor. There's a song that will linger 
4-  POUR TOUJOURS À NOS OREILLES</a:t>
            </a:r>
          </a:p>
          <a:p>
            <a:pPr>
              <a:defRPr/>
            </a:pPr>
            <a:r>
              <a:rPr lang="fr-FR" smtClean="0"/>
              <a:t>forever in our ears; 
5-  OH! TEMPS DIFFICILES NE REVENEZ PLUS </a:t>
            </a:r>
          </a:p>
          <a:p>
            <a:pPr>
              <a:defRPr/>
            </a:pPr>
            <a:r>
              <a:rPr lang="fr-FR" smtClean="0"/>
              <a:t>Oh! Hard times come again no more.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C’EST LE CHANT LE SOUPIR DES ABATTUS </a:t>
            </a:r>
          </a:p>
          <a:p>
            <a:pPr>
              <a:defRPr/>
            </a:pPr>
            <a:r>
              <a:rPr lang="fr-FR" smtClean="0"/>
              <a:t>	Tis the song, the sigh of the weary,
	7-  LES TEMPS DIFFICILES LES TEMPS DIFFICILES </a:t>
            </a:r>
          </a:p>
          <a:p>
            <a:pPr>
              <a:defRPr/>
            </a:pPr>
            <a:r>
              <a:rPr lang="fr-FR" smtClean="0"/>
              <a:t>	Hard Times, hard times, 
	8-  NE REVENEZ PLUS </a:t>
            </a:r>
          </a:p>
          <a:p>
            <a:pPr>
              <a:defRPr/>
            </a:pPr>
            <a:r>
              <a:rPr lang="fr-FR" smtClean="0"/>
              <a:t>	come again no more
	9-  LONGTEMPS VOUS ÊTES RESTÉS PRÈS DE MA PORTE </a:t>
            </a:r>
          </a:p>
          <a:p>
            <a:pPr>
              <a:defRPr/>
            </a:pPr>
            <a:r>
              <a:rPr lang="fr-FR" smtClean="0"/>
              <a:t>	Many days you have lingered around my cabin door;
	10-  OH! TEMPS DIFFICILES NE REVENEZ PLUS </a:t>
            </a:r>
          </a:p>
          <a:p>
            <a:pPr>
              <a:defRPr/>
            </a:pPr>
            <a:r>
              <a:rPr lang="fr-FR" smtClean="0"/>
              <a:t>	Oh! Hard times come again no more.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TANDIS QUE NOUS CHERCHONS LA GAITÉ ET LA BEAUTÉ </a:t>
            </a:r>
          </a:p>
          <a:p>
            <a:pPr>
              <a:defRPr/>
            </a:pPr>
            <a:r>
              <a:rPr lang="fr-FR" smtClean="0"/>
              <a:t>While we seek mirth and beauty 
12-  LA LUMIÈRE DE LA MUSIQUE IL Y A DES OMBRES </a:t>
            </a:r>
          </a:p>
          <a:p>
            <a:pPr>
              <a:defRPr/>
            </a:pPr>
            <a:r>
              <a:rPr lang="fr-FR" smtClean="0"/>
              <a:t>and music light and gay, There are frail forms
13-  DERRIÈRE LA PORTE ET SANS DIRE UN MOT </a:t>
            </a:r>
          </a:p>
          <a:p>
            <a:pPr>
              <a:defRPr/>
            </a:pPr>
            <a:r>
              <a:rPr lang="fr-FR" smtClean="0"/>
              <a:t>fainting at the door Though their voices are silent,
14-  LEURS REGARDS SUPPLIANTS DIRONT </a:t>
            </a:r>
          </a:p>
          <a:p>
            <a:pPr>
              <a:defRPr/>
            </a:pPr>
            <a:r>
              <a:rPr lang="fr-FR" smtClean="0"/>
              <a:t>their pleading looks will say
15-  OH! TEMPS DIFFICILES NE REVENEZ PLUS </a:t>
            </a:r>
          </a:p>
          <a:p>
            <a:pPr>
              <a:defRPr/>
            </a:pPr>
            <a:r>
              <a:rPr lang="fr-FR" smtClean="0"/>
              <a:t>Oh! Hard times come again no more.
</a:t>
            </a:r>
            <a:endParaRPr lang="fr-FR" dirty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ARRÊTONS NOUS SUR LES PLAISIRS DE LA VIE </a:t>
            </a:r>
          </a:p>
          <a:p>
            <a:r>
              <a:rPr lang="fr-FR" altLang="fr-FR" smtClean="0"/>
              <a:t>Let us pause in life's pleasures
2-  POUR COMPTER TOUTES SES LARMES TANDIS QUE NOUS PLEURONS</a:t>
            </a:r>
          </a:p>
          <a:p>
            <a:r>
              <a:rPr lang="fr-FR" altLang="fr-FR" smtClean="0"/>
              <a:t>and count its many tears, While we all sup sorrow  
3-  TOUS AVEC LES PAUVRES IL Y A UN CHANT QUI JOUERA </a:t>
            </a:r>
          </a:p>
          <a:p>
            <a:r>
              <a:rPr lang="fr-FR" altLang="fr-FR" smtClean="0"/>
              <a:t>with the poor. There's a song that will linger 
4-  POUR TOUJOURS À NOS OREILLES</a:t>
            </a:r>
          </a:p>
          <a:p>
            <a:r>
              <a:rPr lang="fr-FR" altLang="fr-FR" smtClean="0"/>
              <a:t>forever in our ears; 
5-  OH! TEMPS DIFFICILES NE REVENEZ PLUS </a:t>
            </a:r>
          </a:p>
          <a:p>
            <a:r>
              <a:rPr lang="fr-FR" altLang="fr-FR" smtClean="0"/>
              <a:t>Oh! Hard times come again no more.</a:t>
            </a:r>
          </a:p>
          <a:p>
            <a:endParaRPr lang="fr-FR" altLang="fr-FR" smtClean="0"/>
          </a:p>
          <a:p>
            <a:r>
              <a:rPr lang="fr-FR" altLang="fr-FR" smtClean="0"/>
              <a:t>	6-  C’EST LE CHANT LE SOUPIR DES ABATTUS </a:t>
            </a:r>
          </a:p>
          <a:p>
            <a:r>
              <a:rPr lang="fr-FR" altLang="fr-FR" smtClean="0"/>
              <a:t>	Tis the song, the sigh of the weary,
	7-  LES TEMPS DIFFICILES LES TEMPS DIFFICILES </a:t>
            </a:r>
          </a:p>
          <a:p>
            <a:r>
              <a:rPr lang="fr-FR" altLang="fr-FR" smtClean="0"/>
              <a:t>	Hard Times, hard times, 
	8-  NE REVENEZ PLUS </a:t>
            </a:r>
          </a:p>
          <a:p>
            <a:r>
              <a:rPr lang="fr-FR" altLang="fr-FR" smtClean="0"/>
              <a:t>	come again no more
	9-  LONGTEMPS VOUS ÊTES RESTÉS PRÈS DE MA PORTE </a:t>
            </a:r>
          </a:p>
          <a:p>
            <a:r>
              <a:rPr lang="fr-FR" altLang="fr-FR" smtClean="0"/>
              <a:t>	Many days you have lingered around my cabin door;
	10-  OH! TEMPS DIFFICILES NE REVENEZ PLUS </a:t>
            </a:r>
          </a:p>
          <a:p>
            <a:r>
              <a:rPr lang="fr-FR" altLang="fr-FR" smtClean="0"/>
              <a:t>	Oh! Hard times come again no more.</a:t>
            </a:r>
          </a:p>
          <a:p>
            <a:endParaRPr lang="fr-FR" altLang="fr-FR" smtClean="0"/>
          </a:p>
          <a:p>
            <a:r>
              <a:rPr lang="fr-FR" altLang="fr-FR" smtClean="0"/>
              <a:t>11-  TANDIS QUE NOUS CHERCHONS LA GAITÉ ET LA BEAUTÉ </a:t>
            </a:r>
          </a:p>
          <a:p>
            <a:r>
              <a:rPr lang="fr-FR" altLang="fr-FR" smtClean="0"/>
              <a:t>While we seek mirth and beauty 
12-  LA LUMIÈRE DE LA MUSIQUE IL Y A DES OMBRES </a:t>
            </a:r>
          </a:p>
          <a:p>
            <a:r>
              <a:rPr lang="fr-FR" altLang="fr-FR" smtClean="0"/>
              <a:t>and music light and gay, There are frail forms
13-  DERRIÈRE LA PORTE ET SANS DIRE UN MOT </a:t>
            </a:r>
          </a:p>
          <a:p>
            <a:r>
              <a:rPr lang="fr-FR" altLang="fr-FR" smtClean="0"/>
              <a:t>fainting at the door Though their voices are silent,
14-  LEURS REGARDS SUPPLIANTS DIRONT </a:t>
            </a:r>
          </a:p>
          <a:p>
            <a:r>
              <a:rPr lang="fr-FR" altLang="fr-FR" smtClean="0"/>
              <a:t>their pleading looks will say
15-  OH! TEMPS DIFFICILES NE REVENEZ PLUS </a:t>
            </a:r>
          </a:p>
          <a:p>
            <a:r>
              <a:rPr lang="fr-FR" altLang="fr-FR" smtClean="0"/>
              <a:t>Oh! Hard times come again no more.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ARRÊTONS NOUS SUR LES PLAISIRS DE LA VIE </a:t>
            </a:r>
          </a:p>
          <a:p>
            <a:pPr>
              <a:defRPr/>
            </a:pPr>
            <a:r>
              <a:rPr lang="fr-FR" smtClean="0"/>
              <a:t>Let us pause in life's pleasures
2-  POUR COMPTER TOUTES SES LARMES TANDIS QUE NOUS PLEURONS</a:t>
            </a:r>
          </a:p>
          <a:p>
            <a:pPr>
              <a:defRPr/>
            </a:pPr>
            <a:r>
              <a:rPr lang="fr-FR" smtClean="0"/>
              <a:t>and count its many tears, While we all sup sorrow  
3-  TOUS AVEC LES PAUVRES IL Y A UN CHANT QUI JOUERA </a:t>
            </a:r>
          </a:p>
          <a:p>
            <a:pPr>
              <a:defRPr/>
            </a:pPr>
            <a:r>
              <a:rPr lang="fr-FR" smtClean="0"/>
              <a:t>with the poor. There's a song that will linger 
4-  POUR TOUJOURS À NOS OREILLES</a:t>
            </a:r>
          </a:p>
          <a:p>
            <a:pPr>
              <a:defRPr/>
            </a:pPr>
            <a:r>
              <a:rPr lang="fr-FR" smtClean="0"/>
              <a:t>forever in our ears; 
5-  OH! TEMPS DIFFICILES NE REVENEZ PLUS </a:t>
            </a:r>
          </a:p>
          <a:p>
            <a:pPr>
              <a:defRPr/>
            </a:pPr>
            <a:r>
              <a:rPr lang="fr-FR" smtClean="0"/>
              <a:t>Oh! Hard times come again no more.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C’EST LE CHANT LE SOUPIR DES ABATTUS </a:t>
            </a:r>
          </a:p>
          <a:p>
            <a:pPr>
              <a:defRPr/>
            </a:pPr>
            <a:r>
              <a:rPr lang="fr-FR" smtClean="0"/>
              <a:t>	Tis the song, the sigh of the weary,
	7-  LES TEMPS DIFFICILES LES TEMPS DIFFICILES </a:t>
            </a:r>
          </a:p>
          <a:p>
            <a:pPr>
              <a:defRPr/>
            </a:pPr>
            <a:r>
              <a:rPr lang="fr-FR" smtClean="0"/>
              <a:t>	Hard Times, hard times, 
	8-  NE REVENEZ PLUS </a:t>
            </a:r>
          </a:p>
          <a:p>
            <a:pPr>
              <a:defRPr/>
            </a:pPr>
            <a:r>
              <a:rPr lang="fr-FR" smtClean="0"/>
              <a:t>	come again no more
	9-  LONGTEMPS VOUS ÊTES RESTÉS PRÈS DE MA PORTE </a:t>
            </a:r>
          </a:p>
          <a:p>
            <a:pPr>
              <a:defRPr/>
            </a:pPr>
            <a:r>
              <a:rPr lang="fr-FR" smtClean="0"/>
              <a:t>	Many days you have lingered around my cabin door;
	10-  OH! TEMPS DIFFICILES NE REVENEZ PLUS </a:t>
            </a:r>
          </a:p>
          <a:p>
            <a:pPr>
              <a:defRPr/>
            </a:pPr>
            <a:r>
              <a:rPr lang="fr-FR" smtClean="0"/>
              <a:t>	Oh! Hard times come again no more.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TANDIS QUE NOUS CHERCHONS LA GAITÉ ET LA BEAUTÉ </a:t>
            </a:r>
          </a:p>
          <a:p>
            <a:pPr>
              <a:defRPr/>
            </a:pPr>
            <a:r>
              <a:rPr lang="fr-FR" smtClean="0"/>
              <a:t>While we seek mirth and beauty 
12-  LA LUMIÈRE DE LA MUSIQUE IL Y A DES OMBRES </a:t>
            </a:r>
          </a:p>
          <a:p>
            <a:pPr>
              <a:defRPr/>
            </a:pPr>
            <a:r>
              <a:rPr lang="fr-FR" smtClean="0"/>
              <a:t>and music light and gay, There are frail forms
13-  DERRIÈRE LA PORTE ET SANS DIRE UN MOT </a:t>
            </a:r>
          </a:p>
          <a:p>
            <a:pPr>
              <a:defRPr/>
            </a:pPr>
            <a:r>
              <a:rPr lang="fr-FR" smtClean="0"/>
              <a:t>fainting at the door Though their voices are silent,
14-  LEURS REGARDS SUPPLIANTS DIRONT </a:t>
            </a:r>
          </a:p>
          <a:p>
            <a:pPr>
              <a:defRPr/>
            </a:pPr>
            <a:r>
              <a:rPr lang="fr-FR" smtClean="0"/>
              <a:t>their pleading looks will say
15-  OH! TEMPS DIFFICILES NE REVENEZ PLUS </a:t>
            </a:r>
          </a:p>
          <a:p>
            <a:pPr>
              <a:defRPr/>
            </a:pPr>
            <a:r>
              <a:rPr lang="fr-FR" smtClean="0"/>
              <a:t>Oh! Hard times come again no more.
</a:t>
            </a:r>
            <a:endParaRPr lang="fr-FR" dirty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ARRÊTONS NOUS SUR LES PLAISIRS DE LA VIE </a:t>
            </a:r>
          </a:p>
          <a:p>
            <a:r>
              <a:rPr lang="fr-FR" altLang="fr-FR" smtClean="0"/>
              <a:t>Let us pause in life's pleasures
2-  POUR COMPTER TOUTES SES LARMES TANDIS QUE NOUS PLEURONS</a:t>
            </a:r>
          </a:p>
          <a:p>
            <a:r>
              <a:rPr lang="fr-FR" altLang="fr-FR" smtClean="0"/>
              <a:t>and count its many tears, While we all sup sorrow  
3-  TOUS AVEC LES PAUVRES IL Y A UN CHANT QUI JOUERA </a:t>
            </a:r>
          </a:p>
          <a:p>
            <a:r>
              <a:rPr lang="fr-FR" altLang="fr-FR" smtClean="0"/>
              <a:t>with the poor. There's a song that will linger 
4-  POUR TOUJOURS À NOS OREILLES</a:t>
            </a:r>
          </a:p>
          <a:p>
            <a:r>
              <a:rPr lang="fr-FR" altLang="fr-FR" smtClean="0"/>
              <a:t>forever in our ears; 
5-  OH! TEMPS DIFFICILES NE REVENEZ PLUS </a:t>
            </a:r>
          </a:p>
          <a:p>
            <a:r>
              <a:rPr lang="fr-FR" altLang="fr-FR" smtClean="0"/>
              <a:t>Oh! Hard times come again no more.</a:t>
            </a:r>
          </a:p>
          <a:p>
            <a:endParaRPr lang="fr-FR" altLang="fr-FR" smtClean="0"/>
          </a:p>
          <a:p>
            <a:r>
              <a:rPr lang="fr-FR" altLang="fr-FR" smtClean="0"/>
              <a:t>	6-  C’EST LE CHANT LE SOUPIR DES ABATTUS </a:t>
            </a:r>
          </a:p>
          <a:p>
            <a:r>
              <a:rPr lang="fr-FR" altLang="fr-FR" smtClean="0"/>
              <a:t>	Tis the song, the sigh of the weary,
	7-  LES TEMPS DIFFICILES LES TEMPS DIFFICILES </a:t>
            </a:r>
          </a:p>
          <a:p>
            <a:r>
              <a:rPr lang="fr-FR" altLang="fr-FR" smtClean="0"/>
              <a:t>	Hard Times, hard times, 
	8-  NE REVENEZ PLUS </a:t>
            </a:r>
          </a:p>
          <a:p>
            <a:r>
              <a:rPr lang="fr-FR" altLang="fr-FR" smtClean="0"/>
              <a:t>	come again no more
	9-  LONGTEMPS VOUS ÊTES RESTÉS PRÈS DE MA PORTE </a:t>
            </a:r>
          </a:p>
          <a:p>
            <a:r>
              <a:rPr lang="fr-FR" altLang="fr-FR" smtClean="0"/>
              <a:t>	Many days you have lingered around my cabin door;
	10-  OH! TEMPS DIFFICILES NE REVENEZ PLUS </a:t>
            </a:r>
          </a:p>
          <a:p>
            <a:r>
              <a:rPr lang="fr-FR" altLang="fr-FR" smtClean="0"/>
              <a:t>	Oh! Hard times come again no more.</a:t>
            </a:r>
          </a:p>
          <a:p>
            <a:endParaRPr lang="fr-FR" altLang="fr-FR" smtClean="0"/>
          </a:p>
          <a:p>
            <a:r>
              <a:rPr lang="fr-FR" altLang="fr-FR" smtClean="0"/>
              <a:t>11-  TANDIS QUE NOUS CHERCHONS LA GAITÉ ET LA BEAUTÉ </a:t>
            </a:r>
          </a:p>
          <a:p>
            <a:r>
              <a:rPr lang="fr-FR" altLang="fr-FR" smtClean="0"/>
              <a:t>While we seek mirth and beauty 
12-  LA LUMIÈRE DE LA MUSIQUE IL Y A DES OMBRES </a:t>
            </a:r>
          </a:p>
          <a:p>
            <a:r>
              <a:rPr lang="fr-FR" altLang="fr-FR" smtClean="0"/>
              <a:t>and music light and gay, There are frail forms
13-  DERRIÈRE LA PORTE ET SANS DIRE UN MOT </a:t>
            </a:r>
          </a:p>
          <a:p>
            <a:r>
              <a:rPr lang="fr-FR" altLang="fr-FR" smtClean="0"/>
              <a:t>fainting at the door Though their voices are silent,
14-  LEURS REGARDS SUPPLIANTS DIRONT </a:t>
            </a:r>
          </a:p>
          <a:p>
            <a:r>
              <a:rPr lang="fr-FR" altLang="fr-FR" smtClean="0"/>
              <a:t>their pleading looks will say
15-  OH! TEMPS DIFFICILES NE REVENEZ PLUS </a:t>
            </a:r>
          </a:p>
          <a:p>
            <a:r>
              <a:rPr lang="fr-FR" altLang="fr-FR" smtClean="0"/>
              <a:t>Oh! Hard times come again no more.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ARRÊTONS NOUS SUR LES PLAISIRS DE LA VIE </a:t>
            </a:r>
          </a:p>
          <a:p>
            <a:pPr>
              <a:defRPr/>
            </a:pPr>
            <a:r>
              <a:rPr lang="fr-FR" smtClean="0"/>
              <a:t>Let us pause in life's pleasures
2-  POUR COMPTER TOUTES SES LARMES TANDIS QUE NOUS PLEURONS</a:t>
            </a:r>
          </a:p>
          <a:p>
            <a:pPr>
              <a:defRPr/>
            </a:pPr>
            <a:r>
              <a:rPr lang="fr-FR" smtClean="0"/>
              <a:t>and count its many tears, While we all sup sorrow  
3-  TOUS AVEC LES PAUVRES IL Y A UN CHANT QUI JOUERA </a:t>
            </a:r>
          </a:p>
          <a:p>
            <a:pPr>
              <a:defRPr/>
            </a:pPr>
            <a:r>
              <a:rPr lang="fr-FR" smtClean="0"/>
              <a:t>with the poor. There's a song that will linger 
4-  POUR TOUJOURS À NOS OREILLES</a:t>
            </a:r>
          </a:p>
          <a:p>
            <a:pPr>
              <a:defRPr/>
            </a:pPr>
            <a:r>
              <a:rPr lang="fr-FR" smtClean="0"/>
              <a:t>forever in our ears; 
5-  OH! TEMPS DIFFICILES NE REVENEZ PLUS </a:t>
            </a:r>
          </a:p>
          <a:p>
            <a:pPr>
              <a:defRPr/>
            </a:pPr>
            <a:r>
              <a:rPr lang="fr-FR" smtClean="0"/>
              <a:t>Oh! Hard times come again no more.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C’EST LE CHANT LE SOUPIR DES ABATTUS </a:t>
            </a:r>
          </a:p>
          <a:p>
            <a:pPr>
              <a:defRPr/>
            </a:pPr>
            <a:r>
              <a:rPr lang="fr-FR" smtClean="0"/>
              <a:t>	Tis the song, the sigh of the weary,
	7-  LES TEMPS DIFFICILES LES TEMPS DIFFICILES </a:t>
            </a:r>
          </a:p>
          <a:p>
            <a:pPr>
              <a:defRPr/>
            </a:pPr>
            <a:r>
              <a:rPr lang="fr-FR" smtClean="0"/>
              <a:t>	Hard Times, hard times, 
	8-  NE REVENEZ PLUS </a:t>
            </a:r>
          </a:p>
          <a:p>
            <a:pPr>
              <a:defRPr/>
            </a:pPr>
            <a:r>
              <a:rPr lang="fr-FR" smtClean="0"/>
              <a:t>	come again no more
	9-  LONGTEMPS VOUS ÊTES RESTÉS PRÈS DE MA PORTE </a:t>
            </a:r>
          </a:p>
          <a:p>
            <a:pPr>
              <a:defRPr/>
            </a:pPr>
            <a:r>
              <a:rPr lang="fr-FR" smtClean="0"/>
              <a:t>	Many days you have lingered around my cabin door;
	10-  OH! TEMPS DIFFICILES NE REVENEZ PLUS </a:t>
            </a:r>
          </a:p>
          <a:p>
            <a:pPr>
              <a:defRPr/>
            </a:pPr>
            <a:r>
              <a:rPr lang="fr-FR" smtClean="0"/>
              <a:t>	Oh! Hard times come again no more.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TANDIS QUE NOUS CHERCHONS LA GAITÉ ET LA BEAUTÉ </a:t>
            </a:r>
          </a:p>
          <a:p>
            <a:pPr>
              <a:defRPr/>
            </a:pPr>
            <a:r>
              <a:rPr lang="fr-FR" smtClean="0"/>
              <a:t>While we seek mirth and beauty 
12-  LA LUMIÈRE DE LA MUSIQUE IL Y A DES OMBRES </a:t>
            </a:r>
          </a:p>
          <a:p>
            <a:pPr>
              <a:defRPr/>
            </a:pPr>
            <a:r>
              <a:rPr lang="fr-FR" smtClean="0"/>
              <a:t>and music light and gay, There are frail forms
13-  DERRIÈRE LA PORTE ET SANS DIRE UN MOT </a:t>
            </a:r>
          </a:p>
          <a:p>
            <a:pPr>
              <a:defRPr/>
            </a:pPr>
            <a:r>
              <a:rPr lang="fr-FR" smtClean="0"/>
              <a:t>fainting at the door Though their voices are silent,
14-  LEURS REGARDS SUPPLIANTS DIRONT </a:t>
            </a:r>
          </a:p>
          <a:p>
            <a:pPr>
              <a:defRPr/>
            </a:pPr>
            <a:r>
              <a:rPr lang="fr-FR" smtClean="0"/>
              <a:t>their pleading looks will say
15-  OH! TEMPS DIFFICILES NE REVENEZ PLUS </a:t>
            </a:r>
          </a:p>
          <a:p>
            <a:pPr>
              <a:defRPr/>
            </a:pPr>
            <a:r>
              <a:rPr lang="fr-FR" smtClean="0"/>
              <a:t>Oh! Hard times come again no more.
</a:t>
            </a:r>
            <a:endParaRPr lang="fr-FR" dirty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ARRÊTONS NOUS SUR LES PLAISIRS DE LA VIE </a:t>
            </a:r>
          </a:p>
          <a:p>
            <a:r>
              <a:rPr lang="fr-FR" altLang="fr-FR" smtClean="0"/>
              <a:t>Let us pause in life's pleasures
2-  POUR COMPTER TOUTES SES LARMES TANDIS QUE NOUS PLEURONS</a:t>
            </a:r>
          </a:p>
          <a:p>
            <a:r>
              <a:rPr lang="fr-FR" altLang="fr-FR" smtClean="0"/>
              <a:t>and count its many tears, While we all sup sorrow  
3-  TOUS AVEC LES PAUVRES IL Y A UN CHANT QUI JOUERA </a:t>
            </a:r>
          </a:p>
          <a:p>
            <a:r>
              <a:rPr lang="fr-FR" altLang="fr-FR" smtClean="0"/>
              <a:t>with the poor. There's a song that will linger 
4-  POUR TOUJOURS À NOS OREILLES</a:t>
            </a:r>
          </a:p>
          <a:p>
            <a:r>
              <a:rPr lang="fr-FR" altLang="fr-FR" smtClean="0"/>
              <a:t>forever in our ears; 
5-  OH! TEMPS DIFFICILES NE REVENEZ PLUS </a:t>
            </a:r>
          </a:p>
          <a:p>
            <a:r>
              <a:rPr lang="fr-FR" altLang="fr-FR" smtClean="0"/>
              <a:t>Oh! Hard times come again no more.</a:t>
            </a:r>
          </a:p>
          <a:p>
            <a:endParaRPr lang="fr-FR" altLang="fr-FR" smtClean="0"/>
          </a:p>
          <a:p>
            <a:r>
              <a:rPr lang="fr-FR" altLang="fr-FR" smtClean="0"/>
              <a:t>	6-  C’EST LE CHANT LE SOUPIR DES ABATTUS </a:t>
            </a:r>
          </a:p>
          <a:p>
            <a:r>
              <a:rPr lang="fr-FR" altLang="fr-FR" smtClean="0"/>
              <a:t>	Tis the song, the sigh of the weary,
	7-  LES TEMPS DIFFICILES LES TEMPS DIFFICILES </a:t>
            </a:r>
          </a:p>
          <a:p>
            <a:r>
              <a:rPr lang="fr-FR" altLang="fr-FR" smtClean="0"/>
              <a:t>	Hard Times, hard times, 
	8-  NE REVENEZ PLUS </a:t>
            </a:r>
          </a:p>
          <a:p>
            <a:r>
              <a:rPr lang="fr-FR" altLang="fr-FR" smtClean="0"/>
              <a:t>	come again no more
	9-  LONGTEMPS VOUS ÊTES RESTÉS PRÈS DE MA PORTE </a:t>
            </a:r>
          </a:p>
          <a:p>
            <a:r>
              <a:rPr lang="fr-FR" altLang="fr-FR" smtClean="0"/>
              <a:t>	Many days you have lingered around my cabin door;
	10-  OH! TEMPS DIFFICILES NE REVENEZ PLUS </a:t>
            </a:r>
          </a:p>
          <a:p>
            <a:r>
              <a:rPr lang="fr-FR" altLang="fr-FR" smtClean="0"/>
              <a:t>	Oh! Hard times come again no more.</a:t>
            </a:r>
          </a:p>
          <a:p>
            <a:endParaRPr lang="fr-FR" altLang="fr-FR" smtClean="0"/>
          </a:p>
          <a:p>
            <a:r>
              <a:rPr lang="fr-FR" altLang="fr-FR" smtClean="0"/>
              <a:t>11-  TANDIS QUE NOUS CHERCHONS LA GAITÉ ET LA BEAUTÉ </a:t>
            </a:r>
          </a:p>
          <a:p>
            <a:r>
              <a:rPr lang="fr-FR" altLang="fr-FR" smtClean="0"/>
              <a:t>While we seek mirth and beauty 
12-  LA LUMIÈRE DE LA MUSIQUE IL Y A DES OMBRES </a:t>
            </a:r>
          </a:p>
          <a:p>
            <a:r>
              <a:rPr lang="fr-FR" altLang="fr-FR" smtClean="0"/>
              <a:t>and music light and gay, There are frail forms
13-  DERRIÈRE LA PORTE ET SANS DIRE UN MOT </a:t>
            </a:r>
          </a:p>
          <a:p>
            <a:r>
              <a:rPr lang="fr-FR" altLang="fr-FR" smtClean="0"/>
              <a:t>fainting at the door Though their voices are silent,
14-  LEURS REGARDS SUPPLIANTS DIRONT </a:t>
            </a:r>
          </a:p>
          <a:p>
            <a:r>
              <a:rPr lang="fr-FR" altLang="fr-FR" smtClean="0"/>
              <a:t>their pleading looks will say
15-  OH! TEMPS DIFFICILES NE REVENEZ PLUS </a:t>
            </a:r>
          </a:p>
          <a:p>
            <a:r>
              <a:rPr lang="fr-FR" altLang="fr-FR" smtClean="0"/>
              <a:t>Oh! Hard times come again no more.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ARRÊTONS NOUS SUR LES PLAISIRS DE LA VIE </a:t>
            </a:r>
          </a:p>
          <a:p>
            <a:pPr>
              <a:defRPr/>
            </a:pPr>
            <a:r>
              <a:rPr lang="fr-FR" smtClean="0"/>
              <a:t>Let us pause in life's pleasures
2-  POUR COMPTER TOUTES SES LARMES TANDIS QUE NOUS PLEURONS</a:t>
            </a:r>
          </a:p>
          <a:p>
            <a:pPr>
              <a:defRPr/>
            </a:pPr>
            <a:r>
              <a:rPr lang="fr-FR" smtClean="0"/>
              <a:t>and count its many tears, While we all sup sorrow  
3-  TOUS AVEC LES PAUVRES IL Y A UN CHANT QUI JOUERA </a:t>
            </a:r>
          </a:p>
          <a:p>
            <a:pPr>
              <a:defRPr/>
            </a:pPr>
            <a:r>
              <a:rPr lang="fr-FR" smtClean="0"/>
              <a:t>with the poor. There's a song that will linger 
4-  POUR TOUJOURS À NOS OREILLES</a:t>
            </a:r>
          </a:p>
          <a:p>
            <a:pPr>
              <a:defRPr/>
            </a:pPr>
            <a:r>
              <a:rPr lang="fr-FR" smtClean="0"/>
              <a:t>forever in our ears; 
5-  OH! TEMPS DIFFICILES NE REVENEZ PLUS </a:t>
            </a:r>
          </a:p>
          <a:p>
            <a:pPr>
              <a:defRPr/>
            </a:pPr>
            <a:r>
              <a:rPr lang="fr-FR" smtClean="0"/>
              <a:t>Oh! Hard times come again no more.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C’EST LE CHANT LE SOUPIR DES ABATTUS </a:t>
            </a:r>
          </a:p>
          <a:p>
            <a:pPr>
              <a:defRPr/>
            </a:pPr>
            <a:r>
              <a:rPr lang="fr-FR" smtClean="0"/>
              <a:t>	Tis the song, the sigh of the weary,
	7-  LES TEMPS DIFFICILES LES TEMPS DIFFICILES </a:t>
            </a:r>
          </a:p>
          <a:p>
            <a:pPr>
              <a:defRPr/>
            </a:pPr>
            <a:r>
              <a:rPr lang="fr-FR" smtClean="0"/>
              <a:t>	Hard Times, hard times, 
	8-  NE REVENEZ PLUS </a:t>
            </a:r>
          </a:p>
          <a:p>
            <a:pPr>
              <a:defRPr/>
            </a:pPr>
            <a:r>
              <a:rPr lang="fr-FR" smtClean="0"/>
              <a:t>	come again no more
	9-  LONGTEMPS VOUS ÊTES RESTÉS PRÈS DE MA PORTE </a:t>
            </a:r>
          </a:p>
          <a:p>
            <a:pPr>
              <a:defRPr/>
            </a:pPr>
            <a:r>
              <a:rPr lang="fr-FR" smtClean="0"/>
              <a:t>	Many days you have lingered around my cabin door;
	10-  OH! TEMPS DIFFICILES NE REVENEZ PLUS </a:t>
            </a:r>
          </a:p>
          <a:p>
            <a:pPr>
              <a:defRPr/>
            </a:pPr>
            <a:r>
              <a:rPr lang="fr-FR" smtClean="0"/>
              <a:t>	Oh! Hard times come again no more.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TANDIS QUE NOUS CHERCHONS LA GAITÉ ET LA BEAUTÉ </a:t>
            </a:r>
          </a:p>
          <a:p>
            <a:pPr>
              <a:defRPr/>
            </a:pPr>
            <a:r>
              <a:rPr lang="fr-FR" smtClean="0"/>
              <a:t>While we seek mirth and beauty 
12-  LA LUMIÈRE DE LA MUSIQUE IL Y A DES OMBRES </a:t>
            </a:r>
          </a:p>
          <a:p>
            <a:pPr>
              <a:defRPr/>
            </a:pPr>
            <a:r>
              <a:rPr lang="fr-FR" smtClean="0"/>
              <a:t>and music light and gay, There are frail forms
13-  DERRIÈRE LA PORTE ET SANS DIRE UN MOT </a:t>
            </a:r>
          </a:p>
          <a:p>
            <a:pPr>
              <a:defRPr/>
            </a:pPr>
            <a:r>
              <a:rPr lang="fr-FR" smtClean="0"/>
              <a:t>fainting at the door Though their voices are silent,
14-  LEURS REGARDS SUPPLIANTS DIRONT </a:t>
            </a:r>
          </a:p>
          <a:p>
            <a:pPr>
              <a:defRPr/>
            </a:pPr>
            <a:r>
              <a:rPr lang="fr-FR" smtClean="0"/>
              <a:t>their pleading looks will say
15-  OH! TEMPS DIFFICILES NE REVENEZ PLUS </a:t>
            </a:r>
          </a:p>
          <a:p>
            <a:pPr>
              <a:defRPr/>
            </a:pPr>
            <a:r>
              <a:rPr lang="fr-FR" smtClean="0"/>
              <a:t>Oh! Hard times come again no more.
</a:t>
            </a:r>
            <a:endParaRPr lang="fr-FR" dirty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ARRÊTONS NOUS SUR LES PLAISIRS DE LA VIE </a:t>
            </a:r>
          </a:p>
          <a:p>
            <a:r>
              <a:rPr lang="fr-FR" altLang="fr-FR" smtClean="0"/>
              <a:t>Let us pause in life's pleasures
2-  POUR COMPTER TOUTES SES LARMES TANDIS QUE NOUS PLEURONS</a:t>
            </a:r>
          </a:p>
          <a:p>
            <a:r>
              <a:rPr lang="fr-FR" altLang="fr-FR" smtClean="0"/>
              <a:t>and count its many tears, While we all sup sorrow  
3-  TOUS AVEC LES PAUVRES IL Y A UN CHANT QUI JOUERA </a:t>
            </a:r>
          </a:p>
          <a:p>
            <a:r>
              <a:rPr lang="fr-FR" altLang="fr-FR" smtClean="0"/>
              <a:t>with the poor. There's a song that will linger 
4-  POUR TOUJOURS À NOS OREILLES</a:t>
            </a:r>
          </a:p>
          <a:p>
            <a:r>
              <a:rPr lang="fr-FR" altLang="fr-FR" smtClean="0"/>
              <a:t>forever in our ears; 
5-  OH! TEMPS DIFFICILES NE REVENEZ PLUS </a:t>
            </a:r>
          </a:p>
          <a:p>
            <a:r>
              <a:rPr lang="fr-FR" altLang="fr-FR" smtClean="0"/>
              <a:t>Oh! Hard times come again no more.</a:t>
            </a:r>
          </a:p>
          <a:p>
            <a:endParaRPr lang="fr-FR" altLang="fr-FR" smtClean="0"/>
          </a:p>
          <a:p>
            <a:r>
              <a:rPr lang="fr-FR" altLang="fr-FR" smtClean="0"/>
              <a:t>	6-  C’EST LE CHANT LE SOUPIR DES ABATTUS </a:t>
            </a:r>
          </a:p>
          <a:p>
            <a:r>
              <a:rPr lang="fr-FR" altLang="fr-FR" smtClean="0"/>
              <a:t>	Tis the song, the sigh of the weary,
	7-  LES TEMPS DIFFICILES LES TEMPS DIFFICILES </a:t>
            </a:r>
          </a:p>
          <a:p>
            <a:r>
              <a:rPr lang="fr-FR" altLang="fr-FR" smtClean="0"/>
              <a:t>	Hard Times, hard times, 
	8-  NE REVENEZ PLUS </a:t>
            </a:r>
          </a:p>
          <a:p>
            <a:r>
              <a:rPr lang="fr-FR" altLang="fr-FR" smtClean="0"/>
              <a:t>	come again no more
	9-  LONGTEMPS VOUS ÊTES RESTÉS PRÈS DE MA PORTE </a:t>
            </a:r>
          </a:p>
          <a:p>
            <a:r>
              <a:rPr lang="fr-FR" altLang="fr-FR" smtClean="0"/>
              <a:t>	Many days you have lingered around my cabin door;
	10-  OH! TEMPS DIFFICILES NE REVENEZ PLUS </a:t>
            </a:r>
          </a:p>
          <a:p>
            <a:r>
              <a:rPr lang="fr-FR" altLang="fr-FR" smtClean="0"/>
              <a:t>	Oh! Hard times come again no more.</a:t>
            </a:r>
          </a:p>
          <a:p>
            <a:endParaRPr lang="fr-FR" altLang="fr-FR" smtClean="0"/>
          </a:p>
          <a:p>
            <a:r>
              <a:rPr lang="fr-FR" altLang="fr-FR" smtClean="0"/>
              <a:t>11-  TANDIS QUE NOUS CHERCHONS LA GAITÉ ET LA BEAUTÉ </a:t>
            </a:r>
          </a:p>
          <a:p>
            <a:r>
              <a:rPr lang="fr-FR" altLang="fr-FR" smtClean="0"/>
              <a:t>While we seek mirth and beauty 
12-  LA LUMIÈRE DE LA MUSIQUE IL Y A DES OMBRES </a:t>
            </a:r>
          </a:p>
          <a:p>
            <a:r>
              <a:rPr lang="fr-FR" altLang="fr-FR" smtClean="0"/>
              <a:t>and music light and gay, There are frail forms
13-  DERRIÈRE LA PORTE ET SANS DIRE UN MOT </a:t>
            </a:r>
          </a:p>
          <a:p>
            <a:r>
              <a:rPr lang="fr-FR" altLang="fr-FR" smtClean="0"/>
              <a:t>fainting at the door Though their voices are silent,
14-  LEURS REGARDS SUPPLIANTS DIRONT </a:t>
            </a:r>
          </a:p>
          <a:p>
            <a:r>
              <a:rPr lang="fr-FR" altLang="fr-FR" smtClean="0"/>
              <a:t>their pleading looks will say
15-  OH! TEMPS DIFFICILES NE REVENEZ PLUS </a:t>
            </a:r>
          </a:p>
          <a:p>
            <a:r>
              <a:rPr lang="fr-FR" altLang="fr-FR" smtClean="0"/>
              <a:t>Oh! Hard times come again no more.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ARRÊTONS NOUS SUR LES PLAISIRS DE LA VIE </a:t>
            </a:r>
          </a:p>
          <a:p>
            <a:pPr>
              <a:defRPr/>
            </a:pPr>
            <a:r>
              <a:rPr lang="fr-FR" smtClean="0"/>
              <a:t>Let us pause in life's pleasures
2-  POUR COMPTER TOUTES SES LARMES TANDIS QUE NOUS PLEURONS</a:t>
            </a:r>
          </a:p>
          <a:p>
            <a:pPr>
              <a:defRPr/>
            </a:pPr>
            <a:r>
              <a:rPr lang="fr-FR" smtClean="0"/>
              <a:t>and count its many tears, While we all sup sorrow  
3-  TOUS AVEC LES PAUVRES IL Y A UN CHANT QUI JOUERA </a:t>
            </a:r>
          </a:p>
          <a:p>
            <a:pPr>
              <a:defRPr/>
            </a:pPr>
            <a:r>
              <a:rPr lang="fr-FR" smtClean="0"/>
              <a:t>with the poor. There's a song that will linger 
4-  POUR TOUJOURS À NOS OREILLES</a:t>
            </a:r>
          </a:p>
          <a:p>
            <a:pPr>
              <a:defRPr/>
            </a:pPr>
            <a:r>
              <a:rPr lang="fr-FR" smtClean="0"/>
              <a:t>forever in our ears; 
5-  OH! TEMPS DIFFICILES NE REVENEZ PLUS </a:t>
            </a:r>
          </a:p>
          <a:p>
            <a:pPr>
              <a:defRPr/>
            </a:pPr>
            <a:r>
              <a:rPr lang="fr-FR" smtClean="0"/>
              <a:t>Oh! Hard times come again no more.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C’EST LE CHANT LE SOUPIR DES ABATTUS </a:t>
            </a:r>
          </a:p>
          <a:p>
            <a:pPr>
              <a:defRPr/>
            </a:pPr>
            <a:r>
              <a:rPr lang="fr-FR" smtClean="0"/>
              <a:t>	Tis the song, the sigh of the weary,
	7-  LES TEMPS DIFFICILES LES TEMPS DIFFICILES </a:t>
            </a:r>
          </a:p>
          <a:p>
            <a:pPr>
              <a:defRPr/>
            </a:pPr>
            <a:r>
              <a:rPr lang="fr-FR" smtClean="0"/>
              <a:t>	Hard Times, hard times, 
	8-  NE REVENEZ PLUS </a:t>
            </a:r>
          </a:p>
          <a:p>
            <a:pPr>
              <a:defRPr/>
            </a:pPr>
            <a:r>
              <a:rPr lang="fr-FR" smtClean="0"/>
              <a:t>	come again no more
	9-  LONGTEMPS VOUS ÊTES RESTÉS PRÈS DE MA PORTE </a:t>
            </a:r>
          </a:p>
          <a:p>
            <a:pPr>
              <a:defRPr/>
            </a:pPr>
            <a:r>
              <a:rPr lang="fr-FR" smtClean="0"/>
              <a:t>	Many days you have lingered around my cabin door;
	10-  OH! TEMPS DIFFICILES NE REVENEZ PLUS </a:t>
            </a:r>
          </a:p>
          <a:p>
            <a:pPr>
              <a:defRPr/>
            </a:pPr>
            <a:r>
              <a:rPr lang="fr-FR" smtClean="0"/>
              <a:t>	Oh! Hard times come again no more.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TANDIS QUE NOUS CHERCHONS LA GAITÉ ET LA BEAUTÉ </a:t>
            </a:r>
          </a:p>
          <a:p>
            <a:pPr>
              <a:defRPr/>
            </a:pPr>
            <a:r>
              <a:rPr lang="fr-FR" smtClean="0"/>
              <a:t>While we seek mirth and beauty 
12-  LA LUMIÈRE DE LA MUSIQUE IL Y A DES OMBRES </a:t>
            </a:r>
          </a:p>
          <a:p>
            <a:pPr>
              <a:defRPr/>
            </a:pPr>
            <a:r>
              <a:rPr lang="fr-FR" smtClean="0"/>
              <a:t>and music light and gay, There are frail forms
13-  DERRIÈRE LA PORTE ET SANS DIRE UN MOT </a:t>
            </a:r>
          </a:p>
          <a:p>
            <a:pPr>
              <a:defRPr/>
            </a:pPr>
            <a:r>
              <a:rPr lang="fr-FR" smtClean="0"/>
              <a:t>fainting at the door Though their voices are silent,
14-  LEURS REGARDS SUPPLIANTS DIRONT </a:t>
            </a:r>
          </a:p>
          <a:p>
            <a:pPr>
              <a:defRPr/>
            </a:pPr>
            <a:r>
              <a:rPr lang="fr-FR" smtClean="0"/>
              <a:t>their pleading looks will say
15-  OH! TEMPS DIFFICILES NE REVENEZ PLUS </a:t>
            </a:r>
          </a:p>
          <a:p>
            <a:pPr>
              <a:defRPr/>
            </a:pPr>
            <a:r>
              <a:rPr lang="fr-FR" smtClean="0"/>
              <a:t>Oh! Hard times come again no more.
</a:t>
            </a:r>
            <a:endParaRPr lang="fr-FR" dirty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ARRÊTONS NOUS SUR LES PLAISIRS DE LA VIE </a:t>
            </a:r>
          </a:p>
          <a:p>
            <a:r>
              <a:rPr lang="fr-FR" altLang="fr-FR" smtClean="0"/>
              <a:t>Let us pause in life's pleasures
2-  POUR COMPTER TOUTES SES LARMES TANDIS QUE NOUS PLEURONS</a:t>
            </a:r>
          </a:p>
          <a:p>
            <a:r>
              <a:rPr lang="fr-FR" altLang="fr-FR" smtClean="0"/>
              <a:t>and count its many tears, While we all sup sorrow  
3-  TOUS AVEC LES PAUVRES IL Y A UN CHANT QUI JOUERA </a:t>
            </a:r>
          </a:p>
          <a:p>
            <a:r>
              <a:rPr lang="fr-FR" altLang="fr-FR" smtClean="0"/>
              <a:t>with the poor. There's a song that will linger 
4-  POUR TOUJOURS À NOS OREILLES</a:t>
            </a:r>
          </a:p>
          <a:p>
            <a:r>
              <a:rPr lang="fr-FR" altLang="fr-FR" smtClean="0"/>
              <a:t>forever in our ears; 
5-  OH! TEMPS DIFFICILES NE REVENEZ PLUS </a:t>
            </a:r>
          </a:p>
          <a:p>
            <a:r>
              <a:rPr lang="fr-FR" altLang="fr-FR" smtClean="0"/>
              <a:t>Oh! Hard times come again no more.</a:t>
            </a:r>
          </a:p>
          <a:p>
            <a:endParaRPr lang="fr-FR" altLang="fr-FR" smtClean="0"/>
          </a:p>
          <a:p>
            <a:r>
              <a:rPr lang="fr-FR" altLang="fr-FR" smtClean="0"/>
              <a:t>	6-  C’EST LE CHANT LE SOUPIR DES ABATTUS </a:t>
            </a:r>
          </a:p>
          <a:p>
            <a:r>
              <a:rPr lang="fr-FR" altLang="fr-FR" smtClean="0"/>
              <a:t>	Tis the song, the sigh of the weary,
	7-  LES TEMPS DIFFICILES LES TEMPS DIFFICILES </a:t>
            </a:r>
          </a:p>
          <a:p>
            <a:r>
              <a:rPr lang="fr-FR" altLang="fr-FR" smtClean="0"/>
              <a:t>	Hard Times, hard times, 
	8-  NE REVENEZ PLUS </a:t>
            </a:r>
          </a:p>
          <a:p>
            <a:r>
              <a:rPr lang="fr-FR" altLang="fr-FR" smtClean="0"/>
              <a:t>	come again no more
	9-  LONGTEMPS VOUS ÊTES RESTÉS PRÈS DE MA PORTE </a:t>
            </a:r>
          </a:p>
          <a:p>
            <a:r>
              <a:rPr lang="fr-FR" altLang="fr-FR" smtClean="0"/>
              <a:t>	Many days you have lingered around my cabin door;
	10-  OH! TEMPS DIFFICILES NE REVENEZ PLUS </a:t>
            </a:r>
          </a:p>
          <a:p>
            <a:r>
              <a:rPr lang="fr-FR" altLang="fr-FR" smtClean="0"/>
              <a:t>	Oh! Hard times come again no more.</a:t>
            </a:r>
          </a:p>
          <a:p>
            <a:endParaRPr lang="fr-FR" altLang="fr-FR" smtClean="0"/>
          </a:p>
          <a:p>
            <a:r>
              <a:rPr lang="fr-FR" altLang="fr-FR" smtClean="0"/>
              <a:t>11-  TANDIS QUE NOUS CHERCHONS LA GAITÉ ET LA BEAUTÉ </a:t>
            </a:r>
          </a:p>
          <a:p>
            <a:r>
              <a:rPr lang="fr-FR" altLang="fr-FR" smtClean="0"/>
              <a:t>While we seek mirth and beauty 
12-  LA LUMIÈRE DE LA MUSIQUE IL Y A DES OMBRES </a:t>
            </a:r>
          </a:p>
          <a:p>
            <a:r>
              <a:rPr lang="fr-FR" altLang="fr-FR" smtClean="0"/>
              <a:t>and music light and gay, There are frail forms
13-  DERRIÈRE LA PORTE ET SANS DIRE UN MOT </a:t>
            </a:r>
          </a:p>
          <a:p>
            <a:r>
              <a:rPr lang="fr-FR" altLang="fr-FR" smtClean="0"/>
              <a:t>fainting at the door Though their voices are silent,
14-  LEURS REGARDS SUPPLIANTS DIRONT </a:t>
            </a:r>
          </a:p>
          <a:p>
            <a:r>
              <a:rPr lang="fr-FR" altLang="fr-FR" smtClean="0"/>
              <a:t>their pleading looks will say
15-  OH! TEMPS DIFFICILES NE REVENEZ PLUS </a:t>
            </a:r>
          </a:p>
          <a:p>
            <a:r>
              <a:rPr lang="fr-FR" altLang="fr-FR" smtClean="0"/>
              <a:t>Oh! Hard times come again no more.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ARRÊTONS NOUS SUR LES PLAISIRS DE LA VIE </a:t>
            </a:r>
          </a:p>
          <a:p>
            <a:pPr>
              <a:defRPr/>
            </a:pPr>
            <a:r>
              <a:rPr lang="fr-FR" smtClean="0"/>
              <a:t>Let us pause in life's pleasures
2-  POUR COMPTER TOUTES SES LARMES TANDIS QUE NOUS PLEURONS</a:t>
            </a:r>
          </a:p>
          <a:p>
            <a:pPr>
              <a:defRPr/>
            </a:pPr>
            <a:r>
              <a:rPr lang="fr-FR" smtClean="0"/>
              <a:t>and count its many tears, While we all sup sorrow  
3-  TOUS AVEC LES PAUVRES IL Y A UN CHANT QUI JOUERA </a:t>
            </a:r>
          </a:p>
          <a:p>
            <a:pPr>
              <a:defRPr/>
            </a:pPr>
            <a:r>
              <a:rPr lang="fr-FR" smtClean="0"/>
              <a:t>with the poor. There's a song that will linger 
4-  POUR TOUJOURS À NOS OREILLES</a:t>
            </a:r>
          </a:p>
          <a:p>
            <a:pPr>
              <a:defRPr/>
            </a:pPr>
            <a:r>
              <a:rPr lang="fr-FR" smtClean="0"/>
              <a:t>forever in our ears; 
5-  OH! TEMPS DIFFICILES NE REVENEZ PLUS </a:t>
            </a:r>
          </a:p>
          <a:p>
            <a:pPr>
              <a:defRPr/>
            </a:pPr>
            <a:r>
              <a:rPr lang="fr-FR" smtClean="0"/>
              <a:t>Oh! Hard times come again no more.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C’EST LE CHANT LE SOUPIR DES ABATTUS </a:t>
            </a:r>
          </a:p>
          <a:p>
            <a:pPr>
              <a:defRPr/>
            </a:pPr>
            <a:r>
              <a:rPr lang="fr-FR" smtClean="0"/>
              <a:t>	Tis the song, the sigh of the weary,
	7-  LES TEMPS DIFFICILES LES TEMPS DIFFICILES </a:t>
            </a:r>
          </a:p>
          <a:p>
            <a:pPr>
              <a:defRPr/>
            </a:pPr>
            <a:r>
              <a:rPr lang="fr-FR" smtClean="0"/>
              <a:t>	Hard Times, hard times, 
	8-  NE REVENEZ PLUS </a:t>
            </a:r>
          </a:p>
          <a:p>
            <a:pPr>
              <a:defRPr/>
            </a:pPr>
            <a:r>
              <a:rPr lang="fr-FR" smtClean="0"/>
              <a:t>	come again no more
	9-  LONGTEMPS VOUS ÊTES RESTÉS PRÈS DE MA PORTE </a:t>
            </a:r>
          </a:p>
          <a:p>
            <a:pPr>
              <a:defRPr/>
            </a:pPr>
            <a:r>
              <a:rPr lang="fr-FR" smtClean="0"/>
              <a:t>	Many days you have lingered around my cabin door;
	10-  OH! TEMPS DIFFICILES NE REVENEZ PLUS </a:t>
            </a:r>
          </a:p>
          <a:p>
            <a:pPr>
              <a:defRPr/>
            </a:pPr>
            <a:r>
              <a:rPr lang="fr-FR" smtClean="0"/>
              <a:t>	Oh! Hard times come again no more.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TANDIS QUE NOUS CHERCHONS LA GAITÉ ET LA BEAUTÉ </a:t>
            </a:r>
          </a:p>
          <a:p>
            <a:pPr>
              <a:defRPr/>
            </a:pPr>
            <a:r>
              <a:rPr lang="fr-FR" smtClean="0"/>
              <a:t>While we seek mirth and beauty 
12-  LA LUMIÈRE DE LA MUSIQUE IL Y A DES OMBRES </a:t>
            </a:r>
          </a:p>
          <a:p>
            <a:pPr>
              <a:defRPr/>
            </a:pPr>
            <a:r>
              <a:rPr lang="fr-FR" smtClean="0"/>
              <a:t>and music light and gay, There are frail forms
13-  DERRIÈRE LA PORTE ET SANS DIRE UN MOT </a:t>
            </a:r>
          </a:p>
          <a:p>
            <a:pPr>
              <a:defRPr/>
            </a:pPr>
            <a:r>
              <a:rPr lang="fr-FR" smtClean="0"/>
              <a:t>fainting at the door Though their voices are silent,
14-  LEURS REGARDS SUPPLIANTS DIRONT </a:t>
            </a:r>
          </a:p>
          <a:p>
            <a:pPr>
              <a:defRPr/>
            </a:pPr>
            <a:r>
              <a:rPr lang="fr-FR" smtClean="0"/>
              <a:t>their pleading looks will say
15-  OH! TEMPS DIFFICILES NE REVENEZ PLUS </a:t>
            </a:r>
          </a:p>
          <a:p>
            <a:pPr>
              <a:defRPr/>
            </a:pPr>
            <a:r>
              <a:rPr lang="fr-FR" smtClean="0"/>
              <a:t>Oh! Hard times come again no more.
</a:t>
            </a:r>
            <a:endParaRPr lang="fr-FR" dirty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ARRÊTONS NOUS SUR LES PLAISIRS DE LA VIE </a:t>
            </a:r>
          </a:p>
          <a:p>
            <a:r>
              <a:rPr lang="fr-FR" altLang="fr-FR" smtClean="0"/>
              <a:t>Let us pause in life's pleasures
2-  POUR COMPTER TOUTES SES LARMES TANDIS QUE NOUS PLEURONS</a:t>
            </a:r>
          </a:p>
          <a:p>
            <a:r>
              <a:rPr lang="fr-FR" altLang="fr-FR" smtClean="0"/>
              <a:t>and count its many tears, While we all sup sorrow  
3-  TOUS AVEC LES PAUVRES IL Y A UN CHANT QUI JOUERA </a:t>
            </a:r>
          </a:p>
          <a:p>
            <a:r>
              <a:rPr lang="fr-FR" altLang="fr-FR" smtClean="0"/>
              <a:t>with the poor. There's a song that will linger 
4-  POUR TOUJOURS À NOS OREILLES</a:t>
            </a:r>
          </a:p>
          <a:p>
            <a:r>
              <a:rPr lang="fr-FR" altLang="fr-FR" smtClean="0"/>
              <a:t>forever in our ears; 
5-  OH! TEMPS DIFFICILES NE REVENEZ PLUS </a:t>
            </a:r>
          </a:p>
          <a:p>
            <a:r>
              <a:rPr lang="fr-FR" altLang="fr-FR" smtClean="0"/>
              <a:t>Oh! Hard times come again no more.</a:t>
            </a:r>
          </a:p>
          <a:p>
            <a:endParaRPr lang="fr-FR" altLang="fr-FR" smtClean="0"/>
          </a:p>
          <a:p>
            <a:r>
              <a:rPr lang="fr-FR" altLang="fr-FR" smtClean="0"/>
              <a:t>	6-  C’EST LE CHANT LE SOUPIR DES ABATTUS </a:t>
            </a:r>
          </a:p>
          <a:p>
            <a:r>
              <a:rPr lang="fr-FR" altLang="fr-FR" smtClean="0"/>
              <a:t>	Tis the song, the sigh of the weary,
	7-  LES TEMPS DIFFICILES LES TEMPS DIFFICILES </a:t>
            </a:r>
          </a:p>
          <a:p>
            <a:r>
              <a:rPr lang="fr-FR" altLang="fr-FR" smtClean="0"/>
              <a:t>	Hard Times, hard times, 
	8-  NE REVENEZ PLUS </a:t>
            </a:r>
          </a:p>
          <a:p>
            <a:r>
              <a:rPr lang="fr-FR" altLang="fr-FR" smtClean="0"/>
              <a:t>	come again no more
	9-  LONGTEMPS VOUS ÊTES RESTÉS PRÈS DE MA PORTE </a:t>
            </a:r>
          </a:p>
          <a:p>
            <a:r>
              <a:rPr lang="fr-FR" altLang="fr-FR" smtClean="0"/>
              <a:t>	Many days you have lingered around my cabin door;
	10-  OH! TEMPS DIFFICILES NE REVENEZ PLUS </a:t>
            </a:r>
          </a:p>
          <a:p>
            <a:r>
              <a:rPr lang="fr-FR" altLang="fr-FR" smtClean="0"/>
              <a:t>	Oh! Hard times come again no more.</a:t>
            </a:r>
          </a:p>
          <a:p>
            <a:endParaRPr lang="fr-FR" altLang="fr-FR" smtClean="0"/>
          </a:p>
          <a:p>
            <a:r>
              <a:rPr lang="fr-FR" altLang="fr-FR" smtClean="0"/>
              <a:t>11-  TANDIS QUE NOUS CHERCHONS LA GAITÉ ET LA BEAUTÉ </a:t>
            </a:r>
          </a:p>
          <a:p>
            <a:r>
              <a:rPr lang="fr-FR" altLang="fr-FR" smtClean="0"/>
              <a:t>While we seek mirth and beauty 
12-  LA LUMIÈRE DE LA MUSIQUE IL Y A DES OMBRES </a:t>
            </a:r>
          </a:p>
          <a:p>
            <a:r>
              <a:rPr lang="fr-FR" altLang="fr-FR" smtClean="0"/>
              <a:t>and music light and gay, There are frail forms
13-  DERRIÈRE LA PORTE ET SANS DIRE UN MOT </a:t>
            </a:r>
          </a:p>
          <a:p>
            <a:r>
              <a:rPr lang="fr-FR" altLang="fr-FR" smtClean="0"/>
              <a:t>fainting at the door Though their voices are silent,
14-  LEURS REGARDS SUPPLIANTS DIRONT </a:t>
            </a:r>
          </a:p>
          <a:p>
            <a:r>
              <a:rPr lang="fr-FR" altLang="fr-FR" smtClean="0"/>
              <a:t>their pleading looks will say
15-  OH! TEMPS DIFFICILES NE REVENEZ PLUS </a:t>
            </a:r>
          </a:p>
          <a:p>
            <a:r>
              <a:rPr lang="fr-FR" altLang="fr-FR" smtClean="0"/>
              <a:t>Oh! Hard times come again no more.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EC37E7-ABF5-4616-AF17-9AA4D4C3306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BC110B-4D4F-47E2-9AA0-07AEB12F14B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6CBB0B-E842-445B-842A-702F66990FC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0718BE-864E-4749-B843-48BF651F466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442DCF-5288-4A15-A7E0-05FA1EF47FE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E64855-80E7-4BEB-B0B6-1773180AD6C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202673-0D12-4919-814E-F519C3B7511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AEED0C-62AA-411B-8556-D7662FFE924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EB051B-6CF7-4C4D-9CE8-F09694835D5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1C72C4-F2CD-4159-BD81-B718B5DA8ED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34C4D0-6CB1-4160-8B13-0CB7D22EBE5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1BE61AED-A7D5-4FEB-8269-19574C4B5E8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ARRÊTONS-NOUS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SUR LES PLAISIRS DE LA VIE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COMPTER TOUTES SES LARMES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TANDIS QUE NOUS PLEURONS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TOUS AVEC LES PAUVRES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Y A UN CHANT QUI JOUERA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TOUJOURS À NOS OREILLES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!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TEMPS DIFFICILES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NE REVENEZ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PLUS 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LE CHANT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SOUPIR DES ABATTUS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TEMPS DIFFICILES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TEMPS DIFFICILES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NE REVENEZ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PLUS 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LONGTEMPS,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VOUS ÊTES RESTÉS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PRÈS DE MA PORTE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!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TEMPS DIFFICILES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NE REVENEZ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PLUS 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TANDIS QUE NOUS CHERCHONS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GAITÉ ET LA BEAUTÉ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LUMIÈRE DE LA MUSIQUE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Y A DES OMBRES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DERRIÈRE LA PORTE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SANS DIRE UN MOT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LEURS REGARDS SUPPLIANTS DIRONT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!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TEMPS DIFFICILES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NE 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REVENEZ 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PLUS 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1505</TotalTime>
  <Words>563</Words>
  <Application>Microsoft Office PowerPoint</Application>
  <PresentationFormat>On-screen Show (4:3)</PresentationFormat>
  <Paragraphs>627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9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137</cp:revision>
  <dcterms:created xsi:type="dcterms:W3CDTF">2002-08-17T10:50:50Z</dcterms:created>
  <dcterms:modified xsi:type="dcterms:W3CDTF">2015-12-27T08:29:17Z</dcterms:modified>
</cp:coreProperties>
</file>