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4" r:id="rId2"/>
    <p:sldId id="291" r:id="rId3"/>
    <p:sldId id="290" r:id="rId4"/>
    <p:sldId id="289" r:id="rId5"/>
    <p:sldId id="288" r:id="rId6"/>
    <p:sldId id="287" r:id="rId7"/>
    <p:sldId id="286" r:id="rId8"/>
    <p:sldId id="285" r:id="rId9"/>
    <p:sldId id="284" r:id="rId10"/>
    <p:sldId id="283" r:id="rId11"/>
    <p:sldId id="282" r:id="rId12"/>
    <p:sldId id="281" r:id="rId13"/>
    <p:sldId id="280" r:id="rId14"/>
    <p:sldId id="279" r:id="rId15"/>
    <p:sldId id="278" r:id="rId16"/>
    <p:sldId id="277" r:id="rId17"/>
    <p:sldId id="276" r:id="rId18"/>
    <p:sldId id="275" r:id="rId19"/>
    <p:sldId id="293" r:id="rId20"/>
    <p:sldId id="292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71" d="100"/>
          <a:sy n="71" d="100"/>
        </p:scale>
        <p:origin x="-1128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76C564-50DD-49D9-A2F1-595A7E492E9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664A61C-AB64-4180-9920-F72C83F7E2A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 LOUEZ LE SEIGNEUR DES CIEUX LOUENT LE SEIGNEURS DE LA TERRE </a:t>
            </a:r>
          </a:p>
          <a:p>
            <a:pPr>
              <a:defRPr/>
            </a:pPr>
            <a:r>
              <a:rPr lang="fr-FR" smtClean="0"/>
              <a:t>Praise the Lord of heaven Praise the Lord of earth
2-  LOUEZ-LE POUR SA PUISSANCE LOUEZ-LE POUR SES ŒUVRES </a:t>
            </a:r>
          </a:p>
          <a:p>
            <a:pPr>
              <a:defRPr/>
            </a:pPr>
            <a:r>
              <a:rPr lang="fr-FR" smtClean="0"/>
              <a:t>Praise Him for His mighty power Praise Him for His works</a:t>
            </a:r>
          </a:p>
          <a:p>
            <a:pPr>
              <a:defRPr/>
            </a:pPr>
            <a:r>
              <a:rPr lang="fr-FR" smtClean="0"/>
              <a:t>3-  LOUEZ LE SEIGNEUR VOUS LES NATIONS LOUENT LE SEIGNEUR VOUS LES ROIS 
Praise the Lord ye nations Praise the Lord ye kings</a:t>
            </a:r>
          </a:p>
          <a:p>
            <a:pPr>
              <a:defRPr/>
            </a:pPr>
            <a:r>
              <a:rPr lang="fr-FR" smtClean="0"/>
              <a:t>4-  LE LOUENT TOUTE LA CRÉATION QUE VOS VOIX S’ÉCRIENT</a:t>
            </a:r>
          </a:p>
          <a:p>
            <a:pPr>
              <a:defRPr/>
            </a:pPr>
            <a:r>
              <a:rPr lang="fr-FR" smtClean="0"/>
              <a:t>Praise Him all creation Let your voices sing 
5-  GLOIRE AU SEIGNEUR! </a:t>
            </a:r>
          </a:p>
          <a:p>
            <a:pPr>
              <a:defRPr/>
            </a:pPr>
            <a:r>
              <a:rPr lang="fr-FR" smtClean="0"/>
              <a:t>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6-  CRIS DE JOIE À DIEU TOUTE LA TERRE CHANTE GLOIRE À SON NOM </a:t>
            </a:r>
          </a:p>
          <a:p>
            <a:pPr>
              <a:defRPr/>
            </a:pPr>
            <a:r>
              <a:rPr lang="fr-FR" smtClean="0"/>
              <a:t>	Shout with joy to God all the earth Sing glory to His name
	7-  DIT BIEN FORT SA MERVEILLEUSE VALEUR </a:t>
            </a:r>
          </a:p>
          <a:p>
            <a:pPr>
              <a:defRPr/>
            </a:pPr>
            <a:r>
              <a:rPr lang="fr-FR" smtClean="0"/>
              <a:t>	Tell aloud His marvelous worth
	8-  PROCLAME SA JUSTICE</a:t>
            </a:r>
          </a:p>
          <a:p>
            <a:pPr>
              <a:defRPr/>
            </a:pPr>
            <a:r>
              <a:rPr lang="fr-FR" smtClean="0"/>
              <a:t>	His righteousness proclaim 
	9-  LA GLOIRE ET L'HONNEUR BÉNÉDICTION ET PUISSANCE SOIENT AU SEIGNEUR</a:t>
            </a:r>
          </a:p>
          <a:p>
            <a:pPr>
              <a:defRPr/>
            </a:pPr>
            <a:r>
              <a:rPr lang="fr-FR" smtClean="0"/>
              <a:t>	Glory and honor and blessing and power be unto the Lord</a:t>
            </a:r>
          </a:p>
          <a:p>
            <a:pPr>
              <a:defRPr/>
            </a:pPr>
            <a:r>
              <a:rPr lang="fr-FR" smtClean="0"/>
              <a:t>	10-  VENEZ ET RENDONS LUI DES LOUANGES GLORIEUSES </a:t>
            </a:r>
          </a:p>
          <a:p>
            <a:pPr>
              <a:defRPr/>
            </a:pPr>
            <a:r>
              <a:rPr lang="fr-FR" smtClean="0"/>
              <a:t>	Come and let us make His praise glorious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LOUEZ LE SEIGNEUR AVEC LA MUSIQUE LOUENT LE SEIGNEUR </a:t>
            </a:r>
          </a:p>
          <a:p>
            <a:pPr>
              <a:defRPr/>
            </a:pPr>
            <a:r>
              <a:rPr lang="fr-FR" smtClean="0"/>
              <a:t>Praise the Lord with music Praise the Lord with strings
12-  AVEC DES INSTRUMENTS LOUEZ-LE AVEC LA HARPE ET LA LYRE </a:t>
            </a:r>
          </a:p>
          <a:p>
            <a:pPr>
              <a:defRPr/>
            </a:pPr>
            <a:r>
              <a:rPr lang="fr-FR" smtClean="0"/>
              <a:t>Praise Him with the harp and lyre
13-  QUE LES CYMBALES RÉSONNENT </a:t>
            </a:r>
          </a:p>
          <a:p>
            <a:pPr>
              <a:defRPr/>
            </a:pPr>
            <a:r>
              <a:rPr lang="fr-FR" smtClean="0"/>
              <a:t>Let the cymbals ring</a:t>
            </a:r>
          </a:p>
          <a:p>
            <a:pPr>
              <a:defRPr/>
            </a:pPr>
            <a:r>
              <a:rPr lang="fr-FR" smtClean="0"/>
              <a:t>14-  LOUEZ LE SEIGNEUR AVEC DES TROMPETTES </a:t>
            </a:r>
          </a:p>
          <a:p>
            <a:pPr>
              <a:defRPr/>
            </a:pPr>
            <a:r>
              <a:rPr lang="fr-FR" smtClean="0"/>
              <a:t>Praise the Lord with trumpets
15-  ET LES TAMBOURINS LOUEZ LE SEIGNEUR EN CHOEUR </a:t>
            </a:r>
          </a:p>
          <a:p>
            <a:pPr>
              <a:defRPr/>
            </a:pPr>
            <a:r>
              <a:rPr lang="fr-FR" smtClean="0"/>
              <a:t>And the tambourines Praise the Lord in chorus
16-  QUE VOS VOIX S’ÉCRIENT GLOIRE AU SEIGNEUR! </a:t>
            </a:r>
          </a:p>
          <a:p>
            <a:pPr>
              <a:defRPr/>
            </a:pPr>
            <a:r>
              <a:rPr lang="fr-FR" smtClean="0"/>
              <a:t>Let your voices sing Praise the Lord!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VOICI, COMME IL EST BON DE CHANTER DES LOUANGES À NOTRE DIEU </a:t>
            </a:r>
          </a:p>
          <a:p>
            <a:pPr>
              <a:defRPr/>
            </a:pPr>
            <a:r>
              <a:rPr lang="fr-FR" smtClean="0"/>
              <a:t>Behold, how good it is to sing praises to our God
18-  COMME IL EST BON DE LE LOUER VOICI, COMBIEN C'EST BON OH </a:t>
            </a:r>
          </a:p>
          <a:p>
            <a:pPr>
              <a:defRPr/>
            </a:pPr>
            <a:r>
              <a:rPr lang="fr-FR" smtClean="0"/>
              <a:t>How pleasant and fitting to praise Him Behold, how good it is Oh…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19-  CRIS DE JOIE À DIEU TOUTE LA TERRE </a:t>
            </a:r>
          </a:p>
          <a:p>
            <a:pPr>
              <a:defRPr/>
            </a:pPr>
            <a:r>
              <a:rPr lang="fr-FR" smtClean="0"/>
              <a:t>Shout with joy to God all the earth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RENDONS LUI DES LOUANGES GLORIEUSES </a:t>
            </a:r>
          </a:p>
          <a:p>
            <a:pPr>
              <a:defRPr/>
            </a:pPr>
            <a:r>
              <a:rPr lang="fr-FR" smtClean="0"/>
              <a:t>make His praise glorious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 LOUEZ LE SEIGNEUR DES CIEUX LOUENT LE SEIGNEURS DE LA TERRE </a:t>
            </a:r>
          </a:p>
          <a:p>
            <a:r>
              <a:rPr lang="fr-FR" altLang="fr-FR" smtClean="0"/>
              <a:t>Praise the Lord of heaven Praise the Lord of earth
2-  LOUEZ-LE POUR SA PUISSANCE LOUEZ-LE POUR SES ŒUVRES </a:t>
            </a:r>
          </a:p>
          <a:p>
            <a:r>
              <a:rPr lang="fr-FR" altLang="fr-FR" smtClean="0"/>
              <a:t>Praise Him for His mighty power Praise Him for His works</a:t>
            </a:r>
          </a:p>
          <a:p>
            <a:r>
              <a:rPr lang="fr-FR" altLang="fr-FR" smtClean="0"/>
              <a:t>3-  LOUEZ LE SEIGNEUR VOUS LES NATIONS LOUENT LE SEIGNEUR VOUS LES ROIS 
Praise the Lord ye nations Praise the Lord ye kings</a:t>
            </a:r>
          </a:p>
          <a:p>
            <a:r>
              <a:rPr lang="fr-FR" altLang="fr-FR" smtClean="0"/>
              <a:t>4-  LE LOUENT TOUTE LA CRÉATION QUE VOS VOIX S’ÉCRIENT</a:t>
            </a:r>
          </a:p>
          <a:p>
            <a:r>
              <a:rPr lang="fr-FR" altLang="fr-FR" smtClean="0"/>
              <a:t>Praise Him all creation Let your voices sing 
5-  GLOIRE AU SEIGNEUR! </a:t>
            </a:r>
          </a:p>
          <a:p>
            <a:r>
              <a:rPr lang="fr-FR" altLang="fr-FR" smtClean="0"/>
              <a:t>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	6-  CRIS DE JOIE À DIEU TOUTE LA TERRE CHANTE GLOIRE À SON NOM </a:t>
            </a:r>
          </a:p>
          <a:p>
            <a:r>
              <a:rPr lang="fr-FR" altLang="fr-FR" smtClean="0"/>
              <a:t>	Shout with joy to God all the earth Sing glory to His name
	7-  DIT BIEN FORT SA MERVEILLEUSE VALEUR </a:t>
            </a:r>
          </a:p>
          <a:p>
            <a:r>
              <a:rPr lang="fr-FR" altLang="fr-FR" smtClean="0"/>
              <a:t>	Tell aloud His marvelous worth
	8-  PROCLAME SA JUSTICE</a:t>
            </a:r>
          </a:p>
          <a:p>
            <a:r>
              <a:rPr lang="fr-FR" altLang="fr-FR" smtClean="0"/>
              <a:t>	His righteousness proclaim 
	9-  LA GLOIRE ET L'HONNEUR BÉNÉDICTION ET PUISSANCE SOIENT AU SEIGNEUR</a:t>
            </a:r>
          </a:p>
          <a:p>
            <a:r>
              <a:rPr lang="fr-FR" altLang="fr-FR" smtClean="0"/>
              <a:t>	Glory and honor and blessing and power be unto the Lord</a:t>
            </a:r>
          </a:p>
          <a:p>
            <a:r>
              <a:rPr lang="fr-FR" altLang="fr-FR" smtClean="0"/>
              <a:t>	10-  VENEZ ET RENDONS LUI DES LOUANGES GLORIEUSES </a:t>
            </a:r>
          </a:p>
          <a:p>
            <a:r>
              <a:rPr lang="fr-FR" altLang="fr-FR" smtClean="0"/>
              <a:t>	Come and let us make His praise glorious</a:t>
            </a:r>
          </a:p>
          <a:p>
            <a:endParaRPr lang="fr-FR" altLang="fr-FR" smtClean="0"/>
          </a:p>
          <a:p>
            <a:r>
              <a:rPr lang="fr-FR" altLang="fr-FR" smtClean="0"/>
              <a:t>11-  LOUEZ LE SEIGNEUR AVEC LA MUSIQUE LOUENT LE SEIGNEUR </a:t>
            </a:r>
          </a:p>
          <a:p>
            <a:r>
              <a:rPr lang="fr-FR" altLang="fr-FR" smtClean="0"/>
              <a:t>Praise the Lord with music Praise the Lord with strings
12-  AVEC DES INSTRUMENTS LOUEZ-LE AVEC LA HARPE ET LA LYRE </a:t>
            </a:r>
          </a:p>
          <a:p>
            <a:r>
              <a:rPr lang="fr-FR" altLang="fr-FR" smtClean="0"/>
              <a:t>Praise Him with the harp and lyre
13-  QUE LES CYMBALES RÉSONNENT </a:t>
            </a:r>
          </a:p>
          <a:p>
            <a:r>
              <a:rPr lang="fr-FR" altLang="fr-FR" smtClean="0"/>
              <a:t>Let the cymbals ring</a:t>
            </a:r>
          </a:p>
          <a:p>
            <a:r>
              <a:rPr lang="fr-FR" altLang="fr-FR" smtClean="0"/>
              <a:t>14-  LOUEZ LE SEIGNEUR AVEC DES TROMPETTES </a:t>
            </a:r>
          </a:p>
          <a:p>
            <a:r>
              <a:rPr lang="fr-FR" altLang="fr-FR" smtClean="0"/>
              <a:t>Praise the Lord with trumpets
15-  ET LES TAMBOURINS LOUEZ LE SEIGNEUR EN CHOEUR </a:t>
            </a:r>
          </a:p>
          <a:p>
            <a:r>
              <a:rPr lang="fr-FR" altLang="fr-FR" smtClean="0"/>
              <a:t>And the tambourines Praise the Lord in chorus
16-  QUE VOS VOIX S’ÉCRIENT GLOIRE AU SEIGNEUR! </a:t>
            </a:r>
          </a:p>
          <a:p>
            <a:r>
              <a:rPr lang="fr-FR" altLang="fr-FR" smtClean="0"/>
              <a:t>Let your voices sing Praise the Lord!</a:t>
            </a:r>
          </a:p>
          <a:p>
            <a:endParaRPr lang="fr-FR" altLang="fr-FR" smtClean="0"/>
          </a:p>
          <a:p>
            <a:r>
              <a:rPr lang="fr-FR" altLang="fr-FR" smtClean="0"/>
              <a:t>refrain</a:t>
            </a:r>
          </a:p>
          <a:p>
            <a:endParaRPr lang="fr-FR" altLang="fr-FR" smtClean="0"/>
          </a:p>
          <a:p>
            <a:r>
              <a:rPr lang="fr-FR" altLang="fr-FR" smtClean="0"/>
              <a:t>17-  VOICI, COMME IL EST BON DE CHANTER DES LOUANGES À NOTRE DIEU </a:t>
            </a:r>
          </a:p>
          <a:p>
            <a:r>
              <a:rPr lang="fr-FR" altLang="fr-FR" smtClean="0"/>
              <a:t>Behold, how good it is to sing praises to our God
18-  COMME IL EST BON DE LE LOUER VOICI, COMBIEN C'EST BON OH </a:t>
            </a:r>
          </a:p>
          <a:p>
            <a:r>
              <a:rPr lang="fr-FR" altLang="fr-FR" smtClean="0"/>
              <a:t>How pleasant and fitting to praise Him Behold, how good it is Oh…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19-  CRIS DE JOIE À DIEU TOUTE LA TERRE </a:t>
            </a:r>
          </a:p>
          <a:p>
            <a:r>
              <a:rPr lang="fr-FR" altLang="fr-FR" smtClean="0"/>
              <a:t>Shout with joy to God all the earth </a:t>
            </a:r>
          </a:p>
          <a:p>
            <a:endParaRPr lang="fr-FR" altLang="fr-FR" smtClean="0"/>
          </a:p>
          <a:p>
            <a:r>
              <a:rPr lang="fr-FR" altLang="fr-FR" smtClean="0"/>
              <a:t>20-  RENDONS LUI DES LOUANGES GLORIEUSES </a:t>
            </a:r>
          </a:p>
          <a:p>
            <a:r>
              <a:rPr lang="fr-FR" altLang="fr-FR" smtClean="0"/>
              <a:t>make His praise glorious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71780-C82B-4C68-9D0F-CD0874D04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0AB1E-F02C-4537-BD7C-E9E327D838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AEEA82-9997-46DD-8845-7BA2EF58A0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274DB-D39F-4A22-8C70-1845D157C5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FE44-BB91-4284-B857-FC3B97AB59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4CD44-6830-4186-84AE-163FE08E18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C89F1-E26B-4BB5-ADB3-A2BB9CF7BC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FE380-903C-4DF4-8A89-286807E1D3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B18079-A12F-41E3-B6C7-7E1EF2EE96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C6393-5CAC-4A4A-9EE8-E0368F879A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62910F-7202-4D43-9B9E-12C5B064FC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392F37E-0701-4826-AC18-E66B062219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SEIGNEUR DES CIEUX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POUR SA PUISSANCE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POUR SES ŒUVRES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LES NATIONS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LES ROIS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CRÉATION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VOS VOIX S’ÉCRIENT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JOIE 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TERRE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GLOIRE À SON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FORT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MERVEILLEUSE VALEUR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PROCLAME SA JUSTICE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L'HONNEUR,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BÉNÉDICTION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PUISSANCE SOIENT AU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VENEZ 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RENDONS-LUI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LOUANGES GLORIEUSES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SEIGNEUR AVEC LA MUSIQUE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DES INSTRUMENTS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LOUEZ-LE AVEC LA HARPE ET LA LYRE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LES CYMBALES RÉSONNENT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SEIGNEUR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DES TROMPETTES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LES TAMBOURINS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LOUEZ LE SEIGNEUR EN CHOEUR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VOS VOIX S’ÉCRIENT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VOICI, COMME IL EST BON DE CHANTER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LOUANGES À NOTRE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IL EST BON DE LE LOUER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VOICI, COMBIEN C'EST BON OH 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JOIE 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RENDONS-LUI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LOUANGES GLORIEUSES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1050</Words>
  <Application>Microsoft Office PowerPoint</Application>
  <PresentationFormat>On-screen Show (4:3)</PresentationFormat>
  <Paragraphs>1556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133</cp:revision>
  <dcterms:created xsi:type="dcterms:W3CDTF">2002-08-17T10:50:50Z</dcterms:created>
  <dcterms:modified xsi:type="dcterms:W3CDTF">2015-12-27T08:08:12Z</dcterms:modified>
</cp:coreProperties>
</file>