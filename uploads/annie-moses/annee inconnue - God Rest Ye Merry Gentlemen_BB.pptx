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2" r:id="rId12"/>
    <p:sldId id="280" r:id="rId13"/>
    <p:sldId id="281" r:id="rId14"/>
    <p:sldId id="283" r:id="rId15"/>
    <p:sldId id="284" r:id="rId16"/>
    <p:sldId id="285" r:id="rId17"/>
    <p:sldId id="286" r:id="rId18"/>
    <p:sldId id="287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2622" autoAdjust="0"/>
  </p:normalViewPr>
  <p:slideViewPr>
    <p:cSldViewPr>
      <p:cViewPr varScale="1">
        <p:scale>
          <a:sx n="21" d="100"/>
          <a:sy n="21" d="100"/>
        </p:scale>
        <p:origin x="-178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49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5E4A87C-1967-4BC9-A823-3811ACECF5C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C8FF3E6-665B-4E1B-B4BD-B9583A6C88A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SOYEZ EN PAIX, BIENHEUREUX HOMMES NE SOYEZ PAS INQUIETS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God rest ye merry, gentlemen Let nothing you dismay
2-  SOUVENEZ-VOUS QUE NOTRE SAUVEUR À NOËL EST NÉ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Remember, Christ, our Saviour Was born on Christmas day
3-  POUR NOUS SAUVER  DE LA PUISSANCE DE SATAN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save us all from Satan's power
4-  QUAND NOUS ÉTIONS ÉLOIGNÉS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we were gone astray
5-  QUELLES NOUVELLES  DE RÉCONFORT ET DE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
7-  À CES NOUVELLES  DE RÉCONFORT ET DE JOIE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
8-  CHANTONS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Now to the Lord sing praises,
9-  TOUS EN CE LIEU RASSEMBLÉS EN AMOUR ET FRATERNITÉ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you within this place, And with true love and brotherhood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DONNEZ-VOUS UN SAINT BAISER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This holy tide of Christmas All other doth deface.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QUELLES NOUVELLES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tidings of comfort and joy,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DE RÉCONFORT ET DE JOIE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comfort and joy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DOUCE NUIT, SAINTE NUIT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Round yon virgin, mother and child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ENFANT SAINT  DOUX ET PAISIBLE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Holy infant, tender and mild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REPOSANT DANS UNE PAIX CÉLESTE    x2
Sleep in heavenly peace,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SOYEZ EN PAIX, BIENHEUREUX HOMMES NE SOYEZ PAS INQUIETS </a:t>
            </a:r>
          </a:p>
          <a:p>
            <a:r>
              <a:rPr lang="fr-FR" smtClean="0"/>
              <a:t>God rest ye merry, gentlemen Let nothing you dismay
2-  SOUVENEZ-VOUS QUE NOTRE SAUVEUR À NOËL EST NÉ  </a:t>
            </a:r>
          </a:p>
          <a:p>
            <a:r>
              <a:rPr lang="fr-FR" smtClean="0"/>
              <a:t>Remember, Christ, our Saviour Was born on Christmas day
3-  POUR NOUS SAUVER  DE LA PUISSANCE DE SATAN </a:t>
            </a:r>
          </a:p>
          <a:p>
            <a:r>
              <a:rPr lang="fr-FR" smtClean="0"/>
              <a:t>To save us all from Satan's power
4-  QUAND NOUS ÉTIONS ÉLOIGNÉS </a:t>
            </a:r>
          </a:p>
          <a:p>
            <a:r>
              <a:rPr lang="fr-FR" smtClean="0"/>
              <a:t>When we were gone astray
5-  QUELLES NOUVELLES  DE RÉCONFORT ET DE JOIE</a:t>
            </a:r>
          </a:p>
          <a:p>
            <a:r>
              <a:rPr lang="fr-FR" smtClean="0"/>
              <a:t>O tidings of comfort and joy,</a:t>
            </a:r>
            <a:br>
              <a:rPr lang="fr-FR" smtClean="0"/>
            </a:br>
            <a:r>
              <a:rPr lang="fr-FR" smtClean="0"/>
              <a:t>  6-  DE RÉCONFORT ET DE JOIE </a:t>
            </a:r>
          </a:p>
          <a:p>
            <a:r>
              <a:rPr lang="fr-FR" smtClean="0"/>
              <a:t>Comfort and joy
7-  À CES NOUVELLES  DE RÉCONFORT ET DE JOIE </a:t>
            </a:r>
          </a:p>
          <a:p>
            <a:r>
              <a:rPr lang="fr-FR" smtClean="0"/>
              <a:t>O tidings of comfort and joy
8-  CHANTONS POUR LE LOUER </a:t>
            </a:r>
          </a:p>
          <a:p>
            <a:r>
              <a:rPr lang="fr-FR" smtClean="0"/>
              <a:t>Now to the Lord sing praises,
9-  TOUS EN CE LIEU RASSEMBLÉS EN AMOUR ET FRATERNITÉ  </a:t>
            </a:r>
          </a:p>
          <a:p>
            <a:r>
              <a:rPr lang="fr-FR" smtClean="0"/>
              <a:t>All you within this place, And with true love and brotherhood</a:t>
            </a:r>
          </a:p>
          <a:p>
            <a:r>
              <a:rPr lang="fr-FR" smtClean="0"/>
              <a:t>10-  DONNEZ-VOUS UN SAINT BAISER </a:t>
            </a:r>
          </a:p>
          <a:p>
            <a:r>
              <a:rPr lang="fr-FR" smtClean="0"/>
              <a:t>Each other now embrace;</a:t>
            </a:r>
            <a:br>
              <a:rPr lang="fr-FR" smtClean="0"/>
            </a:br>
            <a:r>
              <a:rPr lang="fr-FR" smtClean="0"/>
              <a:t>11-  TOUT DEVIENT PÂLE  DEVANT CE SAINT COURANT DE NOËL</a:t>
            </a:r>
          </a:p>
          <a:p>
            <a:r>
              <a:rPr lang="fr-FR" smtClean="0"/>
              <a:t>This holy tide of Christmas All other doth deface. </a:t>
            </a:r>
          </a:p>
          <a:p>
            <a:endParaRPr lang="fr-FR" smtClean="0"/>
          </a:p>
          <a:p>
            <a:r>
              <a:rPr lang="fr-FR" smtClean="0"/>
              <a:t>12-  QUELLES NOUVELLES  DE RÉCONFORT ET DE JOIE  </a:t>
            </a:r>
          </a:p>
          <a:p>
            <a:r>
              <a:rPr lang="fr-FR" smtClean="0"/>
              <a:t>O tidings of comfort and joy,</a:t>
            </a:r>
          </a:p>
          <a:p>
            <a:r>
              <a:rPr lang="fr-FR" smtClean="0"/>
              <a:t>13-  DE RÉCONFORT ET DE JOIE  </a:t>
            </a:r>
          </a:p>
          <a:p>
            <a:r>
              <a:rPr lang="fr-FR" smtClean="0"/>
              <a:t>comfort and joy</a:t>
            </a:r>
          </a:p>
          <a:p>
            <a:endParaRPr lang="fr-FR" smtClean="0"/>
          </a:p>
          <a:p>
            <a:r>
              <a:rPr lang="fr-FR" smtClean="0"/>
              <a:t>14-  DOUCE NUIT, SAINTE NUIT </a:t>
            </a:r>
          </a:p>
          <a:p>
            <a:r>
              <a:rPr lang="fr-FR" smtClean="0"/>
              <a:t>Silent night, Holy night</a:t>
            </a:r>
            <a:br>
              <a:rPr lang="fr-FR" smtClean="0"/>
            </a:br>
            <a:r>
              <a:rPr lang="fr-FR" smtClean="0"/>
              <a:t>15-  TOUT EST CALME  TOUT EST LUMINEUX </a:t>
            </a:r>
          </a:p>
          <a:p>
            <a:r>
              <a:rPr lang="fr-FR" smtClean="0"/>
              <a:t>All is calm, all is bright</a:t>
            </a:r>
            <a:br>
              <a:rPr lang="fr-FR" smtClean="0"/>
            </a:br>
            <a:r>
              <a:rPr lang="fr-FR" smtClean="0"/>
              <a:t>16-  AUTOUR DE LA VIERGE  MÈRE ET FILS </a:t>
            </a:r>
          </a:p>
          <a:p>
            <a:r>
              <a:rPr lang="fr-FR" smtClean="0"/>
              <a:t>Round yon virgin, mother and child</a:t>
            </a:r>
          </a:p>
          <a:p>
            <a:r>
              <a:rPr lang="fr-FR" smtClean="0"/>
              <a:t>17-  ENFANT SAINT  DOUX ET PAISIBLE </a:t>
            </a:r>
          </a:p>
          <a:p>
            <a:r>
              <a:rPr lang="fr-FR" smtClean="0"/>
              <a:t>Holy infant, tender and mild</a:t>
            </a:r>
          </a:p>
          <a:p>
            <a:endParaRPr lang="fr-FR" smtClean="0"/>
          </a:p>
          <a:p>
            <a:r>
              <a:rPr lang="fr-FR" smtClean="0"/>
              <a:t>18-  REPOSANT DANS UNE PAIX CÉLESTE    x2
Sleep in heavenly peace,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C61E4F-FA7E-4461-BC45-818B3E3A78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B5C0BB-4430-4F03-8081-4BB023812E8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DC9B8-B3EC-4B52-B590-69364C9E40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332E2C-F95E-4E3D-97DD-E1F2C0C1C7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CA5A01-DBDF-447E-A6FC-DB32EC6B59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1DC2B9-CF30-400A-A0AA-59C717007B4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35759B-3485-4618-9BC9-1DBA662318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A8C5F8-41E8-4735-B958-513E37179A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505C53-08B5-42F8-8AB2-C65494C43B8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C7758D-7E62-4658-9030-18249E8A35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47998B-8C43-4ECE-B78C-C50A850411F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F32A491-A402-4F86-B45A-84D9BDB008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SOYEZ EN PAIX, BIENHEUREUX HOMMES NE SOYEZ PAS INQUIETS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SOUVENEZ-VOUS QUE NOTRE SAUVEUR</a:t>
            </a:r>
            <a:b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NOËL EST NÉ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NOUS SAUVER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DE LA PUISSANCE DE SATAN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ÉTIONS ÉLOIGNÉS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QUELLES NOUVELLES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RÉCONFORT ET DE JOIE</a:t>
            </a:r>
            <a:b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RÉCONFORT ET DE JOIE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CES NOUVELLES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RÉCONFORT ET DE JOIE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POUR LE LOUER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EN CE LIEU RASSEMBLÉS</a:t>
            </a:r>
            <a:b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AMOUR ET FRATERNITÉ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DONNEZ-VOUS UN SAINT BAISER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DEVIENT PÂLE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DEVANT CE SAINT COURANT DE NOËL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QUELLES NOUVELLES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RÉCONFORT ET DE JOIE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RÉCONFORT ET DE JOIE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DOUCE NUIT, SAINTE NUIT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EST CALME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TOUT EST LUMINEUX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AUTOUR DE LA VIERGE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MÈRE ET FILS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ENFANT SAINT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DOUX ET PAISIBLE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REPOSANT DANS UNE PAIX CÉLESTE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1604</TotalTime>
  <Words>360</Words>
  <Application>Microsoft Office PowerPoint</Application>
  <PresentationFormat>On-screen Show (4:3)</PresentationFormat>
  <Paragraphs>1034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ge_yomo</cp:lastModifiedBy>
  <cp:revision>154</cp:revision>
  <dcterms:created xsi:type="dcterms:W3CDTF">2002-08-17T10:50:50Z</dcterms:created>
  <dcterms:modified xsi:type="dcterms:W3CDTF">2015-12-27T00:45:21Z</dcterms:modified>
</cp:coreProperties>
</file>