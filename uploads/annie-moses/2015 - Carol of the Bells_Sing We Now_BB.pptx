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6488" autoAdjust="0"/>
  </p:normalViewPr>
  <p:slideViewPr>
    <p:cSldViewPr>
      <p:cViewPr varScale="1">
        <p:scale>
          <a:sx n="31" d="100"/>
          <a:sy n="31" d="100"/>
        </p:scale>
        <p:origin x="-79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74C1EDD-FA41-4279-BB9C-F5AEEE27FF6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2F7743E-9A09-488D-9546-F795F2DD480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13BC0B-E63C-4A9F-A146-3A079FCD05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F1B41-EB76-46C0-B4AE-CD0AABCC64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52113-FF71-4CD9-A0A9-1618DDDFD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6B7E0-992D-4F97-A923-41B18A34E0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5B291-FC97-4E5D-AFC6-479BB37938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0E718-6F07-4498-B3D8-0633BFCAFB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38E2C-348C-4343-B153-3C81C67157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B2B06-3B1C-4A10-9B69-E73F8DD3C6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A88CD-20CB-4847-B481-895DA42379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F1962-4E72-4ABC-AE7B-1B7095D2E6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43E69B-79A6-4C65-AED2-FC2A5F8F80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B4CFEDD-8285-46F2-96A3-5BF46EF6D9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MAINTENANT NOËL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NOËL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RECONNAISSANTS CHANTONS NOËL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NOËL !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EST NÉ, NOËL !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MAINTENANT NOËL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NOËL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108</Words>
  <Application>Microsoft Office PowerPoint</Application>
  <PresentationFormat>On-screen Show (4:3)</PresentationFormat>
  <Paragraphs>60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140</cp:revision>
  <dcterms:created xsi:type="dcterms:W3CDTF">2002-08-17T10:50:50Z</dcterms:created>
  <dcterms:modified xsi:type="dcterms:W3CDTF">2015-12-25T15:46:28Z</dcterms:modified>
</cp:coreProperties>
</file>