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25860" autoAdjust="0"/>
  </p:normalViewPr>
  <p:slideViewPr>
    <p:cSldViewPr>
      <p:cViewPr varScale="1">
        <p:scale>
          <a:sx n="27" d="100"/>
          <a:sy n="27" d="100"/>
        </p:scale>
        <p:origin x="6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4F33C8E-9E9C-4FD5-B310-4F3E88D06C2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2A5A896-6B21-4820-9B6C-1C6165177448}" type="slidenum">
              <a:rPr lang="fr-FR" altLang="fr-FR"/>
              <a:pPr/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41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61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Christ the Lord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ris’n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today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Sons of men and </a:t>
            </a:r>
            <a:r>
              <a:rPr lang="fr-FR" altLang="fr-FR" dirty="0" err="1" smtClean="0"/>
              <a:t>angels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Raise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joys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triumphs</a:t>
            </a:r>
            <a:r>
              <a:rPr lang="fr-FR" altLang="fr-FR" dirty="0" smtClean="0"/>
              <a:t> high,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Sing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heav’ns</a:t>
            </a:r>
            <a:r>
              <a:rPr lang="fr-FR" altLang="fr-FR" dirty="0" smtClean="0"/>
              <a:t>, and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reply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Love’s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redeeming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work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Fought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fight</a:t>
            </a:r>
            <a:r>
              <a:rPr lang="fr-FR" altLang="fr-FR" dirty="0" smtClean="0"/>
              <a:t>, the </a:t>
            </a:r>
            <a:r>
              <a:rPr lang="fr-FR" altLang="fr-FR" dirty="0" err="1" smtClean="0"/>
              <a:t>battle</a:t>
            </a:r>
            <a:r>
              <a:rPr lang="fr-FR" altLang="fr-FR" dirty="0" smtClean="0"/>
              <a:t> won,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Death</a:t>
            </a:r>
            <a:r>
              <a:rPr lang="fr-FR" altLang="fr-FR" dirty="0" smtClean="0"/>
              <a:t> in vain </a:t>
            </a:r>
            <a:r>
              <a:rPr lang="fr-FR" altLang="fr-FR" dirty="0" err="1" smtClean="0"/>
              <a:t>forbids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rise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Christ </a:t>
            </a:r>
            <a:r>
              <a:rPr lang="fr-FR" altLang="fr-FR" dirty="0" err="1" smtClean="0"/>
              <a:t>hath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opened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paradise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Lives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again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glorious</a:t>
            </a:r>
            <a:r>
              <a:rPr lang="fr-FR" altLang="fr-FR" dirty="0" smtClean="0"/>
              <a:t> King,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Where</a:t>
            </a:r>
            <a:r>
              <a:rPr lang="fr-FR" altLang="fr-FR" dirty="0" smtClean="0"/>
              <a:t>, O </a:t>
            </a:r>
            <a:r>
              <a:rPr lang="fr-FR" altLang="fr-FR" dirty="0" err="1" smtClean="0"/>
              <a:t>death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sting</a:t>
            </a:r>
            <a:r>
              <a:rPr lang="fr-FR" altLang="fr-FR" dirty="0" smtClean="0"/>
              <a:t>?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Once He </a:t>
            </a:r>
            <a:r>
              <a:rPr lang="fr-FR" altLang="fr-FR" dirty="0" err="1" smtClean="0"/>
              <a:t>died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souls to </a:t>
            </a:r>
            <a:r>
              <a:rPr lang="fr-FR" altLang="fr-FR" dirty="0" err="1" smtClean="0"/>
              <a:t>save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victory</a:t>
            </a:r>
            <a:r>
              <a:rPr lang="fr-FR" altLang="fr-FR" dirty="0" smtClean="0"/>
              <a:t>, O grave?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81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02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22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Christ the Lord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ris’n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today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Sons of men and </a:t>
            </a:r>
            <a:r>
              <a:rPr lang="fr-FR" altLang="fr-FR" dirty="0" err="1" smtClean="0"/>
              <a:t>angels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Raise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joys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triumphs</a:t>
            </a:r>
            <a:r>
              <a:rPr lang="fr-FR" altLang="fr-FR" dirty="0" smtClean="0"/>
              <a:t> high,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Sing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heav’ns</a:t>
            </a:r>
            <a:r>
              <a:rPr lang="fr-FR" altLang="fr-FR" dirty="0" smtClean="0"/>
              <a:t>, and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reply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Love’s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redeeming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work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Fought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fight</a:t>
            </a:r>
            <a:r>
              <a:rPr lang="fr-FR" altLang="fr-FR" dirty="0" smtClean="0"/>
              <a:t>, the </a:t>
            </a:r>
            <a:r>
              <a:rPr lang="fr-FR" altLang="fr-FR" dirty="0" err="1" smtClean="0"/>
              <a:t>battle</a:t>
            </a:r>
            <a:r>
              <a:rPr lang="fr-FR" altLang="fr-FR" dirty="0" smtClean="0"/>
              <a:t> won,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Death</a:t>
            </a:r>
            <a:r>
              <a:rPr lang="fr-FR" altLang="fr-FR" dirty="0" smtClean="0"/>
              <a:t> in vain </a:t>
            </a:r>
            <a:r>
              <a:rPr lang="fr-FR" altLang="fr-FR" dirty="0" err="1" smtClean="0"/>
              <a:t>forbids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rise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Christ </a:t>
            </a:r>
            <a:r>
              <a:rPr lang="fr-FR" altLang="fr-FR" dirty="0" err="1" smtClean="0"/>
              <a:t>hath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opened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paradise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Lives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again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glorious</a:t>
            </a:r>
            <a:r>
              <a:rPr lang="fr-FR" altLang="fr-FR" dirty="0" smtClean="0"/>
              <a:t> King,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Where</a:t>
            </a:r>
            <a:r>
              <a:rPr lang="fr-FR" altLang="fr-FR" dirty="0" smtClean="0"/>
              <a:t>, O </a:t>
            </a:r>
            <a:r>
              <a:rPr lang="fr-FR" altLang="fr-FR" dirty="0" err="1" smtClean="0"/>
              <a:t>death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sting</a:t>
            </a:r>
            <a:r>
              <a:rPr lang="fr-FR" altLang="fr-FR" dirty="0" smtClean="0"/>
              <a:t>?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Once He </a:t>
            </a:r>
            <a:r>
              <a:rPr lang="fr-FR" altLang="fr-FR" dirty="0" err="1" smtClean="0"/>
              <a:t>died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souls to </a:t>
            </a:r>
            <a:r>
              <a:rPr lang="fr-FR" altLang="fr-FR" dirty="0" err="1" smtClean="0"/>
              <a:t>save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victory</a:t>
            </a:r>
            <a:r>
              <a:rPr lang="fr-FR" altLang="fr-FR" dirty="0" smtClean="0"/>
              <a:t>, O grave?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Christ the Lord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ris’n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today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Sons of men and </a:t>
            </a:r>
            <a:r>
              <a:rPr lang="fr-FR" altLang="fr-FR" dirty="0" err="1" smtClean="0"/>
              <a:t>angels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say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Raise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your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joys</a:t>
            </a:r>
            <a:r>
              <a:rPr lang="fr-FR" altLang="fr-FR" dirty="0" smtClean="0"/>
              <a:t> and </a:t>
            </a:r>
            <a:r>
              <a:rPr lang="fr-FR" altLang="fr-FR" dirty="0" err="1" smtClean="0"/>
              <a:t>triumphs</a:t>
            </a:r>
            <a:r>
              <a:rPr lang="fr-FR" altLang="fr-FR" dirty="0" smtClean="0"/>
              <a:t> high,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Sing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ye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heav’ns</a:t>
            </a:r>
            <a:r>
              <a:rPr lang="fr-FR" altLang="fr-FR" dirty="0" smtClean="0"/>
              <a:t>, and </a:t>
            </a:r>
            <a:r>
              <a:rPr lang="fr-FR" altLang="fr-FR" dirty="0" err="1" smtClean="0"/>
              <a:t>earth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reply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Love’s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redeeming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work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done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Fought</a:t>
            </a:r>
            <a:r>
              <a:rPr lang="fr-FR" altLang="fr-FR" dirty="0" smtClean="0"/>
              <a:t> the </a:t>
            </a:r>
            <a:r>
              <a:rPr lang="fr-FR" altLang="fr-FR" dirty="0" err="1" smtClean="0"/>
              <a:t>fight</a:t>
            </a:r>
            <a:r>
              <a:rPr lang="fr-FR" altLang="fr-FR" dirty="0" smtClean="0"/>
              <a:t>, the </a:t>
            </a:r>
            <a:r>
              <a:rPr lang="fr-FR" altLang="fr-FR" dirty="0" err="1" smtClean="0"/>
              <a:t>battle</a:t>
            </a:r>
            <a:r>
              <a:rPr lang="fr-FR" altLang="fr-FR" dirty="0" smtClean="0"/>
              <a:t> won,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Death</a:t>
            </a:r>
            <a:r>
              <a:rPr lang="fr-FR" altLang="fr-FR" dirty="0" smtClean="0"/>
              <a:t> in vain </a:t>
            </a:r>
            <a:r>
              <a:rPr lang="fr-FR" altLang="fr-FR" dirty="0" err="1" smtClean="0"/>
              <a:t>forbids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His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rise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Christ </a:t>
            </a:r>
            <a:r>
              <a:rPr lang="fr-FR" altLang="fr-FR" dirty="0" err="1" smtClean="0"/>
              <a:t>hath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opened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paradise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Lives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again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glorious</a:t>
            </a:r>
            <a:r>
              <a:rPr lang="fr-FR" altLang="fr-FR" dirty="0" smtClean="0"/>
              <a:t> King,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Where</a:t>
            </a:r>
            <a:r>
              <a:rPr lang="fr-FR" altLang="fr-FR" dirty="0" smtClean="0"/>
              <a:t>, O </a:t>
            </a:r>
            <a:r>
              <a:rPr lang="fr-FR" altLang="fr-FR" dirty="0" err="1" smtClean="0"/>
              <a:t>death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is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now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sting</a:t>
            </a:r>
            <a:r>
              <a:rPr lang="fr-FR" altLang="fr-FR" dirty="0" smtClean="0"/>
              <a:t>?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Once He </a:t>
            </a:r>
            <a:r>
              <a:rPr lang="fr-FR" altLang="fr-FR" dirty="0" err="1" smtClean="0"/>
              <a:t>died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our</a:t>
            </a:r>
            <a:r>
              <a:rPr lang="fr-FR" altLang="fr-FR" dirty="0" smtClean="0"/>
              <a:t> souls to </a:t>
            </a:r>
            <a:r>
              <a:rPr lang="fr-FR" altLang="fr-FR" dirty="0" err="1" smtClean="0"/>
              <a:t>save</a:t>
            </a:r>
            <a:r>
              <a:rPr lang="fr-FR" altLang="fr-FR" dirty="0" smtClean="0"/>
              <a:t>,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dirty="0" err="1" smtClean="0"/>
              <a:t>Where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thy</a:t>
            </a:r>
            <a:r>
              <a:rPr lang="fr-FR" altLang="fr-FR" dirty="0" smtClean="0"/>
              <a:t> </a:t>
            </a:r>
            <a:r>
              <a:rPr lang="fr-FR" altLang="fr-FR" dirty="0" err="1" smtClean="0"/>
              <a:t>victory</a:t>
            </a:r>
            <a:r>
              <a:rPr lang="fr-FR" altLang="fr-FR" dirty="0" smtClean="0"/>
              <a:t>, O grave? </a:t>
            </a:r>
            <a:r>
              <a:rPr lang="fr-FR" altLang="fr-FR" dirty="0" err="1" smtClean="0"/>
              <a:t>Alleluia</a:t>
            </a:r>
            <a:r>
              <a:rPr lang="fr-FR" altLang="fr-FR" dirty="0" smtClean="0"/>
              <a:t>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1-  JÉSUS-CHRIST RESSUSCITÉ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the Lord is ris’n today,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2-  CIEL ET TERRE L’ONT ACCLAMÉ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Sons of men and angels say,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3-  LEVONS NOS VOIX EN  CRIS DE JOIE,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Raise your joys and triumphs high,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4-  TOUS EN CHŒUR ET AVEC FOI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Sing, ye heav’ns, and earth, reply,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5-  PAR SON AMOUR TOUT EST ACCOMPLI,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Love’s redeeming work is done,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6-  LA VICTOIRE REMPORTÉE AUJOURD’HUI,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Fought the fight, the battle won,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7-  LA MORT N’A PU LE RETENIR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Death in vain forbids His rise,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8-  CHRIST NOUS A OFFERT LA VIE ÉTERNELLE,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Christ hath opened paradise,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9-  VIS À JAMAIS, ROI GLORIEUX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Lives again our glorious King,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10-  DE LA MORT NOUS SOMMES VICTORIEUX,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Where, O death, is now thy sting?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11-  CRUCIFIÉ POUR NOUS SAUVER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Once He died our souls to save, Alleluia!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12-  L’ENFER N’A PU L’ARRÊTER ALLÉLUIA</a:t>
            </a:r>
          </a:p>
          <a:p>
            <a:pPr eaLnBrk="1" hangingPunct="1">
              <a:spcBef>
                <a:spcPct val="0"/>
              </a:spcBef>
              <a:defRPr/>
            </a:pPr>
            <a:r>
              <a:rPr lang="fr-FR" altLang="fr-FR" smtClean="0"/>
              <a:t>Where thy victory, O grave? Alleluia!</a:t>
            </a:r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  <a:p>
            <a:pPr eaLnBrk="1" hangingPunct="1">
              <a:spcBef>
                <a:spcPct val="0"/>
              </a:spcBef>
              <a:defRPr/>
            </a:pPr>
            <a:endParaRPr lang="fr-FR" alt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1-  JÉSUS-CHRIST RESSUSCITÉ ALLÉLUIA</a:t>
            </a:r>
          </a:p>
          <a:p>
            <a:r>
              <a:rPr lang="fr-FR" altLang="fr-FR"/>
              <a:t>Christ the Lord is ris’n today, Alleluia!</a:t>
            </a:r>
          </a:p>
          <a:p>
            <a:r>
              <a:rPr lang="fr-FR" altLang="fr-FR"/>
              <a:t>2-  CIEL ET TERRE L’ONT ACCLAMÉ ALLÉLUIA</a:t>
            </a:r>
          </a:p>
          <a:p>
            <a:r>
              <a:rPr lang="fr-FR" altLang="fr-FR"/>
              <a:t>Sons of men and angels say, Alleluia!</a:t>
            </a:r>
          </a:p>
          <a:p>
            <a:r>
              <a:rPr lang="fr-FR" altLang="fr-FR"/>
              <a:t>3-  LEVONS NOS VOIX EN  CRIS DE JOIE, ALLÉLUIA</a:t>
            </a:r>
          </a:p>
          <a:p>
            <a:r>
              <a:rPr lang="fr-FR" altLang="fr-FR"/>
              <a:t>Raise your joys and triumphs high, Alleluia!</a:t>
            </a:r>
          </a:p>
          <a:p>
            <a:r>
              <a:rPr lang="fr-FR" altLang="fr-FR"/>
              <a:t>4-  TOUS EN CHŒUR ET AVEC FOI ALLÉLUIA</a:t>
            </a:r>
          </a:p>
          <a:p>
            <a:r>
              <a:rPr lang="fr-FR" altLang="fr-FR"/>
              <a:t>Sing, ye heav’ns, and earth, reply, Alleluia!</a:t>
            </a:r>
          </a:p>
          <a:p>
            <a:endParaRPr lang="fr-FR" altLang="fr-FR"/>
          </a:p>
          <a:p>
            <a:r>
              <a:rPr lang="fr-FR" altLang="fr-FR"/>
              <a:t>5-  PAR SON AMOUR TOUT EST ACCOMPLI, ALLÉLUIA</a:t>
            </a:r>
          </a:p>
          <a:p>
            <a:r>
              <a:rPr lang="fr-FR" altLang="fr-FR"/>
              <a:t>Love’s redeeming work is done, Alleluia!</a:t>
            </a:r>
          </a:p>
          <a:p>
            <a:r>
              <a:rPr lang="fr-FR" altLang="fr-FR"/>
              <a:t>6-  LA VICTOIRE REMPORTÉE AUJOURD’HUI, ALLÉLUIA</a:t>
            </a:r>
          </a:p>
          <a:p>
            <a:r>
              <a:rPr lang="fr-FR" altLang="fr-FR"/>
              <a:t>Fought the fight, the battle won, Alleluia!</a:t>
            </a:r>
          </a:p>
          <a:p>
            <a:r>
              <a:rPr lang="fr-FR" altLang="fr-FR"/>
              <a:t>7-  LA MORT N’A PU LE RETENIR ALLÉLUIA</a:t>
            </a:r>
          </a:p>
          <a:p>
            <a:r>
              <a:rPr lang="fr-FR" altLang="fr-FR"/>
              <a:t>Death in vain forbids His rise, Alleluia!</a:t>
            </a:r>
          </a:p>
          <a:p>
            <a:r>
              <a:rPr lang="fr-FR" altLang="fr-FR"/>
              <a:t>8-  CHRIST NOUS A OFFERT LA VIE ÉTERNELLE, ALLÉLUIA</a:t>
            </a:r>
          </a:p>
          <a:p>
            <a:r>
              <a:rPr lang="fr-FR" altLang="fr-FR"/>
              <a:t>Christ hath opened paradise, Alleluia!</a:t>
            </a:r>
          </a:p>
          <a:p>
            <a:endParaRPr lang="fr-FR" altLang="fr-FR"/>
          </a:p>
          <a:p>
            <a:r>
              <a:rPr lang="fr-FR" altLang="fr-FR"/>
              <a:t>9-  VIS À JAMAIS, ROI GLORIEUX ALLÉLUIA</a:t>
            </a:r>
          </a:p>
          <a:p>
            <a:r>
              <a:rPr lang="fr-FR" altLang="fr-FR"/>
              <a:t>Lives again our glorious King, Alleluia!</a:t>
            </a:r>
          </a:p>
          <a:p>
            <a:r>
              <a:rPr lang="fr-FR" altLang="fr-FR"/>
              <a:t>10-  DE LA MORT NOUS SOMMES VICTORIEUX, ALLÉLUIA</a:t>
            </a:r>
          </a:p>
          <a:p>
            <a:r>
              <a:rPr lang="fr-FR" altLang="fr-FR"/>
              <a:t>Where, O death, is now thy sting? Alleluia!</a:t>
            </a:r>
          </a:p>
          <a:p>
            <a:r>
              <a:rPr lang="fr-FR" altLang="fr-FR"/>
              <a:t>11-  CRUCIFIÉ POUR NOUS SAUVER ALLÉLUIA</a:t>
            </a:r>
          </a:p>
          <a:p>
            <a:r>
              <a:rPr lang="fr-FR" altLang="fr-FR"/>
              <a:t>Once He died our souls to save, Alleluia!</a:t>
            </a:r>
          </a:p>
          <a:p>
            <a:r>
              <a:rPr lang="fr-FR" altLang="fr-FR"/>
              <a:t>12-  L’ENFER N’A PU L’ARRÊTER ALLÉLUIA</a:t>
            </a:r>
          </a:p>
          <a:p>
            <a:r>
              <a:rPr lang="fr-FR" altLang="fr-FR"/>
              <a:t>Where thy victory, O grave? Alleluia!</a:t>
            </a:r>
          </a:p>
          <a:p>
            <a:endParaRPr lang="fr-FR" altLang="fr-FR"/>
          </a:p>
          <a:p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9B1F51-7A5D-4ECE-87B6-8A2A1010138A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59CB7C-4EE3-4758-ACB7-4785689FDCFB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0E598-F7B6-46CC-AF44-B443771AA3A0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D26FD5-6D9F-42F0-B4E6-50E848B4C8FE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4A7341-5A8B-46BD-B694-483C477E4C17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C7E5DA-6F32-4E83-9290-63A2561DAED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533069-DE47-451E-82E5-12AD2885C00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AF2B80-CDAD-435E-8700-4CE21BFF1C99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06BD8D-AECE-42C9-AC46-208657604C8C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DC4B12-BA40-4F22-8C80-2C9C5D867F91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C68154-ACCB-4A1D-BCAB-0C087544B8B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51C67D58-A36D-4B1F-A00F-13D7BD04D152}" type="slidenum">
              <a:rPr lang="en-GB" altLang="fr-FR"/>
              <a:pPr/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503237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JÉSUS-CHRIST RESSUSCITÉ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307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CIEL ET TERRE L’ONT ACCLAMÉ</a:t>
            </a:r>
            <a:b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410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LEVONS NOS VOIX </a:t>
            </a:r>
            <a:b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 CRIS DE JOIE,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512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EN CHŒUR ET AVEC FOI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614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 SON AMOUR </a:t>
            </a:r>
            <a:b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EST ACCOMPLI,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717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VICTOIRE REMPORTÉE AUJOURD’HUI,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819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MORT N’A PU LE RETENIR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CHRIST NOUS A OFFERT </a:t>
            </a:r>
            <a:b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 ÉTERNELLE,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0244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VIS À JAMAIS, ROI GLORIEUX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1268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LA MORT NOUS SOMMES VICTORIEUX,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2292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CRUCIFIÉ POUR NOUS SAUVER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331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L’ENFER N’A PU L’ARRÊTER 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331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VOLONS OÙ CHRIST NOUS CONDUIT, ALLÉLUIA !</a:t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b="1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331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SUIVANT NOTRE ROI EXALTÉ ALLÉLUIA !</a:t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b="1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331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RENDUS COMME LUI</a:t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NOUS LEVONS, ALLÉLUIA!</a:t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b="1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lnSpc>
                <a:spcPct val="90000"/>
              </a:lnSpc>
            </a:pPr>
            <a:endParaRPr lang="fr-FR" altLang="fr-FR" sz="4000">
              <a:solidFill>
                <a:schemeClr val="bg1"/>
              </a:solidFill>
            </a:endParaRPr>
          </a:p>
        </p:txBody>
      </p:sp>
      <p:sp>
        <p:nvSpPr>
          <p:cNvPr id="13316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0"/>
            <a:ext cx="7772400" cy="1143000"/>
          </a:xfrm>
          <a:effectLst>
            <a:outerShdw blurRad="63500" dist="37357" dir="2700000" rotWithShape="0">
              <a:srgbClr val="A6A6A6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NOUS LA CROIX, LA TOMBE</a:t>
            </a:r>
            <a:b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b="1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CIEUX, ALLÉLUIA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6598</Words>
  <Application>Microsoft Office PowerPoint</Application>
  <PresentationFormat>On-screen Show (4:3)</PresentationFormat>
  <Paragraphs>848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Franklin Gothic Medium</vt:lpstr>
      <vt:lpstr>Arial</vt:lpstr>
      <vt:lpstr>Calibri</vt:lpstr>
      <vt:lpstr>Default Design</vt:lpstr>
      <vt:lpstr>JÉSUS-CHRIST RESSUSCITÉ ALLÉLUIA</vt:lpstr>
      <vt:lpstr>CIEL ET TERRE L’ONT ACCLAMÉ ALLÉLUIA</vt:lpstr>
      <vt:lpstr>LEVONS NOS VOIX  EN  CRIS DE JOIE, ALLÉLUIA</vt:lpstr>
      <vt:lpstr>TOUS EN CHŒUR ET AVEC FOI ALLÉLUIA</vt:lpstr>
      <vt:lpstr>PAR SON AMOUR  TOUT EST ACCOMPLI, ALLÉLUIA</vt:lpstr>
      <vt:lpstr>LA VICTOIRE REMPORTÉE AUJOURD’HUI, ALLÉLUIA</vt:lpstr>
      <vt:lpstr>LA MORT N’A PU LE RETENIR ALLÉLUIA</vt:lpstr>
      <vt:lpstr>CHRIST NOUS A OFFERT  LA VIE ÉTERNELLE, ALLÉLUIA</vt:lpstr>
      <vt:lpstr>VIS À JAMAIS, ROI GLORIEUX ALLÉLUIA</vt:lpstr>
      <vt:lpstr>DE LA MORT NOUS SOMMES VICTORIEUX, ALLÉLUIA</vt:lpstr>
      <vt:lpstr>CRUCIFIÉ POUR NOUS SAUVER ALLÉLUIA</vt:lpstr>
      <vt:lpstr>L’ENFER N’A PU L’ARRÊTER ALLÉLUIA</vt:lpstr>
      <vt:lpstr> VOLONS OÙ CHRIST NOUS CONDUIT, ALLÉLUIA ! </vt:lpstr>
      <vt:lpstr> SUIVANT NOTRE ROI EXALTÉ ALLÉLUIA ! </vt:lpstr>
      <vt:lpstr> RENDUS COMME LUI NOUS NOUS LEVONS, ALLÉLUIA! </vt:lpstr>
      <vt:lpstr>À NOUS LA CROIX, LA TOMBE LES CIEUX, ALLÉLUIA !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65</cp:revision>
  <dcterms:created xsi:type="dcterms:W3CDTF">2002-08-17T10:50:50Z</dcterms:created>
  <dcterms:modified xsi:type="dcterms:W3CDTF">2017-04-16T08:05:06Z</dcterms:modified>
</cp:coreProperties>
</file>