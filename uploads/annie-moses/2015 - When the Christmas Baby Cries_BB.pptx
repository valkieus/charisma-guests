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1720" autoAdjust="0"/>
  </p:normalViewPr>
  <p:slideViewPr>
    <p:cSldViewPr>
      <p:cViewPr varScale="1">
        <p:scale>
          <a:sx n="43" d="100"/>
          <a:sy n="43" d="100"/>
        </p:scale>
        <p:origin x="-96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45009CD-82A0-44E1-A3EF-65823C3E874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81A0F0C-D5E8-492D-AE52-7AE848DF3D8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LES SAPINS SE SONT COURBÉS LES BRANCHES SONT PROSTERNÉES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Mountain pine weighed down so low Branches bowed with silent snow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MAIS SOUS LA NEIGE SCINTILLANTE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underneath the glistening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ET SANS UN MOT LE BOIS ÉCOUTE  IL ÉCOUTE, IL ÉCOUTE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wordless wood is listening, listening, listening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4-  LE FROID S'EN IRA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ANIMAUX SONT TREMBLANTS DANS LE FROID ET DANS LE VENT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Beast that bristle with the cold Huddle in the bitter blow
6-  ET PENDANT QUE LA TEMPÊTE GRONDE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But while the blast is thundering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ILS SE DEMANDENT SE DEMANDENT, SE DEMANDENT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Their frozen souls are wondering, wondering, wondering
8-  SI C'EST CETTE NUIT LÀ QUE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If this is the night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LE FROID S'EN IRA 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the frost will fly 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LE VENT VIENT DANS UN GRAND BRUIT À LA LUMIÈRE D'UNE BOUGIE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Wind comes creeping through the cracks Flame blows from the candle wax  
11-  ET CHACUN PEUT AVOIR LA FOI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the Christmas baby cries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LES SAPINS SE SONT COURBÉS LES BRANCHES SONT PROSTERNÉES  </a:t>
            </a:r>
          </a:p>
          <a:p>
            <a:r>
              <a:rPr lang="fr-FR" smtClean="0"/>
              <a:t>Mountain pine weighed down so low Branches bowed with silent snow</a:t>
            </a:r>
          </a:p>
          <a:p>
            <a:r>
              <a:rPr lang="fr-FR" smtClean="0"/>
              <a:t>2-  MAIS SOUS LA NEIGE SCINTILLANTE </a:t>
            </a:r>
          </a:p>
          <a:p>
            <a:r>
              <a:rPr lang="fr-FR" smtClean="0"/>
              <a:t>But underneath the glistening</a:t>
            </a:r>
          </a:p>
          <a:p>
            <a:r>
              <a:rPr lang="fr-FR" smtClean="0"/>
              <a:t> 3-  ET SANS UN MOT LE BOIS ÉCOUTE  IL ÉCOUTE, IL ÉCOUTE </a:t>
            </a:r>
          </a:p>
          <a:p>
            <a:r>
              <a:rPr lang="fr-FR" smtClean="0"/>
              <a:t>The wordless wood is listening, listening, listening</a:t>
            </a:r>
          </a:p>
          <a:p>
            <a:r>
              <a:rPr lang="fr-FR" smtClean="0"/>
              <a:t> 4-  LE FROID S'EN IRA 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5-  LES ANIMAUX SONT TREMBLANTS DANS LE FROID ET DANS LE VENT </a:t>
            </a:r>
          </a:p>
          <a:p>
            <a:r>
              <a:rPr lang="fr-FR" smtClean="0"/>
              <a:t>Beast that bristle with the cold Huddle in the bitter blow
6-  ET PENDANT QUE LA TEMPÊTE GRONDE </a:t>
            </a:r>
          </a:p>
          <a:p>
            <a:r>
              <a:rPr lang="fr-FR" smtClean="0"/>
              <a:t>But while the blast is thundering</a:t>
            </a:r>
          </a:p>
          <a:p>
            <a:r>
              <a:rPr lang="fr-FR" smtClean="0"/>
              <a:t>7-  ILS SE DEMANDENT SE DEMANDENT, SE DEMANDENT </a:t>
            </a:r>
          </a:p>
          <a:p>
            <a:r>
              <a:rPr lang="fr-FR" smtClean="0"/>
              <a:t>Their frozen souls are wondering, wondering, wondering
8-  SI C'EST CETTE NUIT LÀ QUE LE BÉBÉ DE NOËL PLEURERA </a:t>
            </a:r>
          </a:p>
          <a:p>
            <a:r>
              <a:rPr lang="fr-FR" smtClean="0"/>
              <a:t>If this is the night When the Christmas baby cries</a:t>
            </a:r>
          </a:p>
          <a:p>
            <a:endParaRPr lang="fr-FR" smtClean="0"/>
          </a:p>
          <a:p>
            <a:r>
              <a:rPr lang="fr-FR" smtClean="0"/>
              <a:t>9-  LE FROID S'EN IRA QUAND LE BÉBÉ DE NOËL PLEURERA </a:t>
            </a:r>
          </a:p>
          <a:p>
            <a:r>
              <a:rPr lang="fr-FR" smtClean="0"/>
              <a:t>For the frost will fly When the Christmas baby cries</a:t>
            </a:r>
          </a:p>
          <a:p>
            <a:endParaRPr lang="fr-FR" smtClean="0"/>
          </a:p>
          <a:p>
            <a:r>
              <a:rPr lang="fr-FR" smtClean="0"/>
              <a:t>10-  LE VENT VIENT DANS UN GRAND BRUIT À LA LUMIÈRE D'UNE BOUGIE</a:t>
            </a:r>
          </a:p>
          <a:p>
            <a:r>
              <a:rPr lang="fr-FR" smtClean="0"/>
              <a:t>Wind comes creeping through the cracks Flame blows from the candle wax  
11-  ET CHACUN PEUT AVOIR LA FOI  </a:t>
            </a:r>
          </a:p>
          <a:p>
            <a:r>
              <a:rPr lang="fr-FR" smtClean="0"/>
              <a:t>Yet there is faith for fragile man</a:t>
            </a:r>
            <a:br>
              <a:rPr lang="fr-FR" smtClean="0"/>
            </a:br>
            <a:r>
              <a:rPr lang="fr-FR" smtClean="0"/>
              <a:t>12-  UN ENFANT EST NÉ À BETHLEEM BETHLEHEM, BETHLEHEM</a:t>
            </a:r>
          </a:p>
          <a:p>
            <a:r>
              <a:rPr lang="fr-FR" smtClean="0"/>
              <a:t>A Child is born in Bethlehem, Bethlehem, Bethlehem</a:t>
            </a:r>
            <a:br>
              <a:rPr lang="fr-FR" smtClean="0"/>
            </a:br>
            <a:r>
              <a:rPr lang="fr-FR" smtClean="0"/>
              <a:t> 13-  NOTRE ESPOIR NAITRA 	x3</a:t>
            </a:r>
          </a:p>
          <a:p>
            <a:r>
              <a:rPr lang="fr-FR" smtClean="0"/>
              <a:t>For our hope will rise</a:t>
            </a:r>
            <a:br>
              <a:rPr lang="fr-FR" smtClean="0"/>
            </a:br>
            <a:r>
              <a:rPr lang="fr-FR" smtClean="0"/>
              <a:t>14-  QUAND LE BÉBÉ DE NOËL PLEURERA </a:t>
            </a:r>
          </a:p>
          <a:p>
            <a:r>
              <a:rPr lang="fr-FR" smtClean="0"/>
              <a:t>When the Christmas baby cries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6F1B7-5D4D-426D-8FD4-607E8739B6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2F134-386D-4F9F-ACF4-EF1063A360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F14AC-6D6A-4845-9095-2FB6A9F2FA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BE1F1-A77F-4D36-A933-56C889DCD9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5F34E0-470F-4A49-A995-BEEB351D22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FF3958-92AE-4917-89BF-FA5EFBAA22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3BF4E-AD55-44DD-975C-A800693634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93D62-43B6-4930-896D-4FE3136820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1471E-2FE7-477C-98B3-2920BD5051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93F1D-6A9C-4EE9-AC55-209CE1B4B9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108A2-6082-4DFC-B267-A4712FAAB6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F84E714-126E-42F3-A4DC-F422BCCDBD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SAPINS SE SONT COURBÉS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BRANCHES SONT PROSTERNÉES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SOUS LA NEIGE SCINTILLANTE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SANS UN MOT LE BOIS ÉCOUTE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IL ÉCOUTE, IL ÉCOUTE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FROID S'EN IRA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ANIMAUX SONT TREMBLANTS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FROID ET DANS LE VENT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PENDANT QUE LA TEMPÊTE GRONDE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SE DEMANDENT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DEMANDENT, SE DEMANDENT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C'EST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NUIT-LÀ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FROID S'EN IRA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VENT VIENT DANS UN GRAND BRUIT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LA LUMIÈRE D'UNE BOUGIE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CHACUN PEUT AVOIR LA FOI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ENFANT EST NÉ À BETHLEEM BETHLEHEM, BETHLEHEM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ESPOIR NAÎTRA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BÉBÉ DE NOËL PLEURERA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364</Words>
  <Application>Microsoft Office PowerPoint</Application>
  <PresentationFormat>On-screen Show (4:3)</PresentationFormat>
  <Paragraphs>716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144</cp:revision>
  <dcterms:created xsi:type="dcterms:W3CDTF">2002-08-17T10:50:50Z</dcterms:created>
  <dcterms:modified xsi:type="dcterms:W3CDTF">2017-04-15T15:48:54Z</dcterms:modified>
</cp:coreProperties>
</file>