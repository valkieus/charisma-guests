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4" r:id="rId2"/>
    <p:sldId id="305" r:id="rId3"/>
    <p:sldId id="304" r:id="rId4"/>
    <p:sldId id="303" r:id="rId5"/>
    <p:sldId id="302" r:id="rId6"/>
    <p:sldId id="301" r:id="rId7"/>
    <p:sldId id="300" r:id="rId8"/>
    <p:sldId id="299" r:id="rId9"/>
    <p:sldId id="298" r:id="rId10"/>
    <p:sldId id="297" r:id="rId11"/>
    <p:sldId id="296" r:id="rId12"/>
    <p:sldId id="295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9" d="100"/>
          <a:sy n="69" d="100"/>
        </p:scale>
        <p:origin x="-118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7C13FA9-93FE-4FEB-959B-002B99E5915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18592DC-63B3-40EF-A99B-D73A47DBADE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B930F-9AF1-4BE3-B32F-DF72C6E7B1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83886-0DB2-450B-AFBB-ABA6920BE3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6E31C-56EA-4AAA-9420-31AD21FFF6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95EB2-D7C9-4A1B-BB55-A417255CE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57304-6246-42C2-B14F-390C906808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63892-2EA6-4A7E-9641-8AF5FBB449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BEAEF-F23D-4E97-8E48-6E90508915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BCAB6-D769-4162-9C94-9EB0A815FF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9790C-9355-48FA-8F5E-A45F971962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01F73-D711-4FAF-968F-8FC59324D9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9703F-39B7-4CC1-A0AC-1F062FC05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911D1C-33CC-40B2-B30A-EBED100AB4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ON ROULE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OMBRES EN ARRIÈRE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LUMIÈRE DU SOLEIL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 L'EAU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L'ESPRIT DE NOS PÈRES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DONNERA DE LA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ENSEMBLE,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LÈVERONS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MER DE L’OCCIDENT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FERONS DE CETTE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FERONS DE CETTE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MAISON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NOUVEAU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NOUVEAU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LOI D'AMOUR NOUS CONDUIRA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RÊVES TROUVERONT LEUR LIBERTÉ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DE DIEU POSÉS SUR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ENFANTS SERONT COURAGEUX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CONSTRUIRONT SUR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AVONS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FERONT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CETTE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FERONT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CETTE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 MAISON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768</Words>
  <Application>Microsoft Office PowerPoint</Application>
  <PresentationFormat>On-screen Show (4:3)</PresentationFormat>
  <Paragraphs>598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140</cp:revision>
  <dcterms:created xsi:type="dcterms:W3CDTF">2002-08-17T10:50:50Z</dcterms:created>
  <dcterms:modified xsi:type="dcterms:W3CDTF">2015-12-27T08:23:53Z</dcterms:modified>
</cp:coreProperties>
</file>