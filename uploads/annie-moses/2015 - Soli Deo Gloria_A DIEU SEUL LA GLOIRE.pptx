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2" r:id="rId2"/>
    <p:sldId id="275" r:id="rId3"/>
    <p:sldId id="274" r:id="rId4"/>
    <p:sldId id="273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69" d="100"/>
          <a:sy n="69" d="100"/>
        </p:scale>
        <p:origin x="-118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00B3157-B797-4237-85EC-BE4AFEEC66A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22D7316-D0FC-47C2-A351-D10FCB98D2B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GLOIRE! GLOIRE! À DIEU SEUL </a:t>
            </a:r>
          </a:p>
          <a:p>
            <a:pPr>
              <a:defRPr/>
            </a:pPr>
            <a:r>
              <a:rPr lang="fr-FR" smtClean="0"/>
              <a:t>Gloria! Gloria! Soli Deo
2-  GLOIRE! GLOIRE! À DIEU SEUL LA GLOIRE ! </a:t>
            </a:r>
          </a:p>
          <a:p>
            <a:pPr>
              <a:defRPr/>
            </a:pPr>
            <a:r>
              <a:rPr lang="fr-FR" smtClean="0"/>
              <a:t>Gloria! Gloria! Soli Deo Gloria!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DIGNE, TOI SEUL EST DIGNE JÉSUS TU ES DIGNE </a:t>
            </a:r>
          </a:p>
          <a:p>
            <a:pPr>
              <a:defRPr/>
            </a:pPr>
            <a:r>
              <a:rPr lang="fr-FR" smtClean="0"/>
              <a:t>Worthy, only you are worthy Jesus you are worthy
4-  À DIEU SEUL LA GLOIRE </a:t>
            </a:r>
          </a:p>
          <a:p>
            <a:pPr>
              <a:defRPr/>
            </a:pPr>
            <a:r>
              <a:rPr lang="fr-FR" smtClean="0"/>
              <a:t>Soli Deo Gloria!
</a:t>
            </a:r>
            <a:endParaRPr lang="fr-FR" dirty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GLOIRE! GLOIRE! À DIEU SEUL </a:t>
            </a:r>
          </a:p>
          <a:p>
            <a:r>
              <a:rPr lang="fr-FR" altLang="fr-FR" smtClean="0"/>
              <a:t>Gloria! Gloria! Soli Deo
2-  GLOIRE! GLOIRE! À DIEU SEUL LA GLOIRE ! </a:t>
            </a:r>
          </a:p>
          <a:p>
            <a:r>
              <a:rPr lang="fr-FR" altLang="fr-FR" smtClean="0"/>
              <a:t>Gloria! Gloria! Soli Deo Gloria!</a:t>
            </a:r>
          </a:p>
          <a:p>
            <a:endParaRPr lang="fr-FR" altLang="fr-FR" smtClean="0"/>
          </a:p>
          <a:p>
            <a:r>
              <a:rPr lang="fr-FR" altLang="fr-FR" smtClean="0"/>
              <a:t>3-  DIGNE, TOI SEUL EST DIGNE JÉSUS TU ES DIGNE </a:t>
            </a:r>
          </a:p>
          <a:p>
            <a:r>
              <a:rPr lang="fr-FR" altLang="fr-FR" smtClean="0"/>
              <a:t>Worthy, only you are worthy Jesus you are worthy
4-  À DIEU SEUL LA GLOIRE </a:t>
            </a:r>
          </a:p>
          <a:p>
            <a:r>
              <a:rPr lang="fr-FR" altLang="fr-FR" smtClean="0"/>
              <a:t>Soli Deo Gloria!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GLOIRE! GLOIRE! À DIEU SEUL </a:t>
            </a:r>
          </a:p>
          <a:p>
            <a:pPr>
              <a:defRPr/>
            </a:pPr>
            <a:r>
              <a:rPr lang="fr-FR" smtClean="0"/>
              <a:t>Gloria! Gloria! Soli Deo
2-  GLOIRE! GLOIRE! À DIEU SEUL LA GLOIRE ! </a:t>
            </a:r>
          </a:p>
          <a:p>
            <a:pPr>
              <a:defRPr/>
            </a:pPr>
            <a:r>
              <a:rPr lang="fr-FR" smtClean="0"/>
              <a:t>Gloria! Gloria! Soli Deo Gloria!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DIGNE, TOI SEUL EST DIGNE JÉSUS TU ES DIGNE </a:t>
            </a:r>
          </a:p>
          <a:p>
            <a:pPr>
              <a:defRPr/>
            </a:pPr>
            <a:r>
              <a:rPr lang="fr-FR" smtClean="0"/>
              <a:t>Worthy, only you are worthy Jesus you are worthy
4-  À DIEU SEUL LA GLOIRE </a:t>
            </a:r>
          </a:p>
          <a:p>
            <a:pPr>
              <a:defRPr/>
            </a:pPr>
            <a:r>
              <a:rPr lang="fr-FR" smtClean="0"/>
              <a:t>Soli Deo Gloria!
</a:t>
            </a:r>
            <a:endParaRPr lang="fr-FR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GLOIRE! GLOIRE! À DIEU SEUL </a:t>
            </a:r>
          </a:p>
          <a:p>
            <a:r>
              <a:rPr lang="fr-FR" altLang="fr-FR" smtClean="0"/>
              <a:t>Gloria! Gloria! Soli Deo
2-  GLOIRE! GLOIRE! À DIEU SEUL LA GLOIRE ! </a:t>
            </a:r>
          </a:p>
          <a:p>
            <a:r>
              <a:rPr lang="fr-FR" altLang="fr-FR" smtClean="0"/>
              <a:t>Gloria! Gloria! Soli Deo Gloria!</a:t>
            </a:r>
          </a:p>
          <a:p>
            <a:endParaRPr lang="fr-FR" altLang="fr-FR" smtClean="0"/>
          </a:p>
          <a:p>
            <a:r>
              <a:rPr lang="fr-FR" altLang="fr-FR" smtClean="0"/>
              <a:t>3-  DIGNE, TOI SEUL EST DIGNE JÉSUS TU ES DIGNE </a:t>
            </a:r>
          </a:p>
          <a:p>
            <a:r>
              <a:rPr lang="fr-FR" altLang="fr-FR" smtClean="0"/>
              <a:t>Worthy, only you are worthy Jesus you are worthy
4-  À DIEU SEUL LA GLOIRE </a:t>
            </a:r>
          </a:p>
          <a:p>
            <a:r>
              <a:rPr lang="fr-FR" altLang="fr-FR" smtClean="0"/>
              <a:t>Soli Deo Gloria!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GLOIRE! GLOIRE! À DIEU SEUL </a:t>
            </a:r>
          </a:p>
          <a:p>
            <a:pPr>
              <a:defRPr/>
            </a:pPr>
            <a:r>
              <a:rPr lang="fr-FR" smtClean="0"/>
              <a:t>Gloria! Gloria! Soli Deo
2-  GLOIRE! GLOIRE! À DIEU SEUL LA GLOIRE ! </a:t>
            </a:r>
          </a:p>
          <a:p>
            <a:pPr>
              <a:defRPr/>
            </a:pPr>
            <a:r>
              <a:rPr lang="fr-FR" smtClean="0"/>
              <a:t>Gloria! Gloria! Soli Deo Gloria!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DIGNE, TOI SEUL EST DIGNE JÉSUS TU ES DIGNE </a:t>
            </a:r>
          </a:p>
          <a:p>
            <a:pPr>
              <a:defRPr/>
            </a:pPr>
            <a:r>
              <a:rPr lang="fr-FR" smtClean="0"/>
              <a:t>Worthy, only you are worthy Jesus you are worthy
4-  À DIEU SEUL LA GLOIRE </a:t>
            </a:r>
          </a:p>
          <a:p>
            <a:pPr>
              <a:defRPr/>
            </a:pPr>
            <a:r>
              <a:rPr lang="fr-FR" smtClean="0"/>
              <a:t>Soli Deo Gloria!
</a:t>
            </a:r>
            <a:endParaRPr lang="fr-FR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GLOIRE! GLOIRE! À DIEU SEUL </a:t>
            </a:r>
          </a:p>
          <a:p>
            <a:r>
              <a:rPr lang="fr-FR" altLang="fr-FR" smtClean="0"/>
              <a:t>Gloria! Gloria! Soli Deo
2-  GLOIRE! GLOIRE! À DIEU SEUL LA GLOIRE ! </a:t>
            </a:r>
          </a:p>
          <a:p>
            <a:r>
              <a:rPr lang="fr-FR" altLang="fr-FR" smtClean="0"/>
              <a:t>Gloria! Gloria! Soli Deo Gloria!</a:t>
            </a:r>
          </a:p>
          <a:p>
            <a:endParaRPr lang="fr-FR" altLang="fr-FR" smtClean="0"/>
          </a:p>
          <a:p>
            <a:r>
              <a:rPr lang="fr-FR" altLang="fr-FR" smtClean="0"/>
              <a:t>3-  DIGNE, TOI SEUL EST DIGNE JÉSUS TU ES DIGNE </a:t>
            </a:r>
          </a:p>
          <a:p>
            <a:r>
              <a:rPr lang="fr-FR" altLang="fr-FR" smtClean="0"/>
              <a:t>Worthy, only you are worthy Jesus you are worthy
4-  À DIEU SEUL LA GLOIRE </a:t>
            </a:r>
          </a:p>
          <a:p>
            <a:r>
              <a:rPr lang="fr-FR" altLang="fr-FR" smtClean="0"/>
              <a:t>Soli Deo Gloria!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GLOIRE! GLOIRE! À DIEU SEUL </a:t>
            </a:r>
          </a:p>
          <a:p>
            <a:pPr>
              <a:defRPr/>
            </a:pPr>
            <a:r>
              <a:rPr lang="fr-FR" smtClean="0"/>
              <a:t>Gloria! Gloria! Soli Deo
2-  GLOIRE! GLOIRE! À DIEU SEUL LA GLOIRE ! </a:t>
            </a:r>
          </a:p>
          <a:p>
            <a:pPr>
              <a:defRPr/>
            </a:pPr>
            <a:r>
              <a:rPr lang="fr-FR" smtClean="0"/>
              <a:t>Gloria! Gloria! Soli Deo Gloria!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DIGNE, TOI SEUL EST DIGNE JÉSUS TU ES DIGNE </a:t>
            </a:r>
          </a:p>
          <a:p>
            <a:pPr>
              <a:defRPr/>
            </a:pPr>
            <a:r>
              <a:rPr lang="fr-FR" smtClean="0"/>
              <a:t>Worthy, only you are worthy Jesus you are worthy
4-  À DIEU SEUL LA GLOIRE </a:t>
            </a:r>
          </a:p>
          <a:p>
            <a:pPr>
              <a:defRPr/>
            </a:pPr>
            <a:r>
              <a:rPr lang="fr-FR" smtClean="0"/>
              <a:t>Soli Deo Gloria!
</a:t>
            </a:r>
            <a:endParaRPr lang="fr-FR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GLOIRE! GLOIRE! À DIEU SEUL </a:t>
            </a:r>
          </a:p>
          <a:p>
            <a:r>
              <a:rPr lang="fr-FR" altLang="fr-FR" smtClean="0"/>
              <a:t>Gloria! Gloria! Soli Deo
2-  GLOIRE! GLOIRE! À DIEU SEUL LA GLOIRE ! </a:t>
            </a:r>
          </a:p>
          <a:p>
            <a:r>
              <a:rPr lang="fr-FR" altLang="fr-FR" smtClean="0"/>
              <a:t>Gloria! Gloria! Soli Deo Gloria!</a:t>
            </a:r>
          </a:p>
          <a:p>
            <a:endParaRPr lang="fr-FR" altLang="fr-FR" smtClean="0"/>
          </a:p>
          <a:p>
            <a:r>
              <a:rPr lang="fr-FR" altLang="fr-FR" smtClean="0"/>
              <a:t>3-  DIGNE, TOI SEUL EST DIGNE JÉSUS TU ES DIGNE </a:t>
            </a:r>
          </a:p>
          <a:p>
            <a:r>
              <a:rPr lang="fr-FR" altLang="fr-FR" smtClean="0"/>
              <a:t>Worthy, only you are worthy Jesus you are worthy
4-  À DIEU SEUL LA GLOIRE </a:t>
            </a:r>
          </a:p>
          <a:p>
            <a:r>
              <a:rPr lang="fr-FR" altLang="fr-FR" smtClean="0"/>
              <a:t>Soli Deo Gloria!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C1891-6DAF-43A1-862B-E6CA062C2E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033377-8B61-4B3F-9FE2-C39CEF14C6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9B7D-CC9E-4754-9D68-E11E91A7ED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51601-CDE5-4613-91A9-EC9331D770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C28D5-ADBD-41FC-8911-27BA7F7824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E12D4-70CB-4D6B-8CE8-7EC388811D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21068-E81F-4E5D-8F47-8EB081BA48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477ED-D7D9-4D4E-B453-0A34DD0799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388FA-05A5-414A-9C88-2CADA25296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B9BCE-39C3-408B-ABD0-D0FDC51F41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D75919-565C-4D8F-B5C1-82A92F7A98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B29E46C-5B08-46C0-A294-68DC1A5D0F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! GLOIRE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 SEUL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! GLOIRE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 SEUL LA GLOIRE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DIGNE, TOI SEUL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DIGNE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 SEUL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</TotalTime>
  <Words>144</Words>
  <Application>Microsoft Office PowerPoint</Application>
  <PresentationFormat>On-screen Show (4:3)</PresentationFormat>
  <Paragraphs>63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131</cp:revision>
  <dcterms:created xsi:type="dcterms:W3CDTF">2002-08-17T10:50:50Z</dcterms:created>
  <dcterms:modified xsi:type="dcterms:W3CDTF">2015-12-27T07:53:33Z</dcterms:modified>
</cp:coreProperties>
</file>