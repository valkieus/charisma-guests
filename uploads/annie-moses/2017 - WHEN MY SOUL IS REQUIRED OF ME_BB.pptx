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71" r:id="rId2"/>
    <p:sldId id="272" r:id="rId3"/>
    <p:sldId id="273" r:id="rId4"/>
    <p:sldId id="274" r:id="rId5"/>
    <p:sldId id="275" r:id="rId6"/>
    <p:sldId id="276" r:id="rId7"/>
    <p:sldId id="277" r:id="rId8"/>
    <p:sldId id="278" r:id="rId9"/>
    <p:sldId id="279" r:id="rId10"/>
    <p:sldId id="280" r:id="rId11"/>
    <p:sldId id="281" r:id="rId12"/>
    <p:sldId id="282" r:id="rId13"/>
    <p:sldId id="283" r:id="rId14"/>
    <p:sldId id="284" r:id="rId15"/>
    <p:sldId id="285" r:id="rId16"/>
    <p:sldId id="286" r:id="rId17"/>
    <p:sldId id="287" r:id="rId18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28A4"/>
    <a:srgbClr val="DF9245"/>
    <a:srgbClr val="CB69CD"/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00" autoAdjust="0"/>
    <p:restoredTop sz="40312" autoAdjust="0"/>
  </p:normalViewPr>
  <p:slideViewPr>
    <p:cSldViewPr>
      <p:cViewPr varScale="1">
        <p:scale>
          <a:sx n="37" d="100"/>
          <a:sy n="37" d="100"/>
        </p:scale>
        <p:origin x="-2088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192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955E6C4-AEE2-4C65-9E07-2C76B3351265}" type="datetimeFigureOut">
              <a:rPr lang="fr-FR"/>
              <a:pPr>
                <a:defRPr/>
              </a:pPr>
              <a:t>27/02/2018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B2D5AD5E-2030-4476-A800-79DADD184D21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QUAND MON ÂME  ME SERA DEMANDÉE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When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soul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required</a:t>
            </a:r>
            <a:r>
              <a:rPr lang="fr-FR" dirty="0" smtClean="0"/>
              <a:t> of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2-  QUAND JE SERAI  MORT À LA VANITÉ HUMAINE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And I have </a:t>
            </a:r>
            <a:r>
              <a:rPr lang="fr-FR" dirty="0" err="1" smtClean="0"/>
              <a:t>died</a:t>
            </a:r>
            <a:r>
              <a:rPr lang="fr-FR" dirty="0" smtClean="0"/>
              <a:t> to </a:t>
            </a:r>
            <a:r>
              <a:rPr lang="fr-FR" dirty="0" err="1" smtClean="0"/>
              <a:t>human</a:t>
            </a:r>
            <a:r>
              <a:rPr lang="fr-FR" dirty="0" smtClean="0"/>
              <a:t> </a:t>
            </a:r>
            <a:r>
              <a:rPr lang="fr-FR" dirty="0" err="1" smtClean="0"/>
              <a:t>vanity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3-  MIS À NU, SANS EXCUSE  NI COUVERTURE POUR RENDRE COMPTE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Stripped</a:t>
            </a:r>
            <a:r>
              <a:rPr lang="fr-FR" dirty="0" smtClean="0"/>
              <a:t> </a:t>
            </a:r>
            <a:r>
              <a:rPr lang="fr-FR" dirty="0" err="1" smtClean="0"/>
              <a:t>bare</a:t>
            </a:r>
            <a:r>
              <a:rPr lang="fr-FR" dirty="0" smtClean="0"/>
              <a:t>, </a:t>
            </a:r>
            <a:r>
              <a:rPr lang="fr-FR" dirty="0" err="1" smtClean="0"/>
              <a:t>without</a:t>
            </a:r>
            <a:r>
              <a:rPr lang="fr-FR" dirty="0" smtClean="0"/>
              <a:t> excuse or </a:t>
            </a:r>
            <a:r>
              <a:rPr lang="fr-FR" dirty="0" err="1" smtClean="0"/>
              <a:t>covering</a:t>
            </a:r>
            <a:r>
              <a:rPr lang="fr-FR" dirty="0" smtClean="0"/>
              <a:t> To </a:t>
            </a:r>
            <a:r>
              <a:rPr lang="fr-FR" dirty="0" err="1" smtClean="0"/>
              <a:t>give</a:t>
            </a:r>
            <a:r>
              <a:rPr lang="fr-FR" dirty="0" smtClean="0"/>
              <a:t> </a:t>
            </a:r>
            <a:r>
              <a:rPr lang="fr-FR" dirty="0" err="1" smtClean="0"/>
              <a:t>account</a:t>
            </a:r>
            <a:r>
              <a:rPr lang="fr-FR" dirty="0" smtClean="0"/>
              <a:t> for love and </a:t>
            </a:r>
            <a:r>
              <a:rPr lang="fr-FR" dirty="0" err="1" smtClean="0"/>
              <a:t>suffering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4-  QUAND LE FEU PURIFICATEUR BRÛLERA ATTISÉ PAR DES MAINS PUISSANTES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Stripped</a:t>
            </a:r>
            <a:r>
              <a:rPr lang="fr-FR" dirty="0" smtClean="0"/>
              <a:t> </a:t>
            </a:r>
            <a:r>
              <a:rPr lang="fr-FR" dirty="0" err="1" smtClean="0"/>
              <a:t>bare</a:t>
            </a:r>
            <a:r>
              <a:rPr lang="fr-FR" dirty="0" smtClean="0"/>
              <a:t>, </a:t>
            </a:r>
            <a:r>
              <a:rPr lang="fr-FR" dirty="0" err="1" smtClean="0"/>
              <a:t>without</a:t>
            </a:r>
            <a:r>
              <a:rPr lang="fr-FR" dirty="0" smtClean="0"/>
              <a:t> excuse or </a:t>
            </a:r>
            <a:r>
              <a:rPr lang="fr-FR" dirty="0" err="1" smtClean="0"/>
              <a:t>covering</a:t>
            </a:r>
            <a:r>
              <a:rPr lang="fr-FR" dirty="0" smtClean="0"/>
              <a:t> To </a:t>
            </a:r>
            <a:r>
              <a:rPr lang="fr-FR" dirty="0" err="1" smtClean="0"/>
              <a:t>give</a:t>
            </a:r>
            <a:r>
              <a:rPr lang="fr-FR" dirty="0" smtClean="0"/>
              <a:t> </a:t>
            </a:r>
            <a:r>
              <a:rPr lang="fr-FR" dirty="0" err="1" smtClean="0"/>
              <a:t>account</a:t>
            </a:r>
            <a:r>
              <a:rPr lang="fr-FR" dirty="0" smtClean="0"/>
              <a:t> for love and </a:t>
            </a:r>
            <a:r>
              <a:rPr lang="fr-FR" dirty="0" err="1" smtClean="0"/>
              <a:t>suffering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5-  POUR BRÛLER L’IMPURETÉ  ET RÉVÉLER LA SAINTETÉ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Burn</a:t>
            </a:r>
            <a:r>
              <a:rPr lang="fr-FR" dirty="0" smtClean="0"/>
              <a:t> the dross and let the </a:t>
            </a:r>
            <a:r>
              <a:rPr lang="fr-FR" dirty="0" err="1" smtClean="0"/>
              <a:t>holy</a:t>
            </a:r>
            <a:r>
              <a:rPr lang="fr-FR" dirty="0" smtClean="0"/>
              <a:t> stand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6-  QU’EN SERA-T-IL ?  QU’EN SERA-T-IL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What</a:t>
            </a:r>
            <a:r>
              <a:rPr lang="fr-FR" dirty="0" smtClean="0"/>
              <a:t> </a:t>
            </a:r>
            <a:r>
              <a:rPr lang="fr-FR" dirty="0" err="1" smtClean="0"/>
              <a:t>will</a:t>
            </a:r>
            <a:r>
              <a:rPr lang="fr-FR" dirty="0" smtClean="0"/>
              <a:t> </a:t>
            </a:r>
            <a:r>
              <a:rPr lang="fr-FR" dirty="0" err="1" smtClean="0"/>
              <a:t>it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? </a:t>
            </a:r>
            <a:r>
              <a:rPr lang="fr-FR" dirty="0" err="1" smtClean="0"/>
              <a:t>What</a:t>
            </a:r>
            <a:r>
              <a:rPr lang="fr-FR" dirty="0" smtClean="0"/>
              <a:t> </a:t>
            </a:r>
            <a:r>
              <a:rPr lang="fr-FR" dirty="0" err="1" smtClean="0"/>
              <a:t>will</a:t>
            </a:r>
            <a:r>
              <a:rPr lang="fr-FR" dirty="0" smtClean="0"/>
              <a:t> </a:t>
            </a:r>
            <a:r>
              <a:rPr lang="fr-FR" dirty="0" err="1" smtClean="0"/>
              <a:t>it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7-  QUAND MON ÂME ME SERA DEMANDÉE DIS-MOI QUEL SERA LE VERDICT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When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soul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required</a:t>
            </a:r>
            <a:r>
              <a:rPr lang="fr-FR" dirty="0" smtClean="0"/>
              <a:t> of me Tell me </a:t>
            </a:r>
            <a:r>
              <a:rPr lang="fr-FR" dirty="0" err="1" smtClean="0"/>
              <a:t>what</a:t>
            </a:r>
            <a:r>
              <a:rPr lang="fr-FR" dirty="0" smtClean="0"/>
              <a:t> </a:t>
            </a:r>
            <a:r>
              <a:rPr lang="fr-FR" dirty="0" err="1" smtClean="0"/>
              <a:t>will</a:t>
            </a:r>
            <a:r>
              <a:rPr lang="fr-FR" dirty="0" smtClean="0"/>
              <a:t> the verdict </a:t>
            </a:r>
            <a:r>
              <a:rPr lang="fr-FR" dirty="0" err="1" smtClean="0"/>
              <a:t>be</a:t>
            </a:r>
            <a:r>
              <a:rPr lang="fr-FR" dirty="0" smtClean="0"/>
              <a:t>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8-  QUAND LA VIE DEVIENDRA ÉTERNITÉ QUAND MON ÂME ME SERA DEMANDÉE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When</a:t>
            </a:r>
            <a:r>
              <a:rPr lang="fr-FR" dirty="0" smtClean="0"/>
              <a:t> life </a:t>
            </a:r>
            <a:r>
              <a:rPr lang="fr-FR" dirty="0" err="1" smtClean="0"/>
              <a:t>turns</a:t>
            </a:r>
            <a:r>
              <a:rPr lang="fr-FR" dirty="0" smtClean="0"/>
              <a:t> to </a:t>
            </a:r>
            <a:r>
              <a:rPr lang="fr-FR" dirty="0" err="1" smtClean="0"/>
              <a:t>eternity</a:t>
            </a:r>
            <a:r>
              <a:rPr lang="fr-FR" dirty="0" smtClean="0"/>
              <a:t> </a:t>
            </a:r>
            <a:r>
              <a:rPr lang="fr-FR" dirty="0" err="1" smtClean="0"/>
              <a:t>When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soul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required</a:t>
            </a:r>
            <a:r>
              <a:rPr lang="fr-FR" dirty="0" smtClean="0"/>
              <a:t> of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9-  QUAND MON ÂME ME SERA DEMANDÉE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When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soul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required</a:t>
            </a:r>
            <a:r>
              <a:rPr lang="fr-FR" dirty="0" smtClean="0"/>
              <a:t> of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10-  JE NE POURRAI  PLUS CACHER L’HYPOCRISIE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I </a:t>
            </a:r>
            <a:r>
              <a:rPr lang="fr-FR" dirty="0" err="1" smtClean="0"/>
              <a:t>can</a:t>
            </a:r>
            <a:r>
              <a:rPr lang="fr-FR" dirty="0" smtClean="0"/>
              <a:t> no longer </a:t>
            </a:r>
            <a:r>
              <a:rPr lang="fr-FR" dirty="0" err="1" smtClean="0"/>
              <a:t>hide</a:t>
            </a:r>
            <a:r>
              <a:rPr lang="fr-FR" dirty="0" smtClean="0"/>
              <a:t> </a:t>
            </a:r>
            <a:r>
              <a:rPr lang="fr-FR" dirty="0" err="1" smtClean="0"/>
              <a:t>hypocrisy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11-  DEVANT CELUI QUI VOIT LA VIE CACHÉE ET SÉPARE L’OS ET LA MOELLE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Engage the gaze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sees</a:t>
            </a:r>
            <a:r>
              <a:rPr lang="fr-FR" dirty="0" smtClean="0"/>
              <a:t> the </a:t>
            </a:r>
            <a:r>
              <a:rPr lang="fr-FR" dirty="0" err="1" smtClean="0"/>
              <a:t>hidden</a:t>
            </a:r>
            <a:r>
              <a:rPr lang="fr-FR" dirty="0" smtClean="0"/>
              <a:t> life </a:t>
            </a:r>
            <a:r>
              <a:rPr lang="fr-FR" dirty="0" err="1" smtClean="0"/>
              <a:t>Between</a:t>
            </a:r>
            <a:r>
              <a:rPr lang="fr-FR" dirty="0" smtClean="0"/>
              <a:t> the </a:t>
            </a:r>
            <a:r>
              <a:rPr lang="fr-FR" dirty="0" err="1" smtClean="0"/>
              <a:t>bone</a:t>
            </a:r>
            <a:r>
              <a:rPr lang="fr-FR" dirty="0" smtClean="0"/>
              <a:t> and </a:t>
            </a:r>
            <a:r>
              <a:rPr lang="fr-FR" dirty="0" err="1" smtClean="0"/>
              <a:t>marrow</a:t>
            </a:r>
            <a:r>
              <a:rPr lang="fr-FR" dirty="0" smtClean="0"/>
              <a:t> </a:t>
            </a:r>
            <a:r>
              <a:rPr lang="fr-FR" dirty="0" err="1" smtClean="0"/>
              <a:t>cuts</a:t>
            </a:r>
            <a:r>
              <a:rPr lang="fr-FR" dirty="0" smtClean="0"/>
              <a:t> the </a:t>
            </a:r>
            <a:r>
              <a:rPr lang="fr-FR" dirty="0" err="1" smtClean="0"/>
              <a:t>knife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Instrumental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QUAND JE VERRAI  CELUI QUI M’A FORMÉ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When</a:t>
            </a:r>
            <a:r>
              <a:rPr lang="fr-FR" dirty="0" smtClean="0"/>
              <a:t> I face the One </a:t>
            </a:r>
            <a:r>
              <a:rPr lang="fr-FR" dirty="0" err="1" smtClean="0"/>
              <a:t>Who</a:t>
            </a:r>
            <a:r>
              <a:rPr lang="fr-FR" dirty="0" smtClean="0"/>
              <a:t> </a:t>
            </a:r>
            <a:r>
              <a:rPr lang="fr-FR" dirty="0" err="1" smtClean="0"/>
              <a:t>formed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frame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13-  CRÉÉ LE SANG  QUI COULE DANS MES VEINES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Made the </a:t>
            </a:r>
            <a:r>
              <a:rPr lang="fr-FR" dirty="0" err="1" smtClean="0"/>
              <a:t>blood</a:t>
            </a:r>
            <a:r>
              <a:rPr lang="fr-FR" dirty="0" smtClean="0"/>
              <a:t>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runs</a:t>
            </a:r>
            <a:r>
              <a:rPr lang="fr-FR" dirty="0" smtClean="0"/>
              <a:t> </a:t>
            </a:r>
            <a:r>
              <a:rPr lang="fr-FR" dirty="0" err="1" smtClean="0"/>
              <a:t>within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veins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14-  A FAIT BATTRE MON CŒUR  ET CONNAÎT MON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Caused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heart</a:t>
            </a:r>
            <a:r>
              <a:rPr lang="fr-FR" dirty="0" smtClean="0"/>
              <a:t> to beat and </a:t>
            </a:r>
            <a:r>
              <a:rPr lang="fr-FR" dirty="0" err="1" smtClean="0"/>
              <a:t>knows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name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15-  QU’EN SERA-T-IL ?  QU’EN SERA-T-IL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What</a:t>
            </a:r>
            <a:r>
              <a:rPr lang="fr-FR" dirty="0" smtClean="0"/>
              <a:t> </a:t>
            </a:r>
            <a:r>
              <a:rPr lang="fr-FR" dirty="0" err="1" smtClean="0"/>
              <a:t>will</a:t>
            </a:r>
            <a:r>
              <a:rPr lang="fr-FR" dirty="0" smtClean="0"/>
              <a:t> </a:t>
            </a:r>
            <a:r>
              <a:rPr lang="fr-FR" dirty="0" err="1" smtClean="0"/>
              <a:t>it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? </a:t>
            </a:r>
            <a:r>
              <a:rPr lang="fr-FR" dirty="0" err="1" smtClean="0"/>
              <a:t>What</a:t>
            </a:r>
            <a:r>
              <a:rPr lang="fr-FR" dirty="0" smtClean="0"/>
              <a:t> </a:t>
            </a:r>
            <a:r>
              <a:rPr lang="fr-FR" dirty="0" err="1" smtClean="0"/>
              <a:t>will</a:t>
            </a:r>
            <a:r>
              <a:rPr lang="fr-FR" dirty="0" smtClean="0"/>
              <a:t> </a:t>
            </a:r>
            <a:r>
              <a:rPr lang="fr-FR" dirty="0" err="1" smtClean="0"/>
              <a:t>it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16-  QUAND MON ÂME ME SERA DEMANDÉE DIS-MOI QUEL SERA LE VERDICT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When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soul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required</a:t>
            </a:r>
            <a:r>
              <a:rPr lang="fr-FR" dirty="0" smtClean="0"/>
              <a:t> of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Tell me </a:t>
            </a:r>
            <a:r>
              <a:rPr lang="fr-FR" dirty="0" err="1" smtClean="0"/>
              <a:t>what</a:t>
            </a:r>
            <a:r>
              <a:rPr lang="fr-FR" dirty="0" smtClean="0"/>
              <a:t> </a:t>
            </a:r>
            <a:r>
              <a:rPr lang="fr-FR" dirty="0" err="1" smtClean="0"/>
              <a:t>will</a:t>
            </a:r>
            <a:r>
              <a:rPr lang="fr-FR" dirty="0" smtClean="0"/>
              <a:t> the verdict </a:t>
            </a:r>
            <a:r>
              <a:rPr lang="fr-FR" dirty="0" err="1" smtClean="0"/>
              <a:t>be</a:t>
            </a:r>
            <a:r>
              <a:rPr lang="fr-FR" dirty="0" smtClean="0"/>
              <a:t>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17-  QUAND LA VIE DEVIENDRA ÉTERNITÉ QUAND MON ÂME ME SERA DEMANDÉE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When</a:t>
            </a:r>
            <a:r>
              <a:rPr lang="fr-FR" dirty="0" smtClean="0"/>
              <a:t> life </a:t>
            </a:r>
            <a:r>
              <a:rPr lang="fr-FR" dirty="0" err="1" smtClean="0"/>
              <a:t>turns</a:t>
            </a:r>
            <a:r>
              <a:rPr lang="fr-FR" dirty="0" smtClean="0"/>
              <a:t> to </a:t>
            </a:r>
            <a:r>
              <a:rPr lang="fr-FR" dirty="0" err="1" smtClean="0"/>
              <a:t>eternity</a:t>
            </a:r>
            <a:r>
              <a:rPr lang="fr-FR" dirty="0" smtClean="0"/>
              <a:t> </a:t>
            </a:r>
            <a:r>
              <a:rPr lang="fr-FR" dirty="0" err="1" smtClean="0"/>
              <a:t>When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soul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required</a:t>
            </a:r>
            <a:r>
              <a:rPr lang="fr-FR" dirty="0" smtClean="0"/>
              <a:t> of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MON ÂME  ME SERA DEMANDÉE</a:t>
            </a:r>
          </a:p>
          <a:p>
            <a:r>
              <a:rPr lang="fr-FR" smtClean="0"/>
              <a:t>When my soul is required of me</a:t>
            </a:r>
          </a:p>
          <a:p>
            <a:r>
              <a:rPr lang="fr-FR" smtClean="0"/>
              <a:t> 2-  QUAND JE SERAI  MORT À LA VANITÉ HUMAINE</a:t>
            </a:r>
          </a:p>
          <a:p>
            <a:r>
              <a:rPr lang="fr-FR" smtClean="0"/>
              <a:t>And I have died to human vanity</a:t>
            </a:r>
          </a:p>
          <a:p>
            <a:r>
              <a:rPr lang="fr-FR" smtClean="0"/>
              <a:t> 3-  MIS À NU, SANS EXCUSE  NI COUVERTURE POUR RENDRE COMPTE </a:t>
            </a:r>
          </a:p>
          <a:p>
            <a:r>
              <a:rPr lang="fr-FR" smtClean="0"/>
              <a:t>Stripped bare, without excuse or covering To give account for love and suffering</a:t>
            </a:r>
          </a:p>
          <a:p>
            <a:endParaRPr lang="fr-FR" smtClean="0"/>
          </a:p>
          <a:p>
            <a:r>
              <a:rPr lang="fr-FR" smtClean="0"/>
              <a:t>4-  QUAND LE FEU PURIFICATEUR BRÛLERA ATTISÉ PAR DES MAINS PUISSANTES </a:t>
            </a:r>
          </a:p>
          <a:p>
            <a:r>
              <a:rPr lang="fr-FR" smtClean="0"/>
              <a:t>Stripped bare, without excuse or covering To give account for love and suffering</a:t>
            </a:r>
          </a:p>
          <a:p>
            <a:r>
              <a:rPr lang="fr-FR" smtClean="0"/>
              <a:t>5-  POUR BRÛLER L’IMPURETÉ  ET RÉVÉLER LA SAINTETÉ </a:t>
            </a:r>
          </a:p>
          <a:p>
            <a:r>
              <a:rPr lang="fr-FR" smtClean="0"/>
              <a:t>Burn the dross and let the holy stand </a:t>
            </a:r>
          </a:p>
          <a:p>
            <a:r>
              <a:rPr lang="fr-FR" smtClean="0"/>
              <a:t>6-  QU’EN SERA-T-IL ?  QU’EN SERA-T-IL ?</a:t>
            </a:r>
          </a:p>
          <a:p>
            <a:r>
              <a:rPr lang="fr-FR" smtClean="0"/>
              <a:t>What will it be? What will it be?</a:t>
            </a:r>
          </a:p>
          <a:p>
            <a:r>
              <a:rPr lang="fr-FR" smtClean="0"/>
              <a:t> </a:t>
            </a:r>
          </a:p>
          <a:p>
            <a:endParaRPr lang="fr-FR" smtClean="0"/>
          </a:p>
          <a:p>
            <a:r>
              <a:rPr lang="fr-FR" smtClean="0"/>
              <a:t>7-  QUAND MON ÂME ME SERA DEMANDÉE DIS-MOI QUEL SERA LE VERDICT ? </a:t>
            </a:r>
          </a:p>
          <a:p>
            <a:r>
              <a:rPr lang="fr-FR" smtClean="0"/>
              <a:t>When my soul is required of me Tell me what will the verdict be?</a:t>
            </a:r>
          </a:p>
          <a:p>
            <a:r>
              <a:rPr lang="fr-FR" smtClean="0"/>
              <a:t>8-  QUAND LA VIE DEVIENDRA ÉTERNITÉ QUAND MON ÂME ME SERA DEMANDÉE </a:t>
            </a:r>
          </a:p>
          <a:p>
            <a:r>
              <a:rPr lang="fr-FR" smtClean="0"/>
              <a:t>When life turns to eternity When my soul is required of me</a:t>
            </a:r>
          </a:p>
          <a:p>
            <a:endParaRPr lang="fr-FR" smtClean="0"/>
          </a:p>
          <a:p>
            <a:r>
              <a:rPr lang="fr-FR" smtClean="0"/>
              <a:t>9-  QUAND MON ÂME ME SERA DEMANDÉE </a:t>
            </a:r>
          </a:p>
          <a:p>
            <a:r>
              <a:rPr lang="fr-FR" smtClean="0"/>
              <a:t>When my soul is required of me </a:t>
            </a:r>
          </a:p>
          <a:p>
            <a:r>
              <a:rPr lang="fr-FR" smtClean="0"/>
              <a:t>10-  JE NE POURRAI  PLUS CACHER L’HYPOCRISIE </a:t>
            </a:r>
          </a:p>
          <a:p>
            <a:r>
              <a:rPr lang="fr-FR" smtClean="0"/>
              <a:t>I can no longer hide hypocrisy</a:t>
            </a:r>
          </a:p>
          <a:p>
            <a:r>
              <a:rPr lang="fr-FR" smtClean="0"/>
              <a:t>11-  DEVANT CELUI QUI VOIT LA VIE CACHÉE ET SÉPARE L’OS ET LA MOELLE</a:t>
            </a:r>
          </a:p>
          <a:p>
            <a:r>
              <a:rPr lang="fr-FR" smtClean="0"/>
              <a:t>Engage the gaze that sees the hidden life Between the bone and marrow cuts the knife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Instrumental</a:t>
            </a:r>
          </a:p>
          <a:p>
            <a:endParaRPr lang="fr-FR" smtClean="0"/>
          </a:p>
          <a:p>
            <a:r>
              <a:rPr lang="fr-FR" smtClean="0"/>
              <a:t>12-  QUAND JE VERRAI  CELUI QUI M’A FORMÉ </a:t>
            </a:r>
          </a:p>
          <a:p>
            <a:r>
              <a:rPr lang="fr-FR" smtClean="0"/>
              <a:t>When I face the One Who formed my frame </a:t>
            </a:r>
          </a:p>
          <a:p>
            <a:r>
              <a:rPr lang="fr-FR" smtClean="0"/>
              <a:t>13-  CRÉÉ LE SANG  QUI COULE DANS MES VEINES</a:t>
            </a:r>
          </a:p>
          <a:p>
            <a:r>
              <a:rPr lang="fr-FR" smtClean="0"/>
              <a:t>Made the blood that runs within my veins</a:t>
            </a:r>
          </a:p>
          <a:p>
            <a:r>
              <a:rPr lang="fr-FR" smtClean="0"/>
              <a:t> 14-  A FAIT BATTRE MON CŒUR  ET CONNAÎT MON NOM </a:t>
            </a:r>
          </a:p>
          <a:p>
            <a:r>
              <a:rPr lang="fr-FR" smtClean="0"/>
              <a:t>Caused my heart to beat and knows my name</a:t>
            </a:r>
          </a:p>
          <a:p>
            <a:r>
              <a:rPr lang="fr-FR" smtClean="0"/>
              <a:t>15-  QU’EN SERA-T-IL ?  QU’EN SERA-T-IL ? </a:t>
            </a:r>
          </a:p>
          <a:p>
            <a:r>
              <a:rPr lang="fr-FR" smtClean="0"/>
              <a:t>What will it be? What will it be?</a:t>
            </a:r>
          </a:p>
          <a:p>
            <a:endParaRPr lang="fr-FR" smtClean="0"/>
          </a:p>
          <a:p>
            <a:r>
              <a:rPr lang="fr-FR" smtClean="0"/>
              <a:t>16-  QUAND MON ÂME ME SERA DEMANDÉE DIS-MOI QUEL SERA LE VERDICT ? </a:t>
            </a:r>
          </a:p>
          <a:p>
            <a:r>
              <a:rPr lang="fr-FR" smtClean="0"/>
              <a:t>When my soul is required of me </a:t>
            </a:r>
          </a:p>
          <a:p>
            <a:r>
              <a:rPr lang="fr-FR" smtClean="0"/>
              <a:t>Tell me what will the verdict be?</a:t>
            </a:r>
          </a:p>
          <a:p>
            <a:r>
              <a:rPr lang="fr-FR" smtClean="0"/>
              <a:t>17-  QUAND LA VIE DEVIENDRA ÉTERNITÉ QUAND MON ÂME ME SERA DEMANDÉE </a:t>
            </a:r>
          </a:p>
          <a:p>
            <a:r>
              <a:rPr lang="fr-FR" smtClean="0"/>
              <a:t>When life turns to eternity When my soul is required of me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MON ÂME  ME SERA DEMANDÉE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my soul is required of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2-  QUAND JE SERAI  MORT À LA VANITÉ HUMAINE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I have died to human vanity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3-  MIS À NU, SANS EXCUSE  NI COUVERTURE POUR RENDRE COMPTE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Stripped bare, without excuse or covering To give account for love and suffering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QUAND LE FEU PURIFICATEUR BRÛLERA ATTISÉ PAR DES MAINS PUISSANTES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Stripped bare, without excuse or covering To give account for love and suffering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POUR BRÛLER L’IMPURETÉ  ET RÉVÉLER LA SAINTETÉ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Burn the dross and let the holy stand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QU’EN SERA-T-IL ?  QU’EN SERA-T-IL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What will it be? What will it be?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 MON ÂME ME SERA DEMANDÉE DIS-MOI QUEL SERA LE VERDICT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my soul is required of me Tell me what will the verdict be?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QUAND LA VIE DEVIENDRA ÉTERNITÉ QUAND MON ÂME ME SERA DEMANDÉE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life turns to eternity When my soul is required of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QUAND MON ÂME ME SERA DEMANDÉE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my soul is required of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NE POURRAI  PLUS CACHER L’HYPOCRISIE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can no longer hide hypocrisy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DEVANT CELUI QUI VOIT LA VIE CACHÉE ET SÉPARE L’OS ET LA MOELLE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Engage the gaze that sees the hidden life Between the bone and marrow cuts the knife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Instrumental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QUAND JE VERRAI  CELUI QUI M’A FORMÉ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I face the One Who formed my frame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CRÉÉ LE SANG  QUI COULE DANS MES VEINES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Made the blood that runs within my veins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14-  A FAIT BATTRE MON CŒUR  ET CONNAÎT MON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Caused my heart to beat and knows my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QU’EN SERA-T-IL ?  QU’EN SERA-T-IL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What will it be? What will it be?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QUAND MON ÂME ME SERA DEMANDÉE DIS-MOI QUEL SERA LE VERDICT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my soul is required of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Tell me what will the verdict be?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QUAND LA VIE DEVIENDRA ÉTERNITÉ QUAND MON ÂME ME SERA DEMANDÉE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life turns to eternity When my soul is required of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MON ÂME  ME SERA DEMANDÉE</a:t>
            </a:r>
          </a:p>
          <a:p>
            <a:r>
              <a:rPr lang="fr-FR" smtClean="0"/>
              <a:t>When my soul is required of me</a:t>
            </a:r>
          </a:p>
          <a:p>
            <a:r>
              <a:rPr lang="fr-FR" smtClean="0"/>
              <a:t> 2-  QUAND JE SERAI  MORT À LA VANITÉ HUMAINE</a:t>
            </a:r>
          </a:p>
          <a:p>
            <a:r>
              <a:rPr lang="fr-FR" smtClean="0"/>
              <a:t>And I have died to human vanity</a:t>
            </a:r>
          </a:p>
          <a:p>
            <a:r>
              <a:rPr lang="fr-FR" smtClean="0"/>
              <a:t> 3-  MIS À NU, SANS EXCUSE  NI COUVERTURE POUR RENDRE COMPTE </a:t>
            </a:r>
          </a:p>
          <a:p>
            <a:r>
              <a:rPr lang="fr-FR" smtClean="0"/>
              <a:t>Stripped bare, without excuse or covering To give account for love and suffering</a:t>
            </a:r>
          </a:p>
          <a:p>
            <a:endParaRPr lang="fr-FR" smtClean="0"/>
          </a:p>
          <a:p>
            <a:r>
              <a:rPr lang="fr-FR" smtClean="0"/>
              <a:t>4-  QUAND LE FEU PURIFICATEUR BRÛLERA ATTISÉ PAR DES MAINS PUISSANTES </a:t>
            </a:r>
          </a:p>
          <a:p>
            <a:r>
              <a:rPr lang="fr-FR" smtClean="0"/>
              <a:t>Stripped bare, without excuse or covering To give account for love and suffering</a:t>
            </a:r>
          </a:p>
          <a:p>
            <a:r>
              <a:rPr lang="fr-FR" smtClean="0"/>
              <a:t>5-  POUR BRÛLER L’IMPURETÉ  ET RÉVÉLER LA SAINTETÉ </a:t>
            </a:r>
          </a:p>
          <a:p>
            <a:r>
              <a:rPr lang="fr-FR" smtClean="0"/>
              <a:t>Burn the dross and let the holy stand </a:t>
            </a:r>
          </a:p>
          <a:p>
            <a:r>
              <a:rPr lang="fr-FR" smtClean="0"/>
              <a:t>6-  QU’EN SERA-T-IL ?  QU’EN SERA-T-IL ?</a:t>
            </a:r>
          </a:p>
          <a:p>
            <a:r>
              <a:rPr lang="fr-FR" smtClean="0"/>
              <a:t>What will it be? What will it be?</a:t>
            </a:r>
          </a:p>
          <a:p>
            <a:r>
              <a:rPr lang="fr-FR" smtClean="0"/>
              <a:t> </a:t>
            </a:r>
          </a:p>
          <a:p>
            <a:endParaRPr lang="fr-FR" smtClean="0"/>
          </a:p>
          <a:p>
            <a:r>
              <a:rPr lang="fr-FR" smtClean="0"/>
              <a:t>7-  QUAND MON ÂME ME SERA DEMANDÉE DIS-MOI QUEL SERA LE VERDICT ? </a:t>
            </a:r>
          </a:p>
          <a:p>
            <a:r>
              <a:rPr lang="fr-FR" smtClean="0"/>
              <a:t>When my soul is required of me Tell me what will the verdict be?</a:t>
            </a:r>
          </a:p>
          <a:p>
            <a:r>
              <a:rPr lang="fr-FR" smtClean="0"/>
              <a:t>8-  QUAND LA VIE DEVIENDRA ÉTERNITÉ QUAND MON ÂME ME SERA DEMANDÉE </a:t>
            </a:r>
          </a:p>
          <a:p>
            <a:r>
              <a:rPr lang="fr-FR" smtClean="0"/>
              <a:t>When life turns to eternity When my soul is required of me</a:t>
            </a:r>
          </a:p>
          <a:p>
            <a:endParaRPr lang="fr-FR" smtClean="0"/>
          </a:p>
          <a:p>
            <a:r>
              <a:rPr lang="fr-FR" smtClean="0"/>
              <a:t>9-  QUAND MON ÂME ME SERA DEMANDÉE </a:t>
            </a:r>
          </a:p>
          <a:p>
            <a:r>
              <a:rPr lang="fr-FR" smtClean="0"/>
              <a:t>When my soul is required of me </a:t>
            </a:r>
          </a:p>
          <a:p>
            <a:r>
              <a:rPr lang="fr-FR" smtClean="0"/>
              <a:t>10-  JE NE POURRAI  PLUS CACHER L’HYPOCRISIE </a:t>
            </a:r>
          </a:p>
          <a:p>
            <a:r>
              <a:rPr lang="fr-FR" smtClean="0"/>
              <a:t>I can no longer hide hypocrisy</a:t>
            </a:r>
          </a:p>
          <a:p>
            <a:r>
              <a:rPr lang="fr-FR" smtClean="0"/>
              <a:t>11-  DEVANT CELUI QUI VOIT LA VIE CACHÉE ET SÉPARE L’OS ET LA MOELLE</a:t>
            </a:r>
          </a:p>
          <a:p>
            <a:r>
              <a:rPr lang="fr-FR" smtClean="0"/>
              <a:t>Engage the gaze that sees the hidden life Between the bone and marrow cuts the knife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Instrumental</a:t>
            </a:r>
          </a:p>
          <a:p>
            <a:endParaRPr lang="fr-FR" smtClean="0"/>
          </a:p>
          <a:p>
            <a:r>
              <a:rPr lang="fr-FR" smtClean="0"/>
              <a:t>12-  QUAND JE VERRAI  CELUI QUI M’A FORMÉ </a:t>
            </a:r>
          </a:p>
          <a:p>
            <a:r>
              <a:rPr lang="fr-FR" smtClean="0"/>
              <a:t>When I face the One Who formed my frame </a:t>
            </a:r>
          </a:p>
          <a:p>
            <a:r>
              <a:rPr lang="fr-FR" smtClean="0"/>
              <a:t>13-  CRÉÉ LE SANG  QUI COULE DANS MES VEINES</a:t>
            </a:r>
          </a:p>
          <a:p>
            <a:r>
              <a:rPr lang="fr-FR" smtClean="0"/>
              <a:t>Made the blood that runs within my veins</a:t>
            </a:r>
          </a:p>
          <a:p>
            <a:r>
              <a:rPr lang="fr-FR" smtClean="0"/>
              <a:t> 14-  A FAIT BATTRE MON CŒUR  ET CONNAÎT MON NOM </a:t>
            </a:r>
          </a:p>
          <a:p>
            <a:r>
              <a:rPr lang="fr-FR" smtClean="0"/>
              <a:t>Caused my heart to beat and knows my name</a:t>
            </a:r>
          </a:p>
          <a:p>
            <a:r>
              <a:rPr lang="fr-FR" smtClean="0"/>
              <a:t>15-  QU’EN SERA-T-IL ?  QU’EN SERA-T-IL ? </a:t>
            </a:r>
          </a:p>
          <a:p>
            <a:r>
              <a:rPr lang="fr-FR" smtClean="0"/>
              <a:t>What will it be? What will it be?</a:t>
            </a:r>
          </a:p>
          <a:p>
            <a:endParaRPr lang="fr-FR" smtClean="0"/>
          </a:p>
          <a:p>
            <a:r>
              <a:rPr lang="fr-FR" smtClean="0"/>
              <a:t>16-  QUAND MON ÂME ME SERA DEMANDÉE DIS-MOI QUEL SERA LE VERDICT ? </a:t>
            </a:r>
          </a:p>
          <a:p>
            <a:r>
              <a:rPr lang="fr-FR" smtClean="0"/>
              <a:t>When my soul is required of me </a:t>
            </a:r>
          </a:p>
          <a:p>
            <a:r>
              <a:rPr lang="fr-FR" smtClean="0"/>
              <a:t>Tell me what will the verdict be?</a:t>
            </a:r>
          </a:p>
          <a:p>
            <a:r>
              <a:rPr lang="fr-FR" smtClean="0"/>
              <a:t>17-  QUAND LA VIE DEVIENDRA ÉTERNITÉ QUAND MON ÂME ME SERA DEMANDÉE </a:t>
            </a:r>
          </a:p>
          <a:p>
            <a:r>
              <a:rPr lang="fr-FR" smtClean="0"/>
              <a:t>When life turns to eternity When my soul is required of me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MON ÂME  ME SERA DEMANDÉE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my soul is required of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2-  QUAND JE SERAI  MORT À LA VANITÉ HUMAINE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I have died to human vanity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3-  MIS À NU, SANS EXCUSE  NI COUVERTURE POUR RENDRE COMPTE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Stripped bare, without excuse or covering To give account for love and suffering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QUAND LE FEU PURIFICATEUR BRÛLERA ATTISÉ PAR DES MAINS PUISSANTES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Stripped bare, without excuse or covering To give account for love and suffering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POUR BRÛLER L’IMPURETÉ  ET RÉVÉLER LA SAINTETÉ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Burn the dross and let the holy stand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QU’EN SERA-T-IL ?  QU’EN SERA-T-IL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What will it be? What will it be?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 MON ÂME ME SERA DEMANDÉE DIS-MOI QUEL SERA LE VERDICT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my soul is required of me Tell me what will the verdict be?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QUAND LA VIE DEVIENDRA ÉTERNITÉ QUAND MON ÂME ME SERA DEMANDÉE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life turns to eternity When my soul is required of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QUAND MON ÂME ME SERA DEMANDÉE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my soul is required of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NE POURRAI  PLUS CACHER L’HYPOCRISIE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can no longer hide hypocrisy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DEVANT CELUI QUI VOIT LA VIE CACHÉE ET SÉPARE L’OS ET LA MOELLE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Engage the gaze that sees the hidden life Between the bone and marrow cuts the knife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Instrumental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QUAND JE VERRAI  CELUI QUI M’A FORMÉ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I face the One Who formed my frame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CRÉÉ LE SANG  QUI COULE DANS MES VEINES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Made the blood that runs within my veins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14-  A FAIT BATTRE MON CŒUR  ET CONNAÎT MON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Caused my heart to beat and knows my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QU’EN SERA-T-IL ?  QU’EN SERA-T-IL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What will it be? What will it be?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QUAND MON ÂME ME SERA DEMANDÉE DIS-MOI QUEL SERA LE VERDICT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my soul is required of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Tell me what will the verdict be?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QUAND LA VIE DEVIENDRA ÉTERNITÉ QUAND MON ÂME ME SERA DEMANDÉE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life turns to eternity When my soul is required of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MON ÂME  ME SERA DEMANDÉE</a:t>
            </a:r>
          </a:p>
          <a:p>
            <a:r>
              <a:rPr lang="fr-FR" smtClean="0"/>
              <a:t>When my soul is required of me</a:t>
            </a:r>
          </a:p>
          <a:p>
            <a:r>
              <a:rPr lang="fr-FR" smtClean="0"/>
              <a:t> 2-  QUAND JE SERAI  MORT À LA VANITÉ HUMAINE</a:t>
            </a:r>
          </a:p>
          <a:p>
            <a:r>
              <a:rPr lang="fr-FR" smtClean="0"/>
              <a:t>And I have died to human vanity</a:t>
            </a:r>
          </a:p>
          <a:p>
            <a:r>
              <a:rPr lang="fr-FR" smtClean="0"/>
              <a:t> 3-  MIS À NU, SANS EXCUSE  NI COUVERTURE POUR RENDRE COMPTE </a:t>
            </a:r>
          </a:p>
          <a:p>
            <a:r>
              <a:rPr lang="fr-FR" smtClean="0"/>
              <a:t>Stripped bare, without excuse or covering To give account for love and suffering</a:t>
            </a:r>
          </a:p>
          <a:p>
            <a:endParaRPr lang="fr-FR" smtClean="0"/>
          </a:p>
          <a:p>
            <a:r>
              <a:rPr lang="fr-FR" smtClean="0"/>
              <a:t>4-  QUAND LE FEU PURIFICATEUR BRÛLERA ATTISÉ PAR DES MAINS PUISSANTES </a:t>
            </a:r>
          </a:p>
          <a:p>
            <a:r>
              <a:rPr lang="fr-FR" smtClean="0"/>
              <a:t>Stripped bare, without excuse or covering To give account for love and suffering</a:t>
            </a:r>
          </a:p>
          <a:p>
            <a:r>
              <a:rPr lang="fr-FR" smtClean="0"/>
              <a:t>5-  POUR BRÛLER L’IMPURETÉ  ET RÉVÉLER LA SAINTETÉ </a:t>
            </a:r>
          </a:p>
          <a:p>
            <a:r>
              <a:rPr lang="fr-FR" smtClean="0"/>
              <a:t>Burn the dross and let the holy stand </a:t>
            </a:r>
          </a:p>
          <a:p>
            <a:r>
              <a:rPr lang="fr-FR" smtClean="0"/>
              <a:t>6-  QU’EN SERA-T-IL ?  QU’EN SERA-T-IL ?</a:t>
            </a:r>
          </a:p>
          <a:p>
            <a:r>
              <a:rPr lang="fr-FR" smtClean="0"/>
              <a:t>What will it be? What will it be?</a:t>
            </a:r>
          </a:p>
          <a:p>
            <a:r>
              <a:rPr lang="fr-FR" smtClean="0"/>
              <a:t> </a:t>
            </a:r>
          </a:p>
          <a:p>
            <a:endParaRPr lang="fr-FR" smtClean="0"/>
          </a:p>
          <a:p>
            <a:r>
              <a:rPr lang="fr-FR" smtClean="0"/>
              <a:t>7-  QUAND MON ÂME ME SERA DEMANDÉE DIS-MOI QUEL SERA LE VERDICT ? </a:t>
            </a:r>
          </a:p>
          <a:p>
            <a:r>
              <a:rPr lang="fr-FR" smtClean="0"/>
              <a:t>When my soul is required of me Tell me what will the verdict be?</a:t>
            </a:r>
          </a:p>
          <a:p>
            <a:r>
              <a:rPr lang="fr-FR" smtClean="0"/>
              <a:t>8-  QUAND LA VIE DEVIENDRA ÉTERNITÉ QUAND MON ÂME ME SERA DEMANDÉE </a:t>
            </a:r>
          </a:p>
          <a:p>
            <a:r>
              <a:rPr lang="fr-FR" smtClean="0"/>
              <a:t>When life turns to eternity When my soul is required of me</a:t>
            </a:r>
          </a:p>
          <a:p>
            <a:endParaRPr lang="fr-FR" smtClean="0"/>
          </a:p>
          <a:p>
            <a:r>
              <a:rPr lang="fr-FR" smtClean="0"/>
              <a:t>9-  QUAND MON ÂME ME SERA DEMANDÉE </a:t>
            </a:r>
          </a:p>
          <a:p>
            <a:r>
              <a:rPr lang="fr-FR" smtClean="0"/>
              <a:t>When my soul is required of me </a:t>
            </a:r>
          </a:p>
          <a:p>
            <a:r>
              <a:rPr lang="fr-FR" smtClean="0"/>
              <a:t>10-  JE NE POURRAI  PLUS CACHER L’HYPOCRISIE </a:t>
            </a:r>
          </a:p>
          <a:p>
            <a:r>
              <a:rPr lang="fr-FR" smtClean="0"/>
              <a:t>I can no longer hide hypocrisy</a:t>
            </a:r>
          </a:p>
          <a:p>
            <a:r>
              <a:rPr lang="fr-FR" smtClean="0"/>
              <a:t>11-  DEVANT CELUI QUI VOIT LA VIE CACHÉE ET SÉPARE L’OS ET LA MOELLE</a:t>
            </a:r>
          </a:p>
          <a:p>
            <a:r>
              <a:rPr lang="fr-FR" smtClean="0"/>
              <a:t>Engage the gaze that sees the hidden life Between the bone and marrow cuts the knife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Instrumental</a:t>
            </a:r>
          </a:p>
          <a:p>
            <a:endParaRPr lang="fr-FR" smtClean="0"/>
          </a:p>
          <a:p>
            <a:r>
              <a:rPr lang="fr-FR" smtClean="0"/>
              <a:t>12-  QUAND JE VERRAI  CELUI QUI M’A FORMÉ </a:t>
            </a:r>
          </a:p>
          <a:p>
            <a:r>
              <a:rPr lang="fr-FR" smtClean="0"/>
              <a:t>When I face the One Who formed my frame </a:t>
            </a:r>
          </a:p>
          <a:p>
            <a:r>
              <a:rPr lang="fr-FR" smtClean="0"/>
              <a:t>13-  CRÉÉ LE SANG  QUI COULE DANS MES VEINES</a:t>
            </a:r>
          </a:p>
          <a:p>
            <a:r>
              <a:rPr lang="fr-FR" smtClean="0"/>
              <a:t>Made the blood that runs within my veins</a:t>
            </a:r>
          </a:p>
          <a:p>
            <a:r>
              <a:rPr lang="fr-FR" smtClean="0"/>
              <a:t> 14-  A FAIT BATTRE MON CŒUR  ET CONNAÎT MON NOM </a:t>
            </a:r>
          </a:p>
          <a:p>
            <a:r>
              <a:rPr lang="fr-FR" smtClean="0"/>
              <a:t>Caused my heart to beat and knows my name</a:t>
            </a:r>
          </a:p>
          <a:p>
            <a:r>
              <a:rPr lang="fr-FR" smtClean="0"/>
              <a:t>15-  QU’EN SERA-T-IL ?  QU’EN SERA-T-IL ? </a:t>
            </a:r>
          </a:p>
          <a:p>
            <a:r>
              <a:rPr lang="fr-FR" smtClean="0"/>
              <a:t>What will it be? What will it be?</a:t>
            </a:r>
          </a:p>
          <a:p>
            <a:endParaRPr lang="fr-FR" smtClean="0"/>
          </a:p>
          <a:p>
            <a:r>
              <a:rPr lang="fr-FR" smtClean="0"/>
              <a:t>16-  QUAND MON ÂME ME SERA DEMANDÉE DIS-MOI QUEL SERA LE VERDICT ? </a:t>
            </a:r>
          </a:p>
          <a:p>
            <a:r>
              <a:rPr lang="fr-FR" smtClean="0"/>
              <a:t>When my soul is required of me </a:t>
            </a:r>
          </a:p>
          <a:p>
            <a:r>
              <a:rPr lang="fr-FR" smtClean="0"/>
              <a:t>Tell me what will the verdict be?</a:t>
            </a:r>
          </a:p>
          <a:p>
            <a:r>
              <a:rPr lang="fr-FR" smtClean="0"/>
              <a:t>17-  QUAND LA VIE DEVIENDRA ÉTERNITÉ QUAND MON ÂME ME SERA DEMANDÉE </a:t>
            </a:r>
          </a:p>
          <a:p>
            <a:r>
              <a:rPr lang="fr-FR" smtClean="0"/>
              <a:t>When life turns to eternity When my soul is required of me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MON ÂME  ME SERA DEMANDÉE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my soul is required of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2-  QUAND JE SERAI  MORT À LA VANITÉ HUMAINE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I have died to human vanity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3-  MIS À NU, SANS EXCUSE  NI COUVERTURE POUR RENDRE COMPTE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Stripped bare, without excuse or covering To give account for love and suffering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QUAND LE FEU PURIFICATEUR BRÛLERA ATTISÉ PAR DES MAINS PUISSANTES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Stripped bare, without excuse or covering To give account for love and suffering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POUR BRÛLER L’IMPURETÉ  ET RÉVÉLER LA SAINTETÉ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Burn the dross and let the holy stand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QU’EN SERA-T-IL ?  QU’EN SERA-T-IL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What will it be? What will it be?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 MON ÂME ME SERA DEMANDÉE DIS-MOI QUEL SERA LE VERDICT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my soul is required of me Tell me what will the verdict be?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QUAND LA VIE DEVIENDRA ÉTERNITÉ QUAND MON ÂME ME SERA DEMANDÉE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life turns to eternity When my soul is required of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QUAND MON ÂME ME SERA DEMANDÉE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my soul is required of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NE POURRAI  PLUS CACHER L’HYPOCRISIE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can no longer hide hypocrisy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DEVANT CELUI QUI VOIT LA VIE CACHÉE ET SÉPARE L’OS ET LA MOELLE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Engage the gaze that sees the hidden life Between the bone and marrow cuts the knife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Instrumental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QUAND JE VERRAI  CELUI QUI M’A FORMÉ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I face the One Who formed my frame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CRÉÉ LE SANG  QUI COULE DANS MES VEINES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Made the blood that runs within my veins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14-  A FAIT BATTRE MON CŒUR  ET CONNAÎT MON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Caused my heart to beat and knows my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QU’EN SERA-T-IL ?  QU’EN SERA-T-IL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What will it be? What will it be?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QUAND MON ÂME ME SERA DEMANDÉE DIS-MOI QUEL SERA LE VERDICT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my soul is required of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Tell me what will the verdict be?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QUAND LA VIE DEVIENDRA ÉTERNITÉ QUAND MON ÂME ME SERA DEMANDÉE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life turns to eternity When my soul is required of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MON ÂME  ME SERA DEMANDÉE</a:t>
            </a:r>
          </a:p>
          <a:p>
            <a:r>
              <a:rPr lang="fr-FR" smtClean="0"/>
              <a:t>When my soul is required of me</a:t>
            </a:r>
          </a:p>
          <a:p>
            <a:r>
              <a:rPr lang="fr-FR" smtClean="0"/>
              <a:t> 2-  QUAND JE SERAI  MORT À LA VANITÉ HUMAINE</a:t>
            </a:r>
          </a:p>
          <a:p>
            <a:r>
              <a:rPr lang="fr-FR" smtClean="0"/>
              <a:t>And I have died to human vanity</a:t>
            </a:r>
          </a:p>
          <a:p>
            <a:r>
              <a:rPr lang="fr-FR" smtClean="0"/>
              <a:t> 3-  MIS À NU, SANS EXCUSE  NI COUVERTURE POUR RENDRE COMPTE </a:t>
            </a:r>
          </a:p>
          <a:p>
            <a:r>
              <a:rPr lang="fr-FR" smtClean="0"/>
              <a:t>Stripped bare, without excuse or covering To give account for love and suffering</a:t>
            </a:r>
          </a:p>
          <a:p>
            <a:endParaRPr lang="fr-FR" smtClean="0"/>
          </a:p>
          <a:p>
            <a:r>
              <a:rPr lang="fr-FR" smtClean="0"/>
              <a:t>4-  QUAND LE FEU PURIFICATEUR BRÛLERA ATTISÉ PAR DES MAINS PUISSANTES </a:t>
            </a:r>
          </a:p>
          <a:p>
            <a:r>
              <a:rPr lang="fr-FR" smtClean="0"/>
              <a:t>Stripped bare, without excuse or covering To give account for love and suffering</a:t>
            </a:r>
          </a:p>
          <a:p>
            <a:r>
              <a:rPr lang="fr-FR" smtClean="0"/>
              <a:t>5-  POUR BRÛLER L’IMPURETÉ  ET RÉVÉLER LA SAINTETÉ </a:t>
            </a:r>
          </a:p>
          <a:p>
            <a:r>
              <a:rPr lang="fr-FR" smtClean="0"/>
              <a:t>Burn the dross and let the holy stand </a:t>
            </a:r>
          </a:p>
          <a:p>
            <a:r>
              <a:rPr lang="fr-FR" smtClean="0"/>
              <a:t>6-  QU’EN SERA-T-IL ?  QU’EN SERA-T-IL ?</a:t>
            </a:r>
          </a:p>
          <a:p>
            <a:r>
              <a:rPr lang="fr-FR" smtClean="0"/>
              <a:t>What will it be? What will it be?</a:t>
            </a:r>
          </a:p>
          <a:p>
            <a:r>
              <a:rPr lang="fr-FR" smtClean="0"/>
              <a:t> </a:t>
            </a:r>
          </a:p>
          <a:p>
            <a:endParaRPr lang="fr-FR" smtClean="0"/>
          </a:p>
          <a:p>
            <a:r>
              <a:rPr lang="fr-FR" smtClean="0"/>
              <a:t>7-  QUAND MON ÂME ME SERA DEMANDÉE DIS-MOI QUEL SERA LE VERDICT ? </a:t>
            </a:r>
          </a:p>
          <a:p>
            <a:r>
              <a:rPr lang="fr-FR" smtClean="0"/>
              <a:t>When my soul is required of me Tell me what will the verdict be?</a:t>
            </a:r>
          </a:p>
          <a:p>
            <a:r>
              <a:rPr lang="fr-FR" smtClean="0"/>
              <a:t>8-  QUAND LA VIE DEVIENDRA ÉTERNITÉ QUAND MON ÂME ME SERA DEMANDÉE </a:t>
            </a:r>
          </a:p>
          <a:p>
            <a:r>
              <a:rPr lang="fr-FR" smtClean="0"/>
              <a:t>When life turns to eternity When my soul is required of me</a:t>
            </a:r>
          </a:p>
          <a:p>
            <a:endParaRPr lang="fr-FR" smtClean="0"/>
          </a:p>
          <a:p>
            <a:r>
              <a:rPr lang="fr-FR" smtClean="0"/>
              <a:t>9-  QUAND MON ÂME ME SERA DEMANDÉE </a:t>
            </a:r>
          </a:p>
          <a:p>
            <a:r>
              <a:rPr lang="fr-FR" smtClean="0"/>
              <a:t>When my soul is required of me </a:t>
            </a:r>
          </a:p>
          <a:p>
            <a:r>
              <a:rPr lang="fr-FR" smtClean="0"/>
              <a:t>10-  JE NE POURRAI  PLUS CACHER L’HYPOCRISIE </a:t>
            </a:r>
          </a:p>
          <a:p>
            <a:r>
              <a:rPr lang="fr-FR" smtClean="0"/>
              <a:t>I can no longer hide hypocrisy</a:t>
            </a:r>
          </a:p>
          <a:p>
            <a:r>
              <a:rPr lang="fr-FR" smtClean="0"/>
              <a:t>11-  DEVANT CELUI QUI VOIT LA VIE CACHÉE ET SÉPARE L’OS ET LA MOELLE</a:t>
            </a:r>
          </a:p>
          <a:p>
            <a:r>
              <a:rPr lang="fr-FR" smtClean="0"/>
              <a:t>Engage the gaze that sees the hidden life Between the bone and marrow cuts the knife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Instrumental</a:t>
            </a:r>
          </a:p>
          <a:p>
            <a:endParaRPr lang="fr-FR" smtClean="0"/>
          </a:p>
          <a:p>
            <a:r>
              <a:rPr lang="fr-FR" smtClean="0"/>
              <a:t>12-  QUAND JE VERRAI  CELUI QUI M’A FORMÉ </a:t>
            </a:r>
          </a:p>
          <a:p>
            <a:r>
              <a:rPr lang="fr-FR" smtClean="0"/>
              <a:t>When I face the One Who formed my frame </a:t>
            </a:r>
          </a:p>
          <a:p>
            <a:r>
              <a:rPr lang="fr-FR" smtClean="0"/>
              <a:t>13-  CRÉÉ LE SANG  QUI COULE DANS MES VEINES</a:t>
            </a:r>
          </a:p>
          <a:p>
            <a:r>
              <a:rPr lang="fr-FR" smtClean="0"/>
              <a:t>Made the blood that runs within my veins</a:t>
            </a:r>
          </a:p>
          <a:p>
            <a:r>
              <a:rPr lang="fr-FR" smtClean="0"/>
              <a:t> 14-  A FAIT BATTRE MON CŒUR  ET CONNAÎT MON NOM </a:t>
            </a:r>
          </a:p>
          <a:p>
            <a:r>
              <a:rPr lang="fr-FR" smtClean="0"/>
              <a:t>Caused my heart to beat and knows my name</a:t>
            </a:r>
          </a:p>
          <a:p>
            <a:r>
              <a:rPr lang="fr-FR" smtClean="0"/>
              <a:t>15-  QU’EN SERA-T-IL ?  QU’EN SERA-T-IL ? </a:t>
            </a:r>
          </a:p>
          <a:p>
            <a:r>
              <a:rPr lang="fr-FR" smtClean="0"/>
              <a:t>What will it be? What will it be?</a:t>
            </a:r>
          </a:p>
          <a:p>
            <a:endParaRPr lang="fr-FR" smtClean="0"/>
          </a:p>
          <a:p>
            <a:r>
              <a:rPr lang="fr-FR" smtClean="0"/>
              <a:t>16-  QUAND MON ÂME ME SERA DEMANDÉE DIS-MOI QUEL SERA LE VERDICT ? </a:t>
            </a:r>
          </a:p>
          <a:p>
            <a:r>
              <a:rPr lang="fr-FR" smtClean="0"/>
              <a:t>When my soul is required of me </a:t>
            </a:r>
          </a:p>
          <a:p>
            <a:r>
              <a:rPr lang="fr-FR" smtClean="0"/>
              <a:t>Tell me what will the verdict be?</a:t>
            </a:r>
          </a:p>
          <a:p>
            <a:r>
              <a:rPr lang="fr-FR" smtClean="0"/>
              <a:t>17-  QUAND LA VIE DEVIENDRA ÉTERNITÉ QUAND MON ÂME ME SERA DEMANDÉE </a:t>
            </a:r>
          </a:p>
          <a:p>
            <a:r>
              <a:rPr lang="fr-FR" smtClean="0"/>
              <a:t>When life turns to eternity When my soul is required of me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MON ÂME  ME SERA DEMANDÉE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my soul is required of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2-  QUAND JE SERAI  MORT À LA VANITÉ HUMAINE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I have died to human vanity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3-  MIS À NU, SANS EXCUSE  NI COUVERTURE POUR RENDRE COMPTE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Stripped bare, without excuse or covering To give account for love and suffering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QUAND LE FEU PURIFICATEUR BRÛLERA ATTISÉ PAR DES MAINS PUISSANTES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Stripped bare, without excuse or covering To give account for love and suffering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POUR BRÛLER L’IMPURETÉ  ET RÉVÉLER LA SAINTETÉ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Burn the dross and let the holy stand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QU’EN SERA-T-IL ?  QU’EN SERA-T-IL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What will it be? What will it be?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 MON ÂME ME SERA DEMANDÉE DIS-MOI QUEL SERA LE VERDICT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my soul is required of me Tell me what will the verdict be?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QUAND LA VIE DEVIENDRA ÉTERNITÉ QUAND MON ÂME ME SERA DEMANDÉE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life turns to eternity When my soul is required of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QUAND MON ÂME ME SERA DEMANDÉE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my soul is required of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NE POURRAI  PLUS CACHER L’HYPOCRISIE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can no longer hide hypocrisy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DEVANT CELUI QUI VOIT LA VIE CACHÉE ET SÉPARE L’OS ET LA MOELLE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Engage the gaze that sees the hidden life Between the bone and marrow cuts the knife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Instrumental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QUAND JE VERRAI  CELUI QUI M’A FORMÉ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I face the One Who formed my frame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CRÉÉ LE SANG  QUI COULE DANS MES VEINES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Made the blood that runs within my veins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14-  A FAIT BATTRE MON CŒUR  ET CONNAÎT MON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Caused my heart to beat and knows my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QU’EN SERA-T-IL ?  QU’EN SERA-T-IL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What will it be? What will it be?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QUAND MON ÂME ME SERA DEMANDÉE DIS-MOI QUEL SERA LE VERDICT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my soul is required of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Tell me what will the verdict be?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QUAND LA VIE DEVIENDRA ÉTERNITÉ QUAND MON ÂME ME SERA DEMANDÉE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life turns to eternity When my soul is required of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MON ÂME  ME SERA DEMANDÉE</a:t>
            </a:r>
          </a:p>
          <a:p>
            <a:r>
              <a:rPr lang="fr-FR" smtClean="0"/>
              <a:t>When my soul is required of me</a:t>
            </a:r>
          </a:p>
          <a:p>
            <a:r>
              <a:rPr lang="fr-FR" smtClean="0"/>
              <a:t> 2-  QUAND JE SERAI  MORT À LA VANITÉ HUMAINE</a:t>
            </a:r>
          </a:p>
          <a:p>
            <a:r>
              <a:rPr lang="fr-FR" smtClean="0"/>
              <a:t>And I have died to human vanity</a:t>
            </a:r>
          </a:p>
          <a:p>
            <a:r>
              <a:rPr lang="fr-FR" smtClean="0"/>
              <a:t> 3-  MIS À NU, SANS EXCUSE  NI COUVERTURE POUR RENDRE COMPTE </a:t>
            </a:r>
          </a:p>
          <a:p>
            <a:r>
              <a:rPr lang="fr-FR" smtClean="0"/>
              <a:t>Stripped bare, without excuse or covering To give account for love and suffering</a:t>
            </a:r>
          </a:p>
          <a:p>
            <a:endParaRPr lang="fr-FR" smtClean="0"/>
          </a:p>
          <a:p>
            <a:r>
              <a:rPr lang="fr-FR" smtClean="0"/>
              <a:t>4-  QUAND LE FEU PURIFICATEUR BRÛLERA ATTISÉ PAR DES MAINS PUISSANTES </a:t>
            </a:r>
          </a:p>
          <a:p>
            <a:r>
              <a:rPr lang="fr-FR" smtClean="0"/>
              <a:t>Stripped bare, without excuse or covering To give account for love and suffering</a:t>
            </a:r>
          </a:p>
          <a:p>
            <a:r>
              <a:rPr lang="fr-FR" smtClean="0"/>
              <a:t>5-  POUR BRÛLER L’IMPURETÉ  ET RÉVÉLER LA SAINTETÉ </a:t>
            </a:r>
          </a:p>
          <a:p>
            <a:r>
              <a:rPr lang="fr-FR" smtClean="0"/>
              <a:t>Burn the dross and let the holy stand </a:t>
            </a:r>
          </a:p>
          <a:p>
            <a:r>
              <a:rPr lang="fr-FR" smtClean="0"/>
              <a:t>6-  QU’EN SERA-T-IL ?  QU’EN SERA-T-IL ?</a:t>
            </a:r>
          </a:p>
          <a:p>
            <a:r>
              <a:rPr lang="fr-FR" smtClean="0"/>
              <a:t>What will it be? What will it be?</a:t>
            </a:r>
          </a:p>
          <a:p>
            <a:r>
              <a:rPr lang="fr-FR" smtClean="0"/>
              <a:t> </a:t>
            </a:r>
          </a:p>
          <a:p>
            <a:endParaRPr lang="fr-FR" smtClean="0"/>
          </a:p>
          <a:p>
            <a:r>
              <a:rPr lang="fr-FR" smtClean="0"/>
              <a:t>7-  QUAND MON ÂME ME SERA DEMANDÉE DIS-MOI QUEL SERA LE VERDICT ? </a:t>
            </a:r>
          </a:p>
          <a:p>
            <a:r>
              <a:rPr lang="fr-FR" smtClean="0"/>
              <a:t>When my soul is required of me Tell me what will the verdict be?</a:t>
            </a:r>
          </a:p>
          <a:p>
            <a:r>
              <a:rPr lang="fr-FR" smtClean="0"/>
              <a:t>8-  QUAND LA VIE DEVIENDRA ÉTERNITÉ QUAND MON ÂME ME SERA DEMANDÉE </a:t>
            </a:r>
          </a:p>
          <a:p>
            <a:r>
              <a:rPr lang="fr-FR" smtClean="0"/>
              <a:t>When life turns to eternity When my soul is required of me</a:t>
            </a:r>
          </a:p>
          <a:p>
            <a:endParaRPr lang="fr-FR" smtClean="0"/>
          </a:p>
          <a:p>
            <a:r>
              <a:rPr lang="fr-FR" smtClean="0"/>
              <a:t>9-  QUAND MON ÂME ME SERA DEMANDÉE </a:t>
            </a:r>
          </a:p>
          <a:p>
            <a:r>
              <a:rPr lang="fr-FR" smtClean="0"/>
              <a:t>When my soul is required of me </a:t>
            </a:r>
          </a:p>
          <a:p>
            <a:r>
              <a:rPr lang="fr-FR" smtClean="0"/>
              <a:t>10-  JE NE POURRAI  PLUS CACHER L’HYPOCRISIE </a:t>
            </a:r>
          </a:p>
          <a:p>
            <a:r>
              <a:rPr lang="fr-FR" smtClean="0"/>
              <a:t>I can no longer hide hypocrisy</a:t>
            </a:r>
          </a:p>
          <a:p>
            <a:r>
              <a:rPr lang="fr-FR" smtClean="0"/>
              <a:t>11-  DEVANT CELUI QUI VOIT LA VIE CACHÉE ET SÉPARE L’OS ET LA MOELLE</a:t>
            </a:r>
          </a:p>
          <a:p>
            <a:r>
              <a:rPr lang="fr-FR" smtClean="0"/>
              <a:t>Engage the gaze that sees the hidden life Between the bone and marrow cuts the knife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Instrumental</a:t>
            </a:r>
          </a:p>
          <a:p>
            <a:endParaRPr lang="fr-FR" smtClean="0"/>
          </a:p>
          <a:p>
            <a:r>
              <a:rPr lang="fr-FR" smtClean="0"/>
              <a:t>12-  QUAND JE VERRAI  CELUI QUI M’A FORMÉ </a:t>
            </a:r>
          </a:p>
          <a:p>
            <a:r>
              <a:rPr lang="fr-FR" smtClean="0"/>
              <a:t>When I face the One Who formed my frame </a:t>
            </a:r>
          </a:p>
          <a:p>
            <a:r>
              <a:rPr lang="fr-FR" smtClean="0"/>
              <a:t>13-  CRÉÉ LE SANG  QUI COULE DANS MES VEINES</a:t>
            </a:r>
          </a:p>
          <a:p>
            <a:r>
              <a:rPr lang="fr-FR" smtClean="0"/>
              <a:t>Made the blood that runs within my veins</a:t>
            </a:r>
          </a:p>
          <a:p>
            <a:r>
              <a:rPr lang="fr-FR" smtClean="0"/>
              <a:t> 14-  A FAIT BATTRE MON CŒUR  ET CONNAÎT MON NOM </a:t>
            </a:r>
          </a:p>
          <a:p>
            <a:r>
              <a:rPr lang="fr-FR" smtClean="0"/>
              <a:t>Caused my heart to beat and knows my name</a:t>
            </a:r>
          </a:p>
          <a:p>
            <a:r>
              <a:rPr lang="fr-FR" smtClean="0"/>
              <a:t>15-  QU’EN SERA-T-IL ?  QU’EN SERA-T-IL ? </a:t>
            </a:r>
          </a:p>
          <a:p>
            <a:r>
              <a:rPr lang="fr-FR" smtClean="0"/>
              <a:t>What will it be? What will it be?</a:t>
            </a:r>
          </a:p>
          <a:p>
            <a:endParaRPr lang="fr-FR" smtClean="0"/>
          </a:p>
          <a:p>
            <a:r>
              <a:rPr lang="fr-FR" smtClean="0"/>
              <a:t>16-  QUAND MON ÂME ME SERA DEMANDÉE DIS-MOI QUEL SERA LE VERDICT ? </a:t>
            </a:r>
          </a:p>
          <a:p>
            <a:r>
              <a:rPr lang="fr-FR" smtClean="0"/>
              <a:t>When my soul is required of me </a:t>
            </a:r>
          </a:p>
          <a:p>
            <a:r>
              <a:rPr lang="fr-FR" smtClean="0"/>
              <a:t>Tell me what will the verdict be?</a:t>
            </a:r>
          </a:p>
          <a:p>
            <a:r>
              <a:rPr lang="fr-FR" smtClean="0"/>
              <a:t>17-  QUAND LA VIE DEVIENDRA ÉTERNITÉ QUAND MON ÂME ME SERA DEMANDÉE </a:t>
            </a:r>
          </a:p>
          <a:p>
            <a:r>
              <a:rPr lang="fr-FR" smtClean="0"/>
              <a:t>When life turns to eternity When my soul is required of me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MON ÂME  ME SERA DEMANDÉE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my soul is required of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2-  QUAND JE SERAI  MORT À LA VANITÉ HUMAINE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I have died to human vanity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3-  MIS À NU, SANS EXCUSE  NI COUVERTURE POUR RENDRE COMPTE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Stripped bare, without excuse or covering To give account for love and suffering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QUAND LE FEU PURIFICATEUR BRÛLERA ATTISÉ PAR DES MAINS PUISSANTES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Stripped bare, without excuse or covering To give account for love and suffering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POUR BRÛLER L’IMPURETÉ  ET RÉVÉLER LA SAINTETÉ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Burn the dross and let the holy stand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QU’EN SERA-T-IL ?  QU’EN SERA-T-IL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What will it be? What will it be?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 MON ÂME ME SERA DEMANDÉE DIS-MOI QUEL SERA LE VERDICT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my soul is required of me Tell me what will the verdict be?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QUAND LA VIE DEVIENDRA ÉTERNITÉ QUAND MON ÂME ME SERA DEMANDÉE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life turns to eternity When my soul is required of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QUAND MON ÂME ME SERA DEMANDÉE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my soul is required of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NE POURRAI  PLUS CACHER L’HYPOCRISIE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can no longer hide hypocrisy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DEVANT CELUI QUI VOIT LA VIE CACHÉE ET SÉPARE L’OS ET LA MOELLE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Engage the gaze that sees the hidden life Between the bone and marrow cuts the knife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Instrumental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QUAND JE VERRAI  CELUI QUI M’A FORMÉ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I face the One Who formed my frame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CRÉÉ LE SANG  QUI COULE DANS MES VEINES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Made the blood that runs within my veins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14-  A FAIT BATTRE MON CŒUR  ET CONNAÎT MON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Caused my heart to beat and knows my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QU’EN SERA-T-IL ?  QU’EN SERA-T-IL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What will it be? What will it be?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QUAND MON ÂME ME SERA DEMANDÉE DIS-MOI QUEL SERA LE VERDICT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my soul is required of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Tell me what will the verdict be?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QUAND LA VIE DEVIENDRA ÉTERNITÉ QUAND MON ÂME ME SERA DEMANDÉE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life turns to eternity When my soul is required of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MON ÂME  ME SERA DEMANDÉE</a:t>
            </a:r>
          </a:p>
          <a:p>
            <a:r>
              <a:rPr lang="fr-FR" smtClean="0"/>
              <a:t>When my soul is required of me</a:t>
            </a:r>
          </a:p>
          <a:p>
            <a:r>
              <a:rPr lang="fr-FR" smtClean="0"/>
              <a:t> 2-  QUAND JE SERAI  MORT À LA VANITÉ HUMAINE</a:t>
            </a:r>
          </a:p>
          <a:p>
            <a:r>
              <a:rPr lang="fr-FR" smtClean="0"/>
              <a:t>And I have died to human vanity</a:t>
            </a:r>
          </a:p>
          <a:p>
            <a:r>
              <a:rPr lang="fr-FR" smtClean="0"/>
              <a:t> 3-  MIS À NU, SANS EXCUSE  NI COUVERTURE POUR RENDRE COMPTE </a:t>
            </a:r>
          </a:p>
          <a:p>
            <a:r>
              <a:rPr lang="fr-FR" smtClean="0"/>
              <a:t>Stripped bare, without excuse or covering To give account for love and suffering</a:t>
            </a:r>
          </a:p>
          <a:p>
            <a:endParaRPr lang="fr-FR" smtClean="0"/>
          </a:p>
          <a:p>
            <a:r>
              <a:rPr lang="fr-FR" smtClean="0"/>
              <a:t>4-  QUAND LE FEU PURIFICATEUR BRÛLERA ATTISÉ PAR DES MAINS PUISSANTES </a:t>
            </a:r>
          </a:p>
          <a:p>
            <a:r>
              <a:rPr lang="fr-FR" smtClean="0"/>
              <a:t>Stripped bare, without excuse or covering To give account for love and suffering</a:t>
            </a:r>
          </a:p>
          <a:p>
            <a:r>
              <a:rPr lang="fr-FR" smtClean="0"/>
              <a:t>5-  POUR BRÛLER L’IMPURETÉ  ET RÉVÉLER LA SAINTETÉ </a:t>
            </a:r>
          </a:p>
          <a:p>
            <a:r>
              <a:rPr lang="fr-FR" smtClean="0"/>
              <a:t>Burn the dross and let the holy stand </a:t>
            </a:r>
          </a:p>
          <a:p>
            <a:r>
              <a:rPr lang="fr-FR" smtClean="0"/>
              <a:t>6-  QU’EN SERA-T-IL ?  QU’EN SERA-T-IL ?</a:t>
            </a:r>
          </a:p>
          <a:p>
            <a:r>
              <a:rPr lang="fr-FR" smtClean="0"/>
              <a:t>What will it be? What will it be?</a:t>
            </a:r>
          </a:p>
          <a:p>
            <a:r>
              <a:rPr lang="fr-FR" smtClean="0"/>
              <a:t> </a:t>
            </a:r>
          </a:p>
          <a:p>
            <a:endParaRPr lang="fr-FR" smtClean="0"/>
          </a:p>
          <a:p>
            <a:r>
              <a:rPr lang="fr-FR" smtClean="0"/>
              <a:t>7-  QUAND MON ÂME ME SERA DEMANDÉE DIS-MOI QUEL SERA LE VERDICT ? </a:t>
            </a:r>
          </a:p>
          <a:p>
            <a:r>
              <a:rPr lang="fr-FR" smtClean="0"/>
              <a:t>When my soul is required of me Tell me what will the verdict be?</a:t>
            </a:r>
          </a:p>
          <a:p>
            <a:r>
              <a:rPr lang="fr-FR" smtClean="0"/>
              <a:t>8-  QUAND LA VIE DEVIENDRA ÉTERNITÉ QUAND MON ÂME ME SERA DEMANDÉE </a:t>
            </a:r>
          </a:p>
          <a:p>
            <a:r>
              <a:rPr lang="fr-FR" smtClean="0"/>
              <a:t>When life turns to eternity When my soul is required of me</a:t>
            </a:r>
          </a:p>
          <a:p>
            <a:endParaRPr lang="fr-FR" smtClean="0"/>
          </a:p>
          <a:p>
            <a:r>
              <a:rPr lang="fr-FR" smtClean="0"/>
              <a:t>9-  QUAND MON ÂME ME SERA DEMANDÉE </a:t>
            </a:r>
          </a:p>
          <a:p>
            <a:r>
              <a:rPr lang="fr-FR" smtClean="0"/>
              <a:t>When my soul is required of me </a:t>
            </a:r>
          </a:p>
          <a:p>
            <a:r>
              <a:rPr lang="fr-FR" smtClean="0"/>
              <a:t>10-  JE NE POURRAI  PLUS CACHER L’HYPOCRISIE </a:t>
            </a:r>
          </a:p>
          <a:p>
            <a:r>
              <a:rPr lang="fr-FR" smtClean="0"/>
              <a:t>I can no longer hide hypocrisy</a:t>
            </a:r>
          </a:p>
          <a:p>
            <a:r>
              <a:rPr lang="fr-FR" smtClean="0"/>
              <a:t>11-  DEVANT CELUI QUI VOIT LA VIE CACHÉE ET SÉPARE L’OS ET LA MOELLE</a:t>
            </a:r>
          </a:p>
          <a:p>
            <a:r>
              <a:rPr lang="fr-FR" smtClean="0"/>
              <a:t>Engage the gaze that sees the hidden life Between the bone and marrow cuts the knife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Instrumental</a:t>
            </a:r>
          </a:p>
          <a:p>
            <a:endParaRPr lang="fr-FR" smtClean="0"/>
          </a:p>
          <a:p>
            <a:r>
              <a:rPr lang="fr-FR" smtClean="0"/>
              <a:t>12-  QUAND JE VERRAI  CELUI QUI M’A FORMÉ </a:t>
            </a:r>
          </a:p>
          <a:p>
            <a:r>
              <a:rPr lang="fr-FR" smtClean="0"/>
              <a:t>When I face the One Who formed my frame </a:t>
            </a:r>
          </a:p>
          <a:p>
            <a:r>
              <a:rPr lang="fr-FR" smtClean="0"/>
              <a:t>13-  CRÉÉ LE SANG  QUI COULE DANS MES VEINES</a:t>
            </a:r>
          </a:p>
          <a:p>
            <a:r>
              <a:rPr lang="fr-FR" smtClean="0"/>
              <a:t>Made the blood that runs within my veins</a:t>
            </a:r>
          </a:p>
          <a:p>
            <a:r>
              <a:rPr lang="fr-FR" smtClean="0"/>
              <a:t> 14-  A FAIT BATTRE MON CŒUR  ET CONNAÎT MON NOM </a:t>
            </a:r>
          </a:p>
          <a:p>
            <a:r>
              <a:rPr lang="fr-FR" smtClean="0"/>
              <a:t>Caused my heart to beat and knows my name</a:t>
            </a:r>
          </a:p>
          <a:p>
            <a:r>
              <a:rPr lang="fr-FR" smtClean="0"/>
              <a:t>15-  QU’EN SERA-T-IL ?  QU’EN SERA-T-IL ? </a:t>
            </a:r>
          </a:p>
          <a:p>
            <a:r>
              <a:rPr lang="fr-FR" smtClean="0"/>
              <a:t>What will it be? What will it be?</a:t>
            </a:r>
          </a:p>
          <a:p>
            <a:endParaRPr lang="fr-FR" smtClean="0"/>
          </a:p>
          <a:p>
            <a:r>
              <a:rPr lang="fr-FR" smtClean="0"/>
              <a:t>16-  QUAND MON ÂME ME SERA DEMANDÉE DIS-MOI QUEL SERA LE VERDICT ? </a:t>
            </a:r>
          </a:p>
          <a:p>
            <a:r>
              <a:rPr lang="fr-FR" smtClean="0"/>
              <a:t>When my soul is required of me </a:t>
            </a:r>
          </a:p>
          <a:p>
            <a:r>
              <a:rPr lang="fr-FR" smtClean="0"/>
              <a:t>Tell me what will the verdict be?</a:t>
            </a:r>
          </a:p>
          <a:p>
            <a:r>
              <a:rPr lang="fr-FR" smtClean="0"/>
              <a:t>17-  QUAND LA VIE DEVIENDRA ÉTERNITÉ QUAND MON ÂME ME SERA DEMANDÉE </a:t>
            </a:r>
          </a:p>
          <a:p>
            <a:r>
              <a:rPr lang="fr-FR" smtClean="0"/>
              <a:t>When life turns to eternity When my soul is required of me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MON ÂME  ME SERA DEMANDÉE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my soul is required of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2-  QUAND JE SERAI  MORT À LA VANITÉ HUMAINE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I have died to human vanity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3-  MIS À NU, SANS EXCUSE  NI COUVERTURE POUR RENDRE COMPTE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Stripped bare, without excuse or covering To give account for love and suffering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QUAND LE FEU PURIFICATEUR BRÛLERA ATTISÉ PAR DES MAINS PUISSANTES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Stripped bare, without excuse or covering To give account for love and suffering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POUR BRÛLER L’IMPURETÉ  ET RÉVÉLER LA SAINTETÉ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Burn the dross and let the holy stand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QU’EN SERA-T-IL ?  QU’EN SERA-T-IL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What will it be? What will it be?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 MON ÂME ME SERA DEMANDÉE DIS-MOI QUEL SERA LE VERDICT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my soul is required of me Tell me what will the verdict be?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QUAND LA VIE DEVIENDRA ÉTERNITÉ QUAND MON ÂME ME SERA DEMANDÉE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life turns to eternity When my soul is required of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QUAND MON ÂME ME SERA DEMANDÉE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my soul is required of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NE POURRAI  PLUS CACHER L’HYPOCRISIE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can no longer hide hypocrisy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DEVANT CELUI QUI VOIT LA VIE CACHÉE ET SÉPARE L’OS ET LA MOELLE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Engage the gaze that sees the hidden life Between the bone and marrow cuts the knife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Instrumental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QUAND JE VERRAI  CELUI QUI M’A FORMÉ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I face the One Who formed my frame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CRÉÉ LE SANG  QUI COULE DANS MES VEINES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Made the blood that runs within my veins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14-  A FAIT BATTRE MON CŒUR  ET CONNAÎT MON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Caused my heart to beat and knows my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QU’EN SERA-T-IL ?  QU’EN SERA-T-IL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What will it be? What will it be?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QUAND MON ÂME ME SERA DEMANDÉE DIS-MOI QUEL SERA LE VERDICT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my soul is required of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Tell me what will the verdict be?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QUAND LA VIE DEVIENDRA ÉTERNITÉ QUAND MON ÂME ME SERA DEMANDÉE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life turns to eternity When my soul is required of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MON ÂME  ME SERA DEMANDÉE</a:t>
            </a:r>
          </a:p>
          <a:p>
            <a:r>
              <a:rPr lang="fr-FR" smtClean="0"/>
              <a:t>When my soul is required of me</a:t>
            </a:r>
          </a:p>
          <a:p>
            <a:r>
              <a:rPr lang="fr-FR" smtClean="0"/>
              <a:t> 2-  QUAND JE SERAI  MORT À LA VANITÉ HUMAINE</a:t>
            </a:r>
          </a:p>
          <a:p>
            <a:r>
              <a:rPr lang="fr-FR" smtClean="0"/>
              <a:t>And I have died to human vanity</a:t>
            </a:r>
          </a:p>
          <a:p>
            <a:r>
              <a:rPr lang="fr-FR" smtClean="0"/>
              <a:t> 3-  MIS À NU, SANS EXCUSE  NI COUVERTURE POUR RENDRE COMPTE </a:t>
            </a:r>
          </a:p>
          <a:p>
            <a:r>
              <a:rPr lang="fr-FR" smtClean="0"/>
              <a:t>Stripped bare, without excuse or covering To give account for love and suffering</a:t>
            </a:r>
          </a:p>
          <a:p>
            <a:endParaRPr lang="fr-FR" smtClean="0"/>
          </a:p>
          <a:p>
            <a:r>
              <a:rPr lang="fr-FR" smtClean="0"/>
              <a:t>4-  QUAND LE FEU PURIFICATEUR BRÛLERA ATTISÉ PAR DES MAINS PUISSANTES </a:t>
            </a:r>
          </a:p>
          <a:p>
            <a:r>
              <a:rPr lang="fr-FR" smtClean="0"/>
              <a:t>Stripped bare, without excuse or covering To give account for love and suffering</a:t>
            </a:r>
          </a:p>
          <a:p>
            <a:r>
              <a:rPr lang="fr-FR" smtClean="0"/>
              <a:t>5-  POUR BRÛLER L’IMPURETÉ  ET RÉVÉLER LA SAINTETÉ </a:t>
            </a:r>
          </a:p>
          <a:p>
            <a:r>
              <a:rPr lang="fr-FR" smtClean="0"/>
              <a:t>Burn the dross and let the holy stand </a:t>
            </a:r>
          </a:p>
          <a:p>
            <a:r>
              <a:rPr lang="fr-FR" smtClean="0"/>
              <a:t>6-  QU’EN SERA-T-IL ?  QU’EN SERA-T-IL ?</a:t>
            </a:r>
          </a:p>
          <a:p>
            <a:r>
              <a:rPr lang="fr-FR" smtClean="0"/>
              <a:t>What will it be? What will it be?</a:t>
            </a:r>
          </a:p>
          <a:p>
            <a:r>
              <a:rPr lang="fr-FR" smtClean="0"/>
              <a:t> </a:t>
            </a:r>
          </a:p>
          <a:p>
            <a:endParaRPr lang="fr-FR" smtClean="0"/>
          </a:p>
          <a:p>
            <a:r>
              <a:rPr lang="fr-FR" smtClean="0"/>
              <a:t>7-  QUAND MON ÂME ME SERA DEMANDÉE DIS-MOI QUEL SERA LE VERDICT ? </a:t>
            </a:r>
          </a:p>
          <a:p>
            <a:r>
              <a:rPr lang="fr-FR" smtClean="0"/>
              <a:t>When my soul is required of me Tell me what will the verdict be?</a:t>
            </a:r>
          </a:p>
          <a:p>
            <a:r>
              <a:rPr lang="fr-FR" smtClean="0"/>
              <a:t>8-  QUAND LA VIE DEVIENDRA ÉTERNITÉ QUAND MON ÂME ME SERA DEMANDÉE </a:t>
            </a:r>
          </a:p>
          <a:p>
            <a:r>
              <a:rPr lang="fr-FR" smtClean="0"/>
              <a:t>When life turns to eternity When my soul is required of me</a:t>
            </a:r>
          </a:p>
          <a:p>
            <a:endParaRPr lang="fr-FR" smtClean="0"/>
          </a:p>
          <a:p>
            <a:r>
              <a:rPr lang="fr-FR" smtClean="0"/>
              <a:t>9-  QUAND MON ÂME ME SERA DEMANDÉE </a:t>
            </a:r>
          </a:p>
          <a:p>
            <a:r>
              <a:rPr lang="fr-FR" smtClean="0"/>
              <a:t>When my soul is required of me </a:t>
            </a:r>
          </a:p>
          <a:p>
            <a:r>
              <a:rPr lang="fr-FR" smtClean="0"/>
              <a:t>10-  JE NE POURRAI  PLUS CACHER L’HYPOCRISIE </a:t>
            </a:r>
          </a:p>
          <a:p>
            <a:r>
              <a:rPr lang="fr-FR" smtClean="0"/>
              <a:t>I can no longer hide hypocrisy</a:t>
            </a:r>
          </a:p>
          <a:p>
            <a:r>
              <a:rPr lang="fr-FR" smtClean="0"/>
              <a:t>11-  DEVANT CELUI QUI VOIT LA VIE CACHÉE ET SÉPARE L’OS ET LA MOELLE</a:t>
            </a:r>
          </a:p>
          <a:p>
            <a:r>
              <a:rPr lang="fr-FR" smtClean="0"/>
              <a:t>Engage the gaze that sees the hidden life Between the bone and marrow cuts the knife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Instrumental</a:t>
            </a:r>
          </a:p>
          <a:p>
            <a:endParaRPr lang="fr-FR" smtClean="0"/>
          </a:p>
          <a:p>
            <a:r>
              <a:rPr lang="fr-FR" smtClean="0"/>
              <a:t>12-  QUAND JE VERRAI  CELUI QUI M’A FORMÉ </a:t>
            </a:r>
          </a:p>
          <a:p>
            <a:r>
              <a:rPr lang="fr-FR" smtClean="0"/>
              <a:t>When I face the One Who formed my frame </a:t>
            </a:r>
          </a:p>
          <a:p>
            <a:r>
              <a:rPr lang="fr-FR" smtClean="0"/>
              <a:t>13-  CRÉÉ LE SANG  QUI COULE DANS MES VEINES</a:t>
            </a:r>
          </a:p>
          <a:p>
            <a:r>
              <a:rPr lang="fr-FR" smtClean="0"/>
              <a:t>Made the blood that runs within my veins</a:t>
            </a:r>
          </a:p>
          <a:p>
            <a:r>
              <a:rPr lang="fr-FR" smtClean="0"/>
              <a:t> 14-  A FAIT BATTRE MON CŒUR  ET CONNAÎT MON NOM </a:t>
            </a:r>
          </a:p>
          <a:p>
            <a:r>
              <a:rPr lang="fr-FR" smtClean="0"/>
              <a:t>Caused my heart to beat and knows my name</a:t>
            </a:r>
          </a:p>
          <a:p>
            <a:r>
              <a:rPr lang="fr-FR" smtClean="0"/>
              <a:t>15-  QU’EN SERA-T-IL ?  QU’EN SERA-T-IL ? </a:t>
            </a:r>
          </a:p>
          <a:p>
            <a:r>
              <a:rPr lang="fr-FR" smtClean="0"/>
              <a:t>What will it be? What will it be?</a:t>
            </a:r>
          </a:p>
          <a:p>
            <a:endParaRPr lang="fr-FR" smtClean="0"/>
          </a:p>
          <a:p>
            <a:r>
              <a:rPr lang="fr-FR" smtClean="0"/>
              <a:t>16-  QUAND MON ÂME ME SERA DEMANDÉE DIS-MOI QUEL SERA LE VERDICT ? </a:t>
            </a:r>
          </a:p>
          <a:p>
            <a:r>
              <a:rPr lang="fr-FR" smtClean="0"/>
              <a:t>When my soul is required of me </a:t>
            </a:r>
          </a:p>
          <a:p>
            <a:r>
              <a:rPr lang="fr-FR" smtClean="0"/>
              <a:t>Tell me what will the verdict be?</a:t>
            </a:r>
          </a:p>
          <a:p>
            <a:r>
              <a:rPr lang="fr-FR" smtClean="0"/>
              <a:t>17-  QUAND LA VIE DEVIENDRA ÉTERNITÉ QUAND MON ÂME ME SERA DEMANDÉE </a:t>
            </a:r>
          </a:p>
          <a:p>
            <a:r>
              <a:rPr lang="fr-FR" smtClean="0"/>
              <a:t>When life turns to eternity When my soul is required of me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MON ÂME  ME SERA DEMANDÉE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my soul is required of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2-  QUAND JE SERAI  MORT À LA VANITÉ HUMAINE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I have died to human vanity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3-  MIS À NU, SANS EXCUSE  NI COUVERTURE POUR RENDRE COMPTE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Stripped bare, without excuse or covering To give account for love and suffering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QUAND LE FEU PURIFICATEUR BRÛLERA ATTISÉ PAR DES MAINS PUISSANTES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Stripped bare, without excuse or covering To give account for love and suffering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POUR BRÛLER L’IMPURETÉ  ET RÉVÉLER LA SAINTETÉ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Burn the dross and let the holy stand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QU’EN SERA-T-IL ?  QU’EN SERA-T-IL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What will it be? What will it be?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 MON ÂME ME SERA DEMANDÉE DIS-MOI QUEL SERA LE VERDICT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my soul is required of me Tell me what will the verdict be?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QUAND LA VIE DEVIENDRA ÉTERNITÉ QUAND MON ÂME ME SERA DEMANDÉE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life turns to eternity When my soul is required of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QUAND MON ÂME ME SERA DEMANDÉE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my soul is required of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NE POURRAI  PLUS CACHER L’HYPOCRISIE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can no longer hide hypocrisy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DEVANT CELUI QUI VOIT LA VIE CACHÉE ET SÉPARE L’OS ET LA MOELLE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Engage the gaze that sees the hidden life Between the bone and marrow cuts the knife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Instrumental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QUAND JE VERRAI  CELUI QUI M’A FORMÉ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I face the One Who formed my frame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CRÉÉ LE SANG  QUI COULE DANS MES VEINES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Made the blood that runs within my veins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14-  A FAIT BATTRE MON CŒUR  ET CONNAÎT MON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Caused my heart to beat and knows my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QU’EN SERA-T-IL ?  QU’EN SERA-T-IL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What will it be? What will it be?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QUAND MON ÂME ME SERA DEMANDÉE DIS-MOI QUEL SERA LE VERDICT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my soul is required of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Tell me what will the verdict be?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QUAND LA VIE DEVIENDRA ÉTERNITÉ QUAND MON ÂME ME SERA DEMANDÉE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life turns to eternity When my soul is required of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MON ÂME  ME SERA DEMANDÉE</a:t>
            </a:r>
          </a:p>
          <a:p>
            <a:r>
              <a:rPr lang="fr-FR" smtClean="0"/>
              <a:t>When my soul is required of me</a:t>
            </a:r>
          </a:p>
          <a:p>
            <a:r>
              <a:rPr lang="fr-FR" smtClean="0"/>
              <a:t> 2-  QUAND JE SERAI  MORT À LA VANITÉ HUMAINE</a:t>
            </a:r>
          </a:p>
          <a:p>
            <a:r>
              <a:rPr lang="fr-FR" smtClean="0"/>
              <a:t>And I have died to human vanity</a:t>
            </a:r>
          </a:p>
          <a:p>
            <a:r>
              <a:rPr lang="fr-FR" smtClean="0"/>
              <a:t> 3-  MIS À NU, SANS EXCUSE  NI COUVERTURE POUR RENDRE COMPTE </a:t>
            </a:r>
          </a:p>
          <a:p>
            <a:r>
              <a:rPr lang="fr-FR" smtClean="0"/>
              <a:t>Stripped bare, without excuse or covering To give account for love and suffering</a:t>
            </a:r>
          </a:p>
          <a:p>
            <a:endParaRPr lang="fr-FR" smtClean="0"/>
          </a:p>
          <a:p>
            <a:r>
              <a:rPr lang="fr-FR" smtClean="0"/>
              <a:t>4-  QUAND LE FEU PURIFICATEUR BRÛLERA ATTISÉ PAR DES MAINS PUISSANTES </a:t>
            </a:r>
          </a:p>
          <a:p>
            <a:r>
              <a:rPr lang="fr-FR" smtClean="0"/>
              <a:t>Stripped bare, without excuse or covering To give account for love and suffering</a:t>
            </a:r>
          </a:p>
          <a:p>
            <a:r>
              <a:rPr lang="fr-FR" smtClean="0"/>
              <a:t>5-  POUR BRÛLER L’IMPURETÉ  ET RÉVÉLER LA SAINTETÉ </a:t>
            </a:r>
          </a:p>
          <a:p>
            <a:r>
              <a:rPr lang="fr-FR" smtClean="0"/>
              <a:t>Burn the dross and let the holy stand </a:t>
            </a:r>
          </a:p>
          <a:p>
            <a:r>
              <a:rPr lang="fr-FR" smtClean="0"/>
              <a:t>6-  QU’EN SERA-T-IL ?  QU’EN SERA-T-IL ?</a:t>
            </a:r>
          </a:p>
          <a:p>
            <a:r>
              <a:rPr lang="fr-FR" smtClean="0"/>
              <a:t>What will it be? What will it be?</a:t>
            </a:r>
          </a:p>
          <a:p>
            <a:r>
              <a:rPr lang="fr-FR" smtClean="0"/>
              <a:t> </a:t>
            </a:r>
          </a:p>
          <a:p>
            <a:endParaRPr lang="fr-FR" smtClean="0"/>
          </a:p>
          <a:p>
            <a:r>
              <a:rPr lang="fr-FR" smtClean="0"/>
              <a:t>7-  QUAND MON ÂME ME SERA DEMANDÉE DIS-MOI QUEL SERA LE VERDICT ? </a:t>
            </a:r>
          </a:p>
          <a:p>
            <a:r>
              <a:rPr lang="fr-FR" smtClean="0"/>
              <a:t>When my soul is required of me Tell me what will the verdict be?</a:t>
            </a:r>
          </a:p>
          <a:p>
            <a:r>
              <a:rPr lang="fr-FR" smtClean="0"/>
              <a:t>8-  QUAND LA VIE DEVIENDRA ÉTERNITÉ QUAND MON ÂME ME SERA DEMANDÉE </a:t>
            </a:r>
          </a:p>
          <a:p>
            <a:r>
              <a:rPr lang="fr-FR" smtClean="0"/>
              <a:t>When life turns to eternity When my soul is required of me</a:t>
            </a:r>
          </a:p>
          <a:p>
            <a:endParaRPr lang="fr-FR" smtClean="0"/>
          </a:p>
          <a:p>
            <a:r>
              <a:rPr lang="fr-FR" smtClean="0"/>
              <a:t>9-  QUAND MON ÂME ME SERA DEMANDÉE </a:t>
            </a:r>
          </a:p>
          <a:p>
            <a:r>
              <a:rPr lang="fr-FR" smtClean="0"/>
              <a:t>When my soul is required of me </a:t>
            </a:r>
          </a:p>
          <a:p>
            <a:r>
              <a:rPr lang="fr-FR" smtClean="0"/>
              <a:t>10-  JE NE POURRAI  PLUS CACHER L’HYPOCRISIE </a:t>
            </a:r>
          </a:p>
          <a:p>
            <a:r>
              <a:rPr lang="fr-FR" smtClean="0"/>
              <a:t>I can no longer hide hypocrisy</a:t>
            </a:r>
          </a:p>
          <a:p>
            <a:r>
              <a:rPr lang="fr-FR" smtClean="0"/>
              <a:t>11-  DEVANT CELUI QUI VOIT LA VIE CACHÉE ET SÉPARE L’OS ET LA MOELLE</a:t>
            </a:r>
          </a:p>
          <a:p>
            <a:r>
              <a:rPr lang="fr-FR" smtClean="0"/>
              <a:t>Engage the gaze that sees the hidden life Between the bone and marrow cuts the knife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Instrumental</a:t>
            </a:r>
          </a:p>
          <a:p>
            <a:endParaRPr lang="fr-FR" smtClean="0"/>
          </a:p>
          <a:p>
            <a:r>
              <a:rPr lang="fr-FR" smtClean="0"/>
              <a:t>12-  QUAND JE VERRAI  CELUI QUI M’A FORMÉ </a:t>
            </a:r>
          </a:p>
          <a:p>
            <a:r>
              <a:rPr lang="fr-FR" smtClean="0"/>
              <a:t>When I face the One Who formed my frame </a:t>
            </a:r>
          </a:p>
          <a:p>
            <a:r>
              <a:rPr lang="fr-FR" smtClean="0"/>
              <a:t>13-  CRÉÉ LE SANG  QUI COULE DANS MES VEINES</a:t>
            </a:r>
          </a:p>
          <a:p>
            <a:r>
              <a:rPr lang="fr-FR" smtClean="0"/>
              <a:t>Made the blood that runs within my veins</a:t>
            </a:r>
          </a:p>
          <a:p>
            <a:r>
              <a:rPr lang="fr-FR" smtClean="0"/>
              <a:t> 14-  A FAIT BATTRE MON CŒUR  ET CONNAÎT MON NOM </a:t>
            </a:r>
          </a:p>
          <a:p>
            <a:r>
              <a:rPr lang="fr-FR" smtClean="0"/>
              <a:t>Caused my heart to beat and knows my name</a:t>
            </a:r>
          </a:p>
          <a:p>
            <a:r>
              <a:rPr lang="fr-FR" smtClean="0"/>
              <a:t>15-  QU’EN SERA-T-IL ?  QU’EN SERA-T-IL ? </a:t>
            </a:r>
          </a:p>
          <a:p>
            <a:r>
              <a:rPr lang="fr-FR" smtClean="0"/>
              <a:t>What will it be? What will it be?</a:t>
            </a:r>
          </a:p>
          <a:p>
            <a:endParaRPr lang="fr-FR" smtClean="0"/>
          </a:p>
          <a:p>
            <a:r>
              <a:rPr lang="fr-FR" smtClean="0"/>
              <a:t>16-  QUAND MON ÂME ME SERA DEMANDÉE DIS-MOI QUEL SERA LE VERDICT ? </a:t>
            </a:r>
          </a:p>
          <a:p>
            <a:r>
              <a:rPr lang="fr-FR" smtClean="0"/>
              <a:t>When my soul is required of me </a:t>
            </a:r>
          </a:p>
          <a:p>
            <a:r>
              <a:rPr lang="fr-FR" smtClean="0"/>
              <a:t>Tell me what will the verdict be?</a:t>
            </a:r>
          </a:p>
          <a:p>
            <a:r>
              <a:rPr lang="fr-FR" smtClean="0"/>
              <a:t>17-  QUAND LA VIE DEVIENDRA ÉTERNITÉ QUAND MON ÂME ME SERA DEMANDÉE </a:t>
            </a:r>
          </a:p>
          <a:p>
            <a:r>
              <a:rPr lang="fr-FR" smtClean="0"/>
              <a:t>When life turns to eternity When my soul is required of me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MON ÂME  ME SERA DEMANDÉE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my soul is required of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2-  QUAND JE SERAI  MORT À LA VANITÉ HUMAINE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I have died to human vanity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3-  MIS À NU, SANS EXCUSE  NI COUVERTURE POUR RENDRE COMPTE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Stripped bare, without excuse or covering To give account for love and suffering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QUAND LE FEU PURIFICATEUR BRÛLERA ATTISÉ PAR DES MAINS PUISSANTES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Stripped bare, without excuse or covering To give account for love and suffering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POUR BRÛLER L’IMPURETÉ  ET RÉVÉLER LA SAINTETÉ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Burn the dross and let the holy stand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QU’EN SERA-T-IL ?  QU’EN SERA-T-IL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What will it be? What will it be?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 MON ÂME ME SERA DEMANDÉE DIS-MOI QUEL SERA LE VERDICT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my soul is required of me Tell me what will the verdict be?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QUAND LA VIE DEVIENDRA ÉTERNITÉ QUAND MON ÂME ME SERA DEMANDÉE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life turns to eternity When my soul is required of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QUAND MON ÂME ME SERA DEMANDÉE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my soul is required of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NE POURRAI  PLUS CACHER L’HYPOCRISIE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can no longer hide hypocrisy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DEVANT CELUI QUI VOIT LA VIE CACHÉE ET SÉPARE L’OS ET LA MOELLE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Engage the gaze that sees the hidden life Between the bone and marrow cuts the knife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Instrumental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QUAND JE VERRAI  CELUI QUI M’A FORMÉ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I face the One Who formed my frame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CRÉÉ LE SANG  QUI COULE DANS MES VEINES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Made the blood that runs within my veins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14-  A FAIT BATTRE MON CŒUR  ET CONNAÎT MON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Caused my heart to beat and knows my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QU’EN SERA-T-IL ?  QU’EN SERA-T-IL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What will it be? What will it be?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QUAND MON ÂME ME SERA DEMANDÉE DIS-MOI QUEL SERA LE VERDICT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my soul is required of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Tell me what will the verdict be?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QUAND LA VIE DEVIENDRA ÉTERNITÉ QUAND MON ÂME ME SERA DEMANDÉE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life turns to eternity When my soul is required of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MON ÂME  ME SERA DEMANDÉE</a:t>
            </a:r>
          </a:p>
          <a:p>
            <a:r>
              <a:rPr lang="fr-FR" smtClean="0"/>
              <a:t>When my soul is required of me</a:t>
            </a:r>
          </a:p>
          <a:p>
            <a:r>
              <a:rPr lang="fr-FR" smtClean="0"/>
              <a:t> 2-  QUAND JE SERAI  MORT À LA VANITÉ HUMAINE</a:t>
            </a:r>
          </a:p>
          <a:p>
            <a:r>
              <a:rPr lang="fr-FR" smtClean="0"/>
              <a:t>And I have died to human vanity</a:t>
            </a:r>
          </a:p>
          <a:p>
            <a:r>
              <a:rPr lang="fr-FR" smtClean="0"/>
              <a:t> 3-  MIS À NU, SANS EXCUSE  NI COUVERTURE POUR RENDRE COMPTE </a:t>
            </a:r>
          </a:p>
          <a:p>
            <a:r>
              <a:rPr lang="fr-FR" smtClean="0"/>
              <a:t>Stripped bare, without excuse or covering To give account for love and suffering</a:t>
            </a:r>
          </a:p>
          <a:p>
            <a:endParaRPr lang="fr-FR" smtClean="0"/>
          </a:p>
          <a:p>
            <a:r>
              <a:rPr lang="fr-FR" smtClean="0"/>
              <a:t>4-  QUAND LE FEU PURIFICATEUR BRÛLERA ATTISÉ PAR DES MAINS PUISSANTES </a:t>
            </a:r>
          </a:p>
          <a:p>
            <a:r>
              <a:rPr lang="fr-FR" smtClean="0"/>
              <a:t>Stripped bare, without excuse or covering To give account for love and suffering</a:t>
            </a:r>
          </a:p>
          <a:p>
            <a:r>
              <a:rPr lang="fr-FR" smtClean="0"/>
              <a:t>5-  POUR BRÛLER L’IMPURETÉ  ET RÉVÉLER LA SAINTETÉ </a:t>
            </a:r>
          </a:p>
          <a:p>
            <a:r>
              <a:rPr lang="fr-FR" smtClean="0"/>
              <a:t>Burn the dross and let the holy stand </a:t>
            </a:r>
          </a:p>
          <a:p>
            <a:r>
              <a:rPr lang="fr-FR" smtClean="0"/>
              <a:t>6-  QU’EN SERA-T-IL ?  QU’EN SERA-T-IL ?</a:t>
            </a:r>
          </a:p>
          <a:p>
            <a:r>
              <a:rPr lang="fr-FR" smtClean="0"/>
              <a:t>What will it be? What will it be?</a:t>
            </a:r>
          </a:p>
          <a:p>
            <a:r>
              <a:rPr lang="fr-FR" smtClean="0"/>
              <a:t> </a:t>
            </a:r>
          </a:p>
          <a:p>
            <a:endParaRPr lang="fr-FR" smtClean="0"/>
          </a:p>
          <a:p>
            <a:r>
              <a:rPr lang="fr-FR" smtClean="0"/>
              <a:t>7-  QUAND MON ÂME ME SERA DEMANDÉE DIS-MOI QUEL SERA LE VERDICT ? </a:t>
            </a:r>
          </a:p>
          <a:p>
            <a:r>
              <a:rPr lang="fr-FR" smtClean="0"/>
              <a:t>When my soul is required of me Tell me what will the verdict be?</a:t>
            </a:r>
          </a:p>
          <a:p>
            <a:r>
              <a:rPr lang="fr-FR" smtClean="0"/>
              <a:t>8-  QUAND LA VIE DEVIENDRA ÉTERNITÉ QUAND MON ÂME ME SERA DEMANDÉE </a:t>
            </a:r>
          </a:p>
          <a:p>
            <a:r>
              <a:rPr lang="fr-FR" smtClean="0"/>
              <a:t>When life turns to eternity When my soul is required of me</a:t>
            </a:r>
          </a:p>
          <a:p>
            <a:endParaRPr lang="fr-FR" smtClean="0"/>
          </a:p>
          <a:p>
            <a:r>
              <a:rPr lang="fr-FR" smtClean="0"/>
              <a:t>9-  QUAND MON ÂME ME SERA DEMANDÉE </a:t>
            </a:r>
          </a:p>
          <a:p>
            <a:r>
              <a:rPr lang="fr-FR" smtClean="0"/>
              <a:t>When my soul is required of me </a:t>
            </a:r>
          </a:p>
          <a:p>
            <a:r>
              <a:rPr lang="fr-FR" smtClean="0"/>
              <a:t>10-  JE NE POURRAI  PLUS CACHER L’HYPOCRISIE </a:t>
            </a:r>
          </a:p>
          <a:p>
            <a:r>
              <a:rPr lang="fr-FR" smtClean="0"/>
              <a:t>I can no longer hide hypocrisy</a:t>
            </a:r>
          </a:p>
          <a:p>
            <a:r>
              <a:rPr lang="fr-FR" smtClean="0"/>
              <a:t>11-  DEVANT CELUI QUI VOIT LA VIE CACHÉE ET SÉPARE L’OS ET LA MOELLE</a:t>
            </a:r>
          </a:p>
          <a:p>
            <a:r>
              <a:rPr lang="fr-FR" smtClean="0"/>
              <a:t>Engage the gaze that sees the hidden life Between the bone and marrow cuts the knife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Instrumental</a:t>
            </a:r>
          </a:p>
          <a:p>
            <a:endParaRPr lang="fr-FR" smtClean="0"/>
          </a:p>
          <a:p>
            <a:r>
              <a:rPr lang="fr-FR" smtClean="0"/>
              <a:t>12-  QUAND JE VERRAI  CELUI QUI M’A FORMÉ </a:t>
            </a:r>
          </a:p>
          <a:p>
            <a:r>
              <a:rPr lang="fr-FR" smtClean="0"/>
              <a:t>When I face the One Who formed my frame </a:t>
            </a:r>
          </a:p>
          <a:p>
            <a:r>
              <a:rPr lang="fr-FR" smtClean="0"/>
              <a:t>13-  CRÉÉ LE SANG  QUI COULE DANS MES VEINES</a:t>
            </a:r>
          </a:p>
          <a:p>
            <a:r>
              <a:rPr lang="fr-FR" smtClean="0"/>
              <a:t>Made the blood that runs within my veins</a:t>
            </a:r>
          </a:p>
          <a:p>
            <a:r>
              <a:rPr lang="fr-FR" smtClean="0"/>
              <a:t> 14-  A FAIT BATTRE MON CŒUR  ET CONNAÎT MON NOM </a:t>
            </a:r>
          </a:p>
          <a:p>
            <a:r>
              <a:rPr lang="fr-FR" smtClean="0"/>
              <a:t>Caused my heart to beat and knows my name</a:t>
            </a:r>
          </a:p>
          <a:p>
            <a:r>
              <a:rPr lang="fr-FR" smtClean="0"/>
              <a:t>15-  QU’EN SERA-T-IL ?  QU’EN SERA-T-IL ? </a:t>
            </a:r>
          </a:p>
          <a:p>
            <a:r>
              <a:rPr lang="fr-FR" smtClean="0"/>
              <a:t>What will it be? What will it be?</a:t>
            </a:r>
          </a:p>
          <a:p>
            <a:endParaRPr lang="fr-FR" smtClean="0"/>
          </a:p>
          <a:p>
            <a:r>
              <a:rPr lang="fr-FR" smtClean="0"/>
              <a:t>16-  QUAND MON ÂME ME SERA DEMANDÉE DIS-MOI QUEL SERA LE VERDICT ? </a:t>
            </a:r>
          </a:p>
          <a:p>
            <a:r>
              <a:rPr lang="fr-FR" smtClean="0"/>
              <a:t>When my soul is required of me </a:t>
            </a:r>
          </a:p>
          <a:p>
            <a:r>
              <a:rPr lang="fr-FR" smtClean="0"/>
              <a:t>Tell me what will the verdict be?</a:t>
            </a:r>
          </a:p>
          <a:p>
            <a:r>
              <a:rPr lang="fr-FR" smtClean="0"/>
              <a:t>17-  QUAND LA VIE DEVIENDRA ÉTERNITÉ QUAND MON ÂME ME SERA DEMANDÉE </a:t>
            </a:r>
          </a:p>
          <a:p>
            <a:r>
              <a:rPr lang="fr-FR" smtClean="0"/>
              <a:t>When life turns to eternity When my soul is required of me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MON ÂME  ME SERA DEMANDÉE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my soul is required of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2-  QUAND JE SERAI  MORT À LA VANITÉ HUMAINE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I have died to human vanity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3-  MIS À NU, SANS EXCUSE  NI COUVERTURE POUR RENDRE COMPTE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Stripped bare, without excuse or covering To give account for love and suffering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QUAND LE FEU PURIFICATEUR BRÛLERA ATTISÉ PAR DES MAINS PUISSANTES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Stripped bare, without excuse or covering To give account for love and suffering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POUR BRÛLER L’IMPURETÉ  ET RÉVÉLER LA SAINTETÉ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Burn the dross and let the holy stand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QU’EN SERA-T-IL ?  QU’EN SERA-T-IL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What will it be? What will it be?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 MON ÂME ME SERA DEMANDÉE DIS-MOI QUEL SERA LE VERDICT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my soul is required of me Tell me what will the verdict be?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QUAND LA VIE DEVIENDRA ÉTERNITÉ QUAND MON ÂME ME SERA DEMANDÉE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life turns to eternity When my soul is required of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QUAND MON ÂME ME SERA DEMANDÉE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my soul is required of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NE POURRAI  PLUS CACHER L’HYPOCRISIE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can no longer hide hypocrisy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DEVANT CELUI QUI VOIT LA VIE CACHÉE ET SÉPARE L’OS ET LA MOELLE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Engage the gaze that sees the hidden life Between the bone and marrow cuts the knife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Instrumental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QUAND JE VERRAI  CELUI QUI M’A FORMÉ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I face the One Who formed my frame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CRÉÉ LE SANG  QUI COULE DANS MES VEINES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Made the blood that runs within my veins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14-  A FAIT BATTRE MON CŒUR  ET CONNAÎT MON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Caused my heart to beat and knows my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QU’EN SERA-T-IL ?  QU’EN SERA-T-IL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What will it be? What will it be?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QUAND MON ÂME ME SERA DEMANDÉE DIS-MOI QUEL SERA LE VERDICT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my soul is required of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Tell me what will the verdict be?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QUAND LA VIE DEVIENDRA ÉTERNITÉ QUAND MON ÂME ME SERA DEMANDÉE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life turns to eternity When my soul is required of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MON ÂME  ME SERA DEMANDÉE</a:t>
            </a:r>
          </a:p>
          <a:p>
            <a:r>
              <a:rPr lang="fr-FR" smtClean="0"/>
              <a:t>When my soul is required of me</a:t>
            </a:r>
          </a:p>
          <a:p>
            <a:r>
              <a:rPr lang="fr-FR" smtClean="0"/>
              <a:t> 2-  QUAND JE SERAI  MORT À LA VANITÉ HUMAINE</a:t>
            </a:r>
          </a:p>
          <a:p>
            <a:r>
              <a:rPr lang="fr-FR" smtClean="0"/>
              <a:t>And I have died to human vanity</a:t>
            </a:r>
          </a:p>
          <a:p>
            <a:r>
              <a:rPr lang="fr-FR" smtClean="0"/>
              <a:t> 3-  MIS À NU, SANS EXCUSE  NI COUVERTURE POUR RENDRE COMPTE </a:t>
            </a:r>
          </a:p>
          <a:p>
            <a:r>
              <a:rPr lang="fr-FR" smtClean="0"/>
              <a:t>Stripped bare, without excuse or covering To give account for love and suffering</a:t>
            </a:r>
          </a:p>
          <a:p>
            <a:endParaRPr lang="fr-FR" smtClean="0"/>
          </a:p>
          <a:p>
            <a:r>
              <a:rPr lang="fr-FR" smtClean="0"/>
              <a:t>4-  QUAND LE FEU PURIFICATEUR BRÛLERA ATTISÉ PAR DES MAINS PUISSANTES </a:t>
            </a:r>
          </a:p>
          <a:p>
            <a:r>
              <a:rPr lang="fr-FR" smtClean="0"/>
              <a:t>Stripped bare, without excuse or covering To give account for love and suffering</a:t>
            </a:r>
          </a:p>
          <a:p>
            <a:r>
              <a:rPr lang="fr-FR" smtClean="0"/>
              <a:t>5-  POUR BRÛLER L’IMPURETÉ  ET RÉVÉLER LA SAINTETÉ </a:t>
            </a:r>
          </a:p>
          <a:p>
            <a:r>
              <a:rPr lang="fr-FR" smtClean="0"/>
              <a:t>Burn the dross and let the holy stand </a:t>
            </a:r>
          </a:p>
          <a:p>
            <a:r>
              <a:rPr lang="fr-FR" smtClean="0"/>
              <a:t>6-  QU’EN SERA-T-IL ?  QU’EN SERA-T-IL ?</a:t>
            </a:r>
          </a:p>
          <a:p>
            <a:r>
              <a:rPr lang="fr-FR" smtClean="0"/>
              <a:t>What will it be? What will it be?</a:t>
            </a:r>
          </a:p>
          <a:p>
            <a:r>
              <a:rPr lang="fr-FR" smtClean="0"/>
              <a:t> </a:t>
            </a:r>
          </a:p>
          <a:p>
            <a:endParaRPr lang="fr-FR" smtClean="0"/>
          </a:p>
          <a:p>
            <a:r>
              <a:rPr lang="fr-FR" smtClean="0"/>
              <a:t>7-  QUAND MON ÂME ME SERA DEMANDÉE DIS-MOI QUEL SERA LE VERDICT ? </a:t>
            </a:r>
          </a:p>
          <a:p>
            <a:r>
              <a:rPr lang="fr-FR" smtClean="0"/>
              <a:t>When my soul is required of me Tell me what will the verdict be?</a:t>
            </a:r>
          </a:p>
          <a:p>
            <a:r>
              <a:rPr lang="fr-FR" smtClean="0"/>
              <a:t>8-  QUAND LA VIE DEVIENDRA ÉTERNITÉ QUAND MON ÂME ME SERA DEMANDÉE </a:t>
            </a:r>
          </a:p>
          <a:p>
            <a:r>
              <a:rPr lang="fr-FR" smtClean="0"/>
              <a:t>When life turns to eternity When my soul is required of me</a:t>
            </a:r>
          </a:p>
          <a:p>
            <a:endParaRPr lang="fr-FR" smtClean="0"/>
          </a:p>
          <a:p>
            <a:r>
              <a:rPr lang="fr-FR" smtClean="0"/>
              <a:t>9-  QUAND MON ÂME ME SERA DEMANDÉE </a:t>
            </a:r>
          </a:p>
          <a:p>
            <a:r>
              <a:rPr lang="fr-FR" smtClean="0"/>
              <a:t>When my soul is required of me </a:t>
            </a:r>
          </a:p>
          <a:p>
            <a:r>
              <a:rPr lang="fr-FR" smtClean="0"/>
              <a:t>10-  JE NE POURRAI  PLUS CACHER L’HYPOCRISIE </a:t>
            </a:r>
          </a:p>
          <a:p>
            <a:r>
              <a:rPr lang="fr-FR" smtClean="0"/>
              <a:t>I can no longer hide hypocrisy</a:t>
            </a:r>
          </a:p>
          <a:p>
            <a:r>
              <a:rPr lang="fr-FR" smtClean="0"/>
              <a:t>11-  DEVANT CELUI QUI VOIT LA VIE CACHÉE ET SÉPARE L’OS ET LA MOELLE</a:t>
            </a:r>
          </a:p>
          <a:p>
            <a:r>
              <a:rPr lang="fr-FR" smtClean="0"/>
              <a:t>Engage the gaze that sees the hidden life Between the bone and marrow cuts the knife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Instrumental</a:t>
            </a:r>
          </a:p>
          <a:p>
            <a:endParaRPr lang="fr-FR" smtClean="0"/>
          </a:p>
          <a:p>
            <a:r>
              <a:rPr lang="fr-FR" smtClean="0"/>
              <a:t>12-  QUAND JE VERRAI  CELUI QUI M’A FORMÉ </a:t>
            </a:r>
          </a:p>
          <a:p>
            <a:r>
              <a:rPr lang="fr-FR" smtClean="0"/>
              <a:t>When I face the One Who formed my frame </a:t>
            </a:r>
          </a:p>
          <a:p>
            <a:r>
              <a:rPr lang="fr-FR" smtClean="0"/>
              <a:t>13-  CRÉÉ LE SANG  QUI COULE DANS MES VEINES</a:t>
            </a:r>
          </a:p>
          <a:p>
            <a:r>
              <a:rPr lang="fr-FR" smtClean="0"/>
              <a:t>Made the blood that runs within my veins</a:t>
            </a:r>
          </a:p>
          <a:p>
            <a:r>
              <a:rPr lang="fr-FR" smtClean="0"/>
              <a:t> 14-  A FAIT BATTRE MON CŒUR  ET CONNAÎT MON NOM </a:t>
            </a:r>
          </a:p>
          <a:p>
            <a:r>
              <a:rPr lang="fr-FR" smtClean="0"/>
              <a:t>Caused my heart to beat and knows my name</a:t>
            </a:r>
          </a:p>
          <a:p>
            <a:r>
              <a:rPr lang="fr-FR" smtClean="0"/>
              <a:t>15-  QU’EN SERA-T-IL ?  QU’EN SERA-T-IL ? </a:t>
            </a:r>
          </a:p>
          <a:p>
            <a:r>
              <a:rPr lang="fr-FR" smtClean="0"/>
              <a:t>What will it be? What will it be?</a:t>
            </a:r>
          </a:p>
          <a:p>
            <a:endParaRPr lang="fr-FR" smtClean="0"/>
          </a:p>
          <a:p>
            <a:r>
              <a:rPr lang="fr-FR" smtClean="0"/>
              <a:t>16-  QUAND MON ÂME ME SERA DEMANDÉE DIS-MOI QUEL SERA LE VERDICT ? </a:t>
            </a:r>
          </a:p>
          <a:p>
            <a:r>
              <a:rPr lang="fr-FR" smtClean="0"/>
              <a:t>When my soul is required of me </a:t>
            </a:r>
          </a:p>
          <a:p>
            <a:r>
              <a:rPr lang="fr-FR" smtClean="0"/>
              <a:t>Tell me what will the verdict be?</a:t>
            </a:r>
          </a:p>
          <a:p>
            <a:r>
              <a:rPr lang="fr-FR" smtClean="0"/>
              <a:t>17-  QUAND LA VIE DEVIENDRA ÉTERNITÉ QUAND MON ÂME ME SERA DEMANDÉE </a:t>
            </a:r>
          </a:p>
          <a:p>
            <a:r>
              <a:rPr lang="fr-FR" smtClean="0"/>
              <a:t>When life turns to eternity When my soul is required of me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MON ÂME  ME SERA DEMANDÉE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my soul is required of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2-  QUAND JE SERAI  MORT À LA VANITÉ HUMAINE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I have died to human vanity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3-  MIS À NU, SANS EXCUSE  NI COUVERTURE POUR RENDRE COMPTE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Stripped bare, without excuse or covering To give account for love and suffering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QUAND LE FEU PURIFICATEUR BRÛLERA ATTISÉ PAR DES MAINS PUISSANTES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Stripped bare, without excuse or covering To give account for love and suffering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POUR BRÛLER L’IMPURETÉ  ET RÉVÉLER LA SAINTETÉ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Burn the dross and let the holy stand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QU’EN SERA-T-IL ?  QU’EN SERA-T-IL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What will it be? What will it be?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 MON ÂME ME SERA DEMANDÉE DIS-MOI QUEL SERA LE VERDICT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my soul is required of me Tell me what will the verdict be?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QUAND LA VIE DEVIENDRA ÉTERNITÉ QUAND MON ÂME ME SERA DEMANDÉE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life turns to eternity When my soul is required of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QUAND MON ÂME ME SERA DEMANDÉE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my soul is required of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NE POURRAI  PLUS CACHER L’HYPOCRISIE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can no longer hide hypocrisy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DEVANT CELUI QUI VOIT LA VIE CACHÉE ET SÉPARE L’OS ET LA MOELLE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Engage the gaze that sees the hidden life Between the bone and marrow cuts the knife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Instrumental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QUAND JE VERRAI  CELUI QUI M’A FORMÉ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I face the One Who formed my frame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CRÉÉ LE SANG  QUI COULE DANS MES VEINES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Made the blood that runs within my veins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14-  A FAIT BATTRE MON CŒUR  ET CONNAÎT MON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Caused my heart to beat and knows my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QU’EN SERA-T-IL ?  QU’EN SERA-T-IL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What will it be? What will it be?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QUAND MON ÂME ME SERA DEMANDÉE DIS-MOI QUEL SERA LE VERDICT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my soul is required of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Tell me what will the verdict be?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QUAND LA VIE DEVIENDRA ÉTERNITÉ QUAND MON ÂME ME SERA DEMANDÉE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life turns to eternity When my soul is required of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MON ÂME  ME SERA DEMANDÉE</a:t>
            </a:r>
          </a:p>
          <a:p>
            <a:r>
              <a:rPr lang="fr-FR" smtClean="0"/>
              <a:t>When my soul is required of me</a:t>
            </a:r>
          </a:p>
          <a:p>
            <a:r>
              <a:rPr lang="fr-FR" smtClean="0"/>
              <a:t> 2-  QUAND JE SERAI  MORT À LA VANITÉ HUMAINE</a:t>
            </a:r>
          </a:p>
          <a:p>
            <a:r>
              <a:rPr lang="fr-FR" smtClean="0"/>
              <a:t>And I have died to human vanity</a:t>
            </a:r>
          </a:p>
          <a:p>
            <a:r>
              <a:rPr lang="fr-FR" smtClean="0"/>
              <a:t> 3-  MIS À NU, SANS EXCUSE  NI COUVERTURE POUR RENDRE COMPTE </a:t>
            </a:r>
          </a:p>
          <a:p>
            <a:r>
              <a:rPr lang="fr-FR" smtClean="0"/>
              <a:t>Stripped bare, without excuse or covering To give account for love and suffering</a:t>
            </a:r>
          </a:p>
          <a:p>
            <a:endParaRPr lang="fr-FR" smtClean="0"/>
          </a:p>
          <a:p>
            <a:r>
              <a:rPr lang="fr-FR" smtClean="0"/>
              <a:t>4-  QUAND LE FEU PURIFICATEUR BRÛLERA ATTISÉ PAR DES MAINS PUISSANTES </a:t>
            </a:r>
          </a:p>
          <a:p>
            <a:r>
              <a:rPr lang="fr-FR" smtClean="0"/>
              <a:t>Stripped bare, without excuse or covering To give account for love and suffering</a:t>
            </a:r>
          </a:p>
          <a:p>
            <a:r>
              <a:rPr lang="fr-FR" smtClean="0"/>
              <a:t>5-  POUR BRÛLER L’IMPURETÉ  ET RÉVÉLER LA SAINTETÉ </a:t>
            </a:r>
          </a:p>
          <a:p>
            <a:r>
              <a:rPr lang="fr-FR" smtClean="0"/>
              <a:t>Burn the dross and let the holy stand </a:t>
            </a:r>
          </a:p>
          <a:p>
            <a:r>
              <a:rPr lang="fr-FR" smtClean="0"/>
              <a:t>6-  QU’EN SERA-T-IL ?  QU’EN SERA-T-IL ?</a:t>
            </a:r>
          </a:p>
          <a:p>
            <a:r>
              <a:rPr lang="fr-FR" smtClean="0"/>
              <a:t>What will it be? What will it be?</a:t>
            </a:r>
          </a:p>
          <a:p>
            <a:r>
              <a:rPr lang="fr-FR" smtClean="0"/>
              <a:t> </a:t>
            </a:r>
          </a:p>
          <a:p>
            <a:endParaRPr lang="fr-FR" smtClean="0"/>
          </a:p>
          <a:p>
            <a:r>
              <a:rPr lang="fr-FR" smtClean="0"/>
              <a:t>7-  QUAND MON ÂME ME SERA DEMANDÉE DIS-MOI QUEL SERA LE VERDICT ? </a:t>
            </a:r>
          </a:p>
          <a:p>
            <a:r>
              <a:rPr lang="fr-FR" smtClean="0"/>
              <a:t>When my soul is required of me Tell me what will the verdict be?</a:t>
            </a:r>
          </a:p>
          <a:p>
            <a:r>
              <a:rPr lang="fr-FR" smtClean="0"/>
              <a:t>8-  QUAND LA VIE DEVIENDRA ÉTERNITÉ QUAND MON ÂME ME SERA DEMANDÉE </a:t>
            </a:r>
          </a:p>
          <a:p>
            <a:r>
              <a:rPr lang="fr-FR" smtClean="0"/>
              <a:t>When life turns to eternity When my soul is required of me</a:t>
            </a:r>
          </a:p>
          <a:p>
            <a:endParaRPr lang="fr-FR" smtClean="0"/>
          </a:p>
          <a:p>
            <a:r>
              <a:rPr lang="fr-FR" smtClean="0"/>
              <a:t>9-  QUAND MON ÂME ME SERA DEMANDÉE </a:t>
            </a:r>
          </a:p>
          <a:p>
            <a:r>
              <a:rPr lang="fr-FR" smtClean="0"/>
              <a:t>When my soul is required of me </a:t>
            </a:r>
          </a:p>
          <a:p>
            <a:r>
              <a:rPr lang="fr-FR" smtClean="0"/>
              <a:t>10-  JE NE POURRAI  PLUS CACHER L’HYPOCRISIE </a:t>
            </a:r>
          </a:p>
          <a:p>
            <a:r>
              <a:rPr lang="fr-FR" smtClean="0"/>
              <a:t>I can no longer hide hypocrisy</a:t>
            </a:r>
          </a:p>
          <a:p>
            <a:r>
              <a:rPr lang="fr-FR" smtClean="0"/>
              <a:t>11-  DEVANT CELUI QUI VOIT LA VIE CACHÉE ET SÉPARE L’OS ET LA MOELLE</a:t>
            </a:r>
          </a:p>
          <a:p>
            <a:r>
              <a:rPr lang="fr-FR" smtClean="0"/>
              <a:t>Engage the gaze that sees the hidden life Between the bone and marrow cuts the knife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Instrumental</a:t>
            </a:r>
          </a:p>
          <a:p>
            <a:endParaRPr lang="fr-FR" smtClean="0"/>
          </a:p>
          <a:p>
            <a:r>
              <a:rPr lang="fr-FR" smtClean="0"/>
              <a:t>12-  QUAND JE VERRAI  CELUI QUI M’A FORMÉ </a:t>
            </a:r>
          </a:p>
          <a:p>
            <a:r>
              <a:rPr lang="fr-FR" smtClean="0"/>
              <a:t>When I face the One Who formed my frame </a:t>
            </a:r>
          </a:p>
          <a:p>
            <a:r>
              <a:rPr lang="fr-FR" smtClean="0"/>
              <a:t>13-  CRÉÉ LE SANG  QUI COULE DANS MES VEINES</a:t>
            </a:r>
          </a:p>
          <a:p>
            <a:r>
              <a:rPr lang="fr-FR" smtClean="0"/>
              <a:t>Made the blood that runs within my veins</a:t>
            </a:r>
          </a:p>
          <a:p>
            <a:r>
              <a:rPr lang="fr-FR" smtClean="0"/>
              <a:t> 14-  A FAIT BATTRE MON CŒUR  ET CONNAÎT MON NOM </a:t>
            </a:r>
          </a:p>
          <a:p>
            <a:r>
              <a:rPr lang="fr-FR" smtClean="0"/>
              <a:t>Caused my heart to beat and knows my name</a:t>
            </a:r>
          </a:p>
          <a:p>
            <a:r>
              <a:rPr lang="fr-FR" smtClean="0"/>
              <a:t>15-  QU’EN SERA-T-IL ?  QU’EN SERA-T-IL ? </a:t>
            </a:r>
          </a:p>
          <a:p>
            <a:r>
              <a:rPr lang="fr-FR" smtClean="0"/>
              <a:t>What will it be? What will it be?</a:t>
            </a:r>
          </a:p>
          <a:p>
            <a:endParaRPr lang="fr-FR" smtClean="0"/>
          </a:p>
          <a:p>
            <a:r>
              <a:rPr lang="fr-FR" smtClean="0"/>
              <a:t>16-  QUAND MON ÂME ME SERA DEMANDÉE DIS-MOI QUEL SERA LE VERDICT ? </a:t>
            </a:r>
          </a:p>
          <a:p>
            <a:r>
              <a:rPr lang="fr-FR" smtClean="0"/>
              <a:t>When my soul is required of me </a:t>
            </a:r>
          </a:p>
          <a:p>
            <a:r>
              <a:rPr lang="fr-FR" smtClean="0"/>
              <a:t>Tell me what will the verdict be?</a:t>
            </a:r>
          </a:p>
          <a:p>
            <a:r>
              <a:rPr lang="fr-FR" smtClean="0"/>
              <a:t>17-  QUAND LA VIE DEVIENDRA ÉTERNITÉ QUAND MON ÂME ME SERA DEMANDÉE </a:t>
            </a:r>
          </a:p>
          <a:p>
            <a:r>
              <a:rPr lang="fr-FR" smtClean="0"/>
              <a:t>When life turns to eternity When my soul is required of me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MON ÂME  ME SERA DEMANDÉE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my soul is required of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2-  QUAND JE SERAI  MORT À LA VANITÉ HUMAINE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I have died to human vanity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3-  MIS À NU, SANS EXCUSE  NI COUVERTURE POUR RENDRE COMPTE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Stripped bare, without excuse or covering To give account for love and suffering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QUAND LE FEU PURIFICATEUR BRÛLERA ATTISÉ PAR DES MAINS PUISSANTES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Stripped bare, without excuse or covering To give account for love and suffering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POUR BRÛLER L’IMPURETÉ  ET RÉVÉLER LA SAINTETÉ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Burn the dross and let the holy stand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QU’EN SERA-T-IL ?  QU’EN SERA-T-IL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What will it be? What will it be?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 MON ÂME ME SERA DEMANDÉE DIS-MOI QUEL SERA LE VERDICT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my soul is required of me Tell me what will the verdict be?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QUAND LA VIE DEVIENDRA ÉTERNITÉ QUAND MON ÂME ME SERA DEMANDÉE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life turns to eternity When my soul is required of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QUAND MON ÂME ME SERA DEMANDÉE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my soul is required of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NE POURRAI  PLUS CACHER L’HYPOCRISIE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can no longer hide hypocrisy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DEVANT CELUI QUI VOIT LA VIE CACHÉE ET SÉPARE L’OS ET LA MOELLE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Engage the gaze that sees the hidden life Between the bone and marrow cuts the knife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Instrumental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QUAND JE VERRAI  CELUI QUI M’A FORMÉ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I face the One Who formed my frame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CRÉÉ LE SANG  QUI COULE DANS MES VEINES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Made the blood that runs within my veins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14-  A FAIT BATTRE MON CŒUR  ET CONNAÎT MON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Caused my heart to beat and knows my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QU’EN SERA-T-IL ?  QU’EN SERA-T-IL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What will it be? What will it be?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QUAND MON ÂME ME SERA DEMANDÉE DIS-MOI QUEL SERA LE VERDICT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my soul is required of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Tell me what will the verdict be?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QUAND LA VIE DEVIENDRA ÉTERNITÉ QUAND MON ÂME ME SERA DEMANDÉE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life turns to eternity When my soul is required of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MON ÂME  ME SERA DEMANDÉE</a:t>
            </a:r>
          </a:p>
          <a:p>
            <a:r>
              <a:rPr lang="fr-FR" smtClean="0"/>
              <a:t>When my soul is required of me</a:t>
            </a:r>
          </a:p>
          <a:p>
            <a:r>
              <a:rPr lang="fr-FR" smtClean="0"/>
              <a:t> 2-  QUAND JE SERAI  MORT À LA VANITÉ HUMAINE</a:t>
            </a:r>
          </a:p>
          <a:p>
            <a:r>
              <a:rPr lang="fr-FR" smtClean="0"/>
              <a:t>And I have died to human vanity</a:t>
            </a:r>
          </a:p>
          <a:p>
            <a:r>
              <a:rPr lang="fr-FR" smtClean="0"/>
              <a:t> 3-  MIS À NU, SANS EXCUSE  NI COUVERTURE POUR RENDRE COMPTE </a:t>
            </a:r>
          </a:p>
          <a:p>
            <a:r>
              <a:rPr lang="fr-FR" smtClean="0"/>
              <a:t>Stripped bare, without excuse or covering To give account for love and suffering</a:t>
            </a:r>
          </a:p>
          <a:p>
            <a:endParaRPr lang="fr-FR" smtClean="0"/>
          </a:p>
          <a:p>
            <a:r>
              <a:rPr lang="fr-FR" smtClean="0"/>
              <a:t>4-  QUAND LE FEU PURIFICATEUR BRÛLERA ATTISÉ PAR DES MAINS PUISSANTES </a:t>
            </a:r>
          </a:p>
          <a:p>
            <a:r>
              <a:rPr lang="fr-FR" smtClean="0"/>
              <a:t>Stripped bare, without excuse or covering To give account for love and suffering</a:t>
            </a:r>
          </a:p>
          <a:p>
            <a:r>
              <a:rPr lang="fr-FR" smtClean="0"/>
              <a:t>5-  POUR BRÛLER L’IMPURETÉ  ET RÉVÉLER LA SAINTETÉ </a:t>
            </a:r>
          </a:p>
          <a:p>
            <a:r>
              <a:rPr lang="fr-FR" smtClean="0"/>
              <a:t>Burn the dross and let the holy stand </a:t>
            </a:r>
          </a:p>
          <a:p>
            <a:r>
              <a:rPr lang="fr-FR" smtClean="0"/>
              <a:t>6-  QU’EN SERA-T-IL ?  QU’EN SERA-T-IL ?</a:t>
            </a:r>
          </a:p>
          <a:p>
            <a:r>
              <a:rPr lang="fr-FR" smtClean="0"/>
              <a:t>What will it be? What will it be?</a:t>
            </a:r>
          </a:p>
          <a:p>
            <a:r>
              <a:rPr lang="fr-FR" smtClean="0"/>
              <a:t> </a:t>
            </a:r>
          </a:p>
          <a:p>
            <a:endParaRPr lang="fr-FR" smtClean="0"/>
          </a:p>
          <a:p>
            <a:r>
              <a:rPr lang="fr-FR" smtClean="0"/>
              <a:t>7-  QUAND MON ÂME ME SERA DEMANDÉE DIS-MOI QUEL SERA LE VERDICT ? </a:t>
            </a:r>
          </a:p>
          <a:p>
            <a:r>
              <a:rPr lang="fr-FR" smtClean="0"/>
              <a:t>When my soul is required of me Tell me what will the verdict be?</a:t>
            </a:r>
          </a:p>
          <a:p>
            <a:r>
              <a:rPr lang="fr-FR" smtClean="0"/>
              <a:t>8-  QUAND LA VIE DEVIENDRA ÉTERNITÉ QUAND MON ÂME ME SERA DEMANDÉE </a:t>
            </a:r>
          </a:p>
          <a:p>
            <a:r>
              <a:rPr lang="fr-FR" smtClean="0"/>
              <a:t>When life turns to eternity When my soul is required of me</a:t>
            </a:r>
          </a:p>
          <a:p>
            <a:endParaRPr lang="fr-FR" smtClean="0"/>
          </a:p>
          <a:p>
            <a:r>
              <a:rPr lang="fr-FR" smtClean="0"/>
              <a:t>9-  QUAND MON ÂME ME SERA DEMANDÉE </a:t>
            </a:r>
          </a:p>
          <a:p>
            <a:r>
              <a:rPr lang="fr-FR" smtClean="0"/>
              <a:t>When my soul is required of me </a:t>
            </a:r>
          </a:p>
          <a:p>
            <a:r>
              <a:rPr lang="fr-FR" smtClean="0"/>
              <a:t>10-  JE NE POURRAI  PLUS CACHER L’HYPOCRISIE </a:t>
            </a:r>
          </a:p>
          <a:p>
            <a:r>
              <a:rPr lang="fr-FR" smtClean="0"/>
              <a:t>I can no longer hide hypocrisy</a:t>
            </a:r>
          </a:p>
          <a:p>
            <a:r>
              <a:rPr lang="fr-FR" smtClean="0"/>
              <a:t>11-  DEVANT CELUI QUI VOIT LA VIE CACHÉE ET SÉPARE L’OS ET LA MOELLE</a:t>
            </a:r>
          </a:p>
          <a:p>
            <a:r>
              <a:rPr lang="fr-FR" smtClean="0"/>
              <a:t>Engage the gaze that sees the hidden life Between the bone and marrow cuts the knife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Instrumental</a:t>
            </a:r>
          </a:p>
          <a:p>
            <a:endParaRPr lang="fr-FR" smtClean="0"/>
          </a:p>
          <a:p>
            <a:r>
              <a:rPr lang="fr-FR" smtClean="0"/>
              <a:t>12-  QUAND JE VERRAI  CELUI QUI M’A FORMÉ </a:t>
            </a:r>
          </a:p>
          <a:p>
            <a:r>
              <a:rPr lang="fr-FR" smtClean="0"/>
              <a:t>When I face the One Who formed my frame </a:t>
            </a:r>
          </a:p>
          <a:p>
            <a:r>
              <a:rPr lang="fr-FR" smtClean="0"/>
              <a:t>13-  CRÉÉ LE SANG  QUI COULE DANS MES VEINES</a:t>
            </a:r>
          </a:p>
          <a:p>
            <a:r>
              <a:rPr lang="fr-FR" smtClean="0"/>
              <a:t>Made the blood that runs within my veins</a:t>
            </a:r>
          </a:p>
          <a:p>
            <a:r>
              <a:rPr lang="fr-FR" smtClean="0"/>
              <a:t> 14-  A FAIT BATTRE MON CŒUR  ET CONNAÎT MON NOM </a:t>
            </a:r>
          </a:p>
          <a:p>
            <a:r>
              <a:rPr lang="fr-FR" smtClean="0"/>
              <a:t>Caused my heart to beat and knows my name</a:t>
            </a:r>
          </a:p>
          <a:p>
            <a:r>
              <a:rPr lang="fr-FR" smtClean="0"/>
              <a:t>15-  QU’EN SERA-T-IL ?  QU’EN SERA-T-IL ? </a:t>
            </a:r>
          </a:p>
          <a:p>
            <a:r>
              <a:rPr lang="fr-FR" smtClean="0"/>
              <a:t>What will it be? What will it be?</a:t>
            </a:r>
          </a:p>
          <a:p>
            <a:endParaRPr lang="fr-FR" smtClean="0"/>
          </a:p>
          <a:p>
            <a:r>
              <a:rPr lang="fr-FR" smtClean="0"/>
              <a:t>16-  QUAND MON ÂME ME SERA DEMANDÉE DIS-MOI QUEL SERA LE VERDICT ? </a:t>
            </a:r>
          </a:p>
          <a:p>
            <a:r>
              <a:rPr lang="fr-FR" smtClean="0"/>
              <a:t>When my soul is required of me </a:t>
            </a:r>
          </a:p>
          <a:p>
            <a:r>
              <a:rPr lang="fr-FR" smtClean="0"/>
              <a:t>Tell me what will the verdict be?</a:t>
            </a:r>
          </a:p>
          <a:p>
            <a:r>
              <a:rPr lang="fr-FR" smtClean="0"/>
              <a:t>17-  QUAND LA VIE DEVIENDRA ÉTERNITÉ QUAND MON ÂME ME SERA DEMANDÉE </a:t>
            </a:r>
          </a:p>
          <a:p>
            <a:r>
              <a:rPr lang="fr-FR" smtClean="0"/>
              <a:t>When life turns to eternity When my soul is required of me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MON ÂME  ME SERA DEMANDÉE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my soul is required of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2-  QUAND JE SERAI  MORT À LA VANITÉ HUMAINE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I have died to human vanity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3-  MIS À NU, SANS EXCUSE  NI COUVERTURE POUR RENDRE COMPTE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Stripped bare, without excuse or covering To give account for love and suffering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QUAND LE FEU PURIFICATEUR BRÛLERA ATTISÉ PAR DES MAINS PUISSANTES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Stripped bare, without excuse or covering To give account for love and suffering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POUR BRÛLER L’IMPURETÉ  ET RÉVÉLER LA SAINTETÉ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Burn the dross and let the holy stand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QU’EN SERA-T-IL ?  QU’EN SERA-T-IL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What will it be? What will it be?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 MON ÂME ME SERA DEMANDÉE DIS-MOI QUEL SERA LE VERDICT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my soul is required of me Tell me what will the verdict be?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QUAND LA VIE DEVIENDRA ÉTERNITÉ QUAND MON ÂME ME SERA DEMANDÉE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life turns to eternity When my soul is required of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QUAND MON ÂME ME SERA DEMANDÉE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my soul is required of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NE POURRAI  PLUS CACHER L’HYPOCRISIE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can no longer hide hypocrisy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DEVANT CELUI QUI VOIT LA VIE CACHÉE ET SÉPARE L’OS ET LA MOELLE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Engage the gaze that sees the hidden life Between the bone and marrow cuts the knife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Instrumental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QUAND JE VERRAI  CELUI QUI M’A FORMÉ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I face the One Who formed my frame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CRÉÉ LE SANG  QUI COULE DANS MES VEINES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Made the blood that runs within my veins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14-  A FAIT BATTRE MON CŒUR  ET CONNAÎT MON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Caused my heart to beat and knows my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QU’EN SERA-T-IL ?  QU’EN SERA-T-IL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What will it be? What will it be?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QUAND MON ÂME ME SERA DEMANDÉE DIS-MOI QUEL SERA LE VERDICT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my soul is required of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Tell me what will the verdict be?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QUAND LA VIE DEVIENDRA ÉTERNITÉ QUAND MON ÂME ME SERA DEMANDÉE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life turns to eternity When my soul is required of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MON ÂME  ME SERA DEMANDÉE</a:t>
            </a:r>
          </a:p>
          <a:p>
            <a:r>
              <a:rPr lang="fr-FR" smtClean="0"/>
              <a:t>When my soul is required of me</a:t>
            </a:r>
          </a:p>
          <a:p>
            <a:r>
              <a:rPr lang="fr-FR" smtClean="0"/>
              <a:t> 2-  QUAND JE SERAI  MORT À LA VANITÉ HUMAINE</a:t>
            </a:r>
          </a:p>
          <a:p>
            <a:r>
              <a:rPr lang="fr-FR" smtClean="0"/>
              <a:t>And I have died to human vanity</a:t>
            </a:r>
          </a:p>
          <a:p>
            <a:r>
              <a:rPr lang="fr-FR" smtClean="0"/>
              <a:t> 3-  MIS À NU, SANS EXCUSE  NI COUVERTURE POUR RENDRE COMPTE </a:t>
            </a:r>
          </a:p>
          <a:p>
            <a:r>
              <a:rPr lang="fr-FR" smtClean="0"/>
              <a:t>Stripped bare, without excuse or covering To give account for love and suffering</a:t>
            </a:r>
          </a:p>
          <a:p>
            <a:endParaRPr lang="fr-FR" smtClean="0"/>
          </a:p>
          <a:p>
            <a:r>
              <a:rPr lang="fr-FR" smtClean="0"/>
              <a:t>4-  QUAND LE FEU PURIFICATEUR BRÛLERA ATTISÉ PAR DES MAINS PUISSANTES </a:t>
            </a:r>
          </a:p>
          <a:p>
            <a:r>
              <a:rPr lang="fr-FR" smtClean="0"/>
              <a:t>Stripped bare, without excuse or covering To give account for love and suffering</a:t>
            </a:r>
          </a:p>
          <a:p>
            <a:r>
              <a:rPr lang="fr-FR" smtClean="0"/>
              <a:t>5-  POUR BRÛLER L’IMPURETÉ  ET RÉVÉLER LA SAINTETÉ </a:t>
            </a:r>
          </a:p>
          <a:p>
            <a:r>
              <a:rPr lang="fr-FR" smtClean="0"/>
              <a:t>Burn the dross and let the holy stand </a:t>
            </a:r>
          </a:p>
          <a:p>
            <a:r>
              <a:rPr lang="fr-FR" smtClean="0"/>
              <a:t>6-  QU’EN SERA-T-IL ?  QU’EN SERA-T-IL ?</a:t>
            </a:r>
          </a:p>
          <a:p>
            <a:r>
              <a:rPr lang="fr-FR" smtClean="0"/>
              <a:t>What will it be? What will it be?</a:t>
            </a:r>
          </a:p>
          <a:p>
            <a:r>
              <a:rPr lang="fr-FR" smtClean="0"/>
              <a:t> </a:t>
            </a:r>
          </a:p>
          <a:p>
            <a:endParaRPr lang="fr-FR" smtClean="0"/>
          </a:p>
          <a:p>
            <a:r>
              <a:rPr lang="fr-FR" smtClean="0"/>
              <a:t>7-  QUAND MON ÂME ME SERA DEMANDÉE DIS-MOI QUEL SERA LE VERDICT ? </a:t>
            </a:r>
          </a:p>
          <a:p>
            <a:r>
              <a:rPr lang="fr-FR" smtClean="0"/>
              <a:t>When my soul is required of me Tell me what will the verdict be?</a:t>
            </a:r>
          </a:p>
          <a:p>
            <a:r>
              <a:rPr lang="fr-FR" smtClean="0"/>
              <a:t>8-  QUAND LA VIE DEVIENDRA ÉTERNITÉ QUAND MON ÂME ME SERA DEMANDÉE </a:t>
            </a:r>
          </a:p>
          <a:p>
            <a:r>
              <a:rPr lang="fr-FR" smtClean="0"/>
              <a:t>When life turns to eternity When my soul is required of me</a:t>
            </a:r>
          </a:p>
          <a:p>
            <a:endParaRPr lang="fr-FR" smtClean="0"/>
          </a:p>
          <a:p>
            <a:r>
              <a:rPr lang="fr-FR" smtClean="0"/>
              <a:t>9-  QUAND MON ÂME ME SERA DEMANDÉE </a:t>
            </a:r>
          </a:p>
          <a:p>
            <a:r>
              <a:rPr lang="fr-FR" smtClean="0"/>
              <a:t>When my soul is required of me </a:t>
            </a:r>
          </a:p>
          <a:p>
            <a:r>
              <a:rPr lang="fr-FR" smtClean="0"/>
              <a:t>10-  JE NE POURRAI  PLUS CACHER L’HYPOCRISIE </a:t>
            </a:r>
          </a:p>
          <a:p>
            <a:r>
              <a:rPr lang="fr-FR" smtClean="0"/>
              <a:t>I can no longer hide hypocrisy</a:t>
            </a:r>
          </a:p>
          <a:p>
            <a:r>
              <a:rPr lang="fr-FR" smtClean="0"/>
              <a:t>11-  DEVANT CELUI QUI VOIT LA VIE CACHÉE ET SÉPARE L’OS ET LA MOELLE</a:t>
            </a:r>
          </a:p>
          <a:p>
            <a:r>
              <a:rPr lang="fr-FR" smtClean="0"/>
              <a:t>Engage the gaze that sees the hidden life Between the bone and marrow cuts the knife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Instrumental</a:t>
            </a:r>
          </a:p>
          <a:p>
            <a:endParaRPr lang="fr-FR" smtClean="0"/>
          </a:p>
          <a:p>
            <a:r>
              <a:rPr lang="fr-FR" smtClean="0"/>
              <a:t>12-  QUAND JE VERRAI  CELUI QUI M’A FORMÉ </a:t>
            </a:r>
          </a:p>
          <a:p>
            <a:r>
              <a:rPr lang="fr-FR" smtClean="0"/>
              <a:t>When I face the One Who formed my frame </a:t>
            </a:r>
          </a:p>
          <a:p>
            <a:r>
              <a:rPr lang="fr-FR" smtClean="0"/>
              <a:t>13-  CRÉÉ LE SANG  QUI COULE DANS MES VEINES</a:t>
            </a:r>
          </a:p>
          <a:p>
            <a:r>
              <a:rPr lang="fr-FR" smtClean="0"/>
              <a:t>Made the blood that runs within my veins</a:t>
            </a:r>
          </a:p>
          <a:p>
            <a:r>
              <a:rPr lang="fr-FR" smtClean="0"/>
              <a:t> 14-  A FAIT BATTRE MON CŒUR  ET CONNAÎT MON NOM </a:t>
            </a:r>
          </a:p>
          <a:p>
            <a:r>
              <a:rPr lang="fr-FR" smtClean="0"/>
              <a:t>Caused my heart to beat and knows my name</a:t>
            </a:r>
          </a:p>
          <a:p>
            <a:r>
              <a:rPr lang="fr-FR" smtClean="0"/>
              <a:t>15-  QU’EN SERA-T-IL ?  QU’EN SERA-T-IL ? </a:t>
            </a:r>
          </a:p>
          <a:p>
            <a:r>
              <a:rPr lang="fr-FR" smtClean="0"/>
              <a:t>What will it be? What will it be?</a:t>
            </a:r>
          </a:p>
          <a:p>
            <a:endParaRPr lang="fr-FR" smtClean="0"/>
          </a:p>
          <a:p>
            <a:r>
              <a:rPr lang="fr-FR" smtClean="0"/>
              <a:t>16-  QUAND MON ÂME ME SERA DEMANDÉE DIS-MOI QUEL SERA LE VERDICT ? </a:t>
            </a:r>
          </a:p>
          <a:p>
            <a:r>
              <a:rPr lang="fr-FR" smtClean="0"/>
              <a:t>When my soul is required of me </a:t>
            </a:r>
          </a:p>
          <a:p>
            <a:r>
              <a:rPr lang="fr-FR" smtClean="0"/>
              <a:t>Tell me what will the verdict be?</a:t>
            </a:r>
          </a:p>
          <a:p>
            <a:r>
              <a:rPr lang="fr-FR" smtClean="0"/>
              <a:t>17-  QUAND LA VIE DEVIENDRA ÉTERNITÉ QUAND MON ÂME ME SERA DEMANDÉE </a:t>
            </a:r>
          </a:p>
          <a:p>
            <a:r>
              <a:rPr lang="fr-FR" smtClean="0"/>
              <a:t>When life turns to eternity When my soul is required of me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MON ÂME  ME SERA DEMANDÉE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my soul is required of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2-  QUAND JE SERAI  MORT À LA VANITÉ HUMAINE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I have died to human vanity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3-  MIS À NU, SANS EXCUSE  NI COUVERTURE POUR RENDRE COMPTE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Stripped bare, without excuse or covering To give account for love and suffering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QUAND LE FEU PURIFICATEUR BRÛLERA ATTISÉ PAR DES MAINS PUISSANTES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Stripped bare, without excuse or covering To give account for love and suffering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POUR BRÛLER L’IMPURETÉ  ET RÉVÉLER LA SAINTETÉ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Burn the dross and let the holy stand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QU’EN SERA-T-IL ?  QU’EN SERA-T-IL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What will it be? What will it be?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 MON ÂME ME SERA DEMANDÉE DIS-MOI QUEL SERA LE VERDICT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my soul is required of me Tell me what will the verdict be?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QUAND LA VIE DEVIENDRA ÉTERNITÉ QUAND MON ÂME ME SERA DEMANDÉE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life turns to eternity When my soul is required of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QUAND MON ÂME ME SERA DEMANDÉE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my soul is required of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NE POURRAI  PLUS CACHER L’HYPOCRISIE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can no longer hide hypocrisy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DEVANT CELUI QUI VOIT LA VIE CACHÉE ET SÉPARE L’OS ET LA MOELLE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Engage the gaze that sees the hidden life Between the bone and marrow cuts the knife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Instrumental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QUAND JE VERRAI  CELUI QUI M’A FORMÉ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I face the One Who formed my frame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CRÉÉ LE SANG  QUI COULE DANS MES VEINES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Made the blood that runs within my veins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14-  A FAIT BATTRE MON CŒUR  ET CONNAÎT MON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Caused my heart to beat and knows my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QU’EN SERA-T-IL ?  QU’EN SERA-T-IL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What will it be? What will it be?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QUAND MON ÂME ME SERA DEMANDÉE DIS-MOI QUEL SERA LE VERDICT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my soul is required of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Tell me what will the verdict be?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QUAND LA VIE DEVIENDRA ÉTERNITÉ QUAND MON ÂME ME SERA DEMANDÉE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life turns to eternity When my soul is required of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37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MON ÂME  ME SERA DEMANDÉE</a:t>
            </a:r>
          </a:p>
          <a:p>
            <a:r>
              <a:rPr lang="fr-FR" smtClean="0"/>
              <a:t>When my soul is required of me</a:t>
            </a:r>
          </a:p>
          <a:p>
            <a:r>
              <a:rPr lang="fr-FR" smtClean="0"/>
              <a:t> 2-  QUAND JE SERAI  MORT À LA VANITÉ HUMAINE</a:t>
            </a:r>
          </a:p>
          <a:p>
            <a:r>
              <a:rPr lang="fr-FR" smtClean="0"/>
              <a:t>And I have died to human vanity</a:t>
            </a:r>
          </a:p>
          <a:p>
            <a:r>
              <a:rPr lang="fr-FR" smtClean="0"/>
              <a:t> 3-  MIS À NU, SANS EXCUSE  NI COUVERTURE POUR RENDRE COMPTE </a:t>
            </a:r>
          </a:p>
          <a:p>
            <a:r>
              <a:rPr lang="fr-FR" smtClean="0"/>
              <a:t>Stripped bare, without excuse or covering To give account for love and suffering</a:t>
            </a:r>
          </a:p>
          <a:p>
            <a:endParaRPr lang="fr-FR" smtClean="0"/>
          </a:p>
          <a:p>
            <a:r>
              <a:rPr lang="fr-FR" smtClean="0"/>
              <a:t>4-  QUAND LE FEU PURIFICATEUR BRÛLERA ATTISÉ PAR DES MAINS PUISSANTES </a:t>
            </a:r>
          </a:p>
          <a:p>
            <a:r>
              <a:rPr lang="fr-FR" smtClean="0"/>
              <a:t>Stripped bare, without excuse or covering To give account for love and suffering</a:t>
            </a:r>
          </a:p>
          <a:p>
            <a:r>
              <a:rPr lang="fr-FR" smtClean="0"/>
              <a:t>5-  POUR BRÛLER L’IMPURETÉ  ET RÉVÉLER LA SAINTETÉ </a:t>
            </a:r>
          </a:p>
          <a:p>
            <a:r>
              <a:rPr lang="fr-FR" smtClean="0"/>
              <a:t>Burn the dross and let the holy stand </a:t>
            </a:r>
          </a:p>
          <a:p>
            <a:r>
              <a:rPr lang="fr-FR" smtClean="0"/>
              <a:t>6-  QU’EN SERA-T-IL ?  QU’EN SERA-T-IL ?</a:t>
            </a:r>
          </a:p>
          <a:p>
            <a:r>
              <a:rPr lang="fr-FR" smtClean="0"/>
              <a:t>What will it be? What will it be?</a:t>
            </a:r>
          </a:p>
          <a:p>
            <a:r>
              <a:rPr lang="fr-FR" smtClean="0"/>
              <a:t> </a:t>
            </a:r>
          </a:p>
          <a:p>
            <a:endParaRPr lang="fr-FR" smtClean="0"/>
          </a:p>
          <a:p>
            <a:r>
              <a:rPr lang="fr-FR" smtClean="0"/>
              <a:t>7-  QUAND MON ÂME ME SERA DEMANDÉE DIS-MOI QUEL SERA LE VERDICT ? </a:t>
            </a:r>
          </a:p>
          <a:p>
            <a:r>
              <a:rPr lang="fr-FR" smtClean="0"/>
              <a:t>When my soul is required of me Tell me what will the verdict be?</a:t>
            </a:r>
          </a:p>
          <a:p>
            <a:r>
              <a:rPr lang="fr-FR" smtClean="0"/>
              <a:t>8-  QUAND LA VIE DEVIENDRA ÉTERNITÉ QUAND MON ÂME ME SERA DEMANDÉE </a:t>
            </a:r>
          </a:p>
          <a:p>
            <a:r>
              <a:rPr lang="fr-FR" smtClean="0"/>
              <a:t>When life turns to eternity When my soul is required of me</a:t>
            </a:r>
          </a:p>
          <a:p>
            <a:endParaRPr lang="fr-FR" smtClean="0"/>
          </a:p>
          <a:p>
            <a:r>
              <a:rPr lang="fr-FR" smtClean="0"/>
              <a:t>9-  QUAND MON ÂME ME SERA DEMANDÉE </a:t>
            </a:r>
          </a:p>
          <a:p>
            <a:r>
              <a:rPr lang="fr-FR" smtClean="0"/>
              <a:t>When my soul is required of me </a:t>
            </a:r>
          </a:p>
          <a:p>
            <a:r>
              <a:rPr lang="fr-FR" smtClean="0"/>
              <a:t>10-  JE NE POURRAI  PLUS CACHER L’HYPOCRISIE </a:t>
            </a:r>
          </a:p>
          <a:p>
            <a:r>
              <a:rPr lang="fr-FR" smtClean="0"/>
              <a:t>I can no longer hide hypocrisy</a:t>
            </a:r>
          </a:p>
          <a:p>
            <a:r>
              <a:rPr lang="fr-FR" smtClean="0"/>
              <a:t>11-  DEVANT CELUI QUI VOIT LA VIE CACHÉE ET SÉPARE L’OS ET LA MOELLE</a:t>
            </a:r>
          </a:p>
          <a:p>
            <a:r>
              <a:rPr lang="fr-FR" smtClean="0"/>
              <a:t>Engage the gaze that sees the hidden life Between the bone and marrow cuts the knife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Instrumental</a:t>
            </a:r>
          </a:p>
          <a:p>
            <a:endParaRPr lang="fr-FR" smtClean="0"/>
          </a:p>
          <a:p>
            <a:r>
              <a:rPr lang="fr-FR" smtClean="0"/>
              <a:t>12-  QUAND JE VERRAI  CELUI QUI M’A FORMÉ </a:t>
            </a:r>
          </a:p>
          <a:p>
            <a:r>
              <a:rPr lang="fr-FR" smtClean="0"/>
              <a:t>When I face the One Who formed my frame </a:t>
            </a:r>
          </a:p>
          <a:p>
            <a:r>
              <a:rPr lang="fr-FR" smtClean="0"/>
              <a:t>13-  CRÉÉ LE SANG  QUI COULE DANS MES VEINES</a:t>
            </a:r>
          </a:p>
          <a:p>
            <a:r>
              <a:rPr lang="fr-FR" smtClean="0"/>
              <a:t>Made the blood that runs within my veins</a:t>
            </a:r>
          </a:p>
          <a:p>
            <a:r>
              <a:rPr lang="fr-FR" smtClean="0"/>
              <a:t> 14-  A FAIT BATTRE MON CŒUR  ET CONNAÎT MON NOM </a:t>
            </a:r>
          </a:p>
          <a:p>
            <a:r>
              <a:rPr lang="fr-FR" smtClean="0"/>
              <a:t>Caused my heart to beat and knows my name</a:t>
            </a:r>
          </a:p>
          <a:p>
            <a:r>
              <a:rPr lang="fr-FR" smtClean="0"/>
              <a:t>15-  QU’EN SERA-T-IL ?  QU’EN SERA-T-IL ? </a:t>
            </a:r>
          </a:p>
          <a:p>
            <a:r>
              <a:rPr lang="fr-FR" smtClean="0"/>
              <a:t>What will it be? What will it be?</a:t>
            </a:r>
          </a:p>
          <a:p>
            <a:endParaRPr lang="fr-FR" smtClean="0"/>
          </a:p>
          <a:p>
            <a:r>
              <a:rPr lang="fr-FR" smtClean="0"/>
              <a:t>16-  QUAND MON ÂME ME SERA DEMANDÉE DIS-MOI QUEL SERA LE VERDICT ? </a:t>
            </a:r>
          </a:p>
          <a:p>
            <a:r>
              <a:rPr lang="fr-FR" smtClean="0"/>
              <a:t>When my soul is required of me </a:t>
            </a:r>
          </a:p>
          <a:p>
            <a:r>
              <a:rPr lang="fr-FR" smtClean="0"/>
              <a:t>Tell me what will the verdict be?</a:t>
            </a:r>
          </a:p>
          <a:p>
            <a:r>
              <a:rPr lang="fr-FR" smtClean="0"/>
              <a:t>17-  QUAND LA VIE DEVIENDRA ÉTERNITÉ QUAND MON ÂME ME SERA DEMANDÉE </a:t>
            </a:r>
          </a:p>
          <a:p>
            <a:r>
              <a:rPr lang="fr-FR" smtClean="0"/>
              <a:t>When life turns to eternity When my soul is required of me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MON ÂME  ME SERA DEMANDÉE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my soul is required of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2-  QUAND JE SERAI  MORT À LA VANITÉ HUMAINE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I have died to human vanity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3-  MIS À NU, SANS EXCUSE  NI COUVERTURE POUR RENDRE COMPTE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Stripped bare, without excuse or covering To give account for love and suffering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QUAND LE FEU PURIFICATEUR BRÛLERA ATTISÉ PAR DES MAINS PUISSANTES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Stripped bare, without excuse or covering To give account for love and suffering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POUR BRÛLER L’IMPURETÉ  ET RÉVÉLER LA SAINTETÉ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Burn the dross and let the holy stand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QU’EN SERA-T-IL ?  QU’EN SERA-T-IL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What will it be? What will it be?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 MON ÂME ME SERA DEMANDÉE DIS-MOI QUEL SERA LE VERDICT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my soul is required of me Tell me what will the verdict be?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QUAND LA VIE DEVIENDRA ÉTERNITÉ QUAND MON ÂME ME SERA DEMANDÉE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life turns to eternity When my soul is required of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QUAND MON ÂME ME SERA DEMANDÉE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my soul is required of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NE POURRAI  PLUS CACHER L’HYPOCRISIE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can no longer hide hypocrisy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DEVANT CELUI QUI VOIT LA VIE CACHÉE ET SÉPARE L’OS ET LA MOELLE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Engage the gaze that sees the hidden life Between the bone and marrow cuts the knife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Instrumental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QUAND JE VERRAI  CELUI QUI M’A FORMÉ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I face the One Who formed my frame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CRÉÉ LE SANG  QUI COULE DANS MES VEINES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Made the blood that runs within my veins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14-  A FAIT BATTRE MON CŒUR  ET CONNAÎT MON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Caused my heart to beat and knows my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QU’EN SERA-T-IL ?  QU’EN SERA-T-IL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What will it be? What will it be?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QUAND MON ÂME ME SERA DEMANDÉE DIS-MOI QUEL SERA LE VERDICT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my soul is required of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Tell me what will the verdict be?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QUAND LA VIE DEVIENDRA ÉTERNITÉ QUAND MON ÂME ME SERA DEMANDÉE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life turns to eternity When my soul is required of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MON ÂME  ME SERA DEMANDÉE</a:t>
            </a:r>
          </a:p>
          <a:p>
            <a:r>
              <a:rPr lang="fr-FR" smtClean="0"/>
              <a:t>When my soul is required of me</a:t>
            </a:r>
          </a:p>
          <a:p>
            <a:r>
              <a:rPr lang="fr-FR" smtClean="0"/>
              <a:t> 2-  QUAND JE SERAI  MORT À LA VANITÉ HUMAINE</a:t>
            </a:r>
          </a:p>
          <a:p>
            <a:r>
              <a:rPr lang="fr-FR" smtClean="0"/>
              <a:t>And I have died to human vanity</a:t>
            </a:r>
          </a:p>
          <a:p>
            <a:r>
              <a:rPr lang="fr-FR" smtClean="0"/>
              <a:t> 3-  MIS À NU, SANS EXCUSE  NI COUVERTURE POUR RENDRE COMPTE </a:t>
            </a:r>
          </a:p>
          <a:p>
            <a:r>
              <a:rPr lang="fr-FR" smtClean="0"/>
              <a:t>Stripped bare, without excuse or covering To give account for love and suffering</a:t>
            </a:r>
          </a:p>
          <a:p>
            <a:endParaRPr lang="fr-FR" smtClean="0"/>
          </a:p>
          <a:p>
            <a:r>
              <a:rPr lang="fr-FR" smtClean="0"/>
              <a:t>4-  QUAND LE FEU PURIFICATEUR BRÛLERA ATTISÉ PAR DES MAINS PUISSANTES </a:t>
            </a:r>
          </a:p>
          <a:p>
            <a:r>
              <a:rPr lang="fr-FR" smtClean="0"/>
              <a:t>Stripped bare, without excuse or covering To give account for love and suffering</a:t>
            </a:r>
          </a:p>
          <a:p>
            <a:r>
              <a:rPr lang="fr-FR" smtClean="0"/>
              <a:t>5-  POUR BRÛLER L’IMPURETÉ  ET RÉVÉLER LA SAINTETÉ </a:t>
            </a:r>
          </a:p>
          <a:p>
            <a:r>
              <a:rPr lang="fr-FR" smtClean="0"/>
              <a:t>Burn the dross and let the holy stand </a:t>
            </a:r>
          </a:p>
          <a:p>
            <a:r>
              <a:rPr lang="fr-FR" smtClean="0"/>
              <a:t>6-  QU’EN SERA-T-IL ?  QU’EN SERA-T-IL ?</a:t>
            </a:r>
          </a:p>
          <a:p>
            <a:r>
              <a:rPr lang="fr-FR" smtClean="0"/>
              <a:t>What will it be? What will it be?</a:t>
            </a:r>
          </a:p>
          <a:p>
            <a:r>
              <a:rPr lang="fr-FR" smtClean="0"/>
              <a:t> </a:t>
            </a:r>
          </a:p>
          <a:p>
            <a:endParaRPr lang="fr-FR" smtClean="0"/>
          </a:p>
          <a:p>
            <a:r>
              <a:rPr lang="fr-FR" smtClean="0"/>
              <a:t>7-  QUAND MON ÂME ME SERA DEMANDÉE DIS-MOI QUEL SERA LE VERDICT ? </a:t>
            </a:r>
          </a:p>
          <a:p>
            <a:r>
              <a:rPr lang="fr-FR" smtClean="0"/>
              <a:t>When my soul is required of me Tell me what will the verdict be?</a:t>
            </a:r>
          </a:p>
          <a:p>
            <a:r>
              <a:rPr lang="fr-FR" smtClean="0"/>
              <a:t>8-  QUAND LA VIE DEVIENDRA ÉTERNITÉ QUAND MON ÂME ME SERA DEMANDÉE </a:t>
            </a:r>
          </a:p>
          <a:p>
            <a:r>
              <a:rPr lang="fr-FR" smtClean="0"/>
              <a:t>When life turns to eternity When my soul is required of me</a:t>
            </a:r>
          </a:p>
          <a:p>
            <a:endParaRPr lang="fr-FR" smtClean="0"/>
          </a:p>
          <a:p>
            <a:r>
              <a:rPr lang="fr-FR" smtClean="0"/>
              <a:t>9-  QUAND MON ÂME ME SERA DEMANDÉE </a:t>
            </a:r>
          </a:p>
          <a:p>
            <a:r>
              <a:rPr lang="fr-FR" smtClean="0"/>
              <a:t>When my soul is required of me </a:t>
            </a:r>
          </a:p>
          <a:p>
            <a:r>
              <a:rPr lang="fr-FR" smtClean="0"/>
              <a:t>10-  JE NE POURRAI  PLUS CACHER L’HYPOCRISIE </a:t>
            </a:r>
          </a:p>
          <a:p>
            <a:r>
              <a:rPr lang="fr-FR" smtClean="0"/>
              <a:t>I can no longer hide hypocrisy</a:t>
            </a:r>
          </a:p>
          <a:p>
            <a:r>
              <a:rPr lang="fr-FR" smtClean="0"/>
              <a:t>11-  DEVANT CELUI QUI VOIT LA VIE CACHÉE ET SÉPARE L’OS ET LA MOELLE</a:t>
            </a:r>
          </a:p>
          <a:p>
            <a:r>
              <a:rPr lang="fr-FR" smtClean="0"/>
              <a:t>Engage the gaze that sees the hidden life Between the bone and marrow cuts the knife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Instrumental</a:t>
            </a:r>
          </a:p>
          <a:p>
            <a:endParaRPr lang="fr-FR" smtClean="0"/>
          </a:p>
          <a:p>
            <a:r>
              <a:rPr lang="fr-FR" smtClean="0"/>
              <a:t>12-  QUAND JE VERRAI  CELUI QUI M’A FORMÉ </a:t>
            </a:r>
          </a:p>
          <a:p>
            <a:r>
              <a:rPr lang="fr-FR" smtClean="0"/>
              <a:t>When I face the One Who formed my frame </a:t>
            </a:r>
          </a:p>
          <a:p>
            <a:r>
              <a:rPr lang="fr-FR" smtClean="0"/>
              <a:t>13-  CRÉÉ LE SANG  QUI COULE DANS MES VEINES</a:t>
            </a:r>
          </a:p>
          <a:p>
            <a:r>
              <a:rPr lang="fr-FR" smtClean="0"/>
              <a:t>Made the blood that runs within my veins</a:t>
            </a:r>
          </a:p>
          <a:p>
            <a:r>
              <a:rPr lang="fr-FR" smtClean="0"/>
              <a:t> 14-  A FAIT BATTRE MON CŒUR  ET CONNAÎT MON NOM </a:t>
            </a:r>
          </a:p>
          <a:p>
            <a:r>
              <a:rPr lang="fr-FR" smtClean="0"/>
              <a:t>Caused my heart to beat and knows my name</a:t>
            </a:r>
          </a:p>
          <a:p>
            <a:r>
              <a:rPr lang="fr-FR" smtClean="0"/>
              <a:t>15-  QU’EN SERA-T-IL ?  QU’EN SERA-T-IL ? </a:t>
            </a:r>
          </a:p>
          <a:p>
            <a:r>
              <a:rPr lang="fr-FR" smtClean="0"/>
              <a:t>What will it be? What will it be?</a:t>
            </a:r>
          </a:p>
          <a:p>
            <a:endParaRPr lang="fr-FR" smtClean="0"/>
          </a:p>
          <a:p>
            <a:r>
              <a:rPr lang="fr-FR" smtClean="0"/>
              <a:t>16-  QUAND MON ÂME ME SERA DEMANDÉE DIS-MOI QUEL SERA LE VERDICT ? </a:t>
            </a:r>
          </a:p>
          <a:p>
            <a:r>
              <a:rPr lang="fr-FR" smtClean="0"/>
              <a:t>When my soul is required of me </a:t>
            </a:r>
          </a:p>
          <a:p>
            <a:r>
              <a:rPr lang="fr-FR" smtClean="0"/>
              <a:t>Tell me what will the verdict be?</a:t>
            </a:r>
          </a:p>
          <a:p>
            <a:r>
              <a:rPr lang="fr-FR" smtClean="0"/>
              <a:t>17-  QUAND LA VIE DEVIENDRA ÉTERNITÉ QUAND MON ÂME ME SERA DEMANDÉE </a:t>
            </a:r>
          </a:p>
          <a:p>
            <a:r>
              <a:rPr lang="fr-FR" smtClean="0"/>
              <a:t>When life turns to eternity When my soul is required of me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MON ÂME  ME SERA DEMANDÉE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my soul is required of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2-  QUAND JE SERAI  MORT À LA VANITÉ HUMAINE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I have died to human vanity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3-  MIS À NU, SANS EXCUSE  NI COUVERTURE POUR RENDRE COMPTE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Stripped bare, without excuse or covering To give account for love and suffering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QUAND LE FEU PURIFICATEUR BRÛLERA ATTISÉ PAR DES MAINS PUISSANTES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Stripped bare, without excuse or covering To give account for love and suffering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POUR BRÛLER L’IMPURETÉ  ET RÉVÉLER LA SAINTETÉ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Burn the dross and let the holy stand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QU’EN SERA-T-IL ?  QU’EN SERA-T-IL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What will it be? What will it be?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 MON ÂME ME SERA DEMANDÉE DIS-MOI QUEL SERA LE VERDICT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my soul is required of me Tell me what will the verdict be?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QUAND LA VIE DEVIENDRA ÉTERNITÉ QUAND MON ÂME ME SERA DEMANDÉE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life turns to eternity When my soul is required of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QUAND MON ÂME ME SERA DEMANDÉE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my soul is required of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NE POURRAI  PLUS CACHER L’HYPOCRISIE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can no longer hide hypocrisy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DEVANT CELUI QUI VOIT LA VIE CACHÉE ET SÉPARE L’OS ET LA MOELLE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Engage the gaze that sees the hidden life Between the bone and marrow cuts the knife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Instrumental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QUAND JE VERRAI  CELUI QUI M’A FORMÉ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I face the One Who formed my frame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CRÉÉ LE SANG  QUI COULE DANS MES VEINES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Made the blood that runs within my veins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14-  A FAIT BATTRE MON CŒUR  ET CONNAÎT MON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Caused my heart to beat and knows my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QU’EN SERA-T-IL ?  QU’EN SERA-T-IL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What will it be? What will it be?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QUAND MON ÂME ME SERA DEMANDÉE DIS-MOI QUEL SERA LE VERDICT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my soul is required of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Tell me what will the verdict be?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QUAND LA VIE DEVIENDRA ÉTERNITÉ QUAND MON ÂME ME SERA DEMANDÉE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life turns to eternity When my soul is required of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58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MON ÂME  ME SERA DEMANDÉE</a:t>
            </a:r>
          </a:p>
          <a:p>
            <a:r>
              <a:rPr lang="fr-FR" smtClean="0"/>
              <a:t>When my soul is required of me</a:t>
            </a:r>
          </a:p>
          <a:p>
            <a:r>
              <a:rPr lang="fr-FR" smtClean="0"/>
              <a:t> 2-  QUAND JE SERAI  MORT À LA VANITÉ HUMAINE</a:t>
            </a:r>
          </a:p>
          <a:p>
            <a:r>
              <a:rPr lang="fr-FR" smtClean="0"/>
              <a:t>And I have died to human vanity</a:t>
            </a:r>
          </a:p>
          <a:p>
            <a:r>
              <a:rPr lang="fr-FR" smtClean="0"/>
              <a:t> 3-  MIS À NU, SANS EXCUSE  NI COUVERTURE POUR RENDRE COMPTE </a:t>
            </a:r>
          </a:p>
          <a:p>
            <a:r>
              <a:rPr lang="fr-FR" smtClean="0"/>
              <a:t>Stripped bare, without excuse or covering To give account for love and suffering</a:t>
            </a:r>
          </a:p>
          <a:p>
            <a:endParaRPr lang="fr-FR" smtClean="0"/>
          </a:p>
          <a:p>
            <a:r>
              <a:rPr lang="fr-FR" smtClean="0"/>
              <a:t>4-  QUAND LE FEU PURIFICATEUR BRÛLERA ATTISÉ PAR DES MAINS PUISSANTES </a:t>
            </a:r>
          </a:p>
          <a:p>
            <a:r>
              <a:rPr lang="fr-FR" smtClean="0"/>
              <a:t>Stripped bare, without excuse or covering To give account for love and suffering</a:t>
            </a:r>
          </a:p>
          <a:p>
            <a:r>
              <a:rPr lang="fr-FR" smtClean="0"/>
              <a:t>5-  POUR BRÛLER L’IMPURETÉ  ET RÉVÉLER LA SAINTETÉ </a:t>
            </a:r>
          </a:p>
          <a:p>
            <a:r>
              <a:rPr lang="fr-FR" smtClean="0"/>
              <a:t>Burn the dross and let the holy stand </a:t>
            </a:r>
          </a:p>
          <a:p>
            <a:r>
              <a:rPr lang="fr-FR" smtClean="0"/>
              <a:t>6-  QU’EN SERA-T-IL ?  QU’EN SERA-T-IL ?</a:t>
            </a:r>
          </a:p>
          <a:p>
            <a:r>
              <a:rPr lang="fr-FR" smtClean="0"/>
              <a:t>What will it be? What will it be?</a:t>
            </a:r>
          </a:p>
          <a:p>
            <a:r>
              <a:rPr lang="fr-FR" smtClean="0"/>
              <a:t> </a:t>
            </a:r>
          </a:p>
          <a:p>
            <a:endParaRPr lang="fr-FR" smtClean="0"/>
          </a:p>
          <a:p>
            <a:r>
              <a:rPr lang="fr-FR" smtClean="0"/>
              <a:t>7-  QUAND MON ÂME ME SERA DEMANDÉE DIS-MOI QUEL SERA LE VERDICT ? </a:t>
            </a:r>
          </a:p>
          <a:p>
            <a:r>
              <a:rPr lang="fr-FR" smtClean="0"/>
              <a:t>When my soul is required of me Tell me what will the verdict be?</a:t>
            </a:r>
          </a:p>
          <a:p>
            <a:r>
              <a:rPr lang="fr-FR" smtClean="0"/>
              <a:t>8-  QUAND LA VIE DEVIENDRA ÉTERNITÉ QUAND MON ÂME ME SERA DEMANDÉE </a:t>
            </a:r>
          </a:p>
          <a:p>
            <a:r>
              <a:rPr lang="fr-FR" smtClean="0"/>
              <a:t>When life turns to eternity When my soul is required of me</a:t>
            </a:r>
          </a:p>
          <a:p>
            <a:endParaRPr lang="fr-FR" smtClean="0"/>
          </a:p>
          <a:p>
            <a:r>
              <a:rPr lang="fr-FR" smtClean="0"/>
              <a:t>9-  QUAND MON ÂME ME SERA DEMANDÉE </a:t>
            </a:r>
          </a:p>
          <a:p>
            <a:r>
              <a:rPr lang="fr-FR" smtClean="0"/>
              <a:t>When my soul is required of me </a:t>
            </a:r>
          </a:p>
          <a:p>
            <a:r>
              <a:rPr lang="fr-FR" smtClean="0"/>
              <a:t>10-  JE NE POURRAI  PLUS CACHER L’HYPOCRISIE </a:t>
            </a:r>
          </a:p>
          <a:p>
            <a:r>
              <a:rPr lang="fr-FR" smtClean="0"/>
              <a:t>I can no longer hide hypocrisy</a:t>
            </a:r>
          </a:p>
          <a:p>
            <a:r>
              <a:rPr lang="fr-FR" smtClean="0"/>
              <a:t>11-  DEVANT CELUI QUI VOIT LA VIE CACHÉE ET SÉPARE L’OS ET LA MOELLE</a:t>
            </a:r>
          </a:p>
          <a:p>
            <a:r>
              <a:rPr lang="fr-FR" smtClean="0"/>
              <a:t>Engage the gaze that sees the hidden life Between the bone and marrow cuts the knife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Instrumental</a:t>
            </a:r>
          </a:p>
          <a:p>
            <a:endParaRPr lang="fr-FR" smtClean="0"/>
          </a:p>
          <a:p>
            <a:r>
              <a:rPr lang="fr-FR" smtClean="0"/>
              <a:t>12-  QUAND JE VERRAI  CELUI QUI M’A FORMÉ </a:t>
            </a:r>
          </a:p>
          <a:p>
            <a:r>
              <a:rPr lang="fr-FR" smtClean="0"/>
              <a:t>When I face the One Who formed my frame </a:t>
            </a:r>
          </a:p>
          <a:p>
            <a:r>
              <a:rPr lang="fr-FR" smtClean="0"/>
              <a:t>13-  CRÉÉ LE SANG  QUI COULE DANS MES VEINES</a:t>
            </a:r>
          </a:p>
          <a:p>
            <a:r>
              <a:rPr lang="fr-FR" smtClean="0"/>
              <a:t>Made the blood that runs within my veins</a:t>
            </a:r>
          </a:p>
          <a:p>
            <a:r>
              <a:rPr lang="fr-FR" smtClean="0"/>
              <a:t> 14-  A FAIT BATTRE MON CŒUR  ET CONNAÎT MON NOM </a:t>
            </a:r>
          </a:p>
          <a:p>
            <a:r>
              <a:rPr lang="fr-FR" smtClean="0"/>
              <a:t>Caused my heart to beat and knows my name</a:t>
            </a:r>
          </a:p>
          <a:p>
            <a:r>
              <a:rPr lang="fr-FR" smtClean="0"/>
              <a:t>15-  QU’EN SERA-T-IL ?  QU’EN SERA-T-IL ? </a:t>
            </a:r>
          </a:p>
          <a:p>
            <a:r>
              <a:rPr lang="fr-FR" smtClean="0"/>
              <a:t>What will it be? What will it be?</a:t>
            </a:r>
          </a:p>
          <a:p>
            <a:endParaRPr lang="fr-FR" smtClean="0"/>
          </a:p>
          <a:p>
            <a:r>
              <a:rPr lang="fr-FR" smtClean="0"/>
              <a:t>16-  QUAND MON ÂME ME SERA DEMANDÉE DIS-MOI QUEL SERA LE VERDICT ? </a:t>
            </a:r>
          </a:p>
          <a:p>
            <a:r>
              <a:rPr lang="fr-FR" smtClean="0"/>
              <a:t>When my soul is required of me </a:t>
            </a:r>
          </a:p>
          <a:p>
            <a:r>
              <a:rPr lang="fr-FR" smtClean="0"/>
              <a:t>Tell me what will the verdict be?</a:t>
            </a:r>
          </a:p>
          <a:p>
            <a:r>
              <a:rPr lang="fr-FR" smtClean="0"/>
              <a:t>17-  QUAND LA VIE DEVIENDRA ÉTERNITÉ QUAND MON ÂME ME SERA DEMANDÉE </a:t>
            </a:r>
          </a:p>
          <a:p>
            <a:r>
              <a:rPr lang="fr-FR" smtClean="0"/>
              <a:t>When life turns to eternity When my soul is required of me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MON ÂME  ME SERA DEMANDÉE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my soul is required of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2-  QUAND JE SERAI  MORT À LA VANITÉ HUMAINE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I have died to human vanity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3-  MIS À NU, SANS EXCUSE  NI COUVERTURE POUR RENDRE COMPTE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Stripped bare, without excuse or covering To give account for love and suffering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QUAND LE FEU PURIFICATEUR BRÛLERA ATTISÉ PAR DES MAINS PUISSANTES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Stripped bare, without excuse or covering To give account for love and suffering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POUR BRÛLER L’IMPURETÉ  ET RÉVÉLER LA SAINTETÉ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Burn the dross and let the holy stand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QU’EN SERA-T-IL ?  QU’EN SERA-T-IL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What will it be? What will it be?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 MON ÂME ME SERA DEMANDÉE DIS-MOI QUEL SERA LE VERDICT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my soul is required of me Tell me what will the verdict be?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QUAND LA VIE DEVIENDRA ÉTERNITÉ QUAND MON ÂME ME SERA DEMANDÉE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life turns to eternity When my soul is required of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QUAND MON ÂME ME SERA DEMANDÉE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my soul is required of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NE POURRAI  PLUS CACHER L’HYPOCRISIE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can no longer hide hypocrisy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DEVANT CELUI QUI VOIT LA VIE CACHÉE ET SÉPARE L’OS ET LA MOELLE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Engage the gaze that sees the hidden life Between the bone and marrow cuts the knife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Instrumental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QUAND JE VERRAI  CELUI QUI M’A FORMÉ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I face the One Who formed my frame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CRÉÉ LE SANG  QUI COULE DANS MES VEINES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Made the blood that runs within my veins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14-  A FAIT BATTRE MON CŒUR  ET CONNAÎT MON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Caused my heart to beat and knows my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QU’EN SERA-T-IL ?  QU’EN SERA-T-IL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What will it be? What will it be?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QUAND MON ÂME ME SERA DEMANDÉE DIS-MOI QUEL SERA LE VERDICT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my soul is required of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Tell me what will the verdict be?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QUAND LA VIE DEVIENDRA ÉTERNITÉ QUAND MON ÂME ME SERA DEMANDÉE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life turns to eternity When my soul is required of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MON ÂME  ME SERA DEMANDÉE</a:t>
            </a:r>
          </a:p>
          <a:p>
            <a:r>
              <a:rPr lang="fr-FR" smtClean="0"/>
              <a:t>When my soul is required of me</a:t>
            </a:r>
          </a:p>
          <a:p>
            <a:r>
              <a:rPr lang="fr-FR" smtClean="0"/>
              <a:t> 2-  QUAND JE SERAI  MORT À LA VANITÉ HUMAINE</a:t>
            </a:r>
          </a:p>
          <a:p>
            <a:r>
              <a:rPr lang="fr-FR" smtClean="0"/>
              <a:t>And I have died to human vanity</a:t>
            </a:r>
          </a:p>
          <a:p>
            <a:r>
              <a:rPr lang="fr-FR" smtClean="0"/>
              <a:t> 3-  MIS À NU, SANS EXCUSE  NI COUVERTURE POUR RENDRE COMPTE </a:t>
            </a:r>
          </a:p>
          <a:p>
            <a:r>
              <a:rPr lang="fr-FR" smtClean="0"/>
              <a:t>Stripped bare, without excuse or covering To give account for love and suffering</a:t>
            </a:r>
          </a:p>
          <a:p>
            <a:endParaRPr lang="fr-FR" smtClean="0"/>
          </a:p>
          <a:p>
            <a:r>
              <a:rPr lang="fr-FR" smtClean="0"/>
              <a:t>4-  QUAND LE FEU PURIFICATEUR BRÛLERA ATTISÉ PAR DES MAINS PUISSANTES </a:t>
            </a:r>
          </a:p>
          <a:p>
            <a:r>
              <a:rPr lang="fr-FR" smtClean="0"/>
              <a:t>Stripped bare, without excuse or covering To give account for love and suffering</a:t>
            </a:r>
          </a:p>
          <a:p>
            <a:r>
              <a:rPr lang="fr-FR" smtClean="0"/>
              <a:t>5-  POUR BRÛLER L’IMPURETÉ  ET RÉVÉLER LA SAINTETÉ </a:t>
            </a:r>
          </a:p>
          <a:p>
            <a:r>
              <a:rPr lang="fr-FR" smtClean="0"/>
              <a:t>Burn the dross and let the holy stand </a:t>
            </a:r>
          </a:p>
          <a:p>
            <a:r>
              <a:rPr lang="fr-FR" smtClean="0"/>
              <a:t>6-  QU’EN SERA-T-IL ?  QU’EN SERA-T-IL ?</a:t>
            </a:r>
          </a:p>
          <a:p>
            <a:r>
              <a:rPr lang="fr-FR" smtClean="0"/>
              <a:t>What will it be? What will it be?</a:t>
            </a:r>
          </a:p>
          <a:p>
            <a:r>
              <a:rPr lang="fr-FR" smtClean="0"/>
              <a:t> </a:t>
            </a:r>
          </a:p>
          <a:p>
            <a:endParaRPr lang="fr-FR" smtClean="0"/>
          </a:p>
          <a:p>
            <a:r>
              <a:rPr lang="fr-FR" smtClean="0"/>
              <a:t>7-  QUAND MON ÂME ME SERA DEMANDÉE DIS-MOI QUEL SERA LE VERDICT ? </a:t>
            </a:r>
          </a:p>
          <a:p>
            <a:r>
              <a:rPr lang="fr-FR" smtClean="0"/>
              <a:t>When my soul is required of me Tell me what will the verdict be?</a:t>
            </a:r>
          </a:p>
          <a:p>
            <a:r>
              <a:rPr lang="fr-FR" smtClean="0"/>
              <a:t>8-  QUAND LA VIE DEVIENDRA ÉTERNITÉ QUAND MON ÂME ME SERA DEMANDÉE </a:t>
            </a:r>
          </a:p>
          <a:p>
            <a:r>
              <a:rPr lang="fr-FR" smtClean="0"/>
              <a:t>When life turns to eternity When my soul is required of me</a:t>
            </a:r>
          </a:p>
          <a:p>
            <a:endParaRPr lang="fr-FR" smtClean="0"/>
          </a:p>
          <a:p>
            <a:r>
              <a:rPr lang="fr-FR" smtClean="0"/>
              <a:t>9-  QUAND MON ÂME ME SERA DEMANDÉE </a:t>
            </a:r>
          </a:p>
          <a:p>
            <a:r>
              <a:rPr lang="fr-FR" smtClean="0"/>
              <a:t>When my soul is required of me </a:t>
            </a:r>
          </a:p>
          <a:p>
            <a:r>
              <a:rPr lang="fr-FR" smtClean="0"/>
              <a:t>10-  JE NE POURRAI  PLUS CACHER L’HYPOCRISIE </a:t>
            </a:r>
          </a:p>
          <a:p>
            <a:r>
              <a:rPr lang="fr-FR" smtClean="0"/>
              <a:t>I can no longer hide hypocrisy</a:t>
            </a:r>
          </a:p>
          <a:p>
            <a:r>
              <a:rPr lang="fr-FR" smtClean="0"/>
              <a:t>11-  DEVANT CELUI QUI VOIT LA VIE CACHÉE ET SÉPARE L’OS ET LA MOELLE</a:t>
            </a:r>
          </a:p>
          <a:p>
            <a:r>
              <a:rPr lang="fr-FR" smtClean="0"/>
              <a:t>Engage the gaze that sees the hidden life Between the bone and marrow cuts the knife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Instrumental</a:t>
            </a:r>
          </a:p>
          <a:p>
            <a:endParaRPr lang="fr-FR" smtClean="0"/>
          </a:p>
          <a:p>
            <a:r>
              <a:rPr lang="fr-FR" smtClean="0"/>
              <a:t>12-  QUAND JE VERRAI  CELUI QUI M’A FORMÉ </a:t>
            </a:r>
          </a:p>
          <a:p>
            <a:r>
              <a:rPr lang="fr-FR" smtClean="0"/>
              <a:t>When I face the One Who formed my frame </a:t>
            </a:r>
          </a:p>
          <a:p>
            <a:r>
              <a:rPr lang="fr-FR" smtClean="0"/>
              <a:t>13-  CRÉÉ LE SANG  QUI COULE DANS MES VEINES</a:t>
            </a:r>
          </a:p>
          <a:p>
            <a:r>
              <a:rPr lang="fr-FR" smtClean="0"/>
              <a:t>Made the blood that runs within my veins</a:t>
            </a:r>
          </a:p>
          <a:p>
            <a:r>
              <a:rPr lang="fr-FR" smtClean="0"/>
              <a:t> 14-  A FAIT BATTRE MON CŒUR  ET CONNAÎT MON NOM </a:t>
            </a:r>
          </a:p>
          <a:p>
            <a:r>
              <a:rPr lang="fr-FR" smtClean="0"/>
              <a:t>Caused my heart to beat and knows my name</a:t>
            </a:r>
          </a:p>
          <a:p>
            <a:r>
              <a:rPr lang="fr-FR" smtClean="0"/>
              <a:t>15-  QU’EN SERA-T-IL ?  QU’EN SERA-T-IL ? </a:t>
            </a:r>
          </a:p>
          <a:p>
            <a:r>
              <a:rPr lang="fr-FR" smtClean="0"/>
              <a:t>What will it be? What will it be?</a:t>
            </a:r>
          </a:p>
          <a:p>
            <a:endParaRPr lang="fr-FR" smtClean="0"/>
          </a:p>
          <a:p>
            <a:r>
              <a:rPr lang="fr-FR" smtClean="0"/>
              <a:t>16-  QUAND MON ÂME ME SERA DEMANDÉE DIS-MOI QUEL SERA LE VERDICT ? </a:t>
            </a:r>
          </a:p>
          <a:p>
            <a:r>
              <a:rPr lang="fr-FR" smtClean="0"/>
              <a:t>When my soul is required of me </a:t>
            </a:r>
          </a:p>
          <a:p>
            <a:r>
              <a:rPr lang="fr-FR" smtClean="0"/>
              <a:t>Tell me what will the verdict be?</a:t>
            </a:r>
          </a:p>
          <a:p>
            <a:r>
              <a:rPr lang="fr-FR" smtClean="0"/>
              <a:t>17-  QUAND LA VIE DEVIENDRA ÉTERNITÉ QUAND MON ÂME ME SERA DEMANDÉE </a:t>
            </a:r>
          </a:p>
          <a:p>
            <a:r>
              <a:rPr lang="fr-FR" smtClean="0"/>
              <a:t>When life turns to eternity When my soul is required of me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39FA1B-9AF3-45DB-8E4F-5130F68B971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7B7896-E5DE-451C-A089-02BB4D97747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8A0D87-41A1-4321-BE94-9447A32937B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E76D78-BB35-4787-94F8-3E6BBA22DAF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6E6C2B-1BE4-4F1B-ACD1-767E20DDF80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BFDD46-DCE3-415E-A1A0-741FE114D51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B68BAA-B29B-4FEF-A66F-AA626D0DED8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1BE85A-9026-4502-A6C0-D6E566BE7DE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553B-93DA-4A6E-8A01-DF1E75B1AC9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3B057E-B331-467D-99C7-6CFAA752AA0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8275B2-09A2-4DF3-8A49-1173C85F3D7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7E4D553D-3CDC-485A-AED0-5223DA016C5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77338" cy="663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QUAND MON ÂME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ME SERA DEMANDÉE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77338" cy="663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QUAND JE SERAI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MORT À LA VANITÉ HUMAINE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77338" cy="663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9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MIS À NU, SANS EXCUSE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9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NI COUVERTURE POUR RENDRE COMPTE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77338" cy="663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QUAND LE FEU PURIFICATEUR BRÛLERA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ATTISÉ PAR DES MAINS PUISSANTES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77338" cy="663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BRÛLER L’IMPURETÉ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RÉVÉLER LA SAINTETÉ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77338" cy="663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QU’EN SERA-T-IL ?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QU’EN SERA-T-IL 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77338" cy="663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QUAND MON ÂME ME SERA DEMANDÉE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DIS-MOI QUEL SERA LE VERDICT 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77338" cy="663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QUAND LA VIE DEVIENDRA ÉTERNITÉ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QUAND MON ÂME ME SERA DEMANDÉE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77338" cy="663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QUAND MON ÂME ME SERA DEMANDÉE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77338" cy="663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NE POURRAI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PLUS CACHER L’HYPOCRISIE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77338" cy="663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DEVANT CELUI QUI VOIT LA VIE CACHÉE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SÉPARE L’OS ET LA MOELLE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77338" cy="663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QUAND JE VERRAI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CELUI QUI M’A FORMÉ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77338" cy="663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CRÉÉ LE SANG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QUI COULE DANS MES VEINES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77338" cy="663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 FAIT BATTRE MON CŒUR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ET CONNAÎT MON NOM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77338" cy="663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QU’EN SERA-T-IL ?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QU’EN SERA-T-IL 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77338" cy="663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QUAND MON ÂME ME SERA DEMANDÉE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DIS-MOI QUEL SERA LE VERDICT 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77338" cy="663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QUAND LA VIE DEVIENDRA ÉTERNITÉ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QUAND MON ÂME ME SERA DEMANDÉE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1565</TotalTime>
  <Words>7868</Words>
  <Application>Microsoft Office PowerPoint</Application>
  <PresentationFormat>On-screen Show (4:3)</PresentationFormat>
  <Paragraphs>1495</Paragraphs>
  <Slides>17</Slides>
  <Notes>17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21" baseType="lpstr">
      <vt:lpstr>Franklin Gothic Medium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159</cp:revision>
  <dcterms:created xsi:type="dcterms:W3CDTF">2002-08-17T10:50:50Z</dcterms:created>
  <dcterms:modified xsi:type="dcterms:W3CDTF">2017-04-16T09:47:49Z</dcterms:modified>
</cp:coreProperties>
</file>