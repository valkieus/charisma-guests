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57532" autoAdjust="0"/>
  </p:normalViewPr>
  <p:slideViewPr>
    <p:cSldViewPr>
      <p:cViewPr varScale="1">
        <p:scale>
          <a:sx n="44" d="100"/>
          <a:sy n="44" d="100"/>
        </p:scale>
        <p:origin x="54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1-  OUR FATHER IN HEAVEN [Notre </a:t>
            </a:r>
            <a:r>
              <a:rPr lang="en-US" dirty="0" err="1" smtClean="0"/>
              <a:t>père</a:t>
            </a:r>
            <a:r>
              <a:rPr lang="en-US" dirty="0" smtClean="0"/>
              <a:t> aux </a:t>
            </a:r>
            <a:r>
              <a:rPr lang="en-US" dirty="0" err="1" smtClean="0"/>
              <a:t>cieux</a:t>
            </a:r>
            <a:r>
              <a:rPr lang="en-US" dirty="0" smtClean="0"/>
              <a:t>] 
2-  OUR FATHER IN HEAVEN [Notre </a:t>
            </a:r>
            <a:r>
              <a:rPr lang="en-US" dirty="0" err="1" smtClean="0"/>
              <a:t>père</a:t>
            </a:r>
            <a:r>
              <a:rPr lang="en-US" dirty="0" smtClean="0"/>
              <a:t> aux </a:t>
            </a:r>
            <a:r>
              <a:rPr lang="en-US" dirty="0" err="1" smtClean="0"/>
              <a:t>cieux</a:t>
            </a:r>
            <a:r>
              <a:rPr lang="en-US" dirty="0" smtClean="0"/>
              <a:t>] 
3-  MAY YOUR NAME BE </a:t>
            </a:r>
            <a:r>
              <a:rPr lang="en-US" dirty="0" smtClean="0"/>
              <a:t>hallowed  </a:t>
            </a:r>
            <a:r>
              <a:rPr lang="en-US" dirty="0" smtClean="0"/>
              <a:t>[Que ton nom </a:t>
            </a:r>
            <a:r>
              <a:rPr lang="en-US" dirty="0" err="1" smtClean="0"/>
              <a:t>soit</a:t>
            </a:r>
            <a:r>
              <a:rPr lang="en-US" dirty="0" smtClean="0"/>
              <a:t> </a:t>
            </a:r>
            <a:r>
              <a:rPr lang="en-US" dirty="0" err="1" smtClean="0"/>
              <a:t>sanctifié</a:t>
            </a:r>
            <a:r>
              <a:rPr lang="en-US" dirty="0" smtClean="0"/>
              <a:t>] 
4-  MAY YOUR KINGDOM COME [Que ton </a:t>
            </a:r>
            <a:r>
              <a:rPr lang="en-US" dirty="0" err="1" smtClean="0"/>
              <a:t>royaume</a:t>
            </a:r>
            <a:r>
              <a:rPr lang="en-US" dirty="0" smtClean="0"/>
              <a:t> </a:t>
            </a:r>
            <a:r>
              <a:rPr lang="en-US" dirty="0" err="1" smtClean="0"/>
              <a:t>vienne</a:t>
            </a:r>
            <a:r>
              <a:rPr lang="en-US" dirty="0" smtClean="0"/>
              <a:t>] 
5-  MAY YOUR WILL BE DONE [Que ta </a:t>
            </a:r>
            <a:r>
              <a:rPr lang="en-US" dirty="0" err="1" smtClean="0"/>
              <a:t>volonté</a:t>
            </a:r>
            <a:r>
              <a:rPr lang="en-US" dirty="0" smtClean="0"/>
              <a:t> </a:t>
            </a:r>
            <a:r>
              <a:rPr lang="en-US" dirty="0" err="1" smtClean="0"/>
              <a:t>soit</a:t>
            </a:r>
            <a:r>
              <a:rPr lang="en-US" dirty="0" smtClean="0"/>
              <a:t> </a:t>
            </a:r>
            <a:r>
              <a:rPr lang="en-US" dirty="0" err="1" smtClean="0"/>
              <a:t>faite</a:t>
            </a:r>
            <a:r>
              <a:rPr lang="en-US" dirty="0" smtClean="0"/>
              <a:t>] 
6-  ON EARTH AS IT IS IN HEAVEN [Sur </a:t>
            </a:r>
            <a:r>
              <a:rPr lang="en-US" dirty="0" err="1" smtClean="0"/>
              <a:t>terre</a:t>
            </a:r>
            <a:r>
              <a:rPr lang="en-US" dirty="0" smtClean="0"/>
              <a:t> </a:t>
            </a:r>
            <a:r>
              <a:rPr lang="en-US" dirty="0" err="1" smtClean="0"/>
              <a:t>comme</a:t>
            </a:r>
            <a:r>
              <a:rPr lang="en-US" dirty="0" smtClean="0"/>
              <a:t> au </a:t>
            </a:r>
            <a:r>
              <a:rPr lang="en-US" dirty="0" err="1" smtClean="0"/>
              <a:t>ciel</a:t>
            </a:r>
            <a:r>
              <a:rPr lang="en-US" dirty="0" smtClean="0"/>
              <a:t>] 
7-  ON EARTH AS IT IS IN HEAVEN [Sur </a:t>
            </a:r>
            <a:r>
              <a:rPr lang="en-US" dirty="0" err="1" smtClean="0"/>
              <a:t>terre</a:t>
            </a:r>
            <a:r>
              <a:rPr lang="en-US" dirty="0" smtClean="0"/>
              <a:t> </a:t>
            </a:r>
            <a:r>
              <a:rPr lang="en-US" dirty="0" err="1" smtClean="0"/>
              <a:t>comme</a:t>
            </a:r>
            <a:r>
              <a:rPr lang="en-US" dirty="0" smtClean="0"/>
              <a:t> au </a:t>
            </a:r>
            <a:r>
              <a:rPr lang="en-US" dirty="0" err="1" smtClean="0"/>
              <a:t>ciel</a:t>
            </a:r>
            <a:r>
              <a:rPr lang="en-US" dirty="0" smtClean="0"/>
              <a:t>] 
8-  GIVE US, GIVE US THIS DAY OUR DAILY BREAD [Donne-nous </a:t>
            </a:r>
            <a:r>
              <a:rPr lang="en-US" dirty="0" err="1" smtClean="0"/>
              <a:t>ce</a:t>
            </a:r>
            <a:r>
              <a:rPr lang="en-US" dirty="0" smtClean="0"/>
              <a:t> jour </a:t>
            </a:r>
            <a:r>
              <a:rPr lang="en-US" dirty="0" err="1" smtClean="0"/>
              <a:t>notre</a:t>
            </a:r>
            <a:r>
              <a:rPr lang="en-US" dirty="0" smtClean="0"/>
              <a:t> pain </a:t>
            </a:r>
            <a:r>
              <a:rPr lang="en-US" dirty="0" err="1" smtClean="0"/>
              <a:t>quotidien</a:t>
            </a:r>
            <a:r>
              <a:rPr lang="en-US" dirty="0" smtClean="0"/>
              <a:t>] 
9-  AND FORGIVE US, FORGIVE US OUR SIN [Et </a:t>
            </a:r>
            <a:r>
              <a:rPr lang="en-US" dirty="0" err="1" smtClean="0"/>
              <a:t>pardonne</a:t>
            </a:r>
            <a:r>
              <a:rPr lang="en-US" dirty="0" smtClean="0"/>
              <a:t>-nous, </a:t>
            </a:r>
            <a:r>
              <a:rPr lang="en-US" dirty="0" err="1" smtClean="0"/>
              <a:t>pardonne</a:t>
            </a:r>
            <a:r>
              <a:rPr lang="en-US" dirty="0" smtClean="0"/>
              <a:t>-nous </a:t>
            </a:r>
            <a:r>
              <a:rPr lang="en-US" dirty="0" err="1" smtClean="0"/>
              <a:t>nos</a:t>
            </a:r>
            <a:r>
              <a:rPr lang="en-US" dirty="0" smtClean="0"/>
              <a:t> offenses] 
10-  AS WE FORGIVE THOSE WHO HAVE SINNED AGAINST US [</a:t>
            </a:r>
            <a:r>
              <a:rPr lang="en-US" dirty="0" err="1" smtClean="0"/>
              <a:t>Comme</a:t>
            </a:r>
            <a:r>
              <a:rPr lang="en-US" dirty="0" smtClean="0"/>
              <a:t> nous </a:t>
            </a:r>
            <a:r>
              <a:rPr lang="en-US" dirty="0" err="1" smtClean="0"/>
              <a:t>pardonnons</a:t>
            </a:r>
            <a:r>
              <a:rPr lang="en-US" dirty="0" smtClean="0"/>
              <a:t> à </a:t>
            </a:r>
            <a:r>
              <a:rPr lang="en-US" dirty="0" err="1" smtClean="0"/>
              <a:t>ceux</a:t>
            </a:r>
            <a:r>
              <a:rPr lang="en-US" dirty="0" smtClean="0"/>
              <a:t> qui nous </a:t>
            </a:r>
            <a:r>
              <a:rPr lang="en-US" dirty="0" err="1" smtClean="0"/>
              <a:t>ont</a:t>
            </a:r>
            <a:r>
              <a:rPr lang="en-US" dirty="0" smtClean="0"/>
              <a:t> </a:t>
            </a:r>
            <a:r>
              <a:rPr lang="en-US" dirty="0" err="1" smtClean="0"/>
              <a:t>offensés</a:t>
            </a:r>
            <a:r>
              <a:rPr lang="en-US" dirty="0" smtClean="0"/>
              <a:t>] 
11-  LEAD US, LORD LEAD US NOT INTO TEMPTATION [Ne nous </a:t>
            </a:r>
            <a:r>
              <a:rPr lang="en-US" dirty="0" err="1" smtClean="0"/>
              <a:t>soumets</a:t>
            </a:r>
            <a:r>
              <a:rPr lang="en-US" dirty="0" smtClean="0"/>
              <a:t> pas, Seigneur, à la </a:t>
            </a:r>
            <a:r>
              <a:rPr lang="en-US" dirty="0" err="1" smtClean="0"/>
              <a:t>tentation</a:t>
            </a:r>
            <a:r>
              <a:rPr lang="en-US" dirty="0" smtClean="0"/>
              <a:t>] 
12-  BUT DELIVER US, DELIVER US FROM THE EVIL ONE [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délivre</a:t>
            </a:r>
            <a:r>
              <a:rPr lang="en-US" dirty="0" smtClean="0"/>
              <a:t>-nous, </a:t>
            </a:r>
            <a:r>
              <a:rPr lang="en-US" dirty="0" err="1" smtClean="0"/>
              <a:t>délivre</a:t>
            </a:r>
            <a:r>
              <a:rPr lang="en-US" dirty="0" smtClean="0"/>
              <a:t>-nous du mal] 
13-  DELIVER US FROM THE EVIL ONE [</a:t>
            </a:r>
            <a:r>
              <a:rPr lang="en-US" dirty="0" err="1" smtClean="0"/>
              <a:t>Délivre</a:t>
            </a:r>
            <a:r>
              <a:rPr lang="en-US" dirty="0" smtClean="0"/>
              <a:t>-nous du mal] 
14-  FOR THE KINGDOM IS YOURS [Car le </a:t>
            </a:r>
            <a:r>
              <a:rPr lang="en-US" dirty="0" err="1" smtClean="0"/>
              <a:t>royaume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15-  AND THE POWER IS YOURS [Et la puissance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16-  AND THE GLORY IS YOURS [Et la </a:t>
            </a:r>
            <a:r>
              <a:rPr lang="en-US" dirty="0" err="1" smtClean="0"/>
              <a:t>gloire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17-  FOREVER AND EVER! [À </a:t>
            </a:r>
            <a:r>
              <a:rPr lang="en-US" dirty="0" err="1" smtClean="0"/>
              <a:t>jamais</a:t>
            </a:r>
            <a:r>
              <a:rPr lang="en-US" dirty="0" smtClean="0"/>
              <a:t> !]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522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35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1-  OUR FATHER IN HEAVEN [Notre </a:t>
            </a:r>
            <a:r>
              <a:rPr lang="en-US" dirty="0" err="1" smtClean="0"/>
              <a:t>père</a:t>
            </a:r>
            <a:r>
              <a:rPr lang="en-US" dirty="0" smtClean="0"/>
              <a:t> aux </a:t>
            </a:r>
            <a:r>
              <a:rPr lang="en-US" dirty="0" err="1" smtClean="0"/>
              <a:t>cieux</a:t>
            </a:r>
            <a:r>
              <a:rPr lang="en-US" dirty="0" smtClean="0"/>
              <a:t>] 
2-  OUR FATHER IN HEAVEN [Notre </a:t>
            </a:r>
            <a:r>
              <a:rPr lang="en-US" dirty="0" err="1" smtClean="0"/>
              <a:t>père</a:t>
            </a:r>
            <a:r>
              <a:rPr lang="en-US" dirty="0" smtClean="0"/>
              <a:t> aux </a:t>
            </a:r>
            <a:r>
              <a:rPr lang="en-US" dirty="0" err="1" smtClean="0"/>
              <a:t>cieux</a:t>
            </a:r>
            <a:r>
              <a:rPr lang="en-US" dirty="0" smtClean="0"/>
              <a:t>] 
3-  MAY YOUR NAME BE </a:t>
            </a:r>
            <a:r>
              <a:rPr lang="en-US" sz="12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HALLOWED</a:t>
            </a:r>
            <a:r>
              <a:rPr lang="en-US" dirty="0" smtClean="0"/>
              <a:t> </a:t>
            </a:r>
            <a:r>
              <a:rPr lang="en-US" dirty="0" smtClean="0"/>
              <a:t>[Que ton nom </a:t>
            </a:r>
            <a:r>
              <a:rPr lang="en-US" dirty="0" err="1" smtClean="0"/>
              <a:t>soit</a:t>
            </a:r>
            <a:r>
              <a:rPr lang="en-US" dirty="0" smtClean="0"/>
              <a:t> </a:t>
            </a:r>
            <a:r>
              <a:rPr lang="en-US" dirty="0" err="1" smtClean="0"/>
              <a:t>sanctifié</a:t>
            </a:r>
            <a:r>
              <a:rPr lang="en-US" dirty="0" smtClean="0"/>
              <a:t>] 
4-  MAY YOUR KINGDOM COME [Que ton </a:t>
            </a:r>
            <a:r>
              <a:rPr lang="en-US" dirty="0" err="1" smtClean="0"/>
              <a:t>royaume</a:t>
            </a:r>
            <a:r>
              <a:rPr lang="en-US" dirty="0" smtClean="0"/>
              <a:t> </a:t>
            </a:r>
            <a:r>
              <a:rPr lang="en-US" dirty="0" err="1" smtClean="0"/>
              <a:t>vienne</a:t>
            </a:r>
            <a:r>
              <a:rPr lang="en-US" dirty="0" smtClean="0"/>
              <a:t>] 
5-  MAY YOUR WILL BE DONE [Que ta </a:t>
            </a:r>
            <a:r>
              <a:rPr lang="en-US" dirty="0" err="1" smtClean="0"/>
              <a:t>volonté</a:t>
            </a:r>
            <a:r>
              <a:rPr lang="en-US" dirty="0" smtClean="0"/>
              <a:t> </a:t>
            </a:r>
            <a:r>
              <a:rPr lang="en-US" dirty="0" err="1" smtClean="0"/>
              <a:t>soit</a:t>
            </a:r>
            <a:r>
              <a:rPr lang="en-US" dirty="0" smtClean="0"/>
              <a:t> </a:t>
            </a:r>
            <a:r>
              <a:rPr lang="en-US" dirty="0" err="1" smtClean="0"/>
              <a:t>faite</a:t>
            </a:r>
            <a:r>
              <a:rPr lang="en-US" dirty="0" smtClean="0"/>
              <a:t>] 
6-  ON EARTH AS IT IS IN HEAVEN [Sur </a:t>
            </a:r>
            <a:r>
              <a:rPr lang="en-US" dirty="0" err="1" smtClean="0"/>
              <a:t>terre</a:t>
            </a:r>
            <a:r>
              <a:rPr lang="en-US" dirty="0" smtClean="0"/>
              <a:t> </a:t>
            </a:r>
            <a:r>
              <a:rPr lang="en-US" dirty="0" err="1" smtClean="0"/>
              <a:t>comme</a:t>
            </a:r>
            <a:r>
              <a:rPr lang="en-US" dirty="0" smtClean="0"/>
              <a:t> au </a:t>
            </a:r>
            <a:r>
              <a:rPr lang="en-US" dirty="0" err="1" smtClean="0"/>
              <a:t>ciel</a:t>
            </a:r>
            <a:r>
              <a:rPr lang="en-US" dirty="0" smtClean="0"/>
              <a:t>] 
7-  ON EARTH AS IT IS IN HEAVEN [Sur </a:t>
            </a:r>
            <a:r>
              <a:rPr lang="en-US" dirty="0" err="1" smtClean="0"/>
              <a:t>terre</a:t>
            </a:r>
            <a:r>
              <a:rPr lang="en-US" dirty="0" smtClean="0"/>
              <a:t> </a:t>
            </a:r>
            <a:r>
              <a:rPr lang="en-US" dirty="0" err="1" smtClean="0"/>
              <a:t>comme</a:t>
            </a:r>
            <a:r>
              <a:rPr lang="en-US" dirty="0" smtClean="0"/>
              <a:t> au </a:t>
            </a:r>
            <a:r>
              <a:rPr lang="en-US" dirty="0" err="1" smtClean="0"/>
              <a:t>ciel</a:t>
            </a:r>
            <a:r>
              <a:rPr lang="en-US" dirty="0" smtClean="0"/>
              <a:t>] 
8-  GIVE US, GIVE US THIS DAY OUR DAILY BREAD [Donne-nous </a:t>
            </a:r>
            <a:r>
              <a:rPr lang="en-US" dirty="0" err="1" smtClean="0"/>
              <a:t>ce</a:t>
            </a:r>
            <a:r>
              <a:rPr lang="en-US" dirty="0" smtClean="0"/>
              <a:t> jour </a:t>
            </a:r>
            <a:r>
              <a:rPr lang="en-US" dirty="0" err="1" smtClean="0"/>
              <a:t>notre</a:t>
            </a:r>
            <a:r>
              <a:rPr lang="en-US" dirty="0" smtClean="0"/>
              <a:t> pain </a:t>
            </a:r>
            <a:r>
              <a:rPr lang="en-US" dirty="0" err="1" smtClean="0"/>
              <a:t>quotidien</a:t>
            </a:r>
            <a:r>
              <a:rPr lang="en-US" dirty="0" smtClean="0"/>
              <a:t>] 
9-  AND FORGIVE US, FORGIVE US OUR SIN [Et </a:t>
            </a:r>
            <a:r>
              <a:rPr lang="en-US" dirty="0" err="1" smtClean="0"/>
              <a:t>pardonne</a:t>
            </a:r>
            <a:r>
              <a:rPr lang="en-US" dirty="0" smtClean="0"/>
              <a:t>-nous, </a:t>
            </a:r>
            <a:r>
              <a:rPr lang="en-US" dirty="0" err="1" smtClean="0"/>
              <a:t>pardonne</a:t>
            </a:r>
            <a:r>
              <a:rPr lang="en-US" dirty="0" smtClean="0"/>
              <a:t>-nous </a:t>
            </a:r>
            <a:r>
              <a:rPr lang="en-US" dirty="0" err="1" smtClean="0"/>
              <a:t>nos</a:t>
            </a:r>
            <a:r>
              <a:rPr lang="en-US" dirty="0" smtClean="0"/>
              <a:t> offenses] 
10-  AS WE FORGIVE THOSE WHO HAVE SINNED AGAINST US [</a:t>
            </a:r>
            <a:r>
              <a:rPr lang="en-US" dirty="0" err="1" smtClean="0"/>
              <a:t>Comme</a:t>
            </a:r>
            <a:r>
              <a:rPr lang="en-US" dirty="0" smtClean="0"/>
              <a:t> nous </a:t>
            </a:r>
            <a:r>
              <a:rPr lang="en-US" dirty="0" err="1" smtClean="0"/>
              <a:t>pardonnons</a:t>
            </a:r>
            <a:r>
              <a:rPr lang="en-US" dirty="0" smtClean="0"/>
              <a:t> à </a:t>
            </a:r>
            <a:r>
              <a:rPr lang="en-US" dirty="0" err="1" smtClean="0"/>
              <a:t>ceux</a:t>
            </a:r>
            <a:r>
              <a:rPr lang="en-US" dirty="0" smtClean="0"/>
              <a:t> qui nous </a:t>
            </a:r>
            <a:r>
              <a:rPr lang="en-US" dirty="0" err="1" smtClean="0"/>
              <a:t>ont</a:t>
            </a:r>
            <a:r>
              <a:rPr lang="en-US" dirty="0" smtClean="0"/>
              <a:t> </a:t>
            </a:r>
            <a:r>
              <a:rPr lang="en-US" dirty="0" err="1" smtClean="0"/>
              <a:t>offensés</a:t>
            </a:r>
            <a:r>
              <a:rPr lang="en-US" dirty="0" smtClean="0"/>
              <a:t>] 
11-  LEAD US, LORD LEAD US NOT INTO TEMPTATION [Ne nous </a:t>
            </a:r>
            <a:r>
              <a:rPr lang="en-US" dirty="0" err="1" smtClean="0"/>
              <a:t>soumets</a:t>
            </a:r>
            <a:r>
              <a:rPr lang="en-US" dirty="0" smtClean="0"/>
              <a:t> pas, Seigneur, à la </a:t>
            </a:r>
            <a:r>
              <a:rPr lang="en-US" dirty="0" err="1" smtClean="0"/>
              <a:t>tentation</a:t>
            </a:r>
            <a:r>
              <a:rPr lang="en-US" dirty="0" smtClean="0"/>
              <a:t>] 
12-  BUT DELIVER US, DELIVER US FROM THE EVIL ONE [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délivre</a:t>
            </a:r>
            <a:r>
              <a:rPr lang="en-US" dirty="0" smtClean="0"/>
              <a:t>-nous, </a:t>
            </a:r>
            <a:r>
              <a:rPr lang="en-US" dirty="0" err="1" smtClean="0"/>
              <a:t>délivre</a:t>
            </a:r>
            <a:r>
              <a:rPr lang="en-US" dirty="0" smtClean="0"/>
              <a:t>-nous du mal] 
13-  DELIVER US FROM THE EVIL ONE [</a:t>
            </a:r>
            <a:r>
              <a:rPr lang="en-US" dirty="0" err="1" smtClean="0"/>
              <a:t>Délivre</a:t>
            </a:r>
            <a:r>
              <a:rPr lang="en-US" dirty="0" smtClean="0"/>
              <a:t>-nous du mal] 
14-  FOR THE KINGDOM IS YOURS [Car le </a:t>
            </a:r>
            <a:r>
              <a:rPr lang="en-US" dirty="0" err="1" smtClean="0"/>
              <a:t>royaume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15-  AND THE POWER IS YOURS [Et la puissance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16-  AND THE GLORY IS YOURS [Et la </a:t>
            </a:r>
            <a:r>
              <a:rPr lang="en-US" dirty="0" err="1" smtClean="0"/>
              <a:t>gloire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à </a:t>
            </a:r>
            <a:r>
              <a:rPr lang="en-US" dirty="0" err="1" smtClean="0"/>
              <a:t>Toi</a:t>
            </a:r>
            <a:r>
              <a:rPr lang="en-US" dirty="0" smtClean="0"/>
              <a:t>] 
17-  FOREVER AND EVER! [À </a:t>
            </a:r>
            <a:r>
              <a:rPr lang="en-US" dirty="0" err="1" smtClean="0"/>
              <a:t>jamais</a:t>
            </a:r>
            <a:r>
              <a:rPr lang="en-US" dirty="0" smtClean="0"/>
              <a:t> !]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45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069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882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755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173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41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777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42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072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575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378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111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2747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45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OUR FATHER IN HEAVEN [Notre père aux cieux] 
2-  OUR FATHER IN HEAVEN [Notre père aux cieux] 
3-  MAY YOUR NAME BE HOLY [Que ton nom soit sanctifié] 
4-  MAY YOUR KINGDOM COME [Que ton royaume vienne] 
5-  MAY YOUR WILL BE DONE [Que ta volonté soit faite] 
6-  ON EARTH AS IT IS IN HEAVEN [Sur terre comme au ciel] 
7-  ON EARTH AS IT IS IN HEAVEN [Sur terre comme au ciel] 
8-  GIVE US, GIVE US THIS DAY OUR DAILY BREAD [Donne-nous ce jour notre pain quotidien] 
9-  AND FORGIVE US, FORGIVE US OUR SIN [Et pardonne-nous, pardonne-nous nos offenses] 
10-  AS WE FORGIVE THOSE WHO HAVE SINNED AGAINST US [Comme nous pardonnons à ceux qui nous ont offensés] 
11-  LEAD US, LORD LEAD US NOT INTO TEMPTATION [Ne nous soumets pas, Seigneur, à la tentation] 
12-  BUT DELIVER US, DELIVER US FROM THE EVIL ONE [Mais délivre-nous, délivre-nous du mal] 
13-  DELIVER US FROM THE EVIL ONE [Délivre-nous du mal] 
14-  FOR THE KINGDOM IS YOURS [Car le royaume est à Toi] 
15-  AND THE POWER IS YOURS [Et la puissance est à Toi] 
16-  AND THE GLORY IS YOURS [Et la gloire est à Toi] 
17-  FOREVER AND EVER! [À jamais !]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5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OUR FATHER IN HEAVEN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[Notre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Père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aux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cieux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OUR FATHER IN HEAVEN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[Notre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Père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aux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cieux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MAY YOUR NAME BE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HALLOWED </a:t>
            </a:r>
            <a:endParaRPr lang="en-US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[Que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Ton Nom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sanctifié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MAY YOUR KINGDOM COME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[Que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royaume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vienne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MAY YOUR WILL BE DONE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[Que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volonté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faite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ON EARTH AS IT IS IN HEAVEN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[Sur terre comme au ciel]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ON EARTH AS IT IS IN HEAVEN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[Sur terre comme au ciel]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GIVE US, GIVE US THIS DAY OUR DAILY BREAD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[Donne-nous ce jour notre pain quotidien]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440" y="5461000"/>
            <a:ext cx="1022513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FORGIVE US, FORGIVE US OUR SIN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pardonne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-nous,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pardonne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-nous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nos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offenses]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352" y="5445224"/>
            <a:ext cx="1164061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AS WE FORGIVE THOSE WHO HAVE SINNED AGAINST US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Comme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nous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pardonnons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à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ceux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qui nous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ont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offensés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448" y="5461000"/>
            <a:ext cx="1015312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LEAD US, LORD LEAD US NOT INTO TEMPTATION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[Ne nous soumets pas, Seigneur, à la tentation]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9456" y="5461000"/>
            <a:ext cx="10153128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BUT DELIVER US, DELIVER US FROM THE EVIL ONE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[Mais délivre-nous, délivre-nous du mal]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DELIVER US FROM THE EVIL ONE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[Délivre-nous du mal]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FOR THE KINGDOM IS YOURS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[Car le royaume est à Toi]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THE POWER IS YOURS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la puissance est à Toi]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THE GLORY IS YOURS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la gloire est à Toi]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FOREVER AND EVER!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[À jamais !]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9311</Words>
  <Application>Microsoft Office PowerPoint</Application>
  <PresentationFormat>Grand écran</PresentationFormat>
  <Paragraphs>68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2011-01-30T10:04:33Z</dcterms:created>
  <dcterms:modified xsi:type="dcterms:W3CDTF">2025-04-20T11:01:49Z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