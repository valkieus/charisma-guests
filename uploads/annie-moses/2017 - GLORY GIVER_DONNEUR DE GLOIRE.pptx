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69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7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44863" autoAdjust="0"/>
  </p:normalViewPr>
  <p:slideViewPr>
    <p:cSldViewPr>
      <p:cViewPr varScale="1">
        <p:scale>
          <a:sx n="40" d="100"/>
          <a:sy n="40" d="100"/>
        </p:scale>
        <p:origin x="-22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D328190-BD3E-4A1D-84FE-7672227E285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0DBF624-86FE-450A-90BC-EBEC762B8AD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SUIS UNE MARIÉE ATTENDANT SON PREMIER BAISER </a:t>
            </a:r>
          </a:p>
          <a:p>
            <a:pPr>
              <a:defRPr/>
            </a:pPr>
            <a:r>
              <a:rPr lang="fr-FR" dirty="0" smtClean="0"/>
              <a:t>I, I </a:t>
            </a:r>
            <a:r>
              <a:rPr lang="fr-FR" dirty="0" err="1" smtClean="0"/>
              <a:t>am</a:t>
            </a:r>
            <a:r>
              <a:rPr lang="fr-FR" dirty="0" smtClean="0"/>
              <a:t> a bride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her</a:t>
            </a:r>
            <a:r>
              <a:rPr lang="fr-FR" dirty="0" smtClean="0"/>
              <a:t> first </a:t>
            </a:r>
            <a:r>
              <a:rPr lang="fr-FR" dirty="0" err="1" smtClean="0"/>
              <a:t>kiss</a:t>
            </a:r>
            <a:r>
              <a:rPr lang="fr-FR" dirty="0" smtClean="0"/>
              <a:t>
2-  JE SUIS UN ENFANT DANSANT DANS UNE RIVIÈRE </a:t>
            </a:r>
          </a:p>
          <a:p>
            <a:pPr>
              <a:defRPr/>
            </a:pPr>
            <a:r>
              <a:rPr lang="fr-FR" dirty="0" smtClean="0"/>
              <a:t>I, 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child</a:t>
            </a:r>
            <a:r>
              <a:rPr lang="fr-FR" dirty="0" smtClean="0"/>
              <a:t> Dancing in the river
3-  JE SUIS UN ADORATEUR SE RÉJOUISSANT DANS LE BONHEUR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worshiper</a:t>
            </a:r>
            <a:r>
              <a:rPr lang="fr-FR" dirty="0" smtClean="0"/>
              <a:t> </a:t>
            </a:r>
            <a:r>
              <a:rPr lang="fr-FR" dirty="0" err="1" smtClean="0"/>
              <a:t>Basking</a:t>
            </a:r>
            <a:r>
              <a:rPr lang="fr-FR" dirty="0" smtClean="0"/>
              <a:t> in the </a:t>
            </a:r>
            <a:r>
              <a:rPr lang="fr-FR" dirty="0" err="1" smtClean="0"/>
              <a:t>bliss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DU DONNEUR DE GLOIRE </a:t>
            </a:r>
          </a:p>
          <a:p>
            <a:pPr>
              <a:defRPr/>
            </a:pPr>
            <a:r>
              <a:rPr lang="fr-FR" dirty="0" smtClean="0"/>
              <a:t>Of the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Giver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JE SUIS UN SAINT HABILLÉ D’UNE ROBE BLANCHE </a:t>
            </a:r>
          </a:p>
          <a:p>
            <a:pPr>
              <a:defRPr/>
            </a:pPr>
            <a:r>
              <a:rPr lang="fr-FR" dirty="0" smtClean="0"/>
              <a:t>I, I </a:t>
            </a:r>
            <a:r>
              <a:rPr lang="fr-FR" dirty="0" err="1" smtClean="0"/>
              <a:t>am</a:t>
            </a:r>
            <a:r>
              <a:rPr lang="fr-FR" dirty="0" smtClean="0"/>
              <a:t> a saint </a:t>
            </a:r>
            <a:r>
              <a:rPr lang="fr-FR" dirty="0" err="1" smtClean="0"/>
              <a:t>Dressed</a:t>
            </a:r>
            <a:r>
              <a:rPr lang="fr-FR" dirty="0" smtClean="0"/>
              <a:t> in robes of pure white</a:t>
            </a:r>
          </a:p>
          <a:p>
            <a:pPr>
              <a:defRPr/>
            </a:pPr>
            <a:r>
              <a:rPr lang="fr-FR" dirty="0" smtClean="0"/>
              <a:t>6-  JE SUIS UN BIJOU FAIT D’ARGENT FIN </a:t>
            </a:r>
          </a:p>
          <a:p>
            <a:pPr>
              <a:defRPr/>
            </a:pPr>
            <a:r>
              <a:rPr lang="fr-FR" dirty="0" smtClean="0"/>
              <a:t>I, 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jewel</a:t>
            </a:r>
            <a:r>
              <a:rPr lang="fr-FR" dirty="0" smtClean="0"/>
              <a:t> Set in </a:t>
            </a:r>
            <a:r>
              <a:rPr lang="fr-FR" dirty="0" err="1" smtClean="0"/>
              <a:t>finest</a:t>
            </a:r>
            <a:r>
              <a:rPr lang="fr-FR" dirty="0" smtClean="0"/>
              <a:t> </a:t>
            </a:r>
            <a:r>
              <a:rPr lang="fr-FR" dirty="0" err="1" smtClean="0"/>
              <a:t>silver</a:t>
            </a:r>
            <a:r>
              <a:rPr lang="fr-FR" dirty="0" smtClean="0"/>
              <a:t>
7-  JE SUIS UN DISCIPLE MARCHANT DANS LA LUMIÈRE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follower</a:t>
            </a:r>
            <a:r>
              <a:rPr lang="fr-FR" dirty="0" smtClean="0"/>
              <a:t> </a:t>
            </a:r>
            <a:r>
              <a:rPr lang="fr-FR" dirty="0" err="1" smtClean="0"/>
              <a:t>Walking</a:t>
            </a:r>
            <a:r>
              <a:rPr lang="fr-FR" dirty="0" smtClean="0"/>
              <a:t> in the light
8-  DU DONNEUR DE GLOIRE </a:t>
            </a:r>
          </a:p>
          <a:p>
            <a:pPr>
              <a:defRPr/>
            </a:pPr>
            <a:r>
              <a:rPr lang="fr-FR" dirty="0" smtClean="0"/>
              <a:t>Of the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Giver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JE SUIS UNE PERLE RACHETÉE À UN GRAND PRIX </a:t>
            </a:r>
          </a:p>
          <a:p>
            <a:pPr>
              <a:defRPr/>
            </a:pPr>
            <a:r>
              <a:rPr lang="fr-FR" dirty="0" smtClean="0"/>
              <a:t>I, 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pearl</a:t>
            </a:r>
            <a:r>
              <a:rPr lang="fr-FR" dirty="0" smtClean="0"/>
              <a:t> </a:t>
            </a:r>
            <a:r>
              <a:rPr lang="fr-FR" dirty="0" err="1" smtClean="0"/>
              <a:t>Purchased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price</a:t>
            </a:r>
            <a:r>
              <a:rPr lang="fr-FR" dirty="0" smtClean="0"/>
              <a:t>
10-  JE SUIS HÉRITIER CHOISI ET DÉLIVRÉ </a:t>
            </a:r>
          </a:p>
          <a:p>
            <a:pPr>
              <a:defRPr/>
            </a:pPr>
            <a:r>
              <a:rPr lang="fr-FR" dirty="0" smtClean="0"/>
              <a:t>I, I </a:t>
            </a:r>
            <a:r>
              <a:rPr lang="fr-FR" dirty="0" err="1" smtClean="0"/>
              <a:t>am</a:t>
            </a:r>
            <a:r>
              <a:rPr lang="fr-FR" dirty="0" smtClean="0"/>
              <a:t> an </a:t>
            </a:r>
            <a:r>
              <a:rPr lang="fr-FR" dirty="0" err="1" smtClean="0"/>
              <a:t>heir</a:t>
            </a:r>
            <a:r>
              <a:rPr lang="fr-FR" dirty="0" smtClean="0"/>
              <a:t> </a:t>
            </a:r>
            <a:r>
              <a:rPr lang="fr-FR" dirty="0" err="1" smtClean="0"/>
              <a:t>Chosen</a:t>
            </a:r>
            <a:r>
              <a:rPr lang="fr-FR" dirty="0" smtClean="0"/>
              <a:t> and </a:t>
            </a:r>
            <a:r>
              <a:rPr lang="fr-FR" dirty="0" err="1" smtClean="0"/>
              <a:t>delivered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JE SUIS UN MIRACLE ECLATANT DE LA VIE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miracle </a:t>
            </a:r>
            <a:r>
              <a:rPr lang="fr-FR" dirty="0" err="1" smtClean="0"/>
              <a:t>Bursting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the life
12-  DU DONNEUR DE GLOIRE </a:t>
            </a:r>
          </a:p>
          <a:p>
            <a:pPr>
              <a:defRPr/>
            </a:pPr>
            <a:r>
              <a:rPr lang="fr-FR" dirty="0" smtClean="0"/>
              <a:t>Of the </a:t>
            </a:r>
            <a:r>
              <a:rPr lang="fr-FR" dirty="0" err="1" smtClean="0"/>
              <a:t>Glory</a:t>
            </a:r>
            <a:r>
              <a:rPr lang="fr-FR" dirty="0" smtClean="0"/>
              <a:t> </a:t>
            </a:r>
            <a:r>
              <a:rPr lang="fr-FR" dirty="0" err="1" smtClean="0"/>
              <a:t>Giver</a:t>
            </a: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UNE MARIÉE ATTENDANT SON PREMIER BAISER </a:t>
            </a:r>
          </a:p>
          <a:p>
            <a:pPr>
              <a:defRPr/>
            </a:pPr>
            <a:r>
              <a:rPr lang="fr-FR" smtClean="0"/>
              <a:t>I, I am a bride Waiting for her first kiss
2-  JE SUIS UN ENFANT DANSANT DANS UNE RIVIÈRE </a:t>
            </a:r>
          </a:p>
          <a:p>
            <a:pPr>
              <a:defRPr/>
            </a:pPr>
            <a:r>
              <a:rPr lang="fr-FR" smtClean="0"/>
              <a:t>I, I am a child Dancing in the river
3-  JE SUIS UN ADORATEUR SE RÉJOUISSANT DANS LE BONHEUR </a:t>
            </a:r>
          </a:p>
          <a:p>
            <a:pPr>
              <a:defRPr/>
            </a:pPr>
            <a:r>
              <a:rPr lang="fr-FR" smtClean="0"/>
              <a:t>I am a worshiper Basking in the bliss</a:t>
            </a:r>
          </a:p>
          <a:p>
            <a:pPr>
              <a:defRPr/>
            </a:pPr>
            <a:r>
              <a:rPr lang="fr-FR" smtClean="0"/>
              <a:t>4-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JE SUIS UN SAINT HABILLÉ D’UNE ROBE BLANCHE </a:t>
            </a:r>
          </a:p>
          <a:p>
            <a:pPr>
              <a:defRPr/>
            </a:pPr>
            <a:r>
              <a:rPr lang="fr-FR" smtClean="0"/>
              <a:t>I, I am a saint Dressed in robes of pure white</a:t>
            </a:r>
          </a:p>
          <a:p>
            <a:pPr>
              <a:defRPr/>
            </a:pPr>
            <a:r>
              <a:rPr lang="fr-FR" smtClean="0"/>
              <a:t>6-  JE SUIS UN BIJOU FAIT D’ARGENT FIN </a:t>
            </a:r>
          </a:p>
          <a:p>
            <a:pPr>
              <a:defRPr/>
            </a:pPr>
            <a:r>
              <a:rPr lang="fr-FR" smtClean="0"/>
              <a:t>I, I am a jewel Set in finest silver
7-  JE SUIS UN DISCIPLE MARCHANT DANS LA LUMIÈRE </a:t>
            </a:r>
          </a:p>
          <a:p>
            <a:pPr>
              <a:defRPr/>
            </a:pPr>
            <a:r>
              <a:rPr lang="fr-FR" smtClean="0"/>
              <a:t>I am a follower Walking in the light
8-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JE SUIS UNE PERLE RACHETÉE À UN GRAND PRIX </a:t>
            </a:r>
          </a:p>
          <a:p>
            <a:pPr>
              <a:defRPr/>
            </a:pPr>
            <a:r>
              <a:rPr lang="fr-FR" smtClean="0"/>
              <a:t>I, I am a pearl Purchased at a great price
10-  JE SUIS HÉRITIER CHOISI ET DÉLIVRÉ </a:t>
            </a:r>
          </a:p>
          <a:p>
            <a:pPr>
              <a:defRPr/>
            </a:pPr>
            <a:r>
              <a:rPr lang="fr-FR" smtClean="0"/>
              <a:t>I, I am an heir Chosen and delivered</a:t>
            </a:r>
          </a:p>
          <a:p>
            <a:pPr>
              <a:defRPr/>
            </a:pPr>
            <a:r>
              <a:rPr lang="fr-FR" smtClean="0"/>
              <a:t>11-  JE SUIS UN MIRACLE ECLATANT DE LA VIE </a:t>
            </a:r>
          </a:p>
          <a:p>
            <a:pPr>
              <a:defRPr/>
            </a:pPr>
            <a:r>
              <a:rPr lang="fr-FR" smtClean="0"/>
              <a:t>I am a miracle Bursting with the life
12-  DU DONNEUR DE GLOIRE </a:t>
            </a:r>
          </a:p>
          <a:p>
            <a:pPr>
              <a:defRPr/>
            </a:pPr>
            <a:r>
              <a:rPr lang="fr-FR" smtClean="0"/>
              <a:t>Of the Glory Giver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UNE MARIÉE ATTENDANT SON PREMIER BAISER </a:t>
            </a:r>
          </a:p>
          <a:p>
            <a:r>
              <a:rPr lang="fr-FR" smtClean="0"/>
              <a:t>I, I am a bride Waiting for her first kiss
2-  JE SUIS UN ENFANT DANSANT DANS UNE RIVIÈRE </a:t>
            </a:r>
          </a:p>
          <a:p>
            <a:r>
              <a:rPr lang="fr-FR" smtClean="0"/>
              <a:t>I, I am a child Dancing in the river
3-  JE SUIS UN ADORATEUR SE RÉJOUISSANT DANS LE BONHEUR </a:t>
            </a:r>
          </a:p>
          <a:p>
            <a:r>
              <a:rPr lang="fr-FR" smtClean="0"/>
              <a:t>I am a worshiper Basking in the bliss</a:t>
            </a:r>
          </a:p>
          <a:p>
            <a:r>
              <a:rPr lang="fr-FR" smtClean="0"/>
              <a:t>4-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5-  JE SUIS UN SAINT HABILLÉ D’UNE ROBE BLANCHE </a:t>
            </a:r>
          </a:p>
          <a:p>
            <a:r>
              <a:rPr lang="fr-FR" smtClean="0"/>
              <a:t>I, I am a saint Dressed in robes of pure white</a:t>
            </a:r>
          </a:p>
          <a:p>
            <a:r>
              <a:rPr lang="fr-FR" smtClean="0"/>
              <a:t>6-  JE SUIS UN BIJOU FAIT D’ARGENT FIN </a:t>
            </a:r>
          </a:p>
          <a:p>
            <a:r>
              <a:rPr lang="fr-FR" smtClean="0"/>
              <a:t>I, I am a jewel Set in finest silver
7-  JE SUIS UN DISCIPLE MARCHANT DANS LA LUMIÈRE </a:t>
            </a:r>
          </a:p>
          <a:p>
            <a:r>
              <a:rPr lang="fr-FR" smtClean="0"/>
              <a:t>I am a follower Walking in the light
8-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  <a:p>
            <a:r>
              <a:rPr lang="fr-FR" smtClean="0"/>
              <a:t>9-  JE SUIS UNE PERLE RACHETÉE À UN GRAND PRIX </a:t>
            </a:r>
          </a:p>
          <a:p>
            <a:r>
              <a:rPr lang="fr-FR" smtClean="0"/>
              <a:t>I, I am a pearl Purchased at a great price
10-  JE SUIS HÉRITIER CHOISI ET DÉLIVRÉ </a:t>
            </a:r>
          </a:p>
          <a:p>
            <a:r>
              <a:rPr lang="fr-FR" smtClean="0"/>
              <a:t>I, I am an heir Chosen and delivered</a:t>
            </a:r>
          </a:p>
          <a:p>
            <a:r>
              <a:rPr lang="fr-FR" smtClean="0"/>
              <a:t>11-  JE SUIS UN MIRACLE ECLATANT DE LA VIE </a:t>
            </a:r>
          </a:p>
          <a:p>
            <a:r>
              <a:rPr lang="fr-FR" smtClean="0"/>
              <a:t>I am a miracle Bursting with the life
12-  DU DONNEUR DE GLOIRE </a:t>
            </a:r>
          </a:p>
          <a:p>
            <a:r>
              <a:rPr lang="fr-FR" smtClean="0"/>
              <a:t>Of the Glory Giver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3C86B-D20A-4DB7-B887-90169883D1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346B-9261-4768-995F-69E2D0B67F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07686-79BD-46A3-A325-E99A4C7108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92CD0-4D05-4A2D-9E65-1B7846DBE0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65C1F-BF86-423E-9AB2-C55BEE4CCC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794DB-CF40-491A-838D-0F8B1071ED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6921C-C38A-46D6-A183-6767340283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0FA8E-D987-4F37-A050-5F804E3BDC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4A6BC-A756-42C2-8A42-BCB925A5C5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364F9-A7F5-41F0-BC1F-5AEE9F84C6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6369A-91B3-476C-A0A4-080FE41DCA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4C5FACAF-ABC3-463D-8B40-53D8D2AFF8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UNE MARIÉE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ATTENDANT SON PREMIER BAISER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ENFANT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DANSANT DANS UNE RIVIÈRE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ADORATEUR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RÉJOUISSANT DANS LE BONHEUR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DONNEUR DE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SAINT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HABILLÉ D’UNE ROBE BLANCHE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BIJOU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D’ARGENT FIN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DISCIPLE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MARCHANT DANS LA LUMIÈRE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DONNEUR DE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UNE PERLE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RACHETÉE À UN GRAND PRIX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HÉRITIER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CHOISI ET DÉLIVRÉ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MIRACLE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ÉCLATANT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DONNEUR DE GLOIRE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563</Words>
  <Application>Microsoft Office PowerPoint</Application>
  <PresentationFormat>On-screen Show (4:3)</PresentationFormat>
  <Paragraphs>501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56</cp:revision>
  <dcterms:created xsi:type="dcterms:W3CDTF">2002-08-17T10:50:50Z</dcterms:created>
  <dcterms:modified xsi:type="dcterms:W3CDTF">2017-04-16T08:26:45Z</dcterms:modified>
</cp:coreProperties>
</file>