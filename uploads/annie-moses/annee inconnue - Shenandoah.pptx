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4" r:id="rId2"/>
    <p:sldId id="300" r:id="rId3"/>
    <p:sldId id="299" r:id="rId4"/>
    <p:sldId id="298" r:id="rId5"/>
    <p:sldId id="297" r:id="rId6"/>
    <p:sldId id="296" r:id="rId7"/>
    <p:sldId id="295" r:id="rId8"/>
    <p:sldId id="301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77" d="100"/>
          <a:sy n="77" d="100"/>
        </p:scale>
        <p:origin x="-948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F7F56D-9F80-493A-9573-E76F9B9AD03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32C870F-BFE4-41DD-9165-726E9863ABB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OH SHENANDOAH, J’AI HÂTE DE TE VOIR </a:t>
            </a:r>
          </a:p>
          <a:p>
            <a:pPr>
              <a:defRPr/>
            </a:pPr>
            <a:r>
              <a:rPr lang="fr-FR" dirty="0" smtClean="0"/>
              <a:t>Oh Shenandoah, 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2-  AU LOIN TOI LA RIVIÈRE OH SHENANDOAH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Oh Shenandoah,
3-  J’AI HÂTE DE TE VOIR, LOIN, JE SUIS ATTACHÉ LOIN </a:t>
            </a:r>
          </a:p>
          <a:p>
            <a:pPr>
              <a:defRPr/>
            </a:pPr>
            <a:r>
              <a:rPr lang="fr-FR" dirty="0" smtClean="0"/>
              <a:t>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CELA FAIT SEPT ANS QUE JE NE T’AI PAS REVU </a:t>
            </a:r>
          </a:p>
          <a:p>
            <a:pPr>
              <a:defRPr/>
            </a:pP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</a:t>
            </a: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6-  AU LOIN TOI RIVIÈRE CELA FAIT SEPT ANS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'</a:t>
            </a: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
7-  QUE JE NE T’AI PAS REVU LOIN, JE SUIS ATTACHÉ LOIN </a:t>
            </a:r>
          </a:p>
          <a:p>
            <a:pPr>
              <a:defRPr/>
            </a:pP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OH SHENANDOAH, J’AI HÂTE DE TE VOIR </a:t>
            </a:r>
          </a:p>
          <a:p>
            <a:pPr>
              <a:defRPr/>
            </a:pPr>
            <a:r>
              <a:rPr lang="fr-FR" dirty="0" smtClean="0"/>
              <a:t>Oh Shenandoah, 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2-  AU LOIN TOI LA RIVIÈRE OH SHENANDOAH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Oh Shenandoah,
3-  J’AI HÂTE DE TE VOIR, LOIN, JE SUIS ATTACHÉ LOIN </a:t>
            </a:r>
          </a:p>
          <a:p>
            <a:pPr>
              <a:defRPr/>
            </a:pPr>
            <a:r>
              <a:rPr lang="fr-FR" dirty="0" smtClean="0"/>
              <a:t>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CELA FAIT SEPT ANS QUE JE NE T’AI PAS REVU </a:t>
            </a:r>
          </a:p>
          <a:p>
            <a:pPr>
              <a:defRPr/>
            </a:pP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</a:t>
            </a: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6-  AU LOIN TOI RIVIÈRE CELA FAIT SEPT ANS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'</a:t>
            </a: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
7-  QUE JE NE T’AI PAS REVU LOIN, JE SUIS ATTACHÉ LOIN </a:t>
            </a:r>
          </a:p>
          <a:p>
            <a:pPr>
              <a:defRPr/>
            </a:pP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OH SHENANDOAH, J’AI HÂTE DE TE VOIR </a:t>
            </a:r>
          </a:p>
          <a:p>
            <a:pPr>
              <a:defRPr/>
            </a:pPr>
            <a:r>
              <a:rPr lang="fr-FR" dirty="0" smtClean="0"/>
              <a:t>Oh Shenandoah, 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2-  AU LOIN TOI LA RIVIÈRE OH SHENANDOAH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Oh Shenandoah,
3-  J’AI HÂTE DE TE VOIR, LOIN, JE SUIS ATTACHÉ LOIN </a:t>
            </a:r>
          </a:p>
          <a:p>
            <a:pPr>
              <a:defRPr/>
            </a:pPr>
            <a:r>
              <a:rPr lang="fr-FR" dirty="0" smtClean="0"/>
              <a:t>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CELA FAIT SEPT ANS QUE JE NE T’AI PAS REVU </a:t>
            </a:r>
          </a:p>
          <a:p>
            <a:pPr>
              <a:defRPr/>
            </a:pP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</a:t>
            </a: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6-  AU LOIN TOI RIVIÈRE CELA FAIT SEPT ANS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'</a:t>
            </a: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
7-  QUE JE NE T’AI PAS REVU LOIN, JE SUIS ATTACHÉ LOIN </a:t>
            </a:r>
          </a:p>
          <a:p>
            <a:pPr>
              <a:defRPr/>
            </a:pP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F2E51-2BFE-4F78-9D28-8CBF3EEA51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A4136A-2092-4FE3-A5FA-3385CEDDF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22A2F-BCA4-4218-91BB-7D9892A920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15153E-F481-440B-A94C-15FEA9B4DB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CD79B-25FB-4F64-B15F-BE0541220B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045B1-C2D8-48DF-A20B-36B0F5CFE6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0B0A7-E8BE-447D-AC4A-D04C5B325C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98345-297A-4E95-A418-7AFFC5D61D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536427-4DEC-469A-A5F0-6810376DED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A4BDE-35A2-43D5-BC36-6852DE2896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C239C-0753-486D-BB8F-787422FCE6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A848DB2-559C-416C-80C2-D0AC0AC919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SHENANDOAH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HÂTE DE TE 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LA RIVIÈRE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SHENANDOAH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HÂTE DE 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LOIN, JE SUIS ATTACHÉ LOIN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MISSOURI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FAIT SEPT ANS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T’AI PAS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REVUE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RIVIÈRE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FAIT SEPT 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T’AI PAS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REVUE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LOIN, JE SUIS ATTACHÉ LOIN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MISSOURI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357</Words>
  <Application>Microsoft Office PowerPoint</Application>
  <PresentationFormat>On-screen Show (4:3)</PresentationFormat>
  <Paragraphs>222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142</cp:revision>
  <dcterms:created xsi:type="dcterms:W3CDTF">2002-08-17T10:50:50Z</dcterms:created>
  <dcterms:modified xsi:type="dcterms:W3CDTF">2015-12-27T07:55:57Z</dcterms:modified>
</cp:coreProperties>
</file>