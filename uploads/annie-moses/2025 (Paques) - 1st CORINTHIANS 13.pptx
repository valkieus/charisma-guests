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8"/>
  </p:notesMasterIdLst>
  <p:sldIdLst>
    <p:sldId id="259" r:id="rId2"/>
    <p:sldId id="290" r:id="rId3"/>
    <p:sldId id="260" r:id="rId4"/>
    <p:sldId id="261" r:id="rId5"/>
    <p:sldId id="291" r:id="rId6"/>
    <p:sldId id="262" r:id="rId7"/>
    <p:sldId id="263" r:id="rId8"/>
    <p:sldId id="264" r:id="rId9"/>
    <p:sldId id="292" r:id="rId10"/>
    <p:sldId id="265" r:id="rId11"/>
    <p:sldId id="266" r:id="rId12"/>
    <p:sldId id="267" r:id="rId13"/>
    <p:sldId id="293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94" r:id="rId34"/>
    <p:sldId id="287" r:id="rId35"/>
    <p:sldId id="288" r:id="rId36"/>
    <p:sldId id="289" r:id="rId3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39179" autoAdjust="0"/>
  </p:normalViewPr>
  <p:slideViewPr>
    <p:cSldViewPr>
      <p:cViewPr varScale="1">
        <p:scale>
          <a:sx n="43" d="100"/>
          <a:sy n="43" d="100"/>
        </p:scale>
        <p:origin x="2694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1-  THOUGH I SPEAK WITH THE TONGUES [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parlerais</a:t>
            </a:r>
            <a:r>
              <a:rPr lang="en-US" dirty="0" smtClean="0"/>
              <a:t> les </a:t>
            </a:r>
            <a:r>
              <a:rPr lang="en-US" dirty="0" err="1" smtClean="0"/>
              <a:t>langues</a:t>
            </a:r>
            <a:r>
              <a:rPr lang="en-US" dirty="0" smtClean="0"/>
              <a:t>] 
2-  OF MEN AND ANGELS [Des hommes et des </a:t>
            </a:r>
            <a:r>
              <a:rPr lang="en-US" dirty="0" err="1" smtClean="0"/>
              <a:t>anges</a:t>
            </a:r>
            <a:r>
              <a:rPr lang="en-US" dirty="0" smtClean="0"/>
              <a:t>] 
3-  BUT HAVE NOT LOVE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] 
4-  I HAVE BECOME A NOISY GONG [Je </a:t>
            </a:r>
            <a:r>
              <a:rPr lang="en-US" dirty="0" err="1" smtClean="0"/>
              <a:t>suis</a:t>
            </a:r>
            <a:r>
              <a:rPr lang="en-US" dirty="0" smtClean="0"/>
              <a:t> un </a:t>
            </a:r>
            <a:r>
              <a:rPr lang="en-US" dirty="0" err="1" smtClean="0"/>
              <a:t>airain</a:t>
            </a:r>
            <a:r>
              <a:rPr lang="en-US" dirty="0" smtClean="0"/>
              <a:t> qui </a:t>
            </a:r>
            <a:r>
              <a:rPr lang="en-US" dirty="0" err="1" smtClean="0"/>
              <a:t>résonne</a:t>
            </a:r>
            <a:r>
              <a:rPr lang="en-US" dirty="0" smtClean="0"/>
              <a:t>] 
5-  OR A CLANGING CYMBAL [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r>
              <a:rPr lang="en-US" dirty="0" err="1" smtClean="0"/>
              <a:t>cymbale</a:t>
            </a:r>
            <a:r>
              <a:rPr lang="en-US" dirty="0" smtClean="0"/>
              <a:t> qui </a:t>
            </a:r>
            <a:r>
              <a:rPr lang="en-US" dirty="0" err="1" smtClean="0"/>
              <a:t>retentit</a:t>
            </a:r>
            <a:r>
              <a:rPr lang="en-US" dirty="0" smtClean="0"/>
              <a:t>] 
6-  AND THOUGH I HAVE THE GIFT OF PROPHECY [Et </a:t>
            </a:r>
            <a:r>
              <a:rPr lang="en-US" dirty="0" err="1" smtClean="0"/>
              <a:t>quand</a:t>
            </a:r>
            <a:r>
              <a:rPr lang="en-US" dirty="0" smtClean="0"/>
              <a:t> </a:t>
            </a:r>
            <a:r>
              <a:rPr lang="en-US" dirty="0" err="1" smtClean="0"/>
              <a:t>j’aurais</a:t>
            </a:r>
            <a:r>
              <a:rPr lang="en-US" dirty="0" smtClean="0"/>
              <a:t> le don de </a:t>
            </a:r>
            <a:r>
              <a:rPr lang="en-US" dirty="0" err="1" smtClean="0"/>
              <a:t>prophétie</a:t>
            </a:r>
            <a:r>
              <a:rPr lang="en-US" dirty="0" smtClean="0"/>
              <a:t>] 
7-  AND KNOW ALL MYSTERIES AND KNOWLEDGE [La science de </a:t>
            </a:r>
            <a:r>
              <a:rPr lang="en-US" dirty="0" err="1" smtClean="0"/>
              <a:t>tous</a:t>
            </a:r>
            <a:r>
              <a:rPr lang="en-US" dirty="0" smtClean="0"/>
              <a:t> les </a:t>
            </a:r>
            <a:r>
              <a:rPr lang="en-US" dirty="0" err="1" smtClean="0"/>
              <a:t>mystères</a:t>
            </a:r>
            <a:r>
              <a:rPr lang="en-US" dirty="0" smtClean="0"/>
              <a:t> et </a:t>
            </a:r>
            <a:r>
              <a:rPr lang="en-US" dirty="0" err="1" smtClean="0"/>
              <a:t>toute</a:t>
            </a:r>
            <a:r>
              <a:rPr lang="en-US" dirty="0" smtClean="0"/>
              <a:t> la </a:t>
            </a:r>
            <a:r>
              <a:rPr lang="en-US" dirty="0" err="1" smtClean="0"/>
              <a:t>connaissance</a:t>
            </a:r>
            <a:r>
              <a:rPr lang="en-US" dirty="0" smtClean="0"/>
              <a:t>] 
8-  AND THOUGH I HAVE ALL FAITH  [</a:t>
            </a:r>
            <a:r>
              <a:rPr lang="en-US" dirty="0" err="1" smtClean="0"/>
              <a:t>Quand</a:t>
            </a:r>
            <a:r>
              <a:rPr lang="en-US" dirty="0" smtClean="0"/>
              <a:t> </a:t>
            </a:r>
            <a:r>
              <a:rPr lang="en-US" dirty="0" err="1" smtClean="0"/>
              <a:t>j’aurais</a:t>
            </a:r>
            <a:r>
              <a:rPr lang="en-US" dirty="0" smtClean="0"/>
              <a:t> </a:t>
            </a:r>
            <a:r>
              <a:rPr lang="en-US" dirty="0" err="1" smtClean="0"/>
              <a:t>même</a:t>
            </a:r>
            <a:r>
              <a:rPr lang="en-US" dirty="0" smtClean="0"/>
              <a:t> </a:t>
            </a:r>
            <a:r>
              <a:rPr lang="en-US" dirty="0" err="1" smtClean="0"/>
              <a:t>toute</a:t>
            </a:r>
            <a:r>
              <a:rPr lang="en-US" dirty="0" smtClean="0"/>
              <a:t> la </a:t>
            </a:r>
            <a:r>
              <a:rPr lang="en-US" dirty="0" err="1" smtClean="0"/>
              <a:t>foi</a:t>
            </a:r>
            <a:r>
              <a:rPr lang="en-US" dirty="0" smtClean="0"/>
              <a:t>] 
9-  THAT CAN MOVE A MOUNTAIN [</a:t>
            </a:r>
            <a:r>
              <a:rPr lang="en-US" dirty="0" err="1" smtClean="0"/>
              <a:t>Jusqu’à</a:t>
            </a:r>
            <a:r>
              <a:rPr lang="en-US" dirty="0" smtClean="0"/>
              <a:t> transporter des </a:t>
            </a:r>
            <a:r>
              <a:rPr lang="en-US" dirty="0" err="1" smtClean="0"/>
              <a:t>montagnes</a:t>
            </a:r>
            <a:r>
              <a:rPr lang="en-US" dirty="0" smtClean="0"/>
              <a:t>] 
10-  BUT HAVE NOT LOVE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] 
11-  I AM NOTHING [Je ne </a:t>
            </a:r>
            <a:r>
              <a:rPr lang="en-US" dirty="0" err="1" smtClean="0"/>
              <a:t>suis</a:t>
            </a:r>
            <a:r>
              <a:rPr lang="en-US" dirty="0" smtClean="0"/>
              <a:t> </a:t>
            </a:r>
            <a:r>
              <a:rPr lang="en-US" dirty="0" err="1" smtClean="0"/>
              <a:t>rien</a:t>
            </a:r>
            <a:r>
              <a:rPr lang="en-US" dirty="0" smtClean="0"/>
              <a:t>] 
12-  AND THOUGH I GIVE MY GOODS [Et 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distribuerais</a:t>
            </a:r>
            <a:r>
              <a:rPr lang="en-US" dirty="0" smtClean="0"/>
              <a:t> </a:t>
            </a:r>
            <a:r>
              <a:rPr lang="en-US" dirty="0" err="1" smtClean="0"/>
              <a:t>tous</a:t>
            </a:r>
            <a:r>
              <a:rPr lang="en-US" dirty="0" smtClean="0"/>
              <a:t> </a:t>
            </a:r>
            <a:r>
              <a:rPr lang="en-US" dirty="0" err="1" smtClean="0"/>
              <a:t>mes</a:t>
            </a:r>
            <a:r>
              <a:rPr lang="en-US" dirty="0" smtClean="0"/>
              <a:t> </a:t>
            </a:r>
            <a:r>
              <a:rPr lang="en-US" dirty="0" err="1" smtClean="0"/>
              <a:t>biens</a:t>
            </a:r>
            <a:r>
              <a:rPr lang="en-US" dirty="0" smtClean="0"/>
              <a:t>] 
13-  TO FEED THE POOR [Pour la </a:t>
            </a:r>
            <a:r>
              <a:rPr lang="en-US" dirty="0" err="1" smtClean="0"/>
              <a:t>nourriture</a:t>
            </a:r>
            <a:r>
              <a:rPr lang="en-US" dirty="0" smtClean="0"/>
              <a:t> des </a:t>
            </a:r>
            <a:r>
              <a:rPr lang="en-US" dirty="0" err="1" smtClean="0"/>
              <a:t>pauvres</a:t>
            </a:r>
            <a:r>
              <a:rPr lang="en-US" dirty="0" smtClean="0"/>
              <a:t>] 
14-  OR GIVE MY BODY TO BE BURNED [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livrerais</a:t>
            </a:r>
            <a:r>
              <a:rPr lang="en-US" dirty="0" smtClean="0"/>
              <a:t> </a:t>
            </a:r>
            <a:r>
              <a:rPr lang="en-US" dirty="0" err="1" smtClean="0"/>
              <a:t>même</a:t>
            </a:r>
            <a:r>
              <a:rPr lang="en-US" dirty="0" smtClean="0"/>
              <a:t> mon corps pour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brûlé</a:t>
            </a:r>
            <a:r>
              <a:rPr lang="en-US" dirty="0" smtClean="0"/>
              <a:t>] 
15-  BUT HAVE NOT LOVE, I AM NOTHING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, </a:t>
            </a:r>
            <a:r>
              <a:rPr lang="en-US" dirty="0" err="1" smtClean="0"/>
              <a:t>cela</a:t>
            </a:r>
            <a:r>
              <a:rPr lang="en-US" dirty="0" smtClean="0"/>
              <a:t> ne me </a:t>
            </a:r>
            <a:r>
              <a:rPr lang="en-US" dirty="0" err="1" smtClean="0"/>
              <a:t>sert</a:t>
            </a:r>
            <a:r>
              <a:rPr lang="en-US" dirty="0" smtClean="0"/>
              <a:t> à </a:t>
            </a:r>
            <a:r>
              <a:rPr lang="en-US" dirty="0" err="1" smtClean="0"/>
              <a:t>rien</a:t>
            </a:r>
            <a:r>
              <a:rPr lang="en-US" dirty="0" smtClean="0"/>
              <a:t>] 
16-  LOVE IS PATIENT [</a:t>
            </a:r>
            <a:r>
              <a:rPr lang="en-US" dirty="0" err="1" smtClean="0"/>
              <a:t>L’amour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patient] 
17-  LOVE IS KIND [</a:t>
            </a:r>
            <a:r>
              <a:rPr lang="en-US" dirty="0" err="1" smtClean="0"/>
              <a:t>L’amour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plein</a:t>
            </a:r>
            <a:r>
              <a:rPr lang="en-US" dirty="0" smtClean="0"/>
              <a:t> de </a:t>
            </a:r>
            <a:r>
              <a:rPr lang="en-US" dirty="0" err="1" smtClean="0"/>
              <a:t>bonté</a:t>
            </a:r>
            <a:r>
              <a:rPr lang="en-US" dirty="0" smtClean="0"/>
              <a:t>] 
18-  IT DOES NOT ENVY [</a:t>
            </a:r>
            <a:r>
              <a:rPr lang="en-US" dirty="0" err="1" smtClean="0"/>
              <a:t>L’amour</a:t>
            </a:r>
            <a:r>
              <a:rPr lang="en-US" dirty="0" smtClean="0"/>
              <a:t> </a:t>
            </a:r>
            <a:r>
              <a:rPr lang="en-US" dirty="0" err="1" smtClean="0"/>
              <a:t>n’est</a:t>
            </a:r>
            <a:r>
              <a:rPr lang="en-US" dirty="0" smtClean="0"/>
              <a:t> point </a:t>
            </a:r>
            <a:r>
              <a:rPr lang="en-US" dirty="0" err="1" smtClean="0"/>
              <a:t>envieux</a:t>
            </a:r>
            <a:r>
              <a:rPr lang="en-US" dirty="0" smtClean="0"/>
              <a:t>] 
19-  DOES NOT BOAST [</a:t>
            </a:r>
            <a:r>
              <a:rPr lang="en-US" dirty="0" err="1" smtClean="0"/>
              <a:t>L’amour</a:t>
            </a:r>
            <a:r>
              <a:rPr lang="en-US" dirty="0" smtClean="0"/>
              <a:t> ne se </a:t>
            </a:r>
            <a:r>
              <a:rPr lang="en-US" dirty="0" err="1" smtClean="0"/>
              <a:t>vante</a:t>
            </a:r>
            <a:r>
              <a:rPr lang="en-US" dirty="0" smtClean="0"/>
              <a:t> point] 
20-  LOVE IS NEVER PROUD [Il ne </a:t>
            </a:r>
            <a:r>
              <a:rPr lang="en-US" dirty="0" err="1" smtClean="0"/>
              <a:t>s’enfle</a:t>
            </a:r>
            <a:r>
              <a:rPr lang="en-US" dirty="0" smtClean="0"/>
              <a:t> point </a:t>
            </a:r>
            <a:r>
              <a:rPr lang="en-US" dirty="0" err="1" smtClean="0"/>
              <a:t>d’orgueil</a:t>
            </a:r>
            <a:r>
              <a:rPr lang="en-US" dirty="0" smtClean="0"/>
              <a:t>] 
21-  LOVE IS NEVER RUDE [Il ne fait </a:t>
            </a:r>
            <a:r>
              <a:rPr lang="en-US" dirty="0" err="1" smtClean="0"/>
              <a:t>rien</a:t>
            </a:r>
            <a:r>
              <a:rPr lang="en-US" dirty="0" smtClean="0"/>
              <a:t> de </a:t>
            </a:r>
            <a:r>
              <a:rPr lang="en-US" dirty="0" err="1" smtClean="0"/>
              <a:t>malhonnête</a:t>
            </a:r>
            <a:r>
              <a:rPr lang="en-US" dirty="0" smtClean="0"/>
              <a:t>] 
22-  IT DOES NOT SEEK IT'S OWN GAIN [Il ne </a:t>
            </a:r>
            <a:r>
              <a:rPr lang="en-US" dirty="0" err="1" smtClean="0"/>
              <a:t>cherche</a:t>
            </a:r>
            <a:r>
              <a:rPr lang="en-US" dirty="0" smtClean="0"/>
              <a:t> point son </a:t>
            </a:r>
            <a:r>
              <a:rPr lang="en-US" dirty="0" err="1" smtClean="0"/>
              <a:t>intérêt</a:t>
            </a:r>
            <a:r>
              <a:rPr lang="en-US" dirty="0" smtClean="0"/>
              <a:t>] 
23-  LOVE IS NOT EASILY ANGERED [Il ne </a:t>
            </a:r>
            <a:r>
              <a:rPr lang="en-US" dirty="0" err="1" smtClean="0"/>
              <a:t>s’irrite</a:t>
            </a:r>
            <a:r>
              <a:rPr lang="en-US" dirty="0" smtClean="0"/>
              <a:t> point] 
24-  KEEPS NO RECORD OF WRONGS [Il ne </a:t>
            </a:r>
            <a:r>
              <a:rPr lang="en-US" dirty="0" err="1" smtClean="0"/>
              <a:t>soupçonne</a:t>
            </a:r>
            <a:r>
              <a:rPr lang="en-US" dirty="0" smtClean="0"/>
              <a:t> point le mal] 
25-  LOVE DOES NOT DELIGHT IN EVIL [Il ne se </a:t>
            </a:r>
            <a:r>
              <a:rPr lang="en-US" dirty="0" err="1" smtClean="0"/>
              <a:t>réjouit</a:t>
            </a:r>
            <a:r>
              <a:rPr lang="en-US" dirty="0" smtClean="0"/>
              <a:t> point de </a:t>
            </a:r>
            <a:r>
              <a:rPr lang="en-US" dirty="0" err="1" smtClean="0"/>
              <a:t>l’injustice</a:t>
            </a:r>
            <a:r>
              <a:rPr lang="en-US" dirty="0" smtClean="0"/>
              <a:t>] 
26-  LOVE REJOICES IN THE TRUTH [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il</a:t>
            </a:r>
            <a:r>
              <a:rPr lang="en-US" dirty="0" smtClean="0"/>
              <a:t> se </a:t>
            </a:r>
            <a:r>
              <a:rPr lang="en-US" dirty="0" err="1" smtClean="0"/>
              <a:t>réjouit</a:t>
            </a:r>
            <a:r>
              <a:rPr lang="en-US" dirty="0" smtClean="0"/>
              <a:t> de la </a:t>
            </a:r>
            <a:r>
              <a:rPr lang="en-US" dirty="0" err="1" smtClean="0"/>
              <a:t>vérité</a:t>
            </a:r>
            <a:r>
              <a:rPr lang="en-US" dirty="0" smtClean="0"/>
              <a:t>] 
27-  LOVE BEARS ALL THINGS [Il excuse tout] 
28-  BELIEVES ALL THINGS [Il </a:t>
            </a:r>
            <a:r>
              <a:rPr lang="en-US" dirty="0" err="1" smtClean="0"/>
              <a:t>croit</a:t>
            </a:r>
            <a:r>
              <a:rPr lang="en-US" dirty="0" smtClean="0"/>
              <a:t> tout] 
29-  LOVE HOPES ALL THINGS [Il </a:t>
            </a:r>
            <a:r>
              <a:rPr lang="en-US" dirty="0" err="1" smtClean="0"/>
              <a:t>espère</a:t>
            </a:r>
            <a:r>
              <a:rPr lang="en-US" dirty="0" smtClean="0"/>
              <a:t> tout] 
30-  ENDURES ALL THINGS [Il </a:t>
            </a:r>
            <a:r>
              <a:rPr lang="en-US" dirty="0" err="1" smtClean="0"/>
              <a:t>supporte</a:t>
            </a:r>
            <a:r>
              <a:rPr lang="en-US" dirty="0" smtClean="0"/>
              <a:t> tout] 
31-  LOVE NEVER FAILS! [</a:t>
            </a:r>
            <a:r>
              <a:rPr lang="en-US" dirty="0" err="1" smtClean="0"/>
              <a:t>L’amour</a:t>
            </a:r>
            <a:r>
              <a:rPr lang="en-US" dirty="0" smtClean="0"/>
              <a:t> ne </a:t>
            </a:r>
            <a:r>
              <a:rPr lang="en-US" dirty="0" err="1" smtClean="0"/>
              <a:t>périt</a:t>
            </a:r>
            <a:r>
              <a:rPr lang="en-US" dirty="0" smtClean="0"/>
              <a:t> </a:t>
            </a:r>
            <a:r>
              <a:rPr lang="en-US" dirty="0" err="1" smtClean="0"/>
              <a:t>jamais</a:t>
            </a:r>
            <a:r>
              <a:rPr lang="en-US" dirty="0" smtClean="0"/>
              <a:t>] 
32-  THOUGH I SPEAK WITH THE TONGUES  [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parlerais</a:t>
            </a:r>
            <a:r>
              <a:rPr lang="en-US" dirty="0" smtClean="0"/>
              <a:t> les </a:t>
            </a:r>
            <a:r>
              <a:rPr lang="en-US" dirty="0" err="1" smtClean="0"/>
              <a:t>langues</a:t>
            </a:r>
            <a:r>
              <a:rPr lang="en-US" dirty="0" smtClean="0"/>
              <a:t>] 
33-  OF MEN AND ANGELS [Des hommes et des </a:t>
            </a:r>
            <a:r>
              <a:rPr lang="en-US" dirty="0" err="1" smtClean="0"/>
              <a:t>anges</a:t>
            </a:r>
            <a:r>
              <a:rPr lang="en-US" dirty="0" smtClean="0"/>
              <a:t>] 
34-  BUT HAVE NOT LOVE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] 
35-  I AM NOTHING [Je ne </a:t>
            </a:r>
            <a:r>
              <a:rPr lang="en-US" dirty="0" err="1" smtClean="0"/>
              <a:t>suis</a:t>
            </a:r>
            <a:r>
              <a:rPr lang="en-US" dirty="0" smtClean="0"/>
              <a:t> </a:t>
            </a:r>
            <a:r>
              <a:rPr lang="en-US" dirty="0" err="1" smtClean="0"/>
              <a:t>rien</a:t>
            </a:r>
            <a:r>
              <a:rPr lang="en-US" dirty="0" smtClean="0"/>
              <a:t>] 
36-  WITHOUT LOVE [Sans </a:t>
            </a:r>
            <a:r>
              <a:rPr lang="en-US" dirty="0" err="1" smtClean="0"/>
              <a:t>l’amour</a:t>
            </a:r>
            <a:r>
              <a:rPr lang="en-US" dirty="0" smtClean="0"/>
              <a:t>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348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450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parlerais</a:t>
            </a:r>
            <a:r>
              <a:rPr lang="en-US" dirty="0" smtClean="0"/>
              <a:t> les </a:t>
            </a:r>
            <a:r>
              <a:rPr lang="en-US" dirty="0" err="1" smtClean="0"/>
              <a:t>langues</a:t>
            </a:r>
            <a:r>
              <a:rPr lang="en-US" dirty="0" smtClean="0"/>
              <a:t>] 
2-  OF MEN AND ANGELS [Des hommes et des </a:t>
            </a:r>
            <a:r>
              <a:rPr lang="en-US" dirty="0" err="1" smtClean="0"/>
              <a:t>anges</a:t>
            </a:r>
            <a:r>
              <a:rPr lang="en-US" dirty="0" smtClean="0"/>
              <a:t>] 
3-  BUT HAVE NOT LOVE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] 
4-  I HAVE BECOME A NOISY GONG [Je </a:t>
            </a:r>
            <a:r>
              <a:rPr lang="en-US" dirty="0" err="1" smtClean="0"/>
              <a:t>suis</a:t>
            </a:r>
            <a:r>
              <a:rPr lang="en-US" dirty="0" smtClean="0"/>
              <a:t> un </a:t>
            </a:r>
            <a:r>
              <a:rPr lang="en-US" dirty="0" err="1" smtClean="0"/>
              <a:t>airain</a:t>
            </a:r>
            <a:r>
              <a:rPr lang="en-US" dirty="0" smtClean="0"/>
              <a:t> qui </a:t>
            </a:r>
            <a:r>
              <a:rPr lang="en-US" dirty="0" err="1" smtClean="0"/>
              <a:t>résonne</a:t>
            </a:r>
            <a:r>
              <a:rPr lang="en-US" dirty="0" smtClean="0"/>
              <a:t>] 
5-  OR A CLANGING CYMBAL [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r>
              <a:rPr lang="en-US" dirty="0" err="1" smtClean="0"/>
              <a:t>cymbale</a:t>
            </a:r>
            <a:r>
              <a:rPr lang="en-US" dirty="0" smtClean="0"/>
              <a:t> qui </a:t>
            </a:r>
            <a:r>
              <a:rPr lang="en-US" dirty="0" err="1" smtClean="0"/>
              <a:t>retentit</a:t>
            </a:r>
            <a:r>
              <a:rPr lang="en-US" dirty="0" smtClean="0"/>
              <a:t>] 
6-  AND THOUGH I HAVE THE GIFT OF PROPHECY [Et </a:t>
            </a:r>
            <a:r>
              <a:rPr lang="en-US" dirty="0" err="1" smtClean="0"/>
              <a:t>quand</a:t>
            </a:r>
            <a:r>
              <a:rPr lang="en-US" dirty="0" smtClean="0"/>
              <a:t> </a:t>
            </a:r>
            <a:r>
              <a:rPr lang="en-US" dirty="0" err="1" smtClean="0"/>
              <a:t>j’aurais</a:t>
            </a:r>
            <a:r>
              <a:rPr lang="en-US" dirty="0" smtClean="0"/>
              <a:t> le don de </a:t>
            </a:r>
            <a:r>
              <a:rPr lang="en-US" dirty="0" err="1" smtClean="0"/>
              <a:t>prophétie</a:t>
            </a:r>
            <a:r>
              <a:rPr lang="en-US" dirty="0" smtClean="0"/>
              <a:t>] 
7-  AND KNOW ALL MYSTERIES AND KNOWLEDGE [La science de </a:t>
            </a:r>
            <a:r>
              <a:rPr lang="en-US" dirty="0" err="1" smtClean="0"/>
              <a:t>tous</a:t>
            </a:r>
            <a:r>
              <a:rPr lang="en-US" dirty="0" smtClean="0"/>
              <a:t> les </a:t>
            </a:r>
            <a:r>
              <a:rPr lang="en-US" dirty="0" err="1" smtClean="0"/>
              <a:t>mystères</a:t>
            </a:r>
            <a:r>
              <a:rPr lang="en-US" dirty="0" smtClean="0"/>
              <a:t> et </a:t>
            </a:r>
            <a:r>
              <a:rPr lang="en-US" dirty="0" err="1" smtClean="0"/>
              <a:t>toute</a:t>
            </a:r>
            <a:r>
              <a:rPr lang="en-US" dirty="0" smtClean="0"/>
              <a:t> la </a:t>
            </a:r>
            <a:r>
              <a:rPr lang="en-US" dirty="0" err="1" smtClean="0"/>
              <a:t>connaissance</a:t>
            </a:r>
            <a:r>
              <a:rPr lang="en-US" dirty="0" smtClean="0"/>
              <a:t>] 
8-  AND THOUGH I HAVE ALL FAITH  [</a:t>
            </a:r>
            <a:r>
              <a:rPr lang="en-US" dirty="0" err="1" smtClean="0"/>
              <a:t>Quand</a:t>
            </a:r>
            <a:r>
              <a:rPr lang="en-US" dirty="0" smtClean="0"/>
              <a:t> </a:t>
            </a:r>
            <a:r>
              <a:rPr lang="en-US" dirty="0" err="1" smtClean="0"/>
              <a:t>j’aurais</a:t>
            </a:r>
            <a:r>
              <a:rPr lang="en-US" dirty="0" smtClean="0"/>
              <a:t> </a:t>
            </a:r>
            <a:r>
              <a:rPr lang="en-US" dirty="0" err="1" smtClean="0"/>
              <a:t>même</a:t>
            </a:r>
            <a:r>
              <a:rPr lang="en-US" dirty="0" smtClean="0"/>
              <a:t> </a:t>
            </a:r>
            <a:r>
              <a:rPr lang="en-US" dirty="0" err="1" smtClean="0"/>
              <a:t>toute</a:t>
            </a:r>
            <a:r>
              <a:rPr lang="en-US" dirty="0" smtClean="0"/>
              <a:t> la </a:t>
            </a:r>
            <a:r>
              <a:rPr lang="en-US" dirty="0" err="1" smtClean="0"/>
              <a:t>foi</a:t>
            </a:r>
            <a:r>
              <a:rPr lang="en-US" dirty="0" smtClean="0"/>
              <a:t>] 
9-  THAT CAN MOVE A MOUNTAIN [</a:t>
            </a:r>
            <a:r>
              <a:rPr lang="en-US" dirty="0" err="1" smtClean="0"/>
              <a:t>Jusqu’à</a:t>
            </a:r>
            <a:r>
              <a:rPr lang="en-US" dirty="0" smtClean="0"/>
              <a:t> transporter des </a:t>
            </a:r>
            <a:r>
              <a:rPr lang="en-US" dirty="0" err="1" smtClean="0"/>
              <a:t>montagnes</a:t>
            </a:r>
            <a:r>
              <a:rPr lang="en-US" dirty="0" smtClean="0"/>
              <a:t>] 
10-  BUT HAVE NOT LOVE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] 
11-  I AM NOTHING [Je ne </a:t>
            </a:r>
            <a:r>
              <a:rPr lang="en-US" dirty="0" err="1" smtClean="0"/>
              <a:t>suis</a:t>
            </a:r>
            <a:r>
              <a:rPr lang="en-US" dirty="0" smtClean="0"/>
              <a:t> </a:t>
            </a:r>
            <a:r>
              <a:rPr lang="en-US" dirty="0" err="1" smtClean="0"/>
              <a:t>rien</a:t>
            </a:r>
            <a:r>
              <a:rPr lang="en-US" dirty="0" smtClean="0"/>
              <a:t>] 
12-  AND THOUGH I GIVE MY GOODS [Et 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distribuerais</a:t>
            </a:r>
            <a:r>
              <a:rPr lang="en-US" dirty="0" smtClean="0"/>
              <a:t> </a:t>
            </a:r>
            <a:r>
              <a:rPr lang="en-US" dirty="0" err="1" smtClean="0"/>
              <a:t>tous</a:t>
            </a:r>
            <a:r>
              <a:rPr lang="en-US" dirty="0" smtClean="0"/>
              <a:t> </a:t>
            </a:r>
            <a:r>
              <a:rPr lang="en-US" dirty="0" err="1" smtClean="0"/>
              <a:t>mes</a:t>
            </a:r>
            <a:r>
              <a:rPr lang="en-US" dirty="0" smtClean="0"/>
              <a:t> </a:t>
            </a:r>
            <a:r>
              <a:rPr lang="en-US" dirty="0" err="1" smtClean="0"/>
              <a:t>biens</a:t>
            </a:r>
            <a:r>
              <a:rPr lang="en-US" dirty="0" smtClean="0"/>
              <a:t>] 
13-  TO FEED THE POOR [Pour la </a:t>
            </a:r>
            <a:r>
              <a:rPr lang="en-US" dirty="0" err="1" smtClean="0"/>
              <a:t>nourriture</a:t>
            </a:r>
            <a:r>
              <a:rPr lang="en-US" dirty="0" smtClean="0"/>
              <a:t> des </a:t>
            </a:r>
            <a:r>
              <a:rPr lang="en-US" dirty="0" err="1" smtClean="0"/>
              <a:t>pauvres</a:t>
            </a:r>
            <a:r>
              <a:rPr lang="en-US" dirty="0" smtClean="0"/>
              <a:t>] 
14-  OR GIVE MY BODY TO BE BURNED [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livrerais</a:t>
            </a:r>
            <a:r>
              <a:rPr lang="en-US" dirty="0" smtClean="0"/>
              <a:t> </a:t>
            </a:r>
            <a:r>
              <a:rPr lang="en-US" dirty="0" err="1" smtClean="0"/>
              <a:t>même</a:t>
            </a:r>
            <a:r>
              <a:rPr lang="en-US" dirty="0" smtClean="0"/>
              <a:t> mon corps pour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brûlé</a:t>
            </a:r>
            <a:r>
              <a:rPr lang="en-US" dirty="0" smtClean="0"/>
              <a:t>] 
15-  BUT HAVE NOT LOVE, I AM NOTHING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, </a:t>
            </a:r>
            <a:r>
              <a:rPr lang="en-US" dirty="0" err="1" smtClean="0"/>
              <a:t>cela</a:t>
            </a:r>
            <a:r>
              <a:rPr lang="en-US" dirty="0" smtClean="0"/>
              <a:t> ne me </a:t>
            </a:r>
            <a:r>
              <a:rPr lang="en-US" dirty="0" err="1" smtClean="0"/>
              <a:t>sert</a:t>
            </a:r>
            <a:r>
              <a:rPr lang="en-US" dirty="0" smtClean="0"/>
              <a:t> à </a:t>
            </a:r>
            <a:r>
              <a:rPr lang="en-US" dirty="0" err="1" smtClean="0"/>
              <a:t>rien</a:t>
            </a:r>
            <a:r>
              <a:rPr lang="en-US" dirty="0" smtClean="0"/>
              <a:t>] 
16-  LOVE IS PATIENT [</a:t>
            </a:r>
            <a:r>
              <a:rPr lang="en-US" dirty="0" err="1" smtClean="0"/>
              <a:t>L’amour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patient] 
17-  LOVE IS KIND [</a:t>
            </a:r>
            <a:r>
              <a:rPr lang="en-US" dirty="0" err="1" smtClean="0"/>
              <a:t>L’amour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plein</a:t>
            </a:r>
            <a:r>
              <a:rPr lang="en-US" dirty="0" smtClean="0"/>
              <a:t> de </a:t>
            </a:r>
            <a:r>
              <a:rPr lang="en-US" dirty="0" err="1" smtClean="0"/>
              <a:t>bonté</a:t>
            </a:r>
            <a:r>
              <a:rPr lang="en-US" dirty="0" smtClean="0"/>
              <a:t>] 
18-  IT DOES NOT ENVY [</a:t>
            </a:r>
            <a:r>
              <a:rPr lang="en-US" dirty="0" err="1" smtClean="0"/>
              <a:t>L’amour</a:t>
            </a:r>
            <a:r>
              <a:rPr lang="en-US" dirty="0" smtClean="0"/>
              <a:t> </a:t>
            </a:r>
            <a:r>
              <a:rPr lang="en-US" dirty="0" err="1" smtClean="0"/>
              <a:t>n’est</a:t>
            </a:r>
            <a:r>
              <a:rPr lang="en-US" dirty="0" smtClean="0"/>
              <a:t> point </a:t>
            </a:r>
            <a:r>
              <a:rPr lang="en-US" dirty="0" err="1" smtClean="0"/>
              <a:t>envieux</a:t>
            </a:r>
            <a:r>
              <a:rPr lang="en-US" dirty="0" smtClean="0"/>
              <a:t>] 
19-  DOES NOT BOAST [</a:t>
            </a:r>
            <a:r>
              <a:rPr lang="en-US" dirty="0" err="1" smtClean="0"/>
              <a:t>L’amour</a:t>
            </a:r>
            <a:r>
              <a:rPr lang="en-US" dirty="0" smtClean="0"/>
              <a:t> ne se </a:t>
            </a:r>
            <a:r>
              <a:rPr lang="en-US" dirty="0" err="1" smtClean="0"/>
              <a:t>vante</a:t>
            </a:r>
            <a:r>
              <a:rPr lang="en-US" dirty="0" smtClean="0"/>
              <a:t> point] 
20-  LOVE IS NEVER PROUD [Il ne </a:t>
            </a:r>
            <a:r>
              <a:rPr lang="en-US" dirty="0" err="1" smtClean="0"/>
              <a:t>s’enfle</a:t>
            </a:r>
            <a:r>
              <a:rPr lang="en-US" dirty="0" smtClean="0"/>
              <a:t> point </a:t>
            </a:r>
            <a:r>
              <a:rPr lang="en-US" dirty="0" err="1" smtClean="0"/>
              <a:t>d’orgueil</a:t>
            </a:r>
            <a:r>
              <a:rPr lang="en-US" dirty="0" smtClean="0"/>
              <a:t>] 
21-  LOVE IS NEVER RUDE [Il ne fait </a:t>
            </a:r>
            <a:r>
              <a:rPr lang="en-US" dirty="0" err="1" smtClean="0"/>
              <a:t>rien</a:t>
            </a:r>
            <a:r>
              <a:rPr lang="en-US" dirty="0" smtClean="0"/>
              <a:t> de </a:t>
            </a:r>
            <a:r>
              <a:rPr lang="en-US" dirty="0" err="1" smtClean="0"/>
              <a:t>malhonnête</a:t>
            </a:r>
            <a:r>
              <a:rPr lang="en-US" dirty="0" smtClean="0"/>
              <a:t>] 
22-  IT DOES NOT SEEK IT'S OWN GAIN [Il ne </a:t>
            </a:r>
            <a:r>
              <a:rPr lang="en-US" dirty="0" err="1" smtClean="0"/>
              <a:t>cherche</a:t>
            </a:r>
            <a:r>
              <a:rPr lang="en-US" dirty="0" smtClean="0"/>
              <a:t> point son </a:t>
            </a:r>
            <a:r>
              <a:rPr lang="en-US" dirty="0" err="1" smtClean="0"/>
              <a:t>intérêt</a:t>
            </a:r>
            <a:r>
              <a:rPr lang="en-US" dirty="0" smtClean="0"/>
              <a:t>] 
23-  LOVE IS NOT EASILY ANGERED [Il ne </a:t>
            </a:r>
            <a:r>
              <a:rPr lang="en-US" dirty="0" err="1" smtClean="0"/>
              <a:t>s’irrite</a:t>
            </a:r>
            <a:r>
              <a:rPr lang="en-US" dirty="0" smtClean="0"/>
              <a:t> point] 
24-  KEEPS NO RECORD OF WRONGS [Il ne </a:t>
            </a:r>
            <a:r>
              <a:rPr lang="en-US" dirty="0" err="1" smtClean="0"/>
              <a:t>soupçonne</a:t>
            </a:r>
            <a:r>
              <a:rPr lang="en-US" dirty="0" smtClean="0"/>
              <a:t> point le mal] 
25-  LOVE DOES NOT DELIGHT IN EVIL [Il ne se </a:t>
            </a:r>
            <a:r>
              <a:rPr lang="en-US" dirty="0" err="1" smtClean="0"/>
              <a:t>réjouit</a:t>
            </a:r>
            <a:r>
              <a:rPr lang="en-US" dirty="0" smtClean="0"/>
              <a:t> point de </a:t>
            </a:r>
            <a:r>
              <a:rPr lang="en-US" dirty="0" err="1" smtClean="0"/>
              <a:t>l’injustice</a:t>
            </a:r>
            <a:r>
              <a:rPr lang="en-US" dirty="0" smtClean="0"/>
              <a:t>] 
26-  LOVE REJOICES IN THE TRUTH [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il</a:t>
            </a:r>
            <a:r>
              <a:rPr lang="en-US" dirty="0" smtClean="0"/>
              <a:t> se </a:t>
            </a:r>
            <a:r>
              <a:rPr lang="en-US" dirty="0" err="1" smtClean="0"/>
              <a:t>réjouit</a:t>
            </a:r>
            <a:r>
              <a:rPr lang="en-US" dirty="0" smtClean="0"/>
              <a:t> de la </a:t>
            </a:r>
            <a:r>
              <a:rPr lang="en-US" dirty="0" err="1" smtClean="0"/>
              <a:t>vérité</a:t>
            </a:r>
            <a:r>
              <a:rPr lang="en-US" dirty="0" smtClean="0"/>
              <a:t>] 
27-  LOVE BEARS ALL THINGS [Il excuse tout] 
28-  BELIEVES ALL THINGS [Il </a:t>
            </a:r>
            <a:r>
              <a:rPr lang="en-US" dirty="0" err="1" smtClean="0"/>
              <a:t>croit</a:t>
            </a:r>
            <a:r>
              <a:rPr lang="en-US" dirty="0" smtClean="0"/>
              <a:t> tout] 
29-  LOVE HOPES ALL THINGS [Il </a:t>
            </a:r>
            <a:r>
              <a:rPr lang="en-US" dirty="0" err="1" smtClean="0"/>
              <a:t>espère</a:t>
            </a:r>
            <a:r>
              <a:rPr lang="en-US" dirty="0" smtClean="0"/>
              <a:t> tout] 
30-  ENDURES ALL THINGS [Il </a:t>
            </a:r>
            <a:r>
              <a:rPr lang="en-US" dirty="0" err="1" smtClean="0"/>
              <a:t>supporte</a:t>
            </a:r>
            <a:r>
              <a:rPr lang="en-US" dirty="0" smtClean="0"/>
              <a:t> tout] 
31-  LOVE NEVER FAILS! [</a:t>
            </a:r>
            <a:r>
              <a:rPr lang="en-US" dirty="0" err="1" smtClean="0"/>
              <a:t>L’amour</a:t>
            </a:r>
            <a:r>
              <a:rPr lang="en-US" dirty="0" smtClean="0"/>
              <a:t> ne </a:t>
            </a:r>
            <a:r>
              <a:rPr lang="en-US" dirty="0" err="1" smtClean="0"/>
              <a:t>périt</a:t>
            </a:r>
            <a:r>
              <a:rPr lang="en-US" dirty="0" smtClean="0"/>
              <a:t> </a:t>
            </a:r>
            <a:r>
              <a:rPr lang="en-US" dirty="0" err="1" smtClean="0"/>
              <a:t>jamais</a:t>
            </a:r>
            <a:r>
              <a:rPr lang="en-US" dirty="0" smtClean="0"/>
              <a:t>] 
32-  THOUGH I SPEAK WITH THE TONGUES  [</a:t>
            </a:r>
            <a:r>
              <a:rPr lang="en-US" dirty="0" err="1" smtClean="0"/>
              <a:t>Quand</a:t>
            </a:r>
            <a:r>
              <a:rPr lang="en-US" dirty="0" smtClean="0"/>
              <a:t> je </a:t>
            </a:r>
            <a:r>
              <a:rPr lang="en-US" dirty="0" err="1" smtClean="0"/>
              <a:t>parlerais</a:t>
            </a:r>
            <a:r>
              <a:rPr lang="en-US" dirty="0" smtClean="0"/>
              <a:t> les </a:t>
            </a:r>
            <a:r>
              <a:rPr lang="en-US" dirty="0" err="1" smtClean="0"/>
              <a:t>langues</a:t>
            </a:r>
            <a:r>
              <a:rPr lang="en-US" dirty="0" smtClean="0"/>
              <a:t>] 
33-  OF MEN AND ANGELS [Des hommes et des </a:t>
            </a:r>
            <a:r>
              <a:rPr lang="en-US" dirty="0" err="1" smtClean="0"/>
              <a:t>anges</a:t>
            </a:r>
            <a:r>
              <a:rPr lang="en-US" dirty="0" smtClean="0"/>
              <a:t>] 
34-  BUT HAVE NOT LOVE [Si je </a:t>
            </a:r>
            <a:r>
              <a:rPr lang="en-US" dirty="0" err="1" smtClean="0"/>
              <a:t>n’ai</a:t>
            </a:r>
            <a:r>
              <a:rPr lang="en-US" dirty="0" smtClean="0"/>
              <a:t> pas </a:t>
            </a:r>
            <a:r>
              <a:rPr lang="en-US" dirty="0" err="1" smtClean="0"/>
              <a:t>l’amour</a:t>
            </a:r>
            <a:r>
              <a:rPr lang="en-US" dirty="0" smtClean="0"/>
              <a:t>] 
35-  I AM NOTHING [Je ne </a:t>
            </a:r>
            <a:r>
              <a:rPr lang="en-US" dirty="0" err="1" smtClean="0"/>
              <a:t>suis</a:t>
            </a:r>
            <a:r>
              <a:rPr lang="en-US" dirty="0" smtClean="0"/>
              <a:t> </a:t>
            </a:r>
            <a:r>
              <a:rPr lang="en-US" dirty="0" err="1" smtClean="0"/>
              <a:t>rien</a:t>
            </a:r>
            <a:r>
              <a:rPr lang="en-US" dirty="0" smtClean="0"/>
              <a:t>] 
36-  WITHOUT LOVE [Sans </a:t>
            </a:r>
            <a:r>
              <a:rPr lang="en-US" dirty="0" err="1" smtClean="0"/>
              <a:t>l’amour</a:t>
            </a:r>
            <a:r>
              <a:rPr lang="en-US" dirty="0" smtClean="0"/>
              <a:t>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398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732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494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478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007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91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902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010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773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193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685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431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545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352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338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078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051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524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7742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5276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3422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881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9805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121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5021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478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2549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7341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3247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91833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4306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1932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4245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THOUGH I SPEAK WITH THE TONGUES [Quand je parlerais les langues] 
2-  OF MEN AND ANGELS [Des hommes et des anges] 
3-  BUT HAVE NOT LOVE [Si je n’ai pas l’amour] 
4-  I HAVE BECOME A NOISY GONG [Je suis un airain qui résonne] 
5-  OR A CLANGING CYMBAL [ou une cymbale qui retentit] 
6-  AND THOUGH I HAVE THE GIFT OF PROPHECY [Et quand j’aurais le don de prophétie] 
7-  AND KNOW ALL MYSTERIES AND KNOWLEDGE [La science de tous les mystères et toute la connaissance] 
8-  AND THOUGH I HAVE ALL FAITH  [Quand j’aurais même toute la foi] 
9-  THAT CAN MOVE A MOUNTAIN [Jusqu’à transporter des montagnes] 
10-  BUT HAVE NOT LOVE [Si je n’ai pas l’amour] 
11-  I AM NOTHING [Je ne suis rien] 
12-  AND THOUGH I GIVE MY GOODS [Et quand je distribuerais tous mes biens] 
13-  TO FEED THE POOR [Pour la nourriture des pauvres] 
14-  OR GIVE MY BODY TO BE BURNED [Quand je livrerais même mon corps pour être brûlé] 
15-  BUT HAVE NOT LOVE, I AM NOTHING [Si je n’ai pas l’amour, cela ne me sert à rien] 
16-  LOVE IS PATIENT [L’amour est patient] 
17-  LOVE IS KIND [L’amour est plein de bonté] 
18-  IT DOES NOT ENVY [L’amour n’est point envieux] 
19-  DOES NOT BOAST [L’amour ne se vante point] 
20-  LOVE IS NEVER PROUD [Il ne s’enfle point d’orgueil] 
21-  LOVE IS NEVER RUDE [Il ne fait rien de malhonnête] 
22-  IT DOES NOT SEEK IT'S OWN GAIN [Il ne cherche point son intérêt] 
23-  LOVE IS NOT EASILY ANGERED [Il ne s’irrite point] 
24-  KEEPS NO RECORD OF WRONGS [Il ne soupçonne point le mal] 
25-  LOVE DOES NOT DELIGHT IN EVIL [Il ne se réjouit point de l’injustice] 
26-  LOVE REJOICES IN THE TRUTH [Mais il se réjouit de la vérité] 
27-  LOVE BEARS ALL THINGS [Il excuse tout] 
28-  BELIEVES ALL THINGS [Il croit tout] 
29-  LOVE HOPES ALL THINGS [Il espère tout] 
30-  ENDURES ALL THINGS [Il supporte tout] 
31-  LOVE NEVER FAILS! [L’amour ne périt jamais] 
32-  THOUGH I SPEAK WITH THE TONGUES  [Quand je parlerais les langues] 
33-  OF MEN AND ANGELS [Des hommes et des anges] 
34-  BUT HAVE NOT LOVE [Si je n’ai pas l’amour] 
35-  I AM NOTHING [Je ne suis rien] 
36-  WITHOUT LOVE [Sans l’amour]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24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5461000"/>
            <a:ext cx="11449272" cy="90948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29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THOUGH I SPEAK WITH THE </a:t>
            </a:r>
            <a:r>
              <a:rPr lang="fr-FR" sz="29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TONGUES</a:t>
            </a:r>
            <a:endParaRPr lang="fr-FR" sz="29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[Quand je parlerais les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langues]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5461000"/>
            <a:ext cx="11449272" cy="90948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29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OF </a:t>
            </a:r>
            <a:r>
              <a:rPr lang="fr-FR" sz="29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MEN AND ANGELS</a:t>
            </a:r>
          </a:p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[Des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hommes et des anges]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3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BUT HAVE NOT LOVE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[Si je n’ai pas l’amour]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11928648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HAVE BECOME A NOISY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GONG</a:t>
            </a:r>
            <a:endParaRPr lang="fr-FR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[Je suis un airain qui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résonne]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11928648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OR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 CLANGING CYMBAL</a:t>
            </a:r>
          </a:p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[Ou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une cymbale qui retentit]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91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THOUGH I HAVE THE GIFT OF PROPHECY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quand j’aurais le don de prophétie]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0"/>
            <a:ext cx="1166529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KNOW ALL MYSTERIES AND KNOWLEDGE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[La science de tous les mystères et toute la connaissance]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336" y="5461000"/>
            <a:ext cx="1173730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THOUGH I HAVE ALL FAITH </a:t>
            </a:r>
            <a:endParaRPr lang="en-US" sz="3000" dirty="0" smtClean="0">
              <a:solidFill>
                <a:srgbClr val="FFFFFF"/>
              </a:solidFill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Quand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j’aurais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même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la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foi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336" y="5461000"/>
            <a:ext cx="1173730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THAT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CAN MOVE A MOUNTAIN</a:t>
            </a:r>
          </a:p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usqu’à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transporter des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montagnes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44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BUT HAVE NOT LOVE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[Si je n’ai pas l’amour]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AM NOTHING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ne suis rien]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376" y="5461000"/>
            <a:ext cx="1101722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THOUGH I GIVE MY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GOODS</a:t>
            </a:r>
            <a:endParaRPr lang="fr-FR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Et quand je distribuerais tous mes </a:t>
            </a:r>
            <a:r>
              <a:rPr lang="fr-FR" sz="28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biens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376" y="5461000"/>
            <a:ext cx="1101722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FEED THE POOR</a:t>
            </a:r>
          </a:p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</a:t>
            </a:r>
            <a:r>
              <a:rPr lang="fr-FR" sz="28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our </a:t>
            </a:r>
            <a:r>
              <a:rPr lang="fr-FR" sz="28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nourriture des pauvres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66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448" y="5461000"/>
            <a:ext cx="10369152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OR GIVE MY BODY TO BE BURNED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Quand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livrerais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même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corps pour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être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brûlé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BUT HAVE NOT LOVE, I AM NOTHING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[Si je n’ai pas l’amour, cela ne me sert à rien]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IS PATIENT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[L’amour est patient]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IS KIND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[L’amour est plein de bonté]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IT DOES NOT ENVY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[L’amour n’est point envieux]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DOES NOT BOAST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[L’amour ne se vante point]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IS NEVER PROUD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ne s’enfle point d’orgueil]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IS NEVER RUDE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ne fait rien de malhonnête]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IT DOES NOT SEEK IT'S OWN GAIN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ne cherche point son intérêt]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IS NOT EASILY ANGERED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ne s’irrite point]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KEEPS NO RECORD OF WRONGS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ne soupçonne point le mal]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DOES NOT DELIGHT IN EVIL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ne se réjouit point de l’injustice]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REJOICES IN THE TRUTH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[Mais il se réjouit de la vérité]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BEARS ALL THINGS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excuse tout]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BELIEVES ALL THINGS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croit tout]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HOPES ALL THINGS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espère tout]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ENDURES ALL THINGS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supporte tout]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LOVE NEVER FAILS!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[L’amour ne périt jamais]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5461000"/>
            <a:ext cx="1137726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THOUGH I SPEAK WITH THE TONGUES </a:t>
            </a:r>
            <a:endParaRPr lang="fr-FR" sz="3000" dirty="0" smtClean="0">
              <a:solidFill>
                <a:srgbClr val="FFFFFF"/>
              </a:solidFill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Quand je parlerais les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langues]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5461000"/>
            <a:ext cx="1137726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OF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MEN AND ANGELS</a:t>
            </a:r>
          </a:p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[Des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hommes et des anges]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4576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BUT HAVE NOT LOVE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[Si je n’ai pas l’amour]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AM NOTHING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ne suis rien]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WITHOUT LOVE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[Sans l’amour]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1437</Words>
  <Application>Microsoft Office PowerPoint</Application>
  <PresentationFormat>Grand écran</PresentationFormat>
  <Paragraphs>144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101</cp:revision>
  <dcterms:created xsi:type="dcterms:W3CDTF">2011-01-30T10:04:33Z</dcterms:created>
  <dcterms:modified xsi:type="dcterms:W3CDTF">2025-04-20T08:14:27Z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