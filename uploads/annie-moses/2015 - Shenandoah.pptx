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94" r:id="rId2"/>
    <p:sldId id="300" r:id="rId3"/>
    <p:sldId id="299" r:id="rId4"/>
    <p:sldId id="298" r:id="rId5"/>
    <p:sldId id="297" r:id="rId6"/>
    <p:sldId id="296" r:id="rId7"/>
    <p:sldId id="295" r:id="rId8"/>
    <p:sldId id="301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77" d="100"/>
          <a:sy n="77" d="100"/>
        </p:scale>
        <p:origin x="-948" y="-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015E6C1-CD84-4A67-AA8F-B4E99343C54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C163ACC-2643-4C75-9D0A-9ECCF720342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OH SHENANDOAH, J’AI HÂTE DE TE VOIR </a:t>
            </a:r>
          </a:p>
          <a:p>
            <a:pPr>
              <a:defRPr/>
            </a:pPr>
            <a:r>
              <a:rPr lang="fr-FR" dirty="0" smtClean="0"/>
              <a:t>Oh Shenandoah, I long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
2-  AU LOIN TOI LA RIVIÈRE OH SHENANDOAH </a:t>
            </a:r>
          </a:p>
          <a:p>
            <a:pPr>
              <a:defRPr/>
            </a:pPr>
            <a:r>
              <a:rPr lang="fr-FR" dirty="0" err="1" smtClean="0"/>
              <a:t>Away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rolling</a:t>
            </a:r>
            <a:r>
              <a:rPr lang="fr-FR" dirty="0" smtClean="0"/>
              <a:t> river Oh Shenandoah,
3-  J’AI HÂTE DE TE VOIR, LOIN, JE SUIS ATTACHÉ LOIN </a:t>
            </a:r>
          </a:p>
          <a:p>
            <a:pPr>
              <a:defRPr/>
            </a:pPr>
            <a:r>
              <a:rPr lang="fr-FR" dirty="0" smtClean="0"/>
              <a:t>I long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bound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DE L’AUTRE CÔTÉ DU MISSOURI  </a:t>
            </a:r>
          </a:p>
          <a:p>
            <a:pPr>
              <a:defRPr/>
            </a:pPr>
            <a:r>
              <a:rPr lang="fr-FR" dirty="0" smtClean="0"/>
              <a:t>Cross the </a:t>
            </a:r>
            <a:r>
              <a:rPr lang="fr-FR" dirty="0" err="1" smtClean="0"/>
              <a:t>wide</a:t>
            </a:r>
            <a:r>
              <a:rPr lang="fr-FR" dirty="0" smtClean="0"/>
              <a:t> Missouri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CELA FAIT SEPT ANS QUE JE NE T’AI PAS REVU </a:t>
            </a:r>
          </a:p>
          <a:p>
            <a:pPr>
              <a:defRPr/>
            </a:pPr>
            <a:r>
              <a:rPr lang="fr-FR" dirty="0" err="1" smtClean="0"/>
              <a:t>Tis</a:t>
            </a:r>
            <a:r>
              <a:rPr lang="fr-FR" dirty="0" smtClean="0"/>
              <a:t> </a:t>
            </a:r>
            <a:r>
              <a:rPr lang="fr-FR" dirty="0" err="1" smtClean="0"/>
              <a:t>seven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 </a:t>
            </a:r>
            <a:r>
              <a:rPr lang="fr-FR" dirty="0" err="1" smtClean="0"/>
              <a:t>since</a:t>
            </a:r>
            <a:r>
              <a:rPr lang="fr-FR" dirty="0" smtClean="0"/>
              <a:t> last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
6-  AU LOIN TOI RIVIÈRE CELA FAIT SEPT ANS </a:t>
            </a:r>
          </a:p>
          <a:p>
            <a:pPr>
              <a:defRPr/>
            </a:pP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rolling</a:t>
            </a:r>
            <a:r>
              <a:rPr lang="fr-FR" dirty="0" smtClean="0"/>
              <a:t> river '</a:t>
            </a:r>
            <a:r>
              <a:rPr lang="fr-FR" dirty="0" err="1" smtClean="0"/>
              <a:t>Tis</a:t>
            </a:r>
            <a:r>
              <a:rPr lang="fr-FR" dirty="0" smtClean="0"/>
              <a:t> </a:t>
            </a:r>
            <a:r>
              <a:rPr lang="fr-FR" dirty="0" err="1" smtClean="0"/>
              <a:t>seven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
7-  QUE JE NE T’AI PAS REVU LOIN, JE SUIS ATTACHÉ LOIN </a:t>
            </a:r>
          </a:p>
          <a:p>
            <a:pPr>
              <a:defRPr/>
            </a:pPr>
            <a:r>
              <a:rPr lang="fr-FR" dirty="0" err="1" smtClean="0"/>
              <a:t>since</a:t>
            </a:r>
            <a:r>
              <a:rPr lang="fr-FR" dirty="0" smtClean="0"/>
              <a:t> last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bound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DE L’AUTRE CÔTÉ DU MISSOURI  </a:t>
            </a:r>
          </a:p>
          <a:p>
            <a:pPr>
              <a:defRPr/>
            </a:pPr>
            <a:r>
              <a:rPr lang="fr-FR" dirty="0" smtClean="0"/>
              <a:t>Cross the </a:t>
            </a:r>
            <a:r>
              <a:rPr lang="fr-FR" dirty="0" err="1" smtClean="0"/>
              <a:t>wide</a:t>
            </a:r>
            <a:r>
              <a:rPr lang="fr-FR" dirty="0" smtClean="0"/>
              <a:t>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12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SHENANDOAH, J’AI HÂTE DE TE VOIR </a:t>
            </a:r>
          </a:p>
          <a:p>
            <a:pPr>
              <a:defRPr/>
            </a:pPr>
            <a:r>
              <a:rPr lang="fr-FR" smtClean="0"/>
              <a:t>Oh Shenandoah, I long to see you,
2-  AU LOIN TOI LA RIVIÈRE OH SHENANDOAH </a:t>
            </a:r>
          </a:p>
          <a:p>
            <a:pPr>
              <a:defRPr/>
            </a:pPr>
            <a:r>
              <a:rPr lang="fr-FR" smtClean="0"/>
              <a:t>Away you rolling river Oh Shenandoah,
3-  J’AI HÂTE DE TE VOIR, LOIN, JE SUIS ATTACHÉ LOIN </a:t>
            </a:r>
          </a:p>
          <a:p>
            <a:pPr>
              <a:defRPr/>
            </a:pPr>
            <a:r>
              <a:rPr lang="fr-FR" smtClean="0"/>
              <a:t>I long to see you, Away, I'm bound away</a:t>
            </a:r>
          </a:p>
          <a:p>
            <a:pPr>
              <a:defRPr/>
            </a:pPr>
            <a:r>
              <a:rPr lang="fr-FR" smtClean="0"/>
              <a:t>4-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CELA FAIT SEPT ANS QUE JE NE T’AI PAS REVU </a:t>
            </a:r>
          </a:p>
          <a:p>
            <a:pPr>
              <a:defRPr/>
            </a:pPr>
            <a:r>
              <a:rPr lang="fr-FR" smtClean="0"/>
              <a:t>Tis seven years since last I've seen you,
6-  AU LOIN TOI RIVIÈRE CELA FAIT SEPT ANS </a:t>
            </a:r>
          </a:p>
          <a:p>
            <a:pPr>
              <a:defRPr/>
            </a:pPr>
            <a:r>
              <a:rPr lang="fr-FR" smtClean="0"/>
              <a:t>Away, you rolling river 'Tis seven years
7-  QUE JE NE T’AI PAS REVU LOIN, JE SUIS ATTACHÉ LOIN </a:t>
            </a:r>
          </a:p>
          <a:p>
            <a:pPr>
              <a:defRPr/>
            </a:pPr>
            <a:r>
              <a:rPr lang="fr-FR" smtClean="0"/>
              <a:t>since last I've seen you, Away, we're bound away</a:t>
            </a:r>
          </a:p>
          <a:p>
            <a:pPr>
              <a:defRPr/>
            </a:pPr>
            <a:r>
              <a:rPr lang="fr-FR" smtClean="0"/>
              <a:t>8-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SHENANDOAH, J’AI HÂTE DE TE VOIR </a:t>
            </a:r>
          </a:p>
          <a:p>
            <a:pPr>
              <a:defRPr/>
            </a:pPr>
            <a:r>
              <a:rPr lang="fr-FR" smtClean="0"/>
              <a:t>Oh Shenandoah, I long to see you,
2-  AU LOIN TOI LA RIVIÈRE OH SHENANDOAH </a:t>
            </a:r>
          </a:p>
          <a:p>
            <a:pPr>
              <a:defRPr/>
            </a:pPr>
            <a:r>
              <a:rPr lang="fr-FR" smtClean="0"/>
              <a:t>Away you rolling river Oh Shenandoah,
3-  J’AI HÂTE DE TE VOIR, LOIN, JE SUIS ATTACHÉ LOIN </a:t>
            </a:r>
          </a:p>
          <a:p>
            <a:pPr>
              <a:defRPr/>
            </a:pPr>
            <a:r>
              <a:rPr lang="fr-FR" smtClean="0"/>
              <a:t>I long to see you, Away, I'm bound away</a:t>
            </a:r>
          </a:p>
          <a:p>
            <a:pPr>
              <a:defRPr/>
            </a:pPr>
            <a:r>
              <a:rPr lang="fr-FR" smtClean="0"/>
              <a:t>4-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CELA FAIT SEPT ANS QUE JE NE T’AI PAS REVU </a:t>
            </a:r>
          </a:p>
          <a:p>
            <a:pPr>
              <a:defRPr/>
            </a:pPr>
            <a:r>
              <a:rPr lang="fr-FR" smtClean="0"/>
              <a:t>Tis seven years since last I've seen you,
6-  AU LOIN TOI RIVIÈRE CELA FAIT SEPT ANS </a:t>
            </a:r>
          </a:p>
          <a:p>
            <a:pPr>
              <a:defRPr/>
            </a:pPr>
            <a:r>
              <a:rPr lang="fr-FR" smtClean="0"/>
              <a:t>Away, you rolling river 'Tis seven years
7-  QUE JE NE T’AI PAS REVU LOIN, JE SUIS ATTACHÉ LOIN </a:t>
            </a:r>
          </a:p>
          <a:p>
            <a:pPr>
              <a:defRPr/>
            </a:pPr>
            <a:r>
              <a:rPr lang="fr-FR" smtClean="0"/>
              <a:t>since last I've seen you, Away, we're bound away</a:t>
            </a:r>
          </a:p>
          <a:p>
            <a:pPr>
              <a:defRPr/>
            </a:pPr>
            <a:r>
              <a:rPr lang="fr-FR" smtClean="0"/>
              <a:t>8-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SHENANDOAH, J’AI HÂTE DE TE VOIR </a:t>
            </a:r>
          </a:p>
          <a:p>
            <a:pPr>
              <a:defRPr/>
            </a:pPr>
            <a:r>
              <a:rPr lang="fr-FR" smtClean="0"/>
              <a:t>Oh Shenandoah, I long to see you,
2-  AU LOIN TOI LA RIVIÈRE OH SHENANDOAH </a:t>
            </a:r>
          </a:p>
          <a:p>
            <a:pPr>
              <a:defRPr/>
            </a:pPr>
            <a:r>
              <a:rPr lang="fr-FR" smtClean="0"/>
              <a:t>Away you rolling river Oh Shenandoah,
3-  J’AI HÂTE DE TE VOIR, LOIN, JE SUIS ATTACHÉ LOIN </a:t>
            </a:r>
          </a:p>
          <a:p>
            <a:pPr>
              <a:defRPr/>
            </a:pPr>
            <a:r>
              <a:rPr lang="fr-FR" smtClean="0"/>
              <a:t>I long to see you, Away, I'm bound away</a:t>
            </a:r>
          </a:p>
          <a:p>
            <a:pPr>
              <a:defRPr/>
            </a:pPr>
            <a:r>
              <a:rPr lang="fr-FR" smtClean="0"/>
              <a:t>4-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CELA FAIT SEPT ANS QUE JE NE T’AI PAS REVU </a:t>
            </a:r>
          </a:p>
          <a:p>
            <a:pPr>
              <a:defRPr/>
            </a:pPr>
            <a:r>
              <a:rPr lang="fr-FR" smtClean="0"/>
              <a:t>Tis seven years since last I've seen you,
6-  AU LOIN TOI RIVIÈRE CELA FAIT SEPT ANS </a:t>
            </a:r>
          </a:p>
          <a:p>
            <a:pPr>
              <a:defRPr/>
            </a:pPr>
            <a:r>
              <a:rPr lang="fr-FR" smtClean="0"/>
              <a:t>Away, you rolling river 'Tis seven years
7-  QUE JE NE T’AI PAS REVU LOIN, JE SUIS ATTACHÉ LOIN </a:t>
            </a:r>
          </a:p>
          <a:p>
            <a:pPr>
              <a:defRPr/>
            </a:pPr>
            <a:r>
              <a:rPr lang="fr-FR" smtClean="0"/>
              <a:t>since last I've seen you, Away, we're bound away</a:t>
            </a:r>
          </a:p>
          <a:p>
            <a:pPr>
              <a:defRPr/>
            </a:pPr>
            <a:r>
              <a:rPr lang="fr-FR" smtClean="0"/>
              <a:t>8-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OH SHENANDOAH, J’AI HÂTE DE TE VOIR </a:t>
            </a:r>
          </a:p>
          <a:p>
            <a:pPr>
              <a:defRPr/>
            </a:pPr>
            <a:r>
              <a:rPr lang="fr-FR" dirty="0" smtClean="0"/>
              <a:t>Oh Shenandoah, I long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
2-  AU LOIN TOI LA RIVIÈRE OH SHENANDOAH </a:t>
            </a:r>
          </a:p>
          <a:p>
            <a:pPr>
              <a:defRPr/>
            </a:pPr>
            <a:r>
              <a:rPr lang="fr-FR" dirty="0" err="1" smtClean="0"/>
              <a:t>Away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rolling</a:t>
            </a:r>
            <a:r>
              <a:rPr lang="fr-FR" dirty="0" smtClean="0"/>
              <a:t> river Oh Shenandoah,
3-  J’AI HÂTE DE TE VOIR, LOIN, JE SUIS ATTACHÉ LOIN </a:t>
            </a:r>
          </a:p>
          <a:p>
            <a:pPr>
              <a:defRPr/>
            </a:pPr>
            <a:r>
              <a:rPr lang="fr-FR" dirty="0" smtClean="0"/>
              <a:t>I long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bound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DE L’AUTRE CÔTÉ DU MISSOURI  </a:t>
            </a:r>
          </a:p>
          <a:p>
            <a:pPr>
              <a:defRPr/>
            </a:pPr>
            <a:r>
              <a:rPr lang="fr-FR" dirty="0" smtClean="0"/>
              <a:t>Cross the </a:t>
            </a:r>
            <a:r>
              <a:rPr lang="fr-FR" dirty="0" err="1" smtClean="0"/>
              <a:t>wide</a:t>
            </a:r>
            <a:r>
              <a:rPr lang="fr-FR" dirty="0" smtClean="0"/>
              <a:t> Missouri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CELA FAIT SEPT ANS QUE JE NE T’AI PAS REVU </a:t>
            </a:r>
          </a:p>
          <a:p>
            <a:pPr>
              <a:defRPr/>
            </a:pPr>
            <a:r>
              <a:rPr lang="fr-FR" dirty="0" err="1" smtClean="0"/>
              <a:t>Tis</a:t>
            </a:r>
            <a:r>
              <a:rPr lang="fr-FR" dirty="0" smtClean="0"/>
              <a:t> </a:t>
            </a:r>
            <a:r>
              <a:rPr lang="fr-FR" dirty="0" err="1" smtClean="0"/>
              <a:t>seven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 </a:t>
            </a:r>
            <a:r>
              <a:rPr lang="fr-FR" dirty="0" err="1" smtClean="0"/>
              <a:t>since</a:t>
            </a:r>
            <a:r>
              <a:rPr lang="fr-FR" dirty="0" smtClean="0"/>
              <a:t> last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
6-  AU LOIN TOI RIVIÈRE CELA FAIT SEPT ANS </a:t>
            </a:r>
          </a:p>
          <a:p>
            <a:pPr>
              <a:defRPr/>
            </a:pP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rolling</a:t>
            </a:r>
            <a:r>
              <a:rPr lang="fr-FR" dirty="0" smtClean="0"/>
              <a:t> river '</a:t>
            </a:r>
            <a:r>
              <a:rPr lang="fr-FR" dirty="0" err="1" smtClean="0"/>
              <a:t>Tis</a:t>
            </a:r>
            <a:r>
              <a:rPr lang="fr-FR" dirty="0" smtClean="0"/>
              <a:t> </a:t>
            </a:r>
            <a:r>
              <a:rPr lang="fr-FR" dirty="0" err="1" smtClean="0"/>
              <a:t>seven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
7-  QUE JE NE T’AI PAS REVU LOIN, JE SUIS ATTACHÉ LOIN </a:t>
            </a:r>
          </a:p>
          <a:p>
            <a:pPr>
              <a:defRPr/>
            </a:pPr>
            <a:r>
              <a:rPr lang="fr-FR" dirty="0" err="1" smtClean="0"/>
              <a:t>since</a:t>
            </a:r>
            <a:r>
              <a:rPr lang="fr-FR" dirty="0" smtClean="0"/>
              <a:t> last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bound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DE L’AUTRE CÔTÉ DU MISSOURI  </a:t>
            </a:r>
          </a:p>
          <a:p>
            <a:pPr>
              <a:defRPr/>
            </a:pPr>
            <a:r>
              <a:rPr lang="fr-FR" dirty="0" smtClean="0"/>
              <a:t>Cross the </a:t>
            </a:r>
            <a:r>
              <a:rPr lang="fr-FR" dirty="0" err="1" smtClean="0"/>
              <a:t>wide</a:t>
            </a:r>
            <a:r>
              <a:rPr lang="fr-FR" dirty="0" smtClean="0"/>
              <a:t>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SHENANDOAH, J’AI HÂTE DE TE VOIR </a:t>
            </a:r>
          </a:p>
          <a:p>
            <a:pPr>
              <a:defRPr/>
            </a:pPr>
            <a:r>
              <a:rPr lang="fr-FR" smtClean="0"/>
              <a:t>Oh Shenandoah, I long to see you,
2-  AU LOIN TOI LA RIVIÈRE OH SHENANDOAH </a:t>
            </a:r>
          </a:p>
          <a:p>
            <a:pPr>
              <a:defRPr/>
            </a:pPr>
            <a:r>
              <a:rPr lang="fr-FR" smtClean="0"/>
              <a:t>Away you rolling river Oh Shenandoah,
3-  J’AI HÂTE DE TE VOIR, LOIN, JE SUIS ATTACHÉ LOIN </a:t>
            </a:r>
          </a:p>
          <a:p>
            <a:pPr>
              <a:defRPr/>
            </a:pPr>
            <a:r>
              <a:rPr lang="fr-FR" smtClean="0"/>
              <a:t>I long to see you, Away, I'm bound away</a:t>
            </a:r>
          </a:p>
          <a:p>
            <a:pPr>
              <a:defRPr/>
            </a:pPr>
            <a:r>
              <a:rPr lang="fr-FR" smtClean="0"/>
              <a:t>4-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CELA FAIT SEPT ANS QUE JE NE T’AI PAS REVU </a:t>
            </a:r>
          </a:p>
          <a:p>
            <a:pPr>
              <a:defRPr/>
            </a:pPr>
            <a:r>
              <a:rPr lang="fr-FR" smtClean="0"/>
              <a:t>Tis seven years since last I've seen you,
6-  AU LOIN TOI RIVIÈRE CELA FAIT SEPT ANS </a:t>
            </a:r>
          </a:p>
          <a:p>
            <a:pPr>
              <a:defRPr/>
            </a:pPr>
            <a:r>
              <a:rPr lang="fr-FR" smtClean="0"/>
              <a:t>Away, you rolling river 'Tis seven years
7-  QUE JE NE T’AI PAS REVU LOIN, JE SUIS ATTACHÉ LOIN </a:t>
            </a:r>
          </a:p>
          <a:p>
            <a:pPr>
              <a:defRPr/>
            </a:pPr>
            <a:r>
              <a:rPr lang="fr-FR" smtClean="0"/>
              <a:t>since last I've seen you, Away, we're bound away</a:t>
            </a:r>
          </a:p>
          <a:p>
            <a:pPr>
              <a:defRPr/>
            </a:pPr>
            <a:r>
              <a:rPr lang="fr-FR" smtClean="0"/>
              <a:t>8-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OH SHENANDOAH, J’AI HÂTE DE TE VOIR </a:t>
            </a:r>
          </a:p>
          <a:p>
            <a:pPr>
              <a:defRPr/>
            </a:pPr>
            <a:r>
              <a:rPr lang="fr-FR" smtClean="0"/>
              <a:t>Oh Shenandoah, I long to see you,
2-  AU LOIN TOI LA RIVIÈRE OH SHENANDOAH </a:t>
            </a:r>
          </a:p>
          <a:p>
            <a:pPr>
              <a:defRPr/>
            </a:pPr>
            <a:r>
              <a:rPr lang="fr-FR" smtClean="0"/>
              <a:t>Away you rolling river Oh Shenandoah,
3-  J’AI HÂTE DE TE VOIR, LOIN, JE SUIS ATTACHÉ LOIN </a:t>
            </a:r>
          </a:p>
          <a:p>
            <a:pPr>
              <a:defRPr/>
            </a:pPr>
            <a:r>
              <a:rPr lang="fr-FR" smtClean="0"/>
              <a:t>I long to see you, Away, I'm bound away</a:t>
            </a:r>
          </a:p>
          <a:p>
            <a:pPr>
              <a:defRPr/>
            </a:pPr>
            <a:r>
              <a:rPr lang="fr-FR" smtClean="0"/>
              <a:t>4-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5-  CELA FAIT SEPT ANS QUE JE NE T’AI PAS REVU </a:t>
            </a:r>
          </a:p>
          <a:p>
            <a:pPr>
              <a:defRPr/>
            </a:pPr>
            <a:r>
              <a:rPr lang="fr-FR" smtClean="0"/>
              <a:t>Tis seven years since last I've seen you,
6-  AU LOIN TOI RIVIÈRE CELA FAIT SEPT ANS </a:t>
            </a:r>
          </a:p>
          <a:p>
            <a:pPr>
              <a:defRPr/>
            </a:pPr>
            <a:r>
              <a:rPr lang="fr-FR" smtClean="0"/>
              <a:t>Away, you rolling river 'Tis seven years
7-  QUE JE NE T’AI PAS REVU LOIN, JE SUIS ATTACHÉ LOIN </a:t>
            </a:r>
          </a:p>
          <a:p>
            <a:pPr>
              <a:defRPr/>
            </a:pPr>
            <a:r>
              <a:rPr lang="fr-FR" smtClean="0"/>
              <a:t>since last I've seen you, Away, we're bound away</a:t>
            </a:r>
          </a:p>
          <a:p>
            <a:pPr>
              <a:defRPr/>
            </a:pPr>
            <a:r>
              <a:rPr lang="fr-FR" smtClean="0"/>
              <a:t>8-  DE L’AUTRE CÔTÉ DU MISSOURI  </a:t>
            </a:r>
          </a:p>
          <a:p>
            <a:pPr>
              <a:defRPr/>
            </a:pPr>
            <a:r>
              <a:rPr lang="fr-FR" smtClean="0"/>
              <a:t>Cross the wide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OH SHENANDOAH, J’AI HÂTE DE TE VOIR </a:t>
            </a:r>
          </a:p>
          <a:p>
            <a:pPr>
              <a:defRPr/>
            </a:pPr>
            <a:r>
              <a:rPr lang="fr-FR" dirty="0" smtClean="0"/>
              <a:t>Oh Shenandoah, I long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
2-  AU LOIN TOI LA RIVIÈRE OH SHENANDOAH </a:t>
            </a:r>
          </a:p>
          <a:p>
            <a:pPr>
              <a:defRPr/>
            </a:pPr>
            <a:r>
              <a:rPr lang="fr-FR" dirty="0" err="1" smtClean="0"/>
              <a:t>Away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rolling</a:t>
            </a:r>
            <a:r>
              <a:rPr lang="fr-FR" dirty="0" smtClean="0"/>
              <a:t> river Oh Shenandoah,
3-  J’AI HÂTE DE TE VOIR, LOIN, JE SUIS ATTACHÉ LOIN </a:t>
            </a:r>
          </a:p>
          <a:p>
            <a:pPr>
              <a:defRPr/>
            </a:pPr>
            <a:r>
              <a:rPr lang="fr-FR" dirty="0" smtClean="0"/>
              <a:t>I long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bound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DE L’AUTRE CÔTÉ DU MISSOURI  </a:t>
            </a:r>
          </a:p>
          <a:p>
            <a:pPr>
              <a:defRPr/>
            </a:pPr>
            <a:r>
              <a:rPr lang="fr-FR" dirty="0" smtClean="0"/>
              <a:t>Cross the </a:t>
            </a:r>
            <a:r>
              <a:rPr lang="fr-FR" dirty="0" err="1" smtClean="0"/>
              <a:t>wide</a:t>
            </a:r>
            <a:r>
              <a:rPr lang="fr-FR" dirty="0" smtClean="0"/>
              <a:t> Missouri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5-  CELA FAIT SEPT ANS QUE JE NE T’AI PAS REVU </a:t>
            </a:r>
          </a:p>
          <a:p>
            <a:pPr>
              <a:defRPr/>
            </a:pPr>
            <a:r>
              <a:rPr lang="fr-FR" dirty="0" err="1" smtClean="0"/>
              <a:t>Tis</a:t>
            </a:r>
            <a:r>
              <a:rPr lang="fr-FR" dirty="0" smtClean="0"/>
              <a:t> </a:t>
            </a:r>
            <a:r>
              <a:rPr lang="fr-FR" dirty="0" err="1" smtClean="0"/>
              <a:t>seven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 </a:t>
            </a:r>
            <a:r>
              <a:rPr lang="fr-FR" dirty="0" err="1" smtClean="0"/>
              <a:t>since</a:t>
            </a:r>
            <a:r>
              <a:rPr lang="fr-FR" dirty="0" smtClean="0"/>
              <a:t> last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
6-  AU LOIN TOI RIVIÈRE CELA FAIT SEPT ANS </a:t>
            </a:r>
          </a:p>
          <a:p>
            <a:pPr>
              <a:defRPr/>
            </a:pP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rolling</a:t>
            </a:r>
            <a:r>
              <a:rPr lang="fr-FR" dirty="0" smtClean="0"/>
              <a:t> river '</a:t>
            </a:r>
            <a:r>
              <a:rPr lang="fr-FR" dirty="0" err="1" smtClean="0"/>
              <a:t>Tis</a:t>
            </a:r>
            <a:r>
              <a:rPr lang="fr-FR" dirty="0" smtClean="0"/>
              <a:t> </a:t>
            </a:r>
            <a:r>
              <a:rPr lang="fr-FR" dirty="0" err="1" smtClean="0"/>
              <a:t>seven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
7-  QUE JE NE T’AI PAS REVU LOIN, JE SUIS ATTACHÉ LOIN </a:t>
            </a:r>
          </a:p>
          <a:p>
            <a:pPr>
              <a:defRPr/>
            </a:pPr>
            <a:r>
              <a:rPr lang="fr-FR" dirty="0" err="1" smtClean="0"/>
              <a:t>since</a:t>
            </a:r>
            <a:r>
              <a:rPr lang="fr-FR" dirty="0" smtClean="0"/>
              <a:t> last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seen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, </a:t>
            </a:r>
            <a:r>
              <a:rPr lang="fr-FR" dirty="0" err="1" smtClean="0"/>
              <a:t>Away</a:t>
            </a:r>
            <a:r>
              <a:rPr lang="fr-FR" dirty="0" smtClean="0"/>
              <a:t>, </a:t>
            </a:r>
            <a:r>
              <a:rPr lang="fr-FR" dirty="0" err="1" smtClean="0"/>
              <a:t>we're</a:t>
            </a:r>
            <a:r>
              <a:rPr lang="fr-FR" dirty="0" smtClean="0"/>
              <a:t> </a:t>
            </a:r>
            <a:r>
              <a:rPr lang="fr-FR" dirty="0" err="1" smtClean="0"/>
              <a:t>bound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DE L’AUTRE CÔTÉ DU MISSOURI  </a:t>
            </a:r>
          </a:p>
          <a:p>
            <a:pPr>
              <a:defRPr/>
            </a:pPr>
            <a:r>
              <a:rPr lang="fr-FR" dirty="0" smtClean="0"/>
              <a:t>Cross the </a:t>
            </a:r>
            <a:r>
              <a:rPr lang="fr-FR" dirty="0" err="1" smtClean="0"/>
              <a:t>wide</a:t>
            </a:r>
            <a:r>
              <a:rPr lang="fr-FR" dirty="0" smtClean="0"/>
              <a:t> Missouri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OH SHENANDOAH, J’AI HÂTE DE TE VOIR </a:t>
            </a:r>
          </a:p>
          <a:p>
            <a:r>
              <a:rPr lang="fr-FR" altLang="fr-FR" smtClean="0"/>
              <a:t>Oh Shenandoah, I long to see you,
2-  AU LOIN TOI LA RIVIÈRE OH SHENANDOAH </a:t>
            </a:r>
          </a:p>
          <a:p>
            <a:r>
              <a:rPr lang="fr-FR" altLang="fr-FR" smtClean="0"/>
              <a:t>Away you rolling river Oh Shenandoah,
3-  J’AI HÂTE DE TE VOIR, LOIN, JE SUIS ATTACHÉ LOIN </a:t>
            </a:r>
          </a:p>
          <a:p>
            <a:r>
              <a:rPr lang="fr-FR" altLang="fr-FR" smtClean="0"/>
              <a:t>I long to see you, Away, I'm bound away</a:t>
            </a:r>
          </a:p>
          <a:p>
            <a:r>
              <a:rPr lang="fr-FR" altLang="fr-FR" smtClean="0"/>
              <a:t>4-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  <a:p>
            <a:r>
              <a:rPr lang="fr-FR" altLang="fr-FR" smtClean="0"/>
              <a:t>5-  CELA FAIT SEPT ANS QUE JE NE T’AI PAS REVU </a:t>
            </a:r>
          </a:p>
          <a:p>
            <a:r>
              <a:rPr lang="fr-FR" altLang="fr-FR" smtClean="0"/>
              <a:t>Tis seven years since last I've seen you,
6-  AU LOIN TOI RIVIÈRE CELA FAIT SEPT ANS </a:t>
            </a:r>
          </a:p>
          <a:p>
            <a:r>
              <a:rPr lang="fr-FR" altLang="fr-FR" smtClean="0"/>
              <a:t>Away, you rolling river 'Tis seven years
7-  QUE JE NE T’AI PAS REVU LOIN, JE SUIS ATTACHÉ LOIN </a:t>
            </a:r>
          </a:p>
          <a:p>
            <a:r>
              <a:rPr lang="fr-FR" altLang="fr-FR" smtClean="0"/>
              <a:t>since last I've seen you, Away, we're bound away</a:t>
            </a:r>
          </a:p>
          <a:p>
            <a:r>
              <a:rPr lang="fr-FR" altLang="fr-FR" smtClean="0"/>
              <a:t>8-  DE L’AUTRE CÔTÉ DU MISSOURI  </a:t>
            </a:r>
          </a:p>
          <a:p>
            <a:r>
              <a:rPr lang="fr-FR" altLang="fr-FR" smtClean="0"/>
              <a:t>Cross the wide Missouri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5CE48-79DD-4C5C-B3AF-3EA80292F3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5AA44-5730-4349-804B-DB0EC75561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67DF33-DB74-485B-989B-1AD3C6C1CB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D74233-1999-4A12-AD86-432B081BC1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01BB5-6AC8-4722-AA20-B3AB5DBF67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78511-2365-45F4-B8A8-CC39CB6063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B7B12-F1B9-4DB1-8BFD-5A7E564B52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C64FD5-4E57-41BB-AE2E-F0C8EFC898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08D08-BE9E-48A7-AA67-C517D003C6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3FC66-1D9E-4856-BA7B-4D3D9AB8E2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4900B-46AB-4C6F-BDBC-E0F25EAE5F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2161306-128F-44C8-BAC9-4058DFAB18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SHENANDOAH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HÂTE DE TE VOIR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LOIN,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LA RIVIÈRE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SHENANDOAH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HÂTE DE TE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LOIN, JE SUIS ATTACHÉ LOIN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MISSOURI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CELA FAIT SEPT ANS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NE T’AI PAS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REVUE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LOIN,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RIVIÈRE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CELA FAIT SEPT ANS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NE T’AI PAS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REVUE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LOIN, JE SUIS ATTACHÉ LOIN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MISSOURI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357</Words>
  <Application>Microsoft Office PowerPoint</Application>
  <PresentationFormat>On-screen Show (4:3)</PresentationFormat>
  <Paragraphs>222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142</cp:revision>
  <dcterms:created xsi:type="dcterms:W3CDTF">2002-08-17T10:50:50Z</dcterms:created>
  <dcterms:modified xsi:type="dcterms:W3CDTF">2015-12-27T07:55:57Z</dcterms:modified>
</cp:coreProperties>
</file>