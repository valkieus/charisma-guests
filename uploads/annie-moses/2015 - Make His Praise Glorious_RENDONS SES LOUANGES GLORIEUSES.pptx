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91" r:id="rId3"/>
    <p:sldId id="290" r:id="rId4"/>
    <p:sldId id="289" r:id="rId5"/>
    <p:sldId id="288" r:id="rId6"/>
    <p:sldId id="287" r:id="rId7"/>
    <p:sldId id="286" r:id="rId8"/>
    <p:sldId id="285" r:id="rId9"/>
    <p:sldId id="284" r:id="rId10"/>
    <p:sldId id="283" r:id="rId11"/>
    <p:sldId id="282" r:id="rId12"/>
    <p:sldId id="281" r:id="rId13"/>
    <p:sldId id="280" r:id="rId14"/>
    <p:sldId id="279" r:id="rId15"/>
    <p:sldId id="278" r:id="rId16"/>
    <p:sldId id="277" r:id="rId17"/>
    <p:sldId id="276" r:id="rId18"/>
    <p:sldId id="275" r:id="rId19"/>
    <p:sldId id="293" r:id="rId20"/>
    <p:sldId id="292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00EE02D-7783-4EB8-AFD3-17BEE616676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F6565F-50B2-437C-A137-470E419D98C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8BD32-60E6-4381-8B73-80A3CBCED2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9C6AE-D9A2-4E58-B4B8-22D62EC4C6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C6A20-505B-4968-B27A-016C8C5A09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F5038-2A4D-4C73-83E3-7D0856C0EE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F190B-192D-4C17-82B5-96610A53B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C76C9-42D9-418F-97A9-7B8FC14E91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490F7-29CD-40A5-9308-AD6C4FAA61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71F23A-6E36-4698-8EC3-BE3A9A2F92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991C2-CB4A-4D2F-B3AC-E1197BBB03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98BC-D164-4B62-8008-7761A12B2C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EBA36-1991-4FB8-BB41-5793192E40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CA8E9C-F18C-4620-8192-34B5E9A7CA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DES CIEUX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SA PUISSANCE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SES ŒUVRES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NATIONS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CRÉATION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GLOIRE À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FORT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MERVEILLEUSE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 SA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L'HONNEUR,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BÉNÉDICTION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AVEC LA MUSIQUE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INSTRUMENTS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AVEC LA HARPE ET LA LYRE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CYMBALES RÉSONNENT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TROMPETTES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TAMBOURINS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EN CHOEUR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COMME IL EST BON DE CHANTER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À NOTRE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IL EST BON DE LE LOUER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COMBIEN C'EST BON OH 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1050</Words>
  <Application>Microsoft Office PowerPoint</Application>
  <PresentationFormat>On-screen Show (4:3)</PresentationFormat>
  <Paragraphs>1556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2015-12-27T08:08:12Z</dcterms:modified>
</cp:coreProperties>
</file>