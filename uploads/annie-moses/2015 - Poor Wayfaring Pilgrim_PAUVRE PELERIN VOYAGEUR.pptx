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72" r:id="rId2"/>
    <p:sldId id="292" r:id="rId3"/>
    <p:sldId id="291" r:id="rId4"/>
    <p:sldId id="290" r:id="rId5"/>
    <p:sldId id="289" r:id="rId6"/>
    <p:sldId id="288" r:id="rId7"/>
    <p:sldId id="287" r:id="rId8"/>
    <p:sldId id="286" r:id="rId9"/>
    <p:sldId id="285" r:id="rId10"/>
    <p:sldId id="284" r:id="rId11"/>
    <p:sldId id="283" r:id="rId12"/>
    <p:sldId id="282" r:id="rId13"/>
    <p:sldId id="281" r:id="rId14"/>
    <p:sldId id="280" r:id="rId15"/>
    <p:sldId id="279" r:id="rId16"/>
    <p:sldId id="278" r:id="rId17"/>
    <p:sldId id="277" r:id="rId18"/>
    <p:sldId id="276" r:id="rId19"/>
    <p:sldId id="275" r:id="rId20"/>
    <p:sldId id="274" r:id="rId21"/>
    <p:sldId id="293" r:id="rId2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0" autoAdjust="0"/>
    <p:restoredTop sz="45700" autoAdjust="0"/>
  </p:normalViewPr>
  <p:slideViewPr>
    <p:cSldViewPr>
      <p:cViewPr>
        <p:scale>
          <a:sx n="87" d="100"/>
          <a:sy n="87" d="100"/>
        </p:scale>
        <p:origin x="156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3078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9144F57-4C84-4136-B7F9-26FC268341EF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5168937A-1CB3-47A2-BE83-59E029C43CB7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dirty="0" smtClean="0"/>
              <a:t>1-  JE SUIS UN PAUVRE PÈLERIN VOYAGEUR  EN VOYAGEANT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</a:t>
            </a:r>
            <a:r>
              <a:rPr lang="fr-FR" dirty="0" err="1" smtClean="0"/>
              <a:t>While</a:t>
            </a:r>
            <a:r>
              <a:rPr lang="fr-FR" dirty="0" smtClean="0"/>
              <a:t> traveling 
2-  DANS CE MONDE DE MALHEUR IL N'Y A PAS DE MALADIE </a:t>
            </a:r>
          </a:p>
          <a:p>
            <a:pPr>
              <a:defRPr/>
            </a:pPr>
            <a:r>
              <a:rPr lang="fr-FR" dirty="0" smtClean="0"/>
              <a:t>in </a:t>
            </a:r>
            <a:r>
              <a:rPr lang="fr-FR" dirty="0" err="1" smtClean="0"/>
              <a:t>this</a:t>
            </a:r>
            <a:r>
              <a:rPr lang="fr-FR" dirty="0" smtClean="0"/>
              <a:t> world of </a:t>
            </a:r>
            <a:r>
              <a:rPr lang="fr-FR" dirty="0" err="1" smtClean="0"/>
              <a:t>woe</a:t>
            </a:r>
            <a:r>
              <a:rPr lang="fr-FR" dirty="0" smtClean="0"/>
              <a:t> There </a:t>
            </a:r>
            <a:r>
              <a:rPr lang="fr-FR" dirty="0" err="1" smtClean="0"/>
              <a:t>is</a:t>
            </a:r>
            <a:r>
              <a:rPr lang="fr-FR" dirty="0" smtClean="0"/>
              <a:t> no </a:t>
            </a:r>
            <a:r>
              <a:rPr lang="fr-FR" dirty="0" err="1" smtClean="0"/>
              <a:t>sickness</a:t>
            </a:r>
            <a:r>
              <a:rPr lang="fr-FR" dirty="0" smtClean="0"/>
              <a:t>
3-  DANGER NI LABEUR DANS CE BRILLANT PAYS OÙ JE VAIS </a:t>
            </a:r>
          </a:p>
          <a:p>
            <a:pPr>
              <a:defRPr/>
            </a:pPr>
            <a:r>
              <a:rPr lang="fr-FR" dirty="0" smtClean="0"/>
              <a:t>, </a:t>
            </a:r>
            <a:r>
              <a:rPr lang="fr-FR" dirty="0" err="1" smtClean="0"/>
              <a:t>toil</a:t>
            </a:r>
            <a:r>
              <a:rPr lang="fr-FR" dirty="0" smtClean="0"/>
              <a:t> or danger In </a:t>
            </a:r>
            <a:r>
              <a:rPr lang="fr-FR" dirty="0" err="1" smtClean="0"/>
              <a:t>that</a:t>
            </a:r>
            <a:r>
              <a:rPr lang="fr-FR" dirty="0" smtClean="0"/>
              <a:t> </a:t>
            </a:r>
            <a:r>
              <a:rPr lang="fr-FR" dirty="0" err="1" smtClean="0"/>
              <a:t>bright</a:t>
            </a:r>
            <a:r>
              <a:rPr lang="fr-FR" dirty="0" smtClean="0"/>
              <a:t> land to </a:t>
            </a:r>
            <a:r>
              <a:rPr lang="fr-FR" dirty="0" err="1" smtClean="0"/>
              <a:t>which</a:t>
            </a:r>
            <a:r>
              <a:rPr lang="fr-FR" dirty="0" smtClean="0"/>
              <a:t> I go
4-  JE VAIS LÀ-BAS POUR VOIR MON PÈRE JE VAIS LÀ-BAS POUR NE PLUS ERRER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father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 
5-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6-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dark</a:t>
            </a:r>
            <a:r>
              <a:rPr lang="fr-FR" dirty="0" smtClean="0"/>
              <a:t> </a:t>
            </a:r>
            <a:r>
              <a:rPr lang="fr-FR" dirty="0" err="1" smtClean="0"/>
              <a:t>clouds</a:t>
            </a:r>
            <a:r>
              <a:rPr lang="fr-FR" dirty="0" smtClean="0"/>
              <a:t> </a:t>
            </a:r>
            <a:r>
              <a:rPr lang="fr-FR" dirty="0" err="1" smtClean="0"/>
              <a:t>will</a:t>
            </a:r>
            <a:r>
              <a:rPr lang="fr-FR" dirty="0" smtClean="0"/>
              <a:t> </a:t>
            </a:r>
            <a:r>
              <a:rPr lang="fr-FR" dirty="0" err="1" smtClean="0"/>
              <a:t>gather</a:t>
            </a:r>
            <a:r>
              <a:rPr lang="fr-FR" dirty="0" smtClean="0"/>
              <a:t> over me
8-  JE SAIS QUE MON CHEMIN EST PIERREUX ET DUR </a:t>
            </a:r>
          </a:p>
          <a:p>
            <a:pPr>
              <a:defRPr/>
            </a:pPr>
            <a:r>
              <a:rPr lang="fr-FR" dirty="0" smtClean="0"/>
              <a:t>I know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way</a:t>
            </a:r>
            <a:r>
              <a:rPr lang="fr-FR" dirty="0" smtClean="0"/>
              <a:t> </a:t>
            </a:r>
            <a:r>
              <a:rPr lang="fr-FR" dirty="0" err="1" smtClean="0"/>
              <a:t>is</a:t>
            </a:r>
            <a:r>
              <a:rPr lang="fr-FR" dirty="0" smtClean="0"/>
              <a:t> rough and </a:t>
            </a:r>
            <a:r>
              <a:rPr lang="fr-FR" dirty="0" err="1" smtClean="0"/>
              <a:t>steep</a:t>
            </a:r>
            <a:r>
              <a:rPr lang="fr-FR" dirty="0" smtClean="0"/>
              <a:t>
9-  MAIS UNE TERRE EN OR SE TROUVE DEVANT MOI </a:t>
            </a:r>
          </a:p>
          <a:p>
            <a:pPr>
              <a:defRPr/>
            </a:pPr>
            <a:r>
              <a:rPr lang="fr-FR" dirty="0" smtClean="0"/>
              <a:t>But golden </a:t>
            </a:r>
            <a:r>
              <a:rPr lang="fr-FR" dirty="0" err="1" smtClean="0"/>
              <a:t>fields</a:t>
            </a:r>
            <a:r>
              <a:rPr lang="fr-FR" dirty="0" smtClean="0"/>
              <a:t> lie out </a:t>
            </a:r>
            <a:r>
              <a:rPr lang="fr-FR" dirty="0" err="1" smtClean="0"/>
              <a:t>before</a:t>
            </a:r>
            <a:r>
              <a:rPr lang="fr-FR" dirty="0" smtClean="0"/>
              <a:t> me
10-  OÙ DES COEURS LAS NE PLEURERONT PLUS </a:t>
            </a:r>
          </a:p>
          <a:p>
            <a:pPr>
              <a:defRPr/>
            </a:pPr>
            <a:r>
              <a:rPr lang="fr-FR" dirty="0" err="1" smtClean="0"/>
              <a:t>Where</a:t>
            </a:r>
            <a:r>
              <a:rPr lang="fr-FR" dirty="0" smtClean="0"/>
              <a:t> </a:t>
            </a:r>
            <a:r>
              <a:rPr lang="fr-FR" dirty="0" err="1" smtClean="0"/>
              <a:t>weary</a:t>
            </a:r>
            <a:r>
              <a:rPr lang="fr-FR" dirty="0" smtClean="0"/>
              <a:t> </a:t>
            </a:r>
            <a:r>
              <a:rPr lang="fr-FR" dirty="0" err="1" smtClean="0"/>
              <a:t>hearts</a:t>
            </a:r>
            <a:r>
              <a:rPr lang="fr-FR" dirty="0" smtClean="0"/>
              <a:t> no more </a:t>
            </a:r>
            <a:r>
              <a:rPr lang="fr-FR" dirty="0" err="1" smtClean="0"/>
              <a:t>shall</a:t>
            </a:r>
            <a:r>
              <a:rPr lang="fr-FR" dirty="0" smtClean="0"/>
              <a:t> </a:t>
            </a:r>
            <a:r>
              <a:rPr lang="fr-FR" dirty="0" err="1" smtClean="0"/>
              <a:t>weep</a:t>
            </a:r>
            <a:r>
              <a:rPr lang="fr-FR" dirty="0" smtClean="0"/>
              <a:t>
11-  JE VAIS LÀ-BAS POUR VOIR MA MÈRE JE VAIS LÀ-BAS POUR NE PLUS ERRER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mother</a:t>
            </a:r>
            <a:r>
              <a:rPr lang="fr-FR" dirty="0" smtClean="0"/>
              <a:t>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12-  JE VAIS SEULEMENT DE L’AUTRE CÔTÉ DU JOURDAIN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
13-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14-  JE VEUX PORTER CETTE COURONNE DE GLOIRE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wear, </a:t>
            </a:r>
            <a:r>
              <a:rPr lang="fr-FR" dirty="0" err="1" smtClean="0"/>
              <a:t>that</a:t>
            </a:r>
            <a:r>
              <a:rPr lang="fr-FR" dirty="0" smtClean="0"/>
              <a:t> crown of </a:t>
            </a:r>
            <a:r>
              <a:rPr lang="fr-FR" dirty="0" err="1" smtClean="0"/>
              <a:t>glory</a:t>
            </a:r>
            <a:r>
              <a:rPr lang="fr-FR" dirty="0" smtClean="0"/>
              <a:t>
15-  QUAND JE RENTRERAI CHEZ MOI DANS CE BON PAYS </a:t>
            </a:r>
          </a:p>
          <a:p>
            <a:pPr>
              <a:defRPr/>
            </a:pP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get</a:t>
            </a:r>
            <a:r>
              <a:rPr lang="fr-FR" dirty="0" smtClean="0"/>
              <a:t> home, To </a:t>
            </a:r>
            <a:r>
              <a:rPr lang="fr-FR" dirty="0" err="1" smtClean="0"/>
              <a:t>that</a:t>
            </a:r>
            <a:r>
              <a:rPr lang="fr-FR" smtClean="0"/>
              <a:t> good land,
16-  JE VEUX CRIER, L'HISTOIRE DU SALUT AVEC L’ORCHESTRE DES RACHETÉS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want</a:t>
            </a:r>
            <a:r>
              <a:rPr lang="fr-FR" dirty="0" smtClean="0"/>
              <a:t> to </a:t>
            </a:r>
            <a:r>
              <a:rPr lang="fr-FR" dirty="0" err="1" smtClean="0"/>
              <a:t>shout</a:t>
            </a:r>
            <a:r>
              <a:rPr lang="fr-FR" dirty="0" smtClean="0"/>
              <a:t>! </a:t>
            </a:r>
            <a:r>
              <a:rPr lang="fr-FR" dirty="0" err="1" smtClean="0"/>
              <a:t>Salvation's</a:t>
            </a:r>
            <a:r>
              <a:rPr lang="fr-FR" dirty="0" smtClean="0"/>
              <a:t> story In concert </a:t>
            </a:r>
            <a:r>
              <a:rPr lang="fr-FR" dirty="0" err="1" smtClean="0"/>
              <a:t>with</a:t>
            </a:r>
            <a:r>
              <a:rPr lang="fr-FR" dirty="0" smtClean="0"/>
              <a:t> the </a:t>
            </a:r>
            <a:r>
              <a:rPr lang="fr-FR" dirty="0" err="1" smtClean="0"/>
              <a:t>blood</a:t>
            </a:r>
            <a:r>
              <a:rPr lang="fr-FR" dirty="0" smtClean="0"/>
              <a:t>-</a:t>
            </a:r>
            <a:r>
              <a:rPr lang="fr-FR" dirty="0" err="1" smtClean="0"/>
              <a:t>washed</a:t>
            </a:r>
            <a:r>
              <a:rPr lang="fr-FR" dirty="0" smtClean="0"/>
              <a:t> band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17-  JE VAIS LÀ-BAS POUR VOIR MON SAUVEUR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to </a:t>
            </a:r>
            <a:r>
              <a:rPr lang="fr-FR" dirty="0" err="1" smtClean="0"/>
              <a:t>see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Savior</a:t>
            </a:r>
            <a:r>
              <a:rPr lang="fr-FR" dirty="0" smtClean="0"/>
              <a:t>
18-  JE VAIS LÀ-BAS POUR NE PLUS ERRER JE VAIS SEULEMENT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</a:t>
            </a:r>
            <a:r>
              <a:rPr lang="fr-FR" dirty="0" err="1" smtClean="0"/>
              <a:t>there</a:t>
            </a:r>
            <a:r>
              <a:rPr lang="fr-FR" dirty="0" smtClean="0"/>
              <a:t> no more to </a:t>
            </a:r>
            <a:r>
              <a:rPr lang="fr-FR" dirty="0" err="1" smtClean="0"/>
              <a:t>roam</a:t>
            </a:r>
            <a:r>
              <a:rPr lang="fr-FR" dirty="0" smtClean="0"/>
              <a:t>
19-  DE L’AUTRE CÔTÉ DU JOURDAIN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Jordan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only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dirty="0" smtClean="0"/>
              <a:t>I </a:t>
            </a:r>
            <a:r>
              <a:rPr lang="fr-FR" dirty="0" err="1" smtClean="0"/>
              <a:t>am</a:t>
            </a:r>
            <a:r>
              <a:rPr lang="fr-FR" dirty="0" smtClean="0"/>
              <a:t> a </a:t>
            </a:r>
            <a:r>
              <a:rPr lang="fr-FR" dirty="0" err="1" smtClean="0"/>
              <a:t>poor</a:t>
            </a:r>
            <a:r>
              <a:rPr lang="fr-FR" dirty="0" smtClean="0"/>
              <a:t> </a:t>
            </a:r>
            <a:r>
              <a:rPr lang="fr-FR" dirty="0" err="1" smtClean="0"/>
              <a:t>wayfaring</a:t>
            </a:r>
            <a:r>
              <a:rPr lang="fr-FR" dirty="0" smtClean="0"/>
              <a:t> </a:t>
            </a:r>
            <a:r>
              <a:rPr lang="fr-FR" dirty="0" err="1" smtClean="0"/>
              <a:t>Pilgrim</a:t>
            </a:r>
            <a:r>
              <a:rPr lang="fr-FR" dirty="0" smtClean="0"/>
              <a:t> and </a:t>
            </a: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just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over home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21-  JE VAIS SEULEMENT CHEZ MOI </a:t>
            </a:r>
          </a:p>
          <a:p>
            <a:pPr>
              <a:defRPr/>
            </a:pPr>
            <a:r>
              <a:rPr lang="fr-FR" dirty="0" err="1" smtClean="0"/>
              <a:t>I'm</a:t>
            </a:r>
            <a:r>
              <a:rPr lang="fr-FR" dirty="0" smtClean="0"/>
              <a:t> </a:t>
            </a:r>
            <a:r>
              <a:rPr lang="fr-FR" dirty="0" err="1" smtClean="0"/>
              <a:t>going</a:t>
            </a:r>
            <a:r>
              <a:rPr lang="fr-FR" dirty="0" smtClean="0"/>
              <a:t>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fr-FR" smtClean="0"/>
              <a:t>1-  JE SUIS UN PAUVRE PÈLERIN VOYAGEUR  EN VOYAGEANT </a:t>
            </a:r>
          </a:p>
          <a:p>
            <a:pPr>
              <a:defRPr/>
            </a:pPr>
            <a:r>
              <a:rPr lang="fr-FR" smtClean="0"/>
              <a:t>I am a poor wayfaring pilgrim While traveling 
2-  DANS CE MONDE DE MALHEUR IL N'Y A PAS DE MALADIE </a:t>
            </a:r>
          </a:p>
          <a:p>
            <a:pPr>
              <a:defRPr/>
            </a:pPr>
            <a:r>
              <a:rPr lang="fr-FR" smtClean="0"/>
              <a:t>in this world of woe There is no sickness
3-  DANGER NI LABEUR DANS CE BRILLANT PAYS OÙ JE VAIS </a:t>
            </a:r>
          </a:p>
          <a:p>
            <a:pPr>
              <a:defRPr/>
            </a:pPr>
            <a:r>
              <a:rPr lang="fr-FR" smtClean="0"/>
              <a:t>, toil or danger In that bright land to which I go
4-  JE VAIS LÀ-BAS POUR VOIR MON PÈRE JE VAIS LÀ-BAS POUR NE PLUS ERRER</a:t>
            </a:r>
          </a:p>
          <a:p>
            <a:pPr>
              <a:defRPr/>
            </a:pPr>
            <a:r>
              <a:rPr lang="fr-FR" smtClean="0"/>
              <a:t>I'm going there to see my father I'm going there no more to roam 
5-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6-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JE SAIS QUE DES NUAGES SOMBRES SE RÉUNIRONT AU-DESSUS DE MOI </a:t>
            </a:r>
          </a:p>
          <a:p>
            <a:pPr>
              <a:defRPr/>
            </a:pPr>
            <a:r>
              <a:rPr lang="fr-FR" smtClean="0"/>
              <a:t>I know dark clouds will gather over me
8-  JE SAIS QUE MON CHEMIN EST PIERREUX ET DUR </a:t>
            </a:r>
          </a:p>
          <a:p>
            <a:pPr>
              <a:defRPr/>
            </a:pPr>
            <a:r>
              <a:rPr lang="fr-FR" smtClean="0"/>
              <a:t>I know my way is rough and steep
9-  MAIS UNE TERRE EN OR SE TROUVE DEVANT MOI </a:t>
            </a:r>
          </a:p>
          <a:p>
            <a:pPr>
              <a:defRPr/>
            </a:pPr>
            <a:r>
              <a:rPr lang="fr-FR" smtClean="0"/>
              <a:t>But golden fields lie out before me
10-  OÙ DES COEURS LAS NE PLEURERONT PLUS </a:t>
            </a:r>
          </a:p>
          <a:p>
            <a:pPr>
              <a:defRPr/>
            </a:pPr>
            <a:r>
              <a:rPr lang="fr-FR" smtClean="0"/>
              <a:t>Where weary hearts no more shall weep
11-  JE VAIS LÀ-BAS POUR VOIR MA MÈRE JE VAIS LÀ-BAS POUR NE PLUS ERRER </a:t>
            </a:r>
          </a:p>
          <a:p>
            <a:pPr>
              <a:defRPr/>
            </a:pPr>
            <a:r>
              <a:rPr lang="fr-FR" smtClean="0"/>
              <a:t>I'm going there to see my mother I'm going there no more to roam
12-  JE VAIS SEULEMENT DE L’AUTRE CÔTÉ DU JOURDAIN </a:t>
            </a:r>
          </a:p>
          <a:p>
            <a:pPr>
              <a:defRPr/>
            </a:pPr>
            <a:r>
              <a:rPr lang="fr-FR" smtClean="0"/>
              <a:t>I'm only going over Jordan
13-  JE VAIS SEULEMENT CHEZ MOI </a:t>
            </a:r>
          </a:p>
          <a:p>
            <a:pPr>
              <a:defRPr/>
            </a:pPr>
            <a:r>
              <a:rPr lang="fr-FR" smtClean="0"/>
              <a:t>I'm only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14-  JE VEUX PORTER CETTE COURONNE DE GLOIRE </a:t>
            </a:r>
          </a:p>
          <a:p>
            <a:pPr>
              <a:defRPr/>
            </a:pPr>
            <a:r>
              <a:rPr lang="fr-FR" smtClean="0"/>
              <a:t>I want to wear, that crown of glory
15-  QUAND JE RENTRERAI CHEZ MOI DANS CE BON PAYS </a:t>
            </a:r>
          </a:p>
          <a:p>
            <a:pPr>
              <a:defRPr/>
            </a:pPr>
            <a:r>
              <a:rPr lang="fr-FR" smtClean="0"/>
              <a:t>When I get home, To that good land,
16-  JE VEUX CRIER, L'HISTOIRE DU SALUT AVEC L’ORCHESTRE DES RACHETÉS </a:t>
            </a:r>
          </a:p>
          <a:p>
            <a:pPr>
              <a:defRPr/>
            </a:pPr>
            <a:r>
              <a:rPr lang="fr-FR" smtClean="0"/>
              <a:t>I want to shout! Salvation's story In concert with the blood-washed band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17-  JE VAIS LÀ-BAS POUR VOIR MON SAUVEUR </a:t>
            </a:r>
          </a:p>
          <a:p>
            <a:pPr>
              <a:defRPr/>
            </a:pPr>
            <a:r>
              <a:rPr lang="fr-FR" smtClean="0"/>
              <a:t>I'm going there to see my Savior
18-  JE VAIS LÀ-BAS POUR NE PLUS ERRER JE VAIS SEULEMENT </a:t>
            </a:r>
          </a:p>
          <a:p>
            <a:pPr>
              <a:defRPr/>
            </a:pPr>
            <a:r>
              <a:rPr lang="fr-FR" smtClean="0"/>
              <a:t>I'm going there no more to roam
19-  DE L’AUTRE CÔTÉ DU JOURDAIN JE VAIS SEULEMENT CHEZ MOI </a:t>
            </a:r>
          </a:p>
          <a:p>
            <a:pPr>
              <a:defRPr/>
            </a:pPr>
            <a:r>
              <a:rPr lang="fr-FR" smtClean="0"/>
              <a:t>I'm only going over Jordan I'm only going over home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20-  JE SUIS UN PAUVRE PÈLERIN VOYAGEUR JE VAIS SEULEMENT CHEZ MOI </a:t>
            </a:r>
          </a:p>
          <a:p>
            <a:pPr>
              <a:defRPr/>
            </a:pPr>
            <a:r>
              <a:rPr lang="fr-FR" smtClean="0"/>
              <a:t>I am a poor wayfaring Pilgrim and I'm just going over home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21-  JE VAIS SEULEMENT CHEZ MOI </a:t>
            </a:r>
          </a:p>
          <a:p>
            <a:pPr>
              <a:defRPr/>
            </a:pPr>
            <a:r>
              <a:rPr lang="fr-FR" smtClean="0"/>
              <a:t>I'm going home</a:t>
            </a:r>
          </a:p>
          <a:p>
            <a:pPr>
              <a:defRPr/>
            </a:pPr>
            <a:endParaRPr lang="fr-FR" dirty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altLang="fr-FR" smtClean="0"/>
              <a:t>1-  JE SUIS UN PAUVRE PÈLERIN VOYAGEUR  EN VOYAGEANT </a:t>
            </a:r>
          </a:p>
          <a:p>
            <a:r>
              <a:rPr lang="fr-FR" altLang="fr-FR" smtClean="0"/>
              <a:t>I am a poor wayfaring pilgrim While traveling 
2-  DANS CE MONDE DE MALHEUR IL N'Y A PAS DE MALADIE </a:t>
            </a:r>
          </a:p>
          <a:p>
            <a:r>
              <a:rPr lang="fr-FR" altLang="fr-FR" smtClean="0"/>
              <a:t>in this world of woe There is no sickness
3-  DANGER NI LABEUR DANS CE BRILLANT PAYS OÙ JE VAIS </a:t>
            </a:r>
          </a:p>
          <a:p>
            <a:r>
              <a:rPr lang="fr-FR" altLang="fr-FR" smtClean="0"/>
              <a:t>, toil or danger In that bright land to which I go
4-  JE VAIS LÀ-BAS POUR VOIR MON PÈRE JE VAIS LÀ-BAS POUR NE PLUS ERRER</a:t>
            </a:r>
          </a:p>
          <a:p>
            <a:r>
              <a:rPr lang="fr-FR" altLang="fr-FR" smtClean="0"/>
              <a:t>I'm going there to see my father I'm going there no more to roam 
5-  JE VAIS SEULEMENT DE L’AUTRE CÔTÉ DU JOURDAIN </a:t>
            </a:r>
          </a:p>
          <a:p>
            <a:r>
              <a:rPr lang="fr-FR" altLang="fr-FR" smtClean="0"/>
              <a:t>I'm only going over Jordan
6-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7-  JE SAIS QUE DES NUAGES SOMBRES SE RÉUNIRONT AU-DESSUS DE MOI </a:t>
            </a:r>
          </a:p>
          <a:p>
            <a:r>
              <a:rPr lang="fr-FR" altLang="fr-FR" smtClean="0"/>
              <a:t>I know dark clouds will gather over me
8-  JE SAIS QUE MON CHEMIN EST PIERREUX ET DUR </a:t>
            </a:r>
          </a:p>
          <a:p>
            <a:r>
              <a:rPr lang="fr-FR" altLang="fr-FR" smtClean="0"/>
              <a:t>I know my way is rough and steep
9-  MAIS UNE TERRE EN OR SE TROUVE DEVANT MOI </a:t>
            </a:r>
          </a:p>
          <a:p>
            <a:r>
              <a:rPr lang="fr-FR" altLang="fr-FR" smtClean="0"/>
              <a:t>But golden fields lie out before me
10-  OÙ DES COEURS LAS NE PLEURERONT PLUS </a:t>
            </a:r>
          </a:p>
          <a:p>
            <a:r>
              <a:rPr lang="fr-FR" altLang="fr-FR" smtClean="0"/>
              <a:t>Where weary hearts no more shall weep
11-  JE VAIS LÀ-BAS POUR VOIR MA MÈRE JE VAIS LÀ-BAS POUR NE PLUS ERRER </a:t>
            </a:r>
          </a:p>
          <a:p>
            <a:r>
              <a:rPr lang="fr-FR" altLang="fr-FR" smtClean="0"/>
              <a:t>I'm going there to see my mother I'm going there no more to roam
12-  JE VAIS SEULEMENT DE L’AUTRE CÔTÉ DU JOURDAIN </a:t>
            </a:r>
          </a:p>
          <a:p>
            <a:r>
              <a:rPr lang="fr-FR" altLang="fr-FR" smtClean="0"/>
              <a:t>I'm only going over Jordan
13-  JE VAIS SEULEMENT CHEZ MOI </a:t>
            </a:r>
          </a:p>
          <a:p>
            <a:r>
              <a:rPr lang="fr-FR" altLang="fr-FR" smtClean="0"/>
              <a:t>I'm only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14-  JE VEUX PORTER CETTE COURONNE DE GLOIRE </a:t>
            </a:r>
          </a:p>
          <a:p>
            <a:r>
              <a:rPr lang="fr-FR" altLang="fr-FR" smtClean="0"/>
              <a:t>I want to wear, that crown of glory
15-  QUAND JE RENTRERAI CHEZ MOI DANS CE BON PAYS </a:t>
            </a:r>
          </a:p>
          <a:p>
            <a:r>
              <a:rPr lang="fr-FR" altLang="fr-FR" smtClean="0"/>
              <a:t>When I get home, To that good land,
16-  JE VEUX CRIER, L'HISTOIRE DU SALUT AVEC L’ORCHESTRE DES RACHETÉS </a:t>
            </a:r>
          </a:p>
          <a:p>
            <a:r>
              <a:rPr lang="fr-FR" altLang="fr-FR" smtClean="0"/>
              <a:t>I want to shout! Salvation's story In concert with the blood-washed band</a:t>
            </a:r>
          </a:p>
          <a:p>
            <a:endParaRPr lang="fr-FR" altLang="fr-FR" smtClean="0"/>
          </a:p>
          <a:p>
            <a:r>
              <a:rPr lang="fr-FR" altLang="fr-FR" smtClean="0"/>
              <a:t>17-  JE VAIS LÀ-BAS POUR VOIR MON SAUVEUR </a:t>
            </a:r>
          </a:p>
          <a:p>
            <a:r>
              <a:rPr lang="fr-FR" altLang="fr-FR" smtClean="0"/>
              <a:t>I'm going there to see my Savior
18-  JE VAIS LÀ-BAS POUR NE PLUS ERRER JE VAIS SEULEMENT </a:t>
            </a:r>
          </a:p>
          <a:p>
            <a:r>
              <a:rPr lang="fr-FR" altLang="fr-FR" smtClean="0"/>
              <a:t>I'm going there no more to roam
19-  DE L’AUTRE CÔTÉ DU JOURDAIN JE VAIS SEULEMENT CHEZ MOI </a:t>
            </a:r>
          </a:p>
          <a:p>
            <a:r>
              <a:rPr lang="fr-FR" altLang="fr-FR" smtClean="0"/>
              <a:t>I'm only going over Jordan I'm only going over home   x2</a:t>
            </a:r>
          </a:p>
          <a:p>
            <a:endParaRPr lang="fr-FR" altLang="fr-FR" smtClean="0"/>
          </a:p>
          <a:p>
            <a:r>
              <a:rPr lang="fr-FR" altLang="fr-FR" smtClean="0"/>
              <a:t>20-  JE SUIS UN PAUVRE PÈLERIN VOYAGEUR JE VAIS SEULEMENT CHEZ MOI </a:t>
            </a:r>
          </a:p>
          <a:p>
            <a:r>
              <a:rPr lang="fr-FR" altLang="fr-FR" smtClean="0"/>
              <a:t>I am a poor wayfaring Pilgrim and I'm just going over home</a:t>
            </a:r>
          </a:p>
          <a:p>
            <a:endParaRPr lang="fr-FR" altLang="fr-FR" smtClean="0"/>
          </a:p>
          <a:p>
            <a:r>
              <a:rPr lang="fr-FR" altLang="fr-FR" smtClean="0"/>
              <a:t>21-  JE VAIS SEULEMENT CHEZ MOI </a:t>
            </a:r>
          </a:p>
          <a:p>
            <a:r>
              <a:rPr lang="fr-FR" altLang="fr-FR" smtClean="0"/>
              <a:t>I'm going home</a:t>
            </a:r>
          </a:p>
          <a:p>
            <a:endParaRPr lang="fr-FR" alt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C8B351-10AA-4D51-A079-F93B67670C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B10B06-C418-410D-9346-DE58F29013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73ECC-3426-4923-8F29-A3A6B888076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C27E7-6CDD-44DB-B33C-A6C6710AAEC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0F384-FB05-422D-9DB7-2AD265C9C07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5B1D87-824B-4FFD-8F45-8B3FD944F49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7C791A-1C24-4388-940D-232360F0066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3E3DF1-DCC6-4329-A476-9AEBC3B0E51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8AE809-1C4D-451B-AA4D-F487F406E35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BEEAE1-F29C-4A9E-BEC4-F614A1F9AC5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4A6391-1138-4094-9984-F286B807C0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99AE7B9-D00C-44CE-9994-1D9FF311D40C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PAUVRE PÈLERIN VOYAGEUR 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 VOYAGEANT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MONDE DE MALHEUR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IL N'Y A PAS DE MALADIE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DANGER NI LABEUR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BRILLANT PAYS OÙ JE VAIS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VOIR MON PÈRE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DES NUAGES SOMBRES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RÉUNIRONT AU-DESSUS DE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SAIS QUE MON CHEMIN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EST PIERREUX ET DUR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MAIS UNE TERRE EN OR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SE TROUVE DEVANT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OÙ DES COEURS LAS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NE PLEURERONT PLUS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VOIR MA MÈRE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PORTER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CETTE COURONNE DE GLOIRE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QUAND JE RENTRERAI CHEZ MOI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DANS CE BON PAYS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32343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VEUX CRIER L'HISTOIRE DU SALUT</a:t>
            </a:r>
          </a:p>
          <a:p>
            <a:pPr algn="ctr"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L’ORCHESTRE DES RACHETÉS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POUR VOIR MON SAUVEUR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LÀ-BAS POUR NE PLUS ERRER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L’AUTRE CÔTÉ DU JOURDAIN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143000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UN PAUVRE PÈLERIN VOYAGEUR</a:t>
            </a:r>
          </a:p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VAIS SEULEMENT CHEZ MOI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707886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>
            <a:spAutoFit/>
          </a:bodyPr>
          <a:lstStyle/>
          <a:p>
            <a:pPr algn="ctr"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VAIS SEULEMENT CHEZ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1454</TotalTime>
  <Words>480</Words>
  <Application>Microsoft Office PowerPoint</Application>
  <PresentationFormat>On-screen Show (4:3)</PresentationFormat>
  <Paragraphs>1383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  <vt:lpstr>Diapositive 11</vt:lpstr>
      <vt:lpstr>Diapositive 12</vt:lpstr>
      <vt:lpstr>Diapositive 13</vt:lpstr>
      <vt:lpstr>Diapositive 14</vt:lpstr>
      <vt:lpstr>Diapositive 15</vt:lpstr>
      <vt:lpstr>Diapositive 16</vt:lpstr>
      <vt:lpstr>Diapositive 17</vt:lpstr>
      <vt:lpstr>Diapositive 18</vt:lpstr>
      <vt:lpstr>Diapositive 19</vt:lpstr>
      <vt:lpstr>Diapositive 20</vt:lpstr>
      <vt:lpstr>Diapositive 21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134</cp:revision>
  <dcterms:created xsi:type="dcterms:W3CDTF">2002-08-17T10:50:50Z</dcterms:created>
  <dcterms:modified xsi:type="dcterms:W3CDTF">2017-04-15T16:06:48Z</dcterms:modified>
</cp:coreProperties>
</file>