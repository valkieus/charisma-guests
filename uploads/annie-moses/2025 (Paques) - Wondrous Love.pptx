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9" r:id="rId2"/>
    <p:sldId id="261" r:id="rId3"/>
    <p:sldId id="284" r:id="rId4"/>
    <p:sldId id="262" r:id="rId5"/>
    <p:sldId id="264" r:id="rId6"/>
    <p:sldId id="265" r:id="rId7"/>
    <p:sldId id="266" r:id="rId8"/>
    <p:sldId id="285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544" autoAdjust="0"/>
    <p:restoredTop sz="35492" autoAdjust="0"/>
  </p:normalViewPr>
  <p:slideViewPr>
    <p:cSldViewPr>
      <p:cViewPr varScale="1">
        <p:scale>
          <a:sx n="39" d="100"/>
          <a:sy n="39" d="100"/>
        </p:scale>
        <p:origin x="2496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357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647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72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655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064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07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174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22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398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640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697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243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446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215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725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9972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834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236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19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138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1-  WHAT WONDROUS LOVE IS THIS? O MY SOUL [Quel amour merveilleux, ô mon âme] x2</a:t>
            </a:r>
          </a:p>
          <a:p>
            <a:r>
              <a:rPr lang="en-US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r>
              <a:rPr lang="en-US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r>
              <a:rPr lang="en-US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r>
              <a:rPr lang="en-US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WHAT WONDROUS LOVE IS THIS? O MY SOUL [Quel amour merveilleux, ô mon âme] x2</a:t>
            </a:r>
          </a:p>
          <a:p>
            <a:pPr>
              <a:defRPr/>
            </a:pPr>
            <a:r>
              <a:rPr lang="fr-FR" smtClean="0"/>
              <a:t>
2-  WHAT WONDROUS LOVE IS THIS [Quel amour merveilleux] 
3-  THAT CAUSED THE LORD OF BLISS [A conduit le Seigneur] 
4-  TO BEAR THE DREADFUL CURSE FOR MY SOUL [À porter le malheur pour mon âme] x2</a:t>
            </a:r>
          </a:p>
          <a:p>
            <a:pPr>
              <a:defRPr/>
            </a:pPr>
            <a:r>
              <a:rPr lang="fr-FR" smtClean="0"/>
              <a:t>
5-  WHEN I WAS SINKING DOWN, SINKING DOWN [Et quand je dérivais, dérivais, dérivais] 
6-  WHEN I WAS SINKING DOWN, SINKING DOWN [Quand je dérivais, dérivais] 
7-  WHEN I WAS SINKING DOWN  [Et quand je dérivais] 
8-  BENEATH GOD'S RIGHTEOUS FROWN [Sous le regard de Dieu] 
9-  CHRIST LAID ASIDE HIS CROWN FOR MY SOUL [Christ laissa Sa couronne pour mon âme] x2</a:t>
            </a:r>
          </a:p>
          <a:p>
            <a:pPr>
              <a:defRPr/>
            </a:pPr>
            <a:r>
              <a:rPr lang="fr-FR" smtClean="0"/>
              <a:t>
10-  TO GOD AND TO THE LAMB I WILL SING, I WILL SING [À Dieu et à l’agneau, je chanterai, chanterai] 
11-  TO GOD AND TO THE LAMB I WILL SING [À Dieu et à l’agneau, je chanterai] 
12-  TO GOD AND TO THE LAMB WHO IS THE GREAT 'I AM' [À Dieu et à l’agneau, à Dieu le grand Je Suis] 
13-  WHILE MILLIONS JOIN THE THEME I WILL SING [Rejoignant des milliers, pour chanter] 
14-  WHILE MILLIONS JOIN THE THEME I WILL SING [Rejoignant des milliers pour chanter] </a:t>
            </a:r>
          </a:p>
          <a:p>
            <a:pPr>
              <a:defRPr/>
            </a:pPr>
            <a:r>
              <a:rPr lang="fr-FR" smtClean="0"/>
              <a:t>
15-  AND WHEN FROM DEATH I AM FREE I'LL SING ON [Libéré de la mort, je chante encore] 
16-  AND WHEN FROM DEATH I'M FREE I'LL SING ON [Libéré de la mort, je chante encore] 
17-  AND WHEN FROM DEATH I'M FREE I'LL SING AND JOYFUL BE [Libéré de la mort, je chante son grand amour] 
18-  AND THROUGH ETERNITY I'LL SING ON I'LL SING ON [Libéré de la mort je chante des chants joyeux] 
19-  AND THROUGH ETERNITY [Et dans l’éternité] 
20-  WHAT WONDROUS LOVE [Quel amour merveilleux] 
21-  O MY SOUL! [Ô mon âme]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19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404664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WHAT WONDROUS LOVE IS THIS? O MY SOUL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Quel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amour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merveilleux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ô mon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âme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7488" y="476672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WHAT WONDROUS LOVE IS THIS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Quel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amour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merveilleux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35F1-480C-02D6-155B-CE44A0F8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638F19-7663-9BAC-978C-132FA0A35F5F}"/>
              </a:ext>
            </a:extLst>
          </p:cNvPr>
          <p:cNvSpPr txBox="1"/>
          <p:nvPr/>
        </p:nvSpPr>
        <p:spPr>
          <a:xfrm>
            <a:off x="1415480" y="476672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THAT CAUSED THE LORD OF BLISS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[A conduit le Seigneur]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440" y="620688"/>
            <a:ext cx="10513168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 BEAR THE DREADFUL CURSE FOR MY SOUL</a:t>
            </a:r>
          </a:p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[À porter le malheur pour mon âme]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WHEN I WAS SINKING DOWN, SINKING DOWN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[Et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quand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dérivais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dérivais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dérivais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WHEN I WAS SINKING DOWN, SINKING DOWN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Quand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dérivais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dérivais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480" y="620688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40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WHEN I WAS SINKING DOWN </a:t>
            </a:r>
          </a:p>
          <a:p>
            <a:pPr algn="ctr">
              <a:lnSpc>
                <a:spcPct val="90000"/>
              </a:lnSpc>
            </a:pPr>
            <a:r>
              <a:rPr lang="fr-FR" sz="340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[Et quand je dérivais]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3472" y="764704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BENEATH GOD'S RIGHTEOUS FROWN</a:t>
            </a:r>
          </a:p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[Sous le regard de Dieu]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4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8680"/>
            <a:ext cx="10585176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CHRIST LAID ASIDE HIS CROWN FOR MY SOUL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[Christ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laissa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Sa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couronne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pour mon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âme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 GOD AND TO THE LAMB I WILL SING, I WILL SING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et 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l’agneau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chanterai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chanterai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7488" y="54868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 GOD AND TO THE LAMB I WILL SING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et 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l’agneau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chanterai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12712" y="692696"/>
            <a:ext cx="12864752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 GOD AND TO THE LAMB WHO IS THE GREAT 'I AM'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et 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l’agneau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à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le grand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Suis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WHILE MILLIONS JOIN THE THEME I WILL SING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Rejoignant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des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milliers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, pour chanter]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40704" y="692696"/>
            <a:ext cx="12432704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WHILE MILLIONS JOIN THE THEME I WILL SING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Rejoignant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des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milliers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pour chanter]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12712" y="692696"/>
            <a:ext cx="12504712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AND WHEN FROM DEATH I AM FREE I'LL SING ON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Libéré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 la mort,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encore]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AND WHEN FROM DEATH I'M FREE I'LL SING ON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Libéré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 la mort,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encore]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12712" y="635000"/>
            <a:ext cx="125047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AND WHEN FROM DEATH I'M FREE I'LL SING AND JOYFUL BE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Libéré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 la mort,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son grand amour]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40704" y="476672"/>
            <a:ext cx="12648728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AND THROUGH ETERNITY I'LL SING ON I'LL SING ON</a:t>
            </a:r>
          </a:p>
          <a:p>
            <a:pPr algn="ctr">
              <a:lnSpc>
                <a:spcPct val="90000"/>
              </a:lnSpc>
            </a:pP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Libéré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 la mort je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chante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des chants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joyeux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3512" y="54868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40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AND THROUGH ETERNITY</a:t>
            </a:r>
          </a:p>
          <a:p>
            <a:pPr algn="ctr">
              <a:lnSpc>
                <a:spcPct val="90000"/>
              </a:lnSpc>
            </a:pPr>
            <a:r>
              <a:rPr lang="en-US" sz="340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[Et dans l’éternité]</a:t>
            </a:r>
            <a:endParaRPr sz="34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9496" y="54868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WHAT WONDROUS LOVE</a:t>
            </a:r>
          </a:p>
          <a:p>
            <a:pPr algn="ctr">
              <a:lnSpc>
                <a:spcPct val="90000"/>
              </a:lnSpc>
            </a:pP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[Quel amour merveilleux]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5520" y="54868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pl-PL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O MY SOUL!</a:t>
            </a:r>
          </a:p>
          <a:p>
            <a:pPr algn="ctr">
              <a:lnSpc>
                <a:spcPct val="90000"/>
              </a:lnSpc>
            </a:pPr>
            <a:r>
              <a:rPr lang="pl-PL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[Ô mon âme]</a:t>
            </a:r>
            <a:endParaRPr sz="34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16424</Words>
  <Application>Microsoft Office PowerPoint</Application>
  <PresentationFormat>Grand écran</PresentationFormat>
  <Paragraphs>252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103</cp:revision>
  <dcterms:created xsi:type="dcterms:W3CDTF">2011-01-30T10:04:33Z</dcterms:created>
  <dcterms:modified xsi:type="dcterms:W3CDTF">2025-04-20T11:33:31Z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